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d4c9d5009f4022" /><Relationship Type="http://schemas.openxmlformats.org/officeDocument/2006/relationships/extended-properties" Target="/docProps/app.xml" Id="R1fa5612d881e4d5e" /><Relationship Type="http://schemas.openxmlformats.org/officeDocument/2006/relationships/officeDocument" Target="/ppt/presentation.xml" Id="R3ce3b5f50eeb4c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3a60b856124f45"/>
  </p:sldMasterIdLst>
  <p:notesMasterIdLst>
    <p:notesMasterId xmlns:r="http://schemas.openxmlformats.org/officeDocument/2006/relationships" r:id="R9b038374c49445e2"/>
  </p:notesMasterIdLst>
  <p:sldIdLst>
    <p:sldId xmlns:r="http://schemas.openxmlformats.org/officeDocument/2006/relationships" id="256" r:id="R7eafe1d5c0384880"/>
    <p:sldId xmlns:r="http://schemas.openxmlformats.org/officeDocument/2006/relationships" id="257" r:id="R4411dab9b7d047a0"/>
  </p:sldIdLst>
  <p:sldSz cx="19507200" cy="1295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eff29bd0784c5a" /><Relationship Type="http://schemas.openxmlformats.org/officeDocument/2006/relationships/slideMaster" Target="/ppt/slideMasters/slideMaster1.xml" Id="Re33a60b856124f45" /><Relationship Type="http://schemas.openxmlformats.org/officeDocument/2006/relationships/notesMaster" Target="/ppt/notesMasters/notesMaster1.xml" Id="R9b038374c49445e2" /><Relationship Type="http://schemas.openxmlformats.org/officeDocument/2006/relationships/presProps" Target="/ppt/presProps.xml" Id="R25b06ec6ef9e44cb" /><Relationship Type="http://schemas.openxmlformats.org/officeDocument/2006/relationships/tableStyles" Target="/ppt/tableStyles.xml" Id="R4b97f23da9db40eb" /><Relationship Type="http://schemas.openxmlformats.org/officeDocument/2006/relationships/slide" Target="/ppt/slides/slide1.xml" Id="R7eafe1d5c0384880" /><Relationship Type="http://schemas.openxmlformats.org/officeDocument/2006/relationships/slide" Target="/ppt/slides/slide2.xml" Id="R4411dab9b7d047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43c136f8d345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dd18d3c389452e" /><Relationship Type="http://schemas.openxmlformats.org/officeDocument/2006/relationships/notesMaster" Target="/ppt/notesMasters/notesMaster1.xml" Id="R468c879576ae4b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f12fcd5bbb4fb3" /><Relationship Type="http://schemas.openxmlformats.org/officeDocument/2006/relationships/notesMaster" Target="/ppt/notesMasters/notesMaster1.xml" Id="R6e7f0e9f21944f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reconstruction, not author-provided PowerPoint.</a:t>
            </a:r>
          </a:p>
          <a:p xmlns:a="http://schemas.openxmlformats.org/drawingml/2006/main">
            <a:r>
              <a:t>Code-driven agentic image-generation paradigm</a:t>
            </a:r>
          </a:p>
          <a:p xmlns:a="http://schemas.openxmlformats.org/drawingml/2006/main">
            <a:r>
              <a:t>Source: https://arxiv.org/abs/2605.30248v2</a:t>
            </a:r>
          </a:p>
          <a:p xmlns:a="http://schemas.openxmlformats.org/drawingml/2006/main">
            <a:r>
              <a:t>Approved PNG SHA-256: 6701c45ac3318618ab80e30395c7c3198d76d60197420e0b7e3df89893a114fd</a:t>
            </a:r>
          </a:p>
          <a:p xmlns:a="http://schemas.openxmlformats.org/drawingml/2006/main">
            <a:r>
              <a:t>Source figure is a single flattened illustration. All process labels, group containers, arrows and photo frames are native. Decorative brush-lettered headings are native contour outlines, not editable text. Original photographs/robot/artist illustrations and code-editor pixels are independent local raster objects. Faint decorative background texture, paper texture, tiny sticker shadows and font metrics are approximate. Arrow paths are not endpoint-bound connectors.</a:t>
            </a:r>
          </a:p>
          <a:p xmlns:a="http://schemas.openxmlformats.org/drawingml/2006/main">
            <a:r>
              <a:t>Local final-file renderer: Artifact Tool PPTX roundtrip. Microsoft PowerPoint application compatibility has not been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reconstruction, not author-provided PowerPoint.</a:t>
            </a:r>
          </a:p>
          <a:p xmlns:a="http://schemas.openxmlformats.org/drawingml/2006/main">
            <a:r>
              <a:t>Cognitive structuring, executable canvas and visual review</a:t>
            </a:r>
          </a:p>
          <a:p xmlns:a="http://schemas.openxmlformats.org/drawingml/2006/main">
            <a:r>
              <a:t>Source: https://arxiv.org/abs/2605.30248v2</a:t>
            </a:r>
          </a:p>
          <a:p xmlns:a="http://schemas.openxmlformats.org/drawingml/2006/main">
            <a:r>
              <a:t>Approved PNG SHA-256: e38a08a603bf0fcdd97fca697d2ba17c17f23ba1e9305611888980fc1b369849</a:t>
            </a:r>
          </a:p>
          <a:p xmlns:a="http://schemas.openxmlformats.org/drawingml/2006/main">
            <a:r>
              <a:t>Source Figure 3 is a single flattened raster. All phase/container labels, prompt text, module labels, branch arrows, readable code snippets, option labels and review checklist are native. Car photos, web article and example renderings, tool logos/icons, painter artwork and layered illustration remain separately positioned original local raster components. Source fonts are substituted by installed Calibri/Comic Sans MS/Microsoft YaHei/Courier New. Some miniature code content is transcribed to legible native text at the visible source fidelity, not executable author code. Shadows/gradients and faint decoration are approximate. Freeform arrows are not bound connectors.</a:t>
            </a:r>
          </a:p>
          <a:p xmlns:a="http://schemas.openxmlformats.org/drawingml/2006/main">
            <a:r>
              <a:t>Local final-file renderer: Artifact Tool PPTX roundtrip. Microsoft PowerPoint application compatibility has not been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abcec1f4047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316a4996b4d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d41cc3ca649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e7ec5d60240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727e51e6842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7a889c2c041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949AC8-BB1B-4AC0-8264-242C7ABB2D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50720" y="4893733"/>
            <a:ext cx="15605760" cy="1871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6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A916E2-9614-413C-AFF9-FDA5632E53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926080" y="7124700"/>
            <a:ext cx="13655040" cy="143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D131FA-C82F-40D2-8724-6CFE365C3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50720" y="5397500"/>
            <a:ext cx="1560576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7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83C786-BEC2-4087-802F-058D369EF8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1007533"/>
            <a:ext cx="17312640" cy="1583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2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BE3BA1-C848-46F6-BC56-BE0A61C7AC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3598333"/>
            <a:ext cx="17312640" cy="8060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657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1pPr>
            <a:lvl2pPr marL="8534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2pPr>
            <a:lvl3pPr marL="13411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3pPr>
            <a:lvl4pPr marL="18288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4pPr>
            <a:lvl5pPr marL="231648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5pPr>
            <a:lvl6pPr marL="28041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6pPr>
            <a:lvl7pPr marL="32918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7pPr>
            <a:lvl8pPr marL="37795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8pPr>
            <a:lvl9pPr marL="42672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3B8BB1-A8A5-452A-9C56-E51D09DC6D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1007533"/>
            <a:ext cx="17312640" cy="1583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2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1234ED-A23B-4180-8B57-4D43056644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3598333"/>
            <a:ext cx="8046720" cy="8060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657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1pPr>
            <a:lvl2pPr marL="8534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2pPr>
            <a:lvl3pPr marL="13411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3pPr>
            <a:lvl4pPr marL="18288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4pPr>
            <a:lvl5pPr marL="231648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5pPr>
            <a:lvl6pPr marL="28041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6pPr>
            <a:lvl7pPr marL="32918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7pPr>
            <a:lvl8pPr marL="37795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8pPr>
            <a:lvl9pPr marL="42672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AE2E84-8B74-428E-BD48-157B57AC2A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363200" y="3598333"/>
            <a:ext cx="8046720" cy="8060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6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657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1pPr>
            <a:lvl2pPr marL="8534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2pPr>
            <a:lvl3pPr marL="13411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3pPr>
            <a:lvl4pPr marL="18288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4pPr>
            <a:lvl5pPr marL="231648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5pPr>
            <a:lvl6pPr marL="28041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6pPr>
            <a:lvl7pPr marL="32918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7pPr>
            <a:lvl8pPr marL="37795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8pPr>
            <a:lvl9pPr marL="42672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107D5A-2A5A-43DA-8CCF-7E9A514D21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1007533"/>
            <a:ext cx="17312640" cy="1583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2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930CE6-860A-44E9-BA54-CA3AC1917A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3598333"/>
            <a:ext cx="8046720" cy="8060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657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1pPr>
            <a:lvl2pPr marL="8534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2pPr>
            <a:lvl3pPr marL="13411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3pPr>
            <a:lvl4pPr marL="18288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4pPr>
            <a:lvl5pPr marL="231648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5pPr>
            <a:lvl6pPr marL="280416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6pPr>
            <a:lvl7pPr marL="329184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7pPr>
            <a:lvl8pPr marL="377952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8pPr>
            <a:lvl9pPr marL="4267200" indent="-365760">
              <a:lnSpc>
                <a:spcPct val="110000"/>
              </a:lnSpc>
              <a:spcBef>
                <a:spcPts val="0"/>
              </a:spcBef>
              <a:spcAft>
                <a:spcPts val="19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35f905afed4def" /><Relationship Type="http://schemas.openxmlformats.org/officeDocument/2006/relationships/slideLayout" Target="/ppt/slideLayouts/slideLayout1.xml" Id="R5bb3d70ba06b4eb2" /><Relationship Type="http://schemas.openxmlformats.org/officeDocument/2006/relationships/slideLayout" Target="/ppt/slideLayouts/slideLayout2.xml" Id="Rebbcd638406b4c0f" /><Relationship Type="http://schemas.openxmlformats.org/officeDocument/2006/relationships/slideLayout" Target="/ppt/slideLayouts/slideLayout3.xml" Id="Rc5671e426a2e42f5" /><Relationship Type="http://schemas.openxmlformats.org/officeDocument/2006/relationships/slideLayout" Target="/ppt/slideLayouts/slideLayout4.xml" Id="Rb3dc795a462f4fce" /><Relationship Type="http://schemas.openxmlformats.org/officeDocument/2006/relationships/slideLayout" Target="/ppt/slideLayouts/slideLayout5.xml" Id="Rd8984f3f94094d52" /><Relationship Type="http://schemas.openxmlformats.org/officeDocument/2006/relationships/slideLayout" Target="/ppt/slideLayouts/slideLayout6.xml" Id="R00f787f7e59c4a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b3d70ba06b4eb2"/>
    <p:sldLayoutId xmlns:r="http://schemas.openxmlformats.org/officeDocument/2006/relationships" id="2147483650" r:id="Rebbcd638406b4c0f"/>
    <p:sldLayoutId xmlns:r="http://schemas.openxmlformats.org/officeDocument/2006/relationships" id="2147483651" r:id="Rc5671e426a2e42f5"/>
    <p:sldLayoutId xmlns:r="http://schemas.openxmlformats.org/officeDocument/2006/relationships" id="2147483652" r:id="Rb3dc795a462f4fce"/>
    <p:sldLayoutId xmlns:r="http://schemas.openxmlformats.org/officeDocument/2006/relationships" id="2147483653" r:id="Rd8984f3f94094d52"/>
    <p:sldLayoutId xmlns:r="http://schemas.openxmlformats.org/officeDocument/2006/relationships" id="2147483654" r:id="R00f787f7e59c4a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b6d78f44cf46c3" /><Relationship Type="http://schemas.openxmlformats.org/officeDocument/2006/relationships/image" Target="/ppt/media/image.png" Id="Rbc8d7ed690b1453f" /><Relationship Type="http://schemas.openxmlformats.org/officeDocument/2006/relationships/image" Target="/ppt/media/image2.png" Id="Rdc903928e1d04c74" /><Relationship Type="http://schemas.openxmlformats.org/officeDocument/2006/relationships/image" Target="/ppt/media/image3.png" Id="Refee2ac2c79c4192" /><Relationship Type="http://schemas.openxmlformats.org/officeDocument/2006/relationships/image" Target="/ppt/media/image4.png" Id="R86fa8c4303b6405a" /><Relationship Type="http://schemas.openxmlformats.org/officeDocument/2006/relationships/image" Target="/ppt/media/image5.png" Id="R2687090a3e144379" /><Relationship Type="http://schemas.openxmlformats.org/officeDocument/2006/relationships/image" Target="/ppt/media/image6.png" Id="Rf07632b9ad274a99" /><Relationship Type="http://schemas.openxmlformats.org/officeDocument/2006/relationships/image" Target="/ppt/media/image7.png" Id="R1d91c1a5b11448b1" /><Relationship Type="http://schemas.openxmlformats.org/officeDocument/2006/relationships/image" Target="/ppt/media/image8.png" Id="R92ddc4bb2d684c8b" /><Relationship Type="http://schemas.openxmlformats.org/officeDocument/2006/relationships/image" Target="/ppt/media/image9.png" Id="R99cc2cf4a1964b62" /><Relationship Type="http://schemas.openxmlformats.org/officeDocument/2006/relationships/image" Target="/ppt/media/image10.png" Id="R7a088a64f37643a4" /><Relationship Type="http://schemas.openxmlformats.org/officeDocument/2006/relationships/image" Target="/ppt/media/image11.png" Id="Rcae945f8cb2b478f" /><Relationship Type="http://schemas.openxmlformats.org/officeDocument/2006/relationships/image" Target="/ppt/media/image12.png" Id="Rc0f038c092d14ba9" /><Relationship Type="http://schemas.openxmlformats.org/officeDocument/2006/relationships/image" Target="/ppt/media/image13.png" Id="R4d90723ad6c04261" /><Relationship Type="http://schemas.openxmlformats.org/officeDocument/2006/relationships/image" Target="/ppt/media/image14.png" Id="R35d259b548df4b12" /><Relationship Type="http://schemas.openxmlformats.org/officeDocument/2006/relationships/notesSlide" Target="/ppt/notesSlides/notesSlide1.xml" Id="R5335f5f49e5049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d98601735a47fd" /><Relationship Type="http://schemas.openxmlformats.org/officeDocument/2006/relationships/image" Target="/ppt/media/image15.png" Id="R1072645566d14d1d" /><Relationship Type="http://schemas.openxmlformats.org/officeDocument/2006/relationships/image" Target="/ppt/media/image16.png" Id="R3a214dcc053046f1" /><Relationship Type="http://schemas.openxmlformats.org/officeDocument/2006/relationships/image" Target="/ppt/media/image17.png" Id="Rc05be194e1784923" /><Relationship Type="http://schemas.openxmlformats.org/officeDocument/2006/relationships/image" Target="/ppt/media/image18.png" Id="Rad0b12d4cda64cc9" /><Relationship Type="http://schemas.openxmlformats.org/officeDocument/2006/relationships/image" Target="/ppt/media/image19.png" Id="Rc14a00594cc944e0" /><Relationship Type="http://schemas.openxmlformats.org/officeDocument/2006/relationships/image" Target="/ppt/media/image20.png" Id="R2cc2ccdafd564292" /><Relationship Type="http://schemas.openxmlformats.org/officeDocument/2006/relationships/image" Target="/ppt/media/image21.png" Id="R4b199b005caa4e57" /><Relationship Type="http://schemas.openxmlformats.org/officeDocument/2006/relationships/image" Target="/ppt/media/image22.png" Id="Rd798bce2e5214806" /><Relationship Type="http://schemas.openxmlformats.org/officeDocument/2006/relationships/image" Target="/ppt/media/image23.png" Id="R4232d41caf3e44fe" /><Relationship Type="http://schemas.openxmlformats.org/officeDocument/2006/relationships/image" Target="/ppt/media/image24.png" Id="R8a9530a333df4c60" /><Relationship Type="http://schemas.openxmlformats.org/officeDocument/2006/relationships/image" Target="/ppt/media/image25.png" Id="R8fa6f1846a7e45ed" /><Relationship Type="http://schemas.openxmlformats.org/officeDocument/2006/relationships/image" Target="/ppt/media/image26.png" Id="R7b9ef4f2303e4368" /><Relationship Type="http://schemas.openxmlformats.org/officeDocument/2006/relationships/image" Target="/ppt/media/image27.png" Id="Rea2d8dfd1c57463b" /><Relationship Type="http://schemas.openxmlformats.org/officeDocument/2006/relationships/image" Target="/ppt/media/image28.png" Id="Rde1427351f4c46fc" /><Relationship Type="http://schemas.openxmlformats.org/officeDocument/2006/relationships/image" Target="/ppt/media/image29.png" Id="Rfa557c7dc895489e" /><Relationship Type="http://schemas.openxmlformats.org/officeDocument/2006/relationships/image" Target="/ppt/media/image30.png" Id="R14bb8353bbe64842" /><Relationship Type="http://schemas.openxmlformats.org/officeDocument/2006/relationships/image" Target="/ppt/media/image31.png" Id="R34b520c68e054ebc" /><Relationship Type="http://schemas.openxmlformats.org/officeDocument/2006/relationships/image" Target="/ppt/media/image32.png" Id="Rccaa284b1dca4bac" /><Relationship Type="http://schemas.openxmlformats.org/officeDocument/2006/relationships/image" Target="/ppt/media/image33.png" Id="Rcb238379cede4c12" /><Relationship Type="http://schemas.openxmlformats.org/officeDocument/2006/relationships/image" Target="/ppt/media/image34.png" Id="R7888aa4cb63b4743" /><Relationship Type="http://schemas.openxmlformats.org/officeDocument/2006/relationships/image" Target="/ppt/media/image35.png" Id="R498b09aaa8ae46c3" /><Relationship Type="http://schemas.openxmlformats.org/officeDocument/2006/relationships/image" Target="/ppt/media/image36.png" Id="R5340237cb741408d" /><Relationship Type="http://schemas.openxmlformats.org/officeDocument/2006/relationships/image" Target="/ppt/media/image37.png" Id="R947407d88d3f4443" /><Relationship Type="http://schemas.openxmlformats.org/officeDocument/2006/relationships/image" Target="/ppt/media/image38.png" Id="Raefc6ea97a9e41e3" /><Relationship Type="http://schemas.openxmlformats.org/officeDocument/2006/relationships/image" Target="/ppt/media/image39.png" Id="Rf11d89efe9f64eb9" /><Relationship Type="http://schemas.openxmlformats.org/officeDocument/2006/relationships/image" Target="/ppt/media/image40.png" Id="R2e05b5cd97db48be" /><Relationship Type="http://schemas.openxmlformats.org/officeDocument/2006/relationships/image" Target="/ppt/media/image41.png" Id="R7a6b048f37f1422f" /><Relationship Type="http://schemas.openxmlformats.org/officeDocument/2006/relationships/image" Target="/ppt/media/image42.png" Id="R27caaa2b382a44a2" /><Relationship Type="http://schemas.openxmlformats.org/officeDocument/2006/relationships/image" Target="/ppt/media/image43.png" Id="R5200fc61f9c547d6" /><Relationship Type="http://schemas.openxmlformats.org/officeDocument/2006/relationships/image" Target="/ppt/media/image44.png" Id="Rffcc15dbd8e5448a" /><Relationship Type="http://schemas.openxmlformats.org/officeDocument/2006/relationships/image" Target="/ppt/media/image45.png" Id="R230b9e7ac3364f63" /><Relationship Type="http://schemas.openxmlformats.org/officeDocument/2006/relationships/image" Target="/ppt/media/image46.png" Id="Rbd79adb61bfe47d3" /><Relationship Type="http://schemas.openxmlformats.org/officeDocument/2006/relationships/image" Target="/ppt/media/image47.png" Id="R903183ef8cb041cb" /><Relationship Type="http://schemas.openxmlformats.org/officeDocument/2006/relationships/image" Target="/ppt/media/image48.png" Id="R1ea51eb8a4fd4a61" /><Relationship Type="http://schemas.openxmlformats.org/officeDocument/2006/relationships/image" Target="/ppt/media/image49.png" Id="Ra4f3cd6188d44ab8" /><Relationship Type="http://schemas.openxmlformats.org/officeDocument/2006/relationships/image" Target="/ppt/media/image50.png" Id="R3e0a48ad6cfe4cb7" /><Relationship Type="http://schemas.openxmlformats.org/officeDocument/2006/relationships/image" Target="/ppt/media/image51.png" Id="R8e2152b96ca24db1" /><Relationship Type="http://schemas.openxmlformats.org/officeDocument/2006/relationships/image" Target="/ppt/media/image52.png" Id="Rc3d9508384754475" /><Relationship Type="http://schemas.openxmlformats.org/officeDocument/2006/relationships/image" Target="/ppt/media/image53.png" Id="R5286a6aabf284c93" /><Relationship Type="http://schemas.openxmlformats.org/officeDocument/2006/relationships/image" Target="/ppt/media/image54.png" Id="R0ff2405b83014560" /><Relationship Type="http://schemas.openxmlformats.org/officeDocument/2006/relationships/image" Target="/ppt/media/image55.png" Id="Rbe515dfe040943fc" /><Relationship Type="http://schemas.openxmlformats.org/officeDocument/2006/relationships/image" Target="/ppt/media/image56.png" Id="R7f3d78a2dc8e436e" /><Relationship Type="http://schemas.openxmlformats.org/officeDocument/2006/relationships/image" Target="/ppt/media/image57.png" Id="R593873501729455e" /><Relationship Type="http://schemas.openxmlformats.org/officeDocument/2006/relationships/image" Target="/ppt/media/image58.png" Id="R57ecd989c84c4242" /><Relationship Type="http://schemas.openxmlformats.org/officeDocument/2006/relationships/image" Target="/ppt/media/image59.png" Id="Ra1f99651a3ae4f66" /><Relationship Type="http://schemas.openxmlformats.org/officeDocument/2006/relationships/image" Target="/ppt/media/image60.png" Id="R7c8a6fa606e44c02" /><Relationship Type="http://schemas.openxmlformats.org/officeDocument/2006/relationships/image" Target="/ppt/media/image61.png" Id="R672ea7c6cdb2463a" /><Relationship Type="http://schemas.openxmlformats.org/officeDocument/2006/relationships/notesSlide" Target="/ppt/notesSlides/notesSlide2.xml" Id="R1584ce224c2944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Traditional generation group">
            <a:extLst xmlns:a="http://schemas.openxmlformats.org/drawingml/2006/main">
              <a:ext uri="{FF2B5EF4-FFF2-40B4-BE49-F238E27FC236}">
                <a16:creationId xmlns:a16="http://schemas.microsoft.com/office/drawing/2014/main" id="{BA0A9EA5-30C1-48CE-AEB9-B774CDA3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49679"/>
            <a:ext cx="7315200" cy="7305675"/>
          </a:xfrm>
          <a:custGeom xmlns:a="http://schemas.openxmlformats.org/drawingml/2006/main">
            <a:pathLst>
              <a:path w="7315200" h="7305675">
                <a:moveTo>
                  <a:pt x="409575" y="0"/>
                </a:moveTo>
                <a:lnTo>
                  <a:pt x="6905625" y="0"/>
                </a:lnTo>
                <a:cubicBezTo>
                  <a:pt x="7131827" y="0"/>
                  <a:pt x="7315200" y="183373"/>
                  <a:pt x="7315200" y="409575"/>
                </a:cubicBezTo>
                <a:lnTo>
                  <a:pt x="7315200" y="6896100"/>
                </a:lnTo>
                <a:cubicBezTo>
                  <a:pt x="7315200" y="7122302"/>
                  <a:pt x="7131827" y="7305675"/>
                  <a:pt x="6905625" y="7305675"/>
                </a:cubicBezTo>
                <a:lnTo>
                  <a:pt x="409575" y="7305675"/>
                </a:lnTo>
                <a:cubicBezTo>
                  <a:pt x="183373" y="7305675"/>
                  <a:pt x="0" y="7122302"/>
                  <a:pt x="0" y="6896100"/>
                </a:cubicBezTo>
                <a:lnTo>
                  <a:pt x="0" y="409575"/>
                </a:lnTo>
                <a:cubicBezTo>
                  <a:pt x="0" y="183373"/>
                  <a:pt x="183373" y="0"/>
                  <a:pt x="409575" y="0"/>
                </a:cubicBezTo>
                <a:close/>
              </a:path>
            </a:pathLst>
          </a:custGeom>
          <a:solidFill xmlns:a="http://schemas.openxmlformats.org/drawingml/2006/main">
            <a:srgbClr val="FFF9F8"/>
          </a:solidFill>
          <a:ln xmlns:a="http://schemas.openxmlformats.org/drawingml/2006/main" w="38100">
            <a:solidFill>
              <a:srgbClr val="BF0000"/>
            </a:solidFill>
            <a:prstDash val="solid"/>
          </a:ln>
        </p:spPr>
      </p:sp>
      <p:sp>
        <p:nvSpPr>
          <p:cNvPr id="2" name="Code-driven generation group">
            <a:extLst xmlns:a="http://schemas.openxmlformats.org/drawingml/2006/main">
              <a:ext uri="{FF2B5EF4-FFF2-40B4-BE49-F238E27FC236}">
                <a16:creationId xmlns:a16="http://schemas.microsoft.com/office/drawing/2014/main" id="{FAC2A41E-A0B2-4FE9-8D91-E9C999A4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49679"/>
            <a:ext cx="11258550" cy="7305675"/>
          </a:xfrm>
          <a:custGeom xmlns:a="http://schemas.openxmlformats.org/drawingml/2006/main">
            <a:pathLst>
              <a:path w="11258550" h="7305675">
                <a:moveTo>
                  <a:pt x="409575" y="0"/>
                </a:moveTo>
                <a:lnTo>
                  <a:pt x="10848975" y="0"/>
                </a:lnTo>
                <a:cubicBezTo>
                  <a:pt x="11075177" y="0"/>
                  <a:pt x="11258550" y="183373"/>
                  <a:pt x="11258550" y="409575"/>
                </a:cubicBezTo>
                <a:lnTo>
                  <a:pt x="11258550" y="6896100"/>
                </a:lnTo>
                <a:cubicBezTo>
                  <a:pt x="11258550" y="7122302"/>
                  <a:pt x="11075177" y="7305675"/>
                  <a:pt x="10848975" y="7305675"/>
                </a:cubicBezTo>
                <a:lnTo>
                  <a:pt x="409575" y="7305675"/>
                </a:lnTo>
                <a:cubicBezTo>
                  <a:pt x="183373" y="7305675"/>
                  <a:pt x="0" y="7122302"/>
                  <a:pt x="0" y="6896100"/>
                </a:cubicBezTo>
                <a:lnTo>
                  <a:pt x="0" y="409575"/>
                </a:lnTo>
                <a:cubicBezTo>
                  <a:pt x="0" y="183373"/>
                  <a:pt x="183373" y="0"/>
                  <a:pt x="409575" y="0"/>
                </a:cubicBezTo>
                <a:close/>
              </a:path>
            </a:pathLst>
          </a:custGeom>
          <a:solidFill xmlns:a="http://schemas.openxmlformats.org/drawingml/2006/main">
            <a:srgbClr val="F1FAFF"/>
          </a:solidFill>
          <a:ln xmlns:a="http://schemas.openxmlformats.org/drawingml/2006/main" w="38100">
            <a:solidFill>
              <a:srgbClr val="1E5FA7"/>
            </a:solidFill>
            <a:prstDash val="solid"/>
          </a:ln>
        </p:spPr>
      </p:sp>
      <p:sp>
        <p:nvSpPr>
          <p:cNvPr id="3" name="Grid group 0 vertical 69">
            <a:extLst xmlns:a="http://schemas.openxmlformats.org/drawingml/2006/main">
              <a:ext uri="{FF2B5EF4-FFF2-40B4-BE49-F238E27FC236}">
                <a16:creationId xmlns:a16="http://schemas.microsoft.com/office/drawing/2014/main" id="{FD7E8712-19B4-4F48-9383-5C38742F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97304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4" name="Grid group 0 vertical 128">
            <a:extLst xmlns:a="http://schemas.openxmlformats.org/drawingml/2006/main">
              <a:ext uri="{FF2B5EF4-FFF2-40B4-BE49-F238E27FC236}">
                <a16:creationId xmlns:a16="http://schemas.microsoft.com/office/drawing/2014/main" id="{755EE93F-C5B6-48F1-8428-94E45063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7304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5" name="Grid group 0 vertical 187">
            <a:extLst xmlns:a="http://schemas.openxmlformats.org/drawingml/2006/main">
              <a:ext uri="{FF2B5EF4-FFF2-40B4-BE49-F238E27FC236}">
                <a16:creationId xmlns:a16="http://schemas.microsoft.com/office/drawing/2014/main" id="{CD78EDBF-6098-4858-988E-B42E4D21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697304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6" name="Grid group 0 vertical 246">
            <a:extLst xmlns:a="http://schemas.openxmlformats.org/drawingml/2006/main">
              <a:ext uri="{FF2B5EF4-FFF2-40B4-BE49-F238E27FC236}">
                <a16:creationId xmlns:a16="http://schemas.microsoft.com/office/drawing/2014/main" id="{23198FCC-48F9-4A00-B0AE-39420C2A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97304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7" name="Grid group 0 vertical 305">
            <a:extLst xmlns:a="http://schemas.openxmlformats.org/drawingml/2006/main">
              <a:ext uri="{FF2B5EF4-FFF2-40B4-BE49-F238E27FC236}">
                <a16:creationId xmlns:a16="http://schemas.microsoft.com/office/drawing/2014/main" id="{250E10DD-F226-48AD-B8DC-69B16FE8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97304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8" name="Grid group 0 vertical 364">
            <a:extLst xmlns:a="http://schemas.openxmlformats.org/drawingml/2006/main">
              <a:ext uri="{FF2B5EF4-FFF2-40B4-BE49-F238E27FC236}">
                <a16:creationId xmlns:a16="http://schemas.microsoft.com/office/drawing/2014/main" id="{92FA4F4C-3239-4C4C-9E69-5061E24B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97304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9" name="Grid group 0 vertical 423">
            <a:extLst xmlns:a="http://schemas.openxmlformats.org/drawingml/2006/main">
              <a:ext uri="{FF2B5EF4-FFF2-40B4-BE49-F238E27FC236}">
                <a16:creationId xmlns:a16="http://schemas.microsoft.com/office/drawing/2014/main" id="{50971E89-D990-4C6A-B505-14FF986D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697304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0" name="Grid group 0 vertical 482">
            <a:extLst xmlns:a="http://schemas.openxmlformats.org/drawingml/2006/main">
              <a:ext uri="{FF2B5EF4-FFF2-40B4-BE49-F238E27FC236}">
                <a16:creationId xmlns:a16="http://schemas.microsoft.com/office/drawing/2014/main" id="{631A6057-DDC2-4A1A-A4B2-46DBD9BF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97304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1" name="Grid group 0 vertical 541">
            <a:extLst xmlns:a="http://schemas.openxmlformats.org/drawingml/2006/main">
              <a:ext uri="{FF2B5EF4-FFF2-40B4-BE49-F238E27FC236}">
                <a16:creationId xmlns:a16="http://schemas.microsoft.com/office/drawing/2014/main" id="{64E1C46A-0924-450A-A4A6-7B9D3F33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697304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2" name="Grid group 0 vertical 600">
            <a:extLst xmlns:a="http://schemas.openxmlformats.org/drawingml/2006/main">
              <a:ext uri="{FF2B5EF4-FFF2-40B4-BE49-F238E27FC236}">
                <a16:creationId xmlns:a16="http://schemas.microsoft.com/office/drawing/2014/main" id="{2648FE8E-7E93-4F07-804B-7C1C7C79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7304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3" name="Grid group 0 vertical 659">
            <a:extLst xmlns:a="http://schemas.openxmlformats.org/drawingml/2006/main">
              <a:ext uri="{FF2B5EF4-FFF2-40B4-BE49-F238E27FC236}">
                <a16:creationId xmlns:a16="http://schemas.microsoft.com/office/drawing/2014/main" id="{DF65043A-C709-4496-BCE1-B024AC3D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97304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4" name="Grid group 0 vertical 718">
            <a:extLst xmlns:a="http://schemas.openxmlformats.org/drawingml/2006/main">
              <a:ext uri="{FF2B5EF4-FFF2-40B4-BE49-F238E27FC236}">
                <a16:creationId xmlns:a16="http://schemas.microsoft.com/office/drawing/2014/main" id="{010502FF-BD9E-4137-A800-8B2182C3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7304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5" name="Grid group 0 vertical 777">
            <a:extLst xmlns:a="http://schemas.openxmlformats.org/drawingml/2006/main">
              <a:ext uri="{FF2B5EF4-FFF2-40B4-BE49-F238E27FC236}">
                <a16:creationId xmlns:a16="http://schemas.microsoft.com/office/drawing/2014/main" id="{4D85E4F3-2834-4AE4-8EB0-C1D06A72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697304"/>
            <a:ext cx="191" cy="7162800"/>
          </a:xfrm>
          <a:custGeom xmlns:a="http://schemas.openxmlformats.org/drawingml/2006/main">
            <a:pathLst>
              <a:path w="191" h="7162800">
                <a:moveTo>
                  <a:pt x="0" y="0"/>
                </a:moveTo>
                <a:lnTo>
                  <a:pt x="0" y="7162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6" name="Grid group 0 horizontal 255">
            <a:extLst xmlns:a="http://schemas.openxmlformats.org/drawingml/2006/main">
              <a:ext uri="{FF2B5EF4-FFF2-40B4-BE49-F238E27FC236}">
                <a16:creationId xmlns:a16="http://schemas.microsoft.com/office/drawing/2014/main" id="{1C6D16F1-6E03-4270-B7DD-C2A373F0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0704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7" name="Grid group 0 horizontal 314">
            <a:extLst xmlns:a="http://schemas.openxmlformats.org/drawingml/2006/main">
              <a:ext uri="{FF2B5EF4-FFF2-40B4-BE49-F238E27FC236}">
                <a16:creationId xmlns:a16="http://schemas.microsoft.com/office/drawing/2014/main" id="{94A2F89F-EB9A-43BC-AD1F-13AEEC2A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92679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8" name="Grid group 0 horizontal 373">
            <a:extLst xmlns:a="http://schemas.openxmlformats.org/drawingml/2006/main">
              <a:ext uri="{FF2B5EF4-FFF2-40B4-BE49-F238E27FC236}">
                <a16:creationId xmlns:a16="http://schemas.microsoft.com/office/drawing/2014/main" id="{D5E0ED5C-6CB7-44E7-95F0-88E46F78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4654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19" name="Grid group 0 horizontal 432">
            <a:extLst xmlns:a="http://schemas.openxmlformats.org/drawingml/2006/main">
              <a:ext uri="{FF2B5EF4-FFF2-40B4-BE49-F238E27FC236}">
                <a16:creationId xmlns:a16="http://schemas.microsoft.com/office/drawing/2014/main" id="{5C346AA5-969F-4617-95BD-70316572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16629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0" name="Grid group 0 horizontal 491">
            <a:extLst xmlns:a="http://schemas.openxmlformats.org/drawingml/2006/main">
              <a:ext uri="{FF2B5EF4-FFF2-40B4-BE49-F238E27FC236}">
                <a16:creationId xmlns:a16="http://schemas.microsoft.com/office/drawing/2014/main" id="{4F1E6F85-CA5F-4149-BE60-9F6B57FA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8604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1" name="Grid group 0 horizontal 550">
            <a:extLst xmlns:a="http://schemas.openxmlformats.org/drawingml/2006/main">
              <a:ext uri="{FF2B5EF4-FFF2-40B4-BE49-F238E27FC236}">
                <a16:creationId xmlns:a16="http://schemas.microsoft.com/office/drawing/2014/main" id="{A37F9FE6-239F-4CA5-9199-3D6E2D6B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40579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2" name="Grid group 0 horizontal 609">
            <a:extLst xmlns:a="http://schemas.openxmlformats.org/drawingml/2006/main">
              <a:ext uri="{FF2B5EF4-FFF2-40B4-BE49-F238E27FC236}">
                <a16:creationId xmlns:a16="http://schemas.microsoft.com/office/drawing/2014/main" id="{04220737-1127-4047-932A-C5CB7BEB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02554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3" name="Grid group 0 horizontal 668">
            <a:extLst xmlns:a="http://schemas.openxmlformats.org/drawingml/2006/main">
              <a:ext uri="{FF2B5EF4-FFF2-40B4-BE49-F238E27FC236}">
                <a16:creationId xmlns:a16="http://schemas.microsoft.com/office/drawing/2014/main" id="{2EB1A102-CE74-4FF1-9325-FB40E582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64529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4" name="Grid group 0 horizontal 727">
            <a:extLst xmlns:a="http://schemas.openxmlformats.org/drawingml/2006/main">
              <a:ext uri="{FF2B5EF4-FFF2-40B4-BE49-F238E27FC236}">
                <a16:creationId xmlns:a16="http://schemas.microsoft.com/office/drawing/2014/main" id="{402D7702-AB26-44C7-AEE8-2CB4273D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726504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5" name="Grid group 0 horizontal 786">
            <a:extLst xmlns:a="http://schemas.openxmlformats.org/drawingml/2006/main">
              <a:ext uri="{FF2B5EF4-FFF2-40B4-BE49-F238E27FC236}">
                <a16:creationId xmlns:a16="http://schemas.microsoft.com/office/drawing/2014/main" id="{29159386-C5EA-4346-A924-3F7E4C15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288479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6" name="Grid group 0 horizontal 845">
            <a:extLst xmlns:a="http://schemas.openxmlformats.org/drawingml/2006/main">
              <a:ext uri="{FF2B5EF4-FFF2-40B4-BE49-F238E27FC236}">
                <a16:creationId xmlns:a16="http://schemas.microsoft.com/office/drawing/2014/main" id="{AF31715B-DEB3-4D33-A6D5-FBBDA2AC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850454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7" name="Grid group 0 horizontal 904">
            <a:extLst xmlns:a="http://schemas.openxmlformats.org/drawingml/2006/main">
              <a:ext uri="{FF2B5EF4-FFF2-40B4-BE49-F238E27FC236}">
                <a16:creationId xmlns:a16="http://schemas.microsoft.com/office/drawing/2014/main" id="{1ECC67CA-28E5-45B4-A23B-1458952A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412429"/>
            <a:ext cx="6858000" cy="191"/>
          </a:xfrm>
          <a:custGeom xmlns:a="http://schemas.openxmlformats.org/drawingml/2006/main">
            <a:pathLst>
              <a:path w="6858000" h="191">
                <a:moveTo>
                  <a:pt x="0" y="0"/>
                </a:moveTo>
                <a:lnTo>
                  <a:pt x="685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E2E2"/>
            </a:solidFill>
            <a:prstDash val="solid"/>
          </a:ln>
        </p:spPr>
      </p:sp>
      <p:sp>
        <p:nvSpPr>
          <p:cNvPr id="28" name="Grid group 1 vertical 837">
            <a:extLst xmlns:a="http://schemas.openxmlformats.org/drawingml/2006/main">
              <a:ext uri="{FF2B5EF4-FFF2-40B4-BE49-F238E27FC236}">
                <a16:creationId xmlns:a16="http://schemas.microsoft.com/office/drawing/2014/main" id="{89D3FE8F-7435-452D-8B3D-EE7CAA92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29" name="Grid group 1 vertical 896">
            <a:extLst xmlns:a="http://schemas.openxmlformats.org/drawingml/2006/main">
              <a:ext uri="{FF2B5EF4-FFF2-40B4-BE49-F238E27FC236}">
                <a16:creationId xmlns:a16="http://schemas.microsoft.com/office/drawing/2014/main" id="{53CE8C5A-8F23-4615-ACE9-FA83276E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0" name="Grid group 1 vertical 955">
            <a:extLst xmlns:a="http://schemas.openxmlformats.org/drawingml/2006/main">
              <a:ext uri="{FF2B5EF4-FFF2-40B4-BE49-F238E27FC236}">
                <a16:creationId xmlns:a16="http://schemas.microsoft.com/office/drawing/2014/main" id="{F70B2661-7102-46D7-B2AF-2D50429C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1" name="Grid group 1 vertical 1014">
            <a:extLst xmlns:a="http://schemas.openxmlformats.org/drawingml/2006/main">
              <a:ext uri="{FF2B5EF4-FFF2-40B4-BE49-F238E27FC236}">
                <a16:creationId xmlns:a16="http://schemas.microsoft.com/office/drawing/2014/main" id="{F040641C-A789-47F0-AD59-06E9DF2D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2" name="Grid group 1 vertical 1073">
            <a:extLst xmlns:a="http://schemas.openxmlformats.org/drawingml/2006/main">
              <a:ext uri="{FF2B5EF4-FFF2-40B4-BE49-F238E27FC236}">
                <a16:creationId xmlns:a16="http://schemas.microsoft.com/office/drawing/2014/main" id="{B861B6D6-F51B-4243-B502-A95A8E07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3" name="Grid group 1 vertical 1132">
            <a:extLst xmlns:a="http://schemas.openxmlformats.org/drawingml/2006/main">
              <a:ext uri="{FF2B5EF4-FFF2-40B4-BE49-F238E27FC236}">
                <a16:creationId xmlns:a16="http://schemas.microsoft.com/office/drawing/2014/main" id="{5D6060F6-BDCC-4F2B-B947-52B356CA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4" name="Grid group 1 vertical 1191">
            <a:extLst xmlns:a="http://schemas.openxmlformats.org/drawingml/2006/main">
              <a:ext uri="{FF2B5EF4-FFF2-40B4-BE49-F238E27FC236}">
                <a16:creationId xmlns:a16="http://schemas.microsoft.com/office/drawing/2014/main" id="{407F54FA-F7DA-4B66-89C7-C55506BC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5" name="Grid group 1 vertical 1250">
            <a:extLst xmlns:a="http://schemas.openxmlformats.org/drawingml/2006/main">
              <a:ext uri="{FF2B5EF4-FFF2-40B4-BE49-F238E27FC236}">
                <a16:creationId xmlns:a16="http://schemas.microsoft.com/office/drawing/2014/main" id="{E05FE635-9551-40A6-A438-6B340DEC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6" name="Grid group 1 vertical 1309">
            <a:extLst xmlns:a="http://schemas.openxmlformats.org/drawingml/2006/main">
              <a:ext uri="{FF2B5EF4-FFF2-40B4-BE49-F238E27FC236}">
                <a16:creationId xmlns:a16="http://schemas.microsoft.com/office/drawing/2014/main" id="{295FA949-811E-44AC-9DEB-9C3D199D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7" name="Grid group 1 vertical 1368">
            <a:extLst xmlns:a="http://schemas.openxmlformats.org/drawingml/2006/main">
              <a:ext uri="{FF2B5EF4-FFF2-40B4-BE49-F238E27FC236}">
                <a16:creationId xmlns:a16="http://schemas.microsoft.com/office/drawing/2014/main" id="{57FBBC2E-5863-4B49-8E9F-6F271695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8" name="Grid group 1 vertical 1427">
            <a:extLst xmlns:a="http://schemas.openxmlformats.org/drawingml/2006/main">
              <a:ext uri="{FF2B5EF4-FFF2-40B4-BE49-F238E27FC236}">
                <a16:creationId xmlns:a16="http://schemas.microsoft.com/office/drawing/2014/main" id="{ED8A8AC8-7FFF-4EDA-A66D-FD436DE0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39" name="Grid group 1 vertical 1486">
            <a:extLst xmlns:a="http://schemas.openxmlformats.org/drawingml/2006/main">
              <a:ext uri="{FF2B5EF4-FFF2-40B4-BE49-F238E27FC236}">
                <a16:creationId xmlns:a16="http://schemas.microsoft.com/office/drawing/2014/main" id="{C015B9B2-127B-4DDC-94FF-DF4E0085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0" name="Grid group 1 vertical 1545">
            <a:extLst xmlns:a="http://schemas.openxmlformats.org/drawingml/2006/main">
              <a:ext uri="{FF2B5EF4-FFF2-40B4-BE49-F238E27FC236}">
                <a16:creationId xmlns:a16="http://schemas.microsoft.com/office/drawing/2014/main" id="{F48A64FD-0F3E-4349-BD7F-97F87ADE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1" name="Grid group 1 vertical 1604">
            <a:extLst xmlns:a="http://schemas.openxmlformats.org/drawingml/2006/main">
              <a:ext uri="{FF2B5EF4-FFF2-40B4-BE49-F238E27FC236}">
                <a16:creationId xmlns:a16="http://schemas.microsoft.com/office/drawing/2014/main" id="{091DD19D-1D75-4778-AA88-C97285DC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2" name="Grid group 1 vertical 1663">
            <a:extLst xmlns:a="http://schemas.openxmlformats.org/drawingml/2006/main">
              <a:ext uri="{FF2B5EF4-FFF2-40B4-BE49-F238E27FC236}">
                <a16:creationId xmlns:a16="http://schemas.microsoft.com/office/drawing/2014/main" id="{A48C0D8C-8A7F-48E7-9F11-2D4EA518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75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3" name="Grid group 1 vertical 1722">
            <a:extLst xmlns:a="http://schemas.openxmlformats.org/drawingml/2006/main">
              <a:ext uri="{FF2B5EF4-FFF2-40B4-BE49-F238E27FC236}">
                <a16:creationId xmlns:a16="http://schemas.microsoft.com/office/drawing/2014/main" id="{04F5D57A-9576-4A84-B725-2A9A7F77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4" name="Grid group 1 vertical 1781">
            <a:extLst xmlns:a="http://schemas.openxmlformats.org/drawingml/2006/main">
              <a:ext uri="{FF2B5EF4-FFF2-40B4-BE49-F238E27FC236}">
                <a16:creationId xmlns:a16="http://schemas.microsoft.com/office/drawing/2014/main" id="{FC1B728F-7DB1-40C5-90F5-B7921747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4025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5" name="Grid group 1 vertical 1840">
            <a:extLst xmlns:a="http://schemas.openxmlformats.org/drawingml/2006/main">
              <a:ext uri="{FF2B5EF4-FFF2-40B4-BE49-F238E27FC236}">
                <a16:creationId xmlns:a16="http://schemas.microsoft.com/office/drawing/2014/main" id="{1E76F805-131F-485A-BD21-CFE985C8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6" name="Grid group 1 vertical 1899">
            <a:extLst xmlns:a="http://schemas.openxmlformats.org/drawingml/2006/main">
              <a:ext uri="{FF2B5EF4-FFF2-40B4-BE49-F238E27FC236}">
                <a16:creationId xmlns:a16="http://schemas.microsoft.com/office/drawing/2014/main" id="{A0E2EFFE-10B5-4EDB-B26C-1621255F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975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7" name="Grid group 1 vertical 1958">
            <a:extLst xmlns:a="http://schemas.openxmlformats.org/drawingml/2006/main">
              <a:ext uri="{FF2B5EF4-FFF2-40B4-BE49-F238E27FC236}">
                <a16:creationId xmlns:a16="http://schemas.microsoft.com/office/drawing/2014/main" id="{D38EC2FD-6242-4828-9532-8FD2F715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950" y="3687779"/>
            <a:ext cx="191" cy="7181850"/>
          </a:xfrm>
          <a:custGeom xmlns:a="http://schemas.openxmlformats.org/drawingml/2006/main">
            <a:pathLst>
              <a:path w="191" h="7181850">
                <a:moveTo>
                  <a:pt x="0" y="0"/>
                </a:moveTo>
                <a:lnTo>
                  <a:pt x="0" y="7181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8" name="Grid group 1 horizontal 254">
            <a:extLst xmlns:a="http://schemas.openxmlformats.org/drawingml/2006/main">
              <a:ext uri="{FF2B5EF4-FFF2-40B4-BE49-F238E27FC236}">
                <a16:creationId xmlns:a16="http://schemas.microsoft.com/office/drawing/2014/main" id="{4F6DF151-912E-41D8-B522-88AA985E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21179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49" name="Grid group 1 horizontal 313">
            <a:extLst xmlns:a="http://schemas.openxmlformats.org/drawingml/2006/main">
              <a:ext uri="{FF2B5EF4-FFF2-40B4-BE49-F238E27FC236}">
                <a16:creationId xmlns:a16="http://schemas.microsoft.com/office/drawing/2014/main" id="{47BCC009-E6CA-4BCF-B2FA-7F08EACD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83154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0" name="Grid group 1 horizontal 372">
            <a:extLst xmlns:a="http://schemas.openxmlformats.org/drawingml/2006/main">
              <a:ext uri="{FF2B5EF4-FFF2-40B4-BE49-F238E27FC236}">
                <a16:creationId xmlns:a16="http://schemas.microsoft.com/office/drawing/2014/main" id="{D3091BBE-F0C6-40C3-8396-3F147FB5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345129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1" name="Grid group 1 horizontal 431">
            <a:extLst xmlns:a="http://schemas.openxmlformats.org/drawingml/2006/main">
              <a:ext uri="{FF2B5EF4-FFF2-40B4-BE49-F238E27FC236}">
                <a16:creationId xmlns:a16="http://schemas.microsoft.com/office/drawing/2014/main" id="{C928C426-AEC9-4AFA-B0FD-B9D85788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907104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2" name="Grid group 1 horizontal 490">
            <a:extLst xmlns:a="http://schemas.openxmlformats.org/drawingml/2006/main">
              <a:ext uri="{FF2B5EF4-FFF2-40B4-BE49-F238E27FC236}">
                <a16:creationId xmlns:a16="http://schemas.microsoft.com/office/drawing/2014/main" id="{4AE28DFC-F6BE-4D4A-A4A2-5DADAD61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6469079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3" name="Grid group 1 horizontal 549">
            <a:extLst xmlns:a="http://schemas.openxmlformats.org/drawingml/2006/main">
              <a:ext uri="{FF2B5EF4-FFF2-40B4-BE49-F238E27FC236}">
                <a16:creationId xmlns:a16="http://schemas.microsoft.com/office/drawing/2014/main" id="{EC7ECC72-CFF8-4722-8D19-4E9FDC23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7031054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4" name="Grid group 1 horizontal 608">
            <a:extLst xmlns:a="http://schemas.openxmlformats.org/drawingml/2006/main">
              <a:ext uri="{FF2B5EF4-FFF2-40B4-BE49-F238E27FC236}">
                <a16:creationId xmlns:a16="http://schemas.microsoft.com/office/drawing/2014/main" id="{4E4CCB89-823D-45BC-9AA4-E66F119E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7593029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5" name="Grid group 1 horizontal 667">
            <a:extLst xmlns:a="http://schemas.openxmlformats.org/drawingml/2006/main">
              <a:ext uri="{FF2B5EF4-FFF2-40B4-BE49-F238E27FC236}">
                <a16:creationId xmlns:a16="http://schemas.microsoft.com/office/drawing/2014/main" id="{A6CD6DC0-DDA5-4468-AF4B-90D315A8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8155004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6" name="Grid group 1 horizontal 726">
            <a:extLst xmlns:a="http://schemas.openxmlformats.org/drawingml/2006/main">
              <a:ext uri="{FF2B5EF4-FFF2-40B4-BE49-F238E27FC236}">
                <a16:creationId xmlns:a16="http://schemas.microsoft.com/office/drawing/2014/main" id="{990B4416-8FC2-4807-8E17-E0B7E5F0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8716979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7" name="Grid group 1 horizontal 785">
            <a:extLst xmlns:a="http://schemas.openxmlformats.org/drawingml/2006/main">
              <a:ext uri="{FF2B5EF4-FFF2-40B4-BE49-F238E27FC236}">
                <a16:creationId xmlns:a16="http://schemas.microsoft.com/office/drawing/2014/main" id="{53E77554-95CD-4274-94A4-71FE6F4B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9278954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8" name="Grid group 1 horizontal 844">
            <a:extLst xmlns:a="http://schemas.openxmlformats.org/drawingml/2006/main">
              <a:ext uri="{FF2B5EF4-FFF2-40B4-BE49-F238E27FC236}">
                <a16:creationId xmlns:a16="http://schemas.microsoft.com/office/drawing/2014/main" id="{F0B9386B-0446-4325-B088-0479FFFC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9840929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59" name="Grid group 1 horizontal 903">
            <a:extLst xmlns:a="http://schemas.openxmlformats.org/drawingml/2006/main">
              <a:ext uri="{FF2B5EF4-FFF2-40B4-BE49-F238E27FC236}">
                <a16:creationId xmlns:a16="http://schemas.microsoft.com/office/drawing/2014/main" id="{C69B8964-9637-4D10-B24C-6BC3C42F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0402904"/>
            <a:ext cx="11001375" cy="191"/>
          </a:xfrm>
          <a:custGeom xmlns:a="http://schemas.openxmlformats.org/drawingml/2006/main">
            <a:pathLst>
              <a:path w="11001375" h="191">
                <a:moveTo>
                  <a:pt x="0" y="0"/>
                </a:moveTo>
                <a:lnTo>
                  <a:pt x="11001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EEF8"/>
            </a:solidFill>
            <a:prstDash val="solid"/>
          </a:ln>
        </p:spPr>
      </p:sp>
      <p:sp>
        <p:nvSpPr>
          <p:cNvPr id="60" name="Traditional lower halftone native pattern">
            <a:extLst xmlns:a="http://schemas.openxmlformats.org/drawingml/2006/main">
              <a:ext uri="{FF2B5EF4-FFF2-40B4-BE49-F238E27FC236}">
                <a16:creationId xmlns:a16="http://schemas.microsoft.com/office/drawing/2014/main" id="{062E2ECB-10DD-47A5-BB76-4BDE786E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3" y="5597542"/>
            <a:ext cx="6886575" cy="4752975"/>
          </a:xfrm>
          <a:custGeom xmlns:a="http://schemas.openxmlformats.org/drawingml/2006/main">
            <a:pathLst>
              <a:path w="6886575" h="4752975">
                <a:moveTo>
                  <a:pt x="28575" y="14288"/>
                </a:moveTo>
                <a:cubicBezTo>
                  <a:pt x="28575" y="22178"/>
                  <a:pt x="22178" y="28575"/>
                  <a:pt x="14288" y="28575"/>
                </a:cubicBezTo>
                <a:cubicBezTo>
                  <a:pt x="6397" y="28575"/>
                  <a:pt x="0" y="22178"/>
                  <a:pt x="0" y="14288"/>
                </a:cubicBezTo>
                <a:cubicBezTo>
                  <a:pt x="0" y="6397"/>
                  <a:pt x="6397" y="0"/>
                  <a:pt x="14288" y="0"/>
                </a:cubicBezTo>
                <a:cubicBezTo>
                  <a:pt x="22178" y="0"/>
                  <a:pt x="28575" y="6397"/>
                  <a:pt x="28575" y="14288"/>
                </a:cubicBezTo>
                <a:close/>
                <a:moveTo>
                  <a:pt x="28575" y="166688"/>
                </a:moveTo>
                <a:cubicBezTo>
                  <a:pt x="28575" y="174578"/>
                  <a:pt x="22178" y="180975"/>
                  <a:pt x="14288" y="180975"/>
                </a:cubicBezTo>
                <a:cubicBezTo>
                  <a:pt x="6397" y="180975"/>
                  <a:pt x="0" y="174578"/>
                  <a:pt x="0" y="166688"/>
                </a:cubicBezTo>
                <a:cubicBezTo>
                  <a:pt x="0" y="158797"/>
                  <a:pt x="6397" y="152400"/>
                  <a:pt x="14288" y="152400"/>
                </a:cubicBezTo>
                <a:cubicBezTo>
                  <a:pt x="22178" y="152400"/>
                  <a:pt x="28575" y="158797"/>
                  <a:pt x="28575" y="166688"/>
                </a:cubicBezTo>
                <a:close/>
                <a:moveTo>
                  <a:pt x="28575" y="319088"/>
                </a:moveTo>
                <a:cubicBezTo>
                  <a:pt x="28575" y="326978"/>
                  <a:pt x="22178" y="333375"/>
                  <a:pt x="14288" y="333375"/>
                </a:cubicBezTo>
                <a:cubicBezTo>
                  <a:pt x="6397" y="333375"/>
                  <a:pt x="0" y="326978"/>
                  <a:pt x="0" y="319088"/>
                </a:cubicBezTo>
                <a:cubicBezTo>
                  <a:pt x="0" y="311197"/>
                  <a:pt x="6397" y="304800"/>
                  <a:pt x="14288" y="304800"/>
                </a:cubicBezTo>
                <a:cubicBezTo>
                  <a:pt x="22178" y="304800"/>
                  <a:pt x="28575" y="311197"/>
                  <a:pt x="28575" y="319088"/>
                </a:cubicBezTo>
                <a:close/>
                <a:moveTo>
                  <a:pt x="28575" y="471488"/>
                </a:moveTo>
                <a:cubicBezTo>
                  <a:pt x="28575" y="479378"/>
                  <a:pt x="22178" y="485775"/>
                  <a:pt x="14288" y="485775"/>
                </a:cubicBezTo>
                <a:cubicBezTo>
                  <a:pt x="6397" y="485775"/>
                  <a:pt x="0" y="479378"/>
                  <a:pt x="0" y="471488"/>
                </a:cubicBezTo>
                <a:cubicBezTo>
                  <a:pt x="0" y="463597"/>
                  <a:pt x="6397" y="457200"/>
                  <a:pt x="14288" y="457200"/>
                </a:cubicBezTo>
                <a:cubicBezTo>
                  <a:pt x="22178" y="457200"/>
                  <a:pt x="28575" y="463597"/>
                  <a:pt x="28575" y="471488"/>
                </a:cubicBezTo>
                <a:close/>
                <a:moveTo>
                  <a:pt x="28575" y="623888"/>
                </a:moveTo>
                <a:cubicBezTo>
                  <a:pt x="28575" y="631778"/>
                  <a:pt x="22178" y="638175"/>
                  <a:pt x="14288" y="638175"/>
                </a:cubicBezTo>
                <a:cubicBezTo>
                  <a:pt x="6397" y="638175"/>
                  <a:pt x="0" y="631778"/>
                  <a:pt x="0" y="623888"/>
                </a:cubicBezTo>
                <a:cubicBezTo>
                  <a:pt x="0" y="615997"/>
                  <a:pt x="6397" y="609600"/>
                  <a:pt x="14288" y="609600"/>
                </a:cubicBezTo>
                <a:cubicBezTo>
                  <a:pt x="22178" y="609600"/>
                  <a:pt x="28575" y="615997"/>
                  <a:pt x="28575" y="623888"/>
                </a:cubicBezTo>
                <a:close/>
                <a:moveTo>
                  <a:pt x="28575" y="776288"/>
                </a:moveTo>
                <a:cubicBezTo>
                  <a:pt x="28575" y="784178"/>
                  <a:pt x="22178" y="790575"/>
                  <a:pt x="14288" y="790575"/>
                </a:cubicBezTo>
                <a:cubicBezTo>
                  <a:pt x="6397" y="790575"/>
                  <a:pt x="0" y="784178"/>
                  <a:pt x="0" y="776288"/>
                </a:cubicBezTo>
                <a:cubicBezTo>
                  <a:pt x="0" y="768397"/>
                  <a:pt x="6397" y="762000"/>
                  <a:pt x="14288" y="762000"/>
                </a:cubicBezTo>
                <a:cubicBezTo>
                  <a:pt x="22178" y="762000"/>
                  <a:pt x="28575" y="768397"/>
                  <a:pt x="28575" y="776288"/>
                </a:cubicBezTo>
                <a:close/>
                <a:moveTo>
                  <a:pt x="28575" y="928688"/>
                </a:moveTo>
                <a:cubicBezTo>
                  <a:pt x="28575" y="936578"/>
                  <a:pt x="22178" y="942975"/>
                  <a:pt x="14288" y="942975"/>
                </a:cubicBezTo>
                <a:cubicBezTo>
                  <a:pt x="6397" y="942975"/>
                  <a:pt x="0" y="936578"/>
                  <a:pt x="0" y="928688"/>
                </a:cubicBezTo>
                <a:cubicBezTo>
                  <a:pt x="0" y="920797"/>
                  <a:pt x="6397" y="914400"/>
                  <a:pt x="14288" y="914400"/>
                </a:cubicBezTo>
                <a:cubicBezTo>
                  <a:pt x="22178" y="914400"/>
                  <a:pt x="28575" y="920797"/>
                  <a:pt x="28575" y="928688"/>
                </a:cubicBezTo>
                <a:close/>
                <a:moveTo>
                  <a:pt x="28575" y="1081088"/>
                </a:moveTo>
                <a:cubicBezTo>
                  <a:pt x="28575" y="1088978"/>
                  <a:pt x="22178" y="1095375"/>
                  <a:pt x="14288" y="1095375"/>
                </a:cubicBezTo>
                <a:cubicBezTo>
                  <a:pt x="6397" y="1095375"/>
                  <a:pt x="0" y="1088978"/>
                  <a:pt x="0" y="1081088"/>
                </a:cubicBezTo>
                <a:cubicBezTo>
                  <a:pt x="0" y="1073197"/>
                  <a:pt x="6397" y="1066800"/>
                  <a:pt x="14288" y="1066800"/>
                </a:cubicBezTo>
                <a:cubicBezTo>
                  <a:pt x="22178" y="1066800"/>
                  <a:pt x="28575" y="1073197"/>
                  <a:pt x="28575" y="1081088"/>
                </a:cubicBezTo>
                <a:close/>
                <a:moveTo>
                  <a:pt x="28575" y="1233488"/>
                </a:moveTo>
                <a:cubicBezTo>
                  <a:pt x="28575" y="1241378"/>
                  <a:pt x="22178" y="1247775"/>
                  <a:pt x="14288" y="1247775"/>
                </a:cubicBezTo>
                <a:cubicBezTo>
                  <a:pt x="6397" y="1247775"/>
                  <a:pt x="0" y="1241378"/>
                  <a:pt x="0" y="1233488"/>
                </a:cubicBezTo>
                <a:cubicBezTo>
                  <a:pt x="0" y="1225597"/>
                  <a:pt x="6397" y="1219200"/>
                  <a:pt x="14288" y="1219200"/>
                </a:cubicBezTo>
                <a:cubicBezTo>
                  <a:pt x="22178" y="1219200"/>
                  <a:pt x="28575" y="1225597"/>
                  <a:pt x="28575" y="1233488"/>
                </a:cubicBezTo>
                <a:close/>
                <a:moveTo>
                  <a:pt x="28575" y="1385888"/>
                </a:moveTo>
                <a:cubicBezTo>
                  <a:pt x="28575" y="1393778"/>
                  <a:pt x="22178" y="1400175"/>
                  <a:pt x="14288" y="1400175"/>
                </a:cubicBezTo>
                <a:cubicBezTo>
                  <a:pt x="6397" y="1400175"/>
                  <a:pt x="0" y="1393778"/>
                  <a:pt x="0" y="1385888"/>
                </a:cubicBezTo>
                <a:cubicBezTo>
                  <a:pt x="0" y="1377997"/>
                  <a:pt x="6397" y="1371600"/>
                  <a:pt x="14288" y="1371600"/>
                </a:cubicBezTo>
                <a:cubicBezTo>
                  <a:pt x="22178" y="1371600"/>
                  <a:pt x="28575" y="1377997"/>
                  <a:pt x="28575" y="1385888"/>
                </a:cubicBezTo>
                <a:close/>
                <a:moveTo>
                  <a:pt x="28575" y="1538288"/>
                </a:moveTo>
                <a:cubicBezTo>
                  <a:pt x="28575" y="1546178"/>
                  <a:pt x="22178" y="1552575"/>
                  <a:pt x="14288" y="1552575"/>
                </a:cubicBezTo>
                <a:cubicBezTo>
                  <a:pt x="6397" y="1552575"/>
                  <a:pt x="0" y="1546178"/>
                  <a:pt x="0" y="1538288"/>
                </a:cubicBezTo>
                <a:cubicBezTo>
                  <a:pt x="0" y="1530397"/>
                  <a:pt x="6397" y="1524000"/>
                  <a:pt x="14288" y="1524000"/>
                </a:cubicBezTo>
                <a:cubicBezTo>
                  <a:pt x="22178" y="1524000"/>
                  <a:pt x="28575" y="1530397"/>
                  <a:pt x="28575" y="1538288"/>
                </a:cubicBezTo>
                <a:close/>
                <a:moveTo>
                  <a:pt x="28575" y="1690688"/>
                </a:moveTo>
                <a:cubicBezTo>
                  <a:pt x="28575" y="1698578"/>
                  <a:pt x="22178" y="1704975"/>
                  <a:pt x="14288" y="1704975"/>
                </a:cubicBezTo>
                <a:cubicBezTo>
                  <a:pt x="6397" y="1704975"/>
                  <a:pt x="0" y="1698578"/>
                  <a:pt x="0" y="1690688"/>
                </a:cubicBezTo>
                <a:cubicBezTo>
                  <a:pt x="0" y="1682797"/>
                  <a:pt x="6397" y="1676400"/>
                  <a:pt x="14288" y="1676400"/>
                </a:cubicBezTo>
                <a:cubicBezTo>
                  <a:pt x="22178" y="1676400"/>
                  <a:pt x="28575" y="1682797"/>
                  <a:pt x="28575" y="1690688"/>
                </a:cubicBezTo>
                <a:close/>
                <a:moveTo>
                  <a:pt x="28575" y="1843088"/>
                </a:moveTo>
                <a:cubicBezTo>
                  <a:pt x="28575" y="1850978"/>
                  <a:pt x="22178" y="1857375"/>
                  <a:pt x="14288" y="1857375"/>
                </a:cubicBezTo>
                <a:cubicBezTo>
                  <a:pt x="6397" y="1857375"/>
                  <a:pt x="0" y="1850978"/>
                  <a:pt x="0" y="1843088"/>
                </a:cubicBezTo>
                <a:cubicBezTo>
                  <a:pt x="0" y="1835197"/>
                  <a:pt x="6397" y="1828800"/>
                  <a:pt x="14288" y="1828800"/>
                </a:cubicBezTo>
                <a:cubicBezTo>
                  <a:pt x="22178" y="1828800"/>
                  <a:pt x="28575" y="1835197"/>
                  <a:pt x="28575" y="1843088"/>
                </a:cubicBezTo>
                <a:close/>
                <a:moveTo>
                  <a:pt x="28575" y="1995488"/>
                </a:moveTo>
                <a:cubicBezTo>
                  <a:pt x="28575" y="2003378"/>
                  <a:pt x="22178" y="2009775"/>
                  <a:pt x="14288" y="2009775"/>
                </a:cubicBezTo>
                <a:cubicBezTo>
                  <a:pt x="6397" y="2009775"/>
                  <a:pt x="0" y="2003378"/>
                  <a:pt x="0" y="1995488"/>
                </a:cubicBezTo>
                <a:cubicBezTo>
                  <a:pt x="0" y="1987597"/>
                  <a:pt x="6397" y="1981200"/>
                  <a:pt x="14288" y="1981200"/>
                </a:cubicBezTo>
                <a:cubicBezTo>
                  <a:pt x="22178" y="1981200"/>
                  <a:pt x="28575" y="1987597"/>
                  <a:pt x="28575" y="1995488"/>
                </a:cubicBezTo>
                <a:close/>
                <a:moveTo>
                  <a:pt x="28575" y="2147888"/>
                </a:moveTo>
                <a:cubicBezTo>
                  <a:pt x="28575" y="2155778"/>
                  <a:pt x="22178" y="2162175"/>
                  <a:pt x="14288" y="2162175"/>
                </a:cubicBezTo>
                <a:cubicBezTo>
                  <a:pt x="6397" y="2162175"/>
                  <a:pt x="0" y="2155778"/>
                  <a:pt x="0" y="2147888"/>
                </a:cubicBezTo>
                <a:cubicBezTo>
                  <a:pt x="0" y="2139997"/>
                  <a:pt x="6397" y="2133600"/>
                  <a:pt x="14288" y="2133600"/>
                </a:cubicBezTo>
                <a:cubicBezTo>
                  <a:pt x="22178" y="2133600"/>
                  <a:pt x="28575" y="2139997"/>
                  <a:pt x="28575" y="2147888"/>
                </a:cubicBezTo>
                <a:close/>
                <a:moveTo>
                  <a:pt x="28575" y="2300288"/>
                </a:moveTo>
                <a:cubicBezTo>
                  <a:pt x="28575" y="2308178"/>
                  <a:pt x="22178" y="2314575"/>
                  <a:pt x="14288" y="2314575"/>
                </a:cubicBezTo>
                <a:cubicBezTo>
                  <a:pt x="6397" y="2314575"/>
                  <a:pt x="0" y="2308178"/>
                  <a:pt x="0" y="2300288"/>
                </a:cubicBezTo>
                <a:cubicBezTo>
                  <a:pt x="0" y="2292397"/>
                  <a:pt x="6397" y="2286000"/>
                  <a:pt x="14288" y="2286000"/>
                </a:cubicBezTo>
                <a:cubicBezTo>
                  <a:pt x="22178" y="2286000"/>
                  <a:pt x="28575" y="2292397"/>
                  <a:pt x="28575" y="2300288"/>
                </a:cubicBezTo>
                <a:close/>
                <a:moveTo>
                  <a:pt x="28575" y="2452688"/>
                </a:moveTo>
                <a:cubicBezTo>
                  <a:pt x="28575" y="2460578"/>
                  <a:pt x="22178" y="2466975"/>
                  <a:pt x="14288" y="2466975"/>
                </a:cubicBezTo>
                <a:cubicBezTo>
                  <a:pt x="6397" y="2466975"/>
                  <a:pt x="0" y="2460578"/>
                  <a:pt x="0" y="2452688"/>
                </a:cubicBezTo>
                <a:cubicBezTo>
                  <a:pt x="0" y="2444797"/>
                  <a:pt x="6397" y="2438400"/>
                  <a:pt x="14288" y="2438400"/>
                </a:cubicBezTo>
                <a:cubicBezTo>
                  <a:pt x="22178" y="2438400"/>
                  <a:pt x="28575" y="2444797"/>
                  <a:pt x="28575" y="2452688"/>
                </a:cubicBezTo>
                <a:close/>
                <a:moveTo>
                  <a:pt x="28575" y="2605088"/>
                </a:moveTo>
                <a:cubicBezTo>
                  <a:pt x="28575" y="2612978"/>
                  <a:pt x="22178" y="2619375"/>
                  <a:pt x="14288" y="2619375"/>
                </a:cubicBezTo>
                <a:cubicBezTo>
                  <a:pt x="6397" y="2619375"/>
                  <a:pt x="0" y="2612978"/>
                  <a:pt x="0" y="2605088"/>
                </a:cubicBezTo>
                <a:cubicBezTo>
                  <a:pt x="0" y="2597197"/>
                  <a:pt x="6397" y="2590800"/>
                  <a:pt x="14288" y="2590800"/>
                </a:cubicBezTo>
                <a:cubicBezTo>
                  <a:pt x="22178" y="2590800"/>
                  <a:pt x="28575" y="2597197"/>
                  <a:pt x="28575" y="2605088"/>
                </a:cubicBezTo>
                <a:close/>
                <a:moveTo>
                  <a:pt x="28575" y="2757488"/>
                </a:moveTo>
                <a:cubicBezTo>
                  <a:pt x="28575" y="2765378"/>
                  <a:pt x="22178" y="2771775"/>
                  <a:pt x="14288" y="2771775"/>
                </a:cubicBezTo>
                <a:cubicBezTo>
                  <a:pt x="6397" y="2771775"/>
                  <a:pt x="0" y="2765378"/>
                  <a:pt x="0" y="2757488"/>
                </a:cubicBezTo>
                <a:cubicBezTo>
                  <a:pt x="0" y="2749597"/>
                  <a:pt x="6397" y="2743200"/>
                  <a:pt x="14288" y="2743200"/>
                </a:cubicBezTo>
                <a:cubicBezTo>
                  <a:pt x="22178" y="2743200"/>
                  <a:pt x="28575" y="2749597"/>
                  <a:pt x="28575" y="2757488"/>
                </a:cubicBezTo>
                <a:close/>
                <a:moveTo>
                  <a:pt x="28575" y="2909888"/>
                </a:moveTo>
                <a:cubicBezTo>
                  <a:pt x="28575" y="2917778"/>
                  <a:pt x="22178" y="2924175"/>
                  <a:pt x="14288" y="2924175"/>
                </a:cubicBezTo>
                <a:cubicBezTo>
                  <a:pt x="6397" y="2924175"/>
                  <a:pt x="0" y="2917778"/>
                  <a:pt x="0" y="2909888"/>
                </a:cubicBezTo>
                <a:cubicBezTo>
                  <a:pt x="0" y="2901997"/>
                  <a:pt x="6397" y="2895600"/>
                  <a:pt x="14288" y="2895600"/>
                </a:cubicBezTo>
                <a:cubicBezTo>
                  <a:pt x="22178" y="2895600"/>
                  <a:pt x="28575" y="2901997"/>
                  <a:pt x="28575" y="2909888"/>
                </a:cubicBezTo>
                <a:close/>
                <a:moveTo>
                  <a:pt x="28575" y="3062288"/>
                </a:moveTo>
                <a:cubicBezTo>
                  <a:pt x="28575" y="3070178"/>
                  <a:pt x="22178" y="3076575"/>
                  <a:pt x="14288" y="3076575"/>
                </a:cubicBezTo>
                <a:cubicBezTo>
                  <a:pt x="6397" y="3076575"/>
                  <a:pt x="0" y="3070178"/>
                  <a:pt x="0" y="3062288"/>
                </a:cubicBezTo>
                <a:cubicBezTo>
                  <a:pt x="0" y="3054397"/>
                  <a:pt x="6397" y="3048000"/>
                  <a:pt x="14288" y="3048000"/>
                </a:cubicBezTo>
                <a:cubicBezTo>
                  <a:pt x="22178" y="3048000"/>
                  <a:pt x="28575" y="3054397"/>
                  <a:pt x="28575" y="3062288"/>
                </a:cubicBezTo>
                <a:close/>
                <a:moveTo>
                  <a:pt x="28575" y="3214688"/>
                </a:moveTo>
                <a:cubicBezTo>
                  <a:pt x="28575" y="3222578"/>
                  <a:pt x="22178" y="3228975"/>
                  <a:pt x="14288" y="3228975"/>
                </a:cubicBezTo>
                <a:cubicBezTo>
                  <a:pt x="6397" y="3228975"/>
                  <a:pt x="0" y="3222578"/>
                  <a:pt x="0" y="3214688"/>
                </a:cubicBezTo>
                <a:cubicBezTo>
                  <a:pt x="0" y="3206797"/>
                  <a:pt x="6397" y="3200400"/>
                  <a:pt x="14288" y="3200400"/>
                </a:cubicBezTo>
                <a:cubicBezTo>
                  <a:pt x="22178" y="3200400"/>
                  <a:pt x="28575" y="3206797"/>
                  <a:pt x="28575" y="3214688"/>
                </a:cubicBezTo>
                <a:close/>
                <a:moveTo>
                  <a:pt x="28575" y="3367088"/>
                </a:moveTo>
                <a:cubicBezTo>
                  <a:pt x="28575" y="3374978"/>
                  <a:pt x="22178" y="3381375"/>
                  <a:pt x="14288" y="3381375"/>
                </a:cubicBezTo>
                <a:cubicBezTo>
                  <a:pt x="6397" y="3381375"/>
                  <a:pt x="0" y="3374978"/>
                  <a:pt x="0" y="3367088"/>
                </a:cubicBezTo>
                <a:cubicBezTo>
                  <a:pt x="0" y="3359197"/>
                  <a:pt x="6397" y="3352800"/>
                  <a:pt x="14288" y="3352800"/>
                </a:cubicBezTo>
                <a:cubicBezTo>
                  <a:pt x="22178" y="3352800"/>
                  <a:pt x="28575" y="3359197"/>
                  <a:pt x="28575" y="3367088"/>
                </a:cubicBezTo>
                <a:close/>
                <a:moveTo>
                  <a:pt x="28575" y="3519488"/>
                </a:moveTo>
                <a:cubicBezTo>
                  <a:pt x="28575" y="3527378"/>
                  <a:pt x="22178" y="3533775"/>
                  <a:pt x="14288" y="3533775"/>
                </a:cubicBezTo>
                <a:cubicBezTo>
                  <a:pt x="6397" y="3533775"/>
                  <a:pt x="0" y="3527378"/>
                  <a:pt x="0" y="3519488"/>
                </a:cubicBezTo>
                <a:cubicBezTo>
                  <a:pt x="0" y="3511597"/>
                  <a:pt x="6397" y="3505200"/>
                  <a:pt x="14288" y="3505200"/>
                </a:cubicBezTo>
                <a:cubicBezTo>
                  <a:pt x="22178" y="3505200"/>
                  <a:pt x="28575" y="3511597"/>
                  <a:pt x="28575" y="3519488"/>
                </a:cubicBezTo>
                <a:close/>
                <a:moveTo>
                  <a:pt x="28575" y="3671888"/>
                </a:moveTo>
                <a:cubicBezTo>
                  <a:pt x="28575" y="3679778"/>
                  <a:pt x="22178" y="3686175"/>
                  <a:pt x="14288" y="3686175"/>
                </a:cubicBezTo>
                <a:cubicBezTo>
                  <a:pt x="6397" y="3686175"/>
                  <a:pt x="0" y="3679778"/>
                  <a:pt x="0" y="3671888"/>
                </a:cubicBezTo>
                <a:cubicBezTo>
                  <a:pt x="0" y="3663997"/>
                  <a:pt x="6397" y="3657600"/>
                  <a:pt x="14288" y="3657600"/>
                </a:cubicBezTo>
                <a:cubicBezTo>
                  <a:pt x="22178" y="3657600"/>
                  <a:pt x="28575" y="3663997"/>
                  <a:pt x="28575" y="3671888"/>
                </a:cubicBezTo>
                <a:close/>
                <a:moveTo>
                  <a:pt x="28575" y="3824288"/>
                </a:moveTo>
                <a:cubicBezTo>
                  <a:pt x="28575" y="3832178"/>
                  <a:pt x="22178" y="3838575"/>
                  <a:pt x="14288" y="3838575"/>
                </a:cubicBezTo>
                <a:cubicBezTo>
                  <a:pt x="6397" y="3838575"/>
                  <a:pt x="0" y="3832178"/>
                  <a:pt x="0" y="3824288"/>
                </a:cubicBezTo>
                <a:cubicBezTo>
                  <a:pt x="0" y="3816397"/>
                  <a:pt x="6397" y="3810000"/>
                  <a:pt x="14288" y="3810000"/>
                </a:cubicBezTo>
                <a:cubicBezTo>
                  <a:pt x="22178" y="3810000"/>
                  <a:pt x="28575" y="3816397"/>
                  <a:pt x="28575" y="3824288"/>
                </a:cubicBezTo>
                <a:close/>
                <a:moveTo>
                  <a:pt x="28575" y="3976688"/>
                </a:moveTo>
                <a:cubicBezTo>
                  <a:pt x="28575" y="3984578"/>
                  <a:pt x="22178" y="3990975"/>
                  <a:pt x="14288" y="3990975"/>
                </a:cubicBezTo>
                <a:cubicBezTo>
                  <a:pt x="6397" y="3990975"/>
                  <a:pt x="0" y="3984578"/>
                  <a:pt x="0" y="3976688"/>
                </a:cubicBezTo>
                <a:cubicBezTo>
                  <a:pt x="0" y="3968797"/>
                  <a:pt x="6397" y="3962400"/>
                  <a:pt x="14288" y="3962400"/>
                </a:cubicBezTo>
                <a:cubicBezTo>
                  <a:pt x="22178" y="3962400"/>
                  <a:pt x="28575" y="3968797"/>
                  <a:pt x="28575" y="3976688"/>
                </a:cubicBezTo>
                <a:close/>
                <a:moveTo>
                  <a:pt x="28575" y="4129088"/>
                </a:moveTo>
                <a:cubicBezTo>
                  <a:pt x="28575" y="4136978"/>
                  <a:pt x="22178" y="4143375"/>
                  <a:pt x="14288" y="4143375"/>
                </a:cubicBezTo>
                <a:cubicBezTo>
                  <a:pt x="6397" y="4143375"/>
                  <a:pt x="0" y="4136978"/>
                  <a:pt x="0" y="4129088"/>
                </a:cubicBezTo>
                <a:cubicBezTo>
                  <a:pt x="0" y="4121197"/>
                  <a:pt x="6397" y="4114800"/>
                  <a:pt x="14288" y="4114800"/>
                </a:cubicBezTo>
                <a:cubicBezTo>
                  <a:pt x="22178" y="4114800"/>
                  <a:pt x="28575" y="4121197"/>
                  <a:pt x="28575" y="4129088"/>
                </a:cubicBezTo>
                <a:close/>
                <a:moveTo>
                  <a:pt x="28575" y="4281488"/>
                </a:moveTo>
                <a:cubicBezTo>
                  <a:pt x="28575" y="4289378"/>
                  <a:pt x="22178" y="4295775"/>
                  <a:pt x="14288" y="4295775"/>
                </a:cubicBezTo>
                <a:cubicBezTo>
                  <a:pt x="6397" y="4295775"/>
                  <a:pt x="0" y="4289378"/>
                  <a:pt x="0" y="4281488"/>
                </a:cubicBezTo>
                <a:cubicBezTo>
                  <a:pt x="0" y="4273597"/>
                  <a:pt x="6397" y="4267200"/>
                  <a:pt x="14288" y="4267200"/>
                </a:cubicBezTo>
                <a:cubicBezTo>
                  <a:pt x="22178" y="4267200"/>
                  <a:pt x="28575" y="4273597"/>
                  <a:pt x="28575" y="4281488"/>
                </a:cubicBezTo>
                <a:close/>
                <a:moveTo>
                  <a:pt x="28575" y="4433888"/>
                </a:moveTo>
                <a:cubicBezTo>
                  <a:pt x="28575" y="4441778"/>
                  <a:pt x="22178" y="4448175"/>
                  <a:pt x="14288" y="4448175"/>
                </a:cubicBezTo>
                <a:cubicBezTo>
                  <a:pt x="6397" y="4448175"/>
                  <a:pt x="0" y="4441778"/>
                  <a:pt x="0" y="4433888"/>
                </a:cubicBezTo>
                <a:cubicBezTo>
                  <a:pt x="0" y="4425997"/>
                  <a:pt x="6397" y="4419600"/>
                  <a:pt x="14288" y="4419600"/>
                </a:cubicBezTo>
                <a:cubicBezTo>
                  <a:pt x="22178" y="4419600"/>
                  <a:pt x="28575" y="4425997"/>
                  <a:pt x="28575" y="4433888"/>
                </a:cubicBezTo>
                <a:close/>
                <a:moveTo>
                  <a:pt x="28575" y="4586288"/>
                </a:moveTo>
                <a:cubicBezTo>
                  <a:pt x="28575" y="4594178"/>
                  <a:pt x="22178" y="4600575"/>
                  <a:pt x="14288" y="4600575"/>
                </a:cubicBezTo>
                <a:cubicBezTo>
                  <a:pt x="6397" y="4600575"/>
                  <a:pt x="0" y="4594178"/>
                  <a:pt x="0" y="4586288"/>
                </a:cubicBezTo>
                <a:cubicBezTo>
                  <a:pt x="0" y="4578397"/>
                  <a:pt x="6397" y="4572000"/>
                  <a:pt x="14288" y="4572000"/>
                </a:cubicBezTo>
                <a:cubicBezTo>
                  <a:pt x="22178" y="4572000"/>
                  <a:pt x="28575" y="4578397"/>
                  <a:pt x="28575" y="4586288"/>
                </a:cubicBezTo>
                <a:close/>
                <a:moveTo>
                  <a:pt x="28575" y="4738688"/>
                </a:moveTo>
                <a:cubicBezTo>
                  <a:pt x="28575" y="4746578"/>
                  <a:pt x="22178" y="4752975"/>
                  <a:pt x="14288" y="4752975"/>
                </a:cubicBezTo>
                <a:cubicBezTo>
                  <a:pt x="6397" y="4752975"/>
                  <a:pt x="0" y="4746578"/>
                  <a:pt x="0" y="4738688"/>
                </a:cubicBezTo>
                <a:cubicBezTo>
                  <a:pt x="0" y="4730797"/>
                  <a:pt x="6397" y="4724400"/>
                  <a:pt x="14288" y="4724400"/>
                </a:cubicBezTo>
                <a:cubicBezTo>
                  <a:pt x="22178" y="4724400"/>
                  <a:pt x="28575" y="4730797"/>
                  <a:pt x="28575" y="4738688"/>
                </a:cubicBezTo>
                <a:close/>
                <a:moveTo>
                  <a:pt x="180975" y="14288"/>
                </a:moveTo>
                <a:cubicBezTo>
                  <a:pt x="180975" y="22178"/>
                  <a:pt x="174578" y="28575"/>
                  <a:pt x="166688" y="28575"/>
                </a:cubicBezTo>
                <a:cubicBezTo>
                  <a:pt x="158797" y="28575"/>
                  <a:pt x="152400" y="22178"/>
                  <a:pt x="152400" y="14288"/>
                </a:cubicBezTo>
                <a:cubicBezTo>
                  <a:pt x="152400" y="6397"/>
                  <a:pt x="158797" y="0"/>
                  <a:pt x="166688" y="0"/>
                </a:cubicBezTo>
                <a:cubicBezTo>
                  <a:pt x="174578" y="0"/>
                  <a:pt x="180975" y="6397"/>
                  <a:pt x="180975" y="14288"/>
                </a:cubicBezTo>
                <a:close/>
                <a:moveTo>
                  <a:pt x="180975" y="166688"/>
                </a:moveTo>
                <a:cubicBezTo>
                  <a:pt x="180975" y="174578"/>
                  <a:pt x="174578" y="180975"/>
                  <a:pt x="166688" y="180975"/>
                </a:cubicBezTo>
                <a:cubicBezTo>
                  <a:pt x="158797" y="180975"/>
                  <a:pt x="152400" y="174578"/>
                  <a:pt x="152400" y="166688"/>
                </a:cubicBezTo>
                <a:cubicBezTo>
                  <a:pt x="152400" y="158797"/>
                  <a:pt x="158797" y="152400"/>
                  <a:pt x="166688" y="152400"/>
                </a:cubicBezTo>
                <a:cubicBezTo>
                  <a:pt x="174578" y="152400"/>
                  <a:pt x="180975" y="158797"/>
                  <a:pt x="180975" y="166688"/>
                </a:cubicBezTo>
                <a:close/>
                <a:moveTo>
                  <a:pt x="180975" y="319088"/>
                </a:moveTo>
                <a:cubicBezTo>
                  <a:pt x="180975" y="326978"/>
                  <a:pt x="174578" y="333375"/>
                  <a:pt x="166688" y="333375"/>
                </a:cubicBezTo>
                <a:cubicBezTo>
                  <a:pt x="158797" y="333375"/>
                  <a:pt x="152400" y="326978"/>
                  <a:pt x="152400" y="319088"/>
                </a:cubicBezTo>
                <a:cubicBezTo>
                  <a:pt x="152400" y="311197"/>
                  <a:pt x="158797" y="304800"/>
                  <a:pt x="166688" y="304800"/>
                </a:cubicBezTo>
                <a:cubicBezTo>
                  <a:pt x="174578" y="304800"/>
                  <a:pt x="180975" y="311197"/>
                  <a:pt x="180975" y="319088"/>
                </a:cubicBezTo>
                <a:close/>
                <a:moveTo>
                  <a:pt x="180975" y="471488"/>
                </a:moveTo>
                <a:cubicBezTo>
                  <a:pt x="180975" y="479378"/>
                  <a:pt x="174578" y="485775"/>
                  <a:pt x="166688" y="485775"/>
                </a:cubicBezTo>
                <a:cubicBezTo>
                  <a:pt x="158797" y="485775"/>
                  <a:pt x="152400" y="479378"/>
                  <a:pt x="152400" y="471488"/>
                </a:cubicBezTo>
                <a:cubicBezTo>
                  <a:pt x="152400" y="463597"/>
                  <a:pt x="158797" y="457200"/>
                  <a:pt x="166688" y="457200"/>
                </a:cubicBezTo>
                <a:cubicBezTo>
                  <a:pt x="174578" y="457200"/>
                  <a:pt x="180975" y="463597"/>
                  <a:pt x="180975" y="471488"/>
                </a:cubicBezTo>
                <a:close/>
                <a:moveTo>
                  <a:pt x="180975" y="623888"/>
                </a:moveTo>
                <a:cubicBezTo>
                  <a:pt x="180975" y="631778"/>
                  <a:pt x="174578" y="638175"/>
                  <a:pt x="166688" y="638175"/>
                </a:cubicBezTo>
                <a:cubicBezTo>
                  <a:pt x="158797" y="638175"/>
                  <a:pt x="152400" y="631778"/>
                  <a:pt x="152400" y="623888"/>
                </a:cubicBezTo>
                <a:cubicBezTo>
                  <a:pt x="152400" y="615997"/>
                  <a:pt x="158797" y="609600"/>
                  <a:pt x="166688" y="609600"/>
                </a:cubicBezTo>
                <a:cubicBezTo>
                  <a:pt x="174578" y="609600"/>
                  <a:pt x="180975" y="615997"/>
                  <a:pt x="180975" y="623888"/>
                </a:cubicBezTo>
                <a:close/>
                <a:moveTo>
                  <a:pt x="180975" y="776288"/>
                </a:moveTo>
                <a:cubicBezTo>
                  <a:pt x="180975" y="784178"/>
                  <a:pt x="174578" y="790575"/>
                  <a:pt x="166688" y="790575"/>
                </a:cubicBezTo>
                <a:cubicBezTo>
                  <a:pt x="158797" y="790575"/>
                  <a:pt x="152400" y="784178"/>
                  <a:pt x="152400" y="776288"/>
                </a:cubicBezTo>
                <a:cubicBezTo>
                  <a:pt x="152400" y="768397"/>
                  <a:pt x="158797" y="762000"/>
                  <a:pt x="166688" y="762000"/>
                </a:cubicBezTo>
                <a:cubicBezTo>
                  <a:pt x="174578" y="762000"/>
                  <a:pt x="180975" y="768397"/>
                  <a:pt x="180975" y="776288"/>
                </a:cubicBezTo>
                <a:close/>
                <a:moveTo>
                  <a:pt x="180975" y="928688"/>
                </a:moveTo>
                <a:cubicBezTo>
                  <a:pt x="180975" y="936578"/>
                  <a:pt x="174578" y="942975"/>
                  <a:pt x="166688" y="942975"/>
                </a:cubicBezTo>
                <a:cubicBezTo>
                  <a:pt x="158797" y="942975"/>
                  <a:pt x="152400" y="936578"/>
                  <a:pt x="152400" y="928688"/>
                </a:cubicBezTo>
                <a:cubicBezTo>
                  <a:pt x="152400" y="920797"/>
                  <a:pt x="158797" y="914400"/>
                  <a:pt x="166688" y="914400"/>
                </a:cubicBezTo>
                <a:cubicBezTo>
                  <a:pt x="174578" y="914400"/>
                  <a:pt x="180975" y="920797"/>
                  <a:pt x="180975" y="928688"/>
                </a:cubicBezTo>
                <a:close/>
                <a:moveTo>
                  <a:pt x="180975" y="1081088"/>
                </a:moveTo>
                <a:cubicBezTo>
                  <a:pt x="180975" y="1088978"/>
                  <a:pt x="174578" y="1095375"/>
                  <a:pt x="166688" y="1095375"/>
                </a:cubicBezTo>
                <a:cubicBezTo>
                  <a:pt x="158797" y="1095375"/>
                  <a:pt x="152400" y="1088978"/>
                  <a:pt x="152400" y="1081088"/>
                </a:cubicBezTo>
                <a:cubicBezTo>
                  <a:pt x="152400" y="1073197"/>
                  <a:pt x="158797" y="1066800"/>
                  <a:pt x="166688" y="1066800"/>
                </a:cubicBezTo>
                <a:cubicBezTo>
                  <a:pt x="174578" y="1066800"/>
                  <a:pt x="180975" y="1073197"/>
                  <a:pt x="180975" y="1081088"/>
                </a:cubicBezTo>
                <a:close/>
                <a:moveTo>
                  <a:pt x="180975" y="1233488"/>
                </a:moveTo>
                <a:cubicBezTo>
                  <a:pt x="180975" y="1241378"/>
                  <a:pt x="174578" y="1247775"/>
                  <a:pt x="166688" y="1247775"/>
                </a:cubicBezTo>
                <a:cubicBezTo>
                  <a:pt x="158797" y="1247775"/>
                  <a:pt x="152400" y="1241378"/>
                  <a:pt x="152400" y="1233488"/>
                </a:cubicBezTo>
                <a:cubicBezTo>
                  <a:pt x="152400" y="1225597"/>
                  <a:pt x="158797" y="1219200"/>
                  <a:pt x="166688" y="1219200"/>
                </a:cubicBezTo>
                <a:cubicBezTo>
                  <a:pt x="174578" y="1219200"/>
                  <a:pt x="180975" y="1225597"/>
                  <a:pt x="180975" y="1233488"/>
                </a:cubicBezTo>
                <a:close/>
                <a:moveTo>
                  <a:pt x="180975" y="1385888"/>
                </a:moveTo>
                <a:cubicBezTo>
                  <a:pt x="180975" y="1393778"/>
                  <a:pt x="174578" y="1400175"/>
                  <a:pt x="166688" y="1400175"/>
                </a:cubicBezTo>
                <a:cubicBezTo>
                  <a:pt x="158797" y="1400175"/>
                  <a:pt x="152400" y="1393778"/>
                  <a:pt x="152400" y="1385888"/>
                </a:cubicBezTo>
                <a:cubicBezTo>
                  <a:pt x="152400" y="1377997"/>
                  <a:pt x="158797" y="1371600"/>
                  <a:pt x="166688" y="1371600"/>
                </a:cubicBezTo>
                <a:cubicBezTo>
                  <a:pt x="174578" y="1371600"/>
                  <a:pt x="180975" y="1377997"/>
                  <a:pt x="180975" y="1385888"/>
                </a:cubicBezTo>
                <a:close/>
                <a:moveTo>
                  <a:pt x="180975" y="1538288"/>
                </a:moveTo>
                <a:cubicBezTo>
                  <a:pt x="180975" y="1546178"/>
                  <a:pt x="174578" y="1552575"/>
                  <a:pt x="166688" y="1552575"/>
                </a:cubicBezTo>
                <a:cubicBezTo>
                  <a:pt x="158797" y="1552575"/>
                  <a:pt x="152400" y="1546178"/>
                  <a:pt x="152400" y="1538288"/>
                </a:cubicBezTo>
                <a:cubicBezTo>
                  <a:pt x="152400" y="1530397"/>
                  <a:pt x="158797" y="1524000"/>
                  <a:pt x="166688" y="1524000"/>
                </a:cubicBezTo>
                <a:cubicBezTo>
                  <a:pt x="174578" y="1524000"/>
                  <a:pt x="180975" y="1530397"/>
                  <a:pt x="180975" y="1538288"/>
                </a:cubicBezTo>
                <a:close/>
                <a:moveTo>
                  <a:pt x="180975" y="1690688"/>
                </a:moveTo>
                <a:cubicBezTo>
                  <a:pt x="180975" y="1698578"/>
                  <a:pt x="174578" y="1704975"/>
                  <a:pt x="166688" y="1704975"/>
                </a:cubicBezTo>
                <a:cubicBezTo>
                  <a:pt x="158797" y="1704975"/>
                  <a:pt x="152400" y="1698578"/>
                  <a:pt x="152400" y="1690688"/>
                </a:cubicBezTo>
                <a:cubicBezTo>
                  <a:pt x="152400" y="1682797"/>
                  <a:pt x="158797" y="1676400"/>
                  <a:pt x="166688" y="1676400"/>
                </a:cubicBezTo>
                <a:cubicBezTo>
                  <a:pt x="174578" y="1676400"/>
                  <a:pt x="180975" y="1682797"/>
                  <a:pt x="180975" y="1690688"/>
                </a:cubicBezTo>
                <a:close/>
                <a:moveTo>
                  <a:pt x="180975" y="1843088"/>
                </a:moveTo>
                <a:cubicBezTo>
                  <a:pt x="180975" y="1850978"/>
                  <a:pt x="174578" y="1857375"/>
                  <a:pt x="166688" y="1857375"/>
                </a:cubicBezTo>
                <a:cubicBezTo>
                  <a:pt x="158797" y="1857375"/>
                  <a:pt x="152400" y="1850978"/>
                  <a:pt x="152400" y="1843088"/>
                </a:cubicBezTo>
                <a:cubicBezTo>
                  <a:pt x="152400" y="1835197"/>
                  <a:pt x="158797" y="1828800"/>
                  <a:pt x="166688" y="1828800"/>
                </a:cubicBezTo>
                <a:cubicBezTo>
                  <a:pt x="174578" y="1828800"/>
                  <a:pt x="180975" y="1835197"/>
                  <a:pt x="180975" y="1843088"/>
                </a:cubicBezTo>
                <a:close/>
                <a:moveTo>
                  <a:pt x="180975" y="1995488"/>
                </a:moveTo>
                <a:cubicBezTo>
                  <a:pt x="180975" y="2003378"/>
                  <a:pt x="174578" y="2009775"/>
                  <a:pt x="166688" y="2009775"/>
                </a:cubicBezTo>
                <a:cubicBezTo>
                  <a:pt x="158797" y="2009775"/>
                  <a:pt x="152400" y="2003378"/>
                  <a:pt x="152400" y="1995488"/>
                </a:cubicBezTo>
                <a:cubicBezTo>
                  <a:pt x="152400" y="1987597"/>
                  <a:pt x="158797" y="1981200"/>
                  <a:pt x="166688" y="1981200"/>
                </a:cubicBezTo>
                <a:cubicBezTo>
                  <a:pt x="174578" y="1981200"/>
                  <a:pt x="180975" y="1987597"/>
                  <a:pt x="180975" y="1995488"/>
                </a:cubicBezTo>
                <a:close/>
                <a:moveTo>
                  <a:pt x="180975" y="2147888"/>
                </a:moveTo>
                <a:cubicBezTo>
                  <a:pt x="180975" y="2155778"/>
                  <a:pt x="174578" y="2162175"/>
                  <a:pt x="166688" y="2162175"/>
                </a:cubicBezTo>
                <a:cubicBezTo>
                  <a:pt x="158797" y="2162175"/>
                  <a:pt x="152400" y="2155778"/>
                  <a:pt x="152400" y="2147888"/>
                </a:cubicBezTo>
                <a:cubicBezTo>
                  <a:pt x="152400" y="2139997"/>
                  <a:pt x="158797" y="2133600"/>
                  <a:pt x="166688" y="2133600"/>
                </a:cubicBezTo>
                <a:cubicBezTo>
                  <a:pt x="174578" y="2133600"/>
                  <a:pt x="180975" y="2139997"/>
                  <a:pt x="180975" y="2147888"/>
                </a:cubicBezTo>
                <a:close/>
                <a:moveTo>
                  <a:pt x="180975" y="2300288"/>
                </a:moveTo>
                <a:cubicBezTo>
                  <a:pt x="180975" y="2308178"/>
                  <a:pt x="174578" y="2314575"/>
                  <a:pt x="166688" y="2314575"/>
                </a:cubicBezTo>
                <a:cubicBezTo>
                  <a:pt x="158797" y="2314575"/>
                  <a:pt x="152400" y="2308178"/>
                  <a:pt x="152400" y="2300288"/>
                </a:cubicBezTo>
                <a:cubicBezTo>
                  <a:pt x="152400" y="2292397"/>
                  <a:pt x="158797" y="2286000"/>
                  <a:pt x="166688" y="2286000"/>
                </a:cubicBezTo>
                <a:cubicBezTo>
                  <a:pt x="174578" y="2286000"/>
                  <a:pt x="180975" y="2292397"/>
                  <a:pt x="180975" y="2300288"/>
                </a:cubicBezTo>
                <a:close/>
                <a:moveTo>
                  <a:pt x="180975" y="2452688"/>
                </a:moveTo>
                <a:cubicBezTo>
                  <a:pt x="180975" y="2460578"/>
                  <a:pt x="174578" y="2466975"/>
                  <a:pt x="166688" y="2466975"/>
                </a:cubicBezTo>
                <a:cubicBezTo>
                  <a:pt x="158797" y="2466975"/>
                  <a:pt x="152400" y="2460578"/>
                  <a:pt x="152400" y="2452688"/>
                </a:cubicBezTo>
                <a:cubicBezTo>
                  <a:pt x="152400" y="2444797"/>
                  <a:pt x="158797" y="2438400"/>
                  <a:pt x="166688" y="2438400"/>
                </a:cubicBezTo>
                <a:cubicBezTo>
                  <a:pt x="174578" y="2438400"/>
                  <a:pt x="180975" y="2444797"/>
                  <a:pt x="180975" y="2452688"/>
                </a:cubicBezTo>
                <a:close/>
                <a:moveTo>
                  <a:pt x="180975" y="2605088"/>
                </a:moveTo>
                <a:cubicBezTo>
                  <a:pt x="180975" y="2612978"/>
                  <a:pt x="174578" y="2619375"/>
                  <a:pt x="166688" y="2619375"/>
                </a:cubicBezTo>
                <a:cubicBezTo>
                  <a:pt x="158797" y="2619375"/>
                  <a:pt x="152400" y="2612978"/>
                  <a:pt x="152400" y="2605088"/>
                </a:cubicBezTo>
                <a:cubicBezTo>
                  <a:pt x="152400" y="2597197"/>
                  <a:pt x="158797" y="2590800"/>
                  <a:pt x="166688" y="2590800"/>
                </a:cubicBezTo>
                <a:cubicBezTo>
                  <a:pt x="174578" y="2590800"/>
                  <a:pt x="180975" y="2597197"/>
                  <a:pt x="180975" y="2605088"/>
                </a:cubicBezTo>
                <a:close/>
                <a:moveTo>
                  <a:pt x="180975" y="2757488"/>
                </a:moveTo>
                <a:cubicBezTo>
                  <a:pt x="180975" y="2765378"/>
                  <a:pt x="174578" y="2771775"/>
                  <a:pt x="166688" y="2771775"/>
                </a:cubicBezTo>
                <a:cubicBezTo>
                  <a:pt x="158797" y="2771775"/>
                  <a:pt x="152400" y="2765378"/>
                  <a:pt x="152400" y="2757488"/>
                </a:cubicBezTo>
                <a:cubicBezTo>
                  <a:pt x="152400" y="2749597"/>
                  <a:pt x="158797" y="2743200"/>
                  <a:pt x="166688" y="2743200"/>
                </a:cubicBezTo>
                <a:cubicBezTo>
                  <a:pt x="174578" y="2743200"/>
                  <a:pt x="180975" y="2749597"/>
                  <a:pt x="180975" y="2757488"/>
                </a:cubicBezTo>
                <a:close/>
                <a:moveTo>
                  <a:pt x="180975" y="2909888"/>
                </a:moveTo>
                <a:cubicBezTo>
                  <a:pt x="180975" y="2917778"/>
                  <a:pt x="174578" y="2924175"/>
                  <a:pt x="166688" y="2924175"/>
                </a:cubicBezTo>
                <a:cubicBezTo>
                  <a:pt x="158797" y="2924175"/>
                  <a:pt x="152400" y="2917778"/>
                  <a:pt x="152400" y="2909888"/>
                </a:cubicBezTo>
                <a:cubicBezTo>
                  <a:pt x="152400" y="2901997"/>
                  <a:pt x="158797" y="2895600"/>
                  <a:pt x="166688" y="2895600"/>
                </a:cubicBezTo>
                <a:cubicBezTo>
                  <a:pt x="174578" y="2895600"/>
                  <a:pt x="180975" y="2901997"/>
                  <a:pt x="180975" y="2909888"/>
                </a:cubicBezTo>
                <a:close/>
                <a:moveTo>
                  <a:pt x="180975" y="3062288"/>
                </a:moveTo>
                <a:cubicBezTo>
                  <a:pt x="180975" y="3070178"/>
                  <a:pt x="174578" y="3076575"/>
                  <a:pt x="166688" y="3076575"/>
                </a:cubicBezTo>
                <a:cubicBezTo>
                  <a:pt x="158797" y="3076575"/>
                  <a:pt x="152400" y="3070178"/>
                  <a:pt x="152400" y="3062288"/>
                </a:cubicBezTo>
                <a:cubicBezTo>
                  <a:pt x="152400" y="3054397"/>
                  <a:pt x="158797" y="3048000"/>
                  <a:pt x="166688" y="3048000"/>
                </a:cubicBezTo>
                <a:cubicBezTo>
                  <a:pt x="174578" y="3048000"/>
                  <a:pt x="180975" y="3054397"/>
                  <a:pt x="180975" y="3062288"/>
                </a:cubicBezTo>
                <a:close/>
                <a:moveTo>
                  <a:pt x="180975" y="3214688"/>
                </a:moveTo>
                <a:cubicBezTo>
                  <a:pt x="180975" y="3222578"/>
                  <a:pt x="174578" y="3228975"/>
                  <a:pt x="166688" y="3228975"/>
                </a:cubicBezTo>
                <a:cubicBezTo>
                  <a:pt x="158797" y="3228975"/>
                  <a:pt x="152400" y="3222578"/>
                  <a:pt x="152400" y="3214688"/>
                </a:cubicBezTo>
                <a:cubicBezTo>
                  <a:pt x="152400" y="3206797"/>
                  <a:pt x="158797" y="3200400"/>
                  <a:pt x="166688" y="3200400"/>
                </a:cubicBezTo>
                <a:cubicBezTo>
                  <a:pt x="174578" y="3200400"/>
                  <a:pt x="180975" y="3206797"/>
                  <a:pt x="180975" y="3214688"/>
                </a:cubicBezTo>
                <a:close/>
                <a:moveTo>
                  <a:pt x="180975" y="3367088"/>
                </a:moveTo>
                <a:cubicBezTo>
                  <a:pt x="180975" y="3374978"/>
                  <a:pt x="174578" y="3381375"/>
                  <a:pt x="166688" y="3381375"/>
                </a:cubicBezTo>
                <a:cubicBezTo>
                  <a:pt x="158797" y="3381375"/>
                  <a:pt x="152400" y="3374978"/>
                  <a:pt x="152400" y="3367088"/>
                </a:cubicBezTo>
                <a:cubicBezTo>
                  <a:pt x="152400" y="3359197"/>
                  <a:pt x="158797" y="3352800"/>
                  <a:pt x="166688" y="3352800"/>
                </a:cubicBezTo>
                <a:cubicBezTo>
                  <a:pt x="174578" y="3352800"/>
                  <a:pt x="180975" y="3359197"/>
                  <a:pt x="180975" y="3367088"/>
                </a:cubicBezTo>
                <a:close/>
                <a:moveTo>
                  <a:pt x="180975" y="3519488"/>
                </a:moveTo>
                <a:cubicBezTo>
                  <a:pt x="180975" y="3527378"/>
                  <a:pt x="174578" y="3533775"/>
                  <a:pt x="166688" y="3533775"/>
                </a:cubicBezTo>
                <a:cubicBezTo>
                  <a:pt x="158797" y="3533775"/>
                  <a:pt x="152400" y="3527378"/>
                  <a:pt x="152400" y="3519488"/>
                </a:cubicBezTo>
                <a:cubicBezTo>
                  <a:pt x="152400" y="3511597"/>
                  <a:pt x="158797" y="3505200"/>
                  <a:pt x="166688" y="3505200"/>
                </a:cubicBezTo>
                <a:cubicBezTo>
                  <a:pt x="174578" y="3505200"/>
                  <a:pt x="180975" y="3511597"/>
                  <a:pt x="180975" y="3519488"/>
                </a:cubicBezTo>
                <a:close/>
                <a:moveTo>
                  <a:pt x="180975" y="3671888"/>
                </a:moveTo>
                <a:cubicBezTo>
                  <a:pt x="180975" y="3679778"/>
                  <a:pt x="174578" y="3686175"/>
                  <a:pt x="166688" y="3686175"/>
                </a:cubicBezTo>
                <a:cubicBezTo>
                  <a:pt x="158797" y="3686175"/>
                  <a:pt x="152400" y="3679778"/>
                  <a:pt x="152400" y="3671888"/>
                </a:cubicBezTo>
                <a:cubicBezTo>
                  <a:pt x="152400" y="3663997"/>
                  <a:pt x="158797" y="3657600"/>
                  <a:pt x="166688" y="3657600"/>
                </a:cubicBezTo>
                <a:cubicBezTo>
                  <a:pt x="174578" y="3657600"/>
                  <a:pt x="180975" y="3663997"/>
                  <a:pt x="180975" y="3671888"/>
                </a:cubicBezTo>
                <a:close/>
                <a:moveTo>
                  <a:pt x="180975" y="3824288"/>
                </a:moveTo>
                <a:cubicBezTo>
                  <a:pt x="180975" y="3832178"/>
                  <a:pt x="174578" y="3838575"/>
                  <a:pt x="166688" y="3838575"/>
                </a:cubicBezTo>
                <a:cubicBezTo>
                  <a:pt x="158797" y="3838575"/>
                  <a:pt x="152400" y="3832178"/>
                  <a:pt x="152400" y="3824288"/>
                </a:cubicBezTo>
                <a:cubicBezTo>
                  <a:pt x="152400" y="3816397"/>
                  <a:pt x="158797" y="3810000"/>
                  <a:pt x="166688" y="3810000"/>
                </a:cubicBezTo>
                <a:cubicBezTo>
                  <a:pt x="174578" y="3810000"/>
                  <a:pt x="180975" y="3816397"/>
                  <a:pt x="180975" y="3824288"/>
                </a:cubicBezTo>
                <a:close/>
                <a:moveTo>
                  <a:pt x="180975" y="3976688"/>
                </a:moveTo>
                <a:cubicBezTo>
                  <a:pt x="180975" y="3984578"/>
                  <a:pt x="174578" y="3990975"/>
                  <a:pt x="166688" y="3990975"/>
                </a:cubicBezTo>
                <a:cubicBezTo>
                  <a:pt x="158797" y="3990975"/>
                  <a:pt x="152400" y="3984578"/>
                  <a:pt x="152400" y="3976688"/>
                </a:cubicBezTo>
                <a:cubicBezTo>
                  <a:pt x="152400" y="3968797"/>
                  <a:pt x="158797" y="3962400"/>
                  <a:pt x="166688" y="3962400"/>
                </a:cubicBezTo>
                <a:cubicBezTo>
                  <a:pt x="174578" y="3962400"/>
                  <a:pt x="180975" y="3968797"/>
                  <a:pt x="180975" y="3976688"/>
                </a:cubicBezTo>
                <a:close/>
                <a:moveTo>
                  <a:pt x="180975" y="4129088"/>
                </a:moveTo>
                <a:cubicBezTo>
                  <a:pt x="180975" y="4136978"/>
                  <a:pt x="174578" y="4143375"/>
                  <a:pt x="166688" y="4143375"/>
                </a:cubicBezTo>
                <a:cubicBezTo>
                  <a:pt x="158797" y="4143375"/>
                  <a:pt x="152400" y="4136978"/>
                  <a:pt x="152400" y="4129088"/>
                </a:cubicBezTo>
                <a:cubicBezTo>
                  <a:pt x="152400" y="4121197"/>
                  <a:pt x="158797" y="4114800"/>
                  <a:pt x="166688" y="4114800"/>
                </a:cubicBezTo>
                <a:cubicBezTo>
                  <a:pt x="174578" y="4114800"/>
                  <a:pt x="180975" y="4121197"/>
                  <a:pt x="180975" y="4129088"/>
                </a:cubicBezTo>
                <a:close/>
                <a:moveTo>
                  <a:pt x="180975" y="4281488"/>
                </a:moveTo>
                <a:cubicBezTo>
                  <a:pt x="180975" y="4289378"/>
                  <a:pt x="174578" y="4295775"/>
                  <a:pt x="166688" y="4295775"/>
                </a:cubicBezTo>
                <a:cubicBezTo>
                  <a:pt x="158797" y="4295775"/>
                  <a:pt x="152400" y="4289378"/>
                  <a:pt x="152400" y="4281488"/>
                </a:cubicBezTo>
                <a:cubicBezTo>
                  <a:pt x="152400" y="4273597"/>
                  <a:pt x="158797" y="4267200"/>
                  <a:pt x="166688" y="4267200"/>
                </a:cubicBezTo>
                <a:cubicBezTo>
                  <a:pt x="174578" y="4267200"/>
                  <a:pt x="180975" y="4273597"/>
                  <a:pt x="180975" y="4281488"/>
                </a:cubicBezTo>
                <a:close/>
                <a:moveTo>
                  <a:pt x="180975" y="4433888"/>
                </a:moveTo>
                <a:cubicBezTo>
                  <a:pt x="180975" y="4441778"/>
                  <a:pt x="174578" y="4448175"/>
                  <a:pt x="166688" y="4448175"/>
                </a:cubicBezTo>
                <a:cubicBezTo>
                  <a:pt x="158797" y="4448175"/>
                  <a:pt x="152400" y="4441778"/>
                  <a:pt x="152400" y="4433888"/>
                </a:cubicBezTo>
                <a:cubicBezTo>
                  <a:pt x="152400" y="4425997"/>
                  <a:pt x="158797" y="4419600"/>
                  <a:pt x="166688" y="4419600"/>
                </a:cubicBezTo>
                <a:cubicBezTo>
                  <a:pt x="174578" y="4419600"/>
                  <a:pt x="180975" y="4425997"/>
                  <a:pt x="180975" y="4433888"/>
                </a:cubicBezTo>
                <a:close/>
                <a:moveTo>
                  <a:pt x="180975" y="4586288"/>
                </a:moveTo>
                <a:cubicBezTo>
                  <a:pt x="180975" y="4594178"/>
                  <a:pt x="174578" y="4600575"/>
                  <a:pt x="166688" y="4600575"/>
                </a:cubicBezTo>
                <a:cubicBezTo>
                  <a:pt x="158797" y="4600575"/>
                  <a:pt x="152400" y="4594178"/>
                  <a:pt x="152400" y="4586288"/>
                </a:cubicBezTo>
                <a:cubicBezTo>
                  <a:pt x="152400" y="4578397"/>
                  <a:pt x="158797" y="4572000"/>
                  <a:pt x="166688" y="4572000"/>
                </a:cubicBezTo>
                <a:cubicBezTo>
                  <a:pt x="174578" y="4572000"/>
                  <a:pt x="180975" y="4578397"/>
                  <a:pt x="180975" y="4586288"/>
                </a:cubicBezTo>
                <a:close/>
                <a:moveTo>
                  <a:pt x="180975" y="4738688"/>
                </a:moveTo>
                <a:cubicBezTo>
                  <a:pt x="180975" y="4746578"/>
                  <a:pt x="174578" y="4752975"/>
                  <a:pt x="166688" y="4752975"/>
                </a:cubicBezTo>
                <a:cubicBezTo>
                  <a:pt x="158797" y="4752975"/>
                  <a:pt x="152400" y="4746578"/>
                  <a:pt x="152400" y="4738688"/>
                </a:cubicBezTo>
                <a:cubicBezTo>
                  <a:pt x="152400" y="4730797"/>
                  <a:pt x="158797" y="4724400"/>
                  <a:pt x="166688" y="4724400"/>
                </a:cubicBezTo>
                <a:cubicBezTo>
                  <a:pt x="174578" y="4724400"/>
                  <a:pt x="180975" y="4730797"/>
                  <a:pt x="180975" y="4738688"/>
                </a:cubicBezTo>
                <a:close/>
                <a:moveTo>
                  <a:pt x="333375" y="14288"/>
                </a:moveTo>
                <a:cubicBezTo>
                  <a:pt x="333375" y="22178"/>
                  <a:pt x="326978" y="28575"/>
                  <a:pt x="319088" y="28575"/>
                </a:cubicBezTo>
                <a:cubicBezTo>
                  <a:pt x="311197" y="28575"/>
                  <a:pt x="304800" y="22178"/>
                  <a:pt x="304800" y="14288"/>
                </a:cubicBezTo>
                <a:cubicBezTo>
                  <a:pt x="304800" y="6397"/>
                  <a:pt x="311197" y="0"/>
                  <a:pt x="319088" y="0"/>
                </a:cubicBezTo>
                <a:cubicBezTo>
                  <a:pt x="326978" y="0"/>
                  <a:pt x="333375" y="6397"/>
                  <a:pt x="333375" y="14288"/>
                </a:cubicBezTo>
                <a:close/>
                <a:moveTo>
                  <a:pt x="333375" y="166688"/>
                </a:moveTo>
                <a:cubicBezTo>
                  <a:pt x="333375" y="174578"/>
                  <a:pt x="326978" y="180975"/>
                  <a:pt x="319088" y="180975"/>
                </a:cubicBezTo>
                <a:cubicBezTo>
                  <a:pt x="311197" y="180975"/>
                  <a:pt x="304800" y="174578"/>
                  <a:pt x="304800" y="166688"/>
                </a:cubicBezTo>
                <a:cubicBezTo>
                  <a:pt x="304800" y="158797"/>
                  <a:pt x="311197" y="152400"/>
                  <a:pt x="319088" y="152400"/>
                </a:cubicBezTo>
                <a:cubicBezTo>
                  <a:pt x="326978" y="152400"/>
                  <a:pt x="333375" y="158797"/>
                  <a:pt x="333375" y="166688"/>
                </a:cubicBezTo>
                <a:close/>
                <a:moveTo>
                  <a:pt x="333375" y="319088"/>
                </a:moveTo>
                <a:cubicBezTo>
                  <a:pt x="333375" y="326978"/>
                  <a:pt x="326978" y="333375"/>
                  <a:pt x="319088" y="333375"/>
                </a:cubicBezTo>
                <a:cubicBezTo>
                  <a:pt x="311197" y="333375"/>
                  <a:pt x="304800" y="326978"/>
                  <a:pt x="304800" y="319088"/>
                </a:cubicBezTo>
                <a:cubicBezTo>
                  <a:pt x="304800" y="311197"/>
                  <a:pt x="311197" y="304800"/>
                  <a:pt x="319088" y="304800"/>
                </a:cubicBezTo>
                <a:cubicBezTo>
                  <a:pt x="326978" y="304800"/>
                  <a:pt x="333375" y="311197"/>
                  <a:pt x="333375" y="319088"/>
                </a:cubicBezTo>
                <a:close/>
                <a:moveTo>
                  <a:pt x="333375" y="471488"/>
                </a:moveTo>
                <a:cubicBezTo>
                  <a:pt x="333375" y="479378"/>
                  <a:pt x="326978" y="485775"/>
                  <a:pt x="319088" y="485775"/>
                </a:cubicBezTo>
                <a:cubicBezTo>
                  <a:pt x="311197" y="485775"/>
                  <a:pt x="304800" y="479378"/>
                  <a:pt x="304800" y="471488"/>
                </a:cubicBezTo>
                <a:cubicBezTo>
                  <a:pt x="304800" y="463597"/>
                  <a:pt x="311197" y="457200"/>
                  <a:pt x="319088" y="457200"/>
                </a:cubicBezTo>
                <a:cubicBezTo>
                  <a:pt x="326978" y="457200"/>
                  <a:pt x="333375" y="463597"/>
                  <a:pt x="333375" y="471488"/>
                </a:cubicBezTo>
                <a:close/>
                <a:moveTo>
                  <a:pt x="333375" y="623888"/>
                </a:moveTo>
                <a:cubicBezTo>
                  <a:pt x="333375" y="631778"/>
                  <a:pt x="326978" y="638175"/>
                  <a:pt x="319088" y="638175"/>
                </a:cubicBezTo>
                <a:cubicBezTo>
                  <a:pt x="311197" y="638175"/>
                  <a:pt x="304800" y="631778"/>
                  <a:pt x="304800" y="623888"/>
                </a:cubicBezTo>
                <a:cubicBezTo>
                  <a:pt x="304800" y="615997"/>
                  <a:pt x="311197" y="609600"/>
                  <a:pt x="319088" y="609600"/>
                </a:cubicBezTo>
                <a:cubicBezTo>
                  <a:pt x="326978" y="609600"/>
                  <a:pt x="333375" y="615997"/>
                  <a:pt x="333375" y="623888"/>
                </a:cubicBezTo>
                <a:close/>
                <a:moveTo>
                  <a:pt x="333375" y="776288"/>
                </a:moveTo>
                <a:cubicBezTo>
                  <a:pt x="333375" y="784178"/>
                  <a:pt x="326978" y="790575"/>
                  <a:pt x="319088" y="790575"/>
                </a:cubicBezTo>
                <a:cubicBezTo>
                  <a:pt x="311197" y="790575"/>
                  <a:pt x="304800" y="784178"/>
                  <a:pt x="304800" y="776288"/>
                </a:cubicBezTo>
                <a:cubicBezTo>
                  <a:pt x="304800" y="768397"/>
                  <a:pt x="311197" y="762000"/>
                  <a:pt x="319088" y="762000"/>
                </a:cubicBezTo>
                <a:cubicBezTo>
                  <a:pt x="326978" y="762000"/>
                  <a:pt x="333375" y="768397"/>
                  <a:pt x="333375" y="776288"/>
                </a:cubicBezTo>
                <a:close/>
                <a:moveTo>
                  <a:pt x="333375" y="928688"/>
                </a:moveTo>
                <a:cubicBezTo>
                  <a:pt x="333375" y="936578"/>
                  <a:pt x="326978" y="942975"/>
                  <a:pt x="319088" y="942975"/>
                </a:cubicBezTo>
                <a:cubicBezTo>
                  <a:pt x="311197" y="942975"/>
                  <a:pt x="304800" y="936578"/>
                  <a:pt x="304800" y="928688"/>
                </a:cubicBezTo>
                <a:cubicBezTo>
                  <a:pt x="304800" y="920797"/>
                  <a:pt x="311197" y="914400"/>
                  <a:pt x="319088" y="914400"/>
                </a:cubicBezTo>
                <a:cubicBezTo>
                  <a:pt x="326978" y="914400"/>
                  <a:pt x="333375" y="920797"/>
                  <a:pt x="333375" y="928688"/>
                </a:cubicBezTo>
                <a:close/>
                <a:moveTo>
                  <a:pt x="333375" y="1081088"/>
                </a:moveTo>
                <a:cubicBezTo>
                  <a:pt x="333375" y="1088978"/>
                  <a:pt x="326978" y="1095375"/>
                  <a:pt x="319088" y="1095375"/>
                </a:cubicBezTo>
                <a:cubicBezTo>
                  <a:pt x="311197" y="1095375"/>
                  <a:pt x="304800" y="1088978"/>
                  <a:pt x="304800" y="1081088"/>
                </a:cubicBezTo>
                <a:cubicBezTo>
                  <a:pt x="304800" y="1073197"/>
                  <a:pt x="311197" y="1066800"/>
                  <a:pt x="319088" y="1066800"/>
                </a:cubicBezTo>
                <a:cubicBezTo>
                  <a:pt x="326978" y="1066800"/>
                  <a:pt x="333375" y="1073197"/>
                  <a:pt x="333375" y="1081088"/>
                </a:cubicBezTo>
                <a:close/>
                <a:moveTo>
                  <a:pt x="333375" y="1233488"/>
                </a:moveTo>
                <a:cubicBezTo>
                  <a:pt x="333375" y="1241378"/>
                  <a:pt x="326978" y="1247775"/>
                  <a:pt x="319088" y="1247775"/>
                </a:cubicBezTo>
                <a:cubicBezTo>
                  <a:pt x="311197" y="1247775"/>
                  <a:pt x="304800" y="1241378"/>
                  <a:pt x="304800" y="1233488"/>
                </a:cubicBezTo>
                <a:cubicBezTo>
                  <a:pt x="304800" y="1225597"/>
                  <a:pt x="311197" y="1219200"/>
                  <a:pt x="319088" y="1219200"/>
                </a:cubicBezTo>
                <a:cubicBezTo>
                  <a:pt x="326978" y="1219200"/>
                  <a:pt x="333375" y="1225597"/>
                  <a:pt x="333375" y="1233488"/>
                </a:cubicBezTo>
                <a:close/>
                <a:moveTo>
                  <a:pt x="333375" y="1385888"/>
                </a:moveTo>
                <a:cubicBezTo>
                  <a:pt x="333375" y="1393778"/>
                  <a:pt x="326978" y="1400175"/>
                  <a:pt x="319088" y="1400175"/>
                </a:cubicBezTo>
                <a:cubicBezTo>
                  <a:pt x="311197" y="1400175"/>
                  <a:pt x="304800" y="1393778"/>
                  <a:pt x="304800" y="1385888"/>
                </a:cubicBezTo>
                <a:cubicBezTo>
                  <a:pt x="304800" y="1377997"/>
                  <a:pt x="311197" y="1371600"/>
                  <a:pt x="319088" y="1371600"/>
                </a:cubicBezTo>
                <a:cubicBezTo>
                  <a:pt x="326978" y="1371600"/>
                  <a:pt x="333375" y="1377997"/>
                  <a:pt x="333375" y="1385888"/>
                </a:cubicBezTo>
                <a:close/>
                <a:moveTo>
                  <a:pt x="333375" y="1538288"/>
                </a:moveTo>
                <a:cubicBezTo>
                  <a:pt x="333375" y="1546178"/>
                  <a:pt x="326978" y="1552575"/>
                  <a:pt x="319088" y="1552575"/>
                </a:cubicBezTo>
                <a:cubicBezTo>
                  <a:pt x="311197" y="1552575"/>
                  <a:pt x="304800" y="1546178"/>
                  <a:pt x="304800" y="1538288"/>
                </a:cubicBezTo>
                <a:cubicBezTo>
                  <a:pt x="304800" y="1530397"/>
                  <a:pt x="311197" y="1524000"/>
                  <a:pt x="319088" y="1524000"/>
                </a:cubicBezTo>
                <a:cubicBezTo>
                  <a:pt x="326978" y="1524000"/>
                  <a:pt x="333375" y="1530397"/>
                  <a:pt x="333375" y="1538288"/>
                </a:cubicBezTo>
                <a:close/>
                <a:moveTo>
                  <a:pt x="333375" y="1690688"/>
                </a:moveTo>
                <a:cubicBezTo>
                  <a:pt x="333375" y="1698578"/>
                  <a:pt x="326978" y="1704975"/>
                  <a:pt x="319088" y="1704975"/>
                </a:cubicBezTo>
                <a:cubicBezTo>
                  <a:pt x="311197" y="1704975"/>
                  <a:pt x="304800" y="1698578"/>
                  <a:pt x="304800" y="1690688"/>
                </a:cubicBezTo>
                <a:cubicBezTo>
                  <a:pt x="304800" y="1682797"/>
                  <a:pt x="311197" y="1676400"/>
                  <a:pt x="319088" y="1676400"/>
                </a:cubicBezTo>
                <a:cubicBezTo>
                  <a:pt x="326978" y="1676400"/>
                  <a:pt x="333375" y="1682797"/>
                  <a:pt x="333375" y="1690688"/>
                </a:cubicBezTo>
                <a:close/>
                <a:moveTo>
                  <a:pt x="333375" y="1843088"/>
                </a:moveTo>
                <a:cubicBezTo>
                  <a:pt x="333375" y="1850978"/>
                  <a:pt x="326978" y="1857375"/>
                  <a:pt x="319088" y="1857375"/>
                </a:cubicBezTo>
                <a:cubicBezTo>
                  <a:pt x="311197" y="1857375"/>
                  <a:pt x="304800" y="1850978"/>
                  <a:pt x="304800" y="1843088"/>
                </a:cubicBezTo>
                <a:cubicBezTo>
                  <a:pt x="304800" y="1835197"/>
                  <a:pt x="311197" y="1828800"/>
                  <a:pt x="319088" y="1828800"/>
                </a:cubicBezTo>
                <a:cubicBezTo>
                  <a:pt x="326978" y="1828800"/>
                  <a:pt x="333375" y="1835197"/>
                  <a:pt x="333375" y="1843088"/>
                </a:cubicBezTo>
                <a:close/>
                <a:moveTo>
                  <a:pt x="333375" y="1995488"/>
                </a:moveTo>
                <a:cubicBezTo>
                  <a:pt x="333375" y="2003378"/>
                  <a:pt x="326978" y="2009775"/>
                  <a:pt x="319088" y="2009775"/>
                </a:cubicBezTo>
                <a:cubicBezTo>
                  <a:pt x="311197" y="2009775"/>
                  <a:pt x="304800" y="2003378"/>
                  <a:pt x="304800" y="1995488"/>
                </a:cubicBezTo>
                <a:cubicBezTo>
                  <a:pt x="304800" y="1987597"/>
                  <a:pt x="311197" y="1981200"/>
                  <a:pt x="319088" y="1981200"/>
                </a:cubicBezTo>
                <a:cubicBezTo>
                  <a:pt x="326978" y="1981200"/>
                  <a:pt x="333375" y="1987597"/>
                  <a:pt x="333375" y="1995488"/>
                </a:cubicBezTo>
                <a:close/>
                <a:moveTo>
                  <a:pt x="333375" y="2147888"/>
                </a:moveTo>
                <a:cubicBezTo>
                  <a:pt x="333375" y="2155778"/>
                  <a:pt x="326978" y="2162175"/>
                  <a:pt x="319088" y="2162175"/>
                </a:cubicBezTo>
                <a:cubicBezTo>
                  <a:pt x="311197" y="2162175"/>
                  <a:pt x="304800" y="2155778"/>
                  <a:pt x="304800" y="2147888"/>
                </a:cubicBezTo>
                <a:cubicBezTo>
                  <a:pt x="304800" y="2139997"/>
                  <a:pt x="311197" y="2133600"/>
                  <a:pt x="319088" y="2133600"/>
                </a:cubicBezTo>
                <a:cubicBezTo>
                  <a:pt x="326978" y="2133600"/>
                  <a:pt x="333375" y="2139997"/>
                  <a:pt x="333375" y="2147888"/>
                </a:cubicBezTo>
                <a:close/>
                <a:moveTo>
                  <a:pt x="333375" y="2300288"/>
                </a:moveTo>
                <a:cubicBezTo>
                  <a:pt x="333375" y="2308178"/>
                  <a:pt x="326978" y="2314575"/>
                  <a:pt x="319088" y="2314575"/>
                </a:cubicBezTo>
                <a:cubicBezTo>
                  <a:pt x="311197" y="2314575"/>
                  <a:pt x="304800" y="2308178"/>
                  <a:pt x="304800" y="2300288"/>
                </a:cubicBezTo>
                <a:cubicBezTo>
                  <a:pt x="304800" y="2292397"/>
                  <a:pt x="311197" y="2286000"/>
                  <a:pt x="319088" y="2286000"/>
                </a:cubicBezTo>
                <a:cubicBezTo>
                  <a:pt x="326978" y="2286000"/>
                  <a:pt x="333375" y="2292397"/>
                  <a:pt x="333375" y="2300288"/>
                </a:cubicBezTo>
                <a:close/>
                <a:moveTo>
                  <a:pt x="333375" y="2452688"/>
                </a:moveTo>
                <a:cubicBezTo>
                  <a:pt x="333375" y="2460578"/>
                  <a:pt x="326978" y="2466975"/>
                  <a:pt x="319088" y="2466975"/>
                </a:cubicBezTo>
                <a:cubicBezTo>
                  <a:pt x="311197" y="2466975"/>
                  <a:pt x="304800" y="2460578"/>
                  <a:pt x="304800" y="2452688"/>
                </a:cubicBezTo>
                <a:cubicBezTo>
                  <a:pt x="304800" y="2444797"/>
                  <a:pt x="311197" y="2438400"/>
                  <a:pt x="319088" y="2438400"/>
                </a:cubicBezTo>
                <a:cubicBezTo>
                  <a:pt x="326978" y="2438400"/>
                  <a:pt x="333375" y="2444797"/>
                  <a:pt x="333375" y="2452688"/>
                </a:cubicBezTo>
                <a:close/>
                <a:moveTo>
                  <a:pt x="333375" y="2605088"/>
                </a:moveTo>
                <a:cubicBezTo>
                  <a:pt x="333375" y="2612978"/>
                  <a:pt x="326978" y="2619375"/>
                  <a:pt x="319088" y="2619375"/>
                </a:cubicBezTo>
                <a:cubicBezTo>
                  <a:pt x="311197" y="2619375"/>
                  <a:pt x="304800" y="2612978"/>
                  <a:pt x="304800" y="2605088"/>
                </a:cubicBezTo>
                <a:cubicBezTo>
                  <a:pt x="304800" y="2597197"/>
                  <a:pt x="311197" y="2590800"/>
                  <a:pt x="319088" y="2590800"/>
                </a:cubicBezTo>
                <a:cubicBezTo>
                  <a:pt x="326978" y="2590800"/>
                  <a:pt x="333375" y="2597197"/>
                  <a:pt x="333375" y="2605088"/>
                </a:cubicBezTo>
                <a:close/>
                <a:moveTo>
                  <a:pt x="333375" y="2757488"/>
                </a:moveTo>
                <a:cubicBezTo>
                  <a:pt x="333375" y="2765378"/>
                  <a:pt x="326978" y="2771775"/>
                  <a:pt x="319088" y="2771775"/>
                </a:cubicBezTo>
                <a:cubicBezTo>
                  <a:pt x="311197" y="2771775"/>
                  <a:pt x="304800" y="2765378"/>
                  <a:pt x="304800" y="2757488"/>
                </a:cubicBezTo>
                <a:cubicBezTo>
                  <a:pt x="304800" y="2749597"/>
                  <a:pt x="311197" y="2743200"/>
                  <a:pt x="319088" y="2743200"/>
                </a:cubicBezTo>
                <a:cubicBezTo>
                  <a:pt x="326978" y="2743200"/>
                  <a:pt x="333375" y="2749597"/>
                  <a:pt x="333375" y="2757488"/>
                </a:cubicBezTo>
                <a:close/>
                <a:moveTo>
                  <a:pt x="333375" y="2909888"/>
                </a:moveTo>
                <a:cubicBezTo>
                  <a:pt x="333375" y="2917778"/>
                  <a:pt x="326978" y="2924175"/>
                  <a:pt x="319088" y="2924175"/>
                </a:cubicBezTo>
                <a:cubicBezTo>
                  <a:pt x="311197" y="2924175"/>
                  <a:pt x="304800" y="2917778"/>
                  <a:pt x="304800" y="2909888"/>
                </a:cubicBezTo>
                <a:cubicBezTo>
                  <a:pt x="304800" y="2901997"/>
                  <a:pt x="311197" y="2895600"/>
                  <a:pt x="319088" y="2895600"/>
                </a:cubicBezTo>
                <a:cubicBezTo>
                  <a:pt x="326978" y="2895600"/>
                  <a:pt x="333375" y="2901997"/>
                  <a:pt x="333375" y="2909888"/>
                </a:cubicBezTo>
                <a:close/>
                <a:moveTo>
                  <a:pt x="333375" y="3062288"/>
                </a:moveTo>
                <a:cubicBezTo>
                  <a:pt x="333375" y="3070178"/>
                  <a:pt x="326978" y="3076575"/>
                  <a:pt x="319088" y="3076575"/>
                </a:cubicBezTo>
                <a:cubicBezTo>
                  <a:pt x="311197" y="3076575"/>
                  <a:pt x="304800" y="3070178"/>
                  <a:pt x="304800" y="3062288"/>
                </a:cubicBezTo>
                <a:cubicBezTo>
                  <a:pt x="304800" y="3054397"/>
                  <a:pt x="311197" y="3048000"/>
                  <a:pt x="319088" y="3048000"/>
                </a:cubicBezTo>
                <a:cubicBezTo>
                  <a:pt x="326978" y="3048000"/>
                  <a:pt x="333375" y="3054397"/>
                  <a:pt x="333375" y="3062288"/>
                </a:cubicBezTo>
                <a:close/>
                <a:moveTo>
                  <a:pt x="333375" y="3214688"/>
                </a:moveTo>
                <a:cubicBezTo>
                  <a:pt x="333375" y="3222578"/>
                  <a:pt x="326978" y="3228975"/>
                  <a:pt x="319088" y="3228975"/>
                </a:cubicBezTo>
                <a:cubicBezTo>
                  <a:pt x="311197" y="3228975"/>
                  <a:pt x="304800" y="3222578"/>
                  <a:pt x="304800" y="3214688"/>
                </a:cubicBezTo>
                <a:cubicBezTo>
                  <a:pt x="304800" y="3206797"/>
                  <a:pt x="311197" y="3200400"/>
                  <a:pt x="319088" y="3200400"/>
                </a:cubicBezTo>
                <a:cubicBezTo>
                  <a:pt x="326978" y="3200400"/>
                  <a:pt x="333375" y="3206797"/>
                  <a:pt x="333375" y="3214688"/>
                </a:cubicBezTo>
                <a:close/>
                <a:moveTo>
                  <a:pt x="333375" y="3367088"/>
                </a:moveTo>
                <a:cubicBezTo>
                  <a:pt x="333375" y="3374978"/>
                  <a:pt x="326978" y="3381375"/>
                  <a:pt x="319088" y="3381375"/>
                </a:cubicBezTo>
                <a:cubicBezTo>
                  <a:pt x="311197" y="3381375"/>
                  <a:pt x="304800" y="3374978"/>
                  <a:pt x="304800" y="3367088"/>
                </a:cubicBezTo>
                <a:cubicBezTo>
                  <a:pt x="304800" y="3359197"/>
                  <a:pt x="311197" y="3352800"/>
                  <a:pt x="319088" y="3352800"/>
                </a:cubicBezTo>
                <a:cubicBezTo>
                  <a:pt x="326978" y="3352800"/>
                  <a:pt x="333375" y="3359197"/>
                  <a:pt x="333375" y="3367088"/>
                </a:cubicBezTo>
                <a:close/>
                <a:moveTo>
                  <a:pt x="333375" y="3519488"/>
                </a:moveTo>
                <a:cubicBezTo>
                  <a:pt x="333375" y="3527378"/>
                  <a:pt x="326978" y="3533775"/>
                  <a:pt x="319088" y="3533775"/>
                </a:cubicBezTo>
                <a:cubicBezTo>
                  <a:pt x="311197" y="3533775"/>
                  <a:pt x="304800" y="3527378"/>
                  <a:pt x="304800" y="3519488"/>
                </a:cubicBezTo>
                <a:cubicBezTo>
                  <a:pt x="304800" y="3511597"/>
                  <a:pt x="311197" y="3505200"/>
                  <a:pt x="319088" y="3505200"/>
                </a:cubicBezTo>
                <a:cubicBezTo>
                  <a:pt x="326978" y="3505200"/>
                  <a:pt x="333375" y="3511597"/>
                  <a:pt x="333375" y="3519488"/>
                </a:cubicBezTo>
                <a:close/>
                <a:moveTo>
                  <a:pt x="333375" y="3671888"/>
                </a:moveTo>
                <a:cubicBezTo>
                  <a:pt x="333375" y="3679778"/>
                  <a:pt x="326978" y="3686175"/>
                  <a:pt x="319088" y="3686175"/>
                </a:cubicBezTo>
                <a:cubicBezTo>
                  <a:pt x="311197" y="3686175"/>
                  <a:pt x="304800" y="3679778"/>
                  <a:pt x="304800" y="3671888"/>
                </a:cubicBezTo>
                <a:cubicBezTo>
                  <a:pt x="304800" y="3663997"/>
                  <a:pt x="311197" y="3657600"/>
                  <a:pt x="319088" y="3657600"/>
                </a:cubicBezTo>
                <a:cubicBezTo>
                  <a:pt x="326978" y="3657600"/>
                  <a:pt x="333375" y="3663997"/>
                  <a:pt x="333375" y="3671888"/>
                </a:cubicBezTo>
                <a:close/>
                <a:moveTo>
                  <a:pt x="333375" y="3824288"/>
                </a:moveTo>
                <a:cubicBezTo>
                  <a:pt x="333375" y="3832178"/>
                  <a:pt x="326978" y="3838575"/>
                  <a:pt x="319088" y="3838575"/>
                </a:cubicBezTo>
                <a:cubicBezTo>
                  <a:pt x="311197" y="3838575"/>
                  <a:pt x="304800" y="3832178"/>
                  <a:pt x="304800" y="3824288"/>
                </a:cubicBezTo>
                <a:cubicBezTo>
                  <a:pt x="304800" y="3816397"/>
                  <a:pt x="311197" y="3810000"/>
                  <a:pt x="319088" y="3810000"/>
                </a:cubicBezTo>
                <a:cubicBezTo>
                  <a:pt x="326978" y="3810000"/>
                  <a:pt x="333375" y="3816397"/>
                  <a:pt x="333375" y="3824288"/>
                </a:cubicBezTo>
                <a:close/>
                <a:moveTo>
                  <a:pt x="333375" y="3976688"/>
                </a:moveTo>
                <a:cubicBezTo>
                  <a:pt x="333375" y="3984578"/>
                  <a:pt x="326978" y="3990975"/>
                  <a:pt x="319088" y="3990975"/>
                </a:cubicBezTo>
                <a:cubicBezTo>
                  <a:pt x="311197" y="3990975"/>
                  <a:pt x="304800" y="3984578"/>
                  <a:pt x="304800" y="3976688"/>
                </a:cubicBezTo>
                <a:cubicBezTo>
                  <a:pt x="304800" y="3968797"/>
                  <a:pt x="311197" y="3962400"/>
                  <a:pt x="319088" y="3962400"/>
                </a:cubicBezTo>
                <a:cubicBezTo>
                  <a:pt x="326978" y="3962400"/>
                  <a:pt x="333375" y="3968797"/>
                  <a:pt x="333375" y="3976688"/>
                </a:cubicBezTo>
                <a:close/>
                <a:moveTo>
                  <a:pt x="333375" y="4129088"/>
                </a:moveTo>
                <a:cubicBezTo>
                  <a:pt x="333375" y="4136978"/>
                  <a:pt x="326978" y="4143375"/>
                  <a:pt x="319088" y="4143375"/>
                </a:cubicBezTo>
                <a:cubicBezTo>
                  <a:pt x="311197" y="4143375"/>
                  <a:pt x="304800" y="4136978"/>
                  <a:pt x="304800" y="4129088"/>
                </a:cubicBezTo>
                <a:cubicBezTo>
                  <a:pt x="304800" y="4121197"/>
                  <a:pt x="311197" y="4114800"/>
                  <a:pt x="319088" y="4114800"/>
                </a:cubicBezTo>
                <a:cubicBezTo>
                  <a:pt x="326978" y="4114800"/>
                  <a:pt x="333375" y="4121197"/>
                  <a:pt x="333375" y="4129088"/>
                </a:cubicBezTo>
                <a:close/>
                <a:moveTo>
                  <a:pt x="333375" y="4281488"/>
                </a:moveTo>
                <a:cubicBezTo>
                  <a:pt x="333375" y="4289378"/>
                  <a:pt x="326978" y="4295775"/>
                  <a:pt x="319088" y="4295775"/>
                </a:cubicBezTo>
                <a:cubicBezTo>
                  <a:pt x="311197" y="4295775"/>
                  <a:pt x="304800" y="4289378"/>
                  <a:pt x="304800" y="4281488"/>
                </a:cubicBezTo>
                <a:cubicBezTo>
                  <a:pt x="304800" y="4273597"/>
                  <a:pt x="311197" y="4267200"/>
                  <a:pt x="319088" y="4267200"/>
                </a:cubicBezTo>
                <a:cubicBezTo>
                  <a:pt x="326978" y="4267200"/>
                  <a:pt x="333375" y="4273597"/>
                  <a:pt x="333375" y="4281488"/>
                </a:cubicBezTo>
                <a:close/>
                <a:moveTo>
                  <a:pt x="333375" y="4433888"/>
                </a:moveTo>
                <a:cubicBezTo>
                  <a:pt x="333375" y="4441778"/>
                  <a:pt x="326978" y="4448175"/>
                  <a:pt x="319088" y="4448175"/>
                </a:cubicBezTo>
                <a:cubicBezTo>
                  <a:pt x="311197" y="4448175"/>
                  <a:pt x="304800" y="4441778"/>
                  <a:pt x="304800" y="4433888"/>
                </a:cubicBezTo>
                <a:cubicBezTo>
                  <a:pt x="304800" y="4425997"/>
                  <a:pt x="311197" y="4419600"/>
                  <a:pt x="319088" y="4419600"/>
                </a:cubicBezTo>
                <a:cubicBezTo>
                  <a:pt x="326978" y="4419600"/>
                  <a:pt x="333375" y="4425997"/>
                  <a:pt x="333375" y="4433888"/>
                </a:cubicBezTo>
                <a:close/>
                <a:moveTo>
                  <a:pt x="333375" y="4586288"/>
                </a:moveTo>
                <a:cubicBezTo>
                  <a:pt x="333375" y="4594178"/>
                  <a:pt x="326978" y="4600575"/>
                  <a:pt x="319088" y="4600575"/>
                </a:cubicBezTo>
                <a:cubicBezTo>
                  <a:pt x="311197" y="4600575"/>
                  <a:pt x="304800" y="4594178"/>
                  <a:pt x="304800" y="4586288"/>
                </a:cubicBezTo>
                <a:cubicBezTo>
                  <a:pt x="304800" y="4578397"/>
                  <a:pt x="311197" y="4572000"/>
                  <a:pt x="319088" y="4572000"/>
                </a:cubicBezTo>
                <a:cubicBezTo>
                  <a:pt x="326978" y="4572000"/>
                  <a:pt x="333375" y="4578397"/>
                  <a:pt x="333375" y="4586288"/>
                </a:cubicBezTo>
                <a:close/>
                <a:moveTo>
                  <a:pt x="333375" y="4738688"/>
                </a:moveTo>
                <a:cubicBezTo>
                  <a:pt x="333375" y="4746578"/>
                  <a:pt x="326978" y="4752975"/>
                  <a:pt x="319088" y="4752975"/>
                </a:cubicBezTo>
                <a:cubicBezTo>
                  <a:pt x="311197" y="4752975"/>
                  <a:pt x="304800" y="4746578"/>
                  <a:pt x="304800" y="4738688"/>
                </a:cubicBezTo>
                <a:cubicBezTo>
                  <a:pt x="304800" y="4730797"/>
                  <a:pt x="311197" y="4724400"/>
                  <a:pt x="319088" y="4724400"/>
                </a:cubicBezTo>
                <a:cubicBezTo>
                  <a:pt x="326978" y="4724400"/>
                  <a:pt x="333375" y="4730797"/>
                  <a:pt x="333375" y="4738688"/>
                </a:cubicBezTo>
                <a:close/>
                <a:moveTo>
                  <a:pt x="485775" y="14288"/>
                </a:moveTo>
                <a:cubicBezTo>
                  <a:pt x="485775" y="22178"/>
                  <a:pt x="479378" y="28575"/>
                  <a:pt x="471488" y="28575"/>
                </a:cubicBezTo>
                <a:cubicBezTo>
                  <a:pt x="463597" y="28575"/>
                  <a:pt x="457200" y="22178"/>
                  <a:pt x="457200" y="14288"/>
                </a:cubicBezTo>
                <a:cubicBezTo>
                  <a:pt x="457200" y="6397"/>
                  <a:pt x="463597" y="0"/>
                  <a:pt x="471488" y="0"/>
                </a:cubicBezTo>
                <a:cubicBezTo>
                  <a:pt x="479378" y="0"/>
                  <a:pt x="485775" y="6397"/>
                  <a:pt x="485775" y="14288"/>
                </a:cubicBezTo>
                <a:close/>
                <a:moveTo>
                  <a:pt x="485775" y="166688"/>
                </a:moveTo>
                <a:cubicBezTo>
                  <a:pt x="485775" y="174578"/>
                  <a:pt x="479378" y="180975"/>
                  <a:pt x="471488" y="180975"/>
                </a:cubicBezTo>
                <a:cubicBezTo>
                  <a:pt x="463597" y="180975"/>
                  <a:pt x="457200" y="174578"/>
                  <a:pt x="457200" y="166688"/>
                </a:cubicBezTo>
                <a:cubicBezTo>
                  <a:pt x="457200" y="158797"/>
                  <a:pt x="463597" y="152400"/>
                  <a:pt x="471488" y="152400"/>
                </a:cubicBezTo>
                <a:cubicBezTo>
                  <a:pt x="479378" y="152400"/>
                  <a:pt x="485775" y="158797"/>
                  <a:pt x="485775" y="166688"/>
                </a:cubicBezTo>
                <a:close/>
                <a:moveTo>
                  <a:pt x="485775" y="319088"/>
                </a:moveTo>
                <a:cubicBezTo>
                  <a:pt x="485775" y="326978"/>
                  <a:pt x="479378" y="333375"/>
                  <a:pt x="471488" y="333375"/>
                </a:cubicBezTo>
                <a:cubicBezTo>
                  <a:pt x="463597" y="333375"/>
                  <a:pt x="457200" y="326978"/>
                  <a:pt x="457200" y="319088"/>
                </a:cubicBezTo>
                <a:cubicBezTo>
                  <a:pt x="457200" y="311197"/>
                  <a:pt x="463597" y="304800"/>
                  <a:pt x="471488" y="304800"/>
                </a:cubicBezTo>
                <a:cubicBezTo>
                  <a:pt x="479378" y="304800"/>
                  <a:pt x="485775" y="311197"/>
                  <a:pt x="485775" y="319088"/>
                </a:cubicBezTo>
                <a:close/>
                <a:moveTo>
                  <a:pt x="485775" y="471488"/>
                </a:moveTo>
                <a:cubicBezTo>
                  <a:pt x="485775" y="479378"/>
                  <a:pt x="479378" y="485775"/>
                  <a:pt x="471488" y="485775"/>
                </a:cubicBezTo>
                <a:cubicBezTo>
                  <a:pt x="463597" y="485775"/>
                  <a:pt x="457200" y="479378"/>
                  <a:pt x="457200" y="471488"/>
                </a:cubicBezTo>
                <a:cubicBezTo>
                  <a:pt x="457200" y="463597"/>
                  <a:pt x="463597" y="457200"/>
                  <a:pt x="471488" y="457200"/>
                </a:cubicBezTo>
                <a:cubicBezTo>
                  <a:pt x="479378" y="457200"/>
                  <a:pt x="485775" y="463597"/>
                  <a:pt x="485775" y="471488"/>
                </a:cubicBezTo>
                <a:close/>
                <a:moveTo>
                  <a:pt x="485775" y="623888"/>
                </a:moveTo>
                <a:cubicBezTo>
                  <a:pt x="485775" y="631778"/>
                  <a:pt x="479378" y="638175"/>
                  <a:pt x="471488" y="638175"/>
                </a:cubicBezTo>
                <a:cubicBezTo>
                  <a:pt x="463597" y="638175"/>
                  <a:pt x="457200" y="631778"/>
                  <a:pt x="457200" y="623888"/>
                </a:cubicBezTo>
                <a:cubicBezTo>
                  <a:pt x="457200" y="615997"/>
                  <a:pt x="463597" y="609600"/>
                  <a:pt x="471488" y="609600"/>
                </a:cubicBezTo>
                <a:cubicBezTo>
                  <a:pt x="479378" y="609600"/>
                  <a:pt x="485775" y="615997"/>
                  <a:pt x="485775" y="623888"/>
                </a:cubicBezTo>
                <a:close/>
                <a:moveTo>
                  <a:pt x="485775" y="776288"/>
                </a:moveTo>
                <a:cubicBezTo>
                  <a:pt x="485775" y="784178"/>
                  <a:pt x="479378" y="790575"/>
                  <a:pt x="471488" y="790575"/>
                </a:cubicBezTo>
                <a:cubicBezTo>
                  <a:pt x="463597" y="790575"/>
                  <a:pt x="457200" y="784178"/>
                  <a:pt x="457200" y="776288"/>
                </a:cubicBezTo>
                <a:cubicBezTo>
                  <a:pt x="457200" y="768397"/>
                  <a:pt x="463597" y="762000"/>
                  <a:pt x="471488" y="762000"/>
                </a:cubicBezTo>
                <a:cubicBezTo>
                  <a:pt x="479378" y="762000"/>
                  <a:pt x="485775" y="768397"/>
                  <a:pt x="485775" y="776288"/>
                </a:cubicBezTo>
                <a:close/>
                <a:moveTo>
                  <a:pt x="485775" y="928688"/>
                </a:moveTo>
                <a:cubicBezTo>
                  <a:pt x="485775" y="936578"/>
                  <a:pt x="479378" y="942975"/>
                  <a:pt x="471488" y="942975"/>
                </a:cubicBezTo>
                <a:cubicBezTo>
                  <a:pt x="463597" y="942975"/>
                  <a:pt x="457200" y="936578"/>
                  <a:pt x="457200" y="928688"/>
                </a:cubicBezTo>
                <a:cubicBezTo>
                  <a:pt x="457200" y="920797"/>
                  <a:pt x="463597" y="914400"/>
                  <a:pt x="471488" y="914400"/>
                </a:cubicBezTo>
                <a:cubicBezTo>
                  <a:pt x="479378" y="914400"/>
                  <a:pt x="485775" y="920797"/>
                  <a:pt x="485775" y="928688"/>
                </a:cubicBezTo>
                <a:close/>
                <a:moveTo>
                  <a:pt x="485775" y="1081088"/>
                </a:moveTo>
                <a:cubicBezTo>
                  <a:pt x="485775" y="1088978"/>
                  <a:pt x="479378" y="1095375"/>
                  <a:pt x="471488" y="1095375"/>
                </a:cubicBezTo>
                <a:cubicBezTo>
                  <a:pt x="463597" y="1095375"/>
                  <a:pt x="457200" y="1088978"/>
                  <a:pt x="457200" y="1081088"/>
                </a:cubicBezTo>
                <a:cubicBezTo>
                  <a:pt x="457200" y="1073197"/>
                  <a:pt x="463597" y="1066800"/>
                  <a:pt x="471488" y="1066800"/>
                </a:cubicBezTo>
                <a:cubicBezTo>
                  <a:pt x="479378" y="1066800"/>
                  <a:pt x="485775" y="1073197"/>
                  <a:pt x="485775" y="1081088"/>
                </a:cubicBezTo>
                <a:close/>
                <a:moveTo>
                  <a:pt x="485775" y="1233488"/>
                </a:moveTo>
                <a:cubicBezTo>
                  <a:pt x="485775" y="1241378"/>
                  <a:pt x="479378" y="1247775"/>
                  <a:pt x="471488" y="1247775"/>
                </a:cubicBezTo>
                <a:cubicBezTo>
                  <a:pt x="463597" y="1247775"/>
                  <a:pt x="457200" y="1241378"/>
                  <a:pt x="457200" y="1233488"/>
                </a:cubicBezTo>
                <a:cubicBezTo>
                  <a:pt x="457200" y="1225597"/>
                  <a:pt x="463597" y="1219200"/>
                  <a:pt x="471488" y="1219200"/>
                </a:cubicBezTo>
                <a:cubicBezTo>
                  <a:pt x="479378" y="1219200"/>
                  <a:pt x="485775" y="1225597"/>
                  <a:pt x="485775" y="1233488"/>
                </a:cubicBezTo>
                <a:close/>
                <a:moveTo>
                  <a:pt x="485775" y="1385888"/>
                </a:moveTo>
                <a:cubicBezTo>
                  <a:pt x="485775" y="1393778"/>
                  <a:pt x="479378" y="1400175"/>
                  <a:pt x="471488" y="1400175"/>
                </a:cubicBezTo>
                <a:cubicBezTo>
                  <a:pt x="463597" y="1400175"/>
                  <a:pt x="457200" y="1393778"/>
                  <a:pt x="457200" y="1385888"/>
                </a:cubicBezTo>
                <a:cubicBezTo>
                  <a:pt x="457200" y="1377997"/>
                  <a:pt x="463597" y="1371600"/>
                  <a:pt x="471488" y="1371600"/>
                </a:cubicBezTo>
                <a:cubicBezTo>
                  <a:pt x="479378" y="1371600"/>
                  <a:pt x="485775" y="1377997"/>
                  <a:pt x="485775" y="1385888"/>
                </a:cubicBezTo>
                <a:close/>
                <a:moveTo>
                  <a:pt x="485775" y="1538288"/>
                </a:moveTo>
                <a:cubicBezTo>
                  <a:pt x="485775" y="1546178"/>
                  <a:pt x="479378" y="1552575"/>
                  <a:pt x="471488" y="1552575"/>
                </a:cubicBezTo>
                <a:cubicBezTo>
                  <a:pt x="463597" y="1552575"/>
                  <a:pt x="457200" y="1546178"/>
                  <a:pt x="457200" y="1538288"/>
                </a:cubicBezTo>
                <a:cubicBezTo>
                  <a:pt x="457200" y="1530397"/>
                  <a:pt x="463597" y="1524000"/>
                  <a:pt x="471488" y="1524000"/>
                </a:cubicBezTo>
                <a:cubicBezTo>
                  <a:pt x="479378" y="1524000"/>
                  <a:pt x="485775" y="1530397"/>
                  <a:pt x="485775" y="1538288"/>
                </a:cubicBezTo>
                <a:close/>
                <a:moveTo>
                  <a:pt x="485775" y="1690688"/>
                </a:moveTo>
                <a:cubicBezTo>
                  <a:pt x="485775" y="1698578"/>
                  <a:pt x="479378" y="1704975"/>
                  <a:pt x="471488" y="1704975"/>
                </a:cubicBezTo>
                <a:cubicBezTo>
                  <a:pt x="463597" y="1704975"/>
                  <a:pt x="457200" y="1698578"/>
                  <a:pt x="457200" y="1690688"/>
                </a:cubicBezTo>
                <a:cubicBezTo>
                  <a:pt x="457200" y="1682797"/>
                  <a:pt x="463597" y="1676400"/>
                  <a:pt x="471488" y="1676400"/>
                </a:cubicBezTo>
                <a:cubicBezTo>
                  <a:pt x="479378" y="1676400"/>
                  <a:pt x="485775" y="1682797"/>
                  <a:pt x="485775" y="1690688"/>
                </a:cubicBezTo>
                <a:close/>
                <a:moveTo>
                  <a:pt x="485775" y="1843088"/>
                </a:moveTo>
                <a:cubicBezTo>
                  <a:pt x="485775" y="1850978"/>
                  <a:pt x="479378" y="1857375"/>
                  <a:pt x="471488" y="1857375"/>
                </a:cubicBezTo>
                <a:cubicBezTo>
                  <a:pt x="463597" y="1857375"/>
                  <a:pt x="457200" y="1850978"/>
                  <a:pt x="457200" y="1843088"/>
                </a:cubicBezTo>
                <a:cubicBezTo>
                  <a:pt x="457200" y="1835197"/>
                  <a:pt x="463597" y="1828800"/>
                  <a:pt x="471488" y="1828800"/>
                </a:cubicBezTo>
                <a:cubicBezTo>
                  <a:pt x="479378" y="1828800"/>
                  <a:pt x="485775" y="1835197"/>
                  <a:pt x="485775" y="1843088"/>
                </a:cubicBezTo>
                <a:close/>
                <a:moveTo>
                  <a:pt x="485775" y="1995488"/>
                </a:moveTo>
                <a:cubicBezTo>
                  <a:pt x="485775" y="2003378"/>
                  <a:pt x="479378" y="2009775"/>
                  <a:pt x="471488" y="2009775"/>
                </a:cubicBezTo>
                <a:cubicBezTo>
                  <a:pt x="463597" y="2009775"/>
                  <a:pt x="457200" y="2003378"/>
                  <a:pt x="457200" y="1995488"/>
                </a:cubicBezTo>
                <a:cubicBezTo>
                  <a:pt x="457200" y="1987597"/>
                  <a:pt x="463597" y="1981200"/>
                  <a:pt x="471488" y="1981200"/>
                </a:cubicBezTo>
                <a:cubicBezTo>
                  <a:pt x="479378" y="1981200"/>
                  <a:pt x="485775" y="1987597"/>
                  <a:pt x="485775" y="1995488"/>
                </a:cubicBezTo>
                <a:close/>
                <a:moveTo>
                  <a:pt x="485775" y="2147888"/>
                </a:moveTo>
                <a:cubicBezTo>
                  <a:pt x="485775" y="2155778"/>
                  <a:pt x="479378" y="2162175"/>
                  <a:pt x="471488" y="2162175"/>
                </a:cubicBezTo>
                <a:cubicBezTo>
                  <a:pt x="463597" y="2162175"/>
                  <a:pt x="457200" y="2155778"/>
                  <a:pt x="457200" y="2147888"/>
                </a:cubicBezTo>
                <a:cubicBezTo>
                  <a:pt x="457200" y="2139997"/>
                  <a:pt x="463597" y="2133600"/>
                  <a:pt x="471488" y="2133600"/>
                </a:cubicBezTo>
                <a:cubicBezTo>
                  <a:pt x="479378" y="2133600"/>
                  <a:pt x="485775" y="2139997"/>
                  <a:pt x="485775" y="2147888"/>
                </a:cubicBezTo>
                <a:close/>
                <a:moveTo>
                  <a:pt x="485775" y="2300288"/>
                </a:moveTo>
                <a:cubicBezTo>
                  <a:pt x="485775" y="2308178"/>
                  <a:pt x="479378" y="2314575"/>
                  <a:pt x="471488" y="2314575"/>
                </a:cubicBezTo>
                <a:cubicBezTo>
                  <a:pt x="463597" y="2314575"/>
                  <a:pt x="457200" y="2308178"/>
                  <a:pt x="457200" y="2300288"/>
                </a:cubicBezTo>
                <a:cubicBezTo>
                  <a:pt x="457200" y="2292397"/>
                  <a:pt x="463597" y="2286000"/>
                  <a:pt x="471488" y="2286000"/>
                </a:cubicBezTo>
                <a:cubicBezTo>
                  <a:pt x="479378" y="2286000"/>
                  <a:pt x="485775" y="2292397"/>
                  <a:pt x="485775" y="2300288"/>
                </a:cubicBezTo>
                <a:close/>
                <a:moveTo>
                  <a:pt x="485775" y="2452688"/>
                </a:moveTo>
                <a:cubicBezTo>
                  <a:pt x="485775" y="2460578"/>
                  <a:pt x="479378" y="2466975"/>
                  <a:pt x="471488" y="2466975"/>
                </a:cubicBezTo>
                <a:cubicBezTo>
                  <a:pt x="463597" y="2466975"/>
                  <a:pt x="457200" y="2460578"/>
                  <a:pt x="457200" y="2452688"/>
                </a:cubicBezTo>
                <a:cubicBezTo>
                  <a:pt x="457200" y="2444797"/>
                  <a:pt x="463597" y="2438400"/>
                  <a:pt x="471488" y="2438400"/>
                </a:cubicBezTo>
                <a:cubicBezTo>
                  <a:pt x="479378" y="2438400"/>
                  <a:pt x="485775" y="2444797"/>
                  <a:pt x="485775" y="2452688"/>
                </a:cubicBezTo>
                <a:close/>
                <a:moveTo>
                  <a:pt x="485775" y="2605088"/>
                </a:moveTo>
                <a:cubicBezTo>
                  <a:pt x="485775" y="2612978"/>
                  <a:pt x="479378" y="2619375"/>
                  <a:pt x="471488" y="2619375"/>
                </a:cubicBezTo>
                <a:cubicBezTo>
                  <a:pt x="463597" y="2619375"/>
                  <a:pt x="457200" y="2612978"/>
                  <a:pt x="457200" y="2605088"/>
                </a:cubicBezTo>
                <a:cubicBezTo>
                  <a:pt x="457200" y="2597197"/>
                  <a:pt x="463597" y="2590800"/>
                  <a:pt x="471488" y="2590800"/>
                </a:cubicBezTo>
                <a:cubicBezTo>
                  <a:pt x="479378" y="2590800"/>
                  <a:pt x="485775" y="2597197"/>
                  <a:pt x="485775" y="2605088"/>
                </a:cubicBezTo>
                <a:close/>
                <a:moveTo>
                  <a:pt x="485775" y="2757488"/>
                </a:moveTo>
                <a:cubicBezTo>
                  <a:pt x="485775" y="2765378"/>
                  <a:pt x="479378" y="2771775"/>
                  <a:pt x="471488" y="2771775"/>
                </a:cubicBezTo>
                <a:cubicBezTo>
                  <a:pt x="463597" y="2771775"/>
                  <a:pt x="457200" y="2765378"/>
                  <a:pt x="457200" y="2757488"/>
                </a:cubicBezTo>
                <a:cubicBezTo>
                  <a:pt x="457200" y="2749597"/>
                  <a:pt x="463597" y="2743200"/>
                  <a:pt x="471488" y="2743200"/>
                </a:cubicBezTo>
                <a:cubicBezTo>
                  <a:pt x="479378" y="2743200"/>
                  <a:pt x="485775" y="2749597"/>
                  <a:pt x="485775" y="2757488"/>
                </a:cubicBezTo>
                <a:close/>
                <a:moveTo>
                  <a:pt x="485775" y="2909888"/>
                </a:moveTo>
                <a:cubicBezTo>
                  <a:pt x="485775" y="2917778"/>
                  <a:pt x="479378" y="2924175"/>
                  <a:pt x="471488" y="2924175"/>
                </a:cubicBezTo>
                <a:cubicBezTo>
                  <a:pt x="463597" y="2924175"/>
                  <a:pt x="457200" y="2917778"/>
                  <a:pt x="457200" y="2909888"/>
                </a:cubicBezTo>
                <a:cubicBezTo>
                  <a:pt x="457200" y="2901997"/>
                  <a:pt x="463597" y="2895600"/>
                  <a:pt x="471488" y="2895600"/>
                </a:cubicBezTo>
                <a:cubicBezTo>
                  <a:pt x="479378" y="2895600"/>
                  <a:pt x="485775" y="2901997"/>
                  <a:pt x="485775" y="2909888"/>
                </a:cubicBezTo>
                <a:close/>
                <a:moveTo>
                  <a:pt x="485775" y="3062288"/>
                </a:moveTo>
                <a:cubicBezTo>
                  <a:pt x="485775" y="3070178"/>
                  <a:pt x="479378" y="3076575"/>
                  <a:pt x="471488" y="3076575"/>
                </a:cubicBezTo>
                <a:cubicBezTo>
                  <a:pt x="463597" y="3076575"/>
                  <a:pt x="457200" y="3070178"/>
                  <a:pt x="457200" y="3062288"/>
                </a:cubicBezTo>
                <a:cubicBezTo>
                  <a:pt x="457200" y="3054397"/>
                  <a:pt x="463597" y="3048000"/>
                  <a:pt x="471488" y="3048000"/>
                </a:cubicBezTo>
                <a:cubicBezTo>
                  <a:pt x="479378" y="3048000"/>
                  <a:pt x="485775" y="3054397"/>
                  <a:pt x="485775" y="3062288"/>
                </a:cubicBezTo>
                <a:close/>
                <a:moveTo>
                  <a:pt x="485775" y="3214688"/>
                </a:moveTo>
                <a:cubicBezTo>
                  <a:pt x="485775" y="3222578"/>
                  <a:pt x="479378" y="3228975"/>
                  <a:pt x="471488" y="3228975"/>
                </a:cubicBezTo>
                <a:cubicBezTo>
                  <a:pt x="463597" y="3228975"/>
                  <a:pt x="457200" y="3222578"/>
                  <a:pt x="457200" y="3214688"/>
                </a:cubicBezTo>
                <a:cubicBezTo>
                  <a:pt x="457200" y="3206797"/>
                  <a:pt x="463597" y="3200400"/>
                  <a:pt x="471488" y="3200400"/>
                </a:cubicBezTo>
                <a:cubicBezTo>
                  <a:pt x="479378" y="3200400"/>
                  <a:pt x="485775" y="3206797"/>
                  <a:pt x="485775" y="3214688"/>
                </a:cubicBezTo>
                <a:close/>
                <a:moveTo>
                  <a:pt x="485775" y="3367088"/>
                </a:moveTo>
                <a:cubicBezTo>
                  <a:pt x="485775" y="3374978"/>
                  <a:pt x="479378" y="3381375"/>
                  <a:pt x="471488" y="3381375"/>
                </a:cubicBezTo>
                <a:cubicBezTo>
                  <a:pt x="463597" y="3381375"/>
                  <a:pt x="457200" y="3374978"/>
                  <a:pt x="457200" y="3367088"/>
                </a:cubicBezTo>
                <a:cubicBezTo>
                  <a:pt x="457200" y="3359197"/>
                  <a:pt x="463597" y="3352800"/>
                  <a:pt x="471488" y="3352800"/>
                </a:cubicBezTo>
                <a:cubicBezTo>
                  <a:pt x="479378" y="3352800"/>
                  <a:pt x="485775" y="3359197"/>
                  <a:pt x="485775" y="3367088"/>
                </a:cubicBezTo>
                <a:close/>
                <a:moveTo>
                  <a:pt x="485775" y="3519488"/>
                </a:moveTo>
                <a:cubicBezTo>
                  <a:pt x="485775" y="3527378"/>
                  <a:pt x="479378" y="3533775"/>
                  <a:pt x="471488" y="3533775"/>
                </a:cubicBezTo>
                <a:cubicBezTo>
                  <a:pt x="463597" y="3533775"/>
                  <a:pt x="457200" y="3527378"/>
                  <a:pt x="457200" y="3519488"/>
                </a:cubicBezTo>
                <a:cubicBezTo>
                  <a:pt x="457200" y="3511597"/>
                  <a:pt x="463597" y="3505200"/>
                  <a:pt x="471488" y="3505200"/>
                </a:cubicBezTo>
                <a:cubicBezTo>
                  <a:pt x="479378" y="3505200"/>
                  <a:pt x="485775" y="3511597"/>
                  <a:pt x="485775" y="3519488"/>
                </a:cubicBezTo>
                <a:close/>
                <a:moveTo>
                  <a:pt x="485775" y="3671888"/>
                </a:moveTo>
                <a:cubicBezTo>
                  <a:pt x="485775" y="3679778"/>
                  <a:pt x="479378" y="3686175"/>
                  <a:pt x="471488" y="3686175"/>
                </a:cubicBezTo>
                <a:cubicBezTo>
                  <a:pt x="463597" y="3686175"/>
                  <a:pt x="457200" y="3679778"/>
                  <a:pt x="457200" y="3671888"/>
                </a:cubicBezTo>
                <a:cubicBezTo>
                  <a:pt x="457200" y="3663997"/>
                  <a:pt x="463597" y="3657600"/>
                  <a:pt x="471488" y="3657600"/>
                </a:cubicBezTo>
                <a:cubicBezTo>
                  <a:pt x="479378" y="3657600"/>
                  <a:pt x="485775" y="3663997"/>
                  <a:pt x="485775" y="3671888"/>
                </a:cubicBezTo>
                <a:close/>
                <a:moveTo>
                  <a:pt x="485775" y="3824288"/>
                </a:moveTo>
                <a:cubicBezTo>
                  <a:pt x="485775" y="3832178"/>
                  <a:pt x="479378" y="3838575"/>
                  <a:pt x="471488" y="3838575"/>
                </a:cubicBezTo>
                <a:cubicBezTo>
                  <a:pt x="463597" y="3838575"/>
                  <a:pt x="457200" y="3832178"/>
                  <a:pt x="457200" y="3824288"/>
                </a:cubicBezTo>
                <a:cubicBezTo>
                  <a:pt x="457200" y="3816397"/>
                  <a:pt x="463597" y="3810000"/>
                  <a:pt x="471488" y="3810000"/>
                </a:cubicBezTo>
                <a:cubicBezTo>
                  <a:pt x="479378" y="3810000"/>
                  <a:pt x="485775" y="3816397"/>
                  <a:pt x="485775" y="3824288"/>
                </a:cubicBezTo>
                <a:close/>
                <a:moveTo>
                  <a:pt x="485775" y="3976688"/>
                </a:moveTo>
                <a:cubicBezTo>
                  <a:pt x="485775" y="3984578"/>
                  <a:pt x="479378" y="3990975"/>
                  <a:pt x="471488" y="3990975"/>
                </a:cubicBezTo>
                <a:cubicBezTo>
                  <a:pt x="463597" y="3990975"/>
                  <a:pt x="457200" y="3984578"/>
                  <a:pt x="457200" y="3976688"/>
                </a:cubicBezTo>
                <a:cubicBezTo>
                  <a:pt x="457200" y="3968797"/>
                  <a:pt x="463597" y="3962400"/>
                  <a:pt x="471488" y="3962400"/>
                </a:cubicBezTo>
                <a:cubicBezTo>
                  <a:pt x="479378" y="3962400"/>
                  <a:pt x="485775" y="3968797"/>
                  <a:pt x="485775" y="3976688"/>
                </a:cubicBezTo>
                <a:close/>
                <a:moveTo>
                  <a:pt x="485775" y="4129088"/>
                </a:moveTo>
                <a:cubicBezTo>
                  <a:pt x="485775" y="4136978"/>
                  <a:pt x="479378" y="4143375"/>
                  <a:pt x="471488" y="4143375"/>
                </a:cubicBezTo>
                <a:cubicBezTo>
                  <a:pt x="463597" y="4143375"/>
                  <a:pt x="457200" y="4136978"/>
                  <a:pt x="457200" y="4129088"/>
                </a:cubicBezTo>
                <a:cubicBezTo>
                  <a:pt x="457200" y="4121197"/>
                  <a:pt x="463597" y="4114800"/>
                  <a:pt x="471488" y="4114800"/>
                </a:cubicBezTo>
                <a:cubicBezTo>
                  <a:pt x="479378" y="4114800"/>
                  <a:pt x="485775" y="4121197"/>
                  <a:pt x="485775" y="4129088"/>
                </a:cubicBezTo>
                <a:close/>
                <a:moveTo>
                  <a:pt x="485775" y="4281488"/>
                </a:moveTo>
                <a:cubicBezTo>
                  <a:pt x="485775" y="4289378"/>
                  <a:pt x="479378" y="4295775"/>
                  <a:pt x="471488" y="4295775"/>
                </a:cubicBezTo>
                <a:cubicBezTo>
                  <a:pt x="463597" y="4295775"/>
                  <a:pt x="457200" y="4289378"/>
                  <a:pt x="457200" y="4281488"/>
                </a:cubicBezTo>
                <a:cubicBezTo>
                  <a:pt x="457200" y="4273597"/>
                  <a:pt x="463597" y="4267200"/>
                  <a:pt x="471488" y="4267200"/>
                </a:cubicBezTo>
                <a:cubicBezTo>
                  <a:pt x="479378" y="4267200"/>
                  <a:pt x="485775" y="4273597"/>
                  <a:pt x="485775" y="4281488"/>
                </a:cubicBezTo>
                <a:close/>
                <a:moveTo>
                  <a:pt x="485775" y="4433888"/>
                </a:moveTo>
                <a:cubicBezTo>
                  <a:pt x="485775" y="4441778"/>
                  <a:pt x="479378" y="4448175"/>
                  <a:pt x="471488" y="4448175"/>
                </a:cubicBezTo>
                <a:cubicBezTo>
                  <a:pt x="463597" y="4448175"/>
                  <a:pt x="457200" y="4441778"/>
                  <a:pt x="457200" y="4433888"/>
                </a:cubicBezTo>
                <a:cubicBezTo>
                  <a:pt x="457200" y="4425997"/>
                  <a:pt x="463597" y="4419600"/>
                  <a:pt x="471488" y="4419600"/>
                </a:cubicBezTo>
                <a:cubicBezTo>
                  <a:pt x="479378" y="4419600"/>
                  <a:pt x="485775" y="4425997"/>
                  <a:pt x="485775" y="4433888"/>
                </a:cubicBezTo>
                <a:close/>
                <a:moveTo>
                  <a:pt x="485775" y="4586288"/>
                </a:moveTo>
                <a:cubicBezTo>
                  <a:pt x="485775" y="4594178"/>
                  <a:pt x="479378" y="4600575"/>
                  <a:pt x="471488" y="4600575"/>
                </a:cubicBezTo>
                <a:cubicBezTo>
                  <a:pt x="463597" y="4600575"/>
                  <a:pt x="457200" y="4594178"/>
                  <a:pt x="457200" y="4586288"/>
                </a:cubicBezTo>
                <a:cubicBezTo>
                  <a:pt x="457200" y="4578397"/>
                  <a:pt x="463597" y="4572000"/>
                  <a:pt x="471488" y="4572000"/>
                </a:cubicBezTo>
                <a:cubicBezTo>
                  <a:pt x="479378" y="4572000"/>
                  <a:pt x="485775" y="4578397"/>
                  <a:pt x="485775" y="4586288"/>
                </a:cubicBezTo>
                <a:close/>
                <a:moveTo>
                  <a:pt x="485775" y="4738688"/>
                </a:moveTo>
                <a:cubicBezTo>
                  <a:pt x="485775" y="4746578"/>
                  <a:pt x="479378" y="4752975"/>
                  <a:pt x="471488" y="4752975"/>
                </a:cubicBezTo>
                <a:cubicBezTo>
                  <a:pt x="463597" y="4752975"/>
                  <a:pt x="457200" y="4746578"/>
                  <a:pt x="457200" y="4738688"/>
                </a:cubicBezTo>
                <a:cubicBezTo>
                  <a:pt x="457200" y="4730797"/>
                  <a:pt x="463597" y="4724400"/>
                  <a:pt x="471488" y="4724400"/>
                </a:cubicBezTo>
                <a:cubicBezTo>
                  <a:pt x="479378" y="4724400"/>
                  <a:pt x="485775" y="4730797"/>
                  <a:pt x="485775" y="4738688"/>
                </a:cubicBezTo>
                <a:close/>
                <a:moveTo>
                  <a:pt x="638175" y="14288"/>
                </a:moveTo>
                <a:cubicBezTo>
                  <a:pt x="638175" y="22178"/>
                  <a:pt x="631778" y="28575"/>
                  <a:pt x="623888" y="28575"/>
                </a:cubicBezTo>
                <a:cubicBezTo>
                  <a:pt x="615997" y="28575"/>
                  <a:pt x="609600" y="22178"/>
                  <a:pt x="609600" y="14288"/>
                </a:cubicBezTo>
                <a:cubicBezTo>
                  <a:pt x="609600" y="6397"/>
                  <a:pt x="615997" y="0"/>
                  <a:pt x="623888" y="0"/>
                </a:cubicBezTo>
                <a:cubicBezTo>
                  <a:pt x="631778" y="0"/>
                  <a:pt x="638175" y="6397"/>
                  <a:pt x="638175" y="14288"/>
                </a:cubicBezTo>
                <a:close/>
                <a:moveTo>
                  <a:pt x="638175" y="166688"/>
                </a:moveTo>
                <a:cubicBezTo>
                  <a:pt x="638175" y="174578"/>
                  <a:pt x="631778" y="180975"/>
                  <a:pt x="623888" y="180975"/>
                </a:cubicBezTo>
                <a:cubicBezTo>
                  <a:pt x="615997" y="180975"/>
                  <a:pt x="609600" y="174578"/>
                  <a:pt x="609600" y="166688"/>
                </a:cubicBezTo>
                <a:cubicBezTo>
                  <a:pt x="609600" y="158797"/>
                  <a:pt x="615997" y="152400"/>
                  <a:pt x="623888" y="152400"/>
                </a:cubicBezTo>
                <a:cubicBezTo>
                  <a:pt x="631778" y="152400"/>
                  <a:pt x="638175" y="158797"/>
                  <a:pt x="638175" y="166688"/>
                </a:cubicBezTo>
                <a:close/>
                <a:moveTo>
                  <a:pt x="638175" y="319088"/>
                </a:moveTo>
                <a:cubicBezTo>
                  <a:pt x="638175" y="326978"/>
                  <a:pt x="631778" y="333375"/>
                  <a:pt x="623888" y="333375"/>
                </a:cubicBezTo>
                <a:cubicBezTo>
                  <a:pt x="615997" y="333375"/>
                  <a:pt x="609600" y="326978"/>
                  <a:pt x="609600" y="319088"/>
                </a:cubicBezTo>
                <a:cubicBezTo>
                  <a:pt x="609600" y="311197"/>
                  <a:pt x="615997" y="304800"/>
                  <a:pt x="623888" y="304800"/>
                </a:cubicBezTo>
                <a:cubicBezTo>
                  <a:pt x="631778" y="304800"/>
                  <a:pt x="638175" y="311197"/>
                  <a:pt x="638175" y="319088"/>
                </a:cubicBezTo>
                <a:close/>
                <a:moveTo>
                  <a:pt x="638175" y="471488"/>
                </a:moveTo>
                <a:cubicBezTo>
                  <a:pt x="638175" y="479378"/>
                  <a:pt x="631778" y="485775"/>
                  <a:pt x="623888" y="485775"/>
                </a:cubicBezTo>
                <a:cubicBezTo>
                  <a:pt x="615997" y="485775"/>
                  <a:pt x="609600" y="479378"/>
                  <a:pt x="609600" y="471488"/>
                </a:cubicBezTo>
                <a:cubicBezTo>
                  <a:pt x="609600" y="463597"/>
                  <a:pt x="615997" y="457200"/>
                  <a:pt x="623888" y="457200"/>
                </a:cubicBezTo>
                <a:cubicBezTo>
                  <a:pt x="631778" y="457200"/>
                  <a:pt x="638175" y="463597"/>
                  <a:pt x="638175" y="471488"/>
                </a:cubicBezTo>
                <a:close/>
                <a:moveTo>
                  <a:pt x="638175" y="623888"/>
                </a:moveTo>
                <a:cubicBezTo>
                  <a:pt x="638175" y="631778"/>
                  <a:pt x="631778" y="638175"/>
                  <a:pt x="623888" y="638175"/>
                </a:cubicBezTo>
                <a:cubicBezTo>
                  <a:pt x="615997" y="638175"/>
                  <a:pt x="609600" y="631778"/>
                  <a:pt x="609600" y="623888"/>
                </a:cubicBezTo>
                <a:cubicBezTo>
                  <a:pt x="609600" y="615997"/>
                  <a:pt x="615997" y="609600"/>
                  <a:pt x="623888" y="609600"/>
                </a:cubicBezTo>
                <a:cubicBezTo>
                  <a:pt x="631778" y="609600"/>
                  <a:pt x="638175" y="615997"/>
                  <a:pt x="638175" y="623888"/>
                </a:cubicBezTo>
                <a:close/>
                <a:moveTo>
                  <a:pt x="638175" y="776288"/>
                </a:moveTo>
                <a:cubicBezTo>
                  <a:pt x="638175" y="784178"/>
                  <a:pt x="631778" y="790575"/>
                  <a:pt x="623888" y="790575"/>
                </a:cubicBezTo>
                <a:cubicBezTo>
                  <a:pt x="615997" y="790575"/>
                  <a:pt x="609600" y="784178"/>
                  <a:pt x="609600" y="776288"/>
                </a:cubicBezTo>
                <a:cubicBezTo>
                  <a:pt x="609600" y="768397"/>
                  <a:pt x="615997" y="762000"/>
                  <a:pt x="623888" y="762000"/>
                </a:cubicBezTo>
                <a:cubicBezTo>
                  <a:pt x="631778" y="762000"/>
                  <a:pt x="638175" y="768397"/>
                  <a:pt x="638175" y="776288"/>
                </a:cubicBezTo>
                <a:close/>
                <a:moveTo>
                  <a:pt x="638175" y="928688"/>
                </a:moveTo>
                <a:cubicBezTo>
                  <a:pt x="638175" y="936578"/>
                  <a:pt x="631778" y="942975"/>
                  <a:pt x="623888" y="942975"/>
                </a:cubicBezTo>
                <a:cubicBezTo>
                  <a:pt x="615997" y="942975"/>
                  <a:pt x="609600" y="936578"/>
                  <a:pt x="609600" y="928688"/>
                </a:cubicBezTo>
                <a:cubicBezTo>
                  <a:pt x="609600" y="920797"/>
                  <a:pt x="615997" y="914400"/>
                  <a:pt x="623888" y="914400"/>
                </a:cubicBezTo>
                <a:cubicBezTo>
                  <a:pt x="631778" y="914400"/>
                  <a:pt x="638175" y="920797"/>
                  <a:pt x="638175" y="928688"/>
                </a:cubicBezTo>
                <a:close/>
                <a:moveTo>
                  <a:pt x="638175" y="1081088"/>
                </a:moveTo>
                <a:cubicBezTo>
                  <a:pt x="638175" y="1088978"/>
                  <a:pt x="631778" y="1095375"/>
                  <a:pt x="623888" y="1095375"/>
                </a:cubicBezTo>
                <a:cubicBezTo>
                  <a:pt x="615997" y="1095375"/>
                  <a:pt x="609600" y="1088978"/>
                  <a:pt x="609600" y="1081088"/>
                </a:cubicBezTo>
                <a:cubicBezTo>
                  <a:pt x="609600" y="1073197"/>
                  <a:pt x="615997" y="1066800"/>
                  <a:pt x="623888" y="1066800"/>
                </a:cubicBezTo>
                <a:cubicBezTo>
                  <a:pt x="631778" y="1066800"/>
                  <a:pt x="638175" y="1073197"/>
                  <a:pt x="638175" y="1081088"/>
                </a:cubicBezTo>
                <a:close/>
                <a:moveTo>
                  <a:pt x="638175" y="1233488"/>
                </a:moveTo>
                <a:cubicBezTo>
                  <a:pt x="638175" y="1241378"/>
                  <a:pt x="631778" y="1247775"/>
                  <a:pt x="623888" y="1247775"/>
                </a:cubicBezTo>
                <a:cubicBezTo>
                  <a:pt x="615997" y="1247775"/>
                  <a:pt x="609600" y="1241378"/>
                  <a:pt x="609600" y="1233488"/>
                </a:cubicBezTo>
                <a:cubicBezTo>
                  <a:pt x="609600" y="1225597"/>
                  <a:pt x="615997" y="1219200"/>
                  <a:pt x="623888" y="1219200"/>
                </a:cubicBezTo>
                <a:cubicBezTo>
                  <a:pt x="631778" y="1219200"/>
                  <a:pt x="638175" y="1225597"/>
                  <a:pt x="638175" y="1233488"/>
                </a:cubicBezTo>
                <a:close/>
                <a:moveTo>
                  <a:pt x="638175" y="1385888"/>
                </a:moveTo>
                <a:cubicBezTo>
                  <a:pt x="638175" y="1393778"/>
                  <a:pt x="631778" y="1400175"/>
                  <a:pt x="623888" y="1400175"/>
                </a:cubicBezTo>
                <a:cubicBezTo>
                  <a:pt x="615997" y="1400175"/>
                  <a:pt x="609600" y="1393778"/>
                  <a:pt x="609600" y="1385888"/>
                </a:cubicBezTo>
                <a:cubicBezTo>
                  <a:pt x="609600" y="1377997"/>
                  <a:pt x="615997" y="1371600"/>
                  <a:pt x="623888" y="1371600"/>
                </a:cubicBezTo>
                <a:cubicBezTo>
                  <a:pt x="631778" y="1371600"/>
                  <a:pt x="638175" y="1377997"/>
                  <a:pt x="638175" y="1385888"/>
                </a:cubicBezTo>
                <a:close/>
                <a:moveTo>
                  <a:pt x="638175" y="1538288"/>
                </a:moveTo>
                <a:cubicBezTo>
                  <a:pt x="638175" y="1546178"/>
                  <a:pt x="631778" y="1552575"/>
                  <a:pt x="623888" y="1552575"/>
                </a:cubicBezTo>
                <a:cubicBezTo>
                  <a:pt x="615997" y="1552575"/>
                  <a:pt x="609600" y="1546178"/>
                  <a:pt x="609600" y="1538288"/>
                </a:cubicBezTo>
                <a:cubicBezTo>
                  <a:pt x="609600" y="1530397"/>
                  <a:pt x="615997" y="1524000"/>
                  <a:pt x="623888" y="1524000"/>
                </a:cubicBezTo>
                <a:cubicBezTo>
                  <a:pt x="631778" y="1524000"/>
                  <a:pt x="638175" y="1530397"/>
                  <a:pt x="638175" y="1538288"/>
                </a:cubicBezTo>
                <a:close/>
                <a:moveTo>
                  <a:pt x="638175" y="1690688"/>
                </a:moveTo>
                <a:cubicBezTo>
                  <a:pt x="638175" y="1698578"/>
                  <a:pt x="631778" y="1704975"/>
                  <a:pt x="623888" y="1704975"/>
                </a:cubicBezTo>
                <a:cubicBezTo>
                  <a:pt x="615997" y="1704975"/>
                  <a:pt x="609600" y="1698578"/>
                  <a:pt x="609600" y="1690688"/>
                </a:cubicBezTo>
                <a:cubicBezTo>
                  <a:pt x="609600" y="1682797"/>
                  <a:pt x="615997" y="1676400"/>
                  <a:pt x="623888" y="1676400"/>
                </a:cubicBezTo>
                <a:cubicBezTo>
                  <a:pt x="631778" y="1676400"/>
                  <a:pt x="638175" y="1682797"/>
                  <a:pt x="638175" y="1690688"/>
                </a:cubicBezTo>
                <a:close/>
                <a:moveTo>
                  <a:pt x="638175" y="1843088"/>
                </a:moveTo>
                <a:cubicBezTo>
                  <a:pt x="638175" y="1850978"/>
                  <a:pt x="631778" y="1857375"/>
                  <a:pt x="623888" y="1857375"/>
                </a:cubicBezTo>
                <a:cubicBezTo>
                  <a:pt x="615997" y="1857375"/>
                  <a:pt x="609600" y="1850978"/>
                  <a:pt x="609600" y="1843088"/>
                </a:cubicBezTo>
                <a:cubicBezTo>
                  <a:pt x="609600" y="1835197"/>
                  <a:pt x="615997" y="1828800"/>
                  <a:pt x="623888" y="1828800"/>
                </a:cubicBezTo>
                <a:cubicBezTo>
                  <a:pt x="631778" y="1828800"/>
                  <a:pt x="638175" y="1835197"/>
                  <a:pt x="638175" y="1843088"/>
                </a:cubicBezTo>
                <a:close/>
                <a:moveTo>
                  <a:pt x="638175" y="1995488"/>
                </a:moveTo>
                <a:cubicBezTo>
                  <a:pt x="638175" y="2003378"/>
                  <a:pt x="631778" y="2009775"/>
                  <a:pt x="623888" y="2009775"/>
                </a:cubicBezTo>
                <a:cubicBezTo>
                  <a:pt x="615997" y="2009775"/>
                  <a:pt x="609600" y="2003378"/>
                  <a:pt x="609600" y="1995488"/>
                </a:cubicBezTo>
                <a:cubicBezTo>
                  <a:pt x="609600" y="1987597"/>
                  <a:pt x="615997" y="1981200"/>
                  <a:pt x="623888" y="1981200"/>
                </a:cubicBezTo>
                <a:cubicBezTo>
                  <a:pt x="631778" y="1981200"/>
                  <a:pt x="638175" y="1987597"/>
                  <a:pt x="638175" y="1995488"/>
                </a:cubicBezTo>
                <a:close/>
                <a:moveTo>
                  <a:pt x="638175" y="2147888"/>
                </a:moveTo>
                <a:cubicBezTo>
                  <a:pt x="638175" y="2155778"/>
                  <a:pt x="631778" y="2162175"/>
                  <a:pt x="623888" y="2162175"/>
                </a:cubicBezTo>
                <a:cubicBezTo>
                  <a:pt x="615997" y="2162175"/>
                  <a:pt x="609600" y="2155778"/>
                  <a:pt x="609600" y="2147888"/>
                </a:cubicBezTo>
                <a:cubicBezTo>
                  <a:pt x="609600" y="2139997"/>
                  <a:pt x="615997" y="2133600"/>
                  <a:pt x="623888" y="2133600"/>
                </a:cubicBezTo>
                <a:cubicBezTo>
                  <a:pt x="631778" y="2133600"/>
                  <a:pt x="638175" y="2139997"/>
                  <a:pt x="638175" y="2147888"/>
                </a:cubicBezTo>
                <a:close/>
                <a:moveTo>
                  <a:pt x="638175" y="2300288"/>
                </a:moveTo>
                <a:cubicBezTo>
                  <a:pt x="638175" y="2308178"/>
                  <a:pt x="631778" y="2314575"/>
                  <a:pt x="623888" y="2314575"/>
                </a:cubicBezTo>
                <a:cubicBezTo>
                  <a:pt x="615997" y="2314575"/>
                  <a:pt x="609600" y="2308178"/>
                  <a:pt x="609600" y="2300288"/>
                </a:cubicBezTo>
                <a:cubicBezTo>
                  <a:pt x="609600" y="2292397"/>
                  <a:pt x="615997" y="2286000"/>
                  <a:pt x="623888" y="2286000"/>
                </a:cubicBezTo>
                <a:cubicBezTo>
                  <a:pt x="631778" y="2286000"/>
                  <a:pt x="638175" y="2292397"/>
                  <a:pt x="638175" y="2300288"/>
                </a:cubicBezTo>
                <a:close/>
                <a:moveTo>
                  <a:pt x="638175" y="2452688"/>
                </a:moveTo>
                <a:cubicBezTo>
                  <a:pt x="638175" y="2460578"/>
                  <a:pt x="631778" y="2466975"/>
                  <a:pt x="623888" y="2466975"/>
                </a:cubicBezTo>
                <a:cubicBezTo>
                  <a:pt x="615997" y="2466975"/>
                  <a:pt x="609600" y="2460578"/>
                  <a:pt x="609600" y="2452688"/>
                </a:cubicBezTo>
                <a:cubicBezTo>
                  <a:pt x="609600" y="2444797"/>
                  <a:pt x="615997" y="2438400"/>
                  <a:pt x="623888" y="2438400"/>
                </a:cubicBezTo>
                <a:cubicBezTo>
                  <a:pt x="631778" y="2438400"/>
                  <a:pt x="638175" y="2444797"/>
                  <a:pt x="638175" y="2452688"/>
                </a:cubicBezTo>
                <a:close/>
                <a:moveTo>
                  <a:pt x="638175" y="2605088"/>
                </a:moveTo>
                <a:cubicBezTo>
                  <a:pt x="638175" y="2612978"/>
                  <a:pt x="631778" y="2619375"/>
                  <a:pt x="623888" y="2619375"/>
                </a:cubicBezTo>
                <a:cubicBezTo>
                  <a:pt x="615997" y="2619375"/>
                  <a:pt x="609600" y="2612978"/>
                  <a:pt x="609600" y="2605088"/>
                </a:cubicBezTo>
                <a:cubicBezTo>
                  <a:pt x="609600" y="2597197"/>
                  <a:pt x="615997" y="2590800"/>
                  <a:pt x="623888" y="2590800"/>
                </a:cubicBezTo>
                <a:cubicBezTo>
                  <a:pt x="631778" y="2590800"/>
                  <a:pt x="638175" y="2597197"/>
                  <a:pt x="638175" y="2605088"/>
                </a:cubicBezTo>
                <a:close/>
                <a:moveTo>
                  <a:pt x="638175" y="2757488"/>
                </a:moveTo>
                <a:cubicBezTo>
                  <a:pt x="638175" y="2765378"/>
                  <a:pt x="631778" y="2771775"/>
                  <a:pt x="623888" y="2771775"/>
                </a:cubicBezTo>
                <a:cubicBezTo>
                  <a:pt x="615997" y="2771775"/>
                  <a:pt x="609600" y="2765378"/>
                  <a:pt x="609600" y="2757488"/>
                </a:cubicBezTo>
                <a:cubicBezTo>
                  <a:pt x="609600" y="2749597"/>
                  <a:pt x="615997" y="2743200"/>
                  <a:pt x="623888" y="2743200"/>
                </a:cubicBezTo>
                <a:cubicBezTo>
                  <a:pt x="631778" y="2743200"/>
                  <a:pt x="638175" y="2749597"/>
                  <a:pt x="638175" y="2757488"/>
                </a:cubicBezTo>
                <a:close/>
                <a:moveTo>
                  <a:pt x="638175" y="2909888"/>
                </a:moveTo>
                <a:cubicBezTo>
                  <a:pt x="638175" y="2917778"/>
                  <a:pt x="631778" y="2924175"/>
                  <a:pt x="623888" y="2924175"/>
                </a:cubicBezTo>
                <a:cubicBezTo>
                  <a:pt x="615997" y="2924175"/>
                  <a:pt x="609600" y="2917778"/>
                  <a:pt x="609600" y="2909888"/>
                </a:cubicBezTo>
                <a:cubicBezTo>
                  <a:pt x="609600" y="2901997"/>
                  <a:pt x="615997" y="2895600"/>
                  <a:pt x="623888" y="2895600"/>
                </a:cubicBezTo>
                <a:cubicBezTo>
                  <a:pt x="631778" y="2895600"/>
                  <a:pt x="638175" y="2901997"/>
                  <a:pt x="638175" y="2909888"/>
                </a:cubicBezTo>
                <a:close/>
                <a:moveTo>
                  <a:pt x="638175" y="3062288"/>
                </a:moveTo>
                <a:cubicBezTo>
                  <a:pt x="638175" y="3070178"/>
                  <a:pt x="631778" y="3076575"/>
                  <a:pt x="623888" y="3076575"/>
                </a:cubicBezTo>
                <a:cubicBezTo>
                  <a:pt x="615997" y="3076575"/>
                  <a:pt x="609600" y="3070178"/>
                  <a:pt x="609600" y="3062288"/>
                </a:cubicBezTo>
                <a:cubicBezTo>
                  <a:pt x="609600" y="3054397"/>
                  <a:pt x="615997" y="3048000"/>
                  <a:pt x="623888" y="3048000"/>
                </a:cubicBezTo>
                <a:cubicBezTo>
                  <a:pt x="631778" y="3048000"/>
                  <a:pt x="638175" y="3054397"/>
                  <a:pt x="638175" y="3062288"/>
                </a:cubicBezTo>
                <a:close/>
                <a:moveTo>
                  <a:pt x="638175" y="3214688"/>
                </a:moveTo>
                <a:cubicBezTo>
                  <a:pt x="638175" y="3222578"/>
                  <a:pt x="631778" y="3228975"/>
                  <a:pt x="623888" y="3228975"/>
                </a:cubicBezTo>
                <a:cubicBezTo>
                  <a:pt x="615997" y="3228975"/>
                  <a:pt x="609600" y="3222578"/>
                  <a:pt x="609600" y="3214688"/>
                </a:cubicBezTo>
                <a:cubicBezTo>
                  <a:pt x="609600" y="3206797"/>
                  <a:pt x="615997" y="3200400"/>
                  <a:pt x="623888" y="3200400"/>
                </a:cubicBezTo>
                <a:cubicBezTo>
                  <a:pt x="631778" y="3200400"/>
                  <a:pt x="638175" y="3206797"/>
                  <a:pt x="638175" y="3214688"/>
                </a:cubicBezTo>
                <a:close/>
                <a:moveTo>
                  <a:pt x="638175" y="3367088"/>
                </a:moveTo>
                <a:cubicBezTo>
                  <a:pt x="638175" y="3374978"/>
                  <a:pt x="631778" y="3381375"/>
                  <a:pt x="623888" y="3381375"/>
                </a:cubicBezTo>
                <a:cubicBezTo>
                  <a:pt x="615997" y="3381375"/>
                  <a:pt x="609600" y="3374978"/>
                  <a:pt x="609600" y="3367088"/>
                </a:cubicBezTo>
                <a:cubicBezTo>
                  <a:pt x="609600" y="3359197"/>
                  <a:pt x="615997" y="3352800"/>
                  <a:pt x="623888" y="3352800"/>
                </a:cubicBezTo>
                <a:cubicBezTo>
                  <a:pt x="631778" y="3352800"/>
                  <a:pt x="638175" y="3359197"/>
                  <a:pt x="638175" y="3367088"/>
                </a:cubicBezTo>
                <a:close/>
                <a:moveTo>
                  <a:pt x="638175" y="3519488"/>
                </a:moveTo>
                <a:cubicBezTo>
                  <a:pt x="638175" y="3527378"/>
                  <a:pt x="631778" y="3533775"/>
                  <a:pt x="623888" y="3533775"/>
                </a:cubicBezTo>
                <a:cubicBezTo>
                  <a:pt x="615997" y="3533775"/>
                  <a:pt x="609600" y="3527378"/>
                  <a:pt x="609600" y="3519488"/>
                </a:cubicBezTo>
                <a:cubicBezTo>
                  <a:pt x="609600" y="3511597"/>
                  <a:pt x="615997" y="3505200"/>
                  <a:pt x="623888" y="3505200"/>
                </a:cubicBezTo>
                <a:cubicBezTo>
                  <a:pt x="631778" y="3505200"/>
                  <a:pt x="638175" y="3511597"/>
                  <a:pt x="638175" y="3519488"/>
                </a:cubicBezTo>
                <a:close/>
                <a:moveTo>
                  <a:pt x="638175" y="3671888"/>
                </a:moveTo>
                <a:cubicBezTo>
                  <a:pt x="638175" y="3679778"/>
                  <a:pt x="631778" y="3686175"/>
                  <a:pt x="623888" y="3686175"/>
                </a:cubicBezTo>
                <a:cubicBezTo>
                  <a:pt x="615997" y="3686175"/>
                  <a:pt x="609600" y="3679778"/>
                  <a:pt x="609600" y="3671888"/>
                </a:cubicBezTo>
                <a:cubicBezTo>
                  <a:pt x="609600" y="3663997"/>
                  <a:pt x="615997" y="3657600"/>
                  <a:pt x="623888" y="3657600"/>
                </a:cubicBezTo>
                <a:cubicBezTo>
                  <a:pt x="631778" y="3657600"/>
                  <a:pt x="638175" y="3663997"/>
                  <a:pt x="638175" y="3671888"/>
                </a:cubicBezTo>
                <a:close/>
                <a:moveTo>
                  <a:pt x="638175" y="3824288"/>
                </a:moveTo>
                <a:cubicBezTo>
                  <a:pt x="638175" y="3832178"/>
                  <a:pt x="631778" y="3838575"/>
                  <a:pt x="623888" y="3838575"/>
                </a:cubicBezTo>
                <a:cubicBezTo>
                  <a:pt x="615997" y="3838575"/>
                  <a:pt x="609600" y="3832178"/>
                  <a:pt x="609600" y="3824288"/>
                </a:cubicBezTo>
                <a:cubicBezTo>
                  <a:pt x="609600" y="3816397"/>
                  <a:pt x="615997" y="3810000"/>
                  <a:pt x="623888" y="3810000"/>
                </a:cubicBezTo>
                <a:cubicBezTo>
                  <a:pt x="631778" y="3810000"/>
                  <a:pt x="638175" y="3816397"/>
                  <a:pt x="638175" y="3824288"/>
                </a:cubicBezTo>
                <a:close/>
                <a:moveTo>
                  <a:pt x="638175" y="3976688"/>
                </a:moveTo>
                <a:cubicBezTo>
                  <a:pt x="638175" y="3984578"/>
                  <a:pt x="631778" y="3990975"/>
                  <a:pt x="623888" y="3990975"/>
                </a:cubicBezTo>
                <a:cubicBezTo>
                  <a:pt x="615997" y="3990975"/>
                  <a:pt x="609600" y="3984578"/>
                  <a:pt x="609600" y="3976688"/>
                </a:cubicBezTo>
                <a:cubicBezTo>
                  <a:pt x="609600" y="3968797"/>
                  <a:pt x="615997" y="3962400"/>
                  <a:pt x="623888" y="3962400"/>
                </a:cubicBezTo>
                <a:cubicBezTo>
                  <a:pt x="631778" y="3962400"/>
                  <a:pt x="638175" y="3968797"/>
                  <a:pt x="638175" y="3976688"/>
                </a:cubicBezTo>
                <a:close/>
                <a:moveTo>
                  <a:pt x="638175" y="4129088"/>
                </a:moveTo>
                <a:cubicBezTo>
                  <a:pt x="638175" y="4136978"/>
                  <a:pt x="631778" y="4143375"/>
                  <a:pt x="623888" y="4143375"/>
                </a:cubicBezTo>
                <a:cubicBezTo>
                  <a:pt x="615997" y="4143375"/>
                  <a:pt x="609600" y="4136978"/>
                  <a:pt x="609600" y="4129088"/>
                </a:cubicBezTo>
                <a:cubicBezTo>
                  <a:pt x="609600" y="4121197"/>
                  <a:pt x="615997" y="4114800"/>
                  <a:pt x="623888" y="4114800"/>
                </a:cubicBezTo>
                <a:cubicBezTo>
                  <a:pt x="631778" y="4114800"/>
                  <a:pt x="638175" y="4121197"/>
                  <a:pt x="638175" y="4129088"/>
                </a:cubicBezTo>
                <a:close/>
                <a:moveTo>
                  <a:pt x="638175" y="4281488"/>
                </a:moveTo>
                <a:cubicBezTo>
                  <a:pt x="638175" y="4289378"/>
                  <a:pt x="631778" y="4295775"/>
                  <a:pt x="623888" y="4295775"/>
                </a:cubicBezTo>
                <a:cubicBezTo>
                  <a:pt x="615997" y="4295775"/>
                  <a:pt x="609600" y="4289378"/>
                  <a:pt x="609600" y="4281488"/>
                </a:cubicBezTo>
                <a:cubicBezTo>
                  <a:pt x="609600" y="4273597"/>
                  <a:pt x="615997" y="4267200"/>
                  <a:pt x="623888" y="4267200"/>
                </a:cubicBezTo>
                <a:cubicBezTo>
                  <a:pt x="631778" y="4267200"/>
                  <a:pt x="638175" y="4273597"/>
                  <a:pt x="638175" y="4281488"/>
                </a:cubicBezTo>
                <a:close/>
                <a:moveTo>
                  <a:pt x="638175" y="4433888"/>
                </a:moveTo>
                <a:cubicBezTo>
                  <a:pt x="638175" y="4441778"/>
                  <a:pt x="631778" y="4448175"/>
                  <a:pt x="623888" y="4448175"/>
                </a:cubicBezTo>
                <a:cubicBezTo>
                  <a:pt x="615997" y="4448175"/>
                  <a:pt x="609600" y="4441778"/>
                  <a:pt x="609600" y="4433888"/>
                </a:cubicBezTo>
                <a:cubicBezTo>
                  <a:pt x="609600" y="4425997"/>
                  <a:pt x="615997" y="4419600"/>
                  <a:pt x="623888" y="4419600"/>
                </a:cubicBezTo>
                <a:cubicBezTo>
                  <a:pt x="631778" y="4419600"/>
                  <a:pt x="638175" y="4425997"/>
                  <a:pt x="638175" y="4433888"/>
                </a:cubicBezTo>
                <a:close/>
                <a:moveTo>
                  <a:pt x="638175" y="4586288"/>
                </a:moveTo>
                <a:cubicBezTo>
                  <a:pt x="638175" y="4594178"/>
                  <a:pt x="631778" y="4600575"/>
                  <a:pt x="623888" y="4600575"/>
                </a:cubicBezTo>
                <a:cubicBezTo>
                  <a:pt x="615997" y="4600575"/>
                  <a:pt x="609600" y="4594178"/>
                  <a:pt x="609600" y="4586288"/>
                </a:cubicBezTo>
                <a:cubicBezTo>
                  <a:pt x="609600" y="4578397"/>
                  <a:pt x="615997" y="4572000"/>
                  <a:pt x="623888" y="4572000"/>
                </a:cubicBezTo>
                <a:cubicBezTo>
                  <a:pt x="631778" y="4572000"/>
                  <a:pt x="638175" y="4578397"/>
                  <a:pt x="638175" y="4586288"/>
                </a:cubicBezTo>
                <a:close/>
                <a:moveTo>
                  <a:pt x="638175" y="4738688"/>
                </a:moveTo>
                <a:cubicBezTo>
                  <a:pt x="638175" y="4746578"/>
                  <a:pt x="631778" y="4752975"/>
                  <a:pt x="623888" y="4752975"/>
                </a:cubicBezTo>
                <a:cubicBezTo>
                  <a:pt x="615997" y="4752975"/>
                  <a:pt x="609600" y="4746578"/>
                  <a:pt x="609600" y="4738688"/>
                </a:cubicBezTo>
                <a:cubicBezTo>
                  <a:pt x="609600" y="4730797"/>
                  <a:pt x="615997" y="4724400"/>
                  <a:pt x="623888" y="4724400"/>
                </a:cubicBezTo>
                <a:cubicBezTo>
                  <a:pt x="631778" y="4724400"/>
                  <a:pt x="638175" y="4730797"/>
                  <a:pt x="638175" y="4738688"/>
                </a:cubicBezTo>
                <a:close/>
                <a:moveTo>
                  <a:pt x="790575" y="14288"/>
                </a:moveTo>
                <a:cubicBezTo>
                  <a:pt x="790575" y="22178"/>
                  <a:pt x="784178" y="28575"/>
                  <a:pt x="776288" y="28575"/>
                </a:cubicBezTo>
                <a:cubicBezTo>
                  <a:pt x="768397" y="28575"/>
                  <a:pt x="762000" y="22178"/>
                  <a:pt x="762000" y="14288"/>
                </a:cubicBezTo>
                <a:cubicBezTo>
                  <a:pt x="762000" y="6397"/>
                  <a:pt x="768397" y="0"/>
                  <a:pt x="776288" y="0"/>
                </a:cubicBezTo>
                <a:cubicBezTo>
                  <a:pt x="784178" y="0"/>
                  <a:pt x="790575" y="6397"/>
                  <a:pt x="790575" y="14288"/>
                </a:cubicBezTo>
                <a:close/>
                <a:moveTo>
                  <a:pt x="790575" y="166688"/>
                </a:moveTo>
                <a:cubicBezTo>
                  <a:pt x="790575" y="174578"/>
                  <a:pt x="784178" y="180975"/>
                  <a:pt x="776288" y="180975"/>
                </a:cubicBezTo>
                <a:cubicBezTo>
                  <a:pt x="768397" y="180975"/>
                  <a:pt x="762000" y="174578"/>
                  <a:pt x="762000" y="166688"/>
                </a:cubicBezTo>
                <a:cubicBezTo>
                  <a:pt x="762000" y="158797"/>
                  <a:pt x="768397" y="152400"/>
                  <a:pt x="776288" y="152400"/>
                </a:cubicBezTo>
                <a:cubicBezTo>
                  <a:pt x="784178" y="152400"/>
                  <a:pt x="790575" y="158797"/>
                  <a:pt x="790575" y="166688"/>
                </a:cubicBezTo>
                <a:close/>
                <a:moveTo>
                  <a:pt x="790575" y="319088"/>
                </a:moveTo>
                <a:cubicBezTo>
                  <a:pt x="790575" y="326978"/>
                  <a:pt x="784178" y="333375"/>
                  <a:pt x="776288" y="333375"/>
                </a:cubicBezTo>
                <a:cubicBezTo>
                  <a:pt x="768397" y="333375"/>
                  <a:pt x="762000" y="326978"/>
                  <a:pt x="762000" y="319088"/>
                </a:cubicBezTo>
                <a:cubicBezTo>
                  <a:pt x="762000" y="311197"/>
                  <a:pt x="768397" y="304800"/>
                  <a:pt x="776288" y="304800"/>
                </a:cubicBezTo>
                <a:cubicBezTo>
                  <a:pt x="784178" y="304800"/>
                  <a:pt x="790575" y="311197"/>
                  <a:pt x="790575" y="319088"/>
                </a:cubicBezTo>
                <a:close/>
                <a:moveTo>
                  <a:pt x="790575" y="471488"/>
                </a:moveTo>
                <a:cubicBezTo>
                  <a:pt x="790575" y="479378"/>
                  <a:pt x="784178" y="485775"/>
                  <a:pt x="776288" y="485775"/>
                </a:cubicBezTo>
                <a:cubicBezTo>
                  <a:pt x="768397" y="485775"/>
                  <a:pt x="762000" y="479378"/>
                  <a:pt x="762000" y="471488"/>
                </a:cubicBezTo>
                <a:cubicBezTo>
                  <a:pt x="762000" y="463597"/>
                  <a:pt x="768397" y="457200"/>
                  <a:pt x="776288" y="457200"/>
                </a:cubicBezTo>
                <a:cubicBezTo>
                  <a:pt x="784178" y="457200"/>
                  <a:pt x="790575" y="463597"/>
                  <a:pt x="790575" y="471488"/>
                </a:cubicBezTo>
                <a:close/>
                <a:moveTo>
                  <a:pt x="790575" y="623888"/>
                </a:moveTo>
                <a:cubicBezTo>
                  <a:pt x="790575" y="631778"/>
                  <a:pt x="784178" y="638175"/>
                  <a:pt x="776288" y="638175"/>
                </a:cubicBezTo>
                <a:cubicBezTo>
                  <a:pt x="768397" y="638175"/>
                  <a:pt x="762000" y="631778"/>
                  <a:pt x="762000" y="623888"/>
                </a:cubicBezTo>
                <a:cubicBezTo>
                  <a:pt x="762000" y="615997"/>
                  <a:pt x="768397" y="609600"/>
                  <a:pt x="776288" y="609600"/>
                </a:cubicBezTo>
                <a:cubicBezTo>
                  <a:pt x="784178" y="609600"/>
                  <a:pt x="790575" y="615997"/>
                  <a:pt x="790575" y="623888"/>
                </a:cubicBezTo>
                <a:close/>
                <a:moveTo>
                  <a:pt x="790575" y="776288"/>
                </a:moveTo>
                <a:cubicBezTo>
                  <a:pt x="790575" y="784178"/>
                  <a:pt x="784178" y="790575"/>
                  <a:pt x="776288" y="790575"/>
                </a:cubicBezTo>
                <a:cubicBezTo>
                  <a:pt x="768397" y="790575"/>
                  <a:pt x="762000" y="784178"/>
                  <a:pt x="762000" y="776288"/>
                </a:cubicBezTo>
                <a:cubicBezTo>
                  <a:pt x="762000" y="768397"/>
                  <a:pt x="768397" y="762000"/>
                  <a:pt x="776288" y="762000"/>
                </a:cubicBezTo>
                <a:cubicBezTo>
                  <a:pt x="784178" y="762000"/>
                  <a:pt x="790575" y="768397"/>
                  <a:pt x="790575" y="776288"/>
                </a:cubicBezTo>
                <a:close/>
                <a:moveTo>
                  <a:pt x="790575" y="928688"/>
                </a:moveTo>
                <a:cubicBezTo>
                  <a:pt x="790575" y="936578"/>
                  <a:pt x="784178" y="942975"/>
                  <a:pt x="776288" y="942975"/>
                </a:cubicBezTo>
                <a:cubicBezTo>
                  <a:pt x="768397" y="942975"/>
                  <a:pt x="762000" y="936578"/>
                  <a:pt x="762000" y="928688"/>
                </a:cubicBezTo>
                <a:cubicBezTo>
                  <a:pt x="762000" y="920797"/>
                  <a:pt x="768397" y="914400"/>
                  <a:pt x="776288" y="914400"/>
                </a:cubicBezTo>
                <a:cubicBezTo>
                  <a:pt x="784178" y="914400"/>
                  <a:pt x="790575" y="920797"/>
                  <a:pt x="790575" y="928688"/>
                </a:cubicBezTo>
                <a:close/>
                <a:moveTo>
                  <a:pt x="790575" y="1081088"/>
                </a:moveTo>
                <a:cubicBezTo>
                  <a:pt x="790575" y="1088978"/>
                  <a:pt x="784178" y="1095375"/>
                  <a:pt x="776288" y="1095375"/>
                </a:cubicBezTo>
                <a:cubicBezTo>
                  <a:pt x="768397" y="1095375"/>
                  <a:pt x="762000" y="1088978"/>
                  <a:pt x="762000" y="1081088"/>
                </a:cubicBezTo>
                <a:cubicBezTo>
                  <a:pt x="762000" y="1073197"/>
                  <a:pt x="768397" y="1066800"/>
                  <a:pt x="776288" y="1066800"/>
                </a:cubicBezTo>
                <a:cubicBezTo>
                  <a:pt x="784178" y="1066800"/>
                  <a:pt x="790575" y="1073197"/>
                  <a:pt x="790575" y="1081088"/>
                </a:cubicBezTo>
                <a:close/>
                <a:moveTo>
                  <a:pt x="790575" y="1233488"/>
                </a:moveTo>
                <a:cubicBezTo>
                  <a:pt x="790575" y="1241378"/>
                  <a:pt x="784178" y="1247775"/>
                  <a:pt x="776288" y="1247775"/>
                </a:cubicBezTo>
                <a:cubicBezTo>
                  <a:pt x="768397" y="1247775"/>
                  <a:pt x="762000" y="1241378"/>
                  <a:pt x="762000" y="1233488"/>
                </a:cubicBezTo>
                <a:cubicBezTo>
                  <a:pt x="762000" y="1225597"/>
                  <a:pt x="768397" y="1219200"/>
                  <a:pt x="776288" y="1219200"/>
                </a:cubicBezTo>
                <a:cubicBezTo>
                  <a:pt x="784178" y="1219200"/>
                  <a:pt x="790575" y="1225597"/>
                  <a:pt x="790575" y="1233488"/>
                </a:cubicBezTo>
                <a:close/>
                <a:moveTo>
                  <a:pt x="790575" y="1385888"/>
                </a:moveTo>
                <a:cubicBezTo>
                  <a:pt x="790575" y="1393778"/>
                  <a:pt x="784178" y="1400175"/>
                  <a:pt x="776288" y="1400175"/>
                </a:cubicBezTo>
                <a:cubicBezTo>
                  <a:pt x="768397" y="1400175"/>
                  <a:pt x="762000" y="1393778"/>
                  <a:pt x="762000" y="1385888"/>
                </a:cubicBezTo>
                <a:cubicBezTo>
                  <a:pt x="762000" y="1377997"/>
                  <a:pt x="768397" y="1371600"/>
                  <a:pt x="776288" y="1371600"/>
                </a:cubicBezTo>
                <a:cubicBezTo>
                  <a:pt x="784178" y="1371600"/>
                  <a:pt x="790575" y="1377997"/>
                  <a:pt x="790575" y="1385888"/>
                </a:cubicBezTo>
                <a:close/>
                <a:moveTo>
                  <a:pt x="790575" y="1538288"/>
                </a:moveTo>
                <a:cubicBezTo>
                  <a:pt x="790575" y="1546178"/>
                  <a:pt x="784178" y="1552575"/>
                  <a:pt x="776288" y="1552575"/>
                </a:cubicBezTo>
                <a:cubicBezTo>
                  <a:pt x="768397" y="1552575"/>
                  <a:pt x="762000" y="1546178"/>
                  <a:pt x="762000" y="1538288"/>
                </a:cubicBezTo>
                <a:cubicBezTo>
                  <a:pt x="762000" y="1530397"/>
                  <a:pt x="768397" y="1524000"/>
                  <a:pt x="776288" y="1524000"/>
                </a:cubicBezTo>
                <a:cubicBezTo>
                  <a:pt x="784178" y="1524000"/>
                  <a:pt x="790575" y="1530397"/>
                  <a:pt x="790575" y="1538288"/>
                </a:cubicBezTo>
                <a:close/>
                <a:moveTo>
                  <a:pt x="790575" y="1690688"/>
                </a:moveTo>
                <a:cubicBezTo>
                  <a:pt x="790575" y="1698578"/>
                  <a:pt x="784178" y="1704975"/>
                  <a:pt x="776288" y="1704975"/>
                </a:cubicBezTo>
                <a:cubicBezTo>
                  <a:pt x="768397" y="1704975"/>
                  <a:pt x="762000" y="1698578"/>
                  <a:pt x="762000" y="1690688"/>
                </a:cubicBezTo>
                <a:cubicBezTo>
                  <a:pt x="762000" y="1682797"/>
                  <a:pt x="768397" y="1676400"/>
                  <a:pt x="776288" y="1676400"/>
                </a:cubicBezTo>
                <a:cubicBezTo>
                  <a:pt x="784178" y="1676400"/>
                  <a:pt x="790575" y="1682797"/>
                  <a:pt x="790575" y="1690688"/>
                </a:cubicBezTo>
                <a:close/>
                <a:moveTo>
                  <a:pt x="790575" y="1843088"/>
                </a:moveTo>
                <a:cubicBezTo>
                  <a:pt x="790575" y="1850978"/>
                  <a:pt x="784178" y="1857375"/>
                  <a:pt x="776288" y="1857375"/>
                </a:cubicBezTo>
                <a:cubicBezTo>
                  <a:pt x="768397" y="1857375"/>
                  <a:pt x="762000" y="1850978"/>
                  <a:pt x="762000" y="1843088"/>
                </a:cubicBezTo>
                <a:cubicBezTo>
                  <a:pt x="762000" y="1835197"/>
                  <a:pt x="768397" y="1828800"/>
                  <a:pt x="776288" y="1828800"/>
                </a:cubicBezTo>
                <a:cubicBezTo>
                  <a:pt x="784178" y="1828800"/>
                  <a:pt x="790575" y="1835197"/>
                  <a:pt x="790575" y="1843088"/>
                </a:cubicBezTo>
                <a:close/>
                <a:moveTo>
                  <a:pt x="790575" y="1995488"/>
                </a:moveTo>
                <a:cubicBezTo>
                  <a:pt x="790575" y="2003378"/>
                  <a:pt x="784178" y="2009775"/>
                  <a:pt x="776288" y="2009775"/>
                </a:cubicBezTo>
                <a:cubicBezTo>
                  <a:pt x="768397" y="2009775"/>
                  <a:pt x="762000" y="2003378"/>
                  <a:pt x="762000" y="1995488"/>
                </a:cubicBezTo>
                <a:cubicBezTo>
                  <a:pt x="762000" y="1987597"/>
                  <a:pt x="768397" y="1981200"/>
                  <a:pt x="776288" y="1981200"/>
                </a:cubicBezTo>
                <a:cubicBezTo>
                  <a:pt x="784178" y="1981200"/>
                  <a:pt x="790575" y="1987597"/>
                  <a:pt x="790575" y="1995488"/>
                </a:cubicBezTo>
                <a:close/>
                <a:moveTo>
                  <a:pt x="790575" y="2147888"/>
                </a:moveTo>
                <a:cubicBezTo>
                  <a:pt x="790575" y="2155778"/>
                  <a:pt x="784178" y="2162175"/>
                  <a:pt x="776288" y="2162175"/>
                </a:cubicBezTo>
                <a:cubicBezTo>
                  <a:pt x="768397" y="2162175"/>
                  <a:pt x="762000" y="2155778"/>
                  <a:pt x="762000" y="2147888"/>
                </a:cubicBezTo>
                <a:cubicBezTo>
                  <a:pt x="762000" y="2139997"/>
                  <a:pt x="768397" y="2133600"/>
                  <a:pt x="776288" y="2133600"/>
                </a:cubicBezTo>
                <a:cubicBezTo>
                  <a:pt x="784178" y="2133600"/>
                  <a:pt x="790575" y="2139997"/>
                  <a:pt x="790575" y="2147888"/>
                </a:cubicBezTo>
                <a:close/>
                <a:moveTo>
                  <a:pt x="790575" y="2300288"/>
                </a:moveTo>
                <a:cubicBezTo>
                  <a:pt x="790575" y="2308178"/>
                  <a:pt x="784178" y="2314575"/>
                  <a:pt x="776288" y="2314575"/>
                </a:cubicBezTo>
                <a:cubicBezTo>
                  <a:pt x="768397" y="2314575"/>
                  <a:pt x="762000" y="2308178"/>
                  <a:pt x="762000" y="2300288"/>
                </a:cubicBezTo>
                <a:cubicBezTo>
                  <a:pt x="762000" y="2292397"/>
                  <a:pt x="768397" y="2286000"/>
                  <a:pt x="776288" y="2286000"/>
                </a:cubicBezTo>
                <a:cubicBezTo>
                  <a:pt x="784178" y="2286000"/>
                  <a:pt x="790575" y="2292397"/>
                  <a:pt x="790575" y="2300288"/>
                </a:cubicBezTo>
                <a:close/>
                <a:moveTo>
                  <a:pt x="790575" y="2452688"/>
                </a:moveTo>
                <a:cubicBezTo>
                  <a:pt x="790575" y="2460578"/>
                  <a:pt x="784178" y="2466975"/>
                  <a:pt x="776288" y="2466975"/>
                </a:cubicBezTo>
                <a:cubicBezTo>
                  <a:pt x="768397" y="2466975"/>
                  <a:pt x="762000" y="2460578"/>
                  <a:pt x="762000" y="2452688"/>
                </a:cubicBezTo>
                <a:cubicBezTo>
                  <a:pt x="762000" y="2444797"/>
                  <a:pt x="768397" y="2438400"/>
                  <a:pt x="776288" y="2438400"/>
                </a:cubicBezTo>
                <a:cubicBezTo>
                  <a:pt x="784178" y="2438400"/>
                  <a:pt x="790575" y="2444797"/>
                  <a:pt x="790575" y="2452688"/>
                </a:cubicBezTo>
                <a:close/>
                <a:moveTo>
                  <a:pt x="790575" y="2605088"/>
                </a:moveTo>
                <a:cubicBezTo>
                  <a:pt x="790575" y="2612978"/>
                  <a:pt x="784178" y="2619375"/>
                  <a:pt x="776288" y="2619375"/>
                </a:cubicBezTo>
                <a:cubicBezTo>
                  <a:pt x="768397" y="2619375"/>
                  <a:pt x="762000" y="2612978"/>
                  <a:pt x="762000" y="2605088"/>
                </a:cubicBezTo>
                <a:cubicBezTo>
                  <a:pt x="762000" y="2597197"/>
                  <a:pt x="768397" y="2590800"/>
                  <a:pt x="776288" y="2590800"/>
                </a:cubicBezTo>
                <a:cubicBezTo>
                  <a:pt x="784178" y="2590800"/>
                  <a:pt x="790575" y="2597197"/>
                  <a:pt x="790575" y="2605088"/>
                </a:cubicBezTo>
                <a:close/>
                <a:moveTo>
                  <a:pt x="790575" y="2757488"/>
                </a:moveTo>
                <a:cubicBezTo>
                  <a:pt x="790575" y="2765378"/>
                  <a:pt x="784178" y="2771775"/>
                  <a:pt x="776288" y="2771775"/>
                </a:cubicBezTo>
                <a:cubicBezTo>
                  <a:pt x="768397" y="2771775"/>
                  <a:pt x="762000" y="2765378"/>
                  <a:pt x="762000" y="2757488"/>
                </a:cubicBezTo>
                <a:cubicBezTo>
                  <a:pt x="762000" y="2749597"/>
                  <a:pt x="768397" y="2743200"/>
                  <a:pt x="776288" y="2743200"/>
                </a:cubicBezTo>
                <a:cubicBezTo>
                  <a:pt x="784178" y="2743200"/>
                  <a:pt x="790575" y="2749597"/>
                  <a:pt x="790575" y="2757488"/>
                </a:cubicBezTo>
                <a:close/>
                <a:moveTo>
                  <a:pt x="790575" y="2909888"/>
                </a:moveTo>
                <a:cubicBezTo>
                  <a:pt x="790575" y="2917778"/>
                  <a:pt x="784178" y="2924175"/>
                  <a:pt x="776288" y="2924175"/>
                </a:cubicBezTo>
                <a:cubicBezTo>
                  <a:pt x="768397" y="2924175"/>
                  <a:pt x="762000" y="2917778"/>
                  <a:pt x="762000" y="2909888"/>
                </a:cubicBezTo>
                <a:cubicBezTo>
                  <a:pt x="762000" y="2901997"/>
                  <a:pt x="768397" y="2895600"/>
                  <a:pt x="776288" y="2895600"/>
                </a:cubicBezTo>
                <a:cubicBezTo>
                  <a:pt x="784178" y="2895600"/>
                  <a:pt x="790575" y="2901997"/>
                  <a:pt x="790575" y="2909888"/>
                </a:cubicBezTo>
                <a:close/>
                <a:moveTo>
                  <a:pt x="790575" y="3062288"/>
                </a:moveTo>
                <a:cubicBezTo>
                  <a:pt x="790575" y="3070178"/>
                  <a:pt x="784178" y="3076575"/>
                  <a:pt x="776288" y="3076575"/>
                </a:cubicBezTo>
                <a:cubicBezTo>
                  <a:pt x="768397" y="3076575"/>
                  <a:pt x="762000" y="3070178"/>
                  <a:pt x="762000" y="3062288"/>
                </a:cubicBezTo>
                <a:cubicBezTo>
                  <a:pt x="762000" y="3054397"/>
                  <a:pt x="768397" y="3048000"/>
                  <a:pt x="776288" y="3048000"/>
                </a:cubicBezTo>
                <a:cubicBezTo>
                  <a:pt x="784178" y="3048000"/>
                  <a:pt x="790575" y="3054397"/>
                  <a:pt x="790575" y="3062288"/>
                </a:cubicBezTo>
                <a:close/>
                <a:moveTo>
                  <a:pt x="790575" y="3214688"/>
                </a:moveTo>
                <a:cubicBezTo>
                  <a:pt x="790575" y="3222578"/>
                  <a:pt x="784178" y="3228975"/>
                  <a:pt x="776288" y="3228975"/>
                </a:cubicBezTo>
                <a:cubicBezTo>
                  <a:pt x="768397" y="3228975"/>
                  <a:pt x="762000" y="3222578"/>
                  <a:pt x="762000" y="3214688"/>
                </a:cubicBezTo>
                <a:cubicBezTo>
                  <a:pt x="762000" y="3206797"/>
                  <a:pt x="768397" y="3200400"/>
                  <a:pt x="776288" y="3200400"/>
                </a:cubicBezTo>
                <a:cubicBezTo>
                  <a:pt x="784178" y="3200400"/>
                  <a:pt x="790575" y="3206797"/>
                  <a:pt x="790575" y="3214688"/>
                </a:cubicBezTo>
                <a:close/>
                <a:moveTo>
                  <a:pt x="790575" y="3367088"/>
                </a:moveTo>
                <a:cubicBezTo>
                  <a:pt x="790575" y="3374978"/>
                  <a:pt x="784178" y="3381375"/>
                  <a:pt x="776288" y="3381375"/>
                </a:cubicBezTo>
                <a:cubicBezTo>
                  <a:pt x="768397" y="3381375"/>
                  <a:pt x="762000" y="3374978"/>
                  <a:pt x="762000" y="3367088"/>
                </a:cubicBezTo>
                <a:cubicBezTo>
                  <a:pt x="762000" y="3359197"/>
                  <a:pt x="768397" y="3352800"/>
                  <a:pt x="776288" y="3352800"/>
                </a:cubicBezTo>
                <a:cubicBezTo>
                  <a:pt x="784178" y="3352800"/>
                  <a:pt x="790575" y="3359197"/>
                  <a:pt x="790575" y="3367088"/>
                </a:cubicBezTo>
                <a:close/>
                <a:moveTo>
                  <a:pt x="790575" y="3519488"/>
                </a:moveTo>
                <a:cubicBezTo>
                  <a:pt x="790575" y="3527378"/>
                  <a:pt x="784178" y="3533775"/>
                  <a:pt x="776288" y="3533775"/>
                </a:cubicBezTo>
                <a:cubicBezTo>
                  <a:pt x="768397" y="3533775"/>
                  <a:pt x="762000" y="3527378"/>
                  <a:pt x="762000" y="3519488"/>
                </a:cubicBezTo>
                <a:cubicBezTo>
                  <a:pt x="762000" y="3511597"/>
                  <a:pt x="768397" y="3505200"/>
                  <a:pt x="776288" y="3505200"/>
                </a:cubicBezTo>
                <a:cubicBezTo>
                  <a:pt x="784178" y="3505200"/>
                  <a:pt x="790575" y="3511597"/>
                  <a:pt x="790575" y="3519488"/>
                </a:cubicBezTo>
                <a:close/>
                <a:moveTo>
                  <a:pt x="790575" y="3671888"/>
                </a:moveTo>
                <a:cubicBezTo>
                  <a:pt x="790575" y="3679778"/>
                  <a:pt x="784178" y="3686175"/>
                  <a:pt x="776288" y="3686175"/>
                </a:cubicBezTo>
                <a:cubicBezTo>
                  <a:pt x="768397" y="3686175"/>
                  <a:pt x="762000" y="3679778"/>
                  <a:pt x="762000" y="3671888"/>
                </a:cubicBezTo>
                <a:cubicBezTo>
                  <a:pt x="762000" y="3663997"/>
                  <a:pt x="768397" y="3657600"/>
                  <a:pt x="776288" y="3657600"/>
                </a:cubicBezTo>
                <a:cubicBezTo>
                  <a:pt x="784178" y="3657600"/>
                  <a:pt x="790575" y="3663997"/>
                  <a:pt x="790575" y="3671888"/>
                </a:cubicBezTo>
                <a:close/>
                <a:moveTo>
                  <a:pt x="790575" y="3824288"/>
                </a:moveTo>
                <a:cubicBezTo>
                  <a:pt x="790575" y="3832178"/>
                  <a:pt x="784178" y="3838575"/>
                  <a:pt x="776288" y="3838575"/>
                </a:cubicBezTo>
                <a:cubicBezTo>
                  <a:pt x="768397" y="3838575"/>
                  <a:pt x="762000" y="3832178"/>
                  <a:pt x="762000" y="3824288"/>
                </a:cubicBezTo>
                <a:cubicBezTo>
                  <a:pt x="762000" y="3816397"/>
                  <a:pt x="768397" y="3810000"/>
                  <a:pt x="776288" y="3810000"/>
                </a:cubicBezTo>
                <a:cubicBezTo>
                  <a:pt x="784178" y="3810000"/>
                  <a:pt x="790575" y="3816397"/>
                  <a:pt x="790575" y="3824288"/>
                </a:cubicBezTo>
                <a:close/>
                <a:moveTo>
                  <a:pt x="790575" y="3976688"/>
                </a:moveTo>
                <a:cubicBezTo>
                  <a:pt x="790575" y="3984578"/>
                  <a:pt x="784178" y="3990975"/>
                  <a:pt x="776288" y="3990975"/>
                </a:cubicBezTo>
                <a:cubicBezTo>
                  <a:pt x="768397" y="3990975"/>
                  <a:pt x="762000" y="3984578"/>
                  <a:pt x="762000" y="3976688"/>
                </a:cubicBezTo>
                <a:cubicBezTo>
                  <a:pt x="762000" y="3968797"/>
                  <a:pt x="768397" y="3962400"/>
                  <a:pt x="776288" y="3962400"/>
                </a:cubicBezTo>
                <a:cubicBezTo>
                  <a:pt x="784178" y="3962400"/>
                  <a:pt x="790575" y="3968797"/>
                  <a:pt x="790575" y="3976688"/>
                </a:cubicBezTo>
                <a:close/>
                <a:moveTo>
                  <a:pt x="790575" y="4129088"/>
                </a:moveTo>
                <a:cubicBezTo>
                  <a:pt x="790575" y="4136978"/>
                  <a:pt x="784178" y="4143375"/>
                  <a:pt x="776288" y="4143375"/>
                </a:cubicBezTo>
                <a:cubicBezTo>
                  <a:pt x="768397" y="4143375"/>
                  <a:pt x="762000" y="4136978"/>
                  <a:pt x="762000" y="4129088"/>
                </a:cubicBezTo>
                <a:cubicBezTo>
                  <a:pt x="762000" y="4121197"/>
                  <a:pt x="768397" y="4114800"/>
                  <a:pt x="776288" y="4114800"/>
                </a:cubicBezTo>
                <a:cubicBezTo>
                  <a:pt x="784178" y="4114800"/>
                  <a:pt x="790575" y="4121197"/>
                  <a:pt x="790575" y="4129088"/>
                </a:cubicBezTo>
                <a:close/>
                <a:moveTo>
                  <a:pt x="790575" y="4281488"/>
                </a:moveTo>
                <a:cubicBezTo>
                  <a:pt x="790575" y="4289378"/>
                  <a:pt x="784178" y="4295775"/>
                  <a:pt x="776288" y="4295775"/>
                </a:cubicBezTo>
                <a:cubicBezTo>
                  <a:pt x="768397" y="4295775"/>
                  <a:pt x="762000" y="4289378"/>
                  <a:pt x="762000" y="4281488"/>
                </a:cubicBezTo>
                <a:cubicBezTo>
                  <a:pt x="762000" y="4273597"/>
                  <a:pt x="768397" y="4267200"/>
                  <a:pt x="776288" y="4267200"/>
                </a:cubicBezTo>
                <a:cubicBezTo>
                  <a:pt x="784178" y="4267200"/>
                  <a:pt x="790575" y="4273597"/>
                  <a:pt x="790575" y="4281488"/>
                </a:cubicBezTo>
                <a:close/>
                <a:moveTo>
                  <a:pt x="790575" y="4433888"/>
                </a:moveTo>
                <a:cubicBezTo>
                  <a:pt x="790575" y="4441778"/>
                  <a:pt x="784178" y="4448175"/>
                  <a:pt x="776288" y="4448175"/>
                </a:cubicBezTo>
                <a:cubicBezTo>
                  <a:pt x="768397" y="4448175"/>
                  <a:pt x="762000" y="4441778"/>
                  <a:pt x="762000" y="4433888"/>
                </a:cubicBezTo>
                <a:cubicBezTo>
                  <a:pt x="762000" y="4425997"/>
                  <a:pt x="768397" y="4419600"/>
                  <a:pt x="776288" y="4419600"/>
                </a:cubicBezTo>
                <a:cubicBezTo>
                  <a:pt x="784178" y="4419600"/>
                  <a:pt x="790575" y="4425997"/>
                  <a:pt x="790575" y="4433888"/>
                </a:cubicBezTo>
                <a:close/>
                <a:moveTo>
                  <a:pt x="790575" y="4586288"/>
                </a:moveTo>
                <a:cubicBezTo>
                  <a:pt x="790575" y="4594178"/>
                  <a:pt x="784178" y="4600575"/>
                  <a:pt x="776288" y="4600575"/>
                </a:cubicBezTo>
                <a:cubicBezTo>
                  <a:pt x="768397" y="4600575"/>
                  <a:pt x="762000" y="4594178"/>
                  <a:pt x="762000" y="4586288"/>
                </a:cubicBezTo>
                <a:cubicBezTo>
                  <a:pt x="762000" y="4578397"/>
                  <a:pt x="768397" y="4572000"/>
                  <a:pt x="776288" y="4572000"/>
                </a:cubicBezTo>
                <a:cubicBezTo>
                  <a:pt x="784178" y="4572000"/>
                  <a:pt x="790575" y="4578397"/>
                  <a:pt x="790575" y="4586288"/>
                </a:cubicBezTo>
                <a:close/>
                <a:moveTo>
                  <a:pt x="790575" y="4738688"/>
                </a:moveTo>
                <a:cubicBezTo>
                  <a:pt x="790575" y="4746578"/>
                  <a:pt x="784178" y="4752975"/>
                  <a:pt x="776288" y="4752975"/>
                </a:cubicBezTo>
                <a:cubicBezTo>
                  <a:pt x="768397" y="4752975"/>
                  <a:pt x="762000" y="4746578"/>
                  <a:pt x="762000" y="4738688"/>
                </a:cubicBezTo>
                <a:cubicBezTo>
                  <a:pt x="762000" y="4730797"/>
                  <a:pt x="768397" y="4724400"/>
                  <a:pt x="776288" y="4724400"/>
                </a:cubicBezTo>
                <a:cubicBezTo>
                  <a:pt x="784178" y="4724400"/>
                  <a:pt x="790575" y="4730797"/>
                  <a:pt x="790575" y="4738688"/>
                </a:cubicBezTo>
                <a:close/>
                <a:moveTo>
                  <a:pt x="942975" y="14288"/>
                </a:moveTo>
                <a:cubicBezTo>
                  <a:pt x="942975" y="22178"/>
                  <a:pt x="936578" y="28575"/>
                  <a:pt x="928688" y="28575"/>
                </a:cubicBezTo>
                <a:cubicBezTo>
                  <a:pt x="920797" y="28575"/>
                  <a:pt x="914400" y="22178"/>
                  <a:pt x="914400" y="14288"/>
                </a:cubicBezTo>
                <a:cubicBezTo>
                  <a:pt x="914400" y="6397"/>
                  <a:pt x="920797" y="0"/>
                  <a:pt x="928688" y="0"/>
                </a:cubicBezTo>
                <a:cubicBezTo>
                  <a:pt x="936578" y="0"/>
                  <a:pt x="942975" y="6397"/>
                  <a:pt x="942975" y="14288"/>
                </a:cubicBezTo>
                <a:close/>
                <a:moveTo>
                  <a:pt x="942975" y="166688"/>
                </a:moveTo>
                <a:cubicBezTo>
                  <a:pt x="942975" y="174578"/>
                  <a:pt x="936578" y="180975"/>
                  <a:pt x="928688" y="180975"/>
                </a:cubicBezTo>
                <a:cubicBezTo>
                  <a:pt x="920797" y="180975"/>
                  <a:pt x="914400" y="174578"/>
                  <a:pt x="914400" y="166688"/>
                </a:cubicBezTo>
                <a:cubicBezTo>
                  <a:pt x="914400" y="158797"/>
                  <a:pt x="920797" y="152400"/>
                  <a:pt x="928688" y="152400"/>
                </a:cubicBezTo>
                <a:cubicBezTo>
                  <a:pt x="936578" y="152400"/>
                  <a:pt x="942975" y="158797"/>
                  <a:pt x="942975" y="166688"/>
                </a:cubicBezTo>
                <a:close/>
                <a:moveTo>
                  <a:pt x="942975" y="319088"/>
                </a:moveTo>
                <a:cubicBezTo>
                  <a:pt x="942975" y="326978"/>
                  <a:pt x="936578" y="333375"/>
                  <a:pt x="928688" y="333375"/>
                </a:cubicBezTo>
                <a:cubicBezTo>
                  <a:pt x="920797" y="333375"/>
                  <a:pt x="914400" y="326978"/>
                  <a:pt x="914400" y="319088"/>
                </a:cubicBezTo>
                <a:cubicBezTo>
                  <a:pt x="914400" y="311197"/>
                  <a:pt x="920797" y="304800"/>
                  <a:pt x="928688" y="304800"/>
                </a:cubicBezTo>
                <a:cubicBezTo>
                  <a:pt x="936578" y="304800"/>
                  <a:pt x="942975" y="311197"/>
                  <a:pt x="942975" y="319088"/>
                </a:cubicBezTo>
                <a:close/>
                <a:moveTo>
                  <a:pt x="942975" y="471488"/>
                </a:moveTo>
                <a:cubicBezTo>
                  <a:pt x="942975" y="479378"/>
                  <a:pt x="936578" y="485775"/>
                  <a:pt x="928688" y="485775"/>
                </a:cubicBezTo>
                <a:cubicBezTo>
                  <a:pt x="920797" y="485775"/>
                  <a:pt x="914400" y="479378"/>
                  <a:pt x="914400" y="471488"/>
                </a:cubicBezTo>
                <a:cubicBezTo>
                  <a:pt x="914400" y="463597"/>
                  <a:pt x="920797" y="457200"/>
                  <a:pt x="928688" y="457200"/>
                </a:cubicBezTo>
                <a:cubicBezTo>
                  <a:pt x="936578" y="457200"/>
                  <a:pt x="942975" y="463597"/>
                  <a:pt x="942975" y="471488"/>
                </a:cubicBezTo>
                <a:close/>
                <a:moveTo>
                  <a:pt x="942975" y="623888"/>
                </a:moveTo>
                <a:cubicBezTo>
                  <a:pt x="942975" y="631778"/>
                  <a:pt x="936578" y="638175"/>
                  <a:pt x="928688" y="638175"/>
                </a:cubicBezTo>
                <a:cubicBezTo>
                  <a:pt x="920797" y="638175"/>
                  <a:pt x="914400" y="631778"/>
                  <a:pt x="914400" y="623888"/>
                </a:cubicBezTo>
                <a:cubicBezTo>
                  <a:pt x="914400" y="615997"/>
                  <a:pt x="920797" y="609600"/>
                  <a:pt x="928688" y="609600"/>
                </a:cubicBezTo>
                <a:cubicBezTo>
                  <a:pt x="936578" y="609600"/>
                  <a:pt x="942975" y="615997"/>
                  <a:pt x="942975" y="623888"/>
                </a:cubicBezTo>
                <a:close/>
                <a:moveTo>
                  <a:pt x="942975" y="776288"/>
                </a:moveTo>
                <a:cubicBezTo>
                  <a:pt x="942975" y="784178"/>
                  <a:pt x="936578" y="790575"/>
                  <a:pt x="928688" y="790575"/>
                </a:cubicBezTo>
                <a:cubicBezTo>
                  <a:pt x="920797" y="790575"/>
                  <a:pt x="914400" y="784178"/>
                  <a:pt x="914400" y="776288"/>
                </a:cubicBezTo>
                <a:cubicBezTo>
                  <a:pt x="914400" y="768397"/>
                  <a:pt x="920797" y="762000"/>
                  <a:pt x="928688" y="762000"/>
                </a:cubicBezTo>
                <a:cubicBezTo>
                  <a:pt x="936578" y="762000"/>
                  <a:pt x="942975" y="768397"/>
                  <a:pt x="942975" y="776288"/>
                </a:cubicBezTo>
                <a:close/>
                <a:moveTo>
                  <a:pt x="942975" y="928688"/>
                </a:moveTo>
                <a:cubicBezTo>
                  <a:pt x="942975" y="936578"/>
                  <a:pt x="936578" y="942975"/>
                  <a:pt x="928688" y="942975"/>
                </a:cubicBezTo>
                <a:cubicBezTo>
                  <a:pt x="920797" y="942975"/>
                  <a:pt x="914400" y="936578"/>
                  <a:pt x="914400" y="928688"/>
                </a:cubicBezTo>
                <a:cubicBezTo>
                  <a:pt x="914400" y="920797"/>
                  <a:pt x="920797" y="914400"/>
                  <a:pt x="928688" y="914400"/>
                </a:cubicBezTo>
                <a:cubicBezTo>
                  <a:pt x="936578" y="914400"/>
                  <a:pt x="942975" y="920797"/>
                  <a:pt x="942975" y="928688"/>
                </a:cubicBezTo>
                <a:close/>
                <a:moveTo>
                  <a:pt x="942975" y="1081088"/>
                </a:moveTo>
                <a:cubicBezTo>
                  <a:pt x="942975" y="1088978"/>
                  <a:pt x="936578" y="1095375"/>
                  <a:pt x="928688" y="1095375"/>
                </a:cubicBezTo>
                <a:cubicBezTo>
                  <a:pt x="920797" y="1095375"/>
                  <a:pt x="914400" y="1088978"/>
                  <a:pt x="914400" y="1081088"/>
                </a:cubicBezTo>
                <a:cubicBezTo>
                  <a:pt x="914400" y="1073197"/>
                  <a:pt x="920797" y="1066800"/>
                  <a:pt x="928688" y="1066800"/>
                </a:cubicBezTo>
                <a:cubicBezTo>
                  <a:pt x="936578" y="1066800"/>
                  <a:pt x="942975" y="1073197"/>
                  <a:pt x="942975" y="1081088"/>
                </a:cubicBezTo>
                <a:close/>
                <a:moveTo>
                  <a:pt x="942975" y="1233488"/>
                </a:moveTo>
                <a:cubicBezTo>
                  <a:pt x="942975" y="1241378"/>
                  <a:pt x="936578" y="1247775"/>
                  <a:pt x="928688" y="1247775"/>
                </a:cubicBezTo>
                <a:cubicBezTo>
                  <a:pt x="920797" y="1247775"/>
                  <a:pt x="914400" y="1241378"/>
                  <a:pt x="914400" y="1233488"/>
                </a:cubicBezTo>
                <a:cubicBezTo>
                  <a:pt x="914400" y="1225597"/>
                  <a:pt x="920797" y="1219200"/>
                  <a:pt x="928688" y="1219200"/>
                </a:cubicBezTo>
                <a:cubicBezTo>
                  <a:pt x="936578" y="1219200"/>
                  <a:pt x="942975" y="1225597"/>
                  <a:pt x="942975" y="1233488"/>
                </a:cubicBezTo>
                <a:close/>
                <a:moveTo>
                  <a:pt x="942975" y="1385888"/>
                </a:moveTo>
                <a:cubicBezTo>
                  <a:pt x="942975" y="1393778"/>
                  <a:pt x="936578" y="1400175"/>
                  <a:pt x="928688" y="1400175"/>
                </a:cubicBezTo>
                <a:cubicBezTo>
                  <a:pt x="920797" y="1400175"/>
                  <a:pt x="914400" y="1393778"/>
                  <a:pt x="914400" y="1385888"/>
                </a:cubicBezTo>
                <a:cubicBezTo>
                  <a:pt x="914400" y="1377997"/>
                  <a:pt x="920797" y="1371600"/>
                  <a:pt x="928688" y="1371600"/>
                </a:cubicBezTo>
                <a:cubicBezTo>
                  <a:pt x="936578" y="1371600"/>
                  <a:pt x="942975" y="1377997"/>
                  <a:pt x="942975" y="1385888"/>
                </a:cubicBezTo>
                <a:close/>
                <a:moveTo>
                  <a:pt x="942975" y="1538288"/>
                </a:moveTo>
                <a:cubicBezTo>
                  <a:pt x="942975" y="1546178"/>
                  <a:pt x="936578" y="1552575"/>
                  <a:pt x="928688" y="1552575"/>
                </a:cubicBezTo>
                <a:cubicBezTo>
                  <a:pt x="920797" y="1552575"/>
                  <a:pt x="914400" y="1546178"/>
                  <a:pt x="914400" y="1538288"/>
                </a:cubicBezTo>
                <a:cubicBezTo>
                  <a:pt x="914400" y="1530397"/>
                  <a:pt x="920797" y="1524000"/>
                  <a:pt x="928688" y="1524000"/>
                </a:cubicBezTo>
                <a:cubicBezTo>
                  <a:pt x="936578" y="1524000"/>
                  <a:pt x="942975" y="1530397"/>
                  <a:pt x="942975" y="1538288"/>
                </a:cubicBezTo>
                <a:close/>
                <a:moveTo>
                  <a:pt x="942975" y="1690688"/>
                </a:moveTo>
                <a:cubicBezTo>
                  <a:pt x="942975" y="1698578"/>
                  <a:pt x="936578" y="1704975"/>
                  <a:pt x="928688" y="1704975"/>
                </a:cubicBezTo>
                <a:cubicBezTo>
                  <a:pt x="920797" y="1704975"/>
                  <a:pt x="914400" y="1698578"/>
                  <a:pt x="914400" y="1690688"/>
                </a:cubicBezTo>
                <a:cubicBezTo>
                  <a:pt x="914400" y="1682797"/>
                  <a:pt x="920797" y="1676400"/>
                  <a:pt x="928688" y="1676400"/>
                </a:cubicBezTo>
                <a:cubicBezTo>
                  <a:pt x="936578" y="1676400"/>
                  <a:pt x="942975" y="1682797"/>
                  <a:pt x="942975" y="1690688"/>
                </a:cubicBezTo>
                <a:close/>
                <a:moveTo>
                  <a:pt x="942975" y="1843088"/>
                </a:moveTo>
                <a:cubicBezTo>
                  <a:pt x="942975" y="1850978"/>
                  <a:pt x="936578" y="1857375"/>
                  <a:pt x="928688" y="1857375"/>
                </a:cubicBezTo>
                <a:cubicBezTo>
                  <a:pt x="920797" y="1857375"/>
                  <a:pt x="914400" y="1850978"/>
                  <a:pt x="914400" y="1843088"/>
                </a:cubicBezTo>
                <a:cubicBezTo>
                  <a:pt x="914400" y="1835197"/>
                  <a:pt x="920797" y="1828800"/>
                  <a:pt x="928688" y="1828800"/>
                </a:cubicBezTo>
                <a:cubicBezTo>
                  <a:pt x="936578" y="1828800"/>
                  <a:pt x="942975" y="1835197"/>
                  <a:pt x="942975" y="1843088"/>
                </a:cubicBezTo>
                <a:close/>
                <a:moveTo>
                  <a:pt x="942975" y="1995488"/>
                </a:moveTo>
                <a:cubicBezTo>
                  <a:pt x="942975" y="2003378"/>
                  <a:pt x="936578" y="2009775"/>
                  <a:pt x="928688" y="2009775"/>
                </a:cubicBezTo>
                <a:cubicBezTo>
                  <a:pt x="920797" y="2009775"/>
                  <a:pt x="914400" y="2003378"/>
                  <a:pt x="914400" y="1995488"/>
                </a:cubicBezTo>
                <a:cubicBezTo>
                  <a:pt x="914400" y="1987597"/>
                  <a:pt x="920797" y="1981200"/>
                  <a:pt x="928688" y="1981200"/>
                </a:cubicBezTo>
                <a:cubicBezTo>
                  <a:pt x="936578" y="1981200"/>
                  <a:pt x="942975" y="1987597"/>
                  <a:pt x="942975" y="1995488"/>
                </a:cubicBezTo>
                <a:close/>
                <a:moveTo>
                  <a:pt x="942975" y="2147888"/>
                </a:moveTo>
                <a:cubicBezTo>
                  <a:pt x="942975" y="2155778"/>
                  <a:pt x="936578" y="2162175"/>
                  <a:pt x="928688" y="2162175"/>
                </a:cubicBezTo>
                <a:cubicBezTo>
                  <a:pt x="920797" y="2162175"/>
                  <a:pt x="914400" y="2155778"/>
                  <a:pt x="914400" y="2147888"/>
                </a:cubicBezTo>
                <a:cubicBezTo>
                  <a:pt x="914400" y="2139997"/>
                  <a:pt x="920797" y="2133600"/>
                  <a:pt x="928688" y="2133600"/>
                </a:cubicBezTo>
                <a:cubicBezTo>
                  <a:pt x="936578" y="2133600"/>
                  <a:pt x="942975" y="2139997"/>
                  <a:pt x="942975" y="2147888"/>
                </a:cubicBezTo>
                <a:close/>
                <a:moveTo>
                  <a:pt x="942975" y="2300288"/>
                </a:moveTo>
                <a:cubicBezTo>
                  <a:pt x="942975" y="2308178"/>
                  <a:pt x="936578" y="2314575"/>
                  <a:pt x="928688" y="2314575"/>
                </a:cubicBezTo>
                <a:cubicBezTo>
                  <a:pt x="920797" y="2314575"/>
                  <a:pt x="914400" y="2308178"/>
                  <a:pt x="914400" y="2300288"/>
                </a:cubicBezTo>
                <a:cubicBezTo>
                  <a:pt x="914400" y="2292397"/>
                  <a:pt x="920797" y="2286000"/>
                  <a:pt x="928688" y="2286000"/>
                </a:cubicBezTo>
                <a:cubicBezTo>
                  <a:pt x="936578" y="2286000"/>
                  <a:pt x="942975" y="2292397"/>
                  <a:pt x="942975" y="2300288"/>
                </a:cubicBezTo>
                <a:close/>
                <a:moveTo>
                  <a:pt x="942975" y="2452688"/>
                </a:moveTo>
                <a:cubicBezTo>
                  <a:pt x="942975" y="2460578"/>
                  <a:pt x="936578" y="2466975"/>
                  <a:pt x="928688" y="2466975"/>
                </a:cubicBezTo>
                <a:cubicBezTo>
                  <a:pt x="920797" y="2466975"/>
                  <a:pt x="914400" y="2460578"/>
                  <a:pt x="914400" y="2452688"/>
                </a:cubicBezTo>
                <a:cubicBezTo>
                  <a:pt x="914400" y="2444797"/>
                  <a:pt x="920797" y="2438400"/>
                  <a:pt x="928688" y="2438400"/>
                </a:cubicBezTo>
                <a:cubicBezTo>
                  <a:pt x="936578" y="2438400"/>
                  <a:pt x="942975" y="2444797"/>
                  <a:pt x="942975" y="2452688"/>
                </a:cubicBezTo>
                <a:close/>
                <a:moveTo>
                  <a:pt x="942975" y="2605088"/>
                </a:moveTo>
                <a:cubicBezTo>
                  <a:pt x="942975" y="2612978"/>
                  <a:pt x="936578" y="2619375"/>
                  <a:pt x="928688" y="2619375"/>
                </a:cubicBezTo>
                <a:cubicBezTo>
                  <a:pt x="920797" y="2619375"/>
                  <a:pt x="914400" y="2612978"/>
                  <a:pt x="914400" y="2605088"/>
                </a:cubicBezTo>
                <a:cubicBezTo>
                  <a:pt x="914400" y="2597197"/>
                  <a:pt x="920797" y="2590800"/>
                  <a:pt x="928688" y="2590800"/>
                </a:cubicBezTo>
                <a:cubicBezTo>
                  <a:pt x="936578" y="2590800"/>
                  <a:pt x="942975" y="2597197"/>
                  <a:pt x="942975" y="2605088"/>
                </a:cubicBezTo>
                <a:close/>
                <a:moveTo>
                  <a:pt x="942975" y="2757488"/>
                </a:moveTo>
                <a:cubicBezTo>
                  <a:pt x="942975" y="2765378"/>
                  <a:pt x="936578" y="2771775"/>
                  <a:pt x="928688" y="2771775"/>
                </a:cubicBezTo>
                <a:cubicBezTo>
                  <a:pt x="920797" y="2771775"/>
                  <a:pt x="914400" y="2765378"/>
                  <a:pt x="914400" y="2757488"/>
                </a:cubicBezTo>
                <a:cubicBezTo>
                  <a:pt x="914400" y="2749597"/>
                  <a:pt x="920797" y="2743200"/>
                  <a:pt x="928688" y="2743200"/>
                </a:cubicBezTo>
                <a:cubicBezTo>
                  <a:pt x="936578" y="2743200"/>
                  <a:pt x="942975" y="2749597"/>
                  <a:pt x="942975" y="2757488"/>
                </a:cubicBezTo>
                <a:close/>
                <a:moveTo>
                  <a:pt x="942975" y="2909888"/>
                </a:moveTo>
                <a:cubicBezTo>
                  <a:pt x="942975" y="2917778"/>
                  <a:pt x="936578" y="2924175"/>
                  <a:pt x="928688" y="2924175"/>
                </a:cubicBezTo>
                <a:cubicBezTo>
                  <a:pt x="920797" y="2924175"/>
                  <a:pt x="914400" y="2917778"/>
                  <a:pt x="914400" y="2909888"/>
                </a:cubicBezTo>
                <a:cubicBezTo>
                  <a:pt x="914400" y="2901997"/>
                  <a:pt x="920797" y="2895600"/>
                  <a:pt x="928688" y="2895600"/>
                </a:cubicBezTo>
                <a:cubicBezTo>
                  <a:pt x="936578" y="2895600"/>
                  <a:pt x="942975" y="2901997"/>
                  <a:pt x="942975" y="2909888"/>
                </a:cubicBezTo>
                <a:close/>
                <a:moveTo>
                  <a:pt x="942975" y="3062288"/>
                </a:moveTo>
                <a:cubicBezTo>
                  <a:pt x="942975" y="3070178"/>
                  <a:pt x="936578" y="3076575"/>
                  <a:pt x="928688" y="3076575"/>
                </a:cubicBezTo>
                <a:cubicBezTo>
                  <a:pt x="920797" y="3076575"/>
                  <a:pt x="914400" y="3070178"/>
                  <a:pt x="914400" y="3062288"/>
                </a:cubicBezTo>
                <a:cubicBezTo>
                  <a:pt x="914400" y="3054397"/>
                  <a:pt x="920797" y="3048000"/>
                  <a:pt x="928688" y="3048000"/>
                </a:cubicBezTo>
                <a:cubicBezTo>
                  <a:pt x="936578" y="3048000"/>
                  <a:pt x="942975" y="3054397"/>
                  <a:pt x="942975" y="3062288"/>
                </a:cubicBezTo>
                <a:close/>
                <a:moveTo>
                  <a:pt x="942975" y="3214688"/>
                </a:moveTo>
                <a:cubicBezTo>
                  <a:pt x="942975" y="3222578"/>
                  <a:pt x="936578" y="3228975"/>
                  <a:pt x="928688" y="3228975"/>
                </a:cubicBezTo>
                <a:cubicBezTo>
                  <a:pt x="920797" y="3228975"/>
                  <a:pt x="914400" y="3222578"/>
                  <a:pt x="914400" y="3214688"/>
                </a:cubicBezTo>
                <a:cubicBezTo>
                  <a:pt x="914400" y="3206797"/>
                  <a:pt x="920797" y="3200400"/>
                  <a:pt x="928688" y="3200400"/>
                </a:cubicBezTo>
                <a:cubicBezTo>
                  <a:pt x="936578" y="3200400"/>
                  <a:pt x="942975" y="3206797"/>
                  <a:pt x="942975" y="3214688"/>
                </a:cubicBezTo>
                <a:close/>
                <a:moveTo>
                  <a:pt x="942975" y="3367088"/>
                </a:moveTo>
                <a:cubicBezTo>
                  <a:pt x="942975" y="3374978"/>
                  <a:pt x="936578" y="3381375"/>
                  <a:pt x="928688" y="3381375"/>
                </a:cubicBezTo>
                <a:cubicBezTo>
                  <a:pt x="920797" y="3381375"/>
                  <a:pt x="914400" y="3374978"/>
                  <a:pt x="914400" y="3367088"/>
                </a:cubicBezTo>
                <a:cubicBezTo>
                  <a:pt x="914400" y="3359197"/>
                  <a:pt x="920797" y="3352800"/>
                  <a:pt x="928688" y="3352800"/>
                </a:cubicBezTo>
                <a:cubicBezTo>
                  <a:pt x="936578" y="3352800"/>
                  <a:pt x="942975" y="3359197"/>
                  <a:pt x="942975" y="3367088"/>
                </a:cubicBezTo>
                <a:close/>
                <a:moveTo>
                  <a:pt x="942975" y="3519488"/>
                </a:moveTo>
                <a:cubicBezTo>
                  <a:pt x="942975" y="3527378"/>
                  <a:pt x="936578" y="3533775"/>
                  <a:pt x="928688" y="3533775"/>
                </a:cubicBezTo>
                <a:cubicBezTo>
                  <a:pt x="920797" y="3533775"/>
                  <a:pt x="914400" y="3527378"/>
                  <a:pt x="914400" y="3519488"/>
                </a:cubicBezTo>
                <a:cubicBezTo>
                  <a:pt x="914400" y="3511597"/>
                  <a:pt x="920797" y="3505200"/>
                  <a:pt x="928688" y="3505200"/>
                </a:cubicBezTo>
                <a:cubicBezTo>
                  <a:pt x="936578" y="3505200"/>
                  <a:pt x="942975" y="3511597"/>
                  <a:pt x="942975" y="3519488"/>
                </a:cubicBezTo>
                <a:close/>
                <a:moveTo>
                  <a:pt x="942975" y="3671888"/>
                </a:moveTo>
                <a:cubicBezTo>
                  <a:pt x="942975" y="3679778"/>
                  <a:pt x="936578" y="3686175"/>
                  <a:pt x="928688" y="3686175"/>
                </a:cubicBezTo>
                <a:cubicBezTo>
                  <a:pt x="920797" y="3686175"/>
                  <a:pt x="914400" y="3679778"/>
                  <a:pt x="914400" y="3671888"/>
                </a:cubicBezTo>
                <a:cubicBezTo>
                  <a:pt x="914400" y="3663997"/>
                  <a:pt x="920797" y="3657600"/>
                  <a:pt x="928688" y="3657600"/>
                </a:cubicBezTo>
                <a:cubicBezTo>
                  <a:pt x="936578" y="3657600"/>
                  <a:pt x="942975" y="3663997"/>
                  <a:pt x="942975" y="3671888"/>
                </a:cubicBezTo>
                <a:close/>
                <a:moveTo>
                  <a:pt x="942975" y="3824288"/>
                </a:moveTo>
                <a:cubicBezTo>
                  <a:pt x="942975" y="3832178"/>
                  <a:pt x="936578" y="3838575"/>
                  <a:pt x="928688" y="3838575"/>
                </a:cubicBezTo>
                <a:cubicBezTo>
                  <a:pt x="920797" y="3838575"/>
                  <a:pt x="914400" y="3832178"/>
                  <a:pt x="914400" y="3824288"/>
                </a:cubicBezTo>
                <a:cubicBezTo>
                  <a:pt x="914400" y="3816397"/>
                  <a:pt x="920797" y="3810000"/>
                  <a:pt x="928688" y="3810000"/>
                </a:cubicBezTo>
                <a:cubicBezTo>
                  <a:pt x="936578" y="3810000"/>
                  <a:pt x="942975" y="3816397"/>
                  <a:pt x="942975" y="3824288"/>
                </a:cubicBezTo>
                <a:close/>
                <a:moveTo>
                  <a:pt x="942975" y="3976688"/>
                </a:moveTo>
                <a:cubicBezTo>
                  <a:pt x="942975" y="3984578"/>
                  <a:pt x="936578" y="3990975"/>
                  <a:pt x="928688" y="3990975"/>
                </a:cubicBezTo>
                <a:cubicBezTo>
                  <a:pt x="920797" y="3990975"/>
                  <a:pt x="914400" y="3984578"/>
                  <a:pt x="914400" y="3976688"/>
                </a:cubicBezTo>
                <a:cubicBezTo>
                  <a:pt x="914400" y="3968797"/>
                  <a:pt x="920797" y="3962400"/>
                  <a:pt x="928688" y="3962400"/>
                </a:cubicBezTo>
                <a:cubicBezTo>
                  <a:pt x="936578" y="3962400"/>
                  <a:pt x="942975" y="3968797"/>
                  <a:pt x="942975" y="3976688"/>
                </a:cubicBezTo>
                <a:close/>
                <a:moveTo>
                  <a:pt x="942975" y="4129088"/>
                </a:moveTo>
                <a:cubicBezTo>
                  <a:pt x="942975" y="4136978"/>
                  <a:pt x="936578" y="4143375"/>
                  <a:pt x="928688" y="4143375"/>
                </a:cubicBezTo>
                <a:cubicBezTo>
                  <a:pt x="920797" y="4143375"/>
                  <a:pt x="914400" y="4136978"/>
                  <a:pt x="914400" y="4129088"/>
                </a:cubicBezTo>
                <a:cubicBezTo>
                  <a:pt x="914400" y="4121197"/>
                  <a:pt x="920797" y="4114800"/>
                  <a:pt x="928688" y="4114800"/>
                </a:cubicBezTo>
                <a:cubicBezTo>
                  <a:pt x="936578" y="4114800"/>
                  <a:pt x="942975" y="4121197"/>
                  <a:pt x="942975" y="4129088"/>
                </a:cubicBezTo>
                <a:close/>
                <a:moveTo>
                  <a:pt x="942975" y="4281488"/>
                </a:moveTo>
                <a:cubicBezTo>
                  <a:pt x="942975" y="4289378"/>
                  <a:pt x="936578" y="4295775"/>
                  <a:pt x="928688" y="4295775"/>
                </a:cubicBezTo>
                <a:cubicBezTo>
                  <a:pt x="920797" y="4295775"/>
                  <a:pt x="914400" y="4289378"/>
                  <a:pt x="914400" y="4281488"/>
                </a:cubicBezTo>
                <a:cubicBezTo>
                  <a:pt x="914400" y="4273597"/>
                  <a:pt x="920797" y="4267200"/>
                  <a:pt x="928688" y="4267200"/>
                </a:cubicBezTo>
                <a:cubicBezTo>
                  <a:pt x="936578" y="4267200"/>
                  <a:pt x="942975" y="4273597"/>
                  <a:pt x="942975" y="4281488"/>
                </a:cubicBezTo>
                <a:close/>
                <a:moveTo>
                  <a:pt x="942975" y="4433888"/>
                </a:moveTo>
                <a:cubicBezTo>
                  <a:pt x="942975" y="4441778"/>
                  <a:pt x="936578" y="4448175"/>
                  <a:pt x="928688" y="4448175"/>
                </a:cubicBezTo>
                <a:cubicBezTo>
                  <a:pt x="920797" y="4448175"/>
                  <a:pt x="914400" y="4441778"/>
                  <a:pt x="914400" y="4433888"/>
                </a:cubicBezTo>
                <a:cubicBezTo>
                  <a:pt x="914400" y="4425997"/>
                  <a:pt x="920797" y="4419600"/>
                  <a:pt x="928688" y="4419600"/>
                </a:cubicBezTo>
                <a:cubicBezTo>
                  <a:pt x="936578" y="4419600"/>
                  <a:pt x="942975" y="4425997"/>
                  <a:pt x="942975" y="4433888"/>
                </a:cubicBezTo>
                <a:close/>
                <a:moveTo>
                  <a:pt x="942975" y="4586288"/>
                </a:moveTo>
                <a:cubicBezTo>
                  <a:pt x="942975" y="4594178"/>
                  <a:pt x="936578" y="4600575"/>
                  <a:pt x="928688" y="4600575"/>
                </a:cubicBezTo>
                <a:cubicBezTo>
                  <a:pt x="920797" y="4600575"/>
                  <a:pt x="914400" y="4594178"/>
                  <a:pt x="914400" y="4586288"/>
                </a:cubicBezTo>
                <a:cubicBezTo>
                  <a:pt x="914400" y="4578397"/>
                  <a:pt x="920797" y="4572000"/>
                  <a:pt x="928688" y="4572000"/>
                </a:cubicBezTo>
                <a:cubicBezTo>
                  <a:pt x="936578" y="4572000"/>
                  <a:pt x="942975" y="4578397"/>
                  <a:pt x="942975" y="4586288"/>
                </a:cubicBezTo>
                <a:close/>
                <a:moveTo>
                  <a:pt x="942975" y="4738688"/>
                </a:moveTo>
                <a:cubicBezTo>
                  <a:pt x="942975" y="4746578"/>
                  <a:pt x="936578" y="4752975"/>
                  <a:pt x="928688" y="4752975"/>
                </a:cubicBezTo>
                <a:cubicBezTo>
                  <a:pt x="920797" y="4752975"/>
                  <a:pt x="914400" y="4746578"/>
                  <a:pt x="914400" y="4738688"/>
                </a:cubicBezTo>
                <a:cubicBezTo>
                  <a:pt x="914400" y="4730797"/>
                  <a:pt x="920797" y="4724400"/>
                  <a:pt x="928688" y="4724400"/>
                </a:cubicBezTo>
                <a:cubicBezTo>
                  <a:pt x="936578" y="4724400"/>
                  <a:pt x="942975" y="4730797"/>
                  <a:pt x="942975" y="4738688"/>
                </a:cubicBezTo>
                <a:close/>
                <a:moveTo>
                  <a:pt x="1095375" y="14288"/>
                </a:moveTo>
                <a:cubicBezTo>
                  <a:pt x="1095375" y="22178"/>
                  <a:pt x="1088978" y="28575"/>
                  <a:pt x="1081088" y="28575"/>
                </a:cubicBezTo>
                <a:cubicBezTo>
                  <a:pt x="1073197" y="28575"/>
                  <a:pt x="1066800" y="22178"/>
                  <a:pt x="1066800" y="14288"/>
                </a:cubicBezTo>
                <a:cubicBezTo>
                  <a:pt x="1066800" y="6397"/>
                  <a:pt x="1073197" y="0"/>
                  <a:pt x="1081088" y="0"/>
                </a:cubicBezTo>
                <a:cubicBezTo>
                  <a:pt x="1088978" y="0"/>
                  <a:pt x="1095375" y="6397"/>
                  <a:pt x="1095375" y="14288"/>
                </a:cubicBezTo>
                <a:close/>
                <a:moveTo>
                  <a:pt x="1095375" y="166688"/>
                </a:moveTo>
                <a:cubicBezTo>
                  <a:pt x="1095375" y="174578"/>
                  <a:pt x="1088978" y="180975"/>
                  <a:pt x="1081088" y="180975"/>
                </a:cubicBezTo>
                <a:cubicBezTo>
                  <a:pt x="1073197" y="180975"/>
                  <a:pt x="1066800" y="174578"/>
                  <a:pt x="1066800" y="166688"/>
                </a:cubicBezTo>
                <a:cubicBezTo>
                  <a:pt x="1066800" y="158797"/>
                  <a:pt x="1073197" y="152400"/>
                  <a:pt x="1081088" y="152400"/>
                </a:cubicBezTo>
                <a:cubicBezTo>
                  <a:pt x="1088978" y="152400"/>
                  <a:pt x="1095375" y="158797"/>
                  <a:pt x="1095375" y="166688"/>
                </a:cubicBezTo>
                <a:close/>
                <a:moveTo>
                  <a:pt x="1095375" y="319088"/>
                </a:moveTo>
                <a:cubicBezTo>
                  <a:pt x="1095375" y="326978"/>
                  <a:pt x="1088978" y="333375"/>
                  <a:pt x="1081088" y="333375"/>
                </a:cubicBezTo>
                <a:cubicBezTo>
                  <a:pt x="1073197" y="333375"/>
                  <a:pt x="1066800" y="326978"/>
                  <a:pt x="1066800" y="319088"/>
                </a:cubicBezTo>
                <a:cubicBezTo>
                  <a:pt x="1066800" y="311197"/>
                  <a:pt x="1073197" y="304800"/>
                  <a:pt x="1081088" y="304800"/>
                </a:cubicBezTo>
                <a:cubicBezTo>
                  <a:pt x="1088978" y="304800"/>
                  <a:pt x="1095375" y="311197"/>
                  <a:pt x="1095375" y="319088"/>
                </a:cubicBezTo>
                <a:close/>
                <a:moveTo>
                  <a:pt x="1095375" y="471488"/>
                </a:moveTo>
                <a:cubicBezTo>
                  <a:pt x="1095375" y="479378"/>
                  <a:pt x="1088978" y="485775"/>
                  <a:pt x="1081088" y="485775"/>
                </a:cubicBezTo>
                <a:cubicBezTo>
                  <a:pt x="1073197" y="485775"/>
                  <a:pt x="1066800" y="479378"/>
                  <a:pt x="1066800" y="471488"/>
                </a:cubicBezTo>
                <a:cubicBezTo>
                  <a:pt x="1066800" y="463597"/>
                  <a:pt x="1073197" y="457200"/>
                  <a:pt x="1081088" y="457200"/>
                </a:cubicBezTo>
                <a:cubicBezTo>
                  <a:pt x="1088978" y="457200"/>
                  <a:pt x="1095375" y="463597"/>
                  <a:pt x="1095375" y="471488"/>
                </a:cubicBezTo>
                <a:close/>
                <a:moveTo>
                  <a:pt x="1095375" y="623888"/>
                </a:moveTo>
                <a:cubicBezTo>
                  <a:pt x="1095375" y="631778"/>
                  <a:pt x="1088978" y="638175"/>
                  <a:pt x="1081088" y="638175"/>
                </a:cubicBezTo>
                <a:cubicBezTo>
                  <a:pt x="1073197" y="638175"/>
                  <a:pt x="1066800" y="631778"/>
                  <a:pt x="1066800" y="623888"/>
                </a:cubicBezTo>
                <a:cubicBezTo>
                  <a:pt x="1066800" y="615997"/>
                  <a:pt x="1073197" y="609600"/>
                  <a:pt x="1081088" y="609600"/>
                </a:cubicBezTo>
                <a:cubicBezTo>
                  <a:pt x="1088978" y="609600"/>
                  <a:pt x="1095375" y="615997"/>
                  <a:pt x="1095375" y="623888"/>
                </a:cubicBezTo>
                <a:close/>
                <a:moveTo>
                  <a:pt x="1095375" y="776288"/>
                </a:moveTo>
                <a:cubicBezTo>
                  <a:pt x="1095375" y="784178"/>
                  <a:pt x="1088978" y="790575"/>
                  <a:pt x="1081088" y="790575"/>
                </a:cubicBezTo>
                <a:cubicBezTo>
                  <a:pt x="1073197" y="790575"/>
                  <a:pt x="1066800" y="784178"/>
                  <a:pt x="1066800" y="776288"/>
                </a:cubicBezTo>
                <a:cubicBezTo>
                  <a:pt x="1066800" y="768397"/>
                  <a:pt x="1073197" y="762000"/>
                  <a:pt x="1081088" y="762000"/>
                </a:cubicBezTo>
                <a:cubicBezTo>
                  <a:pt x="1088978" y="762000"/>
                  <a:pt x="1095375" y="768397"/>
                  <a:pt x="1095375" y="776288"/>
                </a:cubicBezTo>
                <a:close/>
                <a:moveTo>
                  <a:pt x="1095375" y="928688"/>
                </a:moveTo>
                <a:cubicBezTo>
                  <a:pt x="1095375" y="936578"/>
                  <a:pt x="1088978" y="942975"/>
                  <a:pt x="1081088" y="942975"/>
                </a:cubicBezTo>
                <a:cubicBezTo>
                  <a:pt x="1073197" y="942975"/>
                  <a:pt x="1066800" y="936578"/>
                  <a:pt x="1066800" y="928688"/>
                </a:cubicBezTo>
                <a:cubicBezTo>
                  <a:pt x="1066800" y="920797"/>
                  <a:pt x="1073197" y="914400"/>
                  <a:pt x="1081088" y="914400"/>
                </a:cubicBezTo>
                <a:cubicBezTo>
                  <a:pt x="1088978" y="914400"/>
                  <a:pt x="1095375" y="920797"/>
                  <a:pt x="1095375" y="928688"/>
                </a:cubicBezTo>
                <a:close/>
                <a:moveTo>
                  <a:pt x="1095375" y="1081088"/>
                </a:moveTo>
                <a:cubicBezTo>
                  <a:pt x="1095375" y="1088978"/>
                  <a:pt x="1088978" y="1095375"/>
                  <a:pt x="1081088" y="1095375"/>
                </a:cubicBezTo>
                <a:cubicBezTo>
                  <a:pt x="1073197" y="1095375"/>
                  <a:pt x="1066800" y="1088978"/>
                  <a:pt x="1066800" y="1081088"/>
                </a:cubicBezTo>
                <a:cubicBezTo>
                  <a:pt x="1066800" y="1073197"/>
                  <a:pt x="1073197" y="1066800"/>
                  <a:pt x="1081088" y="1066800"/>
                </a:cubicBezTo>
                <a:cubicBezTo>
                  <a:pt x="1088978" y="1066800"/>
                  <a:pt x="1095375" y="1073197"/>
                  <a:pt x="1095375" y="1081088"/>
                </a:cubicBezTo>
                <a:close/>
                <a:moveTo>
                  <a:pt x="1095375" y="1233488"/>
                </a:moveTo>
                <a:cubicBezTo>
                  <a:pt x="1095375" y="1241378"/>
                  <a:pt x="1088978" y="1247775"/>
                  <a:pt x="1081088" y="1247775"/>
                </a:cubicBezTo>
                <a:cubicBezTo>
                  <a:pt x="1073197" y="1247775"/>
                  <a:pt x="1066800" y="1241378"/>
                  <a:pt x="1066800" y="1233488"/>
                </a:cubicBezTo>
                <a:cubicBezTo>
                  <a:pt x="1066800" y="1225597"/>
                  <a:pt x="1073197" y="1219200"/>
                  <a:pt x="1081088" y="1219200"/>
                </a:cubicBezTo>
                <a:cubicBezTo>
                  <a:pt x="1088978" y="1219200"/>
                  <a:pt x="1095375" y="1225597"/>
                  <a:pt x="1095375" y="1233488"/>
                </a:cubicBezTo>
                <a:close/>
                <a:moveTo>
                  <a:pt x="1095375" y="1385888"/>
                </a:moveTo>
                <a:cubicBezTo>
                  <a:pt x="1095375" y="1393778"/>
                  <a:pt x="1088978" y="1400175"/>
                  <a:pt x="1081088" y="1400175"/>
                </a:cubicBezTo>
                <a:cubicBezTo>
                  <a:pt x="1073197" y="1400175"/>
                  <a:pt x="1066800" y="1393778"/>
                  <a:pt x="1066800" y="1385888"/>
                </a:cubicBezTo>
                <a:cubicBezTo>
                  <a:pt x="1066800" y="1377997"/>
                  <a:pt x="1073197" y="1371600"/>
                  <a:pt x="1081088" y="1371600"/>
                </a:cubicBezTo>
                <a:cubicBezTo>
                  <a:pt x="1088978" y="1371600"/>
                  <a:pt x="1095375" y="1377997"/>
                  <a:pt x="1095375" y="1385888"/>
                </a:cubicBezTo>
                <a:close/>
                <a:moveTo>
                  <a:pt x="1095375" y="1538288"/>
                </a:moveTo>
                <a:cubicBezTo>
                  <a:pt x="1095375" y="1546178"/>
                  <a:pt x="1088978" y="1552575"/>
                  <a:pt x="1081088" y="1552575"/>
                </a:cubicBezTo>
                <a:cubicBezTo>
                  <a:pt x="1073197" y="1552575"/>
                  <a:pt x="1066800" y="1546178"/>
                  <a:pt x="1066800" y="1538288"/>
                </a:cubicBezTo>
                <a:cubicBezTo>
                  <a:pt x="1066800" y="1530397"/>
                  <a:pt x="1073197" y="1524000"/>
                  <a:pt x="1081088" y="1524000"/>
                </a:cubicBezTo>
                <a:cubicBezTo>
                  <a:pt x="1088978" y="1524000"/>
                  <a:pt x="1095375" y="1530397"/>
                  <a:pt x="1095375" y="1538288"/>
                </a:cubicBezTo>
                <a:close/>
                <a:moveTo>
                  <a:pt x="1095375" y="1690688"/>
                </a:moveTo>
                <a:cubicBezTo>
                  <a:pt x="1095375" y="1698578"/>
                  <a:pt x="1088978" y="1704975"/>
                  <a:pt x="1081088" y="1704975"/>
                </a:cubicBezTo>
                <a:cubicBezTo>
                  <a:pt x="1073197" y="1704975"/>
                  <a:pt x="1066800" y="1698578"/>
                  <a:pt x="1066800" y="1690688"/>
                </a:cubicBezTo>
                <a:cubicBezTo>
                  <a:pt x="1066800" y="1682797"/>
                  <a:pt x="1073197" y="1676400"/>
                  <a:pt x="1081088" y="1676400"/>
                </a:cubicBezTo>
                <a:cubicBezTo>
                  <a:pt x="1088978" y="1676400"/>
                  <a:pt x="1095375" y="1682797"/>
                  <a:pt x="1095375" y="1690688"/>
                </a:cubicBezTo>
                <a:close/>
                <a:moveTo>
                  <a:pt x="1095375" y="1843088"/>
                </a:moveTo>
                <a:cubicBezTo>
                  <a:pt x="1095375" y="1850978"/>
                  <a:pt x="1088978" y="1857375"/>
                  <a:pt x="1081088" y="1857375"/>
                </a:cubicBezTo>
                <a:cubicBezTo>
                  <a:pt x="1073197" y="1857375"/>
                  <a:pt x="1066800" y="1850978"/>
                  <a:pt x="1066800" y="1843088"/>
                </a:cubicBezTo>
                <a:cubicBezTo>
                  <a:pt x="1066800" y="1835197"/>
                  <a:pt x="1073197" y="1828800"/>
                  <a:pt x="1081088" y="1828800"/>
                </a:cubicBezTo>
                <a:cubicBezTo>
                  <a:pt x="1088978" y="1828800"/>
                  <a:pt x="1095375" y="1835197"/>
                  <a:pt x="1095375" y="1843088"/>
                </a:cubicBezTo>
                <a:close/>
                <a:moveTo>
                  <a:pt x="1095375" y="1995488"/>
                </a:moveTo>
                <a:cubicBezTo>
                  <a:pt x="1095375" y="2003378"/>
                  <a:pt x="1088978" y="2009775"/>
                  <a:pt x="1081088" y="2009775"/>
                </a:cubicBezTo>
                <a:cubicBezTo>
                  <a:pt x="1073197" y="2009775"/>
                  <a:pt x="1066800" y="2003378"/>
                  <a:pt x="1066800" y="1995488"/>
                </a:cubicBezTo>
                <a:cubicBezTo>
                  <a:pt x="1066800" y="1987597"/>
                  <a:pt x="1073197" y="1981200"/>
                  <a:pt x="1081088" y="1981200"/>
                </a:cubicBezTo>
                <a:cubicBezTo>
                  <a:pt x="1088978" y="1981200"/>
                  <a:pt x="1095375" y="1987597"/>
                  <a:pt x="1095375" y="1995488"/>
                </a:cubicBezTo>
                <a:close/>
                <a:moveTo>
                  <a:pt x="1095375" y="2147888"/>
                </a:moveTo>
                <a:cubicBezTo>
                  <a:pt x="1095375" y="2155778"/>
                  <a:pt x="1088978" y="2162175"/>
                  <a:pt x="1081088" y="2162175"/>
                </a:cubicBezTo>
                <a:cubicBezTo>
                  <a:pt x="1073197" y="2162175"/>
                  <a:pt x="1066800" y="2155778"/>
                  <a:pt x="1066800" y="2147888"/>
                </a:cubicBezTo>
                <a:cubicBezTo>
                  <a:pt x="1066800" y="2139997"/>
                  <a:pt x="1073197" y="2133600"/>
                  <a:pt x="1081088" y="2133600"/>
                </a:cubicBezTo>
                <a:cubicBezTo>
                  <a:pt x="1088978" y="2133600"/>
                  <a:pt x="1095375" y="2139997"/>
                  <a:pt x="1095375" y="2147888"/>
                </a:cubicBezTo>
                <a:close/>
                <a:moveTo>
                  <a:pt x="1095375" y="2300288"/>
                </a:moveTo>
                <a:cubicBezTo>
                  <a:pt x="1095375" y="2308178"/>
                  <a:pt x="1088978" y="2314575"/>
                  <a:pt x="1081088" y="2314575"/>
                </a:cubicBezTo>
                <a:cubicBezTo>
                  <a:pt x="1073197" y="2314575"/>
                  <a:pt x="1066800" y="2308178"/>
                  <a:pt x="1066800" y="2300288"/>
                </a:cubicBezTo>
                <a:cubicBezTo>
                  <a:pt x="1066800" y="2292397"/>
                  <a:pt x="1073197" y="2286000"/>
                  <a:pt x="1081088" y="2286000"/>
                </a:cubicBezTo>
                <a:cubicBezTo>
                  <a:pt x="1088978" y="2286000"/>
                  <a:pt x="1095375" y="2292397"/>
                  <a:pt x="1095375" y="2300288"/>
                </a:cubicBezTo>
                <a:close/>
                <a:moveTo>
                  <a:pt x="1095375" y="2452688"/>
                </a:moveTo>
                <a:cubicBezTo>
                  <a:pt x="1095375" y="2460578"/>
                  <a:pt x="1088978" y="2466975"/>
                  <a:pt x="1081088" y="2466975"/>
                </a:cubicBezTo>
                <a:cubicBezTo>
                  <a:pt x="1073197" y="2466975"/>
                  <a:pt x="1066800" y="2460578"/>
                  <a:pt x="1066800" y="2452688"/>
                </a:cubicBezTo>
                <a:cubicBezTo>
                  <a:pt x="1066800" y="2444797"/>
                  <a:pt x="1073197" y="2438400"/>
                  <a:pt x="1081088" y="2438400"/>
                </a:cubicBezTo>
                <a:cubicBezTo>
                  <a:pt x="1088978" y="2438400"/>
                  <a:pt x="1095375" y="2444797"/>
                  <a:pt x="1095375" y="2452688"/>
                </a:cubicBezTo>
                <a:close/>
                <a:moveTo>
                  <a:pt x="1095375" y="2605088"/>
                </a:moveTo>
                <a:cubicBezTo>
                  <a:pt x="1095375" y="2612978"/>
                  <a:pt x="1088978" y="2619375"/>
                  <a:pt x="1081088" y="2619375"/>
                </a:cubicBezTo>
                <a:cubicBezTo>
                  <a:pt x="1073197" y="2619375"/>
                  <a:pt x="1066800" y="2612978"/>
                  <a:pt x="1066800" y="2605088"/>
                </a:cubicBezTo>
                <a:cubicBezTo>
                  <a:pt x="1066800" y="2597197"/>
                  <a:pt x="1073197" y="2590800"/>
                  <a:pt x="1081088" y="2590800"/>
                </a:cubicBezTo>
                <a:cubicBezTo>
                  <a:pt x="1088978" y="2590800"/>
                  <a:pt x="1095375" y="2597197"/>
                  <a:pt x="1095375" y="2605088"/>
                </a:cubicBezTo>
                <a:close/>
                <a:moveTo>
                  <a:pt x="1095375" y="2757488"/>
                </a:moveTo>
                <a:cubicBezTo>
                  <a:pt x="1095375" y="2765378"/>
                  <a:pt x="1088978" y="2771775"/>
                  <a:pt x="1081088" y="2771775"/>
                </a:cubicBezTo>
                <a:cubicBezTo>
                  <a:pt x="1073197" y="2771775"/>
                  <a:pt x="1066800" y="2765378"/>
                  <a:pt x="1066800" y="2757488"/>
                </a:cubicBezTo>
                <a:cubicBezTo>
                  <a:pt x="1066800" y="2749597"/>
                  <a:pt x="1073197" y="2743200"/>
                  <a:pt x="1081088" y="2743200"/>
                </a:cubicBezTo>
                <a:cubicBezTo>
                  <a:pt x="1088978" y="2743200"/>
                  <a:pt x="1095375" y="2749597"/>
                  <a:pt x="1095375" y="2757488"/>
                </a:cubicBezTo>
                <a:close/>
                <a:moveTo>
                  <a:pt x="1095375" y="2909888"/>
                </a:moveTo>
                <a:cubicBezTo>
                  <a:pt x="1095375" y="2917778"/>
                  <a:pt x="1088978" y="2924175"/>
                  <a:pt x="1081088" y="2924175"/>
                </a:cubicBezTo>
                <a:cubicBezTo>
                  <a:pt x="1073197" y="2924175"/>
                  <a:pt x="1066800" y="2917778"/>
                  <a:pt x="1066800" y="2909888"/>
                </a:cubicBezTo>
                <a:cubicBezTo>
                  <a:pt x="1066800" y="2901997"/>
                  <a:pt x="1073197" y="2895600"/>
                  <a:pt x="1081088" y="2895600"/>
                </a:cubicBezTo>
                <a:cubicBezTo>
                  <a:pt x="1088978" y="2895600"/>
                  <a:pt x="1095375" y="2901997"/>
                  <a:pt x="1095375" y="2909888"/>
                </a:cubicBezTo>
                <a:close/>
                <a:moveTo>
                  <a:pt x="1095375" y="3062288"/>
                </a:moveTo>
                <a:cubicBezTo>
                  <a:pt x="1095375" y="3070178"/>
                  <a:pt x="1088978" y="3076575"/>
                  <a:pt x="1081088" y="3076575"/>
                </a:cubicBezTo>
                <a:cubicBezTo>
                  <a:pt x="1073197" y="3076575"/>
                  <a:pt x="1066800" y="3070178"/>
                  <a:pt x="1066800" y="3062288"/>
                </a:cubicBezTo>
                <a:cubicBezTo>
                  <a:pt x="1066800" y="3054397"/>
                  <a:pt x="1073197" y="3048000"/>
                  <a:pt x="1081088" y="3048000"/>
                </a:cubicBezTo>
                <a:cubicBezTo>
                  <a:pt x="1088978" y="3048000"/>
                  <a:pt x="1095375" y="3054397"/>
                  <a:pt x="1095375" y="3062288"/>
                </a:cubicBezTo>
                <a:close/>
                <a:moveTo>
                  <a:pt x="1095375" y="3214688"/>
                </a:moveTo>
                <a:cubicBezTo>
                  <a:pt x="1095375" y="3222578"/>
                  <a:pt x="1088978" y="3228975"/>
                  <a:pt x="1081088" y="3228975"/>
                </a:cubicBezTo>
                <a:cubicBezTo>
                  <a:pt x="1073197" y="3228975"/>
                  <a:pt x="1066800" y="3222578"/>
                  <a:pt x="1066800" y="3214688"/>
                </a:cubicBezTo>
                <a:cubicBezTo>
                  <a:pt x="1066800" y="3206797"/>
                  <a:pt x="1073197" y="3200400"/>
                  <a:pt x="1081088" y="3200400"/>
                </a:cubicBezTo>
                <a:cubicBezTo>
                  <a:pt x="1088978" y="3200400"/>
                  <a:pt x="1095375" y="3206797"/>
                  <a:pt x="1095375" y="3214688"/>
                </a:cubicBezTo>
                <a:close/>
                <a:moveTo>
                  <a:pt x="1095375" y="3367088"/>
                </a:moveTo>
                <a:cubicBezTo>
                  <a:pt x="1095375" y="3374978"/>
                  <a:pt x="1088978" y="3381375"/>
                  <a:pt x="1081088" y="3381375"/>
                </a:cubicBezTo>
                <a:cubicBezTo>
                  <a:pt x="1073197" y="3381375"/>
                  <a:pt x="1066800" y="3374978"/>
                  <a:pt x="1066800" y="3367088"/>
                </a:cubicBezTo>
                <a:cubicBezTo>
                  <a:pt x="1066800" y="3359197"/>
                  <a:pt x="1073197" y="3352800"/>
                  <a:pt x="1081088" y="3352800"/>
                </a:cubicBezTo>
                <a:cubicBezTo>
                  <a:pt x="1088978" y="3352800"/>
                  <a:pt x="1095375" y="3359197"/>
                  <a:pt x="1095375" y="3367088"/>
                </a:cubicBezTo>
                <a:close/>
                <a:moveTo>
                  <a:pt x="1095375" y="3519488"/>
                </a:moveTo>
                <a:cubicBezTo>
                  <a:pt x="1095375" y="3527378"/>
                  <a:pt x="1088978" y="3533775"/>
                  <a:pt x="1081088" y="3533775"/>
                </a:cubicBezTo>
                <a:cubicBezTo>
                  <a:pt x="1073197" y="3533775"/>
                  <a:pt x="1066800" y="3527378"/>
                  <a:pt x="1066800" y="3519488"/>
                </a:cubicBezTo>
                <a:cubicBezTo>
                  <a:pt x="1066800" y="3511597"/>
                  <a:pt x="1073197" y="3505200"/>
                  <a:pt x="1081088" y="3505200"/>
                </a:cubicBezTo>
                <a:cubicBezTo>
                  <a:pt x="1088978" y="3505200"/>
                  <a:pt x="1095375" y="3511597"/>
                  <a:pt x="1095375" y="3519488"/>
                </a:cubicBezTo>
                <a:close/>
                <a:moveTo>
                  <a:pt x="1095375" y="3671888"/>
                </a:moveTo>
                <a:cubicBezTo>
                  <a:pt x="1095375" y="3679778"/>
                  <a:pt x="1088978" y="3686175"/>
                  <a:pt x="1081088" y="3686175"/>
                </a:cubicBezTo>
                <a:cubicBezTo>
                  <a:pt x="1073197" y="3686175"/>
                  <a:pt x="1066800" y="3679778"/>
                  <a:pt x="1066800" y="3671888"/>
                </a:cubicBezTo>
                <a:cubicBezTo>
                  <a:pt x="1066800" y="3663997"/>
                  <a:pt x="1073197" y="3657600"/>
                  <a:pt x="1081088" y="3657600"/>
                </a:cubicBezTo>
                <a:cubicBezTo>
                  <a:pt x="1088978" y="3657600"/>
                  <a:pt x="1095375" y="3663997"/>
                  <a:pt x="1095375" y="3671888"/>
                </a:cubicBezTo>
                <a:close/>
                <a:moveTo>
                  <a:pt x="1095375" y="3824288"/>
                </a:moveTo>
                <a:cubicBezTo>
                  <a:pt x="1095375" y="3832178"/>
                  <a:pt x="1088978" y="3838575"/>
                  <a:pt x="1081088" y="3838575"/>
                </a:cubicBezTo>
                <a:cubicBezTo>
                  <a:pt x="1073197" y="3838575"/>
                  <a:pt x="1066800" y="3832178"/>
                  <a:pt x="1066800" y="3824288"/>
                </a:cubicBezTo>
                <a:cubicBezTo>
                  <a:pt x="1066800" y="3816397"/>
                  <a:pt x="1073197" y="3810000"/>
                  <a:pt x="1081088" y="3810000"/>
                </a:cubicBezTo>
                <a:cubicBezTo>
                  <a:pt x="1088978" y="3810000"/>
                  <a:pt x="1095375" y="3816397"/>
                  <a:pt x="1095375" y="3824288"/>
                </a:cubicBezTo>
                <a:close/>
                <a:moveTo>
                  <a:pt x="1095375" y="3976688"/>
                </a:moveTo>
                <a:cubicBezTo>
                  <a:pt x="1095375" y="3984578"/>
                  <a:pt x="1088978" y="3990975"/>
                  <a:pt x="1081088" y="3990975"/>
                </a:cubicBezTo>
                <a:cubicBezTo>
                  <a:pt x="1073197" y="3990975"/>
                  <a:pt x="1066800" y="3984578"/>
                  <a:pt x="1066800" y="3976688"/>
                </a:cubicBezTo>
                <a:cubicBezTo>
                  <a:pt x="1066800" y="3968797"/>
                  <a:pt x="1073197" y="3962400"/>
                  <a:pt x="1081088" y="3962400"/>
                </a:cubicBezTo>
                <a:cubicBezTo>
                  <a:pt x="1088978" y="3962400"/>
                  <a:pt x="1095375" y="3968797"/>
                  <a:pt x="1095375" y="3976688"/>
                </a:cubicBezTo>
                <a:close/>
                <a:moveTo>
                  <a:pt x="1095375" y="4129088"/>
                </a:moveTo>
                <a:cubicBezTo>
                  <a:pt x="1095375" y="4136978"/>
                  <a:pt x="1088978" y="4143375"/>
                  <a:pt x="1081088" y="4143375"/>
                </a:cubicBezTo>
                <a:cubicBezTo>
                  <a:pt x="1073197" y="4143375"/>
                  <a:pt x="1066800" y="4136978"/>
                  <a:pt x="1066800" y="4129088"/>
                </a:cubicBezTo>
                <a:cubicBezTo>
                  <a:pt x="1066800" y="4121197"/>
                  <a:pt x="1073197" y="4114800"/>
                  <a:pt x="1081088" y="4114800"/>
                </a:cubicBezTo>
                <a:cubicBezTo>
                  <a:pt x="1088978" y="4114800"/>
                  <a:pt x="1095375" y="4121197"/>
                  <a:pt x="1095375" y="4129088"/>
                </a:cubicBezTo>
                <a:close/>
                <a:moveTo>
                  <a:pt x="1095375" y="4281488"/>
                </a:moveTo>
                <a:cubicBezTo>
                  <a:pt x="1095375" y="4289378"/>
                  <a:pt x="1088978" y="4295775"/>
                  <a:pt x="1081088" y="4295775"/>
                </a:cubicBezTo>
                <a:cubicBezTo>
                  <a:pt x="1073197" y="4295775"/>
                  <a:pt x="1066800" y="4289378"/>
                  <a:pt x="1066800" y="4281488"/>
                </a:cubicBezTo>
                <a:cubicBezTo>
                  <a:pt x="1066800" y="4273597"/>
                  <a:pt x="1073197" y="4267200"/>
                  <a:pt x="1081088" y="4267200"/>
                </a:cubicBezTo>
                <a:cubicBezTo>
                  <a:pt x="1088978" y="4267200"/>
                  <a:pt x="1095375" y="4273597"/>
                  <a:pt x="1095375" y="4281488"/>
                </a:cubicBezTo>
                <a:close/>
                <a:moveTo>
                  <a:pt x="1095375" y="4433888"/>
                </a:moveTo>
                <a:cubicBezTo>
                  <a:pt x="1095375" y="4441778"/>
                  <a:pt x="1088978" y="4448175"/>
                  <a:pt x="1081088" y="4448175"/>
                </a:cubicBezTo>
                <a:cubicBezTo>
                  <a:pt x="1073197" y="4448175"/>
                  <a:pt x="1066800" y="4441778"/>
                  <a:pt x="1066800" y="4433888"/>
                </a:cubicBezTo>
                <a:cubicBezTo>
                  <a:pt x="1066800" y="4425997"/>
                  <a:pt x="1073197" y="4419600"/>
                  <a:pt x="1081088" y="4419600"/>
                </a:cubicBezTo>
                <a:cubicBezTo>
                  <a:pt x="1088978" y="4419600"/>
                  <a:pt x="1095375" y="4425997"/>
                  <a:pt x="1095375" y="4433888"/>
                </a:cubicBezTo>
                <a:close/>
                <a:moveTo>
                  <a:pt x="1095375" y="4586288"/>
                </a:moveTo>
                <a:cubicBezTo>
                  <a:pt x="1095375" y="4594178"/>
                  <a:pt x="1088978" y="4600575"/>
                  <a:pt x="1081088" y="4600575"/>
                </a:cubicBezTo>
                <a:cubicBezTo>
                  <a:pt x="1073197" y="4600575"/>
                  <a:pt x="1066800" y="4594178"/>
                  <a:pt x="1066800" y="4586288"/>
                </a:cubicBezTo>
                <a:cubicBezTo>
                  <a:pt x="1066800" y="4578397"/>
                  <a:pt x="1073197" y="4572000"/>
                  <a:pt x="1081088" y="4572000"/>
                </a:cubicBezTo>
                <a:cubicBezTo>
                  <a:pt x="1088978" y="4572000"/>
                  <a:pt x="1095375" y="4578397"/>
                  <a:pt x="1095375" y="4586288"/>
                </a:cubicBezTo>
                <a:close/>
                <a:moveTo>
                  <a:pt x="1095375" y="4738688"/>
                </a:moveTo>
                <a:cubicBezTo>
                  <a:pt x="1095375" y="4746578"/>
                  <a:pt x="1088978" y="4752975"/>
                  <a:pt x="1081088" y="4752975"/>
                </a:cubicBezTo>
                <a:cubicBezTo>
                  <a:pt x="1073197" y="4752975"/>
                  <a:pt x="1066800" y="4746578"/>
                  <a:pt x="1066800" y="4738688"/>
                </a:cubicBezTo>
                <a:cubicBezTo>
                  <a:pt x="1066800" y="4730797"/>
                  <a:pt x="1073197" y="4724400"/>
                  <a:pt x="1081088" y="4724400"/>
                </a:cubicBezTo>
                <a:cubicBezTo>
                  <a:pt x="1088978" y="4724400"/>
                  <a:pt x="1095375" y="4730797"/>
                  <a:pt x="1095375" y="4738688"/>
                </a:cubicBezTo>
                <a:close/>
                <a:moveTo>
                  <a:pt x="1247775" y="14288"/>
                </a:moveTo>
                <a:cubicBezTo>
                  <a:pt x="1247775" y="22178"/>
                  <a:pt x="1241378" y="28575"/>
                  <a:pt x="1233488" y="28575"/>
                </a:cubicBezTo>
                <a:cubicBezTo>
                  <a:pt x="1225597" y="28575"/>
                  <a:pt x="1219200" y="22178"/>
                  <a:pt x="1219200" y="14288"/>
                </a:cubicBezTo>
                <a:cubicBezTo>
                  <a:pt x="1219200" y="6397"/>
                  <a:pt x="1225597" y="0"/>
                  <a:pt x="1233488" y="0"/>
                </a:cubicBezTo>
                <a:cubicBezTo>
                  <a:pt x="1241378" y="0"/>
                  <a:pt x="1247775" y="6397"/>
                  <a:pt x="1247775" y="14288"/>
                </a:cubicBezTo>
                <a:close/>
                <a:moveTo>
                  <a:pt x="1247775" y="166688"/>
                </a:moveTo>
                <a:cubicBezTo>
                  <a:pt x="1247775" y="174578"/>
                  <a:pt x="1241378" y="180975"/>
                  <a:pt x="1233488" y="180975"/>
                </a:cubicBezTo>
                <a:cubicBezTo>
                  <a:pt x="1225597" y="180975"/>
                  <a:pt x="1219200" y="174578"/>
                  <a:pt x="1219200" y="166688"/>
                </a:cubicBezTo>
                <a:cubicBezTo>
                  <a:pt x="1219200" y="158797"/>
                  <a:pt x="1225597" y="152400"/>
                  <a:pt x="1233488" y="152400"/>
                </a:cubicBezTo>
                <a:cubicBezTo>
                  <a:pt x="1241378" y="152400"/>
                  <a:pt x="1247775" y="158797"/>
                  <a:pt x="1247775" y="166688"/>
                </a:cubicBezTo>
                <a:close/>
                <a:moveTo>
                  <a:pt x="1247775" y="319088"/>
                </a:moveTo>
                <a:cubicBezTo>
                  <a:pt x="1247775" y="326978"/>
                  <a:pt x="1241378" y="333375"/>
                  <a:pt x="1233488" y="333375"/>
                </a:cubicBezTo>
                <a:cubicBezTo>
                  <a:pt x="1225597" y="333375"/>
                  <a:pt x="1219200" y="326978"/>
                  <a:pt x="1219200" y="319088"/>
                </a:cubicBezTo>
                <a:cubicBezTo>
                  <a:pt x="1219200" y="311197"/>
                  <a:pt x="1225597" y="304800"/>
                  <a:pt x="1233488" y="304800"/>
                </a:cubicBezTo>
                <a:cubicBezTo>
                  <a:pt x="1241378" y="304800"/>
                  <a:pt x="1247775" y="311197"/>
                  <a:pt x="1247775" y="319088"/>
                </a:cubicBezTo>
                <a:close/>
                <a:moveTo>
                  <a:pt x="1247775" y="471488"/>
                </a:moveTo>
                <a:cubicBezTo>
                  <a:pt x="1247775" y="479378"/>
                  <a:pt x="1241378" y="485775"/>
                  <a:pt x="1233488" y="485775"/>
                </a:cubicBezTo>
                <a:cubicBezTo>
                  <a:pt x="1225597" y="485775"/>
                  <a:pt x="1219200" y="479378"/>
                  <a:pt x="1219200" y="471488"/>
                </a:cubicBezTo>
                <a:cubicBezTo>
                  <a:pt x="1219200" y="463597"/>
                  <a:pt x="1225597" y="457200"/>
                  <a:pt x="1233488" y="457200"/>
                </a:cubicBezTo>
                <a:cubicBezTo>
                  <a:pt x="1241378" y="457200"/>
                  <a:pt x="1247775" y="463597"/>
                  <a:pt x="1247775" y="471488"/>
                </a:cubicBezTo>
                <a:close/>
                <a:moveTo>
                  <a:pt x="1247775" y="623888"/>
                </a:moveTo>
                <a:cubicBezTo>
                  <a:pt x="1247775" y="631778"/>
                  <a:pt x="1241378" y="638175"/>
                  <a:pt x="1233488" y="638175"/>
                </a:cubicBezTo>
                <a:cubicBezTo>
                  <a:pt x="1225597" y="638175"/>
                  <a:pt x="1219200" y="631778"/>
                  <a:pt x="1219200" y="623888"/>
                </a:cubicBezTo>
                <a:cubicBezTo>
                  <a:pt x="1219200" y="615997"/>
                  <a:pt x="1225597" y="609600"/>
                  <a:pt x="1233488" y="609600"/>
                </a:cubicBezTo>
                <a:cubicBezTo>
                  <a:pt x="1241378" y="609600"/>
                  <a:pt x="1247775" y="615997"/>
                  <a:pt x="1247775" y="623888"/>
                </a:cubicBezTo>
                <a:close/>
                <a:moveTo>
                  <a:pt x="1247775" y="776288"/>
                </a:moveTo>
                <a:cubicBezTo>
                  <a:pt x="1247775" y="784178"/>
                  <a:pt x="1241378" y="790575"/>
                  <a:pt x="1233488" y="790575"/>
                </a:cubicBezTo>
                <a:cubicBezTo>
                  <a:pt x="1225597" y="790575"/>
                  <a:pt x="1219200" y="784178"/>
                  <a:pt x="1219200" y="776288"/>
                </a:cubicBezTo>
                <a:cubicBezTo>
                  <a:pt x="1219200" y="768397"/>
                  <a:pt x="1225597" y="762000"/>
                  <a:pt x="1233488" y="762000"/>
                </a:cubicBezTo>
                <a:cubicBezTo>
                  <a:pt x="1241378" y="762000"/>
                  <a:pt x="1247775" y="768397"/>
                  <a:pt x="1247775" y="776288"/>
                </a:cubicBezTo>
                <a:close/>
                <a:moveTo>
                  <a:pt x="1247775" y="928688"/>
                </a:moveTo>
                <a:cubicBezTo>
                  <a:pt x="1247775" y="936578"/>
                  <a:pt x="1241378" y="942975"/>
                  <a:pt x="1233488" y="942975"/>
                </a:cubicBezTo>
                <a:cubicBezTo>
                  <a:pt x="1225597" y="942975"/>
                  <a:pt x="1219200" y="936578"/>
                  <a:pt x="1219200" y="928688"/>
                </a:cubicBezTo>
                <a:cubicBezTo>
                  <a:pt x="1219200" y="920797"/>
                  <a:pt x="1225597" y="914400"/>
                  <a:pt x="1233488" y="914400"/>
                </a:cubicBezTo>
                <a:cubicBezTo>
                  <a:pt x="1241378" y="914400"/>
                  <a:pt x="1247775" y="920797"/>
                  <a:pt x="1247775" y="928688"/>
                </a:cubicBezTo>
                <a:close/>
                <a:moveTo>
                  <a:pt x="1247775" y="1081088"/>
                </a:moveTo>
                <a:cubicBezTo>
                  <a:pt x="1247775" y="1088978"/>
                  <a:pt x="1241378" y="1095375"/>
                  <a:pt x="1233488" y="1095375"/>
                </a:cubicBezTo>
                <a:cubicBezTo>
                  <a:pt x="1225597" y="1095375"/>
                  <a:pt x="1219200" y="1088978"/>
                  <a:pt x="1219200" y="1081088"/>
                </a:cubicBezTo>
                <a:cubicBezTo>
                  <a:pt x="1219200" y="1073197"/>
                  <a:pt x="1225597" y="1066800"/>
                  <a:pt x="1233488" y="1066800"/>
                </a:cubicBezTo>
                <a:cubicBezTo>
                  <a:pt x="1241378" y="1066800"/>
                  <a:pt x="1247775" y="1073197"/>
                  <a:pt x="1247775" y="1081088"/>
                </a:cubicBezTo>
                <a:close/>
                <a:moveTo>
                  <a:pt x="1247775" y="1233488"/>
                </a:moveTo>
                <a:cubicBezTo>
                  <a:pt x="1247775" y="1241378"/>
                  <a:pt x="1241378" y="1247775"/>
                  <a:pt x="1233488" y="1247775"/>
                </a:cubicBezTo>
                <a:cubicBezTo>
                  <a:pt x="1225597" y="1247775"/>
                  <a:pt x="1219200" y="1241378"/>
                  <a:pt x="1219200" y="1233488"/>
                </a:cubicBezTo>
                <a:cubicBezTo>
                  <a:pt x="1219200" y="1225597"/>
                  <a:pt x="1225597" y="1219200"/>
                  <a:pt x="1233488" y="1219200"/>
                </a:cubicBezTo>
                <a:cubicBezTo>
                  <a:pt x="1241378" y="1219200"/>
                  <a:pt x="1247775" y="1225597"/>
                  <a:pt x="1247775" y="1233488"/>
                </a:cubicBezTo>
                <a:close/>
                <a:moveTo>
                  <a:pt x="1247775" y="1385888"/>
                </a:moveTo>
                <a:cubicBezTo>
                  <a:pt x="1247775" y="1393778"/>
                  <a:pt x="1241378" y="1400175"/>
                  <a:pt x="1233488" y="1400175"/>
                </a:cubicBezTo>
                <a:cubicBezTo>
                  <a:pt x="1225597" y="1400175"/>
                  <a:pt x="1219200" y="1393778"/>
                  <a:pt x="1219200" y="1385888"/>
                </a:cubicBezTo>
                <a:cubicBezTo>
                  <a:pt x="1219200" y="1377997"/>
                  <a:pt x="1225597" y="1371600"/>
                  <a:pt x="1233488" y="1371600"/>
                </a:cubicBezTo>
                <a:cubicBezTo>
                  <a:pt x="1241378" y="1371600"/>
                  <a:pt x="1247775" y="1377997"/>
                  <a:pt x="1247775" y="1385888"/>
                </a:cubicBezTo>
                <a:close/>
                <a:moveTo>
                  <a:pt x="1247775" y="1538288"/>
                </a:moveTo>
                <a:cubicBezTo>
                  <a:pt x="1247775" y="1546178"/>
                  <a:pt x="1241378" y="1552575"/>
                  <a:pt x="1233488" y="1552575"/>
                </a:cubicBezTo>
                <a:cubicBezTo>
                  <a:pt x="1225597" y="1552575"/>
                  <a:pt x="1219200" y="1546178"/>
                  <a:pt x="1219200" y="1538288"/>
                </a:cubicBezTo>
                <a:cubicBezTo>
                  <a:pt x="1219200" y="1530397"/>
                  <a:pt x="1225597" y="1524000"/>
                  <a:pt x="1233488" y="1524000"/>
                </a:cubicBezTo>
                <a:cubicBezTo>
                  <a:pt x="1241378" y="1524000"/>
                  <a:pt x="1247775" y="1530397"/>
                  <a:pt x="1247775" y="1538288"/>
                </a:cubicBezTo>
                <a:close/>
                <a:moveTo>
                  <a:pt x="1247775" y="1690688"/>
                </a:moveTo>
                <a:cubicBezTo>
                  <a:pt x="1247775" y="1698578"/>
                  <a:pt x="1241378" y="1704975"/>
                  <a:pt x="1233488" y="1704975"/>
                </a:cubicBezTo>
                <a:cubicBezTo>
                  <a:pt x="1225597" y="1704975"/>
                  <a:pt x="1219200" y="1698578"/>
                  <a:pt x="1219200" y="1690688"/>
                </a:cubicBezTo>
                <a:cubicBezTo>
                  <a:pt x="1219200" y="1682797"/>
                  <a:pt x="1225597" y="1676400"/>
                  <a:pt x="1233488" y="1676400"/>
                </a:cubicBezTo>
                <a:cubicBezTo>
                  <a:pt x="1241378" y="1676400"/>
                  <a:pt x="1247775" y="1682797"/>
                  <a:pt x="1247775" y="1690688"/>
                </a:cubicBezTo>
                <a:close/>
                <a:moveTo>
                  <a:pt x="1247775" y="1843088"/>
                </a:moveTo>
                <a:cubicBezTo>
                  <a:pt x="1247775" y="1850978"/>
                  <a:pt x="1241378" y="1857375"/>
                  <a:pt x="1233488" y="1857375"/>
                </a:cubicBezTo>
                <a:cubicBezTo>
                  <a:pt x="1225597" y="1857375"/>
                  <a:pt x="1219200" y="1850978"/>
                  <a:pt x="1219200" y="1843088"/>
                </a:cubicBezTo>
                <a:cubicBezTo>
                  <a:pt x="1219200" y="1835197"/>
                  <a:pt x="1225597" y="1828800"/>
                  <a:pt x="1233488" y="1828800"/>
                </a:cubicBezTo>
                <a:cubicBezTo>
                  <a:pt x="1241378" y="1828800"/>
                  <a:pt x="1247775" y="1835197"/>
                  <a:pt x="1247775" y="1843088"/>
                </a:cubicBezTo>
                <a:close/>
                <a:moveTo>
                  <a:pt x="1247775" y="1995488"/>
                </a:moveTo>
                <a:cubicBezTo>
                  <a:pt x="1247775" y="2003378"/>
                  <a:pt x="1241378" y="2009775"/>
                  <a:pt x="1233488" y="2009775"/>
                </a:cubicBezTo>
                <a:cubicBezTo>
                  <a:pt x="1225597" y="2009775"/>
                  <a:pt x="1219200" y="2003378"/>
                  <a:pt x="1219200" y="1995488"/>
                </a:cubicBezTo>
                <a:cubicBezTo>
                  <a:pt x="1219200" y="1987597"/>
                  <a:pt x="1225597" y="1981200"/>
                  <a:pt x="1233488" y="1981200"/>
                </a:cubicBezTo>
                <a:cubicBezTo>
                  <a:pt x="1241378" y="1981200"/>
                  <a:pt x="1247775" y="1987597"/>
                  <a:pt x="1247775" y="1995488"/>
                </a:cubicBezTo>
                <a:close/>
                <a:moveTo>
                  <a:pt x="1247775" y="2147888"/>
                </a:moveTo>
                <a:cubicBezTo>
                  <a:pt x="1247775" y="2155778"/>
                  <a:pt x="1241378" y="2162175"/>
                  <a:pt x="1233488" y="2162175"/>
                </a:cubicBezTo>
                <a:cubicBezTo>
                  <a:pt x="1225597" y="2162175"/>
                  <a:pt x="1219200" y="2155778"/>
                  <a:pt x="1219200" y="2147888"/>
                </a:cubicBezTo>
                <a:cubicBezTo>
                  <a:pt x="1219200" y="2139997"/>
                  <a:pt x="1225597" y="2133600"/>
                  <a:pt x="1233488" y="2133600"/>
                </a:cubicBezTo>
                <a:cubicBezTo>
                  <a:pt x="1241378" y="2133600"/>
                  <a:pt x="1247775" y="2139997"/>
                  <a:pt x="1247775" y="2147888"/>
                </a:cubicBezTo>
                <a:close/>
                <a:moveTo>
                  <a:pt x="1247775" y="2300288"/>
                </a:moveTo>
                <a:cubicBezTo>
                  <a:pt x="1247775" y="2308178"/>
                  <a:pt x="1241378" y="2314575"/>
                  <a:pt x="1233488" y="2314575"/>
                </a:cubicBezTo>
                <a:cubicBezTo>
                  <a:pt x="1225597" y="2314575"/>
                  <a:pt x="1219200" y="2308178"/>
                  <a:pt x="1219200" y="2300288"/>
                </a:cubicBezTo>
                <a:cubicBezTo>
                  <a:pt x="1219200" y="2292397"/>
                  <a:pt x="1225597" y="2286000"/>
                  <a:pt x="1233488" y="2286000"/>
                </a:cubicBezTo>
                <a:cubicBezTo>
                  <a:pt x="1241378" y="2286000"/>
                  <a:pt x="1247775" y="2292397"/>
                  <a:pt x="1247775" y="2300288"/>
                </a:cubicBezTo>
                <a:close/>
                <a:moveTo>
                  <a:pt x="1247775" y="2452688"/>
                </a:moveTo>
                <a:cubicBezTo>
                  <a:pt x="1247775" y="2460578"/>
                  <a:pt x="1241378" y="2466975"/>
                  <a:pt x="1233488" y="2466975"/>
                </a:cubicBezTo>
                <a:cubicBezTo>
                  <a:pt x="1225597" y="2466975"/>
                  <a:pt x="1219200" y="2460578"/>
                  <a:pt x="1219200" y="2452688"/>
                </a:cubicBezTo>
                <a:cubicBezTo>
                  <a:pt x="1219200" y="2444797"/>
                  <a:pt x="1225597" y="2438400"/>
                  <a:pt x="1233488" y="2438400"/>
                </a:cubicBezTo>
                <a:cubicBezTo>
                  <a:pt x="1241378" y="2438400"/>
                  <a:pt x="1247775" y="2444797"/>
                  <a:pt x="1247775" y="2452688"/>
                </a:cubicBezTo>
                <a:close/>
                <a:moveTo>
                  <a:pt x="1247775" y="2605088"/>
                </a:moveTo>
                <a:cubicBezTo>
                  <a:pt x="1247775" y="2612978"/>
                  <a:pt x="1241378" y="2619375"/>
                  <a:pt x="1233488" y="2619375"/>
                </a:cubicBezTo>
                <a:cubicBezTo>
                  <a:pt x="1225597" y="2619375"/>
                  <a:pt x="1219200" y="2612978"/>
                  <a:pt x="1219200" y="2605088"/>
                </a:cubicBezTo>
                <a:cubicBezTo>
                  <a:pt x="1219200" y="2597197"/>
                  <a:pt x="1225597" y="2590800"/>
                  <a:pt x="1233488" y="2590800"/>
                </a:cubicBezTo>
                <a:cubicBezTo>
                  <a:pt x="1241378" y="2590800"/>
                  <a:pt x="1247775" y="2597197"/>
                  <a:pt x="1247775" y="2605088"/>
                </a:cubicBezTo>
                <a:close/>
                <a:moveTo>
                  <a:pt x="1247775" y="2757488"/>
                </a:moveTo>
                <a:cubicBezTo>
                  <a:pt x="1247775" y="2765378"/>
                  <a:pt x="1241378" y="2771775"/>
                  <a:pt x="1233488" y="2771775"/>
                </a:cubicBezTo>
                <a:cubicBezTo>
                  <a:pt x="1225597" y="2771775"/>
                  <a:pt x="1219200" y="2765378"/>
                  <a:pt x="1219200" y="2757488"/>
                </a:cubicBezTo>
                <a:cubicBezTo>
                  <a:pt x="1219200" y="2749597"/>
                  <a:pt x="1225597" y="2743200"/>
                  <a:pt x="1233488" y="2743200"/>
                </a:cubicBezTo>
                <a:cubicBezTo>
                  <a:pt x="1241378" y="2743200"/>
                  <a:pt x="1247775" y="2749597"/>
                  <a:pt x="1247775" y="2757488"/>
                </a:cubicBezTo>
                <a:close/>
                <a:moveTo>
                  <a:pt x="1247775" y="2909888"/>
                </a:moveTo>
                <a:cubicBezTo>
                  <a:pt x="1247775" y="2917778"/>
                  <a:pt x="1241378" y="2924175"/>
                  <a:pt x="1233488" y="2924175"/>
                </a:cubicBezTo>
                <a:cubicBezTo>
                  <a:pt x="1225597" y="2924175"/>
                  <a:pt x="1219200" y="2917778"/>
                  <a:pt x="1219200" y="2909888"/>
                </a:cubicBezTo>
                <a:cubicBezTo>
                  <a:pt x="1219200" y="2901997"/>
                  <a:pt x="1225597" y="2895600"/>
                  <a:pt x="1233488" y="2895600"/>
                </a:cubicBezTo>
                <a:cubicBezTo>
                  <a:pt x="1241378" y="2895600"/>
                  <a:pt x="1247775" y="2901997"/>
                  <a:pt x="1247775" y="2909888"/>
                </a:cubicBezTo>
                <a:close/>
                <a:moveTo>
                  <a:pt x="1247775" y="3062288"/>
                </a:moveTo>
                <a:cubicBezTo>
                  <a:pt x="1247775" y="3070178"/>
                  <a:pt x="1241378" y="3076575"/>
                  <a:pt x="1233488" y="3076575"/>
                </a:cubicBezTo>
                <a:cubicBezTo>
                  <a:pt x="1225597" y="3076575"/>
                  <a:pt x="1219200" y="3070178"/>
                  <a:pt x="1219200" y="3062288"/>
                </a:cubicBezTo>
                <a:cubicBezTo>
                  <a:pt x="1219200" y="3054397"/>
                  <a:pt x="1225597" y="3048000"/>
                  <a:pt x="1233488" y="3048000"/>
                </a:cubicBezTo>
                <a:cubicBezTo>
                  <a:pt x="1241378" y="3048000"/>
                  <a:pt x="1247775" y="3054397"/>
                  <a:pt x="1247775" y="3062288"/>
                </a:cubicBezTo>
                <a:close/>
                <a:moveTo>
                  <a:pt x="1247775" y="3214688"/>
                </a:moveTo>
                <a:cubicBezTo>
                  <a:pt x="1247775" y="3222578"/>
                  <a:pt x="1241378" y="3228975"/>
                  <a:pt x="1233488" y="3228975"/>
                </a:cubicBezTo>
                <a:cubicBezTo>
                  <a:pt x="1225597" y="3228975"/>
                  <a:pt x="1219200" y="3222578"/>
                  <a:pt x="1219200" y="3214688"/>
                </a:cubicBezTo>
                <a:cubicBezTo>
                  <a:pt x="1219200" y="3206797"/>
                  <a:pt x="1225597" y="3200400"/>
                  <a:pt x="1233488" y="3200400"/>
                </a:cubicBezTo>
                <a:cubicBezTo>
                  <a:pt x="1241378" y="3200400"/>
                  <a:pt x="1247775" y="3206797"/>
                  <a:pt x="1247775" y="3214688"/>
                </a:cubicBezTo>
                <a:close/>
                <a:moveTo>
                  <a:pt x="1247775" y="3367088"/>
                </a:moveTo>
                <a:cubicBezTo>
                  <a:pt x="1247775" y="3374978"/>
                  <a:pt x="1241378" y="3381375"/>
                  <a:pt x="1233488" y="3381375"/>
                </a:cubicBezTo>
                <a:cubicBezTo>
                  <a:pt x="1225597" y="3381375"/>
                  <a:pt x="1219200" y="3374978"/>
                  <a:pt x="1219200" y="3367088"/>
                </a:cubicBezTo>
                <a:cubicBezTo>
                  <a:pt x="1219200" y="3359197"/>
                  <a:pt x="1225597" y="3352800"/>
                  <a:pt x="1233488" y="3352800"/>
                </a:cubicBezTo>
                <a:cubicBezTo>
                  <a:pt x="1241378" y="3352800"/>
                  <a:pt x="1247775" y="3359197"/>
                  <a:pt x="1247775" y="3367088"/>
                </a:cubicBezTo>
                <a:close/>
                <a:moveTo>
                  <a:pt x="1247775" y="3519488"/>
                </a:moveTo>
                <a:cubicBezTo>
                  <a:pt x="1247775" y="3527378"/>
                  <a:pt x="1241378" y="3533775"/>
                  <a:pt x="1233488" y="3533775"/>
                </a:cubicBezTo>
                <a:cubicBezTo>
                  <a:pt x="1225597" y="3533775"/>
                  <a:pt x="1219200" y="3527378"/>
                  <a:pt x="1219200" y="3519488"/>
                </a:cubicBezTo>
                <a:cubicBezTo>
                  <a:pt x="1219200" y="3511597"/>
                  <a:pt x="1225597" y="3505200"/>
                  <a:pt x="1233488" y="3505200"/>
                </a:cubicBezTo>
                <a:cubicBezTo>
                  <a:pt x="1241378" y="3505200"/>
                  <a:pt x="1247775" y="3511597"/>
                  <a:pt x="1247775" y="3519488"/>
                </a:cubicBezTo>
                <a:close/>
                <a:moveTo>
                  <a:pt x="1247775" y="3671888"/>
                </a:moveTo>
                <a:cubicBezTo>
                  <a:pt x="1247775" y="3679778"/>
                  <a:pt x="1241378" y="3686175"/>
                  <a:pt x="1233488" y="3686175"/>
                </a:cubicBezTo>
                <a:cubicBezTo>
                  <a:pt x="1225597" y="3686175"/>
                  <a:pt x="1219200" y="3679778"/>
                  <a:pt x="1219200" y="3671888"/>
                </a:cubicBezTo>
                <a:cubicBezTo>
                  <a:pt x="1219200" y="3663997"/>
                  <a:pt x="1225597" y="3657600"/>
                  <a:pt x="1233488" y="3657600"/>
                </a:cubicBezTo>
                <a:cubicBezTo>
                  <a:pt x="1241378" y="3657600"/>
                  <a:pt x="1247775" y="3663997"/>
                  <a:pt x="1247775" y="3671888"/>
                </a:cubicBezTo>
                <a:close/>
                <a:moveTo>
                  <a:pt x="1247775" y="3824288"/>
                </a:moveTo>
                <a:cubicBezTo>
                  <a:pt x="1247775" y="3832178"/>
                  <a:pt x="1241378" y="3838575"/>
                  <a:pt x="1233488" y="3838575"/>
                </a:cubicBezTo>
                <a:cubicBezTo>
                  <a:pt x="1225597" y="3838575"/>
                  <a:pt x="1219200" y="3832178"/>
                  <a:pt x="1219200" y="3824288"/>
                </a:cubicBezTo>
                <a:cubicBezTo>
                  <a:pt x="1219200" y="3816397"/>
                  <a:pt x="1225597" y="3810000"/>
                  <a:pt x="1233488" y="3810000"/>
                </a:cubicBezTo>
                <a:cubicBezTo>
                  <a:pt x="1241378" y="3810000"/>
                  <a:pt x="1247775" y="3816397"/>
                  <a:pt x="1247775" y="3824288"/>
                </a:cubicBezTo>
                <a:close/>
                <a:moveTo>
                  <a:pt x="1247775" y="3976688"/>
                </a:moveTo>
                <a:cubicBezTo>
                  <a:pt x="1247775" y="3984578"/>
                  <a:pt x="1241378" y="3990975"/>
                  <a:pt x="1233488" y="3990975"/>
                </a:cubicBezTo>
                <a:cubicBezTo>
                  <a:pt x="1225597" y="3990975"/>
                  <a:pt x="1219200" y="3984578"/>
                  <a:pt x="1219200" y="3976688"/>
                </a:cubicBezTo>
                <a:cubicBezTo>
                  <a:pt x="1219200" y="3968797"/>
                  <a:pt x="1225597" y="3962400"/>
                  <a:pt x="1233488" y="3962400"/>
                </a:cubicBezTo>
                <a:cubicBezTo>
                  <a:pt x="1241378" y="3962400"/>
                  <a:pt x="1247775" y="3968797"/>
                  <a:pt x="1247775" y="3976688"/>
                </a:cubicBezTo>
                <a:close/>
                <a:moveTo>
                  <a:pt x="1247775" y="4129088"/>
                </a:moveTo>
                <a:cubicBezTo>
                  <a:pt x="1247775" y="4136978"/>
                  <a:pt x="1241378" y="4143375"/>
                  <a:pt x="1233488" y="4143375"/>
                </a:cubicBezTo>
                <a:cubicBezTo>
                  <a:pt x="1225597" y="4143375"/>
                  <a:pt x="1219200" y="4136978"/>
                  <a:pt x="1219200" y="4129088"/>
                </a:cubicBezTo>
                <a:cubicBezTo>
                  <a:pt x="1219200" y="4121197"/>
                  <a:pt x="1225597" y="4114800"/>
                  <a:pt x="1233488" y="4114800"/>
                </a:cubicBezTo>
                <a:cubicBezTo>
                  <a:pt x="1241378" y="4114800"/>
                  <a:pt x="1247775" y="4121197"/>
                  <a:pt x="1247775" y="4129088"/>
                </a:cubicBezTo>
                <a:close/>
                <a:moveTo>
                  <a:pt x="1247775" y="4281488"/>
                </a:moveTo>
                <a:cubicBezTo>
                  <a:pt x="1247775" y="4289378"/>
                  <a:pt x="1241378" y="4295775"/>
                  <a:pt x="1233488" y="4295775"/>
                </a:cubicBezTo>
                <a:cubicBezTo>
                  <a:pt x="1225597" y="4295775"/>
                  <a:pt x="1219200" y="4289378"/>
                  <a:pt x="1219200" y="4281488"/>
                </a:cubicBezTo>
                <a:cubicBezTo>
                  <a:pt x="1219200" y="4273597"/>
                  <a:pt x="1225597" y="4267200"/>
                  <a:pt x="1233488" y="4267200"/>
                </a:cubicBezTo>
                <a:cubicBezTo>
                  <a:pt x="1241378" y="4267200"/>
                  <a:pt x="1247775" y="4273597"/>
                  <a:pt x="1247775" y="4281488"/>
                </a:cubicBezTo>
                <a:close/>
                <a:moveTo>
                  <a:pt x="1247775" y="4433888"/>
                </a:moveTo>
                <a:cubicBezTo>
                  <a:pt x="1247775" y="4441778"/>
                  <a:pt x="1241378" y="4448175"/>
                  <a:pt x="1233488" y="4448175"/>
                </a:cubicBezTo>
                <a:cubicBezTo>
                  <a:pt x="1225597" y="4448175"/>
                  <a:pt x="1219200" y="4441778"/>
                  <a:pt x="1219200" y="4433888"/>
                </a:cubicBezTo>
                <a:cubicBezTo>
                  <a:pt x="1219200" y="4425997"/>
                  <a:pt x="1225597" y="4419600"/>
                  <a:pt x="1233488" y="4419600"/>
                </a:cubicBezTo>
                <a:cubicBezTo>
                  <a:pt x="1241378" y="4419600"/>
                  <a:pt x="1247775" y="4425997"/>
                  <a:pt x="1247775" y="4433888"/>
                </a:cubicBezTo>
                <a:close/>
                <a:moveTo>
                  <a:pt x="1247775" y="4586288"/>
                </a:moveTo>
                <a:cubicBezTo>
                  <a:pt x="1247775" y="4594178"/>
                  <a:pt x="1241378" y="4600575"/>
                  <a:pt x="1233488" y="4600575"/>
                </a:cubicBezTo>
                <a:cubicBezTo>
                  <a:pt x="1225597" y="4600575"/>
                  <a:pt x="1219200" y="4594178"/>
                  <a:pt x="1219200" y="4586288"/>
                </a:cubicBezTo>
                <a:cubicBezTo>
                  <a:pt x="1219200" y="4578397"/>
                  <a:pt x="1225597" y="4572000"/>
                  <a:pt x="1233488" y="4572000"/>
                </a:cubicBezTo>
                <a:cubicBezTo>
                  <a:pt x="1241378" y="4572000"/>
                  <a:pt x="1247775" y="4578397"/>
                  <a:pt x="1247775" y="4586288"/>
                </a:cubicBezTo>
                <a:close/>
                <a:moveTo>
                  <a:pt x="1247775" y="4738688"/>
                </a:moveTo>
                <a:cubicBezTo>
                  <a:pt x="1247775" y="4746578"/>
                  <a:pt x="1241378" y="4752975"/>
                  <a:pt x="1233488" y="4752975"/>
                </a:cubicBezTo>
                <a:cubicBezTo>
                  <a:pt x="1225597" y="4752975"/>
                  <a:pt x="1219200" y="4746578"/>
                  <a:pt x="1219200" y="4738688"/>
                </a:cubicBezTo>
                <a:cubicBezTo>
                  <a:pt x="1219200" y="4730797"/>
                  <a:pt x="1225597" y="4724400"/>
                  <a:pt x="1233488" y="4724400"/>
                </a:cubicBezTo>
                <a:cubicBezTo>
                  <a:pt x="1241378" y="4724400"/>
                  <a:pt x="1247775" y="4730797"/>
                  <a:pt x="1247775" y="4738688"/>
                </a:cubicBezTo>
                <a:close/>
                <a:moveTo>
                  <a:pt x="1400175" y="14288"/>
                </a:moveTo>
                <a:cubicBezTo>
                  <a:pt x="1400175" y="22178"/>
                  <a:pt x="1393778" y="28575"/>
                  <a:pt x="1385888" y="28575"/>
                </a:cubicBezTo>
                <a:cubicBezTo>
                  <a:pt x="1377997" y="28575"/>
                  <a:pt x="1371600" y="22178"/>
                  <a:pt x="1371600" y="14288"/>
                </a:cubicBezTo>
                <a:cubicBezTo>
                  <a:pt x="1371600" y="6397"/>
                  <a:pt x="1377997" y="0"/>
                  <a:pt x="1385888" y="0"/>
                </a:cubicBezTo>
                <a:cubicBezTo>
                  <a:pt x="1393778" y="0"/>
                  <a:pt x="1400175" y="6397"/>
                  <a:pt x="1400175" y="14288"/>
                </a:cubicBezTo>
                <a:close/>
                <a:moveTo>
                  <a:pt x="1400175" y="166688"/>
                </a:moveTo>
                <a:cubicBezTo>
                  <a:pt x="1400175" y="174578"/>
                  <a:pt x="1393778" y="180975"/>
                  <a:pt x="1385888" y="180975"/>
                </a:cubicBezTo>
                <a:cubicBezTo>
                  <a:pt x="1377997" y="180975"/>
                  <a:pt x="1371600" y="174578"/>
                  <a:pt x="1371600" y="166688"/>
                </a:cubicBezTo>
                <a:cubicBezTo>
                  <a:pt x="1371600" y="158797"/>
                  <a:pt x="1377997" y="152400"/>
                  <a:pt x="1385888" y="152400"/>
                </a:cubicBezTo>
                <a:cubicBezTo>
                  <a:pt x="1393778" y="152400"/>
                  <a:pt x="1400175" y="158797"/>
                  <a:pt x="1400175" y="166688"/>
                </a:cubicBezTo>
                <a:close/>
                <a:moveTo>
                  <a:pt x="1400175" y="319088"/>
                </a:moveTo>
                <a:cubicBezTo>
                  <a:pt x="1400175" y="326978"/>
                  <a:pt x="1393778" y="333375"/>
                  <a:pt x="1385888" y="333375"/>
                </a:cubicBezTo>
                <a:cubicBezTo>
                  <a:pt x="1377997" y="333375"/>
                  <a:pt x="1371600" y="326978"/>
                  <a:pt x="1371600" y="319088"/>
                </a:cubicBezTo>
                <a:cubicBezTo>
                  <a:pt x="1371600" y="311197"/>
                  <a:pt x="1377997" y="304800"/>
                  <a:pt x="1385888" y="304800"/>
                </a:cubicBezTo>
                <a:cubicBezTo>
                  <a:pt x="1393778" y="304800"/>
                  <a:pt x="1400175" y="311197"/>
                  <a:pt x="1400175" y="319088"/>
                </a:cubicBezTo>
                <a:close/>
                <a:moveTo>
                  <a:pt x="1400175" y="471488"/>
                </a:moveTo>
                <a:cubicBezTo>
                  <a:pt x="1400175" y="479378"/>
                  <a:pt x="1393778" y="485775"/>
                  <a:pt x="1385888" y="485775"/>
                </a:cubicBezTo>
                <a:cubicBezTo>
                  <a:pt x="1377997" y="485775"/>
                  <a:pt x="1371600" y="479378"/>
                  <a:pt x="1371600" y="471488"/>
                </a:cubicBezTo>
                <a:cubicBezTo>
                  <a:pt x="1371600" y="463597"/>
                  <a:pt x="1377997" y="457200"/>
                  <a:pt x="1385888" y="457200"/>
                </a:cubicBezTo>
                <a:cubicBezTo>
                  <a:pt x="1393778" y="457200"/>
                  <a:pt x="1400175" y="463597"/>
                  <a:pt x="1400175" y="471488"/>
                </a:cubicBezTo>
                <a:close/>
                <a:moveTo>
                  <a:pt x="1400175" y="623888"/>
                </a:moveTo>
                <a:cubicBezTo>
                  <a:pt x="1400175" y="631778"/>
                  <a:pt x="1393778" y="638175"/>
                  <a:pt x="1385888" y="638175"/>
                </a:cubicBezTo>
                <a:cubicBezTo>
                  <a:pt x="1377997" y="638175"/>
                  <a:pt x="1371600" y="631778"/>
                  <a:pt x="1371600" y="623888"/>
                </a:cubicBezTo>
                <a:cubicBezTo>
                  <a:pt x="1371600" y="615997"/>
                  <a:pt x="1377997" y="609600"/>
                  <a:pt x="1385888" y="609600"/>
                </a:cubicBezTo>
                <a:cubicBezTo>
                  <a:pt x="1393778" y="609600"/>
                  <a:pt x="1400175" y="615997"/>
                  <a:pt x="1400175" y="623888"/>
                </a:cubicBezTo>
                <a:close/>
                <a:moveTo>
                  <a:pt x="1400175" y="776288"/>
                </a:moveTo>
                <a:cubicBezTo>
                  <a:pt x="1400175" y="784178"/>
                  <a:pt x="1393778" y="790575"/>
                  <a:pt x="1385888" y="790575"/>
                </a:cubicBezTo>
                <a:cubicBezTo>
                  <a:pt x="1377997" y="790575"/>
                  <a:pt x="1371600" y="784178"/>
                  <a:pt x="1371600" y="776288"/>
                </a:cubicBezTo>
                <a:cubicBezTo>
                  <a:pt x="1371600" y="768397"/>
                  <a:pt x="1377997" y="762000"/>
                  <a:pt x="1385888" y="762000"/>
                </a:cubicBezTo>
                <a:cubicBezTo>
                  <a:pt x="1393778" y="762000"/>
                  <a:pt x="1400175" y="768397"/>
                  <a:pt x="1400175" y="776288"/>
                </a:cubicBezTo>
                <a:close/>
                <a:moveTo>
                  <a:pt x="1400175" y="928688"/>
                </a:moveTo>
                <a:cubicBezTo>
                  <a:pt x="1400175" y="936578"/>
                  <a:pt x="1393778" y="942975"/>
                  <a:pt x="1385888" y="942975"/>
                </a:cubicBezTo>
                <a:cubicBezTo>
                  <a:pt x="1377997" y="942975"/>
                  <a:pt x="1371600" y="936578"/>
                  <a:pt x="1371600" y="928688"/>
                </a:cubicBezTo>
                <a:cubicBezTo>
                  <a:pt x="1371600" y="920797"/>
                  <a:pt x="1377997" y="914400"/>
                  <a:pt x="1385888" y="914400"/>
                </a:cubicBezTo>
                <a:cubicBezTo>
                  <a:pt x="1393778" y="914400"/>
                  <a:pt x="1400175" y="920797"/>
                  <a:pt x="1400175" y="928688"/>
                </a:cubicBezTo>
                <a:close/>
                <a:moveTo>
                  <a:pt x="1400175" y="1081088"/>
                </a:moveTo>
                <a:cubicBezTo>
                  <a:pt x="1400175" y="1088978"/>
                  <a:pt x="1393778" y="1095375"/>
                  <a:pt x="1385888" y="1095375"/>
                </a:cubicBezTo>
                <a:cubicBezTo>
                  <a:pt x="1377997" y="1095375"/>
                  <a:pt x="1371600" y="1088978"/>
                  <a:pt x="1371600" y="1081088"/>
                </a:cubicBezTo>
                <a:cubicBezTo>
                  <a:pt x="1371600" y="1073197"/>
                  <a:pt x="1377997" y="1066800"/>
                  <a:pt x="1385888" y="1066800"/>
                </a:cubicBezTo>
                <a:cubicBezTo>
                  <a:pt x="1393778" y="1066800"/>
                  <a:pt x="1400175" y="1073197"/>
                  <a:pt x="1400175" y="1081088"/>
                </a:cubicBezTo>
                <a:close/>
                <a:moveTo>
                  <a:pt x="1400175" y="1233488"/>
                </a:moveTo>
                <a:cubicBezTo>
                  <a:pt x="1400175" y="1241378"/>
                  <a:pt x="1393778" y="1247775"/>
                  <a:pt x="1385888" y="1247775"/>
                </a:cubicBezTo>
                <a:cubicBezTo>
                  <a:pt x="1377997" y="1247775"/>
                  <a:pt x="1371600" y="1241378"/>
                  <a:pt x="1371600" y="1233488"/>
                </a:cubicBezTo>
                <a:cubicBezTo>
                  <a:pt x="1371600" y="1225597"/>
                  <a:pt x="1377997" y="1219200"/>
                  <a:pt x="1385888" y="1219200"/>
                </a:cubicBezTo>
                <a:cubicBezTo>
                  <a:pt x="1393778" y="1219200"/>
                  <a:pt x="1400175" y="1225597"/>
                  <a:pt x="1400175" y="1233488"/>
                </a:cubicBezTo>
                <a:close/>
                <a:moveTo>
                  <a:pt x="1400175" y="1385888"/>
                </a:moveTo>
                <a:cubicBezTo>
                  <a:pt x="1400175" y="1393778"/>
                  <a:pt x="1393778" y="1400175"/>
                  <a:pt x="1385888" y="1400175"/>
                </a:cubicBezTo>
                <a:cubicBezTo>
                  <a:pt x="1377997" y="1400175"/>
                  <a:pt x="1371600" y="1393778"/>
                  <a:pt x="1371600" y="1385888"/>
                </a:cubicBezTo>
                <a:cubicBezTo>
                  <a:pt x="1371600" y="1377997"/>
                  <a:pt x="1377997" y="1371600"/>
                  <a:pt x="1385888" y="1371600"/>
                </a:cubicBezTo>
                <a:cubicBezTo>
                  <a:pt x="1393778" y="1371600"/>
                  <a:pt x="1400175" y="1377997"/>
                  <a:pt x="1400175" y="1385888"/>
                </a:cubicBezTo>
                <a:close/>
                <a:moveTo>
                  <a:pt x="1400175" y="1538288"/>
                </a:moveTo>
                <a:cubicBezTo>
                  <a:pt x="1400175" y="1546178"/>
                  <a:pt x="1393778" y="1552575"/>
                  <a:pt x="1385888" y="1552575"/>
                </a:cubicBezTo>
                <a:cubicBezTo>
                  <a:pt x="1377997" y="1552575"/>
                  <a:pt x="1371600" y="1546178"/>
                  <a:pt x="1371600" y="1538288"/>
                </a:cubicBezTo>
                <a:cubicBezTo>
                  <a:pt x="1371600" y="1530397"/>
                  <a:pt x="1377997" y="1524000"/>
                  <a:pt x="1385888" y="1524000"/>
                </a:cubicBezTo>
                <a:cubicBezTo>
                  <a:pt x="1393778" y="1524000"/>
                  <a:pt x="1400175" y="1530397"/>
                  <a:pt x="1400175" y="1538288"/>
                </a:cubicBezTo>
                <a:close/>
                <a:moveTo>
                  <a:pt x="1400175" y="1690688"/>
                </a:moveTo>
                <a:cubicBezTo>
                  <a:pt x="1400175" y="1698578"/>
                  <a:pt x="1393778" y="1704975"/>
                  <a:pt x="1385888" y="1704975"/>
                </a:cubicBezTo>
                <a:cubicBezTo>
                  <a:pt x="1377997" y="1704975"/>
                  <a:pt x="1371600" y="1698578"/>
                  <a:pt x="1371600" y="1690688"/>
                </a:cubicBezTo>
                <a:cubicBezTo>
                  <a:pt x="1371600" y="1682797"/>
                  <a:pt x="1377997" y="1676400"/>
                  <a:pt x="1385888" y="1676400"/>
                </a:cubicBezTo>
                <a:cubicBezTo>
                  <a:pt x="1393778" y="1676400"/>
                  <a:pt x="1400175" y="1682797"/>
                  <a:pt x="1400175" y="1690688"/>
                </a:cubicBezTo>
                <a:close/>
                <a:moveTo>
                  <a:pt x="1400175" y="1843088"/>
                </a:moveTo>
                <a:cubicBezTo>
                  <a:pt x="1400175" y="1850978"/>
                  <a:pt x="1393778" y="1857375"/>
                  <a:pt x="1385888" y="1857375"/>
                </a:cubicBezTo>
                <a:cubicBezTo>
                  <a:pt x="1377997" y="1857375"/>
                  <a:pt x="1371600" y="1850978"/>
                  <a:pt x="1371600" y="1843088"/>
                </a:cubicBezTo>
                <a:cubicBezTo>
                  <a:pt x="1371600" y="1835197"/>
                  <a:pt x="1377997" y="1828800"/>
                  <a:pt x="1385888" y="1828800"/>
                </a:cubicBezTo>
                <a:cubicBezTo>
                  <a:pt x="1393778" y="1828800"/>
                  <a:pt x="1400175" y="1835197"/>
                  <a:pt x="1400175" y="1843088"/>
                </a:cubicBezTo>
                <a:close/>
                <a:moveTo>
                  <a:pt x="1400175" y="1995488"/>
                </a:moveTo>
                <a:cubicBezTo>
                  <a:pt x="1400175" y="2003378"/>
                  <a:pt x="1393778" y="2009775"/>
                  <a:pt x="1385888" y="2009775"/>
                </a:cubicBezTo>
                <a:cubicBezTo>
                  <a:pt x="1377997" y="2009775"/>
                  <a:pt x="1371600" y="2003378"/>
                  <a:pt x="1371600" y="1995488"/>
                </a:cubicBezTo>
                <a:cubicBezTo>
                  <a:pt x="1371600" y="1987597"/>
                  <a:pt x="1377997" y="1981200"/>
                  <a:pt x="1385888" y="1981200"/>
                </a:cubicBezTo>
                <a:cubicBezTo>
                  <a:pt x="1393778" y="1981200"/>
                  <a:pt x="1400175" y="1987597"/>
                  <a:pt x="1400175" y="1995488"/>
                </a:cubicBezTo>
                <a:close/>
                <a:moveTo>
                  <a:pt x="1400175" y="2147888"/>
                </a:moveTo>
                <a:cubicBezTo>
                  <a:pt x="1400175" y="2155778"/>
                  <a:pt x="1393778" y="2162175"/>
                  <a:pt x="1385888" y="2162175"/>
                </a:cubicBezTo>
                <a:cubicBezTo>
                  <a:pt x="1377997" y="2162175"/>
                  <a:pt x="1371600" y="2155778"/>
                  <a:pt x="1371600" y="2147888"/>
                </a:cubicBezTo>
                <a:cubicBezTo>
                  <a:pt x="1371600" y="2139997"/>
                  <a:pt x="1377997" y="2133600"/>
                  <a:pt x="1385888" y="2133600"/>
                </a:cubicBezTo>
                <a:cubicBezTo>
                  <a:pt x="1393778" y="2133600"/>
                  <a:pt x="1400175" y="2139997"/>
                  <a:pt x="1400175" y="2147888"/>
                </a:cubicBezTo>
                <a:close/>
                <a:moveTo>
                  <a:pt x="1400175" y="2300288"/>
                </a:moveTo>
                <a:cubicBezTo>
                  <a:pt x="1400175" y="2308178"/>
                  <a:pt x="1393778" y="2314575"/>
                  <a:pt x="1385888" y="2314575"/>
                </a:cubicBezTo>
                <a:cubicBezTo>
                  <a:pt x="1377997" y="2314575"/>
                  <a:pt x="1371600" y="2308178"/>
                  <a:pt x="1371600" y="2300288"/>
                </a:cubicBezTo>
                <a:cubicBezTo>
                  <a:pt x="1371600" y="2292397"/>
                  <a:pt x="1377997" y="2286000"/>
                  <a:pt x="1385888" y="2286000"/>
                </a:cubicBezTo>
                <a:cubicBezTo>
                  <a:pt x="1393778" y="2286000"/>
                  <a:pt x="1400175" y="2292397"/>
                  <a:pt x="1400175" y="2300288"/>
                </a:cubicBezTo>
                <a:close/>
                <a:moveTo>
                  <a:pt x="1400175" y="2452688"/>
                </a:moveTo>
                <a:cubicBezTo>
                  <a:pt x="1400175" y="2460578"/>
                  <a:pt x="1393778" y="2466975"/>
                  <a:pt x="1385888" y="2466975"/>
                </a:cubicBezTo>
                <a:cubicBezTo>
                  <a:pt x="1377997" y="2466975"/>
                  <a:pt x="1371600" y="2460578"/>
                  <a:pt x="1371600" y="2452688"/>
                </a:cubicBezTo>
                <a:cubicBezTo>
                  <a:pt x="1371600" y="2444797"/>
                  <a:pt x="1377997" y="2438400"/>
                  <a:pt x="1385888" y="2438400"/>
                </a:cubicBezTo>
                <a:cubicBezTo>
                  <a:pt x="1393778" y="2438400"/>
                  <a:pt x="1400175" y="2444797"/>
                  <a:pt x="1400175" y="2452688"/>
                </a:cubicBezTo>
                <a:close/>
                <a:moveTo>
                  <a:pt x="1400175" y="2605088"/>
                </a:moveTo>
                <a:cubicBezTo>
                  <a:pt x="1400175" y="2612978"/>
                  <a:pt x="1393778" y="2619375"/>
                  <a:pt x="1385888" y="2619375"/>
                </a:cubicBezTo>
                <a:cubicBezTo>
                  <a:pt x="1377997" y="2619375"/>
                  <a:pt x="1371600" y="2612978"/>
                  <a:pt x="1371600" y="2605088"/>
                </a:cubicBezTo>
                <a:cubicBezTo>
                  <a:pt x="1371600" y="2597197"/>
                  <a:pt x="1377997" y="2590800"/>
                  <a:pt x="1385888" y="2590800"/>
                </a:cubicBezTo>
                <a:cubicBezTo>
                  <a:pt x="1393778" y="2590800"/>
                  <a:pt x="1400175" y="2597197"/>
                  <a:pt x="1400175" y="2605088"/>
                </a:cubicBezTo>
                <a:close/>
                <a:moveTo>
                  <a:pt x="1400175" y="2757488"/>
                </a:moveTo>
                <a:cubicBezTo>
                  <a:pt x="1400175" y="2765378"/>
                  <a:pt x="1393778" y="2771775"/>
                  <a:pt x="1385888" y="2771775"/>
                </a:cubicBezTo>
                <a:cubicBezTo>
                  <a:pt x="1377997" y="2771775"/>
                  <a:pt x="1371600" y="2765378"/>
                  <a:pt x="1371600" y="2757488"/>
                </a:cubicBezTo>
                <a:cubicBezTo>
                  <a:pt x="1371600" y="2749597"/>
                  <a:pt x="1377997" y="2743200"/>
                  <a:pt x="1385888" y="2743200"/>
                </a:cubicBezTo>
                <a:cubicBezTo>
                  <a:pt x="1393778" y="2743200"/>
                  <a:pt x="1400175" y="2749597"/>
                  <a:pt x="1400175" y="2757488"/>
                </a:cubicBezTo>
                <a:close/>
                <a:moveTo>
                  <a:pt x="1400175" y="2909888"/>
                </a:moveTo>
                <a:cubicBezTo>
                  <a:pt x="1400175" y="2917778"/>
                  <a:pt x="1393778" y="2924175"/>
                  <a:pt x="1385888" y="2924175"/>
                </a:cubicBezTo>
                <a:cubicBezTo>
                  <a:pt x="1377997" y="2924175"/>
                  <a:pt x="1371600" y="2917778"/>
                  <a:pt x="1371600" y="2909888"/>
                </a:cubicBezTo>
                <a:cubicBezTo>
                  <a:pt x="1371600" y="2901997"/>
                  <a:pt x="1377997" y="2895600"/>
                  <a:pt x="1385888" y="2895600"/>
                </a:cubicBezTo>
                <a:cubicBezTo>
                  <a:pt x="1393778" y="2895600"/>
                  <a:pt x="1400175" y="2901997"/>
                  <a:pt x="1400175" y="2909888"/>
                </a:cubicBezTo>
                <a:close/>
                <a:moveTo>
                  <a:pt x="1400175" y="3062288"/>
                </a:moveTo>
                <a:cubicBezTo>
                  <a:pt x="1400175" y="3070178"/>
                  <a:pt x="1393778" y="3076575"/>
                  <a:pt x="1385888" y="3076575"/>
                </a:cubicBezTo>
                <a:cubicBezTo>
                  <a:pt x="1377997" y="3076575"/>
                  <a:pt x="1371600" y="3070178"/>
                  <a:pt x="1371600" y="3062288"/>
                </a:cubicBezTo>
                <a:cubicBezTo>
                  <a:pt x="1371600" y="3054397"/>
                  <a:pt x="1377997" y="3048000"/>
                  <a:pt x="1385888" y="3048000"/>
                </a:cubicBezTo>
                <a:cubicBezTo>
                  <a:pt x="1393778" y="3048000"/>
                  <a:pt x="1400175" y="3054397"/>
                  <a:pt x="1400175" y="3062288"/>
                </a:cubicBezTo>
                <a:close/>
                <a:moveTo>
                  <a:pt x="1400175" y="3214688"/>
                </a:moveTo>
                <a:cubicBezTo>
                  <a:pt x="1400175" y="3222578"/>
                  <a:pt x="1393778" y="3228975"/>
                  <a:pt x="1385888" y="3228975"/>
                </a:cubicBezTo>
                <a:cubicBezTo>
                  <a:pt x="1377997" y="3228975"/>
                  <a:pt x="1371600" y="3222578"/>
                  <a:pt x="1371600" y="3214688"/>
                </a:cubicBezTo>
                <a:cubicBezTo>
                  <a:pt x="1371600" y="3206797"/>
                  <a:pt x="1377997" y="3200400"/>
                  <a:pt x="1385888" y="3200400"/>
                </a:cubicBezTo>
                <a:cubicBezTo>
                  <a:pt x="1393778" y="3200400"/>
                  <a:pt x="1400175" y="3206797"/>
                  <a:pt x="1400175" y="3214688"/>
                </a:cubicBezTo>
                <a:close/>
                <a:moveTo>
                  <a:pt x="1400175" y="3367088"/>
                </a:moveTo>
                <a:cubicBezTo>
                  <a:pt x="1400175" y="3374978"/>
                  <a:pt x="1393778" y="3381375"/>
                  <a:pt x="1385888" y="3381375"/>
                </a:cubicBezTo>
                <a:cubicBezTo>
                  <a:pt x="1377997" y="3381375"/>
                  <a:pt x="1371600" y="3374978"/>
                  <a:pt x="1371600" y="3367088"/>
                </a:cubicBezTo>
                <a:cubicBezTo>
                  <a:pt x="1371600" y="3359197"/>
                  <a:pt x="1377997" y="3352800"/>
                  <a:pt x="1385888" y="3352800"/>
                </a:cubicBezTo>
                <a:cubicBezTo>
                  <a:pt x="1393778" y="3352800"/>
                  <a:pt x="1400175" y="3359197"/>
                  <a:pt x="1400175" y="3367088"/>
                </a:cubicBezTo>
                <a:close/>
                <a:moveTo>
                  <a:pt x="1400175" y="3519488"/>
                </a:moveTo>
                <a:cubicBezTo>
                  <a:pt x="1400175" y="3527378"/>
                  <a:pt x="1393778" y="3533775"/>
                  <a:pt x="1385888" y="3533775"/>
                </a:cubicBezTo>
                <a:cubicBezTo>
                  <a:pt x="1377997" y="3533775"/>
                  <a:pt x="1371600" y="3527378"/>
                  <a:pt x="1371600" y="3519488"/>
                </a:cubicBezTo>
                <a:cubicBezTo>
                  <a:pt x="1371600" y="3511597"/>
                  <a:pt x="1377997" y="3505200"/>
                  <a:pt x="1385888" y="3505200"/>
                </a:cubicBezTo>
                <a:cubicBezTo>
                  <a:pt x="1393778" y="3505200"/>
                  <a:pt x="1400175" y="3511597"/>
                  <a:pt x="1400175" y="3519488"/>
                </a:cubicBezTo>
                <a:close/>
                <a:moveTo>
                  <a:pt x="1400175" y="3671888"/>
                </a:moveTo>
                <a:cubicBezTo>
                  <a:pt x="1400175" y="3679778"/>
                  <a:pt x="1393778" y="3686175"/>
                  <a:pt x="1385888" y="3686175"/>
                </a:cubicBezTo>
                <a:cubicBezTo>
                  <a:pt x="1377997" y="3686175"/>
                  <a:pt x="1371600" y="3679778"/>
                  <a:pt x="1371600" y="3671888"/>
                </a:cubicBezTo>
                <a:cubicBezTo>
                  <a:pt x="1371600" y="3663997"/>
                  <a:pt x="1377997" y="3657600"/>
                  <a:pt x="1385888" y="3657600"/>
                </a:cubicBezTo>
                <a:cubicBezTo>
                  <a:pt x="1393778" y="3657600"/>
                  <a:pt x="1400175" y="3663997"/>
                  <a:pt x="1400175" y="3671888"/>
                </a:cubicBezTo>
                <a:close/>
                <a:moveTo>
                  <a:pt x="1400175" y="3824288"/>
                </a:moveTo>
                <a:cubicBezTo>
                  <a:pt x="1400175" y="3832178"/>
                  <a:pt x="1393778" y="3838575"/>
                  <a:pt x="1385888" y="3838575"/>
                </a:cubicBezTo>
                <a:cubicBezTo>
                  <a:pt x="1377997" y="3838575"/>
                  <a:pt x="1371600" y="3832178"/>
                  <a:pt x="1371600" y="3824288"/>
                </a:cubicBezTo>
                <a:cubicBezTo>
                  <a:pt x="1371600" y="3816397"/>
                  <a:pt x="1377997" y="3810000"/>
                  <a:pt x="1385888" y="3810000"/>
                </a:cubicBezTo>
                <a:cubicBezTo>
                  <a:pt x="1393778" y="3810000"/>
                  <a:pt x="1400175" y="3816397"/>
                  <a:pt x="1400175" y="3824288"/>
                </a:cubicBezTo>
                <a:close/>
                <a:moveTo>
                  <a:pt x="1400175" y="3976688"/>
                </a:moveTo>
                <a:cubicBezTo>
                  <a:pt x="1400175" y="3984578"/>
                  <a:pt x="1393778" y="3990975"/>
                  <a:pt x="1385888" y="3990975"/>
                </a:cubicBezTo>
                <a:cubicBezTo>
                  <a:pt x="1377997" y="3990975"/>
                  <a:pt x="1371600" y="3984578"/>
                  <a:pt x="1371600" y="3976688"/>
                </a:cubicBezTo>
                <a:cubicBezTo>
                  <a:pt x="1371600" y="3968797"/>
                  <a:pt x="1377997" y="3962400"/>
                  <a:pt x="1385888" y="3962400"/>
                </a:cubicBezTo>
                <a:cubicBezTo>
                  <a:pt x="1393778" y="3962400"/>
                  <a:pt x="1400175" y="3968797"/>
                  <a:pt x="1400175" y="3976688"/>
                </a:cubicBezTo>
                <a:close/>
                <a:moveTo>
                  <a:pt x="1400175" y="4129088"/>
                </a:moveTo>
                <a:cubicBezTo>
                  <a:pt x="1400175" y="4136978"/>
                  <a:pt x="1393778" y="4143375"/>
                  <a:pt x="1385888" y="4143375"/>
                </a:cubicBezTo>
                <a:cubicBezTo>
                  <a:pt x="1377997" y="4143375"/>
                  <a:pt x="1371600" y="4136978"/>
                  <a:pt x="1371600" y="4129088"/>
                </a:cubicBezTo>
                <a:cubicBezTo>
                  <a:pt x="1371600" y="4121197"/>
                  <a:pt x="1377997" y="4114800"/>
                  <a:pt x="1385888" y="4114800"/>
                </a:cubicBezTo>
                <a:cubicBezTo>
                  <a:pt x="1393778" y="4114800"/>
                  <a:pt x="1400175" y="4121197"/>
                  <a:pt x="1400175" y="4129088"/>
                </a:cubicBezTo>
                <a:close/>
                <a:moveTo>
                  <a:pt x="1400175" y="4281488"/>
                </a:moveTo>
                <a:cubicBezTo>
                  <a:pt x="1400175" y="4289378"/>
                  <a:pt x="1393778" y="4295775"/>
                  <a:pt x="1385888" y="4295775"/>
                </a:cubicBezTo>
                <a:cubicBezTo>
                  <a:pt x="1377997" y="4295775"/>
                  <a:pt x="1371600" y="4289378"/>
                  <a:pt x="1371600" y="4281488"/>
                </a:cubicBezTo>
                <a:cubicBezTo>
                  <a:pt x="1371600" y="4273597"/>
                  <a:pt x="1377997" y="4267200"/>
                  <a:pt x="1385888" y="4267200"/>
                </a:cubicBezTo>
                <a:cubicBezTo>
                  <a:pt x="1393778" y="4267200"/>
                  <a:pt x="1400175" y="4273597"/>
                  <a:pt x="1400175" y="4281488"/>
                </a:cubicBezTo>
                <a:close/>
                <a:moveTo>
                  <a:pt x="1400175" y="4433888"/>
                </a:moveTo>
                <a:cubicBezTo>
                  <a:pt x="1400175" y="4441778"/>
                  <a:pt x="1393778" y="4448175"/>
                  <a:pt x="1385888" y="4448175"/>
                </a:cubicBezTo>
                <a:cubicBezTo>
                  <a:pt x="1377997" y="4448175"/>
                  <a:pt x="1371600" y="4441778"/>
                  <a:pt x="1371600" y="4433888"/>
                </a:cubicBezTo>
                <a:cubicBezTo>
                  <a:pt x="1371600" y="4425997"/>
                  <a:pt x="1377997" y="4419600"/>
                  <a:pt x="1385888" y="4419600"/>
                </a:cubicBezTo>
                <a:cubicBezTo>
                  <a:pt x="1393778" y="4419600"/>
                  <a:pt x="1400175" y="4425997"/>
                  <a:pt x="1400175" y="4433888"/>
                </a:cubicBezTo>
                <a:close/>
                <a:moveTo>
                  <a:pt x="1400175" y="4586288"/>
                </a:moveTo>
                <a:cubicBezTo>
                  <a:pt x="1400175" y="4594178"/>
                  <a:pt x="1393778" y="4600575"/>
                  <a:pt x="1385888" y="4600575"/>
                </a:cubicBezTo>
                <a:cubicBezTo>
                  <a:pt x="1377997" y="4600575"/>
                  <a:pt x="1371600" y="4594178"/>
                  <a:pt x="1371600" y="4586288"/>
                </a:cubicBezTo>
                <a:cubicBezTo>
                  <a:pt x="1371600" y="4578397"/>
                  <a:pt x="1377997" y="4572000"/>
                  <a:pt x="1385888" y="4572000"/>
                </a:cubicBezTo>
                <a:cubicBezTo>
                  <a:pt x="1393778" y="4572000"/>
                  <a:pt x="1400175" y="4578397"/>
                  <a:pt x="1400175" y="4586288"/>
                </a:cubicBezTo>
                <a:close/>
                <a:moveTo>
                  <a:pt x="1400175" y="4738688"/>
                </a:moveTo>
                <a:cubicBezTo>
                  <a:pt x="1400175" y="4746578"/>
                  <a:pt x="1393778" y="4752975"/>
                  <a:pt x="1385888" y="4752975"/>
                </a:cubicBezTo>
                <a:cubicBezTo>
                  <a:pt x="1377997" y="4752975"/>
                  <a:pt x="1371600" y="4746578"/>
                  <a:pt x="1371600" y="4738688"/>
                </a:cubicBezTo>
                <a:cubicBezTo>
                  <a:pt x="1371600" y="4730797"/>
                  <a:pt x="1377997" y="4724400"/>
                  <a:pt x="1385888" y="4724400"/>
                </a:cubicBezTo>
                <a:cubicBezTo>
                  <a:pt x="1393778" y="4724400"/>
                  <a:pt x="1400175" y="4730797"/>
                  <a:pt x="1400175" y="4738688"/>
                </a:cubicBezTo>
                <a:close/>
                <a:moveTo>
                  <a:pt x="1552575" y="14288"/>
                </a:moveTo>
                <a:cubicBezTo>
                  <a:pt x="1552575" y="22178"/>
                  <a:pt x="1546178" y="28575"/>
                  <a:pt x="1538288" y="28575"/>
                </a:cubicBezTo>
                <a:cubicBezTo>
                  <a:pt x="1530397" y="28575"/>
                  <a:pt x="1524000" y="22178"/>
                  <a:pt x="1524000" y="14288"/>
                </a:cubicBezTo>
                <a:cubicBezTo>
                  <a:pt x="1524000" y="6397"/>
                  <a:pt x="1530397" y="0"/>
                  <a:pt x="1538288" y="0"/>
                </a:cubicBezTo>
                <a:cubicBezTo>
                  <a:pt x="1546178" y="0"/>
                  <a:pt x="1552575" y="6397"/>
                  <a:pt x="1552575" y="14288"/>
                </a:cubicBezTo>
                <a:close/>
                <a:moveTo>
                  <a:pt x="1552575" y="166688"/>
                </a:moveTo>
                <a:cubicBezTo>
                  <a:pt x="1552575" y="174578"/>
                  <a:pt x="1546178" y="180975"/>
                  <a:pt x="1538288" y="180975"/>
                </a:cubicBezTo>
                <a:cubicBezTo>
                  <a:pt x="1530397" y="180975"/>
                  <a:pt x="1524000" y="174578"/>
                  <a:pt x="1524000" y="166688"/>
                </a:cubicBezTo>
                <a:cubicBezTo>
                  <a:pt x="1524000" y="158797"/>
                  <a:pt x="1530397" y="152400"/>
                  <a:pt x="1538288" y="152400"/>
                </a:cubicBezTo>
                <a:cubicBezTo>
                  <a:pt x="1546178" y="152400"/>
                  <a:pt x="1552575" y="158797"/>
                  <a:pt x="1552575" y="166688"/>
                </a:cubicBezTo>
                <a:close/>
                <a:moveTo>
                  <a:pt x="1552575" y="319088"/>
                </a:moveTo>
                <a:cubicBezTo>
                  <a:pt x="1552575" y="326978"/>
                  <a:pt x="1546178" y="333375"/>
                  <a:pt x="1538288" y="333375"/>
                </a:cubicBezTo>
                <a:cubicBezTo>
                  <a:pt x="1530397" y="333375"/>
                  <a:pt x="1524000" y="326978"/>
                  <a:pt x="1524000" y="319088"/>
                </a:cubicBezTo>
                <a:cubicBezTo>
                  <a:pt x="1524000" y="311197"/>
                  <a:pt x="1530397" y="304800"/>
                  <a:pt x="1538288" y="304800"/>
                </a:cubicBezTo>
                <a:cubicBezTo>
                  <a:pt x="1546178" y="304800"/>
                  <a:pt x="1552575" y="311197"/>
                  <a:pt x="1552575" y="319088"/>
                </a:cubicBezTo>
                <a:close/>
                <a:moveTo>
                  <a:pt x="1552575" y="471488"/>
                </a:moveTo>
                <a:cubicBezTo>
                  <a:pt x="1552575" y="479378"/>
                  <a:pt x="1546178" y="485775"/>
                  <a:pt x="1538288" y="485775"/>
                </a:cubicBezTo>
                <a:cubicBezTo>
                  <a:pt x="1530397" y="485775"/>
                  <a:pt x="1524000" y="479378"/>
                  <a:pt x="1524000" y="471488"/>
                </a:cubicBezTo>
                <a:cubicBezTo>
                  <a:pt x="1524000" y="463597"/>
                  <a:pt x="1530397" y="457200"/>
                  <a:pt x="1538288" y="457200"/>
                </a:cubicBezTo>
                <a:cubicBezTo>
                  <a:pt x="1546178" y="457200"/>
                  <a:pt x="1552575" y="463597"/>
                  <a:pt x="1552575" y="471488"/>
                </a:cubicBezTo>
                <a:close/>
                <a:moveTo>
                  <a:pt x="1552575" y="623888"/>
                </a:moveTo>
                <a:cubicBezTo>
                  <a:pt x="1552575" y="631778"/>
                  <a:pt x="1546178" y="638175"/>
                  <a:pt x="1538288" y="638175"/>
                </a:cubicBezTo>
                <a:cubicBezTo>
                  <a:pt x="1530397" y="638175"/>
                  <a:pt x="1524000" y="631778"/>
                  <a:pt x="1524000" y="623888"/>
                </a:cubicBezTo>
                <a:cubicBezTo>
                  <a:pt x="1524000" y="615997"/>
                  <a:pt x="1530397" y="609600"/>
                  <a:pt x="1538288" y="609600"/>
                </a:cubicBezTo>
                <a:cubicBezTo>
                  <a:pt x="1546178" y="609600"/>
                  <a:pt x="1552575" y="615997"/>
                  <a:pt x="1552575" y="623888"/>
                </a:cubicBezTo>
                <a:close/>
                <a:moveTo>
                  <a:pt x="1552575" y="776288"/>
                </a:moveTo>
                <a:cubicBezTo>
                  <a:pt x="1552575" y="784178"/>
                  <a:pt x="1546178" y="790575"/>
                  <a:pt x="1538288" y="790575"/>
                </a:cubicBezTo>
                <a:cubicBezTo>
                  <a:pt x="1530397" y="790575"/>
                  <a:pt x="1524000" y="784178"/>
                  <a:pt x="1524000" y="776288"/>
                </a:cubicBezTo>
                <a:cubicBezTo>
                  <a:pt x="1524000" y="768397"/>
                  <a:pt x="1530397" y="762000"/>
                  <a:pt x="1538288" y="762000"/>
                </a:cubicBezTo>
                <a:cubicBezTo>
                  <a:pt x="1546178" y="762000"/>
                  <a:pt x="1552575" y="768397"/>
                  <a:pt x="1552575" y="776288"/>
                </a:cubicBezTo>
                <a:close/>
                <a:moveTo>
                  <a:pt x="1552575" y="928688"/>
                </a:moveTo>
                <a:cubicBezTo>
                  <a:pt x="1552575" y="936578"/>
                  <a:pt x="1546178" y="942975"/>
                  <a:pt x="1538288" y="942975"/>
                </a:cubicBezTo>
                <a:cubicBezTo>
                  <a:pt x="1530397" y="942975"/>
                  <a:pt x="1524000" y="936578"/>
                  <a:pt x="1524000" y="928688"/>
                </a:cubicBezTo>
                <a:cubicBezTo>
                  <a:pt x="1524000" y="920797"/>
                  <a:pt x="1530397" y="914400"/>
                  <a:pt x="1538288" y="914400"/>
                </a:cubicBezTo>
                <a:cubicBezTo>
                  <a:pt x="1546178" y="914400"/>
                  <a:pt x="1552575" y="920797"/>
                  <a:pt x="1552575" y="928688"/>
                </a:cubicBezTo>
                <a:close/>
                <a:moveTo>
                  <a:pt x="1552575" y="1081088"/>
                </a:moveTo>
                <a:cubicBezTo>
                  <a:pt x="1552575" y="1088978"/>
                  <a:pt x="1546178" y="1095375"/>
                  <a:pt x="1538288" y="1095375"/>
                </a:cubicBezTo>
                <a:cubicBezTo>
                  <a:pt x="1530397" y="1095375"/>
                  <a:pt x="1524000" y="1088978"/>
                  <a:pt x="1524000" y="1081088"/>
                </a:cubicBezTo>
                <a:cubicBezTo>
                  <a:pt x="1524000" y="1073197"/>
                  <a:pt x="1530397" y="1066800"/>
                  <a:pt x="1538288" y="1066800"/>
                </a:cubicBezTo>
                <a:cubicBezTo>
                  <a:pt x="1546178" y="1066800"/>
                  <a:pt x="1552575" y="1073197"/>
                  <a:pt x="1552575" y="1081088"/>
                </a:cubicBezTo>
                <a:close/>
                <a:moveTo>
                  <a:pt x="1552575" y="1233488"/>
                </a:moveTo>
                <a:cubicBezTo>
                  <a:pt x="1552575" y="1241378"/>
                  <a:pt x="1546178" y="1247775"/>
                  <a:pt x="1538288" y="1247775"/>
                </a:cubicBezTo>
                <a:cubicBezTo>
                  <a:pt x="1530397" y="1247775"/>
                  <a:pt x="1524000" y="1241378"/>
                  <a:pt x="1524000" y="1233488"/>
                </a:cubicBezTo>
                <a:cubicBezTo>
                  <a:pt x="1524000" y="1225597"/>
                  <a:pt x="1530397" y="1219200"/>
                  <a:pt x="1538288" y="1219200"/>
                </a:cubicBezTo>
                <a:cubicBezTo>
                  <a:pt x="1546178" y="1219200"/>
                  <a:pt x="1552575" y="1225597"/>
                  <a:pt x="1552575" y="1233488"/>
                </a:cubicBezTo>
                <a:close/>
                <a:moveTo>
                  <a:pt x="1552575" y="1385888"/>
                </a:moveTo>
                <a:cubicBezTo>
                  <a:pt x="1552575" y="1393778"/>
                  <a:pt x="1546178" y="1400175"/>
                  <a:pt x="1538288" y="1400175"/>
                </a:cubicBezTo>
                <a:cubicBezTo>
                  <a:pt x="1530397" y="1400175"/>
                  <a:pt x="1524000" y="1393778"/>
                  <a:pt x="1524000" y="1385888"/>
                </a:cubicBezTo>
                <a:cubicBezTo>
                  <a:pt x="1524000" y="1377997"/>
                  <a:pt x="1530397" y="1371600"/>
                  <a:pt x="1538288" y="1371600"/>
                </a:cubicBezTo>
                <a:cubicBezTo>
                  <a:pt x="1546178" y="1371600"/>
                  <a:pt x="1552575" y="1377997"/>
                  <a:pt x="1552575" y="1385888"/>
                </a:cubicBezTo>
                <a:close/>
                <a:moveTo>
                  <a:pt x="1552575" y="1538288"/>
                </a:moveTo>
                <a:cubicBezTo>
                  <a:pt x="1552575" y="1546178"/>
                  <a:pt x="1546178" y="1552575"/>
                  <a:pt x="1538288" y="1552575"/>
                </a:cubicBezTo>
                <a:cubicBezTo>
                  <a:pt x="1530397" y="1552575"/>
                  <a:pt x="1524000" y="1546178"/>
                  <a:pt x="1524000" y="1538288"/>
                </a:cubicBezTo>
                <a:cubicBezTo>
                  <a:pt x="1524000" y="1530397"/>
                  <a:pt x="1530397" y="1524000"/>
                  <a:pt x="1538288" y="1524000"/>
                </a:cubicBezTo>
                <a:cubicBezTo>
                  <a:pt x="1546178" y="1524000"/>
                  <a:pt x="1552575" y="1530397"/>
                  <a:pt x="1552575" y="1538288"/>
                </a:cubicBezTo>
                <a:close/>
                <a:moveTo>
                  <a:pt x="1552575" y="1690688"/>
                </a:moveTo>
                <a:cubicBezTo>
                  <a:pt x="1552575" y="1698578"/>
                  <a:pt x="1546178" y="1704975"/>
                  <a:pt x="1538288" y="1704975"/>
                </a:cubicBezTo>
                <a:cubicBezTo>
                  <a:pt x="1530397" y="1704975"/>
                  <a:pt x="1524000" y="1698578"/>
                  <a:pt x="1524000" y="1690688"/>
                </a:cubicBezTo>
                <a:cubicBezTo>
                  <a:pt x="1524000" y="1682797"/>
                  <a:pt x="1530397" y="1676400"/>
                  <a:pt x="1538288" y="1676400"/>
                </a:cubicBezTo>
                <a:cubicBezTo>
                  <a:pt x="1546178" y="1676400"/>
                  <a:pt x="1552575" y="1682797"/>
                  <a:pt x="1552575" y="1690688"/>
                </a:cubicBezTo>
                <a:close/>
                <a:moveTo>
                  <a:pt x="1552575" y="1843088"/>
                </a:moveTo>
                <a:cubicBezTo>
                  <a:pt x="1552575" y="1850978"/>
                  <a:pt x="1546178" y="1857375"/>
                  <a:pt x="1538288" y="1857375"/>
                </a:cubicBezTo>
                <a:cubicBezTo>
                  <a:pt x="1530397" y="1857375"/>
                  <a:pt x="1524000" y="1850978"/>
                  <a:pt x="1524000" y="1843088"/>
                </a:cubicBezTo>
                <a:cubicBezTo>
                  <a:pt x="1524000" y="1835197"/>
                  <a:pt x="1530397" y="1828800"/>
                  <a:pt x="1538288" y="1828800"/>
                </a:cubicBezTo>
                <a:cubicBezTo>
                  <a:pt x="1546178" y="1828800"/>
                  <a:pt x="1552575" y="1835197"/>
                  <a:pt x="1552575" y="1843088"/>
                </a:cubicBezTo>
                <a:close/>
                <a:moveTo>
                  <a:pt x="1552575" y="1995488"/>
                </a:moveTo>
                <a:cubicBezTo>
                  <a:pt x="1552575" y="2003378"/>
                  <a:pt x="1546178" y="2009775"/>
                  <a:pt x="1538288" y="2009775"/>
                </a:cubicBezTo>
                <a:cubicBezTo>
                  <a:pt x="1530397" y="2009775"/>
                  <a:pt x="1524000" y="2003378"/>
                  <a:pt x="1524000" y="1995488"/>
                </a:cubicBezTo>
                <a:cubicBezTo>
                  <a:pt x="1524000" y="1987597"/>
                  <a:pt x="1530397" y="1981200"/>
                  <a:pt x="1538288" y="1981200"/>
                </a:cubicBezTo>
                <a:cubicBezTo>
                  <a:pt x="1546178" y="1981200"/>
                  <a:pt x="1552575" y="1987597"/>
                  <a:pt x="1552575" y="1995488"/>
                </a:cubicBezTo>
                <a:close/>
                <a:moveTo>
                  <a:pt x="1552575" y="2147888"/>
                </a:moveTo>
                <a:cubicBezTo>
                  <a:pt x="1552575" y="2155778"/>
                  <a:pt x="1546178" y="2162175"/>
                  <a:pt x="1538288" y="2162175"/>
                </a:cubicBezTo>
                <a:cubicBezTo>
                  <a:pt x="1530397" y="2162175"/>
                  <a:pt x="1524000" y="2155778"/>
                  <a:pt x="1524000" y="2147888"/>
                </a:cubicBezTo>
                <a:cubicBezTo>
                  <a:pt x="1524000" y="2139997"/>
                  <a:pt x="1530397" y="2133600"/>
                  <a:pt x="1538288" y="2133600"/>
                </a:cubicBezTo>
                <a:cubicBezTo>
                  <a:pt x="1546178" y="2133600"/>
                  <a:pt x="1552575" y="2139997"/>
                  <a:pt x="1552575" y="2147888"/>
                </a:cubicBezTo>
                <a:close/>
                <a:moveTo>
                  <a:pt x="1552575" y="2300288"/>
                </a:moveTo>
                <a:cubicBezTo>
                  <a:pt x="1552575" y="2308178"/>
                  <a:pt x="1546178" y="2314575"/>
                  <a:pt x="1538288" y="2314575"/>
                </a:cubicBezTo>
                <a:cubicBezTo>
                  <a:pt x="1530397" y="2314575"/>
                  <a:pt x="1524000" y="2308178"/>
                  <a:pt x="1524000" y="2300288"/>
                </a:cubicBezTo>
                <a:cubicBezTo>
                  <a:pt x="1524000" y="2292397"/>
                  <a:pt x="1530397" y="2286000"/>
                  <a:pt x="1538288" y="2286000"/>
                </a:cubicBezTo>
                <a:cubicBezTo>
                  <a:pt x="1546178" y="2286000"/>
                  <a:pt x="1552575" y="2292397"/>
                  <a:pt x="1552575" y="2300288"/>
                </a:cubicBezTo>
                <a:close/>
                <a:moveTo>
                  <a:pt x="1552575" y="2452688"/>
                </a:moveTo>
                <a:cubicBezTo>
                  <a:pt x="1552575" y="2460578"/>
                  <a:pt x="1546178" y="2466975"/>
                  <a:pt x="1538288" y="2466975"/>
                </a:cubicBezTo>
                <a:cubicBezTo>
                  <a:pt x="1530397" y="2466975"/>
                  <a:pt x="1524000" y="2460578"/>
                  <a:pt x="1524000" y="2452688"/>
                </a:cubicBezTo>
                <a:cubicBezTo>
                  <a:pt x="1524000" y="2444797"/>
                  <a:pt x="1530397" y="2438400"/>
                  <a:pt x="1538288" y="2438400"/>
                </a:cubicBezTo>
                <a:cubicBezTo>
                  <a:pt x="1546178" y="2438400"/>
                  <a:pt x="1552575" y="2444797"/>
                  <a:pt x="1552575" y="2452688"/>
                </a:cubicBezTo>
                <a:close/>
                <a:moveTo>
                  <a:pt x="1552575" y="2605088"/>
                </a:moveTo>
                <a:cubicBezTo>
                  <a:pt x="1552575" y="2612978"/>
                  <a:pt x="1546178" y="2619375"/>
                  <a:pt x="1538288" y="2619375"/>
                </a:cubicBezTo>
                <a:cubicBezTo>
                  <a:pt x="1530397" y="2619375"/>
                  <a:pt x="1524000" y="2612978"/>
                  <a:pt x="1524000" y="2605088"/>
                </a:cubicBezTo>
                <a:cubicBezTo>
                  <a:pt x="1524000" y="2597197"/>
                  <a:pt x="1530397" y="2590800"/>
                  <a:pt x="1538288" y="2590800"/>
                </a:cubicBezTo>
                <a:cubicBezTo>
                  <a:pt x="1546178" y="2590800"/>
                  <a:pt x="1552575" y="2597197"/>
                  <a:pt x="1552575" y="2605088"/>
                </a:cubicBezTo>
                <a:close/>
                <a:moveTo>
                  <a:pt x="1552575" y="2757488"/>
                </a:moveTo>
                <a:cubicBezTo>
                  <a:pt x="1552575" y="2765378"/>
                  <a:pt x="1546178" y="2771775"/>
                  <a:pt x="1538288" y="2771775"/>
                </a:cubicBezTo>
                <a:cubicBezTo>
                  <a:pt x="1530397" y="2771775"/>
                  <a:pt x="1524000" y="2765378"/>
                  <a:pt x="1524000" y="2757488"/>
                </a:cubicBezTo>
                <a:cubicBezTo>
                  <a:pt x="1524000" y="2749597"/>
                  <a:pt x="1530397" y="2743200"/>
                  <a:pt x="1538288" y="2743200"/>
                </a:cubicBezTo>
                <a:cubicBezTo>
                  <a:pt x="1546178" y="2743200"/>
                  <a:pt x="1552575" y="2749597"/>
                  <a:pt x="1552575" y="2757488"/>
                </a:cubicBezTo>
                <a:close/>
                <a:moveTo>
                  <a:pt x="1552575" y="2909888"/>
                </a:moveTo>
                <a:cubicBezTo>
                  <a:pt x="1552575" y="2917778"/>
                  <a:pt x="1546178" y="2924175"/>
                  <a:pt x="1538288" y="2924175"/>
                </a:cubicBezTo>
                <a:cubicBezTo>
                  <a:pt x="1530397" y="2924175"/>
                  <a:pt x="1524000" y="2917778"/>
                  <a:pt x="1524000" y="2909888"/>
                </a:cubicBezTo>
                <a:cubicBezTo>
                  <a:pt x="1524000" y="2901997"/>
                  <a:pt x="1530397" y="2895600"/>
                  <a:pt x="1538288" y="2895600"/>
                </a:cubicBezTo>
                <a:cubicBezTo>
                  <a:pt x="1546178" y="2895600"/>
                  <a:pt x="1552575" y="2901997"/>
                  <a:pt x="1552575" y="2909888"/>
                </a:cubicBezTo>
                <a:close/>
                <a:moveTo>
                  <a:pt x="1552575" y="3062288"/>
                </a:moveTo>
                <a:cubicBezTo>
                  <a:pt x="1552575" y="3070178"/>
                  <a:pt x="1546178" y="3076575"/>
                  <a:pt x="1538288" y="3076575"/>
                </a:cubicBezTo>
                <a:cubicBezTo>
                  <a:pt x="1530397" y="3076575"/>
                  <a:pt x="1524000" y="3070178"/>
                  <a:pt x="1524000" y="3062288"/>
                </a:cubicBezTo>
                <a:cubicBezTo>
                  <a:pt x="1524000" y="3054397"/>
                  <a:pt x="1530397" y="3048000"/>
                  <a:pt x="1538288" y="3048000"/>
                </a:cubicBezTo>
                <a:cubicBezTo>
                  <a:pt x="1546178" y="3048000"/>
                  <a:pt x="1552575" y="3054397"/>
                  <a:pt x="1552575" y="3062288"/>
                </a:cubicBezTo>
                <a:close/>
                <a:moveTo>
                  <a:pt x="1552575" y="3214688"/>
                </a:moveTo>
                <a:cubicBezTo>
                  <a:pt x="1552575" y="3222578"/>
                  <a:pt x="1546178" y="3228975"/>
                  <a:pt x="1538288" y="3228975"/>
                </a:cubicBezTo>
                <a:cubicBezTo>
                  <a:pt x="1530397" y="3228975"/>
                  <a:pt x="1524000" y="3222578"/>
                  <a:pt x="1524000" y="3214688"/>
                </a:cubicBezTo>
                <a:cubicBezTo>
                  <a:pt x="1524000" y="3206797"/>
                  <a:pt x="1530397" y="3200400"/>
                  <a:pt x="1538288" y="3200400"/>
                </a:cubicBezTo>
                <a:cubicBezTo>
                  <a:pt x="1546178" y="3200400"/>
                  <a:pt x="1552575" y="3206797"/>
                  <a:pt x="1552575" y="3214688"/>
                </a:cubicBezTo>
                <a:close/>
                <a:moveTo>
                  <a:pt x="1552575" y="3367088"/>
                </a:moveTo>
                <a:cubicBezTo>
                  <a:pt x="1552575" y="3374978"/>
                  <a:pt x="1546178" y="3381375"/>
                  <a:pt x="1538288" y="3381375"/>
                </a:cubicBezTo>
                <a:cubicBezTo>
                  <a:pt x="1530397" y="3381375"/>
                  <a:pt x="1524000" y="3374978"/>
                  <a:pt x="1524000" y="3367088"/>
                </a:cubicBezTo>
                <a:cubicBezTo>
                  <a:pt x="1524000" y="3359197"/>
                  <a:pt x="1530397" y="3352800"/>
                  <a:pt x="1538288" y="3352800"/>
                </a:cubicBezTo>
                <a:cubicBezTo>
                  <a:pt x="1546178" y="3352800"/>
                  <a:pt x="1552575" y="3359197"/>
                  <a:pt x="1552575" y="3367088"/>
                </a:cubicBezTo>
                <a:close/>
                <a:moveTo>
                  <a:pt x="1552575" y="3519488"/>
                </a:moveTo>
                <a:cubicBezTo>
                  <a:pt x="1552575" y="3527378"/>
                  <a:pt x="1546178" y="3533775"/>
                  <a:pt x="1538288" y="3533775"/>
                </a:cubicBezTo>
                <a:cubicBezTo>
                  <a:pt x="1530397" y="3533775"/>
                  <a:pt x="1524000" y="3527378"/>
                  <a:pt x="1524000" y="3519488"/>
                </a:cubicBezTo>
                <a:cubicBezTo>
                  <a:pt x="1524000" y="3511597"/>
                  <a:pt x="1530397" y="3505200"/>
                  <a:pt x="1538288" y="3505200"/>
                </a:cubicBezTo>
                <a:cubicBezTo>
                  <a:pt x="1546178" y="3505200"/>
                  <a:pt x="1552575" y="3511597"/>
                  <a:pt x="1552575" y="3519488"/>
                </a:cubicBezTo>
                <a:close/>
                <a:moveTo>
                  <a:pt x="1552575" y="3671888"/>
                </a:moveTo>
                <a:cubicBezTo>
                  <a:pt x="1552575" y="3679778"/>
                  <a:pt x="1546178" y="3686175"/>
                  <a:pt x="1538288" y="3686175"/>
                </a:cubicBezTo>
                <a:cubicBezTo>
                  <a:pt x="1530397" y="3686175"/>
                  <a:pt x="1524000" y="3679778"/>
                  <a:pt x="1524000" y="3671888"/>
                </a:cubicBezTo>
                <a:cubicBezTo>
                  <a:pt x="1524000" y="3663997"/>
                  <a:pt x="1530397" y="3657600"/>
                  <a:pt x="1538288" y="3657600"/>
                </a:cubicBezTo>
                <a:cubicBezTo>
                  <a:pt x="1546178" y="3657600"/>
                  <a:pt x="1552575" y="3663997"/>
                  <a:pt x="1552575" y="3671888"/>
                </a:cubicBezTo>
                <a:close/>
                <a:moveTo>
                  <a:pt x="1552575" y="3824288"/>
                </a:moveTo>
                <a:cubicBezTo>
                  <a:pt x="1552575" y="3832178"/>
                  <a:pt x="1546178" y="3838575"/>
                  <a:pt x="1538288" y="3838575"/>
                </a:cubicBezTo>
                <a:cubicBezTo>
                  <a:pt x="1530397" y="3838575"/>
                  <a:pt x="1524000" y="3832178"/>
                  <a:pt x="1524000" y="3824288"/>
                </a:cubicBezTo>
                <a:cubicBezTo>
                  <a:pt x="1524000" y="3816397"/>
                  <a:pt x="1530397" y="3810000"/>
                  <a:pt x="1538288" y="3810000"/>
                </a:cubicBezTo>
                <a:cubicBezTo>
                  <a:pt x="1546178" y="3810000"/>
                  <a:pt x="1552575" y="3816397"/>
                  <a:pt x="1552575" y="3824288"/>
                </a:cubicBezTo>
                <a:close/>
                <a:moveTo>
                  <a:pt x="1552575" y="3976688"/>
                </a:moveTo>
                <a:cubicBezTo>
                  <a:pt x="1552575" y="3984578"/>
                  <a:pt x="1546178" y="3990975"/>
                  <a:pt x="1538288" y="3990975"/>
                </a:cubicBezTo>
                <a:cubicBezTo>
                  <a:pt x="1530397" y="3990975"/>
                  <a:pt x="1524000" y="3984578"/>
                  <a:pt x="1524000" y="3976688"/>
                </a:cubicBezTo>
                <a:cubicBezTo>
                  <a:pt x="1524000" y="3968797"/>
                  <a:pt x="1530397" y="3962400"/>
                  <a:pt x="1538288" y="3962400"/>
                </a:cubicBezTo>
                <a:cubicBezTo>
                  <a:pt x="1546178" y="3962400"/>
                  <a:pt x="1552575" y="3968797"/>
                  <a:pt x="1552575" y="3976688"/>
                </a:cubicBezTo>
                <a:close/>
                <a:moveTo>
                  <a:pt x="1552575" y="4129088"/>
                </a:moveTo>
                <a:cubicBezTo>
                  <a:pt x="1552575" y="4136978"/>
                  <a:pt x="1546178" y="4143375"/>
                  <a:pt x="1538288" y="4143375"/>
                </a:cubicBezTo>
                <a:cubicBezTo>
                  <a:pt x="1530397" y="4143375"/>
                  <a:pt x="1524000" y="4136978"/>
                  <a:pt x="1524000" y="4129088"/>
                </a:cubicBezTo>
                <a:cubicBezTo>
                  <a:pt x="1524000" y="4121197"/>
                  <a:pt x="1530397" y="4114800"/>
                  <a:pt x="1538288" y="4114800"/>
                </a:cubicBezTo>
                <a:cubicBezTo>
                  <a:pt x="1546178" y="4114800"/>
                  <a:pt x="1552575" y="4121197"/>
                  <a:pt x="1552575" y="4129088"/>
                </a:cubicBezTo>
                <a:close/>
                <a:moveTo>
                  <a:pt x="1552575" y="4281488"/>
                </a:moveTo>
                <a:cubicBezTo>
                  <a:pt x="1552575" y="4289378"/>
                  <a:pt x="1546178" y="4295775"/>
                  <a:pt x="1538288" y="4295775"/>
                </a:cubicBezTo>
                <a:cubicBezTo>
                  <a:pt x="1530397" y="4295775"/>
                  <a:pt x="1524000" y="4289378"/>
                  <a:pt x="1524000" y="4281488"/>
                </a:cubicBezTo>
                <a:cubicBezTo>
                  <a:pt x="1524000" y="4273597"/>
                  <a:pt x="1530397" y="4267200"/>
                  <a:pt x="1538288" y="4267200"/>
                </a:cubicBezTo>
                <a:cubicBezTo>
                  <a:pt x="1546178" y="4267200"/>
                  <a:pt x="1552575" y="4273597"/>
                  <a:pt x="1552575" y="4281488"/>
                </a:cubicBezTo>
                <a:close/>
                <a:moveTo>
                  <a:pt x="1552575" y="4433888"/>
                </a:moveTo>
                <a:cubicBezTo>
                  <a:pt x="1552575" y="4441778"/>
                  <a:pt x="1546178" y="4448175"/>
                  <a:pt x="1538288" y="4448175"/>
                </a:cubicBezTo>
                <a:cubicBezTo>
                  <a:pt x="1530397" y="4448175"/>
                  <a:pt x="1524000" y="4441778"/>
                  <a:pt x="1524000" y="4433888"/>
                </a:cubicBezTo>
                <a:cubicBezTo>
                  <a:pt x="1524000" y="4425997"/>
                  <a:pt x="1530397" y="4419600"/>
                  <a:pt x="1538288" y="4419600"/>
                </a:cubicBezTo>
                <a:cubicBezTo>
                  <a:pt x="1546178" y="4419600"/>
                  <a:pt x="1552575" y="4425997"/>
                  <a:pt x="1552575" y="4433888"/>
                </a:cubicBezTo>
                <a:close/>
                <a:moveTo>
                  <a:pt x="1552575" y="4586288"/>
                </a:moveTo>
                <a:cubicBezTo>
                  <a:pt x="1552575" y="4594178"/>
                  <a:pt x="1546178" y="4600575"/>
                  <a:pt x="1538288" y="4600575"/>
                </a:cubicBezTo>
                <a:cubicBezTo>
                  <a:pt x="1530397" y="4600575"/>
                  <a:pt x="1524000" y="4594178"/>
                  <a:pt x="1524000" y="4586288"/>
                </a:cubicBezTo>
                <a:cubicBezTo>
                  <a:pt x="1524000" y="4578397"/>
                  <a:pt x="1530397" y="4572000"/>
                  <a:pt x="1538288" y="4572000"/>
                </a:cubicBezTo>
                <a:cubicBezTo>
                  <a:pt x="1546178" y="4572000"/>
                  <a:pt x="1552575" y="4578397"/>
                  <a:pt x="1552575" y="4586288"/>
                </a:cubicBezTo>
                <a:close/>
                <a:moveTo>
                  <a:pt x="1552575" y="4738688"/>
                </a:moveTo>
                <a:cubicBezTo>
                  <a:pt x="1552575" y="4746578"/>
                  <a:pt x="1546178" y="4752975"/>
                  <a:pt x="1538288" y="4752975"/>
                </a:cubicBezTo>
                <a:cubicBezTo>
                  <a:pt x="1530397" y="4752975"/>
                  <a:pt x="1524000" y="4746578"/>
                  <a:pt x="1524000" y="4738688"/>
                </a:cubicBezTo>
                <a:cubicBezTo>
                  <a:pt x="1524000" y="4730797"/>
                  <a:pt x="1530397" y="4724400"/>
                  <a:pt x="1538288" y="4724400"/>
                </a:cubicBezTo>
                <a:cubicBezTo>
                  <a:pt x="1546178" y="4724400"/>
                  <a:pt x="1552575" y="4730797"/>
                  <a:pt x="1552575" y="4738688"/>
                </a:cubicBezTo>
                <a:close/>
                <a:moveTo>
                  <a:pt x="1704975" y="14288"/>
                </a:moveTo>
                <a:cubicBezTo>
                  <a:pt x="1704975" y="22178"/>
                  <a:pt x="1698578" y="28575"/>
                  <a:pt x="1690688" y="28575"/>
                </a:cubicBezTo>
                <a:cubicBezTo>
                  <a:pt x="1682797" y="28575"/>
                  <a:pt x="1676400" y="22178"/>
                  <a:pt x="1676400" y="14288"/>
                </a:cubicBezTo>
                <a:cubicBezTo>
                  <a:pt x="1676400" y="6397"/>
                  <a:pt x="1682797" y="0"/>
                  <a:pt x="1690688" y="0"/>
                </a:cubicBezTo>
                <a:cubicBezTo>
                  <a:pt x="1698578" y="0"/>
                  <a:pt x="1704975" y="6397"/>
                  <a:pt x="1704975" y="14288"/>
                </a:cubicBezTo>
                <a:close/>
                <a:moveTo>
                  <a:pt x="1704975" y="166688"/>
                </a:moveTo>
                <a:cubicBezTo>
                  <a:pt x="1704975" y="174578"/>
                  <a:pt x="1698578" y="180975"/>
                  <a:pt x="1690688" y="180975"/>
                </a:cubicBezTo>
                <a:cubicBezTo>
                  <a:pt x="1682797" y="180975"/>
                  <a:pt x="1676400" y="174578"/>
                  <a:pt x="1676400" y="166688"/>
                </a:cubicBezTo>
                <a:cubicBezTo>
                  <a:pt x="1676400" y="158797"/>
                  <a:pt x="1682797" y="152400"/>
                  <a:pt x="1690688" y="152400"/>
                </a:cubicBezTo>
                <a:cubicBezTo>
                  <a:pt x="1698578" y="152400"/>
                  <a:pt x="1704975" y="158797"/>
                  <a:pt x="1704975" y="166688"/>
                </a:cubicBezTo>
                <a:close/>
                <a:moveTo>
                  <a:pt x="1704975" y="319088"/>
                </a:moveTo>
                <a:cubicBezTo>
                  <a:pt x="1704975" y="326978"/>
                  <a:pt x="1698578" y="333375"/>
                  <a:pt x="1690688" y="333375"/>
                </a:cubicBezTo>
                <a:cubicBezTo>
                  <a:pt x="1682797" y="333375"/>
                  <a:pt x="1676400" y="326978"/>
                  <a:pt x="1676400" y="319088"/>
                </a:cubicBezTo>
                <a:cubicBezTo>
                  <a:pt x="1676400" y="311197"/>
                  <a:pt x="1682797" y="304800"/>
                  <a:pt x="1690688" y="304800"/>
                </a:cubicBezTo>
                <a:cubicBezTo>
                  <a:pt x="1698578" y="304800"/>
                  <a:pt x="1704975" y="311197"/>
                  <a:pt x="1704975" y="319088"/>
                </a:cubicBezTo>
                <a:close/>
                <a:moveTo>
                  <a:pt x="1704975" y="471488"/>
                </a:moveTo>
                <a:cubicBezTo>
                  <a:pt x="1704975" y="479378"/>
                  <a:pt x="1698578" y="485775"/>
                  <a:pt x="1690688" y="485775"/>
                </a:cubicBezTo>
                <a:cubicBezTo>
                  <a:pt x="1682797" y="485775"/>
                  <a:pt x="1676400" y="479378"/>
                  <a:pt x="1676400" y="471488"/>
                </a:cubicBezTo>
                <a:cubicBezTo>
                  <a:pt x="1676400" y="463597"/>
                  <a:pt x="1682797" y="457200"/>
                  <a:pt x="1690688" y="457200"/>
                </a:cubicBezTo>
                <a:cubicBezTo>
                  <a:pt x="1698578" y="457200"/>
                  <a:pt x="1704975" y="463597"/>
                  <a:pt x="1704975" y="471488"/>
                </a:cubicBezTo>
                <a:close/>
                <a:moveTo>
                  <a:pt x="1704975" y="623888"/>
                </a:moveTo>
                <a:cubicBezTo>
                  <a:pt x="1704975" y="631778"/>
                  <a:pt x="1698578" y="638175"/>
                  <a:pt x="1690688" y="638175"/>
                </a:cubicBezTo>
                <a:cubicBezTo>
                  <a:pt x="1682797" y="638175"/>
                  <a:pt x="1676400" y="631778"/>
                  <a:pt x="1676400" y="623888"/>
                </a:cubicBezTo>
                <a:cubicBezTo>
                  <a:pt x="1676400" y="615997"/>
                  <a:pt x="1682797" y="609600"/>
                  <a:pt x="1690688" y="609600"/>
                </a:cubicBezTo>
                <a:cubicBezTo>
                  <a:pt x="1698578" y="609600"/>
                  <a:pt x="1704975" y="615997"/>
                  <a:pt x="1704975" y="623888"/>
                </a:cubicBezTo>
                <a:close/>
                <a:moveTo>
                  <a:pt x="1704975" y="776288"/>
                </a:moveTo>
                <a:cubicBezTo>
                  <a:pt x="1704975" y="784178"/>
                  <a:pt x="1698578" y="790575"/>
                  <a:pt x="1690688" y="790575"/>
                </a:cubicBezTo>
                <a:cubicBezTo>
                  <a:pt x="1682797" y="790575"/>
                  <a:pt x="1676400" y="784178"/>
                  <a:pt x="1676400" y="776288"/>
                </a:cubicBezTo>
                <a:cubicBezTo>
                  <a:pt x="1676400" y="768397"/>
                  <a:pt x="1682797" y="762000"/>
                  <a:pt x="1690688" y="762000"/>
                </a:cubicBezTo>
                <a:cubicBezTo>
                  <a:pt x="1698578" y="762000"/>
                  <a:pt x="1704975" y="768397"/>
                  <a:pt x="1704975" y="776288"/>
                </a:cubicBezTo>
                <a:close/>
                <a:moveTo>
                  <a:pt x="1704975" y="928688"/>
                </a:moveTo>
                <a:cubicBezTo>
                  <a:pt x="1704975" y="936578"/>
                  <a:pt x="1698578" y="942975"/>
                  <a:pt x="1690688" y="942975"/>
                </a:cubicBezTo>
                <a:cubicBezTo>
                  <a:pt x="1682797" y="942975"/>
                  <a:pt x="1676400" y="936578"/>
                  <a:pt x="1676400" y="928688"/>
                </a:cubicBezTo>
                <a:cubicBezTo>
                  <a:pt x="1676400" y="920797"/>
                  <a:pt x="1682797" y="914400"/>
                  <a:pt x="1690688" y="914400"/>
                </a:cubicBezTo>
                <a:cubicBezTo>
                  <a:pt x="1698578" y="914400"/>
                  <a:pt x="1704975" y="920797"/>
                  <a:pt x="1704975" y="928688"/>
                </a:cubicBezTo>
                <a:close/>
                <a:moveTo>
                  <a:pt x="1704975" y="1081088"/>
                </a:moveTo>
                <a:cubicBezTo>
                  <a:pt x="1704975" y="1088978"/>
                  <a:pt x="1698578" y="1095375"/>
                  <a:pt x="1690688" y="1095375"/>
                </a:cubicBezTo>
                <a:cubicBezTo>
                  <a:pt x="1682797" y="1095375"/>
                  <a:pt x="1676400" y="1088978"/>
                  <a:pt x="1676400" y="1081088"/>
                </a:cubicBezTo>
                <a:cubicBezTo>
                  <a:pt x="1676400" y="1073197"/>
                  <a:pt x="1682797" y="1066800"/>
                  <a:pt x="1690688" y="1066800"/>
                </a:cubicBezTo>
                <a:cubicBezTo>
                  <a:pt x="1698578" y="1066800"/>
                  <a:pt x="1704975" y="1073197"/>
                  <a:pt x="1704975" y="1081088"/>
                </a:cubicBezTo>
                <a:close/>
                <a:moveTo>
                  <a:pt x="1704975" y="1233488"/>
                </a:moveTo>
                <a:cubicBezTo>
                  <a:pt x="1704975" y="1241378"/>
                  <a:pt x="1698578" y="1247775"/>
                  <a:pt x="1690688" y="1247775"/>
                </a:cubicBezTo>
                <a:cubicBezTo>
                  <a:pt x="1682797" y="1247775"/>
                  <a:pt x="1676400" y="1241378"/>
                  <a:pt x="1676400" y="1233488"/>
                </a:cubicBezTo>
                <a:cubicBezTo>
                  <a:pt x="1676400" y="1225597"/>
                  <a:pt x="1682797" y="1219200"/>
                  <a:pt x="1690688" y="1219200"/>
                </a:cubicBezTo>
                <a:cubicBezTo>
                  <a:pt x="1698578" y="1219200"/>
                  <a:pt x="1704975" y="1225597"/>
                  <a:pt x="1704975" y="1233488"/>
                </a:cubicBezTo>
                <a:close/>
                <a:moveTo>
                  <a:pt x="1704975" y="1385888"/>
                </a:moveTo>
                <a:cubicBezTo>
                  <a:pt x="1704975" y="1393778"/>
                  <a:pt x="1698578" y="1400175"/>
                  <a:pt x="1690688" y="1400175"/>
                </a:cubicBezTo>
                <a:cubicBezTo>
                  <a:pt x="1682797" y="1400175"/>
                  <a:pt x="1676400" y="1393778"/>
                  <a:pt x="1676400" y="1385888"/>
                </a:cubicBezTo>
                <a:cubicBezTo>
                  <a:pt x="1676400" y="1377997"/>
                  <a:pt x="1682797" y="1371600"/>
                  <a:pt x="1690688" y="1371600"/>
                </a:cubicBezTo>
                <a:cubicBezTo>
                  <a:pt x="1698578" y="1371600"/>
                  <a:pt x="1704975" y="1377997"/>
                  <a:pt x="1704975" y="1385888"/>
                </a:cubicBezTo>
                <a:close/>
                <a:moveTo>
                  <a:pt x="1704975" y="1538288"/>
                </a:moveTo>
                <a:cubicBezTo>
                  <a:pt x="1704975" y="1546178"/>
                  <a:pt x="1698578" y="1552575"/>
                  <a:pt x="1690688" y="1552575"/>
                </a:cubicBezTo>
                <a:cubicBezTo>
                  <a:pt x="1682797" y="1552575"/>
                  <a:pt x="1676400" y="1546178"/>
                  <a:pt x="1676400" y="1538288"/>
                </a:cubicBezTo>
                <a:cubicBezTo>
                  <a:pt x="1676400" y="1530397"/>
                  <a:pt x="1682797" y="1524000"/>
                  <a:pt x="1690688" y="1524000"/>
                </a:cubicBezTo>
                <a:cubicBezTo>
                  <a:pt x="1698578" y="1524000"/>
                  <a:pt x="1704975" y="1530397"/>
                  <a:pt x="1704975" y="1538288"/>
                </a:cubicBezTo>
                <a:close/>
                <a:moveTo>
                  <a:pt x="1704975" y="1690688"/>
                </a:moveTo>
                <a:cubicBezTo>
                  <a:pt x="1704975" y="1698578"/>
                  <a:pt x="1698578" y="1704975"/>
                  <a:pt x="1690688" y="1704975"/>
                </a:cubicBezTo>
                <a:cubicBezTo>
                  <a:pt x="1682797" y="1704975"/>
                  <a:pt x="1676400" y="1698578"/>
                  <a:pt x="1676400" y="1690688"/>
                </a:cubicBezTo>
                <a:cubicBezTo>
                  <a:pt x="1676400" y="1682797"/>
                  <a:pt x="1682797" y="1676400"/>
                  <a:pt x="1690688" y="1676400"/>
                </a:cubicBezTo>
                <a:cubicBezTo>
                  <a:pt x="1698578" y="1676400"/>
                  <a:pt x="1704975" y="1682797"/>
                  <a:pt x="1704975" y="1690688"/>
                </a:cubicBezTo>
                <a:close/>
                <a:moveTo>
                  <a:pt x="1704975" y="1843088"/>
                </a:moveTo>
                <a:cubicBezTo>
                  <a:pt x="1704975" y="1850978"/>
                  <a:pt x="1698578" y="1857375"/>
                  <a:pt x="1690688" y="1857375"/>
                </a:cubicBezTo>
                <a:cubicBezTo>
                  <a:pt x="1682797" y="1857375"/>
                  <a:pt x="1676400" y="1850978"/>
                  <a:pt x="1676400" y="1843088"/>
                </a:cubicBezTo>
                <a:cubicBezTo>
                  <a:pt x="1676400" y="1835197"/>
                  <a:pt x="1682797" y="1828800"/>
                  <a:pt x="1690688" y="1828800"/>
                </a:cubicBezTo>
                <a:cubicBezTo>
                  <a:pt x="1698578" y="1828800"/>
                  <a:pt x="1704975" y="1835197"/>
                  <a:pt x="1704975" y="1843088"/>
                </a:cubicBezTo>
                <a:close/>
                <a:moveTo>
                  <a:pt x="1704975" y="1995488"/>
                </a:moveTo>
                <a:cubicBezTo>
                  <a:pt x="1704975" y="2003378"/>
                  <a:pt x="1698578" y="2009775"/>
                  <a:pt x="1690688" y="2009775"/>
                </a:cubicBezTo>
                <a:cubicBezTo>
                  <a:pt x="1682797" y="2009775"/>
                  <a:pt x="1676400" y="2003378"/>
                  <a:pt x="1676400" y="1995488"/>
                </a:cubicBezTo>
                <a:cubicBezTo>
                  <a:pt x="1676400" y="1987597"/>
                  <a:pt x="1682797" y="1981200"/>
                  <a:pt x="1690688" y="1981200"/>
                </a:cubicBezTo>
                <a:cubicBezTo>
                  <a:pt x="1698578" y="1981200"/>
                  <a:pt x="1704975" y="1987597"/>
                  <a:pt x="1704975" y="1995488"/>
                </a:cubicBezTo>
                <a:close/>
                <a:moveTo>
                  <a:pt x="1704975" y="2147888"/>
                </a:moveTo>
                <a:cubicBezTo>
                  <a:pt x="1704975" y="2155778"/>
                  <a:pt x="1698578" y="2162175"/>
                  <a:pt x="1690688" y="2162175"/>
                </a:cubicBezTo>
                <a:cubicBezTo>
                  <a:pt x="1682797" y="2162175"/>
                  <a:pt x="1676400" y="2155778"/>
                  <a:pt x="1676400" y="2147888"/>
                </a:cubicBezTo>
                <a:cubicBezTo>
                  <a:pt x="1676400" y="2139997"/>
                  <a:pt x="1682797" y="2133600"/>
                  <a:pt x="1690688" y="2133600"/>
                </a:cubicBezTo>
                <a:cubicBezTo>
                  <a:pt x="1698578" y="2133600"/>
                  <a:pt x="1704975" y="2139997"/>
                  <a:pt x="1704975" y="2147888"/>
                </a:cubicBezTo>
                <a:close/>
                <a:moveTo>
                  <a:pt x="1704975" y="2300288"/>
                </a:moveTo>
                <a:cubicBezTo>
                  <a:pt x="1704975" y="2308178"/>
                  <a:pt x="1698578" y="2314575"/>
                  <a:pt x="1690688" y="2314575"/>
                </a:cubicBezTo>
                <a:cubicBezTo>
                  <a:pt x="1682797" y="2314575"/>
                  <a:pt x="1676400" y="2308178"/>
                  <a:pt x="1676400" y="2300288"/>
                </a:cubicBezTo>
                <a:cubicBezTo>
                  <a:pt x="1676400" y="2292397"/>
                  <a:pt x="1682797" y="2286000"/>
                  <a:pt x="1690688" y="2286000"/>
                </a:cubicBezTo>
                <a:cubicBezTo>
                  <a:pt x="1698578" y="2286000"/>
                  <a:pt x="1704975" y="2292397"/>
                  <a:pt x="1704975" y="2300288"/>
                </a:cubicBezTo>
                <a:close/>
                <a:moveTo>
                  <a:pt x="1704975" y="2452688"/>
                </a:moveTo>
                <a:cubicBezTo>
                  <a:pt x="1704975" y="2460578"/>
                  <a:pt x="1698578" y="2466975"/>
                  <a:pt x="1690688" y="2466975"/>
                </a:cubicBezTo>
                <a:cubicBezTo>
                  <a:pt x="1682797" y="2466975"/>
                  <a:pt x="1676400" y="2460578"/>
                  <a:pt x="1676400" y="2452688"/>
                </a:cubicBezTo>
                <a:cubicBezTo>
                  <a:pt x="1676400" y="2444797"/>
                  <a:pt x="1682797" y="2438400"/>
                  <a:pt x="1690688" y="2438400"/>
                </a:cubicBezTo>
                <a:cubicBezTo>
                  <a:pt x="1698578" y="2438400"/>
                  <a:pt x="1704975" y="2444797"/>
                  <a:pt x="1704975" y="2452688"/>
                </a:cubicBezTo>
                <a:close/>
                <a:moveTo>
                  <a:pt x="1704975" y="2605088"/>
                </a:moveTo>
                <a:cubicBezTo>
                  <a:pt x="1704975" y="2612978"/>
                  <a:pt x="1698578" y="2619375"/>
                  <a:pt x="1690688" y="2619375"/>
                </a:cubicBezTo>
                <a:cubicBezTo>
                  <a:pt x="1682797" y="2619375"/>
                  <a:pt x="1676400" y="2612978"/>
                  <a:pt x="1676400" y="2605088"/>
                </a:cubicBezTo>
                <a:cubicBezTo>
                  <a:pt x="1676400" y="2597197"/>
                  <a:pt x="1682797" y="2590800"/>
                  <a:pt x="1690688" y="2590800"/>
                </a:cubicBezTo>
                <a:cubicBezTo>
                  <a:pt x="1698578" y="2590800"/>
                  <a:pt x="1704975" y="2597197"/>
                  <a:pt x="1704975" y="2605088"/>
                </a:cubicBezTo>
                <a:close/>
                <a:moveTo>
                  <a:pt x="1704975" y="2757488"/>
                </a:moveTo>
                <a:cubicBezTo>
                  <a:pt x="1704975" y="2765378"/>
                  <a:pt x="1698578" y="2771775"/>
                  <a:pt x="1690688" y="2771775"/>
                </a:cubicBezTo>
                <a:cubicBezTo>
                  <a:pt x="1682797" y="2771775"/>
                  <a:pt x="1676400" y="2765378"/>
                  <a:pt x="1676400" y="2757488"/>
                </a:cubicBezTo>
                <a:cubicBezTo>
                  <a:pt x="1676400" y="2749597"/>
                  <a:pt x="1682797" y="2743200"/>
                  <a:pt x="1690688" y="2743200"/>
                </a:cubicBezTo>
                <a:cubicBezTo>
                  <a:pt x="1698578" y="2743200"/>
                  <a:pt x="1704975" y="2749597"/>
                  <a:pt x="1704975" y="2757488"/>
                </a:cubicBezTo>
                <a:close/>
                <a:moveTo>
                  <a:pt x="1704975" y="2909888"/>
                </a:moveTo>
                <a:cubicBezTo>
                  <a:pt x="1704975" y="2917778"/>
                  <a:pt x="1698578" y="2924175"/>
                  <a:pt x="1690688" y="2924175"/>
                </a:cubicBezTo>
                <a:cubicBezTo>
                  <a:pt x="1682797" y="2924175"/>
                  <a:pt x="1676400" y="2917778"/>
                  <a:pt x="1676400" y="2909888"/>
                </a:cubicBezTo>
                <a:cubicBezTo>
                  <a:pt x="1676400" y="2901997"/>
                  <a:pt x="1682797" y="2895600"/>
                  <a:pt x="1690688" y="2895600"/>
                </a:cubicBezTo>
                <a:cubicBezTo>
                  <a:pt x="1698578" y="2895600"/>
                  <a:pt x="1704975" y="2901997"/>
                  <a:pt x="1704975" y="2909888"/>
                </a:cubicBezTo>
                <a:close/>
                <a:moveTo>
                  <a:pt x="1704975" y="3062288"/>
                </a:moveTo>
                <a:cubicBezTo>
                  <a:pt x="1704975" y="3070178"/>
                  <a:pt x="1698578" y="3076575"/>
                  <a:pt x="1690688" y="3076575"/>
                </a:cubicBezTo>
                <a:cubicBezTo>
                  <a:pt x="1682797" y="3076575"/>
                  <a:pt x="1676400" y="3070178"/>
                  <a:pt x="1676400" y="3062288"/>
                </a:cubicBezTo>
                <a:cubicBezTo>
                  <a:pt x="1676400" y="3054397"/>
                  <a:pt x="1682797" y="3048000"/>
                  <a:pt x="1690688" y="3048000"/>
                </a:cubicBezTo>
                <a:cubicBezTo>
                  <a:pt x="1698578" y="3048000"/>
                  <a:pt x="1704975" y="3054397"/>
                  <a:pt x="1704975" y="3062288"/>
                </a:cubicBezTo>
                <a:close/>
                <a:moveTo>
                  <a:pt x="1704975" y="3214688"/>
                </a:moveTo>
                <a:cubicBezTo>
                  <a:pt x="1704975" y="3222578"/>
                  <a:pt x="1698578" y="3228975"/>
                  <a:pt x="1690688" y="3228975"/>
                </a:cubicBezTo>
                <a:cubicBezTo>
                  <a:pt x="1682797" y="3228975"/>
                  <a:pt x="1676400" y="3222578"/>
                  <a:pt x="1676400" y="3214688"/>
                </a:cubicBezTo>
                <a:cubicBezTo>
                  <a:pt x="1676400" y="3206797"/>
                  <a:pt x="1682797" y="3200400"/>
                  <a:pt x="1690688" y="3200400"/>
                </a:cubicBezTo>
                <a:cubicBezTo>
                  <a:pt x="1698578" y="3200400"/>
                  <a:pt x="1704975" y="3206797"/>
                  <a:pt x="1704975" y="3214688"/>
                </a:cubicBezTo>
                <a:close/>
                <a:moveTo>
                  <a:pt x="1704975" y="3367088"/>
                </a:moveTo>
                <a:cubicBezTo>
                  <a:pt x="1704975" y="3374978"/>
                  <a:pt x="1698578" y="3381375"/>
                  <a:pt x="1690688" y="3381375"/>
                </a:cubicBezTo>
                <a:cubicBezTo>
                  <a:pt x="1682797" y="3381375"/>
                  <a:pt x="1676400" y="3374978"/>
                  <a:pt x="1676400" y="3367088"/>
                </a:cubicBezTo>
                <a:cubicBezTo>
                  <a:pt x="1676400" y="3359197"/>
                  <a:pt x="1682797" y="3352800"/>
                  <a:pt x="1690688" y="3352800"/>
                </a:cubicBezTo>
                <a:cubicBezTo>
                  <a:pt x="1698578" y="3352800"/>
                  <a:pt x="1704975" y="3359197"/>
                  <a:pt x="1704975" y="3367088"/>
                </a:cubicBezTo>
                <a:close/>
                <a:moveTo>
                  <a:pt x="1704975" y="3519488"/>
                </a:moveTo>
                <a:cubicBezTo>
                  <a:pt x="1704975" y="3527378"/>
                  <a:pt x="1698578" y="3533775"/>
                  <a:pt x="1690688" y="3533775"/>
                </a:cubicBezTo>
                <a:cubicBezTo>
                  <a:pt x="1682797" y="3533775"/>
                  <a:pt x="1676400" y="3527378"/>
                  <a:pt x="1676400" y="3519488"/>
                </a:cubicBezTo>
                <a:cubicBezTo>
                  <a:pt x="1676400" y="3511597"/>
                  <a:pt x="1682797" y="3505200"/>
                  <a:pt x="1690688" y="3505200"/>
                </a:cubicBezTo>
                <a:cubicBezTo>
                  <a:pt x="1698578" y="3505200"/>
                  <a:pt x="1704975" y="3511597"/>
                  <a:pt x="1704975" y="3519488"/>
                </a:cubicBezTo>
                <a:close/>
                <a:moveTo>
                  <a:pt x="1704975" y="3671888"/>
                </a:moveTo>
                <a:cubicBezTo>
                  <a:pt x="1704975" y="3679778"/>
                  <a:pt x="1698578" y="3686175"/>
                  <a:pt x="1690688" y="3686175"/>
                </a:cubicBezTo>
                <a:cubicBezTo>
                  <a:pt x="1682797" y="3686175"/>
                  <a:pt x="1676400" y="3679778"/>
                  <a:pt x="1676400" y="3671888"/>
                </a:cubicBezTo>
                <a:cubicBezTo>
                  <a:pt x="1676400" y="3663997"/>
                  <a:pt x="1682797" y="3657600"/>
                  <a:pt x="1690688" y="3657600"/>
                </a:cubicBezTo>
                <a:cubicBezTo>
                  <a:pt x="1698578" y="3657600"/>
                  <a:pt x="1704975" y="3663997"/>
                  <a:pt x="1704975" y="3671888"/>
                </a:cubicBezTo>
                <a:close/>
                <a:moveTo>
                  <a:pt x="1704975" y="3824288"/>
                </a:moveTo>
                <a:cubicBezTo>
                  <a:pt x="1704975" y="3832178"/>
                  <a:pt x="1698578" y="3838575"/>
                  <a:pt x="1690688" y="3838575"/>
                </a:cubicBezTo>
                <a:cubicBezTo>
                  <a:pt x="1682797" y="3838575"/>
                  <a:pt x="1676400" y="3832178"/>
                  <a:pt x="1676400" y="3824288"/>
                </a:cubicBezTo>
                <a:cubicBezTo>
                  <a:pt x="1676400" y="3816397"/>
                  <a:pt x="1682797" y="3810000"/>
                  <a:pt x="1690688" y="3810000"/>
                </a:cubicBezTo>
                <a:cubicBezTo>
                  <a:pt x="1698578" y="3810000"/>
                  <a:pt x="1704975" y="3816397"/>
                  <a:pt x="1704975" y="3824288"/>
                </a:cubicBezTo>
                <a:close/>
                <a:moveTo>
                  <a:pt x="1704975" y="3976688"/>
                </a:moveTo>
                <a:cubicBezTo>
                  <a:pt x="1704975" y="3984578"/>
                  <a:pt x="1698578" y="3990975"/>
                  <a:pt x="1690688" y="3990975"/>
                </a:cubicBezTo>
                <a:cubicBezTo>
                  <a:pt x="1682797" y="3990975"/>
                  <a:pt x="1676400" y="3984578"/>
                  <a:pt x="1676400" y="3976688"/>
                </a:cubicBezTo>
                <a:cubicBezTo>
                  <a:pt x="1676400" y="3968797"/>
                  <a:pt x="1682797" y="3962400"/>
                  <a:pt x="1690688" y="3962400"/>
                </a:cubicBezTo>
                <a:cubicBezTo>
                  <a:pt x="1698578" y="3962400"/>
                  <a:pt x="1704975" y="3968797"/>
                  <a:pt x="1704975" y="3976688"/>
                </a:cubicBezTo>
                <a:close/>
                <a:moveTo>
                  <a:pt x="1704975" y="4129088"/>
                </a:moveTo>
                <a:cubicBezTo>
                  <a:pt x="1704975" y="4136978"/>
                  <a:pt x="1698578" y="4143375"/>
                  <a:pt x="1690688" y="4143375"/>
                </a:cubicBezTo>
                <a:cubicBezTo>
                  <a:pt x="1682797" y="4143375"/>
                  <a:pt x="1676400" y="4136978"/>
                  <a:pt x="1676400" y="4129088"/>
                </a:cubicBezTo>
                <a:cubicBezTo>
                  <a:pt x="1676400" y="4121197"/>
                  <a:pt x="1682797" y="4114800"/>
                  <a:pt x="1690688" y="4114800"/>
                </a:cubicBezTo>
                <a:cubicBezTo>
                  <a:pt x="1698578" y="4114800"/>
                  <a:pt x="1704975" y="4121197"/>
                  <a:pt x="1704975" y="4129088"/>
                </a:cubicBezTo>
                <a:close/>
                <a:moveTo>
                  <a:pt x="1704975" y="4281488"/>
                </a:moveTo>
                <a:cubicBezTo>
                  <a:pt x="1704975" y="4289378"/>
                  <a:pt x="1698578" y="4295775"/>
                  <a:pt x="1690688" y="4295775"/>
                </a:cubicBezTo>
                <a:cubicBezTo>
                  <a:pt x="1682797" y="4295775"/>
                  <a:pt x="1676400" y="4289378"/>
                  <a:pt x="1676400" y="4281488"/>
                </a:cubicBezTo>
                <a:cubicBezTo>
                  <a:pt x="1676400" y="4273597"/>
                  <a:pt x="1682797" y="4267200"/>
                  <a:pt x="1690688" y="4267200"/>
                </a:cubicBezTo>
                <a:cubicBezTo>
                  <a:pt x="1698578" y="4267200"/>
                  <a:pt x="1704975" y="4273597"/>
                  <a:pt x="1704975" y="4281488"/>
                </a:cubicBezTo>
                <a:close/>
                <a:moveTo>
                  <a:pt x="1704975" y="4433888"/>
                </a:moveTo>
                <a:cubicBezTo>
                  <a:pt x="1704975" y="4441778"/>
                  <a:pt x="1698578" y="4448175"/>
                  <a:pt x="1690688" y="4448175"/>
                </a:cubicBezTo>
                <a:cubicBezTo>
                  <a:pt x="1682797" y="4448175"/>
                  <a:pt x="1676400" y="4441778"/>
                  <a:pt x="1676400" y="4433888"/>
                </a:cubicBezTo>
                <a:cubicBezTo>
                  <a:pt x="1676400" y="4425997"/>
                  <a:pt x="1682797" y="4419600"/>
                  <a:pt x="1690688" y="4419600"/>
                </a:cubicBezTo>
                <a:cubicBezTo>
                  <a:pt x="1698578" y="4419600"/>
                  <a:pt x="1704975" y="4425997"/>
                  <a:pt x="1704975" y="4433888"/>
                </a:cubicBezTo>
                <a:close/>
                <a:moveTo>
                  <a:pt x="1704975" y="4586288"/>
                </a:moveTo>
                <a:cubicBezTo>
                  <a:pt x="1704975" y="4594178"/>
                  <a:pt x="1698578" y="4600575"/>
                  <a:pt x="1690688" y="4600575"/>
                </a:cubicBezTo>
                <a:cubicBezTo>
                  <a:pt x="1682797" y="4600575"/>
                  <a:pt x="1676400" y="4594178"/>
                  <a:pt x="1676400" y="4586288"/>
                </a:cubicBezTo>
                <a:cubicBezTo>
                  <a:pt x="1676400" y="4578397"/>
                  <a:pt x="1682797" y="4572000"/>
                  <a:pt x="1690688" y="4572000"/>
                </a:cubicBezTo>
                <a:cubicBezTo>
                  <a:pt x="1698578" y="4572000"/>
                  <a:pt x="1704975" y="4578397"/>
                  <a:pt x="1704975" y="4586288"/>
                </a:cubicBezTo>
                <a:close/>
                <a:moveTo>
                  <a:pt x="1704975" y="4738688"/>
                </a:moveTo>
                <a:cubicBezTo>
                  <a:pt x="1704975" y="4746578"/>
                  <a:pt x="1698578" y="4752975"/>
                  <a:pt x="1690688" y="4752975"/>
                </a:cubicBezTo>
                <a:cubicBezTo>
                  <a:pt x="1682797" y="4752975"/>
                  <a:pt x="1676400" y="4746578"/>
                  <a:pt x="1676400" y="4738688"/>
                </a:cubicBezTo>
                <a:cubicBezTo>
                  <a:pt x="1676400" y="4730797"/>
                  <a:pt x="1682797" y="4724400"/>
                  <a:pt x="1690688" y="4724400"/>
                </a:cubicBezTo>
                <a:cubicBezTo>
                  <a:pt x="1698578" y="4724400"/>
                  <a:pt x="1704975" y="4730797"/>
                  <a:pt x="1704975" y="4738688"/>
                </a:cubicBezTo>
                <a:close/>
                <a:moveTo>
                  <a:pt x="1857375" y="14288"/>
                </a:moveTo>
                <a:cubicBezTo>
                  <a:pt x="1857375" y="22178"/>
                  <a:pt x="1850978" y="28575"/>
                  <a:pt x="1843088" y="28575"/>
                </a:cubicBezTo>
                <a:cubicBezTo>
                  <a:pt x="1835197" y="28575"/>
                  <a:pt x="1828800" y="22178"/>
                  <a:pt x="1828800" y="14288"/>
                </a:cubicBezTo>
                <a:cubicBezTo>
                  <a:pt x="1828800" y="6397"/>
                  <a:pt x="1835197" y="0"/>
                  <a:pt x="1843088" y="0"/>
                </a:cubicBezTo>
                <a:cubicBezTo>
                  <a:pt x="1850978" y="0"/>
                  <a:pt x="1857375" y="6397"/>
                  <a:pt x="1857375" y="14288"/>
                </a:cubicBezTo>
                <a:close/>
                <a:moveTo>
                  <a:pt x="1857375" y="166688"/>
                </a:moveTo>
                <a:cubicBezTo>
                  <a:pt x="1857375" y="174578"/>
                  <a:pt x="1850978" y="180975"/>
                  <a:pt x="1843088" y="180975"/>
                </a:cubicBezTo>
                <a:cubicBezTo>
                  <a:pt x="1835197" y="180975"/>
                  <a:pt x="1828800" y="174578"/>
                  <a:pt x="1828800" y="166688"/>
                </a:cubicBezTo>
                <a:cubicBezTo>
                  <a:pt x="1828800" y="158797"/>
                  <a:pt x="1835197" y="152400"/>
                  <a:pt x="1843088" y="152400"/>
                </a:cubicBezTo>
                <a:cubicBezTo>
                  <a:pt x="1850978" y="152400"/>
                  <a:pt x="1857375" y="158797"/>
                  <a:pt x="1857375" y="166688"/>
                </a:cubicBezTo>
                <a:close/>
                <a:moveTo>
                  <a:pt x="1857375" y="319088"/>
                </a:moveTo>
                <a:cubicBezTo>
                  <a:pt x="1857375" y="326978"/>
                  <a:pt x="1850978" y="333375"/>
                  <a:pt x="1843088" y="333375"/>
                </a:cubicBezTo>
                <a:cubicBezTo>
                  <a:pt x="1835197" y="333375"/>
                  <a:pt x="1828800" y="326978"/>
                  <a:pt x="1828800" y="319088"/>
                </a:cubicBezTo>
                <a:cubicBezTo>
                  <a:pt x="1828800" y="311197"/>
                  <a:pt x="1835197" y="304800"/>
                  <a:pt x="1843088" y="304800"/>
                </a:cubicBezTo>
                <a:cubicBezTo>
                  <a:pt x="1850978" y="304800"/>
                  <a:pt x="1857375" y="311197"/>
                  <a:pt x="1857375" y="319088"/>
                </a:cubicBezTo>
                <a:close/>
                <a:moveTo>
                  <a:pt x="1857375" y="471488"/>
                </a:moveTo>
                <a:cubicBezTo>
                  <a:pt x="1857375" y="479378"/>
                  <a:pt x="1850978" y="485775"/>
                  <a:pt x="1843088" y="485775"/>
                </a:cubicBezTo>
                <a:cubicBezTo>
                  <a:pt x="1835197" y="485775"/>
                  <a:pt x="1828800" y="479378"/>
                  <a:pt x="1828800" y="471488"/>
                </a:cubicBezTo>
                <a:cubicBezTo>
                  <a:pt x="1828800" y="463597"/>
                  <a:pt x="1835197" y="457200"/>
                  <a:pt x="1843088" y="457200"/>
                </a:cubicBezTo>
                <a:cubicBezTo>
                  <a:pt x="1850978" y="457200"/>
                  <a:pt x="1857375" y="463597"/>
                  <a:pt x="1857375" y="471488"/>
                </a:cubicBezTo>
                <a:close/>
                <a:moveTo>
                  <a:pt x="1857375" y="623888"/>
                </a:moveTo>
                <a:cubicBezTo>
                  <a:pt x="1857375" y="631778"/>
                  <a:pt x="1850978" y="638175"/>
                  <a:pt x="1843088" y="638175"/>
                </a:cubicBezTo>
                <a:cubicBezTo>
                  <a:pt x="1835197" y="638175"/>
                  <a:pt x="1828800" y="631778"/>
                  <a:pt x="1828800" y="623888"/>
                </a:cubicBezTo>
                <a:cubicBezTo>
                  <a:pt x="1828800" y="615997"/>
                  <a:pt x="1835197" y="609600"/>
                  <a:pt x="1843088" y="609600"/>
                </a:cubicBezTo>
                <a:cubicBezTo>
                  <a:pt x="1850978" y="609600"/>
                  <a:pt x="1857375" y="615997"/>
                  <a:pt x="1857375" y="623888"/>
                </a:cubicBezTo>
                <a:close/>
                <a:moveTo>
                  <a:pt x="1857375" y="776288"/>
                </a:moveTo>
                <a:cubicBezTo>
                  <a:pt x="1857375" y="784178"/>
                  <a:pt x="1850978" y="790575"/>
                  <a:pt x="1843088" y="790575"/>
                </a:cubicBezTo>
                <a:cubicBezTo>
                  <a:pt x="1835197" y="790575"/>
                  <a:pt x="1828800" y="784178"/>
                  <a:pt x="1828800" y="776288"/>
                </a:cubicBezTo>
                <a:cubicBezTo>
                  <a:pt x="1828800" y="768397"/>
                  <a:pt x="1835197" y="762000"/>
                  <a:pt x="1843088" y="762000"/>
                </a:cubicBezTo>
                <a:cubicBezTo>
                  <a:pt x="1850978" y="762000"/>
                  <a:pt x="1857375" y="768397"/>
                  <a:pt x="1857375" y="776288"/>
                </a:cubicBezTo>
                <a:close/>
                <a:moveTo>
                  <a:pt x="1857375" y="928688"/>
                </a:moveTo>
                <a:cubicBezTo>
                  <a:pt x="1857375" y="936578"/>
                  <a:pt x="1850978" y="942975"/>
                  <a:pt x="1843088" y="942975"/>
                </a:cubicBezTo>
                <a:cubicBezTo>
                  <a:pt x="1835197" y="942975"/>
                  <a:pt x="1828800" y="936578"/>
                  <a:pt x="1828800" y="928688"/>
                </a:cubicBezTo>
                <a:cubicBezTo>
                  <a:pt x="1828800" y="920797"/>
                  <a:pt x="1835197" y="914400"/>
                  <a:pt x="1843088" y="914400"/>
                </a:cubicBezTo>
                <a:cubicBezTo>
                  <a:pt x="1850978" y="914400"/>
                  <a:pt x="1857375" y="920797"/>
                  <a:pt x="1857375" y="928688"/>
                </a:cubicBezTo>
                <a:close/>
                <a:moveTo>
                  <a:pt x="1857375" y="1081088"/>
                </a:moveTo>
                <a:cubicBezTo>
                  <a:pt x="1857375" y="1088978"/>
                  <a:pt x="1850978" y="1095375"/>
                  <a:pt x="1843088" y="1095375"/>
                </a:cubicBezTo>
                <a:cubicBezTo>
                  <a:pt x="1835197" y="1095375"/>
                  <a:pt x="1828800" y="1088978"/>
                  <a:pt x="1828800" y="1081088"/>
                </a:cubicBezTo>
                <a:cubicBezTo>
                  <a:pt x="1828800" y="1073197"/>
                  <a:pt x="1835197" y="1066800"/>
                  <a:pt x="1843088" y="1066800"/>
                </a:cubicBezTo>
                <a:cubicBezTo>
                  <a:pt x="1850978" y="1066800"/>
                  <a:pt x="1857375" y="1073197"/>
                  <a:pt x="1857375" y="1081088"/>
                </a:cubicBezTo>
                <a:close/>
                <a:moveTo>
                  <a:pt x="1857375" y="1233488"/>
                </a:moveTo>
                <a:cubicBezTo>
                  <a:pt x="1857375" y="1241378"/>
                  <a:pt x="1850978" y="1247775"/>
                  <a:pt x="1843088" y="1247775"/>
                </a:cubicBezTo>
                <a:cubicBezTo>
                  <a:pt x="1835197" y="1247775"/>
                  <a:pt x="1828800" y="1241378"/>
                  <a:pt x="1828800" y="1233488"/>
                </a:cubicBezTo>
                <a:cubicBezTo>
                  <a:pt x="1828800" y="1225597"/>
                  <a:pt x="1835197" y="1219200"/>
                  <a:pt x="1843088" y="1219200"/>
                </a:cubicBezTo>
                <a:cubicBezTo>
                  <a:pt x="1850978" y="1219200"/>
                  <a:pt x="1857375" y="1225597"/>
                  <a:pt x="1857375" y="1233488"/>
                </a:cubicBezTo>
                <a:close/>
                <a:moveTo>
                  <a:pt x="1857375" y="1385888"/>
                </a:moveTo>
                <a:cubicBezTo>
                  <a:pt x="1857375" y="1393778"/>
                  <a:pt x="1850978" y="1400175"/>
                  <a:pt x="1843088" y="1400175"/>
                </a:cubicBezTo>
                <a:cubicBezTo>
                  <a:pt x="1835197" y="1400175"/>
                  <a:pt x="1828800" y="1393778"/>
                  <a:pt x="1828800" y="1385888"/>
                </a:cubicBezTo>
                <a:cubicBezTo>
                  <a:pt x="1828800" y="1377997"/>
                  <a:pt x="1835197" y="1371600"/>
                  <a:pt x="1843088" y="1371600"/>
                </a:cubicBezTo>
                <a:cubicBezTo>
                  <a:pt x="1850978" y="1371600"/>
                  <a:pt x="1857375" y="1377997"/>
                  <a:pt x="1857375" y="1385888"/>
                </a:cubicBezTo>
                <a:close/>
                <a:moveTo>
                  <a:pt x="1857375" y="1538288"/>
                </a:moveTo>
                <a:cubicBezTo>
                  <a:pt x="1857375" y="1546178"/>
                  <a:pt x="1850978" y="1552575"/>
                  <a:pt x="1843088" y="1552575"/>
                </a:cubicBezTo>
                <a:cubicBezTo>
                  <a:pt x="1835197" y="1552575"/>
                  <a:pt x="1828800" y="1546178"/>
                  <a:pt x="1828800" y="1538288"/>
                </a:cubicBezTo>
                <a:cubicBezTo>
                  <a:pt x="1828800" y="1530397"/>
                  <a:pt x="1835197" y="1524000"/>
                  <a:pt x="1843088" y="1524000"/>
                </a:cubicBezTo>
                <a:cubicBezTo>
                  <a:pt x="1850978" y="1524000"/>
                  <a:pt x="1857375" y="1530397"/>
                  <a:pt x="1857375" y="1538288"/>
                </a:cubicBezTo>
                <a:close/>
                <a:moveTo>
                  <a:pt x="1857375" y="1690688"/>
                </a:moveTo>
                <a:cubicBezTo>
                  <a:pt x="1857375" y="1698578"/>
                  <a:pt x="1850978" y="1704975"/>
                  <a:pt x="1843088" y="1704975"/>
                </a:cubicBezTo>
                <a:cubicBezTo>
                  <a:pt x="1835197" y="1704975"/>
                  <a:pt x="1828800" y="1698578"/>
                  <a:pt x="1828800" y="1690688"/>
                </a:cubicBezTo>
                <a:cubicBezTo>
                  <a:pt x="1828800" y="1682797"/>
                  <a:pt x="1835197" y="1676400"/>
                  <a:pt x="1843088" y="1676400"/>
                </a:cubicBezTo>
                <a:cubicBezTo>
                  <a:pt x="1850978" y="1676400"/>
                  <a:pt x="1857375" y="1682797"/>
                  <a:pt x="1857375" y="1690688"/>
                </a:cubicBezTo>
                <a:close/>
                <a:moveTo>
                  <a:pt x="1857375" y="1843088"/>
                </a:moveTo>
                <a:cubicBezTo>
                  <a:pt x="1857375" y="1850978"/>
                  <a:pt x="1850978" y="1857375"/>
                  <a:pt x="1843088" y="1857375"/>
                </a:cubicBezTo>
                <a:cubicBezTo>
                  <a:pt x="1835197" y="1857375"/>
                  <a:pt x="1828800" y="1850978"/>
                  <a:pt x="1828800" y="1843088"/>
                </a:cubicBezTo>
                <a:cubicBezTo>
                  <a:pt x="1828800" y="1835197"/>
                  <a:pt x="1835197" y="1828800"/>
                  <a:pt x="1843088" y="1828800"/>
                </a:cubicBezTo>
                <a:cubicBezTo>
                  <a:pt x="1850978" y="1828800"/>
                  <a:pt x="1857375" y="1835197"/>
                  <a:pt x="1857375" y="1843088"/>
                </a:cubicBezTo>
                <a:close/>
                <a:moveTo>
                  <a:pt x="1857375" y="1995488"/>
                </a:moveTo>
                <a:cubicBezTo>
                  <a:pt x="1857375" y="2003378"/>
                  <a:pt x="1850978" y="2009775"/>
                  <a:pt x="1843088" y="2009775"/>
                </a:cubicBezTo>
                <a:cubicBezTo>
                  <a:pt x="1835197" y="2009775"/>
                  <a:pt x="1828800" y="2003378"/>
                  <a:pt x="1828800" y="1995488"/>
                </a:cubicBezTo>
                <a:cubicBezTo>
                  <a:pt x="1828800" y="1987597"/>
                  <a:pt x="1835197" y="1981200"/>
                  <a:pt x="1843088" y="1981200"/>
                </a:cubicBezTo>
                <a:cubicBezTo>
                  <a:pt x="1850978" y="1981200"/>
                  <a:pt x="1857375" y="1987597"/>
                  <a:pt x="1857375" y="1995488"/>
                </a:cubicBezTo>
                <a:close/>
                <a:moveTo>
                  <a:pt x="1857375" y="2147888"/>
                </a:moveTo>
                <a:cubicBezTo>
                  <a:pt x="1857375" y="2155778"/>
                  <a:pt x="1850978" y="2162175"/>
                  <a:pt x="1843088" y="2162175"/>
                </a:cubicBezTo>
                <a:cubicBezTo>
                  <a:pt x="1835197" y="2162175"/>
                  <a:pt x="1828800" y="2155778"/>
                  <a:pt x="1828800" y="2147888"/>
                </a:cubicBezTo>
                <a:cubicBezTo>
                  <a:pt x="1828800" y="2139997"/>
                  <a:pt x="1835197" y="2133600"/>
                  <a:pt x="1843088" y="2133600"/>
                </a:cubicBezTo>
                <a:cubicBezTo>
                  <a:pt x="1850978" y="2133600"/>
                  <a:pt x="1857375" y="2139997"/>
                  <a:pt x="1857375" y="2147888"/>
                </a:cubicBezTo>
                <a:close/>
                <a:moveTo>
                  <a:pt x="1857375" y="2300288"/>
                </a:moveTo>
                <a:cubicBezTo>
                  <a:pt x="1857375" y="2308178"/>
                  <a:pt x="1850978" y="2314575"/>
                  <a:pt x="1843088" y="2314575"/>
                </a:cubicBezTo>
                <a:cubicBezTo>
                  <a:pt x="1835197" y="2314575"/>
                  <a:pt x="1828800" y="2308178"/>
                  <a:pt x="1828800" y="2300288"/>
                </a:cubicBezTo>
                <a:cubicBezTo>
                  <a:pt x="1828800" y="2292397"/>
                  <a:pt x="1835197" y="2286000"/>
                  <a:pt x="1843088" y="2286000"/>
                </a:cubicBezTo>
                <a:cubicBezTo>
                  <a:pt x="1850978" y="2286000"/>
                  <a:pt x="1857375" y="2292397"/>
                  <a:pt x="1857375" y="2300288"/>
                </a:cubicBezTo>
                <a:close/>
                <a:moveTo>
                  <a:pt x="1857375" y="2452688"/>
                </a:moveTo>
                <a:cubicBezTo>
                  <a:pt x="1857375" y="2460578"/>
                  <a:pt x="1850978" y="2466975"/>
                  <a:pt x="1843088" y="2466975"/>
                </a:cubicBezTo>
                <a:cubicBezTo>
                  <a:pt x="1835197" y="2466975"/>
                  <a:pt x="1828800" y="2460578"/>
                  <a:pt x="1828800" y="2452688"/>
                </a:cubicBezTo>
                <a:cubicBezTo>
                  <a:pt x="1828800" y="2444797"/>
                  <a:pt x="1835197" y="2438400"/>
                  <a:pt x="1843088" y="2438400"/>
                </a:cubicBezTo>
                <a:cubicBezTo>
                  <a:pt x="1850978" y="2438400"/>
                  <a:pt x="1857375" y="2444797"/>
                  <a:pt x="1857375" y="2452688"/>
                </a:cubicBezTo>
                <a:close/>
                <a:moveTo>
                  <a:pt x="1857375" y="2605088"/>
                </a:moveTo>
                <a:cubicBezTo>
                  <a:pt x="1857375" y="2612978"/>
                  <a:pt x="1850978" y="2619375"/>
                  <a:pt x="1843088" y="2619375"/>
                </a:cubicBezTo>
                <a:cubicBezTo>
                  <a:pt x="1835197" y="2619375"/>
                  <a:pt x="1828800" y="2612978"/>
                  <a:pt x="1828800" y="2605088"/>
                </a:cubicBezTo>
                <a:cubicBezTo>
                  <a:pt x="1828800" y="2597197"/>
                  <a:pt x="1835197" y="2590800"/>
                  <a:pt x="1843088" y="2590800"/>
                </a:cubicBezTo>
                <a:cubicBezTo>
                  <a:pt x="1850978" y="2590800"/>
                  <a:pt x="1857375" y="2597197"/>
                  <a:pt x="1857375" y="2605088"/>
                </a:cubicBezTo>
                <a:close/>
                <a:moveTo>
                  <a:pt x="1857375" y="2757488"/>
                </a:moveTo>
                <a:cubicBezTo>
                  <a:pt x="1857375" y="2765378"/>
                  <a:pt x="1850978" y="2771775"/>
                  <a:pt x="1843088" y="2771775"/>
                </a:cubicBezTo>
                <a:cubicBezTo>
                  <a:pt x="1835197" y="2771775"/>
                  <a:pt x="1828800" y="2765378"/>
                  <a:pt x="1828800" y="2757488"/>
                </a:cubicBezTo>
                <a:cubicBezTo>
                  <a:pt x="1828800" y="2749597"/>
                  <a:pt x="1835197" y="2743200"/>
                  <a:pt x="1843088" y="2743200"/>
                </a:cubicBezTo>
                <a:cubicBezTo>
                  <a:pt x="1850978" y="2743200"/>
                  <a:pt x="1857375" y="2749597"/>
                  <a:pt x="1857375" y="2757488"/>
                </a:cubicBezTo>
                <a:close/>
                <a:moveTo>
                  <a:pt x="1857375" y="2909888"/>
                </a:moveTo>
                <a:cubicBezTo>
                  <a:pt x="1857375" y="2917778"/>
                  <a:pt x="1850978" y="2924175"/>
                  <a:pt x="1843088" y="2924175"/>
                </a:cubicBezTo>
                <a:cubicBezTo>
                  <a:pt x="1835197" y="2924175"/>
                  <a:pt x="1828800" y="2917778"/>
                  <a:pt x="1828800" y="2909888"/>
                </a:cubicBezTo>
                <a:cubicBezTo>
                  <a:pt x="1828800" y="2901997"/>
                  <a:pt x="1835197" y="2895600"/>
                  <a:pt x="1843088" y="2895600"/>
                </a:cubicBezTo>
                <a:cubicBezTo>
                  <a:pt x="1850978" y="2895600"/>
                  <a:pt x="1857375" y="2901997"/>
                  <a:pt x="1857375" y="2909888"/>
                </a:cubicBezTo>
                <a:close/>
                <a:moveTo>
                  <a:pt x="1857375" y="3062288"/>
                </a:moveTo>
                <a:cubicBezTo>
                  <a:pt x="1857375" y="3070178"/>
                  <a:pt x="1850978" y="3076575"/>
                  <a:pt x="1843088" y="3076575"/>
                </a:cubicBezTo>
                <a:cubicBezTo>
                  <a:pt x="1835197" y="3076575"/>
                  <a:pt x="1828800" y="3070178"/>
                  <a:pt x="1828800" y="3062288"/>
                </a:cubicBezTo>
                <a:cubicBezTo>
                  <a:pt x="1828800" y="3054397"/>
                  <a:pt x="1835197" y="3048000"/>
                  <a:pt x="1843088" y="3048000"/>
                </a:cubicBezTo>
                <a:cubicBezTo>
                  <a:pt x="1850978" y="3048000"/>
                  <a:pt x="1857375" y="3054397"/>
                  <a:pt x="1857375" y="3062288"/>
                </a:cubicBezTo>
                <a:close/>
                <a:moveTo>
                  <a:pt x="1857375" y="3214688"/>
                </a:moveTo>
                <a:cubicBezTo>
                  <a:pt x="1857375" y="3222578"/>
                  <a:pt x="1850978" y="3228975"/>
                  <a:pt x="1843088" y="3228975"/>
                </a:cubicBezTo>
                <a:cubicBezTo>
                  <a:pt x="1835197" y="3228975"/>
                  <a:pt x="1828800" y="3222578"/>
                  <a:pt x="1828800" y="3214688"/>
                </a:cubicBezTo>
                <a:cubicBezTo>
                  <a:pt x="1828800" y="3206797"/>
                  <a:pt x="1835197" y="3200400"/>
                  <a:pt x="1843088" y="3200400"/>
                </a:cubicBezTo>
                <a:cubicBezTo>
                  <a:pt x="1850978" y="3200400"/>
                  <a:pt x="1857375" y="3206797"/>
                  <a:pt x="1857375" y="3214688"/>
                </a:cubicBezTo>
                <a:close/>
                <a:moveTo>
                  <a:pt x="1857375" y="3367088"/>
                </a:moveTo>
                <a:cubicBezTo>
                  <a:pt x="1857375" y="3374978"/>
                  <a:pt x="1850978" y="3381375"/>
                  <a:pt x="1843088" y="3381375"/>
                </a:cubicBezTo>
                <a:cubicBezTo>
                  <a:pt x="1835197" y="3381375"/>
                  <a:pt x="1828800" y="3374978"/>
                  <a:pt x="1828800" y="3367088"/>
                </a:cubicBezTo>
                <a:cubicBezTo>
                  <a:pt x="1828800" y="3359197"/>
                  <a:pt x="1835197" y="3352800"/>
                  <a:pt x="1843088" y="3352800"/>
                </a:cubicBezTo>
                <a:cubicBezTo>
                  <a:pt x="1850978" y="3352800"/>
                  <a:pt x="1857375" y="3359197"/>
                  <a:pt x="1857375" y="3367088"/>
                </a:cubicBezTo>
                <a:close/>
                <a:moveTo>
                  <a:pt x="1857375" y="3519488"/>
                </a:moveTo>
                <a:cubicBezTo>
                  <a:pt x="1857375" y="3527378"/>
                  <a:pt x="1850978" y="3533775"/>
                  <a:pt x="1843088" y="3533775"/>
                </a:cubicBezTo>
                <a:cubicBezTo>
                  <a:pt x="1835197" y="3533775"/>
                  <a:pt x="1828800" y="3527378"/>
                  <a:pt x="1828800" y="3519488"/>
                </a:cubicBezTo>
                <a:cubicBezTo>
                  <a:pt x="1828800" y="3511597"/>
                  <a:pt x="1835197" y="3505200"/>
                  <a:pt x="1843088" y="3505200"/>
                </a:cubicBezTo>
                <a:cubicBezTo>
                  <a:pt x="1850978" y="3505200"/>
                  <a:pt x="1857375" y="3511597"/>
                  <a:pt x="1857375" y="3519488"/>
                </a:cubicBezTo>
                <a:close/>
                <a:moveTo>
                  <a:pt x="1857375" y="3671888"/>
                </a:moveTo>
                <a:cubicBezTo>
                  <a:pt x="1857375" y="3679778"/>
                  <a:pt x="1850978" y="3686175"/>
                  <a:pt x="1843088" y="3686175"/>
                </a:cubicBezTo>
                <a:cubicBezTo>
                  <a:pt x="1835197" y="3686175"/>
                  <a:pt x="1828800" y="3679778"/>
                  <a:pt x="1828800" y="3671888"/>
                </a:cubicBezTo>
                <a:cubicBezTo>
                  <a:pt x="1828800" y="3663997"/>
                  <a:pt x="1835197" y="3657600"/>
                  <a:pt x="1843088" y="3657600"/>
                </a:cubicBezTo>
                <a:cubicBezTo>
                  <a:pt x="1850978" y="3657600"/>
                  <a:pt x="1857375" y="3663997"/>
                  <a:pt x="1857375" y="3671888"/>
                </a:cubicBezTo>
                <a:close/>
                <a:moveTo>
                  <a:pt x="1857375" y="3824288"/>
                </a:moveTo>
                <a:cubicBezTo>
                  <a:pt x="1857375" y="3832178"/>
                  <a:pt x="1850978" y="3838575"/>
                  <a:pt x="1843088" y="3838575"/>
                </a:cubicBezTo>
                <a:cubicBezTo>
                  <a:pt x="1835197" y="3838575"/>
                  <a:pt x="1828800" y="3832178"/>
                  <a:pt x="1828800" y="3824288"/>
                </a:cubicBezTo>
                <a:cubicBezTo>
                  <a:pt x="1828800" y="3816397"/>
                  <a:pt x="1835197" y="3810000"/>
                  <a:pt x="1843088" y="3810000"/>
                </a:cubicBezTo>
                <a:cubicBezTo>
                  <a:pt x="1850978" y="3810000"/>
                  <a:pt x="1857375" y="3816397"/>
                  <a:pt x="1857375" y="3824288"/>
                </a:cubicBezTo>
                <a:close/>
                <a:moveTo>
                  <a:pt x="1857375" y="3976688"/>
                </a:moveTo>
                <a:cubicBezTo>
                  <a:pt x="1857375" y="3984578"/>
                  <a:pt x="1850978" y="3990975"/>
                  <a:pt x="1843088" y="3990975"/>
                </a:cubicBezTo>
                <a:cubicBezTo>
                  <a:pt x="1835197" y="3990975"/>
                  <a:pt x="1828800" y="3984578"/>
                  <a:pt x="1828800" y="3976688"/>
                </a:cubicBezTo>
                <a:cubicBezTo>
                  <a:pt x="1828800" y="3968797"/>
                  <a:pt x="1835197" y="3962400"/>
                  <a:pt x="1843088" y="3962400"/>
                </a:cubicBezTo>
                <a:cubicBezTo>
                  <a:pt x="1850978" y="3962400"/>
                  <a:pt x="1857375" y="3968797"/>
                  <a:pt x="1857375" y="3976688"/>
                </a:cubicBezTo>
                <a:close/>
                <a:moveTo>
                  <a:pt x="1857375" y="4129088"/>
                </a:moveTo>
                <a:cubicBezTo>
                  <a:pt x="1857375" y="4136978"/>
                  <a:pt x="1850978" y="4143375"/>
                  <a:pt x="1843088" y="4143375"/>
                </a:cubicBezTo>
                <a:cubicBezTo>
                  <a:pt x="1835197" y="4143375"/>
                  <a:pt x="1828800" y="4136978"/>
                  <a:pt x="1828800" y="4129088"/>
                </a:cubicBezTo>
                <a:cubicBezTo>
                  <a:pt x="1828800" y="4121197"/>
                  <a:pt x="1835197" y="4114800"/>
                  <a:pt x="1843088" y="4114800"/>
                </a:cubicBezTo>
                <a:cubicBezTo>
                  <a:pt x="1850978" y="4114800"/>
                  <a:pt x="1857375" y="4121197"/>
                  <a:pt x="1857375" y="4129088"/>
                </a:cubicBezTo>
                <a:close/>
                <a:moveTo>
                  <a:pt x="1857375" y="4281488"/>
                </a:moveTo>
                <a:cubicBezTo>
                  <a:pt x="1857375" y="4289378"/>
                  <a:pt x="1850978" y="4295775"/>
                  <a:pt x="1843088" y="4295775"/>
                </a:cubicBezTo>
                <a:cubicBezTo>
                  <a:pt x="1835197" y="4295775"/>
                  <a:pt x="1828800" y="4289378"/>
                  <a:pt x="1828800" y="4281488"/>
                </a:cubicBezTo>
                <a:cubicBezTo>
                  <a:pt x="1828800" y="4273597"/>
                  <a:pt x="1835197" y="4267200"/>
                  <a:pt x="1843088" y="4267200"/>
                </a:cubicBezTo>
                <a:cubicBezTo>
                  <a:pt x="1850978" y="4267200"/>
                  <a:pt x="1857375" y="4273597"/>
                  <a:pt x="1857375" y="4281488"/>
                </a:cubicBezTo>
                <a:close/>
                <a:moveTo>
                  <a:pt x="1857375" y="4433888"/>
                </a:moveTo>
                <a:cubicBezTo>
                  <a:pt x="1857375" y="4441778"/>
                  <a:pt x="1850978" y="4448175"/>
                  <a:pt x="1843088" y="4448175"/>
                </a:cubicBezTo>
                <a:cubicBezTo>
                  <a:pt x="1835197" y="4448175"/>
                  <a:pt x="1828800" y="4441778"/>
                  <a:pt x="1828800" y="4433888"/>
                </a:cubicBezTo>
                <a:cubicBezTo>
                  <a:pt x="1828800" y="4425997"/>
                  <a:pt x="1835197" y="4419600"/>
                  <a:pt x="1843088" y="4419600"/>
                </a:cubicBezTo>
                <a:cubicBezTo>
                  <a:pt x="1850978" y="4419600"/>
                  <a:pt x="1857375" y="4425997"/>
                  <a:pt x="1857375" y="4433888"/>
                </a:cubicBezTo>
                <a:close/>
                <a:moveTo>
                  <a:pt x="1857375" y="4586288"/>
                </a:moveTo>
                <a:cubicBezTo>
                  <a:pt x="1857375" y="4594178"/>
                  <a:pt x="1850978" y="4600575"/>
                  <a:pt x="1843088" y="4600575"/>
                </a:cubicBezTo>
                <a:cubicBezTo>
                  <a:pt x="1835197" y="4600575"/>
                  <a:pt x="1828800" y="4594178"/>
                  <a:pt x="1828800" y="4586288"/>
                </a:cubicBezTo>
                <a:cubicBezTo>
                  <a:pt x="1828800" y="4578397"/>
                  <a:pt x="1835197" y="4572000"/>
                  <a:pt x="1843088" y="4572000"/>
                </a:cubicBezTo>
                <a:cubicBezTo>
                  <a:pt x="1850978" y="4572000"/>
                  <a:pt x="1857375" y="4578397"/>
                  <a:pt x="1857375" y="4586288"/>
                </a:cubicBezTo>
                <a:close/>
                <a:moveTo>
                  <a:pt x="1857375" y="4738688"/>
                </a:moveTo>
                <a:cubicBezTo>
                  <a:pt x="1857375" y="4746578"/>
                  <a:pt x="1850978" y="4752975"/>
                  <a:pt x="1843088" y="4752975"/>
                </a:cubicBezTo>
                <a:cubicBezTo>
                  <a:pt x="1835197" y="4752975"/>
                  <a:pt x="1828800" y="4746578"/>
                  <a:pt x="1828800" y="4738688"/>
                </a:cubicBezTo>
                <a:cubicBezTo>
                  <a:pt x="1828800" y="4730797"/>
                  <a:pt x="1835197" y="4724400"/>
                  <a:pt x="1843088" y="4724400"/>
                </a:cubicBezTo>
                <a:cubicBezTo>
                  <a:pt x="1850978" y="4724400"/>
                  <a:pt x="1857375" y="4730797"/>
                  <a:pt x="1857375" y="4738688"/>
                </a:cubicBezTo>
                <a:close/>
                <a:moveTo>
                  <a:pt x="2009775" y="14288"/>
                </a:moveTo>
                <a:cubicBezTo>
                  <a:pt x="2009775" y="22178"/>
                  <a:pt x="2003378" y="28575"/>
                  <a:pt x="1995488" y="28575"/>
                </a:cubicBezTo>
                <a:cubicBezTo>
                  <a:pt x="1987597" y="28575"/>
                  <a:pt x="1981200" y="22178"/>
                  <a:pt x="1981200" y="14288"/>
                </a:cubicBezTo>
                <a:cubicBezTo>
                  <a:pt x="1981200" y="6397"/>
                  <a:pt x="1987597" y="0"/>
                  <a:pt x="1995488" y="0"/>
                </a:cubicBezTo>
                <a:cubicBezTo>
                  <a:pt x="2003378" y="0"/>
                  <a:pt x="2009775" y="6397"/>
                  <a:pt x="2009775" y="14288"/>
                </a:cubicBezTo>
                <a:close/>
                <a:moveTo>
                  <a:pt x="2009775" y="166688"/>
                </a:moveTo>
                <a:cubicBezTo>
                  <a:pt x="2009775" y="174578"/>
                  <a:pt x="2003378" y="180975"/>
                  <a:pt x="1995488" y="180975"/>
                </a:cubicBezTo>
                <a:cubicBezTo>
                  <a:pt x="1987597" y="180975"/>
                  <a:pt x="1981200" y="174578"/>
                  <a:pt x="1981200" y="166688"/>
                </a:cubicBezTo>
                <a:cubicBezTo>
                  <a:pt x="1981200" y="158797"/>
                  <a:pt x="1987597" y="152400"/>
                  <a:pt x="1995488" y="152400"/>
                </a:cubicBezTo>
                <a:cubicBezTo>
                  <a:pt x="2003378" y="152400"/>
                  <a:pt x="2009775" y="158797"/>
                  <a:pt x="2009775" y="166688"/>
                </a:cubicBezTo>
                <a:close/>
                <a:moveTo>
                  <a:pt x="2009775" y="319088"/>
                </a:moveTo>
                <a:cubicBezTo>
                  <a:pt x="2009775" y="326978"/>
                  <a:pt x="2003378" y="333375"/>
                  <a:pt x="1995488" y="333375"/>
                </a:cubicBezTo>
                <a:cubicBezTo>
                  <a:pt x="1987597" y="333375"/>
                  <a:pt x="1981200" y="326978"/>
                  <a:pt x="1981200" y="319088"/>
                </a:cubicBezTo>
                <a:cubicBezTo>
                  <a:pt x="1981200" y="311197"/>
                  <a:pt x="1987597" y="304800"/>
                  <a:pt x="1995488" y="304800"/>
                </a:cubicBezTo>
                <a:cubicBezTo>
                  <a:pt x="2003378" y="304800"/>
                  <a:pt x="2009775" y="311197"/>
                  <a:pt x="2009775" y="319088"/>
                </a:cubicBezTo>
                <a:close/>
                <a:moveTo>
                  <a:pt x="2009775" y="471488"/>
                </a:moveTo>
                <a:cubicBezTo>
                  <a:pt x="2009775" y="479378"/>
                  <a:pt x="2003378" y="485775"/>
                  <a:pt x="1995488" y="485775"/>
                </a:cubicBezTo>
                <a:cubicBezTo>
                  <a:pt x="1987597" y="485775"/>
                  <a:pt x="1981200" y="479378"/>
                  <a:pt x="1981200" y="471488"/>
                </a:cubicBezTo>
                <a:cubicBezTo>
                  <a:pt x="1981200" y="463597"/>
                  <a:pt x="1987597" y="457200"/>
                  <a:pt x="1995488" y="457200"/>
                </a:cubicBezTo>
                <a:cubicBezTo>
                  <a:pt x="2003378" y="457200"/>
                  <a:pt x="2009775" y="463597"/>
                  <a:pt x="2009775" y="471488"/>
                </a:cubicBezTo>
                <a:close/>
                <a:moveTo>
                  <a:pt x="2009775" y="623888"/>
                </a:moveTo>
                <a:cubicBezTo>
                  <a:pt x="2009775" y="631778"/>
                  <a:pt x="2003378" y="638175"/>
                  <a:pt x="1995488" y="638175"/>
                </a:cubicBezTo>
                <a:cubicBezTo>
                  <a:pt x="1987597" y="638175"/>
                  <a:pt x="1981200" y="631778"/>
                  <a:pt x="1981200" y="623888"/>
                </a:cubicBezTo>
                <a:cubicBezTo>
                  <a:pt x="1981200" y="615997"/>
                  <a:pt x="1987597" y="609600"/>
                  <a:pt x="1995488" y="609600"/>
                </a:cubicBezTo>
                <a:cubicBezTo>
                  <a:pt x="2003378" y="609600"/>
                  <a:pt x="2009775" y="615997"/>
                  <a:pt x="2009775" y="623888"/>
                </a:cubicBezTo>
                <a:close/>
                <a:moveTo>
                  <a:pt x="2009775" y="776288"/>
                </a:moveTo>
                <a:cubicBezTo>
                  <a:pt x="2009775" y="784178"/>
                  <a:pt x="2003378" y="790575"/>
                  <a:pt x="1995488" y="790575"/>
                </a:cubicBezTo>
                <a:cubicBezTo>
                  <a:pt x="1987597" y="790575"/>
                  <a:pt x="1981200" y="784178"/>
                  <a:pt x="1981200" y="776288"/>
                </a:cubicBezTo>
                <a:cubicBezTo>
                  <a:pt x="1981200" y="768397"/>
                  <a:pt x="1987597" y="762000"/>
                  <a:pt x="1995488" y="762000"/>
                </a:cubicBezTo>
                <a:cubicBezTo>
                  <a:pt x="2003378" y="762000"/>
                  <a:pt x="2009775" y="768397"/>
                  <a:pt x="2009775" y="776288"/>
                </a:cubicBezTo>
                <a:close/>
                <a:moveTo>
                  <a:pt x="2009775" y="928688"/>
                </a:moveTo>
                <a:cubicBezTo>
                  <a:pt x="2009775" y="936578"/>
                  <a:pt x="2003378" y="942975"/>
                  <a:pt x="1995488" y="942975"/>
                </a:cubicBezTo>
                <a:cubicBezTo>
                  <a:pt x="1987597" y="942975"/>
                  <a:pt x="1981200" y="936578"/>
                  <a:pt x="1981200" y="928688"/>
                </a:cubicBezTo>
                <a:cubicBezTo>
                  <a:pt x="1981200" y="920797"/>
                  <a:pt x="1987597" y="914400"/>
                  <a:pt x="1995488" y="914400"/>
                </a:cubicBezTo>
                <a:cubicBezTo>
                  <a:pt x="2003378" y="914400"/>
                  <a:pt x="2009775" y="920797"/>
                  <a:pt x="2009775" y="928688"/>
                </a:cubicBezTo>
                <a:close/>
                <a:moveTo>
                  <a:pt x="2009775" y="1081088"/>
                </a:moveTo>
                <a:cubicBezTo>
                  <a:pt x="2009775" y="1088978"/>
                  <a:pt x="2003378" y="1095375"/>
                  <a:pt x="1995488" y="1095375"/>
                </a:cubicBezTo>
                <a:cubicBezTo>
                  <a:pt x="1987597" y="1095375"/>
                  <a:pt x="1981200" y="1088978"/>
                  <a:pt x="1981200" y="1081088"/>
                </a:cubicBezTo>
                <a:cubicBezTo>
                  <a:pt x="1981200" y="1073197"/>
                  <a:pt x="1987597" y="1066800"/>
                  <a:pt x="1995488" y="1066800"/>
                </a:cubicBezTo>
                <a:cubicBezTo>
                  <a:pt x="2003378" y="1066800"/>
                  <a:pt x="2009775" y="1073197"/>
                  <a:pt x="2009775" y="1081088"/>
                </a:cubicBezTo>
                <a:close/>
                <a:moveTo>
                  <a:pt x="2009775" y="1233488"/>
                </a:moveTo>
                <a:cubicBezTo>
                  <a:pt x="2009775" y="1241378"/>
                  <a:pt x="2003378" y="1247775"/>
                  <a:pt x="1995488" y="1247775"/>
                </a:cubicBezTo>
                <a:cubicBezTo>
                  <a:pt x="1987597" y="1247775"/>
                  <a:pt x="1981200" y="1241378"/>
                  <a:pt x="1981200" y="1233488"/>
                </a:cubicBezTo>
                <a:cubicBezTo>
                  <a:pt x="1981200" y="1225597"/>
                  <a:pt x="1987597" y="1219200"/>
                  <a:pt x="1995488" y="1219200"/>
                </a:cubicBezTo>
                <a:cubicBezTo>
                  <a:pt x="2003378" y="1219200"/>
                  <a:pt x="2009775" y="1225597"/>
                  <a:pt x="2009775" y="1233488"/>
                </a:cubicBezTo>
                <a:close/>
                <a:moveTo>
                  <a:pt x="2009775" y="1385888"/>
                </a:moveTo>
                <a:cubicBezTo>
                  <a:pt x="2009775" y="1393778"/>
                  <a:pt x="2003378" y="1400175"/>
                  <a:pt x="1995488" y="1400175"/>
                </a:cubicBezTo>
                <a:cubicBezTo>
                  <a:pt x="1987597" y="1400175"/>
                  <a:pt x="1981200" y="1393778"/>
                  <a:pt x="1981200" y="1385888"/>
                </a:cubicBezTo>
                <a:cubicBezTo>
                  <a:pt x="1981200" y="1377997"/>
                  <a:pt x="1987597" y="1371600"/>
                  <a:pt x="1995488" y="1371600"/>
                </a:cubicBezTo>
                <a:cubicBezTo>
                  <a:pt x="2003378" y="1371600"/>
                  <a:pt x="2009775" y="1377997"/>
                  <a:pt x="2009775" y="1385888"/>
                </a:cubicBezTo>
                <a:close/>
                <a:moveTo>
                  <a:pt x="2009775" y="1538288"/>
                </a:moveTo>
                <a:cubicBezTo>
                  <a:pt x="2009775" y="1546178"/>
                  <a:pt x="2003378" y="1552575"/>
                  <a:pt x="1995488" y="1552575"/>
                </a:cubicBezTo>
                <a:cubicBezTo>
                  <a:pt x="1987597" y="1552575"/>
                  <a:pt x="1981200" y="1546178"/>
                  <a:pt x="1981200" y="1538288"/>
                </a:cubicBezTo>
                <a:cubicBezTo>
                  <a:pt x="1981200" y="1530397"/>
                  <a:pt x="1987597" y="1524000"/>
                  <a:pt x="1995488" y="1524000"/>
                </a:cubicBezTo>
                <a:cubicBezTo>
                  <a:pt x="2003378" y="1524000"/>
                  <a:pt x="2009775" y="1530397"/>
                  <a:pt x="2009775" y="1538288"/>
                </a:cubicBezTo>
                <a:close/>
                <a:moveTo>
                  <a:pt x="2009775" y="1690688"/>
                </a:moveTo>
                <a:cubicBezTo>
                  <a:pt x="2009775" y="1698578"/>
                  <a:pt x="2003378" y="1704975"/>
                  <a:pt x="1995488" y="1704975"/>
                </a:cubicBezTo>
                <a:cubicBezTo>
                  <a:pt x="1987597" y="1704975"/>
                  <a:pt x="1981200" y="1698578"/>
                  <a:pt x="1981200" y="1690688"/>
                </a:cubicBezTo>
                <a:cubicBezTo>
                  <a:pt x="1981200" y="1682797"/>
                  <a:pt x="1987597" y="1676400"/>
                  <a:pt x="1995488" y="1676400"/>
                </a:cubicBezTo>
                <a:cubicBezTo>
                  <a:pt x="2003378" y="1676400"/>
                  <a:pt x="2009775" y="1682797"/>
                  <a:pt x="2009775" y="1690688"/>
                </a:cubicBezTo>
                <a:close/>
                <a:moveTo>
                  <a:pt x="2009775" y="1843088"/>
                </a:moveTo>
                <a:cubicBezTo>
                  <a:pt x="2009775" y="1850978"/>
                  <a:pt x="2003378" y="1857375"/>
                  <a:pt x="1995488" y="1857375"/>
                </a:cubicBezTo>
                <a:cubicBezTo>
                  <a:pt x="1987597" y="1857375"/>
                  <a:pt x="1981200" y="1850978"/>
                  <a:pt x="1981200" y="1843088"/>
                </a:cubicBezTo>
                <a:cubicBezTo>
                  <a:pt x="1981200" y="1835197"/>
                  <a:pt x="1987597" y="1828800"/>
                  <a:pt x="1995488" y="1828800"/>
                </a:cubicBezTo>
                <a:cubicBezTo>
                  <a:pt x="2003378" y="1828800"/>
                  <a:pt x="2009775" y="1835197"/>
                  <a:pt x="2009775" y="1843088"/>
                </a:cubicBezTo>
                <a:close/>
                <a:moveTo>
                  <a:pt x="2009775" y="1995488"/>
                </a:moveTo>
                <a:cubicBezTo>
                  <a:pt x="2009775" y="2003378"/>
                  <a:pt x="2003378" y="2009775"/>
                  <a:pt x="1995488" y="2009775"/>
                </a:cubicBezTo>
                <a:cubicBezTo>
                  <a:pt x="1987597" y="2009775"/>
                  <a:pt x="1981200" y="2003378"/>
                  <a:pt x="1981200" y="1995488"/>
                </a:cubicBezTo>
                <a:cubicBezTo>
                  <a:pt x="1981200" y="1987597"/>
                  <a:pt x="1987597" y="1981200"/>
                  <a:pt x="1995488" y="1981200"/>
                </a:cubicBezTo>
                <a:cubicBezTo>
                  <a:pt x="2003378" y="1981200"/>
                  <a:pt x="2009775" y="1987597"/>
                  <a:pt x="2009775" y="1995488"/>
                </a:cubicBezTo>
                <a:close/>
                <a:moveTo>
                  <a:pt x="2009775" y="2147888"/>
                </a:moveTo>
                <a:cubicBezTo>
                  <a:pt x="2009775" y="2155778"/>
                  <a:pt x="2003378" y="2162175"/>
                  <a:pt x="1995488" y="2162175"/>
                </a:cubicBezTo>
                <a:cubicBezTo>
                  <a:pt x="1987597" y="2162175"/>
                  <a:pt x="1981200" y="2155778"/>
                  <a:pt x="1981200" y="2147888"/>
                </a:cubicBezTo>
                <a:cubicBezTo>
                  <a:pt x="1981200" y="2139997"/>
                  <a:pt x="1987597" y="2133600"/>
                  <a:pt x="1995488" y="2133600"/>
                </a:cubicBezTo>
                <a:cubicBezTo>
                  <a:pt x="2003378" y="2133600"/>
                  <a:pt x="2009775" y="2139997"/>
                  <a:pt x="2009775" y="2147888"/>
                </a:cubicBezTo>
                <a:close/>
                <a:moveTo>
                  <a:pt x="2009775" y="2300288"/>
                </a:moveTo>
                <a:cubicBezTo>
                  <a:pt x="2009775" y="2308178"/>
                  <a:pt x="2003378" y="2314575"/>
                  <a:pt x="1995488" y="2314575"/>
                </a:cubicBezTo>
                <a:cubicBezTo>
                  <a:pt x="1987597" y="2314575"/>
                  <a:pt x="1981200" y="2308178"/>
                  <a:pt x="1981200" y="2300288"/>
                </a:cubicBezTo>
                <a:cubicBezTo>
                  <a:pt x="1981200" y="2292397"/>
                  <a:pt x="1987597" y="2286000"/>
                  <a:pt x="1995488" y="2286000"/>
                </a:cubicBezTo>
                <a:cubicBezTo>
                  <a:pt x="2003378" y="2286000"/>
                  <a:pt x="2009775" y="2292397"/>
                  <a:pt x="2009775" y="2300288"/>
                </a:cubicBezTo>
                <a:close/>
                <a:moveTo>
                  <a:pt x="2009775" y="2452688"/>
                </a:moveTo>
                <a:cubicBezTo>
                  <a:pt x="2009775" y="2460578"/>
                  <a:pt x="2003378" y="2466975"/>
                  <a:pt x="1995488" y="2466975"/>
                </a:cubicBezTo>
                <a:cubicBezTo>
                  <a:pt x="1987597" y="2466975"/>
                  <a:pt x="1981200" y="2460578"/>
                  <a:pt x="1981200" y="2452688"/>
                </a:cubicBezTo>
                <a:cubicBezTo>
                  <a:pt x="1981200" y="2444797"/>
                  <a:pt x="1987597" y="2438400"/>
                  <a:pt x="1995488" y="2438400"/>
                </a:cubicBezTo>
                <a:cubicBezTo>
                  <a:pt x="2003378" y="2438400"/>
                  <a:pt x="2009775" y="2444797"/>
                  <a:pt x="2009775" y="2452688"/>
                </a:cubicBezTo>
                <a:close/>
                <a:moveTo>
                  <a:pt x="2009775" y="2605088"/>
                </a:moveTo>
                <a:cubicBezTo>
                  <a:pt x="2009775" y="2612978"/>
                  <a:pt x="2003378" y="2619375"/>
                  <a:pt x="1995488" y="2619375"/>
                </a:cubicBezTo>
                <a:cubicBezTo>
                  <a:pt x="1987597" y="2619375"/>
                  <a:pt x="1981200" y="2612978"/>
                  <a:pt x="1981200" y="2605088"/>
                </a:cubicBezTo>
                <a:cubicBezTo>
                  <a:pt x="1981200" y="2597197"/>
                  <a:pt x="1987597" y="2590800"/>
                  <a:pt x="1995488" y="2590800"/>
                </a:cubicBezTo>
                <a:cubicBezTo>
                  <a:pt x="2003378" y="2590800"/>
                  <a:pt x="2009775" y="2597197"/>
                  <a:pt x="2009775" y="2605088"/>
                </a:cubicBezTo>
                <a:close/>
                <a:moveTo>
                  <a:pt x="2009775" y="2757488"/>
                </a:moveTo>
                <a:cubicBezTo>
                  <a:pt x="2009775" y="2765378"/>
                  <a:pt x="2003378" y="2771775"/>
                  <a:pt x="1995488" y="2771775"/>
                </a:cubicBezTo>
                <a:cubicBezTo>
                  <a:pt x="1987597" y="2771775"/>
                  <a:pt x="1981200" y="2765378"/>
                  <a:pt x="1981200" y="2757488"/>
                </a:cubicBezTo>
                <a:cubicBezTo>
                  <a:pt x="1981200" y="2749597"/>
                  <a:pt x="1987597" y="2743200"/>
                  <a:pt x="1995488" y="2743200"/>
                </a:cubicBezTo>
                <a:cubicBezTo>
                  <a:pt x="2003378" y="2743200"/>
                  <a:pt x="2009775" y="2749597"/>
                  <a:pt x="2009775" y="2757488"/>
                </a:cubicBezTo>
                <a:close/>
                <a:moveTo>
                  <a:pt x="2009775" y="2909888"/>
                </a:moveTo>
                <a:cubicBezTo>
                  <a:pt x="2009775" y="2917778"/>
                  <a:pt x="2003378" y="2924175"/>
                  <a:pt x="1995488" y="2924175"/>
                </a:cubicBezTo>
                <a:cubicBezTo>
                  <a:pt x="1987597" y="2924175"/>
                  <a:pt x="1981200" y="2917778"/>
                  <a:pt x="1981200" y="2909888"/>
                </a:cubicBezTo>
                <a:cubicBezTo>
                  <a:pt x="1981200" y="2901997"/>
                  <a:pt x="1987597" y="2895600"/>
                  <a:pt x="1995488" y="2895600"/>
                </a:cubicBezTo>
                <a:cubicBezTo>
                  <a:pt x="2003378" y="2895600"/>
                  <a:pt x="2009775" y="2901997"/>
                  <a:pt x="2009775" y="2909888"/>
                </a:cubicBezTo>
                <a:close/>
                <a:moveTo>
                  <a:pt x="2009775" y="3062288"/>
                </a:moveTo>
                <a:cubicBezTo>
                  <a:pt x="2009775" y="3070178"/>
                  <a:pt x="2003378" y="3076575"/>
                  <a:pt x="1995488" y="3076575"/>
                </a:cubicBezTo>
                <a:cubicBezTo>
                  <a:pt x="1987597" y="3076575"/>
                  <a:pt x="1981200" y="3070178"/>
                  <a:pt x="1981200" y="3062288"/>
                </a:cubicBezTo>
                <a:cubicBezTo>
                  <a:pt x="1981200" y="3054397"/>
                  <a:pt x="1987597" y="3048000"/>
                  <a:pt x="1995488" y="3048000"/>
                </a:cubicBezTo>
                <a:cubicBezTo>
                  <a:pt x="2003378" y="3048000"/>
                  <a:pt x="2009775" y="3054397"/>
                  <a:pt x="2009775" y="3062288"/>
                </a:cubicBezTo>
                <a:close/>
                <a:moveTo>
                  <a:pt x="2009775" y="3214688"/>
                </a:moveTo>
                <a:cubicBezTo>
                  <a:pt x="2009775" y="3222578"/>
                  <a:pt x="2003378" y="3228975"/>
                  <a:pt x="1995488" y="3228975"/>
                </a:cubicBezTo>
                <a:cubicBezTo>
                  <a:pt x="1987597" y="3228975"/>
                  <a:pt x="1981200" y="3222578"/>
                  <a:pt x="1981200" y="3214688"/>
                </a:cubicBezTo>
                <a:cubicBezTo>
                  <a:pt x="1981200" y="3206797"/>
                  <a:pt x="1987597" y="3200400"/>
                  <a:pt x="1995488" y="3200400"/>
                </a:cubicBezTo>
                <a:cubicBezTo>
                  <a:pt x="2003378" y="3200400"/>
                  <a:pt x="2009775" y="3206797"/>
                  <a:pt x="2009775" y="3214688"/>
                </a:cubicBezTo>
                <a:close/>
                <a:moveTo>
                  <a:pt x="2009775" y="3367088"/>
                </a:moveTo>
                <a:cubicBezTo>
                  <a:pt x="2009775" y="3374978"/>
                  <a:pt x="2003378" y="3381375"/>
                  <a:pt x="1995488" y="3381375"/>
                </a:cubicBezTo>
                <a:cubicBezTo>
                  <a:pt x="1987597" y="3381375"/>
                  <a:pt x="1981200" y="3374978"/>
                  <a:pt x="1981200" y="3367088"/>
                </a:cubicBezTo>
                <a:cubicBezTo>
                  <a:pt x="1981200" y="3359197"/>
                  <a:pt x="1987597" y="3352800"/>
                  <a:pt x="1995488" y="3352800"/>
                </a:cubicBezTo>
                <a:cubicBezTo>
                  <a:pt x="2003378" y="3352800"/>
                  <a:pt x="2009775" y="3359197"/>
                  <a:pt x="2009775" y="3367088"/>
                </a:cubicBezTo>
                <a:close/>
                <a:moveTo>
                  <a:pt x="2009775" y="3519488"/>
                </a:moveTo>
                <a:cubicBezTo>
                  <a:pt x="2009775" y="3527378"/>
                  <a:pt x="2003378" y="3533775"/>
                  <a:pt x="1995488" y="3533775"/>
                </a:cubicBezTo>
                <a:cubicBezTo>
                  <a:pt x="1987597" y="3533775"/>
                  <a:pt x="1981200" y="3527378"/>
                  <a:pt x="1981200" y="3519488"/>
                </a:cubicBezTo>
                <a:cubicBezTo>
                  <a:pt x="1981200" y="3511597"/>
                  <a:pt x="1987597" y="3505200"/>
                  <a:pt x="1995488" y="3505200"/>
                </a:cubicBezTo>
                <a:cubicBezTo>
                  <a:pt x="2003378" y="3505200"/>
                  <a:pt x="2009775" y="3511597"/>
                  <a:pt x="2009775" y="3519488"/>
                </a:cubicBezTo>
                <a:close/>
                <a:moveTo>
                  <a:pt x="2009775" y="3671888"/>
                </a:moveTo>
                <a:cubicBezTo>
                  <a:pt x="2009775" y="3679778"/>
                  <a:pt x="2003378" y="3686175"/>
                  <a:pt x="1995488" y="3686175"/>
                </a:cubicBezTo>
                <a:cubicBezTo>
                  <a:pt x="1987597" y="3686175"/>
                  <a:pt x="1981200" y="3679778"/>
                  <a:pt x="1981200" y="3671888"/>
                </a:cubicBezTo>
                <a:cubicBezTo>
                  <a:pt x="1981200" y="3663997"/>
                  <a:pt x="1987597" y="3657600"/>
                  <a:pt x="1995488" y="3657600"/>
                </a:cubicBezTo>
                <a:cubicBezTo>
                  <a:pt x="2003378" y="3657600"/>
                  <a:pt x="2009775" y="3663997"/>
                  <a:pt x="2009775" y="3671888"/>
                </a:cubicBezTo>
                <a:close/>
                <a:moveTo>
                  <a:pt x="2009775" y="3824288"/>
                </a:moveTo>
                <a:cubicBezTo>
                  <a:pt x="2009775" y="3832178"/>
                  <a:pt x="2003378" y="3838575"/>
                  <a:pt x="1995488" y="3838575"/>
                </a:cubicBezTo>
                <a:cubicBezTo>
                  <a:pt x="1987597" y="3838575"/>
                  <a:pt x="1981200" y="3832178"/>
                  <a:pt x="1981200" y="3824288"/>
                </a:cubicBezTo>
                <a:cubicBezTo>
                  <a:pt x="1981200" y="3816397"/>
                  <a:pt x="1987597" y="3810000"/>
                  <a:pt x="1995488" y="3810000"/>
                </a:cubicBezTo>
                <a:cubicBezTo>
                  <a:pt x="2003378" y="3810000"/>
                  <a:pt x="2009775" y="3816397"/>
                  <a:pt x="2009775" y="3824288"/>
                </a:cubicBezTo>
                <a:close/>
                <a:moveTo>
                  <a:pt x="2009775" y="3976688"/>
                </a:moveTo>
                <a:cubicBezTo>
                  <a:pt x="2009775" y="3984578"/>
                  <a:pt x="2003378" y="3990975"/>
                  <a:pt x="1995488" y="3990975"/>
                </a:cubicBezTo>
                <a:cubicBezTo>
                  <a:pt x="1987597" y="3990975"/>
                  <a:pt x="1981200" y="3984578"/>
                  <a:pt x="1981200" y="3976688"/>
                </a:cubicBezTo>
                <a:cubicBezTo>
                  <a:pt x="1981200" y="3968797"/>
                  <a:pt x="1987597" y="3962400"/>
                  <a:pt x="1995488" y="3962400"/>
                </a:cubicBezTo>
                <a:cubicBezTo>
                  <a:pt x="2003378" y="3962400"/>
                  <a:pt x="2009775" y="3968797"/>
                  <a:pt x="2009775" y="3976688"/>
                </a:cubicBezTo>
                <a:close/>
                <a:moveTo>
                  <a:pt x="2009775" y="4129088"/>
                </a:moveTo>
                <a:cubicBezTo>
                  <a:pt x="2009775" y="4136978"/>
                  <a:pt x="2003378" y="4143375"/>
                  <a:pt x="1995488" y="4143375"/>
                </a:cubicBezTo>
                <a:cubicBezTo>
                  <a:pt x="1987597" y="4143375"/>
                  <a:pt x="1981200" y="4136978"/>
                  <a:pt x="1981200" y="4129088"/>
                </a:cubicBezTo>
                <a:cubicBezTo>
                  <a:pt x="1981200" y="4121197"/>
                  <a:pt x="1987597" y="4114800"/>
                  <a:pt x="1995488" y="4114800"/>
                </a:cubicBezTo>
                <a:cubicBezTo>
                  <a:pt x="2003378" y="4114800"/>
                  <a:pt x="2009775" y="4121197"/>
                  <a:pt x="2009775" y="4129088"/>
                </a:cubicBezTo>
                <a:close/>
                <a:moveTo>
                  <a:pt x="2009775" y="4281488"/>
                </a:moveTo>
                <a:cubicBezTo>
                  <a:pt x="2009775" y="4289378"/>
                  <a:pt x="2003378" y="4295775"/>
                  <a:pt x="1995488" y="4295775"/>
                </a:cubicBezTo>
                <a:cubicBezTo>
                  <a:pt x="1987597" y="4295775"/>
                  <a:pt x="1981200" y="4289378"/>
                  <a:pt x="1981200" y="4281488"/>
                </a:cubicBezTo>
                <a:cubicBezTo>
                  <a:pt x="1981200" y="4273597"/>
                  <a:pt x="1987597" y="4267200"/>
                  <a:pt x="1995488" y="4267200"/>
                </a:cubicBezTo>
                <a:cubicBezTo>
                  <a:pt x="2003378" y="4267200"/>
                  <a:pt x="2009775" y="4273597"/>
                  <a:pt x="2009775" y="4281488"/>
                </a:cubicBezTo>
                <a:close/>
                <a:moveTo>
                  <a:pt x="2009775" y="4433888"/>
                </a:moveTo>
                <a:cubicBezTo>
                  <a:pt x="2009775" y="4441778"/>
                  <a:pt x="2003378" y="4448175"/>
                  <a:pt x="1995488" y="4448175"/>
                </a:cubicBezTo>
                <a:cubicBezTo>
                  <a:pt x="1987597" y="4448175"/>
                  <a:pt x="1981200" y="4441778"/>
                  <a:pt x="1981200" y="4433888"/>
                </a:cubicBezTo>
                <a:cubicBezTo>
                  <a:pt x="1981200" y="4425997"/>
                  <a:pt x="1987597" y="4419600"/>
                  <a:pt x="1995488" y="4419600"/>
                </a:cubicBezTo>
                <a:cubicBezTo>
                  <a:pt x="2003378" y="4419600"/>
                  <a:pt x="2009775" y="4425997"/>
                  <a:pt x="2009775" y="4433888"/>
                </a:cubicBezTo>
                <a:close/>
                <a:moveTo>
                  <a:pt x="2009775" y="4586288"/>
                </a:moveTo>
                <a:cubicBezTo>
                  <a:pt x="2009775" y="4594178"/>
                  <a:pt x="2003378" y="4600575"/>
                  <a:pt x="1995488" y="4600575"/>
                </a:cubicBezTo>
                <a:cubicBezTo>
                  <a:pt x="1987597" y="4600575"/>
                  <a:pt x="1981200" y="4594178"/>
                  <a:pt x="1981200" y="4586288"/>
                </a:cubicBezTo>
                <a:cubicBezTo>
                  <a:pt x="1981200" y="4578397"/>
                  <a:pt x="1987597" y="4572000"/>
                  <a:pt x="1995488" y="4572000"/>
                </a:cubicBezTo>
                <a:cubicBezTo>
                  <a:pt x="2003378" y="4572000"/>
                  <a:pt x="2009775" y="4578397"/>
                  <a:pt x="2009775" y="4586288"/>
                </a:cubicBezTo>
                <a:close/>
                <a:moveTo>
                  <a:pt x="2009775" y="4738688"/>
                </a:moveTo>
                <a:cubicBezTo>
                  <a:pt x="2009775" y="4746578"/>
                  <a:pt x="2003378" y="4752975"/>
                  <a:pt x="1995488" y="4752975"/>
                </a:cubicBezTo>
                <a:cubicBezTo>
                  <a:pt x="1987597" y="4752975"/>
                  <a:pt x="1981200" y="4746578"/>
                  <a:pt x="1981200" y="4738688"/>
                </a:cubicBezTo>
                <a:cubicBezTo>
                  <a:pt x="1981200" y="4730797"/>
                  <a:pt x="1987597" y="4724400"/>
                  <a:pt x="1995488" y="4724400"/>
                </a:cubicBezTo>
                <a:cubicBezTo>
                  <a:pt x="2003378" y="4724400"/>
                  <a:pt x="2009775" y="4730797"/>
                  <a:pt x="2009775" y="4738688"/>
                </a:cubicBezTo>
                <a:close/>
                <a:moveTo>
                  <a:pt x="2162175" y="14288"/>
                </a:moveTo>
                <a:cubicBezTo>
                  <a:pt x="2162175" y="22178"/>
                  <a:pt x="2155778" y="28575"/>
                  <a:pt x="2147888" y="28575"/>
                </a:cubicBezTo>
                <a:cubicBezTo>
                  <a:pt x="2139997" y="28575"/>
                  <a:pt x="2133600" y="22178"/>
                  <a:pt x="2133600" y="14288"/>
                </a:cubicBezTo>
                <a:cubicBezTo>
                  <a:pt x="2133600" y="6397"/>
                  <a:pt x="2139997" y="0"/>
                  <a:pt x="2147888" y="0"/>
                </a:cubicBezTo>
                <a:cubicBezTo>
                  <a:pt x="2155778" y="0"/>
                  <a:pt x="2162175" y="6397"/>
                  <a:pt x="2162175" y="14288"/>
                </a:cubicBezTo>
                <a:close/>
                <a:moveTo>
                  <a:pt x="2162175" y="166688"/>
                </a:moveTo>
                <a:cubicBezTo>
                  <a:pt x="2162175" y="174578"/>
                  <a:pt x="2155778" y="180975"/>
                  <a:pt x="2147888" y="180975"/>
                </a:cubicBezTo>
                <a:cubicBezTo>
                  <a:pt x="2139997" y="180975"/>
                  <a:pt x="2133600" y="174578"/>
                  <a:pt x="2133600" y="166688"/>
                </a:cubicBezTo>
                <a:cubicBezTo>
                  <a:pt x="2133600" y="158797"/>
                  <a:pt x="2139997" y="152400"/>
                  <a:pt x="2147888" y="152400"/>
                </a:cubicBezTo>
                <a:cubicBezTo>
                  <a:pt x="2155778" y="152400"/>
                  <a:pt x="2162175" y="158797"/>
                  <a:pt x="2162175" y="166688"/>
                </a:cubicBezTo>
                <a:close/>
                <a:moveTo>
                  <a:pt x="2162175" y="319088"/>
                </a:moveTo>
                <a:cubicBezTo>
                  <a:pt x="2162175" y="326978"/>
                  <a:pt x="2155778" y="333375"/>
                  <a:pt x="2147888" y="333375"/>
                </a:cubicBezTo>
                <a:cubicBezTo>
                  <a:pt x="2139997" y="333375"/>
                  <a:pt x="2133600" y="326978"/>
                  <a:pt x="2133600" y="319088"/>
                </a:cubicBezTo>
                <a:cubicBezTo>
                  <a:pt x="2133600" y="311197"/>
                  <a:pt x="2139997" y="304800"/>
                  <a:pt x="2147888" y="304800"/>
                </a:cubicBezTo>
                <a:cubicBezTo>
                  <a:pt x="2155778" y="304800"/>
                  <a:pt x="2162175" y="311197"/>
                  <a:pt x="2162175" y="319088"/>
                </a:cubicBezTo>
                <a:close/>
                <a:moveTo>
                  <a:pt x="2162175" y="471488"/>
                </a:moveTo>
                <a:cubicBezTo>
                  <a:pt x="2162175" y="479378"/>
                  <a:pt x="2155778" y="485775"/>
                  <a:pt x="2147888" y="485775"/>
                </a:cubicBezTo>
                <a:cubicBezTo>
                  <a:pt x="2139997" y="485775"/>
                  <a:pt x="2133600" y="479378"/>
                  <a:pt x="2133600" y="471488"/>
                </a:cubicBezTo>
                <a:cubicBezTo>
                  <a:pt x="2133600" y="463597"/>
                  <a:pt x="2139997" y="457200"/>
                  <a:pt x="2147888" y="457200"/>
                </a:cubicBezTo>
                <a:cubicBezTo>
                  <a:pt x="2155778" y="457200"/>
                  <a:pt x="2162175" y="463597"/>
                  <a:pt x="2162175" y="471488"/>
                </a:cubicBezTo>
                <a:close/>
                <a:moveTo>
                  <a:pt x="2162175" y="623888"/>
                </a:moveTo>
                <a:cubicBezTo>
                  <a:pt x="2162175" y="631778"/>
                  <a:pt x="2155778" y="638175"/>
                  <a:pt x="2147888" y="638175"/>
                </a:cubicBezTo>
                <a:cubicBezTo>
                  <a:pt x="2139997" y="638175"/>
                  <a:pt x="2133600" y="631778"/>
                  <a:pt x="2133600" y="623888"/>
                </a:cubicBezTo>
                <a:cubicBezTo>
                  <a:pt x="2133600" y="615997"/>
                  <a:pt x="2139997" y="609600"/>
                  <a:pt x="2147888" y="609600"/>
                </a:cubicBezTo>
                <a:cubicBezTo>
                  <a:pt x="2155778" y="609600"/>
                  <a:pt x="2162175" y="615997"/>
                  <a:pt x="2162175" y="623888"/>
                </a:cubicBezTo>
                <a:close/>
                <a:moveTo>
                  <a:pt x="2162175" y="776288"/>
                </a:moveTo>
                <a:cubicBezTo>
                  <a:pt x="2162175" y="784178"/>
                  <a:pt x="2155778" y="790575"/>
                  <a:pt x="2147888" y="790575"/>
                </a:cubicBezTo>
                <a:cubicBezTo>
                  <a:pt x="2139997" y="790575"/>
                  <a:pt x="2133600" y="784178"/>
                  <a:pt x="2133600" y="776288"/>
                </a:cubicBezTo>
                <a:cubicBezTo>
                  <a:pt x="2133600" y="768397"/>
                  <a:pt x="2139997" y="762000"/>
                  <a:pt x="2147888" y="762000"/>
                </a:cubicBezTo>
                <a:cubicBezTo>
                  <a:pt x="2155778" y="762000"/>
                  <a:pt x="2162175" y="768397"/>
                  <a:pt x="2162175" y="776288"/>
                </a:cubicBezTo>
                <a:close/>
                <a:moveTo>
                  <a:pt x="2162175" y="928688"/>
                </a:moveTo>
                <a:cubicBezTo>
                  <a:pt x="2162175" y="936578"/>
                  <a:pt x="2155778" y="942975"/>
                  <a:pt x="2147888" y="942975"/>
                </a:cubicBezTo>
                <a:cubicBezTo>
                  <a:pt x="2139997" y="942975"/>
                  <a:pt x="2133600" y="936578"/>
                  <a:pt x="2133600" y="928688"/>
                </a:cubicBezTo>
                <a:cubicBezTo>
                  <a:pt x="2133600" y="920797"/>
                  <a:pt x="2139997" y="914400"/>
                  <a:pt x="2147888" y="914400"/>
                </a:cubicBezTo>
                <a:cubicBezTo>
                  <a:pt x="2155778" y="914400"/>
                  <a:pt x="2162175" y="920797"/>
                  <a:pt x="2162175" y="928688"/>
                </a:cubicBezTo>
                <a:close/>
                <a:moveTo>
                  <a:pt x="2162175" y="1081088"/>
                </a:moveTo>
                <a:cubicBezTo>
                  <a:pt x="2162175" y="1088978"/>
                  <a:pt x="2155778" y="1095375"/>
                  <a:pt x="2147888" y="1095375"/>
                </a:cubicBezTo>
                <a:cubicBezTo>
                  <a:pt x="2139997" y="1095375"/>
                  <a:pt x="2133600" y="1088978"/>
                  <a:pt x="2133600" y="1081088"/>
                </a:cubicBezTo>
                <a:cubicBezTo>
                  <a:pt x="2133600" y="1073197"/>
                  <a:pt x="2139997" y="1066800"/>
                  <a:pt x="2147888" y="1066800"/>
                </a:cubicBezTo>
                <a:cubicBezTo>
                  <a:pt x="2155778" y="1066800"/>
                  <a:pt x="2162175" y="1073197"/>
                  <a:pt x="2162175" y="1081088"/>
                </a:cubicBezTo>
                <a:close/>
                <a:moveTo>
                  <a:pt x="2162175" y="1233488"/>
                </a:moveTo>
                <a:cubicBezTo>
                  <a:pt x="2162175" y="1241378"/>
                  <a:pt x="2155778" y="1247775"/>
                  <a:pt x="2147888" y="1247775"/>
                </a:cubicBezTo>
                <a:cubicBezTo>
                  <a:pt x="2139997" y="1247775"/>
                  <a:pt x="2133600" y="1241378"/>
                  <a:pt x="2133600" y="1233488"/>
                </a:cubicBezTo>
                <a:cubicBezTo>
                  <a:pt x="2133600" y="1225597"/>
                  <a:pt x="2139997" y="1219200"/>
                  <a:pt x="2147888" y="1219200"/>
                </a:cubicBezTo>
                <a:cubicBezTo>
                  <a:pt x="2155778" y="1219200"/>
                  <a:pt x="2162175" y="1225597"/>
                  <a:pt x="2162175" y="1233488"/>
                </a:cubicBezTo>
                <a:close/>
                <a:moveTo>
                  <a:pt x="2162175" y="1385888"/>
                </a:moveTo>
                <a:cubicBezTo>
                  <a:pt x="2162175" y="1393778"/>
                  <a:pt x="2155778" y="1400175"/>
                  <a:pt x="2147888" y="1400175"/>
                </a:cubicBezTo>
                <a:cubicBezTo>
                  <a:pt x="2139997" y="1400175"/>
                  <a:pt x="2133600" y="1393778"/>
                  <a:pt x="2133600" y="1385888"/>
                </a:cubicBezTo>
                <a:cubicBezTo>
                  <a:pt x="2133600" y="1377997"/>
                  <a:pt x="2139997" y="1371600"/>
                  <a:pt x="2147888" y="1371600"/>
                </a:cubicBezTo>
                <a:cubicBezTo>
                  <a:pt x="2155778" y="1371600"/>
                  <a:pt x="2162175" y="1377997"/>
                  <a:pt x="2162175" y="1385888"/>
                </a:cubicBezTo>
                <a:close/>
                <a:moveTo>
                  <a:pt x="2162175" y="1538288"/>
                </a:moveTo>
                <a:cubicBezTo>
                  <a:pt x="2162175" y="1546178"/>
                  <a:pt x="2155778" y="1552575"/>
                  <a:pt x="2147888" y="1552575"/>
                </a:cubicBezTo>
                <a:cubicBezTo>
                  <a:pt x="2139997" y="1552575"/>
                  <a:pt x="2133600" y="1546178"/>
                  <a:pt x="2133600" y="1538288"/>
                </a:cubicBezTo>
                <a:cubicBezTo>
                  <a:pt x="2133600" y="1530397"/>
                  <a:pt x="2139997" y="1524000"/>
                  <a:pt x="2147888" y="1524000"/>
                </a:cubicBezTo>
                <a:cubicBezTo>
                  <a:pt x="2155778" y="1524000"/>
                  <a:pt x="2162175" y="1530397"/>
                  <a:pt x="2162175" y="1538288"/>
                </a:cubicBezTo>
                <a:close/>
                <a:moveTo>
                  <a:pt x="2162175" y="1690688"/>
                </a:moveTo>
                <a:cubicBezTo>
                  <a:pt x="2162175" y="1698578"/>
                  <a:pt x="2155778" y="1704975"/>
                  <a:pt x="2147888" y="1704975"/>
                </a:cubicBezTo>
                <a:cubicBezTo>
                  <a:pt x="2139997" y="1704975"/>
                  <a:pt x="2133600" y="1698578"/>
                  <a:pt x="2133600" y="1690688"/>
                </a:cubicBezTo>
                <a:cubicBezTo>
                  <a:pt x="2133600" y="1682797"/>
                  <a:pt x="2139997" y="1676400"/>
                  <a:pt x="2147888" y="1676400"/>
                </a:cubicBezTo>
                <a:cubicBezTo>
                  <a:pt x="2155778" y="1676400"/>
                  <a:pt x="2162175" y="1682797"/>
                  <a:pt x="2162175" y="1690688"/>
                </a:cubicBezTo>
                <a:close/>
                <a:moveTo>
                  <a:pt x="2162175" y="1843088"/>
                </a:moveTo>
                <a:cubicBezTo>
                  <a:pt x="2162175" y="1850978"/>
                  <a:pt x="2155778" y="1857375"/>
                  <a:pt x="2147888" y="1857375"/>
                </a:cubicBezTo>
                <a:cubicBezTo>
                  <a:pt x="2139997" y="1857375"/>
                  <a:pt x="2133600" y="1850978"/>
                  <a:pt x="2133600" y="1843088"/>
                </a:cubicBezTo>
                <a:cubicBezTo>
                  <a:pt x="2133600" y="1835197"/>
                  <a:pt x="2139997" y="1828800"/>
                  <a:pt x="2147888" y="1828800"/>
                </a:cubicBezTo>
                <a:cubicBezTo>
                  <a:pt x="2155778" y="1828800"/>
                  <a:pt x="2162175" y="1835197"/>
                  <a:pt x="2162175" y="1843088"/>
                </a:cubicBezTo>
                <a:close/>
                <a:moveTo>
                  <a:pt x="2162175" y="1995488"/>
                </a:moveTo>
                <a:cubicBezTo>
                  <a:pt x="2162175" y="2003378"/>
                  <a:pt x="2155778" y="2009775"/>
                  <a:pt x="2147888" y="2009775"/>
                </a:cubicBezTo>
                <a:cubicBezTo>
                  <a:pt x="2139997" y="2009775"/>
                  <a:pt x="2133600" y="2003378"/>
                  <a:pt x="2133600" y="1995488"/>
                </a:cubicBezTo>
                <a:cubicBezTo>
                  <a:pt x="2133600" y="1987597"/>
                  <a:pt x="2139997" y="1981200"/>
                  <a:pt x="2147888" y="1981200"/>
                </a:cubicBezTo>
                <a:cubicBezTo>
                  <a:pt x="2155778" y="1981200"/>
                  <a:pt x="2162175" y="1987597"/>
                  <a:pt x="2162175" y="1995488"/>
                </a:cubicBezTo>
                <a:close/>
                <a:moveTo>
                  <a:pt x="2162175" y="2147888"/>
                </a:moveTo>
                <a:cubicBezTo>
                  <a:pt x="2162175" y="2155778"/>
                  <a:pt x="2155778" y="2162175"/>
                  <a:pt x="2147888" y="2162175"/>
                </a:cubicBezTo>
                <a:cubicBezTo>
                  <a:pt x="2139997" y="2162175"/>
                  <a:pt x="2133600" y="2155778"/>
                  <a:pt x="2133600" y="2147888"/>
                </a:cubicBezTo>
                <a:cubicBezTo>
                  <a:pt x="2133600" y="2139997"/>
                  <a:pt x="2139997" y="2133600"/>
                  <a:pt x="2147888" y="2133600"/>
                </a:cubicBezTo>
                <a:cubicBezTo>
                  <a:pt x="2155778" y="2133600"/>
                  <a:pt x="2162175" y="2139997"/>
                  <a:pt x="2162175" y="2147888"/>
                </a:cubicBezTo>
                <a:close/>
                <a:moveTo>
                  <a:pt x="2162175" y="2300288"/>
                </a:moveTo>
                <a:cubicBezTo>
                  <a:pt x="2162175" y="2308178"/>
                  <a:pt x="2155778" y="2314575"/>
                  <a:pt x="2147888" y="2314575"/>
                </a:cubicBezTo>
                <a:cubicBezTo>
                  <a:pt x="2139997" y="2314575"/>
                  <a:pt x="2133600" y="2308178"/>
                  <a:pt x="2133600" y="2300288"/>
                </a:cubicBezTo>
                <a:cubicBezTo>
                  <a:pt x="2133600" y="2292397"/>
                  <a:pt x="2139997" y="2286000"/>
                  <a:pt x="2147888" y="2286000"/>
                </a:cubicBezTo>
                <a:cubicBezTo>
                  <a:pt x="2155778" y="2286000"/>
                  <a:pt x="2162175" y="2292397"/>
                  <a:pt x="2162175" y="2300288"/>
                </a:cubicBezTo>
                <a:close/>
                <a:moveTo>
                  <a:pt x="2162175" y="2452688"/>
                </a:moveTo>
                <a:cubicBezTo>
                  <a:pt x="2162175" y="2460578"/>
                  <a:pt x="2155778" y="2466975"/>
                  <a:pt x="2147888" y="2466975"/>
                </a:cubicBezTo>
                <a:cubicBezTo>
                  <a:pt x="2139997" y="2466975"/>
                  <a:pt x="2133600" y="2460578"/>
                  <a:pt x="2133600" y="2452688"/>
                </a:cubicBezTo>
                <a:cubicBezTo>
                  <a:pt x="2133600" y="2444797"/>
                  <a:pt x="2139997" y="2438400"/>
                  <a:pt x="2147888" y="2438400"/>
                </a:cubicBezTo>
                <a:cubicBezTo>
                  <a:pt x="2155778" y="2438400"/>
                  <a:pt x="2162175" y="2444797"/>
                  <a:pt x="2162175" y="2452688"/>
                </a:cubicBezTo>
                <a:close/>
                <a:moveTo>
                  <a:pt x="2162175" y="2605088"/>
                </a:moveTo>
                <a:cubicBezTo>
                  <a:pt x="2162175" y="2612978"/>
                  <a:pt x="2155778" y="2619375"/>
                  <a:pt x="2147888" y="2619375"/>
                </a:cubicBezTo>
                <a:cubicBezTo>
                  <a:pt x="2139997" y="2619375"/>
                  <a:pt x="2133600" y="2612978"/>
                  <a:pt x="2133600" y="2605088"/>
                </a:cubicBezTo>
                <a:cubicBezTo>
                  <a:pt x="2133600" y="2597197"/>
                  <a:pt x="2139997" y="2590800"/>
                  <a:pt x="2147888" y="2590800"/>
                </a:cubicBezTo>
                <a:cubicBezTo>
                  <a:pt x="2155778" y="2590800"/>
                  <a:pt x="2162175" y="2597197"/>
                  <a:pt x="2162175" y="2605088"/>
                </a:cubicBezTo>
                <a:close/>
                <a:moveTo>
                  <a:pt x="2162175" y="2757488"/>
                </a:moveTo>
                <a:cubicBezTo>
                  <a:pt x="2162175" y="2765378"/>
                  <a:pt x="2155778" y="2771775"/>
                  <a:pt x="2147888" y="2771775"/>
                </a:cubicBezTo>
                <a:cubicBezTo>
                  <a:pt x="2139997" y="2771775"/>
                  <a:pt x="2133600" y="2765378"/>
                  <a:pt x="2133600" y="2757488"/>
                </a:cubicBezTo>
                <a:cubicBezTo>
                  <a:pt x="2133600" y="2749597"/>
                  <a:pt x="2139997" y="2743200"/>
                  <a:pt x="2147888" y="2743200"/>
                </a:cubicBezTo>
                <a:cubicBezTo>
                  <a:pt x="2155778" y="2743200"/>
                  <a:pt x="2162175" y="2749597"/>
                  <a:pt x="2162175" y="2757488"/>
                </a:cubicBezTo>
                <a:close/>
                <a:moveTo>
                  <a:pt x="2162175" y="2909888"/>
                </a:moveTo>
                <a:cubicBezTo>
                  <a:pt x="2162175" y="2917778"/>
                  <a:pt x="2155778" y="2924175"/>
                  <a:pt x="2147888" y="2924175"/>
                </a:cubicBezTo>
                <a:cubicBezTo>
                  <a:pt x="2139997" y="2924175"/>
                  <a:pt x="2133600" y="2917778"/>
                  <a:pt x="2133600" y="2909888"/>
                </a:cubicBezTo>
                <a:cubicBezTo>
                  <a:pt x="2133600" y="2901997"/>
                  <a:pt x="2139997" y="2895600"/>
                  <a:pt x="2147888" y="2895600"/>
                </a:cubicBezTo>
                <a:cubicBezTo>
                  <a:pt x="2155778" y="2895600"/>
                  <a:pt x="2162175" y="2901997"/>
                  <a:pt x="2162175" y="2909888"/>
                </a:cubicBezTo>
                <a:close/>
                <a:moveTo>
                  <a:pt x="2162175" y="3062288"/>
                </a:moveTo>
                <a:cubicBezTo>
                  <a:pt x="2162175" y="3070178"/>
                  <a:pt x="2155778" y="3076575"/>
                  <a:pt x="2147888" y="3076575"/>
                </a:cubicBezTo>
                <a:cubicBezTo>
                  <a:pt x="2139997" y="3076575"/>
                  <a:pt x="2133600" y="3070178"/>
                  <a:pt x="2133600" y="3062288"/>
                </a:cubicBezTo>
                <a:cubicBezTo>
                  <a:pt x="2133600" y="3054397"/>
                  <a:pt x="2139997" y="3048000"/>
                  <a:pt x="2147888" y="3048000"/>
                </a:cubicBezTo>
                <a:cubicBezTo>
                  <a:pt x="2155778" y="3048000"/>
                  <a:pt x="2162175" y="3054397"/>
                  <a:pt x="2162175" y="3062288"/>
                </a:cubicBezTo>
                <a:close/>
                <a:moveTo>
                  <a:pt x="2162175" y="3214688"/>
                </a:moveTo>
                <a:cubicBezTo>
                  <a:pt x="2162175" y="3222578"/>
                  <a:pt x="2155778" y="3228975"/>
                  <a:pt x="2147888" y="3228975"/>
                </a:cubicBezTo>
                <a:cubicBezTo>
                  <a:pt x="2139997" y="3228975"/>
                  <a:pt x="2133600" y="3222578"/>
                  <a:pt x="2133600" y="3214688"/>
                </a:cubicBezTo>
                <a:cubicBezTo>
                  <a:pt x="2133600" y="3206797"/>
                  <a:pt x="2139997" y="3200400"/>
                  <a:pt x="2147888" y="3200400"/>
                </a:cubicBezTo>
                <a:cubicBezTo>
                  <a:pt x="2155778" y="3200400"/>
                  <a:pt x="2162175" y="3206797"/>
                  <a:pt x="2162175" y="3214688"/>
                </a:cubicBezTo>
                <a:close/>
                <a:moveTo>
                  <a:pt x="2162175" y="3367088"/>
                </a:moveTo>
                <a:cubicBezTo>
                  <a:pt x="2162175" y="3374978"/>
                  <a:pt x="2155778" y="3381375"/>
                  <a:pt x="2147888" y="3381375"/>
                </a:cubicBezTo>
                <a:cubicBezTo>
                  <a:pt x="2139997" y="3381375"/>
                  <a:pt x="2133600" y="3374978"/>
                  <a:pt x="2133600" y="3367088"/>
                </a:cubicBezTo>
                <a:cubicBezTo>
                  <a:pt x="2133600" y="3359197"/>
                  <a:pt x="2139997" y="3352800"/>
                  <a:pt x="2147888" y="3352800"/>
                </a:cubicBezTo>
                <a:cubicBezTo>
                  <a:pt x="2155778" y="3352800"/>
                  <a:pt x="2162175" y="3359197"/>
                  <a:pt x="2162175" y="3367088"/>
                </a:cubicBezTo>
                <a:close/>
                <a:moveTo>
                  <a:pt x="2162175" y="3519488"/>
                </a:moveTo>
                <a:cubicBezTo>
                  <a:pt x="2162175" y="3527378"/>
                  <a:pt x="2155778" y="3533775"/>
                  <a:pt x="2147888" y="3533775"/>
                </a:cubicBezTo>
                <a:cubicBezTo>
                  <a:pt x="2139997" y="3533775"/>
                  <a:pt x="2133600" y="3527378"/>
                  <a:pt x="2133600" y="3519488"/>
                </a:cubicBezTo>
                <a:cubicBezTo>
                  <a:pt x="2133600" y="3511597"/>
                  <a:pt x="2139997" y="3505200"/>
                  <a:pt x="2147888" y="3505200"/>
                </a:cubicBezTo>
                <a:cubicBezTo>
                  <a:pt x="2155778" y="3505200"/>
                  <a:pt x="2162175" y="3511597"/>
                  <a:pt x="2162175" y="3519488"/>
                </a:cubicBezTo>
                <a:close/>
                <a:moveTo>
                  <a:pt x="2162175" y="3671888"/>
                </a:moveTo>
                <a:cubicBezTo>
                  <a:pt x="2162175" y="3679778"/>
                  <a:pt x="2155778" y="3686175"/>
                  <a:pt x="2147888" y="3686175"/>
                </a:cubicBezTo>
                <a:cubicBezTo>
                  <a:pt x="2139997" y="3686175"/>
                  <a:pt x="2133600" y="3679778"/>
                  <a:pt x="2133600" y="3671888"/>
                </a:cubicBezTo>
                <a:cubicBezTo>
                  <a:pt x="2133600" y="3663997"/>
                  <a:pt x="2139997" y="3657600"/>
                  <a:pt x="2147888" y="3657600"/>
                </a:cubicBezTo>
                <a:cubicBezTo>
                  <a:pt x="2155778" y="3657600"/>
                  <a:pt x="2162175" y="3663997"/>
                  <a:pt x="2162175" y="3671888"/>
                </a:cubicBezTo>
                <a:close/>
                <a:moveTo>
                  <a:pt x="2162175" y="3824288"/>
                </a:moveTo>
                <a:cubicBezTo>
                  <a:pt x="2162175" y="3832178"/>
                  <a:pt x="2155778" y="3838575"/>
                  <a:pt x="2147888" y="3838575"/>
                </a:cubicBezTo>
                <a:cubicBezTo>
                  <a:pt x="2139997" y="3838575"/>
                  <a:pt x="2133600" y="3832178"/>
                  <a:pt x="2133600" y="3824288"/>
                </a:cubicBezTo>
                <a:cubicBezTo>
                  <a:pt x="2133600" y="3816397"/>
                  <a:pt x="2139997" y="3810000"/>
                  <a:pt x="2147888" y="3810000"/>
                </a:cubicBezTo>
                <a:cubicBezTo>
                  <a:pt x="2155778" y="3810000"/>
                  <a:pt x="2162175" y="3816397"/>
                  <a:pt x="2162175" y="3824288"/>
                </a:cubicBezTo>
                <a:close/>
                <a:moveTo>
                  <a:pt x="2162175" y="3976688"/>
                </a:moveTo>
                <a:cubicBezTo>
                  <a:pt x="2162175" y="3984578"/>
                  <a:pt x="2155778" y="3990975"/>
                  <a:pt x="2147888" y="3990975"/>
                </a:cubicBezTo>
                <a:cubicBezTo>
                  <a:pt x="2139997" y="3990975"/>
                  <a:pt x="2133600" y="3984578"/>
                  <a:pt x="2133600" y="3976688"/>
                </a:cubicBezTo>
                <a:cubicBezTo>
                  <a:pt x="2133600" y="3968797"/>
                  <a:pt x="2139997" y="3962400"/>
                  <a:pt x="2147888" y="3962400"/>
                </a:cubicBezTo>
                <a:cubicBezTo>
                  <a:pt x="2155778" y="3962400"/>
                  <a:pt x="2162175" y="3968797"/>
                  <a:pt x="2162175" y="3976688"/>
                </a:cubicBezTo>
                <a:close/>
                <a:moveTo>
                  <a:pt x="2162175" y="4129088"/>
                </a:moveTo>
                <a:cubicBezTo>
                  <a:pt x="2162175" y="4136978"/>
                  <a:pt x="2155778" y="4143375"/>
                  <a:pt x="2147888" y="4143375"/>
                </a:cubicBezTo>
                <a:cubicBezTo>
                  <a:pt x="2139997" y="4143375"/>
                  <a:pt x="2133600" y="4136978"/>
                  <a:pt x="2133600" y="4129088"/>
                </a:cubicBezTo>
                <a:cubicBezTo>
                  <a:pt x="2133600" y="4121197"/>
                  <a:pt x="2139997" y="4114800"/>
                  <a:pt x="2147888" y="4114800"/>
                </a:cubicBezTo>
                <a:cubicBezTo>
                  <a:pt x="2155778" y="4114800"/>
                  <a:pt x="2162175" y="4121197"/>
                  <a:pt x="2162175" y="4129088"/>
                </a:cubicBezTo>
                <a:close/>
                <a:moveTo>
                  <a:pt x="2162175" y="4281488"/>
                </a:moveTo>
                <a:cubicBezTo>
                  <a:pt x="2162175" y="4289378"/>
                  <a:pt x="2155778" y="4295775"/>
                  <a:pt x="2147888" y="4295775"/>
                </a:cubicBezTo>
                <a:cubicBezTo>
                  <a:pt x="2139997" y="4295775"/>
                  <a:pt x="2133600" y="4289378"/>
                  <a:pt x="2133600" y="4281488"/>
                </a:cubicBezTo>
                <a:cubicBezTo>
                  <a:pt x="2133600" y="4273597"/>
                  <a:pt x="2139997" y="4267200"/>
                  <a:pt x="2147888" y="4267200"/>
                </a:cubicBezTo>
                <a:cubicBezTo>
                  <a:pt x="2155778" y="4267200"/>
                  <a:pt x="2162175" y="4273597"/>
                  <a:pt x="2162175" y="4281488"/>
                </a:cubicBezTo>
                <a:close/>
                <a:moveTo>
                  <a:pt x="2162175" y="4433888"/>
                </a:moveTo>
                <a:cubicBezTo>
                  <a:pt x="2162175" y="4441778"/>
                  <a:pt x="2155778" y="4448175"/>
                  <a:pt x="2147888" y="4448175"/>
                </a:cubicBezTo>
                <a:cubicBezTo>
                  <a:pt x="2139997" y="4448175"/>
                  <a:pt x="2133600" y="4441778"/>
                  <a:pt x="2133600" y="4433888"/>
                </a:cubicBezTo>
                <a:cubicBezTo>
                  <a:pt x="2133600" y="4425997"/>
                  <a:pt x="2139997" y="4419600"/>
                  <a:pt x="2147888" y="4419600"/>
                </a:cubicBezTo>
                <a:cubicBezTo>
                  <a:pt x="2155778" y="4419600"/>
                  <a:pt x="2162175" y="4425997"/>
                  <a:pt x="2162175" y="4433888"/>
                </a:cubicBezTo>
                <a:close/>
                <a:moveTo>
                  <a:pt x="2162175" y="4586288"/>
                </a:moveTo>
                <a:cubicBezTo>
                  <a:pt x="2162175" y="4594178"/>
                  <a:pt x="2155778" y="4600575"/>
                  <a:pt x="2147888" y="4600575"/>
                </a:cubicBezTo>
                <a:cubicBezTo>
                  <a:pt x="2139997" y="4600575"/>
                  <a:pt x="2133600" y="4594178"/>
                  <a:pt x="2133600" y="4586288"/>
                </a:cubicBezTo>
                <a:cubicBezTo>
                  <a:pt x="2133600" y="4578397"/>
                  <a:pt x="2139997" y="4572000"/>
                  <a:pt x="2147888" y="4572000"/>
                </a:cubicBezTo>
                <a:cubicBezTo>
                  <a:pt x="2155778" y="4572000"/>
                  <a:pt x="2162175" y="4578397"/>
                  <a:pt x="2162175" y="4586288"/>
                </a:cubicBezTo>
                <a:close/>
                <a:moveTo>
                  <a:pt x="2162175" y="4738688"/>
                </a:moveTo>
                <a:cubicBezTo>
                  <a:pt x="2162175" y="4746578"/>
                  <a:pt x="2155778" y="4752975"/>
                  <a:pt x="2147888" y="4752975"/>
                </a:cubicBezTo>
                <a:cubicBezTo>
                  <a:pt x="2139997" y="4752975"/>
                  <a:pt x="2133600" y="4746578"/>
                  <a:pt x="2133600" y="4738688"/>
                </a:cubicBezTo>
                <a:cubicBezTo>
                  <a:pt x="2133600" y="4730797"/>
                  <a:pt x="2139997" y="4724400"/>
                  <a:pt x="2147888" y="4724400"/>
                </a:cubicBezTo>
                <a:cubicBezTo>
                  <a:pt x="2155778" y="4724400"/>
                  <a:pt x="2162175" y="4730797"/>
                  <a:pt x="2162175" y="4738688"/>
                </a:cubicBezTo>
                <a:close/>
                <a:moveTo>
                  <a:pt x="2314575" y="14288"/>
                </a:moveTo>
                <a:cubicBezTo>
                  <a:pt x="2314575" y="22178"/>
                  <a:pt x="2308178" y="28575"/>
                  <a:pt x="2300288" y="28575"/>
                </a:cubicBezTo>
                <a:cubicBezTo>
                  <a:pt x="2292397" y="28575"/>
                  <a:pt x="2286000" y="22178"/>
                  <a:pt x="2286000" y="14288"/>
                </a:cubicBezTo>
                <a:cubicBezTo>
                  <a:pt x="2286000" y="6397"/>
                  <a:pt x="2292397" y="0"/>
                  <a:pt x="2300288" y="0"/>
                </a:cubicBezTo>
                <a:cubicBezTo>
                  <a:pt x="2308178" y="0"/>
                  <a:pt x="2314575" y="6397"/>
                  <a:pt x="2314575" y="14288"/>
                </a:cubicBezTo>
                <a:close/>
                <a:moveTo>
                  <a:pt x="2314575" y="166688"/>
                </a:moveTo>
                <a:cubicBezTo>
                  <a:pt x="2314575" y="174578"/>
                  <a:pt x="2308178" y="180975"/>
                  <a:pt x="2300288" y="180975"/>
                </a:cubicBezTo>
                <a:cubicBezTo>
                  <a:pt x="2292397" y="180975"/>
                  <a:pt x="2286000" y="174578"/>
                  <a:pt x="2286000" y="166688"/>
                </a:cubicBezTo>
                <a:cubicBezTo>
                  <a:pt x="2286000" y="158797"/>
                  <a:pt x="2292397" y="152400"/>
                  <a:pt x="2300288" y="152400"/>
                </a:cubicBezTo>
                <a:cubicBezTo>
                  <a:pt x="2308178" y="152400"/>
                  <a:pt x="2314575" y="158797"/>
                  <a:pt x="2314575" y="166688"/>
                </a:cubicBezTo>
                <a:close/>
                <a:moveTo>
                  <a:pt x="2314575" y="319088"/>
                </a:moveTo>
                <a:cubicBezTo>
                  <a:pt x="2314575" y="326978"/>
                  <a:pt x="2308178" y="333375"/>
                  <a:pt x="2300288" y="333375"/>
                </a:cubicBezTo>
                <a:cubicBezTo>
                  <a:pt x="2292397" y="333375"/>
                  <a:pt x="2286000" y="326978"/>
                  <a:pt x="2286000" y="319088"/>
                </a:cubicBezTo>
                <a:cubicBezTo>
                  <a:pt x="2286000" y="311197"/>
                  <a:pt x="2292397" y="304800"/>
                  <a:pt x="2300288" y="304800"/>
                </a:cubicBezTo>
                <a:cubicBezTo>
                  <a:pt x="2308178" y="304800"/>
                  <a:pt x="2314575" y="311197"/>
                  <a:pt x="2314575" y="319088"/>
                </a:cubicBezTo>
                <a:close/>
                <a:moveTo>
                  <a:pt x="2314575" y="471488"/>
                </a:moveTo>
                <a:cubicBezTo>
                  <a:pt x="2314575" y="479378"/>
                  <a:pt x="2308178" y="485775"/>
                  <a:pt x="2300288" y="485775"/>
                </a:cubicBezTo>
                <a:cubicBezTo>
                  <a:pt x="2292397" y="485775"/>
                  <a:pt x="2286000" y="479378"/>
                  <a:pt x="2286000" y="471488"/>
                </a:cubicBezTo>
                <a:cubicBezTo>
                  <a:pt x="2286000" y="463597"/>
                  <a:pt x="2292397" y="457200"/>
                  <a:pt x="2300288" y="457200"/>
                </a:cubicBezTo>
                <a:cubicBezTo>
                  <a:pt x="2308178" y="457200"/>
                  <a:pt x="2314575" y="463597"/>
                  <a:pt x="2314575" y="471488"/>
                </a:cubicBezTo>
                <a:close/>
                <a:moveTo>
                  <a:pt x="2314575" y="623888"/>
                </a:moveTo>
                <a:cubicBezTo>
                  <a:pt x="2314575" y="631778"/>
                  <a:pt x="2308178" y="638175"/>
                  <a:pt x="2300288" y="638175"/>
                </a:cubicBezTo>
                <a:cubicBezTo>
                  <a:pt x="2292397" y="638175"/>
                  <a:pt x="2286000" y="631778"/>
                  <a:pt x="2286000" y="623888"/>
                </a:cubicBezTo>
                <a:cubicBezTo>
                  <a:pt x="2286000" y="615997"/>
                  <a:pt x="2292397" y="609600"/>
                  <a:pt x="2300288" y="609600"/>
                </a:cubicBezTo>
                <a:cubicBezTo>
                  <a:pt x="2308178" y="609600"/>
                  <a:pt x="2314575" y="615997"/>
                  <a:pt x="2314575" y="623888"/>
                </a:cubicBezTo>
                <a:close/>
                <a:moveTo>
                  <a:pt x="2314575" y="776288"/>
                </a:moveTo>
                <a:cubicBezTo>
                  <a:pt x="2314575" y="784178"/>
                  <a:pt x="2308178" y="790575"/>
                  <a:pt x="2300288" y="790575"/>
                </a:cubicBezTo>
                <a:cubicBezTo>
                  <a:pt x="2292397" y="790575"/>
                  <a:pt x="2286000" y="784178"/>
                  <a:pt x="2286000" y="776288"/>
                </a:cubicBezTo>
                <a:cubicBezTo>
                  <a:pt x="2286000" y="768397"/>
                  <a:pt x="2292397" y="762000"/>
                  <a:pt x="2300288" y="762000"/>
                </a:cubicBezTo>
                <a:cubicBezTo>
                  <a:pt x="2308178" y="762000"/>
                  <a:pt x="2314575" y="768397"/>
                  <a:pt x="2314575" y="776288"/>
                </a:cubicBezTo>
                <a:close/>
                <a:moveTo>
                  <a:pt x="2314575" y="928688"/>
                </a:moveTo>
                <a:cubicBezTo>
                  <a:pt x="2314575" y="936578"/>
                  <a:pt x="2308178" y="942975"/>
                  <a:pt x="2300288" y="942975"/>
                </a:cubicBezTo>
                <a:cubicBezTo>
                  <a:pt x="2292397" y="942975"/>
                  <a:pt x="2286000" y="936578"/>
                  <a:pt x="2286000" y="928688"/>
                </a:cubicBezTo>
                <a:cubicBezTo>
                  <a:pt x="2286000" y="920797"/>
                  <a:pt x="2292397" y="914400"/>
                  <a:pt x="2300288" y="914400"/>
                </a:cubicBezTo>
                <a:cubicBezTo>
                  <a:pt x="2308178" y="914400"/>
                  <a:pt x="2314575" y="920797"/>
                  <a:pt x="2314575" y="928688"/>
                </a:cubicBezTo>
                <a:close/>
                <a:moveTo>
                  <a:pt x="2314575" y="1081088"/>
                </a:moveTo>
                <a:cubicBezTo>
                  <a:pt x="2314575" y="1088978"/>
                  <a:pt x="2308178" y="1095375"/>
                  <a:pt x="2300288" y="1095375"/>
                </a:cubicBezTo>
                <a:cubicBezTo>
                  <a:pt x="2292397" y="1095375"/>
                  <a:pt x="2286000" y="1088978"/>
                  <a:pt x="2286000" y="1081088"/>
                </a:cubicBezTo>
                <a:cubicBezTo>
                  <a:pt x="2286000" y="1073197"/>
                  <a:pt x="2292397" y="1066800"/>
                  <a:pt x="2300288" y="1066800"/>
                </a:cubicBezTo>
                <a:cubicBezTo>
                  <a:pt x="2308178" y="1066800"/>
                  <a:pt x="2314575" y="1073197"/>
                  <a:pt x="2314575" y="1081088"/>
                </a:cubicBezTo>
                <a:close/>
                <a:moveTo>
                  <a:pt x="2314575" y="1233488"/>
                </a:moveTo>
                <a:cubicBezTo>
                  <a:pt x="2314575" y="1241378"/>
                  <a:pt x="2308178" y="1247775"/>
                  <a:pt x="2300288" y="1247775"/>
                </a:cubicBezTo>
                <a:cubicBezTo>
                  <a:pt x="2292397" y="1247775"/>
                  <a:pt x="2286000" y="1241378"/>
                  <a:pt x="2286000" y="1233488"/>
                </a:cubicBezTo>
                <a:cubicBezTo>
                  <a:pt x="2286000" y="1225597"/>
                  <a:pt x="2292397" y="1219200"/>
                  <a:pt x="2300288" y="1219200"/>
                </a:cubicBezTo>
                <a:cubicBezTo>
                  <a:pt x="2308178" y="1219200"/>
                  <a:pt x="2314575" y="1225597"/>
                  <a:pt x="2314575" y="1233488"/>
                </a:cubicBezTo>
                <a:close/>
                <a:moveTo>
                  <a:pt x="2314575" y="1385888"/>
                </a:moveTo>
                <a:cubicBezTo>
                  <a:pt x="2314575" y="1393778"/>
                  <a:pt x="2308178" y="1400175"/>
                  <a:pt x="2300288" y="1400175"/>
                </a:cubicBezTo>
                <a:cubicBezTo>
                  <a:pt x="2292397" y="1400175"/>
                  <a:pt x="2286000" y="1393778"/>
                  <a:pt x="2286000" y="1385888"/>
                </a:cubicBezTo>
                <a:cubicBezTo>
                  <a:pt x="2286000" y="1377997"/>
                  <a:pt x="2292397" y="1371600"/>
                  <a:pt x="2300288" y="1371600"/>
                </a:cubicBezTo>
                <a:cubicBezTo>
                  <a:pt x="2308178" y="1371600"/>
                  <a:pt x="2314575" y="1377997"/>
                  <a:pt x="2314575" y="1385888"/>
                </a:cubicBezTo>
                <a:close/>
                <a:moveTo>
                  <a:pt x="2314575" y="1538288"/>
                </a:moveTo>
                <a:cubicBezTo>
                  <a:pt x="2314575" y="1546178"/>
                  <a:pt x="2308178" y="1552575"/>
                  <a:pt x="2300288" y="1552575"/>
                </a:cubicBezTo>
                <a:cubicBezTo>
                  <a:pt x="2292397" y="1552575"/>
                  <a:pt x="2286000" y="1546178"/>
                  <a:pt x="2286000" y="1538288"/>
                </a:cubicBezTo>
                <a:cubicBezTo>
                  <a:pt x="2286000" y="1530397"/>
                  <a:pt x="2292397" y="1524000"/>
                  <a:pt x="2300288" y="1524000"/>
                </a:cubicBezTo>
                <a:cubicBezTo>
                  <a:pt x="2308178" y="1524000"/>
                  <a:pt x="2314575" y="1530397"/>
                  <a:pt x="2314575" y="1538288"/>
                </a:cubicBezTo>
                <a:close/>
                <a:moveTo>
                  <a:pt x="2314575" y="1690688"/>
                </a:moveTo>
                <a:cubicBezTo>
                  <a:pt x="2314575" y="1698578"/>
                  <a:pt x="2308178" y="1704975"/>
                  <a:pt x="2300288" y="1704975"/>
                </a:cubicBezTo>
                <a:cubicBezTo>
                  <a:pt x="2292397" y="1704975"/>
                  <a:pt x="2286000" y="1698578"/>
                  <a:pt x="2286000" y="1690688"/>
                </a:cubicBezTo>
                <a:cubicBezTo>
                  <a:pt x="2286000" y="1682797"/>
                  <a:pt x="2292397" y="1676400"/>
                  <a:pt x="2300288" y="1676400"/>
                </a:cubicBezTo>
                <a:cubicBezTo>
                  <a:pt x="2308178" y="1676400"/>
                  <a:pt x="2314575" y="1682797"/>
                  <a:pt x="2314575" y="1690688"/>
                </a:cubicBezTo>
                <a:close/>
                <a:moveTo>
                  <a:pt x="2314575" y="1843088"/>
                </a:moveTo>
                <a:cubicBezTo>
                  <a:pt x="2314575" y="1850978"/>
                  <a:pt x="2308178" y="1857375"/>
                  <a:pt x="2300288" y="1857375"/>
                </a:cubicBezTo>
                <a:cubicBezTo>
                  <a:pt x="2292397" y="1857375"/>
                  <a:pt x="2286000" y="1850978"/>
                  <a:pt x="2286000" y="1843088"/>
                </a:cubicBezTo>
                <a:cubicBezTo>
                  <a:pt x="2286000" y="1835197"/>
                  <a:pt x="2292397" y="1828800"/>
                  <a:pt x="2300288" y="1828800"/>
                </a:cubicBezTo>
                <a:cubicBezTo>
                  <a:pt x="2308178" y="1828800"/>
                  <a:pt x="2314575" y="1835197"/>
                  <a:pt x="2314575" y="1843088"/>
                </a:cubicBezTo>
                <a:close/>
                <a:moveTo>
                  <a:pt x="2314575" y="1995488"/>
                </a:moveTo>
                <a:cubicBezTo>
                  <a:pt x="2314575" y="2003378"/>
                  <a:pt x="2308178" y="2009775"/>
                  <a:pt x="2300288" y="2009775"/>
                </a:cubicBezTo>
                <a:cubicBezTo>
                  <a:pt x="2292397" y="2009775"/>
                  <a:pt x="2286000" y="2003378"/>
                  <a:pt x="2286000" y="1995488"/>
                </a:cubicBezTo>
                <a:cubicBezTo>
                  <a:pt x="2286000" y="1987597"/>
                  <a:pt x="2292397" y="1981200"/>
                  <a:pt x="2300288" y="1981200"/>
                </a:cubicBezTo>
                <a:cubicBezTo>
                  <a:pt x="2308178" y="1981200"/>
                  <a:pt x="2314575" y="1987597"/>
                  <a:pt x="2314575" y="1995488"/>
                </a:cubicBezTo>
                <a:close/>
                <a:moveTo>
                  <a:pt x="2314575" y="2147888"/>
                </a:moveTo>
                <a:cubicBezTo>
                  <a:pt x="2314575" y="2155778"/>
                  <a:pt x="2308178" y="2162175"/>
                  <a:pt x="2300288" y="2162175"/>
                </a:cubicBezTo>
                <a:cubicBezTo>
                  <a:pt x="2292397" y="2162175"/>
                  <a:pt x="2286000" y="2155778"/>
                  <a:pt x="2286000" y="2147888"/>
                </a:cubicBezTo>
                <a:cubicBezTo>
                  <a:pt x="2286000" y="2139997"/>
                  <a:pt x="2292397" y="2133600"/>
                  <a:pt x="2300288" y="2133600"/>
                </a:cubicBezTo>
                <a:cubicBezTo>
                  <a:pt x="2308178" y="2133600"/>
                  <a:pt x="2314575" y="2139997"/>
                  <a:pt x="2314575" y="2147888"/>
                </a:cubicBezTo>
                <a:close/>
                <a:moveTo>
                  <a:pt x="2314575" y="2300288"/>
                </a:moveTo>
                <a:cubicBezTo>
                  <a:pt x="2314575" y="2308178"/>
                  <a:pt x="2308178" y="2314575"/>
                  <a:pt x="2300288" y="2314575"/>
                </a:cubicBezTo>
                <a:cubicBezTo>
                  <a:pt x="2292397" y="2314575"/>
                  <a:pt x="2286000" y="2308178"/>
                  <a:pt x="2286000" y="2300288"/>
                </a:cubicBezTo>
                <a:cubicBezTo>
                  <a:pt x="2286000" y="2292397"/>
                  <a:pt x="2292397" y="2286000"/>
                  <a:pt x="2300288" y="2286000"/>
                </a:cubicBezTo>
                <a:cubicBezTo>
                  <a:pt x="2308178" y="2286000"/>
                  <a:pt x="2314575" y="2292397"/>
                  <a:pt x="2314575" y="2300288"/>
                </a:cubicBezTo>
                <a:close/>
                <a:moveTo>
                  <a:pt x="2314575" y="2452688"/>
                </a:moveTo>
                <a:cubicBezTo>
                  <a:pt x="2314575" y="2460578"/>
                  <a:pt x="2308178" y="2466975"/>
                  <a:pt x="2300288" y="2466975"/>
                </a:cubicBezTo>
                <a:cubicBezTo>
                  <a:pt x="2292397" y="2466975"/>
                  <a:pt x="2286000" y="2460578"/>
                  <a:pt x="2286000" y="2452688"/>
                </a:cubicBezTo>
                <a:cubicBezTo>
                  <a:pt x="2286000" y="2444797"/>
                  <a:pt x="2292397" y="2438400"/>
                  <a:pt x="2300288" y="2438400"/>
                </a:cubicBezTo>
                <a:cubicBezTo>
                  <a:pt x="2308178" y="2438400"/>
                  <a:pt x="2314575" y="2444797"/>
                  <a:pt x="2314575" y="2452688"/>
                </a:cubicBezTo>
                <a:close/>
                <a:moveTo>
                  <a:pt x="2314575" y="2605088"/>
                </a:moveTo>
                <a:cubicBezTo>
                  <a:pt x="2314575" y="2612978"/>
                  <a:pt x="2308178" y="2619375"/>
                  <a:pt x="2300288" y="2619375"/>
                </a:cubicBezTo>
                <a:cubicBezTo>
                  <a:pt x="2292397" y="2619375"/>
                  <a:pt x="2286000" y="2612978"/>
                  <a:pt x="2286000" y="2605088"/>
                </a:cubicBezTo>
                <a:cubicBezTo>
                  <a:pt x="2286000" y="2597197"/>
                  <a:pt x="2292397" y="2590800"/>
                  <a:pt x="2300288" y="2590800"/>
                </a:cubicBezTo>
                <a:cubicBezTo>
                  <a:pt x="2308178" y="2590800"/>
                  <a:pt x="2314575" y="2597197"/>
                  <a:pt x="2314575" y="2605088"/>
                </a:cubicBezTo>
                <a:close/>
                <a:moveTo>
                  <a:pt x="2314575" y="2757488"/>
                </a:moveTo>
                <a:cubicBezTo>
                  <a:pt x="2314575" y="2765378"/>
                  <a:pt x="2308178" y="2771775"/>
                  <a:pt x="2300288" y="2771775"/>
                </a:cubicBezTo>
                <a:cubicBezTo>
                  <a:pt x="2292397" y="2771775"/>
                  <a:pt x="2286000" y="2765378"/>
                  <a:pt x="2286000" y="2757488"/>
                </a:cubicBezTo>
                <a:cubicBezTo>
                  <a:pt x="2286000" y="2749597"/>
                  <a:pt x="2292397" y="2743200"/>
                  <a:pt x="2300288" y="2743200"/>
                </a:cubicBezTo>
                <a:cubicBezTo>
                  <a:pt x="2308178" y="2743200"/>
                  <a:pt x="2314575" y="2749597"/>
                  <a:pt x="2314575" y="2757488"/>
                </a:cubicBezTo>
                <a:close/>
                <a:moveTo>
                  <a:pt x="2314575" y="2909888"/>
                </a:moveTo>
                <a:cubicBezTo>
                  <a:pt x="2314575" y="2917778"/>
                  <a:pt x="2308178" y="2924175"/>
                  <a:pt x="2300288" y="2924175"/>
                </a:cubicBezTo>
                <a:cubicBezTo>
                  <a:pt x="2292397" y="2924175"/>
                  <a:pt x="2286000" y="2917778"/>
                  <a:pt x="2286000" y="2909888"/>
                </a:cubicBezTo>
                <a:cubicBezTo>
                  <a:pt x="2286000" y="2901997"/>
                  <a:pt x="2292397" y="2895600"/>
                  <a:pt x="2300288" y="2895600"/>
                </a:cubicBezTo>
                <a:cubicBezTo>
                  <a:pt x="2308178" y="2895600"/>
                  <a:pt x="2314575" y="2901997"/>
                  <a:pt x="2314575" y="2909888"/>
                </a:cubicBezTo>
                <a:close/>
                <a:moveTo>
                  <a:pt x="2314575" y="3062288"/>
                </a:moveTo>
                <a:cubicBezTo>
                  <a:pt x="2314575" y="3070178"/>
                  <a:pt x="2308178" y="3076575"/>
                  <a:pt x="2300288" y="3076575"/>
                </a:cubicBezTo>
                <a:cubicBezTo>
                  <a:pt x="2292397" y="3076575"/>
                  <a:pt x="2286000" y="3070178"/>
                  <a:pt x="2286000" y="3062288"/>
                </a:cubicBezTo>
                <a:cubicBezTo>
                  <a:pt x="2286000" y="3054397"/>
                  <a:pt x="2292397" y="3048000"/>
                  <a:pt x="2300288" y="3048000"/>
                </a:cubicBezTo>
                <a:cubicBezTo>
                  <a:pt x="2308178" y="3048000"/>
                  <a:pt x="2314575" y="3054397"/>
                  <a:pt x="2314575" y="3062288"/>
                </a:cubicBezTo>
                <a:close/>
                <a:moveTo>
                  <a:pt x="2314575" y="3214688"/>
                </a:moveTo>
                <a:cubicBezTo>
                  <a:pt x="2314575" y="3222578"/>
                  <a:pt x="2308178" y="3228975"/>
                  <a:pt x="2300288" y="3228975"/>
                </a:cubicBezTo>
                <a:cubicBezTo>
                  <a:pt x="2292397" y="3228975"/>
                  <a:pt x="2286000" y="3222578"/>
                  <a:pt x="2286000" y="3214688"/>
                </a:cubicBezTo>
                <a:cubicBezTo>
                  <a:pt x="2286000" y="3206797"/>
                  <a:pt x="2292397" y="3200400"/>
                  <a:pt x="2300288" y="3200400"/>
                </a:cubicBezTo>
                <a:cubicBezTo>
                  <a:pt x="2308178" y="3200400"/>
                  <a:pt x="2314575" y="3206797"/>
                  <a:pt x="2314575" y="3214688"/>
                </a:cubicBezTo>
                <a:close/>
                <a:moveTo>
                  <a:pt x="2314575" y="3367088"/>
                </a:moveTo>
                <a:cubicBezTo>
                  <a:pt x="2314575" y="3374978"/>
                  <a:pt x="2308178" y="3381375"/>
                  <a:pt x="2300288" y="3381375"/>
                </a:cubicBezTo>
                <a:cubicBezTo>
                  <a:pt x="2292397" y="3381375"/>
                  <a:pt x="2286000" y="3374978"/>
                  <a:pt x="2286000" y="3367088"/>
                </a:cubicBezTo>
                <a:cubicBezTo>
                  <a:pt x="2286000" y="3359197"/>
                  <a:pt x="2292397" y="3352800"/>
                  <a:pt x="2300288" y="3352800"/>
                </a:cubicBezTo>
                <a:cubicBezTo>
                  <a:pt x="2308178" y="3352800"/>
                  <a:pt x="2314575" y="3359197"/>
                  <a:pt x="2314575" y="3367088"/>
                </a:cubicBezTo>
                <a:close/>
                <a:moveTo>
                  <a:pt x="2314575" y="3519488"/>
                </a:moveTo>
                <a:cubicBezTo>
                  <a:pt x="2314575" y="3527378"/>
                  <a:pt x="2308178" y="3533775"/>
                  <a:pt x="2300288" y="3533775"/>
                </a:cubicBezTo>
                <a:cubicBezTo>
                  <a:pt x="2292397" y="3533775"/>
                  <a:pt x="2286000" y="3527378"/>
                  <a:pt x="2286000" y="3519488"/>
                </a:cubicBezTo>
                <a:cubicBezTo>
                  <a:pt x="2286000" y="3511597"/>
                  <a:pt x="2292397" y="3505200"/>
                  <a:pt x="2300288" y="3505200"/>
                </a:cubicBezTo>
                <a:cubicBezTo>
                  <a:pt x="2308178" y="3505200"/>
                  <a:pt x="2314575" y="3511597"/>
                  <a:pt x="2314575" y="3519488"/>
                </a:cubicBezTo>
                <a:close/>
                <a:moveTo>
                  <a:pt x="2314575" y="3671888"/>
                </a:moveTo>
                <a:cubicBezTo>
                  <a:pt x="2314575" y="3679778"/>
                  <a:pt x="2308178" y="3686175"/>
                  <a:pt x="2300288" y="3686175"/>
                </a:cubicBezTo>
                <a:cubicBezTo>
                  <a:pt x="2292397" y="3686175"/>
                  <a:pt x="2286000" y="3679778"/>
                  <a:pt x="2286000" y="3671888"/>
                </a:cubicBezTo>
                <a:cubicBezTo>
                  <a:pt x="2286000" y="3663997"/>
                  <a:pt x="2292397" y="3657600"/>
                  <a:pt x="2300288" y="3657600"/>
                </a:cubicBezTo>
                <a:cubicBezTo>
                  <a:pt x="2308178" y="3657600"/>
                  <a:pt x="2314575" y="3663997"/>
                  <a:pt x="2314575" y="3671888"/>
                </a:cubicBezTo>
                <a:close/>
                <a:moveTo>
                  <a:pt x="2314575" y="3824288"/>
                </a:moveTo>
                <a:cubicBezTo>
                  <a:pt x="2314575" y="3832178"/>
                  <a:pt x="2308178" y="3838575"/>
                  <a:pt x="2300288" y="3838575"/>
                </a:cubicBezTo>
                <a:cubicBezTo>
                  <a:pt x="2292397" y="3838575"/>
                  <a:pt x="2286000" y="3832178"/>
                  <a:pt x="2286000" y="3824288"/>
                </a:cubicBezTo>
                <a:cubicBezTo>
                  <a:pt x="2286000" y="3816397"/>
                  <a:pt x="2292397" y="3810000"/>
                  <a:pt x="2300288" y="3810000"/>
                </a:cubicBezTo>
                <a:cubicBezTo>
                  <a:pt x="2308178" y="3810000"/>
                  <a:pt x="2314575" y="3816397"/>
                  <a:pt x="2314575" y="3824288"/>
                </a:cubicBezTo>
                <a:close/>
                <a:moveTo>
                  <a:pt x="2314575" y="3976688"/>
                </a:moveTo>
                <a:cubicBezTo>
                  <a:pt x="2314575" y="3984578"/>
                  <a:pt x="2308178" y="3990975"/>
                  <a:pt x="2300288" y="3990975"/>
                </a:cubicBezTo>
                <a:cubicBezTo>
                  <a:pt x="2292397" y="3990975"/>
                  <a:pt x="2286000" y="3984578"/>
                  <a:pt x="2286000" y="3976688"/>
                </a:cubicBezTo>
                <a:cubicBezTo>
                  <a:pt x="2286000" y="3968797"/>
                  <a:pt x="2292397" y="3962400"/>
                  <a:pt x="2300288" y="3962400"/>
                </a:cubicBezTo>
                <a:cubicBezTo>
                  <a:pt x="2308178" y="3962400"/>
                  <a:pt x="2314575" y="3968797"/>
                  <a:pt x="2314575" y="3976688"/>
                </a:cubicBezTo>
                <a:close/>
                <a:moveTo>
                  <a:pt x="2314575" y="4129088"/>
                </a:moveTo>
                <a:cubicBezTo>
                  <a:pt x="2314575" y="4136978"/>
                  <a:pt x="2308178" y="4143375"/>
                  <a:pt x="2300288" y="4143375"/>
                </a:cubicBezTo>
                <a:cubicBezTo>
                  <a:pt x="2292397" y="4143375"/>
                  <a:pt x="2286000" y="4136978"/>
                  <a:pt x="2286000" y="4129088"/>
                </a:cubicBezTo>
                <a:cubicBezTo>
                  <a:pt x="2286000" y="4121197"/>
                  <a:pt x="2292397" y="4114800"/>
                  <a:pt x="2300288" y="4114800"/>
                </a:cubicBezTo>
                <a:cubicBezTo>
                  <a:pt x="2308178" y="4114800"/>
                  <a:pt x="2314575" y="4121197"/>
                  <a:pt x="2314575" y="4129088"/>
                </a:cubicBezTo>
                <a:close/>
                <a:moveTo>
                  <a:pt x="2314575" y="4281488"/>
                </a:moveTo>
                <a:cubicBezTo>
                  <a:pt x="2314575" y="4289378"/>
                  <a:pt x="2308178" y="4295775"/>
                  <a:pt x="2300288" y="4295775"/>
                </a:cubicBezTo>
                <a:cubicBezTo>
                  <a:pt x="2292397" y="4295775"/>
                  <a:pt x="2286000" y="4289378"/>
                  <a:pt x="2286000" y="4281488"/>
                </a:cubicBezTo>
                <a:cubicBezTo>
                  <a:pt x="2286000" y="4273597"/>
                  <a:pt x="2292397" y="4267200"/>
                  <a:pt x="2300288" y="4267200"/>
                </a:cubicBezTo>
                <a:cubicBezTo>
                  <a:pt x="2308178" y="4267200"/>
                  <a:pt x="2314575" y="4273597"/>
                  <a:pt x="2314575" y="4281488"/>
                </a:cubicBezTo>
                <a:close/>
                <a:moveTo>
                  <a:pt x="2314575" y="4433888"/>
                </a:moveTo>
                <a:cubicBezTo>
                  <a:pt x="2314575" y="4441778"/>
                  <a:pt x="2308178" y="4448175"/>
                  <a:pt x="2300288" y="4448175"/>
                </a:cubicBezTo>
                <a:cubicBezTo>
                  <a:pt x="2292397" y="4448175"/>
                  <a:pt x="2286000" y="4441778"/>
                  <a:pt x="2286000" y="4433888"/>
                </a:cubicBezTo>
                <a:cubicBezTo>
                  <a:pt x="2286000" y="4425997"/>
                  <a:pt x="2292397" y="4419600"/>
                  <a:pt x="2300288" y="4419600"/>
                </a:cubicBezTo>
                <a:cubicBezTo>
                  <a:pt x="2308178" y="4419600"/>
                  <a:pt x="2314575" y="4425997"/>
                  <a:pt x="2314575" y="4433888"/>
                </a:cubicBezTo>
                <a:close/>
                <a:moveTo>
                  <a:pt x="2314575" y="4586288"/>
                </a:moveTo>
                <a:cubicBezTo>
                  <a:pt x="2314575" y="4594178"/>
                  <a:pt x="2308178" y="4600575"/>
                  <a:pt x="2300288" y="4600575"/>
                </a:cubicBezTo>
                <a:cubicBezTo>
                  <a:pt x="2292397" y="4600575"/>
                  <a:pt x="2286000" y="4594178"/>
                  <a:pt x="2286000" y="4586288"/>
                </a:cubicBezTo>
                <a:cubicBezTo>
                  <a:pt x="2286000" y="4578397"/>
                  <a:pt x="2292397" y="4572000"/>
                  <a:pt x="2300288" y="4572000"/>
                </a:cubicBezTo>
                <a:cubicBezTo>
                  <a:pt x="2308178" y="4572000"/>
                  <a:pt x="2314575" y="4578397"/>
                  <a:pt x="2314575" y="4586288"/>
                </a:cubicBezTo>
                <a:close/>
                <a:moveTo>
                  <a:pt x="2314575" y="4738688"/>
                </a:moveTo>
                <a:cubicBezTo>
                  <a:pt x="2314575" y="4746578"/>
                  <a:pt x="2308178" y="4752975"/>
                  <a:pt x="2300288" y="4752975"/>
                </a:cubicBezTo>
                <a:cubicBezTo>
                  <a:pt x="2292397" y="4752975"/>
                  <a:pt x="2286000" y="4746578"/>
                  <a:pt x="2286000" y="4738688"/>
                </a:cubicBezTo>
                <a:cubicBezTo>
                  <a:pt x="2286000" y="4730797"/>
                  <a:pt x="2292397" y="4724400"/>
                  <a:pt x="2300288" y="4724400"/>
                </a:cubicBezTo>
                <a:cubicBezTo>
                  <a:pt x="2308178" y="4724400"/>
                  <a:pt x="2314575" y="4730797"/>
                  <a:pt x="2314575" y="4738688"/>
                </a:cubicBezTo>
                <a:close/>
                <a:moveTo>
                  <a:pt x="2466975" y="14288"/>
                </a:moveTo>
                <a:cubicBezTo>
                  <a:pt x="2466975" y="22178"/>
                  <a:pt x="2460578" y="28575"/>
                  <a:pt x="2452688" y="28575"/>
                </a:cubicBezTo>
                <a:cubicBezTo>
                  <a:pt x="2444797" y="28575"/>
                  <a:pt x="2438400" y="22178"/>
                  <a:pt x="2438400" y="14288"/>
                </a:cubicBezTo>
                <a:cubicBezTo>
                  <a:pt x="2438400" y="6397"/>
                  <a:pt x="2444797" y="0"/>
                  <a:pt x="2452688" y="0"/>
                </a:cubicBezTo>
                <a:cubicBezTo>
                  <a:pt x="2460578" y="0"/>
                  <a:pt x="2466975" y="6397"/>
                  <a:pt x="2466975" y="14288"/>
                </a:cubicBezTo>
                <a:close/>
                <a:moveTo>
                  <a:pt x="2466975" y="166688"/>
                </a:moveTo>
                <a:cubicBezTo>
                  <a:pt x="2466975" y="174578"/>
                  <a:pt x="2460578" y="180975"/>
                  <a:pt x="2452688" y="180975"/>
                </a:cubicBezTo>
                <a:cubicBezTo>
                  <a:pt x="2444797" y="180975"/>
                  <a:pt x="2438400" y="174578"/>
                  <a:pt x="2438400" y="166688"/>
                </a:cubicBezTo>
                <a:cubicBezTo>
                  <a:pt x="2438400" y="158797"/>
                  <a:pt x="2444797" y="152400"/>
                  <a:pt x="2452688" y="152400"/>
                </a:cubicBezTo>
                <a:cubicBezTo>
                  <a:pt x="2460578" y="152400"/>
                  <a:pt x="2466975" y="158797"/>
                  <a:pt x="2466975" y="166688"/>
                </a:cubicBezTo>
                <a:close/>
                <a:moveTo>
                  <a:pt x="2466975" y="319088"/>
                </a:moveTo>
                <a:cubicBezTo>
                  <a:pt x="2466975" y="326978"/>
                  <a:pt x="2460578" y="333375"/>
                  <a:pt x="2452688" y="333375"/>
                </a:cubicBezTo>
                <a:cubicBezTo>
                  <a:pt x="2444797" y="333375"/>
                  <a:pt x="2438400" y="326978"/>
                  <a:pt x="2438400" y="319088"/>
                </a:cubicBezTo>
                <a:cubicBezTo>
                  <a:pt x="2438400" y="311197"/>
                  <a:pt x="2444797" y="304800"/>
                  <a:pt x="2452688" y="304800"/>
                </a:cubicBezTo>
                <a:cubicBezTo>
                  <a:pt x="2460578" y="304800"/>
                  <a:pt x="2466975" y="311197"/>
                  <a:pt x="2466975" y="319088"/>
                </a:cubicBezTo>
                <a:close/>
                <a:moveTo>
                  <a:pt x="2466975" y="471488"/>
                </a:moveTo>
                <a:cubicBezTo>
                  <a:pt x="2466975" y="479378"/>
                  <a:pt x="2460578" y="485775"/>
                  <a:pt x="2452688" y="485775"/>
                </a:cubicBezTo>
                <a:cubicBezTo>
                  <a:pt x="2444797" y="485775"/>
                  <a:pt x="2438400" y="479378"/>
                  <a:pt x="2438400" y="471488"/>
                </a:cubicBezTo>
                <a:cubicBezTo>
                  <a:pt x="2438400" y="463597"/>
                  <a:pt x="2444797" y="457200"/>
                  <a:pt x="2452688" y="457200"/>
                </a:cubicBezTo>
                <a:cubicBezTo>
                  <a:pt x="2460578" y="457200"/>
                  <a:pt x="2466975" y="463597"/>
                  <a:pt x="2466975" y="471488"/>
                </a:cubicBezTo>
                <a:close/>
                <a:moveTo>
                  <a:pt x="2466975" y="623888"/>
                </a:moveTo>
                <a:cubicBezTo>
                  <a:pt x="2466975" y="631778"/>
                  <a:pt x="2460578" y="638175"/>
                  <a:pt x="2452688" y="638175"/>
                </a:cubicBezTo>
                <a:cubicBezTo>
                  <a:pt x="2444797" y="638175"/>
                  <a:pt x="2438400" y="631778"/>
                  <a:pt x="2438400" y="623888"/>
                </a:cubicBezTo>
                <a:cubicBezTo>
                  <a:pt x="2438400" y="615997"/>
                  <a:pt x="2444797" y="609600"/>
                  <a:pt x="2452688" y="609600"/>
                </a:cubicBezTo>
                <a:cubicBezTo>
                  <a:pt x="2460578" y="609600"/>
                  <a:pt x="2466975" y="615997"/>
                  <a:pt x="2466975" y="623888"/>
                </a:cubicBezTo>
                <a:close/>
                <a:moveTo>
                  <a:pt x="2466975" y="776288"/>
                </a:moveTo>
                <a:cubicBezTo>
                  <a:pt x="2466975" y="784178"/>
                  <a:pt x="2460578" y="790575"/>
                  <a:pt x="2452688" y="790575"/>
                </a:cubicBezTo>
                <a:cubicBezTo>
                  <a:pt x="2444797" y="790575"/>
                  <a:pt x="2438400" y="784178"/>
                  <a:pt x="2438400" y="776288"/>
                </a:cubicBezTo>
                <a:cubicBezTo>
                  <a:pt x="2438400" y="768397"/>
                  <a:pt x="2444797" y="762000"/>
                  <a:pt x="2452688" y="762000"/>
                </a:cubicBezTo>
                <a:cubicBezTo>
                  <a:pt x="2460578" y="762000"/>
                  <a:pt x="2466975" y="768397"/>
                  <a:pt x="2466975" y="776288"/>
                </a:cubicBezTo>
                <a:close/>
                <a:moveTo>
                  <a:pt x="2466975" y="928688"/>
                </a:moveTo>
                <a:cubicBezTo>
                  <a:pt x="2466975" y="936578"/>
                  <a:pt x="2460578" y="942975"/>
                  <a:pt x="2452688" y="942975"/>
                </a:cubicBezTo>
                <a:cubicBezTo>
                  <a:pt x="2444797" y="942975"/>
                  <a:pt x="2438400" y="936578"/>
                  <a:pt x="2438400" y="928688"/>
                </a:cubicBezTo>
                <a:cubicBezTo>
                  <a:pt x="2438400" y="920797"/>
                  <a:pt x="2444797" y="914400"/>
                  <a:pt x="2452688" y="914400"/>
                </a:cubicBezTo>
                <a:cubicBezTo>
                  <a:pt x="2460578" y="914400"/>
                  <a:pt x="2466975" y="920797"/>
                  <a:pt x="2466975" y="928688"/>
                </a:cubicBezTo>
                <a:close/>
                <a:moveTo>
                  <a:pt x="2466975" y="1081088"/>
                </a:moveTo>
                <a:cubicBezTo>
                  <a:pt x="2466975" y="1088978"/>
                  <a:pt x="2460578" y="1095375"/>
                  <a:pt x="2452688" y="1095375"/>
                </a:cubicBezTo>
                <a:cubicBezTo>
                  <a:pt x="2444797" y="1095375"/>
                  <a:pt x="2438400" y="1088978"/>
                  <a:pt x="2438400" y="1081088"/>
                </a:cubicBezTo>
                <a:cubicBezTo>
                  <a:pt x="2438400" y="1073197"/>
                  <a:pt x="2444797" y="1066800"/>
                  <a:pt x="2452688" y="1066800"/>
                </a:cubicBezTo>
                <a:cubicBezTo>
                  <a:pt x="2460578" y="1066800"/>
                  <a:pt x="2466975" y="1073197"/>
                  <a:pt x="2466975" y="1081088"/>
                </a:cubicBezTo>
                <a:close/>
                <a:moveTo>
                  <a:pt x="2466975" y="1233488"/>
                </a:moveTo>
                <a:cubicBezTo>
                  <a:pt x="2466975" y="1241378"/>
                  <a:pt x="2460578" y="1247775"/>
                  <a:pt x="2452688" y="1247775"/>
                </a:cubicBezTo>
                <a:cubicBezTo>
                  <a:pt x="2444797" y="1247775"/>
                  <a:pt x="2438400" y="1241378"/>
                  <a:pt x="2438400" y="1233488"/>
                </a:cubicBezTo>
                <a:cubicBezTo>
                  <a:pt x="2438400" y="1225597"/>
                  <a:pt x="2444797" y="1219200"/>
                  <a:pt x="2452688" y="1219200"/>
                </a:cubicBezTo>
                <a:cubicBezTo>
                  <a:pt x="2460578" y="1219200"/>
                  <a:pt x="2466975" y="1225597"/>
                  <a:pt x="2466975" y="1233488"/>
                </a:cubicBezTo>
                <a:close/>
                <a:moveTo>
                  <a:pt x="2466975" y="1385888"/>
                </a:moveTo>
                <a:cubicBezTo>
                  <a:pt x="2466975" y="1393778"/>
                  <a:pt x="2460578" y="1400175"/>
                  <a:pt x="2452688" y="1400175"/>
                </a:cubicBezTo>
                <a:cubicBezTo>
                  <a:pt x="2444797" y="1400175"/>
                  <a:pt x="2438400" y="1393778"/>
                  <a:pt x="2438400" y="1385888"/>
                </a:cubicBezTo>
                <a:cubicBezTo>
                  <a:pt x="2438400" y="1377997"/>
                  <a:pt x="2444797" y="1371600"/>
                  <a:pt x="2452688" y="1371600"/>
                </a:cubicBezTo>
                <a:cubicBezTo>
                  <a:pt x="2460578" y="1371600"/>
                  <a:pt x="2466975" y="1377997"/>
                  <a:pt x="2466975" y="1385888"/>
                </a:cubicBezTo>
                <a:close/>
                <a:moveTo>
                  <a:pt x="2466975" y="1538288"/>
                </a:moveTo>
                <a:cubicBezTo>
                  <a:pt x="2466975" y="1546178"/>
                  <a:pt x="2460578" y="1552575"/>
                  <a:pt x="2452688" y="1552575"/>
                </a:cubicBezTo>
                <a:cubicBezTo>
                  <a:pt x="2444797" y="1552575"/>
                  <a:pt x="2438400" y="1546178"/>
                  <a:pt x="2438400" y="1538288"/>
                </a:cubicBezTo>
                <a:cubicBezTo>
                  <a:pt x="2438400" y="1530397"/>
                  <a:pt x="2444797" y="1524000"/>
                  <a:pt x="2452688" y="1524000"/>
                </a:cubicBezTo>
                <a:cubicBezTo>
                  <a:pt x="2460578" y="1524000"/>
                  <a:pt x="2466975" y="1530397"/>
                  <a:pt x="2466975" y="1538288"/>
                </a:cubicBezTo>
                <a:close/>
                <a:moveTo>
                  <a:pt x="2466975" y="1690688"/>
                </a:moveTo>
                <a:cubicBezTo>
                  <a:pt x="2466975" y="1698578"/>
                  <a:pt x="2460578" y="1704975"/>
                  <a:pt x="2452688" y="1704975"/>
                </a:cubicBezTo>
                <a:cubicBezTo>
                  <a:pt x="2444797" y="1704975"/>
                  <a:pt x="2438400" y="1698578"/>
                  <a:pt x="2438400" y="1690688"/>
                </a:cubicBezTo>
                <a:cubicBezTo>
                  <a:pt x="2438400" y="1682797"/>
                  <a:pt x="2444797" y="1676400"/>
                  <a:pt x="2452688" y="1676400"/>
                </a:cubicBezTo>
                <a:cubicBezTo>
                  <a:pt x="2460578" y="1676400"/>
                  <a:pt x="2466975" y="1682797"/>
                  <a:pt x="2466975" y="1690688"/>
                </a:cubicBezTo>
                <a:close/>
                <a:moveTo>
                  <a:pt x="2466975" y="1843088"/>
                </a:moveTo>
                <a:cubicBezTo>
                  <a:pt x="2466975" y="1850978"/>
                  <a:pt x="2460578" y="1857375"/>
                  <a:pt x="2452688" y="1857375"/>
                </a:cubicBezTo>
                <a:cubicBezTo>
                  <a:pt x="2444797" y="1857375"/>
                  <a:pt x="2438400" y="1850978"/>
                  <a:pt x="2438400" y="1843088"/>
                </a:cubicBezTo>
                <a:cubicBezTo>
                  <a:pt x="2438400" y="1835197"/>
                  <a:pt x="2444797" y="1828800"/>
                  <a:pt x="2452688" y="1828800"/>
                </a:cubicBezTo>
                <a:cubicBezTo>
                  <a:pt x="2460578" y="1828800"/>
                  <a:pt x="2466975" y="1835197"/>
                  <a:pt x="2466975" y="1843088"/>
                </a:cubicBezTo>
                <a:close/>
                <a:moveTo>
                  <a:pt x="2466975" y="1995488"/>
                </a:moveTo>
                <a:cubicBezTo>
                  <a:pt x="2466975" y="2003378"/>
                  <a:pt x="2460578" y="2009775"/>
                  <a:pt x="2452688" y="2009775"/>
                </a:cubicBezTo>
                <a:cubicBezTo>
                  <a:pt x="2444797" y="2009775"/>
                  <a:pt x="2438400" y="2003378"/>
                  <a:pt x="2438400" y="1995488"/>
                </a:cubicBezTo>
                <a:cubicBezTo>
                  <a:pt x="2438400" y="1987597"/>
                  <a:pt x="2444797" y="1981200"/>
                  <a:pt x="2452688" y="1981200"/>
                </a:cubicBezTo>
                <a:cubicBezTo>
                  <a:pt x="2460578" y="1981200"/>
                  <a:pt x="2466975" y="1987597"/>
                  <a:pt x="2466975" y="1995488"/>
                </a:cubicBezTo>
                <a:close/>
                <a:moveTo>
                  <a:pt x="2466975" y="2147888"/>
                </a:moveTo>
                <a:cubicBezTo>
                  <a:pt x="2466975" y="2155778"/>
                  <a:pt x="2460578" y="2162175"/>
                  <a:pt x="2452688" y="2162175"/>
                </a:cubicBezTo>
                <a:cubicBezTo>
                  <a:pt x="2444797" y="2162175"/>
                  <a:pt x="2438400" y="2155778"/>
                  <a:pt x="2438400" y="2147888"/>
                </a:cubicBezTo>
                <a:cubicBezTo>
                  <a:pt x="2438400" y="2139997"/>
                  <a:pt x="2444797" y="2133600"/>
                  <a:pt x="2452688" y="2133600"/>
                </a:cubicBezTo>
                <a:cubicBezTo>
                  <a:pt x="2460578" y="2133600"/>
                  <a:pt x="2466975" y="2139997"/>
                  <a:pt x="2466975" y="2147888"/>
                </a:cubicBezTo>
                <a:close/>
                <a:moveTo>
                  <a:pt x="2466975" y="2300288"/>
                </a:moveTo>
                <a:cubicBezTo>
                  <a:pt x="2466975" y="2308178"/>
                  <a:pt x="2460578" y="2314575"/>
                  <a:pt x="2452688" y="2314575"/>
                </a:cubicBezTo>
                <a:cubicBezTo>
                  <a:pt x="2444797" y="2314575"/>
                  <a:pt x="2438400" y="2308178"/>
                  <a:pt x="2438400" y="2300288"/>
                </a:cubicBezTo>
                <a:cubicBezTo>
                  <a:pt x="2438400" y="2292397"/>
                  <a:pt x="2444797" y="2286000"/>
                  <a:pt x="2452688" y="2286000"/>
                </a:cubicBezTo>
                <a:cubicBezTo>
                  <a:pt x="2460578" y="2286000"/>
                  <a:pt x="2466975" y="2292397"/>
                  <a:pt x="2466975" y="2300288"/>
                </a:cubicBezTo>
                <a:close/>
                <a:moveTo>
                  <a:pt x="2466975" y="2452688"/>
                </a:moveTo>
                <a:cubicBezTo>
                  <a:pt x="2466975" y="2460578"/>
                  <a:pt x="2460578" y="2466975"/>
                  <a:pt x="2452688" y="2466975"/>
                </a:cubicBezTo>
                <a:cubicBezTo>
                  <a:pt x="2444797" y="2466975"/>
                  <a:pt x="2438400" y="2460578"/>
                  <a:pt x="2438400" y="2452688"/>
                </a:cubicBezTo>
                <a:cubicBezTo>
                  <a:pt x="2438400" y="2444797"/>
                  <a:pt x="2444797" y="2438400"/>
                  <a:pt x="2452688" y="2438400"/>
                </a:cubicBezTo>
                <a:cubicBezTo>
                  <a:pt x="2460578" y="2438400"/>
                  <a:pt x="2466975" y="2444797"/>
                  <a:pt x="2466975" y="2452688"/>
                </a:cubicBezTo>
                <a:close/>
                <a:moveTo>
                  <a:pt x="2466975" y="2605088"/>
                </a:moveTo>
                <a:cubicBezTo>
                  <a:pt x="2466975" y="2612978"/>
                  <a:pt x="2460578" y="2619375"/>
                  <a:pt x="2452688" y="2619375"/>
                </a:cubicBezTo>
                <a:cubicBezTo>
                  <a:pt x="2444797" y="2619375"/>
                  <a:pt x="2438400" y="2612978"/>
                  <a:pt x="2438400" y="2605088"/>
                </a:cubicBezTo>
                <a:cubicBezTo>
                  <a:pt x="2438400" y="2597197"/>
                  <a:pt x="2444797" y="2590800"/>
                  <a:pt x="2452688" y="2590800"/>
                </a:cubicBezTo>
                <a:cubicBezTo>
                  <a:pt x="2460578" y="2590800"/>
                  <a:pt x="2466975" y="2597197"/>
                  <a:pt x="2466975" y="2605088"/>
                </a:cubicBezTo>
                <a:close/>
                <a:moveTo>
                  <a:pt x="2466975" y="2757488"/>
                </a:moveTo>
                <a:cubicBezTo>
                  <a:pt x="2466975" y="2765378"/>
                  <a:pt x="2460578" y="2771775"/>
                  <a:pt x="2452688" y="2771775"/>
                </a:cubicBezTo>
                <a:cubicBezTo>
                  <a:pt x="2444797" y="2771775"/>
                  <a:pt x="2438400" y="2765378"/>
                  <a:pt x="2438400" y="2757488"/>
                </a:cubicBezTo>
                <a:cubicBezTo>
                  <a:pt x="2438400" y="2749597"/>
                  <a:pt x="2444797" y="2743200"/>
                  <a:pt x="2452688" y="2743200"/>
                </a:cubicBezTo>
                <a:cubicBezTo>
                  <a:pt x="2460578" y="2743200"/>
                  <a:pt x="2466975" y="2749597"/>
                  <a:pt x="2466975" y="2757488"/>
                </a:cubicBezTo>
                <a:close/>
                <a:moveTo>
                  <a:pt x="2466975" y="2909888"/>
                </a:moveTo>
                <a:cubicBezTo>
                  <a:pt x="2466975" y="2917778"/>
                  <a:pt x="2460578" y="2924175"/>
                  <a:pt x="2452688" y="2924175"/>
                </a:cubicBezTo>
                <a:cubicBezTo>
                  <a:pt x="2444797" y="2924175"/>
                  <a:pt x="2438400" y="2917778"/>
                  <a:pt x="2438400" y="2909888"/>
                </a:cubicBezTo>
                <a:cubicBezTo>
                  <a:pt x="2438400" y="2901997"/>
                  <a:pt x="2444797" y="2895600"/>
                  <a:pt x="2452688" y="2895600"/>
                </a:cubicBezTo>
                <a:cubicBezTo>
                  <a:pt x="2460578" y="2895600"/>
                  <a:pt x="2466975" y="2901997"/>
                  <a:pt x="2466975" y="2909888"/>
                </a:cubicBezTo>
                <a:close/>
                <a:moveTo>
                  <a:pt x="2466975" y="3062288"/>
                </a:moveTo>
                <a:cubicBezTo>
                  <a:pt x="2466975" y="3070178"/>
                  <a:pt x="2460578" y="3076575"/>
                  <a:pt x="2452688" y="3076575"/>
                </a:cubicBezTo>
                <a:cubicBezTo>
                  <a:pt x="2444797" y="3076575"/>
                  <a:pt x="2438400" y="3070178"/>
                  <a:pt x="2438400" y="3062288"/>
                </a:cubicBezTo>
                <a:cubicBezTo>
                  <a:pt x="2438400" y="3054397"/>
                  <a:pt x="2444797" y="3048000"/>
                  <a:pt x="2452688" y="3048000"/>
                </a:cubicBezTo>
                <a:cubicBezTo>
                  <a:pt x="2460578" y="3048000"/>
                  <a:pt x="2466975" y="3054397"/>
                  <a:pt x="2466975" y="3062288"/>
                </a:cubicBezTo>
                <a:close/>
                <a:moveTo>
                  <a:pt x="2466975" y="3214688"/>
                </a:moveTo>
                <a:cubicBezTo>
                  <a:pt x="2466975" y="3222578"/>
                  <a:pt x="2460578" y="3228975"/>
                  <a:pt x="2452688" y="3228975"/>
                </a:cubicBezTo>
                <a:cubicBezTo>
                  <a:pt x="2444797" y="3228975"/>
                  <a:pt x="2438400" y="3222578"/>
                  <a:pt x="2438400" y="3214688"/>
                </a:cubicBezTo>
                <a:cubicBezTo>
                  <a:pt x="2438400" y="3206797"/>
                  <a:pt x="2444797" y="3200400"/>
                  <a:pt x="2452688" y="3200400"/>
                </a:cubicBezTo>
                <a:cubicBezTo>
                  <a:pt x="2460578" y="3200400"/>
                  <a:pt x="2466975" y="3206797"/>
                  <a:pt x="2466975" y="3214688"/>
                </a:cubicBezTo>
                <a:close/>
                <a:moveTo>
                  <a:pt x="2466975" y="3367088"/>
                </a:moveTo>
                <a:cubicBezTo>
                  <a:pt x="2466975" y="3374978"/>
                  <a:pt x="2460578" y="3381375"/>
                  <a:pt x="2452688" y="3381375"/>
                </a:cubicBezTo>
                <a:cubicBezTo>
                  <a:pt x="2444797" y="3381375"/>
                  <a:pt x="2438400" y="3374978"/>
                  <a:pt x="2438400" y="3367088"/>
                </a:cubicBezTo>
                <a:cubicBezTo>
                  <a:pt x="2438400" y="3359197"/>
                  <a:pt x="2444797" y="3352800"/>
                  <a:pt x="2452688" y="3352800"/>
                </a:cubicBezTo>
                <a:cubicBezTo>
                  <a:pt x="2460578" y="3352800"/>
                  <a:pt x="2466975" y="3359197"/>
                  <a:pt x="2466975" y="3367088"/>
                </a:cubicBezTo>
                <a:close/>
                <a:moveTo>
                  <a:pt x="2466975" y="3519488"/>
                </a:moveTo>
                <a:cubicBezTo>
                  <a:pt x="2466975" y="3527378"/>
                  <a:pt x="2460578" y="3533775"/>
                  <a:pt x="2452688" y="3533775"/>
                </a:cubicBezTo>
                <a:cubicBezTo>
                  <a:pt x="2444797" y="3533775"/>
                  <a:pt x="2438400" y="3527378"/>
                  <a:pt x="2438400" y="3519488"/>
                </a:cubicBezTo>
                <a:cubicBezTo>
                  <a:pt x="2438400" y="3511597"/>
                  <a:pt x="2444797" y="3505200"/>
                  <a:pt x="2452688" y="3505200"/>
                </a:cubicBezTo>
                <a:cubicBezTo>
                  <a:pt x="2460578" y="3505200"/>
                  <a:pt x="2466975" y="3511597"/>
                  <a:pt x="2466975" y="3519488"/>
                </a:cubicBezTo>
                <a:close/>
                <a:moveTo>
                  <a:pt x="2466975" y="3671888"/>
                </a:moveTo>
                <a:cubicBezTo>
                  <a:pt x="2466975" y="3679778"/>
                  <a:pt x="2460578" y="3686175"/>
                  <a:pt x="2452688" y="3686175"/>
                </a:cubicBezTo>
                <a:cubicBezTo>
                  <a:pt x="2444797" y="3686175"/>
                  <a:pt x="2438400" y="3679778"/>
                  <a:pt x="2438400" y="3671888"/>
                </a:cubicBezTo>
                <a:cubicBezTo>
                  <a:pt x="2438400" y="3663997"/>
                  <a:pt x="2444797" y="3657600"/>
                  <a:pt x="2452688" y="3657600"/>
                </a:cubicBezTo>
                <a:cubicBezTo>
                  <a:pt x="2460578" y="3657600"/>
                  <a:pt x="2466975" y="3663997"/>
                  <a:pt x="2466975" y="3671888"/>
                </a:cubicBezTo>
                <a:close/>
                <a:moveTo>
                  <a:pt x="2466975" y="3824288"/>
                </a:moveTo>
                <a:cubicBezTo>
                  <a:pt x="2466975" y="3832178"/>
                  <a:pt x="2460578" y="3838575"/>
                  <a:pt x="2452688" y="3838575"/>
                </a:cubicBezTo>
                <a:cubicBezTo>
                  <a:pt x="2444797" y="3838575"/>
                  <a:pt x="2438400" y="3832178"/>
                  <a:pt x="2438400" y="3824288"/>
                </a:cubicBezTo>
                <a:cubicBezTo>
                  <a:pt x="2438400" y="3816397"/>
                  <a:pt x="2444797" y="3810000"/>
                  <a:pt x="2452688" y="3810000"/>
                </a:cubicBezTo>
                <a:cubicBezTo>
                  <a:pt x="2460578" y="3810000"/>
                  <a:pt x="2466975" y="3816397"/>
                  <a:pt x="2466975" y="3824288"/>
                </a:cubicBezTo>
                <a:close/>
                <a:moveTo>
                  <a:pt x="2466975" y="3976688"/>
                </a:moveTo>
                <a:cubicBezTo>
                  <a:pt x="2466975" y="3984578"/>
                  <a:pt x="2460578" y="3990975"/>
                  <a:pt x="2452688" y="3990975"/>
                </a:cubicBezTo>
                <a:cubicBezTo>
                  <a:pt x="2444797" y="3990975"/>
                  <a:pt x="2438400" y="3984578"/>
                  <a:pt x="2438400" y="3976688"/>
                </a:cubicBezTo>
                <a:cubicBezTo>
                  <a:pt x="2438400" y="3968797"/>
                  <a:pt x="2444797" y="3962400"/>
                  <a:pt x="2452688" y="3962400"/>
                </a:cubicBezTo>
                <a:cubicBezTo>
                  <a:pt x="2460578" y="3962400"/>
                  <a:pt x="2466975" y="3968797"/>
                  <a:pt x="2466975" y="3976688"/>
                </a:cubicBezTo>
                <a:close/>
                <a:moveTo>
                  <a:pt x="2466975" y="4129088"/>
                </a:moveTo>
                <a:cubicBezTo>
                  <a:pt x="2466975" y="4136978"/>
                  <a:pt x="2460578" y="4143375"/>
                  <a:pt x="2452688" y="4143375"/>
                </a:cubicBezTo>
                <a:cubicBezTo>
                  <a:pt x="2444797" y="4143375"/>
                  <a:pt x="2438400" y="4136978"/>
                  <a:pt x="2438400" y="4129088"/>
                </a:cubicBezTo>
                <a:cubicBezTo>
                  <a:pt x="2438400" y="4121197"/>
                  <a:pt x="2444797" y="4114800"/>
                  <a:pt x="2452688" y="4114800"/>
                </a:cubicBezTo>
                <a:cubicBezTo>
                  <a:pt x="2460578" y="4114800"/>
                  <a:pt x="2466975" y="4121197"/>
                  <a:pt x="2466975" y="4129088"/>
                </a:cubicBezTo>
                <a:close/>
                <a:moveTo>
                  <a:pt x="2466975" y="4281488"/>
                </a:moveTo>
                <a:cubicBezTo>
                  <a:pt x="2466975" y="4289378"/>
                  <a:pt x="2460578" y="4295775"/>
                  <a:pt x="2452688" y="4295775"/>
                </a:cubicBezTo>
                <a:cubicBezTo>
                  <a:pt x="2444797" y="4295775"/>
                  <a:pt x="2438400" y="4289378"/>
                  <a:pt x="2438400" y="4281488"/>
                </a:cubicBezTo>
                <a:cubicBezTo>
                  <a:pt x="2438400" y="4273597"/>
                  <a:pt x="2444797" y="4267200"/>
                  <a:pt x="2452688" y="4267200"/>
                </a:cubicBezTo>
                <a:cubicBezTo>
                  <a:pt x="2460578" y="4267200"/>
                  <a:pt x="2466975" y="4273597"/>
                  <a:pt x="2466975" y="4281488"/>
                </a:cubicBezTo>
                <a:close/>
                <a:moveTo>
                  <a:pt x="2466975" y="4433888"/>
                </a:moveTo>
                <a:cubicBezTo>
                  <a:pt x="2466975" y="4441778"/>
                  <a:pt x="2460578" y="4448175"/>
                  <a:pt x="2452688" y="4448175"/>
                </a:cubicBezTo>
                <a:cubicBezTo>
                  <a:pt x="2444797" y="4448175"/>
                  <a:pt x="2438400" y="4441778"/>
                  <a:pt x="2438400" y="4433888"/>
                </a:cubicBezTo>
                <a:cubicBezTo>
                  <a:pt x="2438400" y="4425997"/>
                  <a:pt x="2444797" y="4419600"/>
                  <a:pt x="2452688" y="4419600"/>
                </a:cubicBezTo>
                <a:cubicBezTo>
                  <a:pt x="2460578" y="4419600"/>
                  <a:pt x="2466975" y="4425997"/>
                  <a:pt x="2466975" y="4433888"/>
                </a:cubicBezTo>
                <a:close/>
                <a:moveTo>
                  <a:pt x="2466975" y="4586288"/>
                </a:moveTo>
                <a:cubicBezTo>
                  <a:pt x="2466975" y="4594178"/>
                  <a:pt x="2460578" y="4600575"/>
                  <a:pt x="2452688" y="4600575"/>
                </a:cubicBezTo>
                <a:cubicBezTo>
                  <a:pt x="2444797" y="4600575"/>
                  <a:pt x="2438400" y="4594178"/>
                  <a:pt x="2438400" y="4586288"/>
                </a:cubicBezTo>
                <a:cubicBezTo>
                  <a:pt x="2438400" y="4578397"/>
                  <a:pt x="2444797" y="4572000"/>
                  <a:pt x="2452688" y="4572000"/>
                </a:cubicBezTo>
                <a:cubicBezTo>
                  <a:pt x="2460578" y="4572000"/>
                  <a:pt x="2466975" y="4578397"/>
                  <a:pt x="2466975" y="4586288"/>
                </a:cubicBezTo>
                <a:close/>
                <a:moveTo>
                  <a:pt x="2466975" y="4738688"/>
                </a:moveTo>
                <a:cubicBezTo>
                  <a:pt x="2466975" y="4746578"/>
                  <a:pt x="2460578" y="4752975"/>
                  <a:pt x="2452688" y="4752975"/>
                </a:cubicBezTo>
                <a:cubicBezTo>
                  <a:pt x="2444797" y="4752975"/>
                  <a:pt x="2438400" y="4746578"/>
                  <a:pt x="2438400" y="4738688"/>
                </a:cubicBezTo>
                <a:cubicBezTo>
                  <a:pt x="2438400" y="4730797"/>
                  <a:pt x="2444797" y="4724400"/>
                  <a:pt x="2452688" y="4724400"/>
                </a:cubicBezTo>
                <a:cubicBezTo>
                  <a:pt x="2460578" y="4724400"/>
                  <a:pt x="2466975" y="4730797"/>
                  <a:pt x="2466975" y="4738688"/>
                </a:cubicBezTo>
                <a:close/>
                <a:moveTo>
                  <a:pt x="2619375" y="14288"/>
                </a:moveTo>
                <a:cubicBezTo>
                  <a:pt x="2619375" y="22178"/>
                  <a:pt x="2612978" y="28575"/>
                  <a:pt x="2605088" y="28575"/>
                </a:cubicBezTo>
                <a:cubicBezTo>
                  <a:pt x="2597197" y="28575"/>
                  <a:pt x="2590800" y="22178"/>
                  <a:pt x="2590800" y="14288"/>
                </a:cubicBezTo>
                <a:cubicBezTo>
                  <a:pt x="2590800" y="6397"/>
                  <a:pt x="2597197" y="0"/>
                  <a:pt x="2605088" y="0"/>
                </a:cubicBezTo>
                <a:cubicBezTo>
                  <a:pt x="2612978" y="0"/>
                  <a:pt x="2619375" y="6397"/>
                  <a:pt x="2619375" y="14288"/>
                </a:cubicBezTo>
                <a:close/>
                <a:moveTo>
                  <a:pt x="2619375" y="166688"/>
                </a:moveTo>
                <a:cubicBezTo>
                  <a:pt x="2619375" y="174578"/>
                  <a:pt x="2612978" y="180975"/>
                  <a:pt x="2605088" y="180975"/>
                </a:cubicBezTo>
                <a:cubicBezTo>
                  <a:pt x="2597197" y="180975"/>
                  <a:pt x="2590800" y="174578"/>
                  <a:pt x="2590800" y="166688"/>
                </a:cubicBezTo>
                <a:cubicBezTo>
                  <a:pt x="2590800" y="158797"/>
                  <a:pt x="2597197" y="152400"/>
                  <a:pt x="2605088" y="152400"/>
                </a:cubicBezTo>
                <a:cubicBezTo>
                  <a:pt x="2612978" y="152400"/>
                  <a:pt x="2619375" y="158797"/>
                  <a:pt x="2619375" y="166688"/>
                </a:cubicBezTo>
                <a:close/>
                <a:moveTo>
                  <a:pt x="2619375" y="319088"/>
                </a:moveTo>
                <a:cubicBezTo>
                  <a:pt x="2619375" y="326978"/>
                  <a:pt x="2612978" y="333375"/>
                  <a:pt x="2605088" y="333375"/>
                </a:cubicBezTo>
                <a:cubicBezTo>
                  <a:pt x="2597197" y="333375"/>
                  <a:pt x="2590800" y="326978"/>
                  <a:pt x="2590800" y="319088"/>
                </a:cubicBezTo>
                <a:cubicBezTo>
                  <a:pt x="2590800" y="311197"/>
                  <a:pt x="2597197" y="304800"/>
                  <a:pt x="2605088" y="304800"/>
                </a:cubicBezTo>
                <a:cubicBezTo>
                  <a:pt x="2612978" y="304800"/>
                  <a:pt x="2619375" y="311197"/>
                  <a:pt x="2619375" y="319088"/>
                </a:cubicBezTo>
                <a:close/>
                <a:moveTo>
                  <a:pt x="2619375" y="471488"/>
                </a:moveTo>
                <a:cubicBezTo>
                  <a:pt x="2619375" y="479378"/>
                  <a:pt x="2612978" y="485775"/>
                  <a:pt x="2605088" y="485775"/>
                </a:cubicBezTo>
                <a:cubicBezTo>
                  <a:pt x="2597197" y="485775"/>
                  <a:pt x="2590800" y="479378"/>
                  <a:pt x="2590800" y="471488"/>
                </a:cubicBezTo>
                <a:cubicBezTo>
                  <a:pt x="2590800" y="463597"/>
                  <a:pt x="2597197" y="457200"/>
                  <a:pt x="2605088" y="457200"/>
                </a:cubicBezTo>
                <a:cubicBezTo>
                  <a:pt x="2612978" y="457200"/>
                  <a:pt x="2619375" y="463597"/>
                  <a:pt x="2619375" y="471488"/>
                </a:cubicBezTo>
                <a:close/>
                <a:moveTo>
                  <a:pt x="2619375" y="623888"/>
                </a:moveTo>
                <a:cubicBezTo>
                  <a:pt x="2619375" y="631778"/>
                  <a:pt x="2612978" y="638175"/>
                  <a:pt x="2605088" y="638175"/>
                </a:cubicBezTo>
                <a:cubicBezTo>
                  <a:pt x="2597197" y="638175"/>
                  <a:pt x="2590800" y="631778"/>
                  <a:pt x="2590800" y="623888"/>
                </a:cubicBezTo>
                <a:cubicBezTo>
                  <a:pt x="2590800" y="615997"/>
                  <a:pt x="2597197" y="609600"/>
                  <a:pt x="2605088" y="609600"/>
                </a:cubicBezTo>
                <a:cubicBezTo>
                  <a:pt x="2612978" y="609600"/>
                  <a:pt x="2619375" y="615997"/>
                  <a:pt x="2619375" y="623888"/>
                </a:cubicBezTo>
                <a:close/>
                <a:moveTo>
                  <a:pt x="2619375" y="776288"/>
                </a:moveTo>
                <a:cubicBezTo>
                  <a:pt x="2619375" y="784178"/>
                  <a:pt x="2612978" y="790575"/>
                  <a:pt x="2605088" y="790575"/>
                </a:cubicBezTo>
                <a:cubicBezTo>
                  <a:pt x="2597197" y="790575"/>
                  <a:pt x="2590800" y="784178"/>
                  <a:pt x="2590800" y="776288"/>
                </a:cubicBezTo>
                <a:cubicBezTo>
                  <a:pt x="2590800" y="768397"/>
                  <a:pt x="2597197" y="762000"/>
                  <a:pt x="2605088" y="762000"/>
                </a:cubicBezTo>
                <a:cubicBezTo>
                  <a:pt x="2612978" y="762000"/>
                  <a:pt x="2619375" y="768397"/>
                  <a:pt x="2619375" y="776288"/>
                </a:cubicBezTo>
                <a:close/>
                <a:moveTo>
                  <a:pt x="2619375" y="928688"/>
                </a:moveTo>
                <a:cubicBezTo>
                  <a:pt x="2619375" y="936578"/>
                  <a:pt x="2612978" y="942975"/>
                  <a:pt x="2605088" y="942975"/>
                </a:cubicBezTo>
                <a:cubicBezTo>
                  <a:pt x="2597197" y="942975"/>
                  <a:pt x="2590800" y="936578"/>
                  <a:pt x="2590800" y="928688"/>
                </a:cubicBezTo>
                <a:cubicBezTo>
                  <a:pt x="2590800" y="920797"/>
                  <a:pt x="2597197" y="914400"/>
                  <a:pt x="2605088" y="914400"/>
                </a:cubicBezTo>
                <a:cubicBezTo>
                  <a:pt x="2612978" y="914400"/>
                  <a:pt x="2619375" y="920797"/>
                  <a:pt x="2619375" y="928688"/>
                </a:cubicBezTo>
                <a:close/>
                <a:moveTo>
                  <a:pt x="2619375" y="1081088"/>
                </a:moveTo>
                <a:cubicBezTo>
                  <a:pt x="2619375" y="1088978"/>
                  <a:pt x="2612978" y="1095375"/>
                  <a:pt x="2605088" y="1095375"/>
                </a:cubicBezTo>
                <a:cubicBezTo>
                  <a:pt x="2597197" y="1095375"/>
                  <a:pt x="2590800" y="1088978"/>
                  <a:pt x="2590800" y="1081088"/>
                </a:cubicBezTo>
                <a:cubicBezTo>
                  <a:pt x="2590800" y="1073197"/>
                  <a:pt x="2597197" y="1066800"/>
                  <a:pt x="2605088" y="1066800"/>
                </a:cubicBezTo>
                <a:cubicBezTo>
                  <a:pt x="2612978" y="1066800"/>
                  <a:pt x="2619375" y="1073197"/>
                  <a:pt x="2619375" y="1081088"/>
                </a:cubicBezTo>
                <a:close/>
                <a:moveTo>
                  <a:pt x="2619375" y="1233488"/>
                </a:moveTo>
                <a:cubicBezTo>
                  <a:pt x="2619375" y="1241378"/>
                  <a:pt x="2612978" y="1247775"/>
                  <a:pt x="2605088" y="1247775"/>
                </a:cubicBezTo>
                <a:cubicBezTo>
                  <a:pt x="2597197" y="1247775"/>
                  <a:pt x="2590800" y="1241378"/>
                  <a:pt x="2590800" y="1233488"/>
                </a:cubicBezTo>
                <a:cubicBezTo>
                  <a:pt x="2590800" y="1225597"/>
                  <a:pt x="2597197" y="1219200"/>
                  <a:pt x="2605088" y="1219200"/>
                </a:cubicBezTo>
                <a:cubicBezTo>
                  <a:pt x="2612978" y="1219200"/>
                  <a:pt x="2619375" y="1225597"/>
                  <a:pt x="2619375" y="1233488"/>
                </a:cubicBezTo>
                <a:close/>
                <a:moveTo>
                  <a:pt x="2619375" y="1385888"/>
                </a:moveTo>
                <a:cubicBezTo>
                  <a:pt x="2619375" y="1393778"/>
                  <a:pt x="2612978" y="1400175"/>
                  <a:pt x="2605088" y="1400175"/>
                </a:cubicBezTo>
                <a:cubicBezTo>
                  <a:pt x="2597197" y="1400175"/>
                  <a:pt x="2590800" y="1393778"/>
                  <a:pt x="2590800" y="1385888"/>
                </a:cubicBezTo>
                <a:cubicBezTo>
                  <a:pt x="2590800" y="1377997"/>
                  <a:pt x="2597197" y="1371600"/>
                  <a:pt x="2605088" y="1371600"/>
                </a:cubicBezTo>
                <a:cubicBezTo>
                  <a:pt x="2612978" y="1371600"/>
                  <a:pt x="2619375" y="1377997"/>
                  <a:pt x="2619375" y="1385888"/>
                </a:cubicBezTo>
                <a:close/>
                <a:moveTo>
                  <a:pt x="2619375" y="1538288"/>
                </a:moveTo>
                <a:cubicBezTo>
                  <a:pt x="2619375" y="1546178"/>
                  <a:pt x="2612978" y="1552575"/>
                  <a:pt x="2605088" y="1552575"/>
                </a:cubicBezTo>
                <a:cubicBezTo>
                  <a:pt x="2597197" y="1552575"/>
                  <a:pt x="2590800" y="1546178"/>
                  <a:pt x="2590800" y="1538288"/>
                </a:cubicBezTo>
                <a:cubicBezTo>
                  <a:pt x="2590800" y="1530397"/>
                  <a:pt x="2597197" y="1524000"/>
                  <a:pt x="2605088" y="1524000"/>
                </a:cubicBezTo>
                <a:cubicBezTo>
                  <a:pt x="2612978" y="1524000"/>
                  <a:pt x="2619375" y="1530397"/>
                  <a:pt x="2619375" y="1538288"/>
                </a:cubicBezTo>
                <a:close/>
                <a:moveTo>
                  <a:pt x="2619375" y="1690688"/>
                </a:moveTo>
                <a:cubicBezTo>
                  <a:pt x="2619375" y="1698578"/>
                  <a:pt x="2612978" y="1704975"/>
                  <a:pt x="2605088" y="1704975"/>
                </a:cubicBezTo>
                <a:cubicBezTo>
                  <a:pt x="2597197" y="1704975"/>
                  <a:pt x="2590800" y="1698578"/>
                  <a:pt x="2590800" y="1690688"/>
                </a:cubicBezTo>
                <a:cubicBezTo>
                  <a:pt x="2590800" y="1682797"/>
                  <a:pt x="2597197" y="1676400"/>
                  <a:pt x="2605088" y="1676400"/>
                </a:cubicBezTo>
                <a:cubicBezTo>
                  <a:pt x="2612978" y="1676400"/>
                  <a:pt x="2619375" y="1682797"/>
                  <a:pt x="2619375" y="1690688"/>
                </a:cubicBezTo>
                <a:close/>
                <a:moveTo>
                  <a:pt x="2619375" y="1843088"/>
                </a:moveTo>
                <a:cubicBezTo>
                  <a:pt x="2619375" y="1850978"/>
                  <a:pt x="2612978" y="1857375"/>
                  <a:pt x="2605088" y="1857375"/>
                </a:cubicBezTo>
                <a:cubicBezTo>
                  <a:pt x="2597197" y="1857375"/>
                  <a:pt x="2590800" y="1850978"/>
                  <a:pt x="2590800" y="1843088"/>
                </a:cubicBezTo>
                <a:cubicBezTo>
                  <a:pt x="2590800" y="1835197"/>
                  <a:pt x="2597197" y="1828800"/>
                  <a:pt x="2605088" y="1828800"/>
                </a:cubicBezTo>
                <a:cubicBezTo>
                  <a:pt x="2612978" y="1828800"/>
                  <a:pt x="2619375" y="1835197"/>
                  <a:pt x="2619375" y="1843088"/>
                </a:cubicBezTo>
                <a:close/>
                <a:moveTo>
                  <a:pt x="2619375" y="1995488"/>
                </a:moveTo>
                <a:cubicBezTo>
                  <a:pt x="2619375" y="2003378"/>
                  <a:pt x="2612978" y="2009775"/>
                  <a:pt x="2605088" y="2009775"/>
                </a:cubicBezTo>
                <a:cubicBezTo>
                  <a:pt x="2597197" y="2009775"/>
                  <a:pt x="2590800" y="2003378"/>
                  <a:pt x="2590800" y="1995488"/>
                </a:cubicBezTo>
                <a:cubicBezTo>
                  <a:pt x="2590800" y="1987597"/>
                  <a:pt x="2597197" y="1981200"/>
                  <a:pt x="2605088" y="1981200"/>
                </a:cubicBezTo>
                <a:cubicBezTo>
                  <a:pt x="2612978" y="1981200"/>
                  <a:pt x="2619375" y="1987597"/>
                  <a:pt x="2619375" y="1995488"/>
                </a:cubicBezTo>
                <a:close/>
                <a:moveTo>
                  <a:pt x="2619375" y="2147888"/>
                </a:moveTo>
                <a:cubicBezTo>
                  <a:pt x="2619375" y="2155778"/>
                  <a:pt x="2612978" y="2162175"/>
                  <a:pt x="2605088" y="2162175"/>
                </a:cubicBezTo>
                <a:cubicBezTo>
                  <a:pt x="2597197" y="2162175"/>
                  <a:pt x="2590800" y="2155778"/>
                  <a:pt x="2590800" y="2147888"/>
                </a:cubicBezTo>
                <a:cubicBezTo>
                  <a:pt x="2590800" y="2139997"/>
                  <a:pt x="2597197" y="2133600"/>
                  <a:pt x="2605088" y="2133600"/>
                </a:cubicBezTo>
                <a:cubicBezTo>
                  <a:pt x="2612978" y="2133600"/>
                  <a:pt x="2619375" y="2139997"/>
                  <a:pt x="2619375" y="2147888"/>
                </a:cubicBezTo>
                <a:close/>
                <a:moveTo>
                  <a:pt x="2619375" y="2300288"/>
                </a:moveTo>
                <a:cubicBezTo>
                  <a:pt x="2619375" y="2308178"/>
                  <a:pt x="2612978" y="2314575"/>
                  <a:pt x="2605088" y="2314575"/>
                </a:cubicBezTo>
                <a:cubicBezTo>
                  <a:pt x="2597197" y="2314575"/>
                  <a:pt x="2590800" y="2308178"/>
                  <a:pt x="2590800" y="2300288"/>
                </a:cubicBezTo>
                <a:cubicBezTo>
                  <a:pt x="2590800" y="2292397"/>
                  <a:pt x="2597197" y="2286000"/>
                  <a:pt x="2605088" y="2286000"/>
                </a:cubicBezTo>
                <a:cubicBezTo>
                  <a:pt x="2612978" y="2286000"/>
                  <a:pt x="2619375" y="2292397"/>
                  <a:pt x="2619375" y="2300288"/>
                </a:cubicBezTo>
                <a:close/>
                <a:moveTo>
                  <a:pt x="2619375" y="2452688"/>
                </a:moveTo>
                <a:cubicBezTo>
                  <a:pt x="2619375" y="2460578"/>
                  <a:pt x="2612978" y="2466975"/>
                  <a:pt x="2605088" y="2466975"/>
                </a:cubicBezTo>
                <a:cubicBezTo>
                  <a:pt x="2597197" y="2466975"/>
                  <a:pt x="2590800" y="2460578"/>
                  <a:pt x="2590800" y="2452688"/>
                </a:cubicBezTo>
                <a:cubicBezTo>
                  <a:pt x="2590800" y="2444797"/>
                  <a:pt x="2597197" y="2438400"/>
                  <a:pt x="2605088" y="2438400"/>
                </a:cubicBezTo>
                <a:cubicBezTo>
                  <a:pt x="2612978" y="2438400"/>
                  <a:pt x="2619375" y="2444797"/>
                  <a:pt x="2619375" y="2452688"/>
                </a:cubicBezTo>
                <a:close/>
                <a:moveTo>
                  <a:pt x="2619375" y="2605088"/>
                </a:moveTo>
                <a:cubicBezTo>
                  <a:pt x="2619375" y="2612978"/>
                  <a:pt x="2612978" y="2619375"/>
                  <a:pt x="2605088" y="2619375"/>
                </a:cubicBezTo>
                <a:cubicBezTo>
                  <a:pt x="2597197" y="2619375"/>
                  <a:pt x="2590800" y="2612978"/>
                  <a:pt x="2590800" y="2605088"/>
                </a:cubicBezTo>
                <a:cubicBezTo>
                  <a:pt x="2590800" y="2597197"/>
                  <a:pt x="2597197" y="2590800"/>
                  <a:pt x="2605088" y="2590800"/>
                </a:cubicBezTo>
                <a:cubicBezTo>
                  <a:pt x="2612978" y="2590800"/>
                  <a:pt x="2619375" y="2597197"/>
                  <a:pt x="2619375" y="2605088"/>
                </a:cubicBezTo>
                <a:close/>
                <a:moveTo>
                  <a:pt x="2619375" y="2757488"/>
                </a:moveTo>
                <a:cubicBezTo>
                  <a:pt x="2619375" y="2765378"/>
                  <a:pt x="2612978" y="2771775"/>
                  <a:pt x="2605088" y="2771775"/>
                </a:cubicBezTo>
                <a:cubicBezTo>
                  <a:pt x="2597197" y="2771775"/>
                  <a:pt x="2590800" y="2765378"/>
                  <a:pt x="2590800" y="2757488"/>
                </a:cubicBezTo>
                <a:cubicBezTo>
                  <a:pt x="2590800" y="2749597"/>
                  <a:pt x="2597197" y="2743200"/>
                  <a:pt x="2605088" y="2743200"/>
                </a:cubicBezTo>
                <a:cubicBezTo>
                  <a:pt x="2612978" y="2743200"/>
                  <a:pt x="2619375" y="2749597"/>
                  <a:pt x="2619375" y="2757488"/>
                </a:cubicBezTo>
                <a:close/>
                <a:moveTo>
                  <a:pt x="2619375" y="2909888"/>
                </a:moveTo>
                <a:cubicBezTo>
                  <a:pt x="2619375" y="2917778"/>
                  <a:pt x="2612978" y="2924175"/>
                  <a:pt x="2605088" y="2924175"/>
                </a:cubicBezTo>
                <a:cubicBezTo>
                  <a:pt x="2597197" y="2924175"/>
                  <a:pt x="2590800" y="2917778"/>
                  <a:pt x="2590800" y="2909888"/>
                </a:cubicBezTo>
                <a:cubicBezTo>
                  <a:pt x="2590800" y="2901997"/>
                  <a:pt x="2597197" y="2895600"/>
                  <a:pt x="2605088" y="2895600"/>
                </a:cubicBezTo>
                <a:cubicBezTo>
                  <a:pt x="2612978" y="2895600"/>
                  <a:pt x="2619375" y="2901997"/>
                  <a:pt x="2619375" y="2909888"/>
                </a:cubicBezTo>
                <a:close/>
                <a:moveTo>
                  <a:pt x="2619375" y="3062288"/>
                </a:moveTo>
                <a:cubicBezTo>
                  <a:pt x="2619375" y="3070178"/>
                  <a:pt x="2612978" y="3076575"/>
                  <a:pt x="2605088" y="3076575"/>
                </a:cubicBezTo>
                <a:cubicBezTo>
                  <a:pt x="2597197" y="3076575"/>
                  <a:pt x="2590800" y="3070178"/>
                  <a:pt x="2590800" y="3062288"/>
                </a:cubicBezTo>
                <a:cubicBezTo>
                  <a:pt x="2590800" y="3054397"/>
                  <a:pt x="2597197" y="3048000"/>
                  <a:pt x="2605088" y="3048000"/>
                </a:cubicBezTo>
                <a:cubicBezTo>
                  <a:pt x="2612978" y="3048000"/>
                  <a:pt x="2619375" y="3054397"/>
                  <a:pt x="2619375" y="3062288"/>
                </a:cubicBezTo>
                <a:close/>
                <a:moveTo>
                  <a:pt x="2619375" y="3214688"/>
                </a:moveTo>
                <a:cubicBezTo>
                  <a:pt x="2619375" y="3222578"/>
                  <a:pt x="2612978" y="3228975"/>
                  <a:pt x="2605088" y="3228975"/>
                </a:cubicBezTo>
                <a:cubicBezTo>
                  <a:pt x="2597197" y="3228975"/>
                  <a:pt x="2590800" y="3222578"/>
                  <a:pt x="2590800" y="3214688"/>
                </a:cubicBezTo>
                <a:cubicBezTo>
                  <a:pt x="2590800" y="3206797"/>
                  <a:pt x="2597197" y="3200400"/>
                  <a:pt x="2605088" y="3200400"/>
                </a:cubicBezTo>
                <a:cubicBezTo>
                  <a:pt x="2612978" y="3200400"/>
                  <a:pt x="2619375" y="3206797"/>
                  <a:pt x="2619375" y="3214688"/>
                </a:cubicBezTo>
                <a:close/>
                <a:moveTo>
                  <a:pt x="2619375" y="3367088"/>
                </a:moveTo>
                <a:cubicBezTo>
                  <a:pt x="2619375" y="3374978"/>
                  <a:pt x="2612978" y="3381375"/>
                  <a:pt x="2605088" y="3381375"/>
                </a:cubicBezTo>
                <a:cubicBezTo>
                  <a:pt x="2597197" y="3381375"/>
                  <a:pt x="2590800" y="3374978"/>
                  <a:pt x="2590800" y="3367088"/>
                </a:cubicBezTo>
                <a:cubicBezTo>
                  <a:pt x="2590800" y="3359197"/>
                  <a:pt x="2597197" y="3352800"/>
                  <a:pt x="2605088" y="3352800"/>
                </a:cubicBezTo>
                <a:cubicBezTo>
                  <a:pt x="2612978" y="3352800"/>
                  <a:pt x="2619375" y="3359197"/>
                  <a:pt x="2619375" y="3367088"/>
                </a:cubicBezTo>
                <a:close/>
                <a:moveTo>
                  <a:pt x="2619375" y="3519488"/>
                </a:moveTo>
                <a:cubicBezTo>
                  <a:pt x="2619375" y="3527378"/>
                  <a:pt x="2612978" y="3533775"/>
                  <a:pt x="2605088" y="3533775"/>
                </a:cubicBezTo>
                <a:cubicBezTo>
                  <a:pt x="2597197" y="3533775"/>
                  <a:pt x="2590800" y="3527378"/>
                  <a:pt x="2590800" y="3519488"/>
                </a:cubicBezTo>
                <a:cubicBezTo>
                  <a:pt x="2590800" y="3511597"/>
                  <a:pt x="2597197" y="3505200"/>
                  <a:pt x="2605088" y="3505200"/>
                </a:cubicBezTo>
                <a:cubicBezTo>
                  <a:pt x="2612978" y="3505200"/>
                  <a:pt x="2619375" y="3511597"/>
                  <a:pt x="2619375" y="3519488"/>
                </a:cubicBezTo>
                <a:close/>
                <a:moveTo>
                  <a:pt x="2619375" y="3671888"/>
                </a:moveTo>
                <a:cubicBezTo>
                  <a:pt x="2619375" y="3679778"/>
                  <a:pt x="2612978" y="3686175"/>
                  <a:pt x="2605088" y="3686175"/>
                </a:cubicBezTo>
                <a:cubicBezTo>
                  <a:pt x="2597197" y="3686175"/>
                  <a:pt x="2590800" y="3679778"/>
                  <a:pt x="2590800" y="3671888"/>
                </a:cubicBezTo>
                <a:cubicBezTo>
                  <a:pt x="2590800" y="3663997"/>
                  <a:pt x="2597197" y="3657600"/>
                  <a:pt x="2605088" y="3657600"/>
                </a:cubicBezTo>
                <a:cubicBezTo>
                  <a:pt x="2612978" y="3657600"/>
                  <a:pt x="2619375" y="3663997"/>
                  <a:pt x="2619375" y="3671888"/>
                </a:cubicBezTo>
                <a:close/>
                <a:moveTo>
                  <a:pt x="2619375" y="3824288"/>
                </a:moveTo>
                <a:cubicBezTo>
                  <a:pt x="2619375" y="3832178"/>
                  <a:pt x="2612978" y="3838575"/>
                  <a:pt x="2605088" y="3838575"/>
                </a:cubicBezTo>
                <a:cubicBezTo>
                  <a:pt x="2597197" y="3838575"/>
                  <a:pt x="2590800" y="3832178"/>
                  <a:pt x="2590800" y="3824288"/>
                </a:cubicBezTo>
                <a:cubicBezTo>
                  <a:pt x="2590800" y="3816397"/>
                  <a:pt x="2597197" y="3810000"/>
                  <a:pt x="2605088" y="3810000"/>
                </a:cubicBezTo>
                <a:cubicBezTo>
                  <a:pt x="2612978" y="3810000"/>
                  <a:pt x="2619375" y="3816397"/>
                  <a:pt x="2619375" y="3824288"/>
                </a:cubicBezTo>
                <a:close/>
                <a:moveTo>
                  <a:pt x="2619375" y="3976688"/>
                </a:moveTo>
                <a:cubicBezTo>
                  <a:pt x="2619375" y="3984578"/>
                  <a:pt x="2612978" y="3990975"/>
                  <a:pt x="2605088" y="3990975"/>
                </a:cubicBezTo>
                <a:cubicBezTo>
                  <a:pt x="2597197" y="3990975"/>
                  <a:pt x="2590800" y="3984578"/>
                  <a:pt x="2590800" y="3976688"/>
                </a:cubicBezTo>
                <a:cubicBezTo>
                  <a:pt x="2590800" y="3968797"/>
                  <a:pt x="2597197" y="3962400"/>
                  <a:pt x="2605088" y="3962400"/>
                </a:cubicBezTo>
                <a:cubicBezTo>
                  <a:pt x="2612978" y="3962400"/>
                  <a:pt x="2619375" y="3968797"/>
                  <a:pt x="2619375" y="3976688"/>
                </a:cubicBezTo>
                <a:close/>
                <a:moveTo>
                  <a:pt x="2619375" y="4129088"/>
                </a:moveTo>
                <a:cubicBezTo>
                  <a:pt x="2619375" y="4136978"/>
                  <a:pt x="2612978" y="4143375"/>
                  <a:pt x="2605088" y="4143375"/>
                </a:cubicBezTo>
                <a:cubicBezTo>
                  <a:pt x="2597197" y="4143375"/>
                  <a:pt x="2590800" y="4136978"/>
                  <a:pt x="2590800" y="4129088"/>
                </a:cubicBezTo>
                <a:cubicBezTo>
                  <a:pt x="2590800" y="4121197"/>
                  <a:pt x="2597197" y="4114800"/>
                  <a:pt x="2605088" y="4114800"/>
                </a:cubicBezTo>
                <a:cubicBezTo>
                  <a:pt x="2612978" y="4114800"/>
                  <a:pt x="2619375" y="4121197"/>
                  <a:pt x="2619375" y="4129088"/>
                </a:cubicBezTo>
                <a:close/>
                <a:moveTo>
                  <a:pt x="2619375" y="4281488"/>
                </a:moveTo>
                <a:cubicBezTo>
                  <a:pt x="2619375" y="4289378"/>
                  <a:pt x="2612978" y="4295775"/>
                  <a:pt x="2605088" y="4295775"/>
                </a:cubicBezTo>
                <a:cubicBezTo>
                  <a:pt x="2597197" y="4295775"/>
                  <a:pt x="2590800" y="4289378"/>
                  <a:pt x="2590800" y="4281488"/>
                </a:cubicBezTo>
                <a:cubicBezTo>
                  <a:pt x="2590800" y="4273597"/>
                  <a:pt x="2597197" y="4267200"/>
                  <a:pt x="2605088" y="4267200"/>
                </a:cubicBezTo>
                <a:cubicBezTo>
                  <a:pt x="2612978" y="4267200"/>
                  <a:pt x="2619375" y="4273597"/>
                  <a:pt x="2619375" y="4281488"/>
                </a:cubicBezTo>
                <a:close/>
                <a:moveTo>
                  <a:pt x="2619375" y="4433888"/>
                </a:moveTo>
                <a:cubicBezTo>
                  <a:pt x="2619375" y="4441778"/>
                  <a:pt x="2612978" y="4448175"/>
                  <a:pt x="2605088" y="4448175"/>
                </a:cubicBezTo>
                <a:cubicBezTo>
                  <a:pt x="2597197" y="4448175"/>
                  <a:pt x="2590800" y="4441778"/>
                  <a:pt x="2590800" y="4433888"/>
                </a:cubicBezTo>
                <a:cubicBezTo>
                  <a:pt x="2590800" y="4425997"/>
                  <a:pt x="2597197" y="4419600"/>
                  <a:pt x="2605088" y="4419600"/>
                </a:cubicBezTo>
                <a:cubicBezTo>
                  <a:pt x="2612978" y="4419600"/>
                  <a:pt x="2619375" y="4425997"/>
                  <a:pt x="2619375" y="4433888"/>
                </a:cubicBezTo>
                <a:close/>
                <a:moveTo>
                  <a:pt x="2619375" y="4586288"/>
                </a:moveTo>
                <a:cubicBezTo>
                  <a:pt x="2619375" y="4594178"/>
                  <a:pt x="2612978" y="4600575"/>
                  <a:pt x="2605088" y="4600575"/>
                </a:cubicBezTo>
                <a:cubicBezTo>
                  <a:pt x="2597197" y="4600575"/>
                  <a:pt x="2590800" y="4594178"/>
                  <a:pt x="2590800" y="4586288"/>
                </a:cubicBezTo>
                <a:cubicBezTo>
                  <a:pt x="2590800" y="4578397"/>
                  <a:pt x="2597197" y="4572000"/>
                  <a:pt x="2605088" y="4572000"/>
                </a:cubicBezTo>
                <a:cubicBezTo>
                  <a:pt x="2612978" y="4572000"/>
                  <a:pt x="2619375" y="4578397"/>
                  <a:pt x="2619375" y="4586288"/>
                </a:cubicBezTo>
                <a:close/>
                <a:moveTo>
                  <a:pt x="2619375" y="4738688"/>
                </a:moveTo>
                <a:cubicBezTo>
                  <a:pt x="2619375" y="4746578"/>
                  <a:pt x="2612978" y="4752975"/>
                  <a:pt x="2605088" y="4752975"/>
                </a:cubicBezTo>
                <a:cubicBezTo>
                  <a:pt x="2597197" y="4752975"/>
                  <a:pt x="2590800" y="4746578"/>
                  <a:pt x="2590800" y="4738688"/>
                </a:cubicBezTo>
                <a:cubicBezTo>
                  <a:pt x="2590800" y="4730797"/>
                  <a:pt x="2597197" y="4724400"/>
                  <a:pt x="2605088" y="4724400"/>
                </a:cubicBezTo>
                <a:cubicBezTo>
                  <a:pt x="2612978" y="4724400"/>
                  <a:pt x="2619375" y="4730797"/>
                  <a:pt x="2619375" y="4738688"/>
                </a:cubicBezTo>
                <a:close/>
                <a:moveTo>
                  <a:pt x="2771775" y="14288"/>
                </a:moveTo>
                <a:cubicBezTo>
                  <a:pt x="2771775" y="22178"/>
                  <a:pt x="2765378" y="28575"/>
                  <a:pt x="2757488" y="28575"/>
                </a:cubicBezTo>
                <a:cubicBezTo>
                  <a:pt x="2749597" y="28575"/>
                  <a:pt x="2743200" y="22178"/>
                  <a:pt x="2743200" y="14288"/>
                </a:cubicBezTo>
                <a:cubicBezTo>
                  <a:pt x="2743200" y="6397"/>
                  <a:pt x="2749597" y="0"/>
                  <a:pt x="2757488" y="0"/>
                </a:cubicBezTo>
                <a:cubicBezTo>
                  <a:pt x="2765378" y="0"/>
                  <a:pt x="2771775" y="6397"/>
                  <a:pt x="2771775" y="14288"/>
                </a:cubicBezTo>
                <a:close/>
                <a:moveTo>
                  <a:pt x="2771775" y="166688"/>
                </a:moveTo>
                <a:cubicBezTo>
                  <a:pt x="2771775" y="174578"/>
                  <a:pt x="2765378" y="180975"/>
                  <a:pt x="2757488" y="180975"/>
                </a:cubicBezTo>
                <a:cubicBezTo>
                  <a:pt x="2749597" y="180975"/>
                  <a:pt x="2743200" y="174578"/>
                  <a:pt x="2743200" y="166688"/>
                </a:cubicBezTo>
                <a:cubicBezTo>
                  <a:pt x="2743200" y="158797"/>
                  <a:pt x="2749597" y="152400"/>
                  <a:pt x="2757488" y="152400"/>
                </a:cubicBezTo>
                <a:cubicBezTo>
                  <a:pt x="2765378" y="152400"/>
                  <a:pt x="2771775" y="158797"/>
                  <a:pt x="2771775" y="166688"/>
                </a:cubicBezTo>
                <a:close/>
                <a:moveTo>
                  <a:pt x="2771775" y="319088"/>
                </a:moveTo>
                <a:cubicBezTo>
                  <a:pt x="2771775" y="326978"/>
                  <a:pt x="2765378" y="333375"/>
                  <a:pt x="2757488" y="333375"/>
                </a:cubicBezTo>
                <a:cubicBezTo>
                  <a:pt x="2749597" y="333375"/>
                  <a:pt x="2743200" y="326978"/>
                  <a:pt x="2743200" y="319088"/>
                </a:cubicBezTo>
                <a:cubicBezTo>
                  <a:pt x="2743200" y="311197"/>
                  <a:pt x="2749597" y="304800"/>
                  <a:pt x="2757488" y="304800"/>
                </a:cubicBezTo>
                <a:cubicBezTo>
                  <a:pt x="2765378" y="304800"/>
                  <a:pt x="2771775" y="311197"/>
                  <a:pt x="2771775" y="319088"/>
                </a:cubicBezTo>
                <a:close/>
                <a:moveTo>
                  <a:pt x="2771775" y="471488"/>
                </a:moveTo>
                <a:cubicBezTo>
                  <a:pt x="2771775" y="479378"/>
                  <a:pt x="2765378" y="485775"/>
                  <a:pt x="2757488" y="485775"/>
                </a:cubicBezTo>
                <a:cubicBezTo>
                  <a:pt x="2749597" y="485775"/>
                  <a:pt x="2743200" y="479378"/>
                  <a:pt x="2743200" y="471488"/>
                </a:cubicBezTo>
                <a:cubicBezTo>
                  <a:pt x="2743200" y="463597"/>
                  <a:pt x="2749597" y="457200"/>
                  <a:pt x="2757488" y="457200"/>
                </a:cubicBezTo>
                <a:cubicBezTo>
                  <a:pt x="2765378" y="457200"/>
                  <a:pt x="2771775" y="463597"/>
                  <a:pt x="2771775" y="471488"/>
                </a:cubicBezTo>
                <a:close/>
                <a:moveTo>
                  <a:pt x="2771775" y="623888"/>
                </a:moveTo>
                <a:cubicBezTo>
                  <a:pt x="2771775" y="631778"/>
                  <a:pt x="2765378" y="638175"/>
                  <a:pt x="2757488" y="638175"/>
                </a:cubicBezTo>
                <a:cubicBezTo>
                  <a:pt x="2749597" y="638175"/>
                  <a:pt x="2743200" y="631778"/>
                  <a:pt x="2743200" y="623888"/>
                </a:cubicBezTo>
                <a:cubicBezTo>
                  <a:pt x="2743200" y="615997"/>
                  <a:pt x="2749597" y="609600"/>
                  <a:pt x="2757488" y="609600"/>
                </a:cubicBezTo>
                <a:cubicBezTo>
                  <a:pt x="2765378" y="609600"/>
                  <a:pt x="2771775" y="615997"/>
                  <a:pt x="2771775" y="623888"/>
                </a:cubicBezTo>
                <a:close/>
                <a:moveTo>
                  <a:pt x="2771775" y="776288"/>
                </a:moveTo>
                <a:cubicBezTo>
                  <a:pt x="2771775" y="784178"/>
                  <a:pt x="2765378" y="790575"/>
                  <a:pt x="2757488" y="790575"/>
                </a:cubicBezTo>
                <a:cubicBezTo>
                  <a:pt x="2749597" y="790575"/>
                  <a:pt x="2743200" y="784178"/>
                  <a:pt x="2743200" y="776288"/>
                </a:cubicBezTo>
                <a:cubicBezTo>
                  <a:pt x="2743200" y="768397"/>
                  <a:pt x="2749597" y="762000"/>
                  <a:pt x="2757488" y="762000"/>
                </a:cubicBezTo>
                <a:cubicBezTo>
                  <a:pt x="2765378" y="762000"/>
                  <a:pt x="2771775" y="768397"/>
                  <a:pt x="2771775" y="776288"/>
                </a:cubicBezTo>
                <a:close/>
                <a:moveTo>
                  <a:pt x="2771775" y="928688"/>
                </a:moveTo>
                <a:cubicBezTo>
                  <a:pt x="2771775" y="936578"/>
                  <a:pt x="2765378" y="942975"/>
                  <a:pt x="2757488" y="942975"/>
                </a:cubicBezTo>
                <a:cubicBezTo>
                  <a:pt x="2749597" y="942975"/>
                  <a:pt x="2743200" y="936578"/>
                  <a:pt x="2743200" y="928688"/>
                </a:cubicBezTo>
                <a:cubicBezTo>
                  <a:pt x="2743200" y="920797"/>
                  <a:pt x="2749597" y="914400"/>
                  <a:pt x="2757488" y="914400"/>
                </a:cubicBezTo>
                <a:cubicBezTo>
                  <a:pt x="2765378" y="914400"/>
                  <a:pt x="2771775" y="920797"/>
                  <a:pt x="2771775" y="928688"/>
                </a:cubicBezTo>
                <a:close/>
                <a:moveTo>
                  <a:pt x="2771775" y="1081088"/>
                </a:moveTo>
                <a:cubicBezTo>
                  <a:pt x="2771775" y="1088978"/>
                  <a:pt x="2765378" y="1095375"/>
                  <a:pt x="2757488" y="1095375"/>
                </a:cubicBezTo>
                <a:cubicBezTo>
                  <a:pt x="2749597" y="1095375"/>
                  <a:pt x="2743200" y="1088978"/>
                  <a:pt x="2743200" y="1081088"/>
                </a:cubicBezTo>
                <a:cubicBezTo>
                  <a:pt x="2743200" y="1073197"/>
                  <a:pt x="2749597" y="1066800"/>
                  <a:pt x="2757488" y="1066800"/>
                </a:cubicBezTo>
                <a:cubicBezTo>
                  <a:pt x="2765378" y="1066800"/>
                  <a:pt x="2771775" y="1073197"/>
                  <a:pt x="2771775" y="1081088"/>
                </a:cubicBezTo>
                <a:close/>
                <a:moveTo>
                  <a:pt x="2771775" y="1233488"/>
                </a:moveTo>
                <a:cubicBezTo>
                  <a:pt x="2771775" y="1241378"/>
                  <a:pt x="2765378" y="1247775"/>
                  <a:pt x="2757488" y="1247775"/>
                </a:cubicBezTo>
                <a:cubicBezTo>
                  <a:pt x="2749597" y="1247775"/>
                  <a:pt x="2743200" y="1241378"/>
                  <a:pt x="2743200" y="1233488"/>
                </a:cubicBezTo>
                <a:cubicBezTo>
                  <a:pt x="2743200" y="1225597"/>
                  <a:pt x="2749597" y="1219200"/>
                  <a:pt x="2757488" y="1219200"/>
                </a:cubicBezTo>
                <a:cubicBezTo>
                  <a:pt x="2765378" y="1219200"/>
                  <a:pt x="2771775" y="1225597"/>
                  <a:pt x="2771775" y="1233488"/>
                </a:cubicBezTo>
                <a:close/>
                <a:moveTo>
                  <a:pt x="2771775" y="1385888"/>
                </a:moveTo>
                <a:cubicBezTo>
                  <a:pt x="2771775" y="1393778"/>
                  <a:pt x="2765378" y="1400175"/>
                  <a:pt x="2757488" y="1400175"/>
                </a:cubicBezTo>
                <a:cubicBezTo>
                  <a:pt x="2749597" y="1400175"/>
                  <a:pt x="2743200" y="1393778"/>
                  <a:pt x="2743200" y="1385888"/>
                </a:cubicBezTo>
                <a:cubicBezTo>
                  <a:pt x="2743200" y="1377997"/>
                  <a:pt x="2749597" y="1371600"/>
                  <a:pt x="2757488" y="1371600"/>
                </a:cubicBezTo>
                <a:cubicBezTo>
                  <a:pt x="2765378" y="1371600"/>
                  <a:pt x="2771775" y="1377997"/>
                  <a:pt x="2771775" y="1385888"/>
                </a:cubicBezTo>
                <a:close/>
                <a:moveTo>
                  <a:pt x="2771775" y="1538288"/>
                </a:moveTo>
                <a:cubicBezTo>
                  <a:pt x="2771775" y="1546178"/>
                  <a:pt x="2765378" y="1552575"/>
                  <a:pt x="2757488" y="1552575"/>
                </a:cubicBezTo>
                <a:cubicBezTo>
                  <a:pt x="2749597" y="1552575"/>
                  <a:pt x="2743200" y="1546178"/>
                  <a:pt x="2743200" y="1538288"/>
                </a:cubicBezTo>
                <a:cubicBezTo>
                  <a:pt x="2743200" y="1530397"/>
                  <a:pt x="2749597" y="1524000"/>
                  <a:pt x="2757488" y="1524000"/>
                </a:cubicBezTo>
                <a:cubicBezTo>
                  <a:pt x="2765378" y="1524000"/>
                  <a:pt x="2771775" y="1530397"/>
                  <a:pt x="2771775" y="1538288"/>
                </a:cubicBezTo>
                <a:close/>
                <a:moveTo>
                  <a:pt x="2771775" y="1690688"/>
                </a:moveTo>
                <a:cubicBezTo>
                  <a:pt x="2771775" y="1698578"/>
                  <a:pt x="2765378" y="1704975"/>
                  <a:pt x="2757488" y="1704975"/>
                </a:cubicBezTo>
                <a:cubicBezTo>
                  <a:pt x="2749597" y="1704975"/>
                  <a:pt x="2743200" y="1698578"/>
                  <a:pt x="2743200" y="1690688"/>
                </a:cubicBezTo>
                <a:cubicBezTo>
                  <a:pt x="2743200" y="1682797"/>
                  <a:pt x="2749597" y="1676400"/>
                  <a:pt x="2757488" y="1676400"/>
                </a:cubicBezTo>
                <a:cubicBezTo>
                  <a:pt x="2765378" y="1676400"/>
                  <a:pt x="2771775" y="1682797"/>
                  <a:pt x="2771775" y="1690688"/>
                </a:cubicBezTo>
                <a:close/>
                <a:moveTo>
                  <a:pt x="2771775" y="1843088"/>
                </a:moveTo>
                <a:cubicBezTo>
                  <a:pt x="2771775" y="1850978"/>
                  <a:pt x="2765378" y="1857375"/>
                  <a:pt x="2757488" y="1857375"/>
                </a:cubicBezTo>
                <a:cubicBezTo>
                  <a:pt x="2749597" y="1857375"/>
                  <a:pt x="2743200" y="1850978"/>
                  <a:pt x="2743200" y="1843088"/>
                </a:cubicBezTo>
                <a:cubicBezTo>
                  <a:pt x="2743200" y="1835197"/>
                  <a:pt x="2749597" y="1828800"/>
                  <a:pt x="2757488" y="1828800"/>
                </a:cubicBezTo>
                <a:cubicBezTo>
                  <a:pt x="2765378" y="1828800"/>
                  <a:pt x="2771775" y="1835197"/>
                  <a:pt x="2771775" y="1843088"/>
                </a:cubicBezTo>
                <a:close/>
                <a:moveTo>
                  <a:pt x="2771775" y="1995488"/>
                </a:moveTo>
                <a:cubicBezTo>
                  <a:pt x="2771775" y="2003378"/>
                  <a:pt x="2765378" y="2009775"/>
                  <a:pt x="2757488" y="2009775"/>
                </a:cubicBezTo>
                <a:cubicBezTo>
                  <a:pt x="2749597" y="2009775"/>
                  <a:pt x="2743200" y="2003378"/>
                  <a:pt x="2743200" y="1995488"/>
                </a:cubicBezTo>
                <a:cubicBezTo>
                  <a:pt x="2743200" y="1987597"/>
                  <a:pt x="2749597" y="1981200"/>
                  <a:pt x="2757488" y="1981200"/>
                </a:cubicBezTo>
                <a:cubicBezTo>
                  <a:pt x="2765378" y="1981200"/>
                  <a:pt x="2771775" y="1987597"/>
                  <a:pt x="2771775" y="1995488"/>
                </a:cubicBezTo>
                <a:close/>
                <a:moveTo>
                  <a:pt x="2771775" y="2147888"/>
                </a:moveTo>
                <a:cubicBezTo>
                  <a:pt x="2771775" y="2155778"/>
                  <a:pt x="2765378" y="2162175"/>
                  <a:pt x="2757488" y="2162175"/>
                </a:cubicBezTo>
                <a:cubicBezTo>
                  <a:pt x="2749597" y="2162175"/>
                  <a:pt x="2743200" y="2155778"/>
                  <a:pt x="2743200" y="2147888"/>
                </a:cubicBezTo>
                <a:cubicBezTo>
                  <a:pt x="2743200" y="2139997"/>
                  <a:pt x="2749597" y="2133600"/>
                  <a:pt x="2757488" y="2133600"/>
                </a:cubicBezTo>
                <a:cubicBezTo>
                  <a:pt x="2765378" y="2133600"/>
                  <a:pt x="2771775" y="2139997"/>
                  <a:pt x="2771775" y="2147888"/>
                </a:cubicBezTo>
                <a:close/>
                <a:moveTo>
                  <a:pt x="2771775" y="2300288"/>
                </a:moveTo>
                <a:cubicBezTo>
                  <a:pt x="2771775" y="2308178"/>
                  <a:pt x="2765378" y="2314575"/>
                  <a:pt x="2757488" y="2314575"/>
                </a:cubicBezTo>
                <a:cubicBezTo>
                  <a:pt x="2749597" y="2314575"/>
                  <a:pt x="2743200" y="2308178"/>
                  <a:pt x="2743200" y="2300288"/>
                </a:cubicBezTo>
                <a:cubicBezTo>
                  <a:pt x="2743200" y="2292397"/>
                  <a:pt x="2749597" y="2286000"/>
                  <a:pt x="2757488" y="2286000"/>
                </a:cubicBezTo>
                <a:cubicBezTo>
                  <a:pt x="2765378" y="2286000"/>
                  <a:pt x="2771775" y="2292397"/>
                  <a:pt x="2771775" y="2300288"/>
                </a:cubicBezTo>
                <a:close/>
                <a:moveTo>
                  <a:pt x="2771775" y="2452688"/>
                </a:moveTo>
                <a:cubicBezTo>
                  <a:pt x="2771775" y="2460578"/>
                  <a:pt x="2765378" y="2466975"/>
                  <a:pt x="2757488" y="2466975"/>
                </a:cubicBezTo>
                <a:cubicBezTo>
                  <a:pt x="2749597" y="2466975"/>
                  <a:pt x="2743200" y="2460578"/>
                  <a:pt x="2743200" y="2452688"/>
                </a:cubicBezTo>
                <a:cubicBezTo>
                  <a:pt x="2743200" y="2444797"/>
                  <a:pt x="2749597" y="2438400"/>
                  <a:pt x="2757488" y="2438400"/>
                </a:cubicBezTo>
                <a:cubicBezTo>
                  <a:pt x="2765378" y="2438400"/>
                  <a:pt x="2771775" y="2444797"/>
                  <a:pt x="2771775" y="2452688"/>
                </a:cubicBezTo>
                <a:close/>
                <a:moveTo>
                  <a:pt x="2771775" y="2605088"/>
                </a:moveTo>
                <a:cubicBezTo>
                  <a:pt x="2771775" y="2612978"/>
                  <a:pt x="2765378" y="2619375"/>
                  <a:pt x="2757488" y="2619375"/>
                </a:cubicBezTo>
                <a:cubicBezTo>
                  <a:pt x="2749597" y="2619375"/>
                  <a:pt x="2743200" y="2612978"/>
                  <a:pt x="2743200" y="2605088"/>
                </a:cubicBezTo>
                <a:cubicBezTo>
                  <a:pt x="2743200" y="2597197"/>
                  <a:pt x="2749597" y="2590800"/>
                  <a:pt x="2757488" y="2590800"/>
                </a:cubicBezTo>
                <a:cubicBezTo>
                  <a:pt x="2765378" y="2590800"/>
                  <a:pt x="2771775" y="2597197"/>
                  <a:pt x="2771775" y="2605088"/>
                </a:cubicBezTo>
                <a:close/>
                <a:moveTo>
                  <a:pt x="2771775" y="2757488"/>
                </a:moveTo>
                <a:cubicBezTo>
                  <a:pt x="2771775" y="2765378"/>
                  <a:pt x="2765378" y="2771775"/>
                  <a:pt x="2757488" y="2771775"/>
                </a:cubicBezTo>
                <a:cubicBezTo>
                  <a:pt x="2749597" y="2771775"/>
                  <a:pt x="2743200" y="2765378"/>
                  <a:pt x="2743200" y="2757488"/>
                </a:cubicBezTo>
                <a:cubicBezTo>
                  <a:pt x="2743200" y="2749597"/>
                  <a:pt x="2749597" y="2743200"/>
                  <a:pt x="2757488" y="2743200"/>
                </a:cubicBezTo>
                <a:cubicBezTo>
                  <a:pt x="2765378" y="2743200"/>
                  <a:pt x="2771775" y="2749597"/>
                  <a:pt x="2771775" y="2757488"/>
                </a:cubicBezTo>
                <a:close/>
                <a:moveTo>
                  <a:pt x="2771775" y="2909888"/>
                </a:moveTo>
                <a:cubicBezTo>
                  <a:pt x="2771775" y="2917778"/>
                  <a:pt x="2765378" y="2924175"/>
                  <a:pt x="2757488" y="2924175"/>
                </a:cubicBezTo>
                <a:cubicBezTo>
                  <a:pt x="2749597" y="2924175"/>
                  <a:pt x="2743200" y="2917778"/>
                  <a:pt x="2743200" y="2909888"/>
                </a:cubicBezTo>
                <a:cubicBezTo>
                  <a:pt x="2743200" y="2901997"/>
                  <a:pt x="2749597" y="2895600"/>
                  <a:pt x="2757488" y="2895600"/>
                </a:cubicBezTo>
                <a:cubicBezTo>
                  <a:pt x="2765378" y="2895600"/>
                  <a:pt x="2771775" y="2901997"/>
                  <a:pt x="2771775" y="2909888"/>
                </a:cubicBezTo>
                <a:close/>
                <a:moveTo>
                  <a:pt x="2771775" y="3062288"/>
                </a:moveTo>
                <a:cubicBezTo>
                  <a:pt x="2771775" y="3070178"/>
                  <a:pt x="2765378" y="3076575"/>
                  <a:pt x="2757488" y="3076575"/>
                </a:cubicBezTo>
                <a:cubicBezTo>
                  <a:pt x="2749597" y="3076575"/>
                  <a:pt x="2743200" y="3070178"/>
                  <a:pt x="2743200" y="3062288"/>
                </a:cubicBezTo>
                <a:cubicBezTo>
                  <a:pt x="2743200" y="3054397"/>
                  <a:pt x="2749597" y="3048000"/>
                  <a:pt x="2757488" y="3048000"/>
                </a:cubicBezTo>
                <a:cubicBezTo>
                  <a:pt x="2765378" y="3048000"/>
                  <a:pt x="2771775" y="3054397"/>
                  <a:pt x="2771775" y="3062288"/>
                </a:cubicBezTo>
                <a:close/>
                <a:moveTo>
                  <a:pt x="2771775" y="3214688"/>
                </a:moveTo>
                <a:cubicBezTo>
                  <a:pt x="2771775" y="3222578"/>
                  <a:pt x="2765378" y="3228975"/>
                  <a:pt x="2757488" y="3228975"/>
                </a:cubicBezTo>
                <a:cubicBezTo>
                  <a:pt x="2749597" y="3228975"/>
                  <a:pt x="2743200" y="3222578"/>
                  <a:pt x="2743200" y="3214688"/>
                </a:cubicBezTo>
                <a:cubicBezTo>
                  <a:pt x="2743200" y="3206797"/>
                  <a:pt x="2749597" y="3200400"/>
                  <a:pt x="2757488" y="3200400"/>
                </a:cubicBezTo>
                <a:cubicBezTo>
                  <a:pt x="2765378" y="3200400"/>
                  <a:pt x="2771775" y="3206797"/>
                  <a:pt x="2771775" y="3214688"/>
                </a:cubicBezTo>
                <a:close/>
                <a:moveTo>
                  <a:pt x="2771775" y="3367088"/>
                </a:moveTo>
                <a:cubicBezTo>
                  <a:pt x="2771775" y="3374978"/>
                  <a:pt x="2765378" y="3381375"/>
                  <a:pt x="2757488" y="3381375"/>
                </a:cubicBezTo>
                <a:cubicBezTo>
                  <a:pt x="2749597" y="3381375"/>
                  <a:pt x="2743200" y="3374978"/>
                  <a:pt x="2743200" y="3367088"/>
                </a:cubicBezTo>
                <a:cubicBezTo>
                  <a:pt x="2743200" y="3359197"/>
                  <a:pt x="2749597" y="3352800"/>
                  <a:pt x="2757488" y="3352800"/>
                </a:cubicBezTo>
                <a:cubicBezTo>
                  <a:pt x="2765378" y="3352800"/>
                  <a:pt x="2771775" y="3359197"/>
                  <a:pt x="2771775" y="3367088"/>
                </a:cubicBezTo>
                <a:close/>
                <a:moveTo>
                  <a:pt x="2771775" y="3519488"/>
                </a:moveTo>
                <a:cubicBezTo>
                  <a:pt x="2771775" y="3527378"/>
                  <a:pt x="2765378" y="3533775"/>
                  <a:pt x="2757488" y="3533775"/>
                </a:cubicBezTo>
                <a:cubicBezTo>
                  <a:pt x="2749597" y="3533775"/>
                  <a:pt x="2743200" y="3527378"/>
                  <a:pt x="2743200" y="3519488"/>
                </a:cubicBezTo>
                <a:cubicBezTo>
                  <a:pt x="2743200" y="3511597"/>
                  <a:pt x="2749597" y="3505200"/>
                  <a:pt x="2757488" y="3505200"/>
                </a:cubicBezTo>
                <a:cubicBezTo>
                  <a:pt x="2765378" y="3505200"/>
                  <a:pt x="2771775" y="3511597"/>
                  <a:pt x="2771775" y="3519488"/>
                </a:cubicBezTo>
                <a:close/>
                <a:moveTo>
                  <a:pt x="2771775" y="3671888"/>
                </a:moveTo>
                <a:cubicBezTo>
                  <a:pt x="2771775" y="3679778"/>
                  <a:pt x="2765378" y="3686175"/>
                  <a:pt x="2757488" y="3686175"/>
                </a:cubicBezTo>
                <a:cubicBezTo>
                  <a:pt x="2749597" y="3686175"/>
                  <a:pt x="2743200" y="3679778"/>
                  <a:pt x="2743200" y="3671888"/>
                </a:cubicBezTo>
                <a:cubicBezTo>
                  <a:pt x="2743200" y="3663997"/>
                  <a:pt x="2749597" y="3657600"/>
                  <a:pt x="2757488" y="3657600"/>
                </a:cubicBezTo>
                <a:cubicBezTo>
                  <a:pt x="2765378" y="3657600"/>
                  <a:pt x="2771775" y="3663997"/>
                  <a:pt x="2771775" y="3671888"/>
                </a:cubicBezTo>
                <a:close/>
                <a:moveTo>
                  <a:pt x="2771775" y="3824288"/>
                </a:moveTo>
                <a:cubicBezTo>
                  <a:pt x="2771775" y="3832178"/>
                  <a:pt x="2765378" y="3838575"/>
                  <a:pt x="2757488" y="3838575"/>
                </a:cubicBezTo>
                <a:cubicBezTo>
                  <a:pt x="2749597" y="3838575"/>
                  <a:pt x="2743200" y="3832178"/>
                  <a:pt x="2743200" y="3824288"/>
                </a:cubicBezTo>
                <a:cubicBezTo>
                  <a:pt x="2743200" y="3816397"/>
                  <a:pt x="2749597" y="3810000"/>
                  <a:pt x="2757488" y="3810000"/>
                </a:cubicBezTo>
                <a:cubicBezTo>
                  <a:pt x="2765378" y="3810000"/>
                  <a:pt x="2771775" y="3816397"/>
                  <a:pt x="2771775" y="3824288"/>
                </a:cubicBezTo>
                <a:close/>
                <a:moveTo>
                  <a:pt x="2771775" y="3976688"/>
                </a:moveTo>
                <a:cubicBezTo>
                  <a:pt x="2771775" y="3984578"/>
                  <a:pt x="2765378" y="3990975"/>
                  <a:pt x="2757488" y="3990975"/>
                </a:cubicBezTo>
                <a:cubicBezTo>
                  <a:pt x="2749597" y="3990975"/>
                  <a:pt x="2743200" y="3984578"/>
                  <a:pt x="2743200" y="3976688"/>
                </a:cubicBezTo>
                <a:cubicBezTo>
                  <a:pt x="2743200" y="3968797"/>
                  <a:pt x="2749597" y="3962400"/>
                  <a:pt x="2757488" y="3962400"/>
                </a:cubicBezTo>
                <a:cubicBezTo>
                  <a:pt x="2765378" y="3962400"/>
                  <a:pt x="2771775" y="3968797"/>
                  <a:pt x="2771775" y="3976688"/>
                </a:cubicBezTo>
                <a:close/>
                <a:moveTo>
                  <a:pt x="2771775" y="4129088"/>
                </a:moveTo>
                <a:cubicBezTo>
                  <a:pt x="2771775" y="4136978"/>
                  <a:pt x="2765378" y="4143375"/>
                  <a:pt x="2757488" y="4143375"/>
                </a:cubicBezTo>
                <a:cubicBezTo>
                  <a:pt x="2749597" y="4143375"/>
                  <a:pt x="2743200" y="4136978"/>
                  <a:pt x="2743200" y="4129088"/>
                </a:cubicBezTo>
                <a:cubicBezTo>
                  <a:pt x="2743200" y="4121197"/>
                  <a:pt x="2749597" y="4114800"/>
                  <a:pt x="2757488" y="4114800"/>
                </a:cubicBezTo>
                <a:cubicBezTo>
                  <a:pt x="2765378" y="4114800"/>
                  <a:pt x="2771775" y="4121197"/>
                  <a:pt x="2771775" y="4129088"/>
                </a:cubicBezTo>
                <a:close/>
                <a:moveTo>
                  <a:pt x="2771775" y="4281488"/>
                </a:moveTo>
                <a:cubicBezTo>
                  <a:pt x="2771775" y="4289378"/>
                  <a:pt x="2765378" y="4295775"/>
                  <a:pt x="2757488" y="4295775"/>
                </a:cubicBezTo>
                <a:cubicBezTo>
                  <a:pt x="2749597" y="4295775"/>
                  <a:pt x="2743200" y="4289378"/>
                  <a:pt x="2743200" y="4281488"/>
                </a:cubicBezTo>
                <a:cubicBezTo>
                  <a:pt x="2743200" y="4273597"/>
                  <a:pt x="2749597" y="4267200"/>
                  <a:pt x="2757488" y="4267200"/>
                </a:cubicBezTo>
                <a:cubicBezTo>
                  <a:pt x="2765378" y="4267200"/>
                  <a:pt x="2771775" y="4273597"/>
                  <a:pt x="2771775" y="4281488"/>
                </a:cubicBezTo>
                <a:close/>
                <a:moveTo>
                  <a:pt x="2771775" y="4433888"/>
                </a:moveTo>
                <a:cubicBezTo>
                  <a:pt x="2771775" y="4441778"/>
                  <a:pt x="2765378" y="4448175"/>
                  <a:pt x="2757488" y="4448175"/>
                </a:cubicBezTo>
                <a:cubicBezTo>
                  <a:pt x="2749597" y="4448175"/>
                  <a:pt x="2743200" y="4441778"/>
                  <a:pt x="2743200" y="4433888"/>
                </a:cubicBezTo>
                <a:cubicBezTo>
                  <a:pt x="2743200" y="4425997"/>
                  <a:pt x="2749597" y="4419600"/>
                  <a:pt x="2757488" y="4419600"/>
                </a:cubicBezTo>
                <a:cubicBezTo>
                  <a:pt x="2765378" y="4419600"/>
                  <a:pt x="2771775" y="4425997"/>
                  <a:pt x="2771775" y="4433888"/>
                </a:cubicBezTo>
                <a:close/>
                <a:moveTo>
                  <a:pt x="2771775" y="4586288"/>
                </a:moveTo>
                <a:cubicBezTo>
                  <a:pt x="2771775" y="4594178"/>
                  <a:pt x="2765378" y="4600575"/>
                  <a:pt x="2757488" y="4600575"/>
                </a:cubicBezTo>
                <a:cubicBezTo>
                  <a:pt x="2749597" y="4600575"/>
                  <a:pt x="2743200" y="4594178"/>
                  <a:pt x="2743200" y="4586288"/>
                </a:cubicBezTo>
                <a:cubicBezTo>
                  <a:pt x="2743200" y="4578397"/>
                  <a:pt x="2749597" y="4572000"/>
                  <a:pt x="2757488" y="4572000"/>
                </a:cubicBezTo>
                <a:cubicBezTo>
                  <a:pt x="2765378" y="4572000"/>
                  <a:pt x="2771775" y="4578397"/>
                  <a:pt x="2771775" y="4586288"/>
                </a:cubicBezTo>
                <a:close/>
                <a:moveTo>
                  <a:pt x="2771775" y="4738688"/>
                </a:moveTo>
                <a:cubicBezTo>
                  <a:pt x="2771775" y="4746578"/>
                  <a:pt x="2765378" y="4752975"/>
                  <a:pt x="2757488" y="4752975"/>
                </a:cubicBezTo>
                <a:cubicBezTo>
                  <a:pt x="2749597" y="4752975"/>
                  <a:pt x="2743200" y="4746578"/>
                  <a:pt x="2743200" y="4738688"/>
                </a:cubicBezTo>
                <a:cubicBezTo>
                  <a:pt x="2743200" y="4730797"/>
                  <a:pt x="2749597" y="4724400"/>
                  <a:pt x="2757488" y="4724400"/>
                </a:cubicBezTo>
                <a:cubicBezTo>
                  <a:pt x="2765378" y="4724400"/>
                  <a:pt x="2771775" y="4730797"/>
                  <a:pt x="2771775" y="4738688"/>
                </a:cubicBezTo>
                <a:close/>
                <a:moveTo>
                  <a:pt x="2924175" y="14288"/>
                </a:moveTo>
                <a:cubicBezTo>
                  <a:pt x="2924175" y="22178"/>
                  <a:pt x="2917778" y="28575"/>
                  <a:pt x="2909888" y="28575"/>
                </a:cubicBezTo>
                <a:cubicBezTo>
                  <a:pt x="2901997" y="28575"/>
                  <a:pt x="2895600" y="22178"/>
                  <a:pt x="2895600" y="14288"/>
                </a:cubicBezTo>
                <a:cubicBezTo>
                  <a:pt x="2895600" y="6397"/>
                  <a:pt x="2901997" y="0"/>
                  <a:pt x="2909888" y="0"/>
                </a:cubicBezTo>
                <a:cubicBezTo>
                  <a:pt x="2917778" y="0"/>
                  <a:pt x="2924175" y="6397"/>
                  <a:pt x="2924175" y="14288"/>
                </a:cubicBezTo>
                <a:close/>
                <a:moveTo>
                  <a:pt x="2924175" y="166688"/>
                </a:moveTo>
                <a:cubicBezTo>
                  <a:pt x="2924175" y="174578"/>
                  <a:pt x="2917778" y="180975"/>
                  <a:pt x="2909888" y="180975"/>
                </a:cubicBezTo>
                <a:cubicBezTo>
                  <a:pt x="2901997" y="180975"/>
                  <a:pt x="2895600" y="174578"/>
                  <a:pt x="2895600" y="166688"/>
                </a:cubicBezTo>
                <a:cubicBezTo>
                  <a:pt x="2895600" y="158797"/>
                  <a:pt x="2901997" y="152400"/>
                  <a:pt x="2909888" y="152400"/>
                </a:cubicBezTo>
                <a:cubicBezTo>
                  <a:pt x="2917778" y="152400"/>
                  <a:pt x="2924175" y="158797"/>
                  <a:pt x="2924175" y="166688"/>
                </a:cubicBezTo>
                <a:close/>
                <a:moveTo>
                  <a:pt x="2924175" y="319088"/>
                </a:moveTo>
                <a:cubicBezTo>
                  <a:pt x="2924175" y="326978"/>
                  <a:pt x="2917778" y="333375"/>
                  <a:pt x="2909888" y="333375"/>
                </a:cubicBezTo>
                <a:cubicBezTo>
                  <a:pt x="2901997" y="333375"/>
                  <a:pt x="2895600" y="326978"/>
                  <a:pt x="2895600" y="319088"/>
                </a:cubicBezTo>
                <a:cubicBezTo>
                  <a:pt x="2895600" y="311197"/>
                  <a:pt x="2901997" y="304800"/>
                  <a:pt x="2909888" y="304800"/>
                </a:cubicBezTo>
                <a:cubicBezTo>
                  <a:pt x="2917778" y="304800"/>
                  <a:pt x="2924175" y="311197"/>
                  <a:pt x="2924175" y="319088"/>
                </a:cubicBezTo>
                <a:close/>
                <a:moveTo>
                  <a:pt x="2924175" y="471488"/>
                </a:moveTo>
                <a:cubicBezTo>
                  <a:pt x="2924175" y="479378"/>
                  <a:pt x="2917778" y="485775"/>
                  <a:pt x="2909888" y="485775"/>
                </a:cubicBezTo>
                <a:cubicBezTo>
                  <a:pt x="2901997" y="485775"/>
                  <a:pt x="2895600" y="479378"/>
                  <a:pt x="2895600" y="471488"/>
                </a:cubicBezTo>
                <a:cubicBezTo>
                  <a:pt x="2895600" y="463597"/>
                  <a:pt x="2901997" y="457200"/>
                  <a:pt x="2909888" y="457200"/>
                </a:cubicBezTo>
                <a:cubicBezTo>
                  <a:pt x="2917778" y="457200"/>
                  <a:pt x="2924175" y="463597"/>
                  <a:pt x="2924175" y="471488"/>
                </a:cubicBezTo>
                <a:close/>
                <a:moveTo>
                  <a:pt x="2924175" y="623888"/>
                </a:moveTo>
                <a:cubicBezTo>
                  <a:pt x="2924175" y="631778"/>
                  <a:pt x="2917778" y="638175"/>
                  <a:pt x="2909888" y="638175"/>
                </a:cubicBezTo>
                <a:cubicBezTo>
                  <a:pt x="2901997" y="638175"/>
                  <a:pt x="2895600" y="631778"/>
                  <a:pt x="2895600" y="623888"/>
                </a:cubicBezTo>
                <a:cubicBezTo>
                  <a:pt x="2895600" y="615997"/>
                  <a:pt x="2901997" y="609600"/>
                  <a:pt x="2909888" y="609600"/>
                </a:cubicBezTo>
                <a:cubicBezTo>
                  <a:pt x="2917778" y="609600"/>
                  <a:pt x="2924175" y="615997"/>
                  <a:pt x="2924175" y="623888"/>
                </a:cubicBezTo>
                <a:close/>
                <a:moveTo>
                  <a:pt x="2924175" y="776288"/>
                </a:moveTo>
                <a:cubicBezTo>
                  <a:pt x="2924175" y="784178"/>
                  <a:pt x="2917778" y="790575"/>
                  <a:pt x="2909888" y="790575"/>
                </a:cubicBezTo>
                <a:cubicBezTo>
                  <a:pt x="2901997" y="790575"/>
                  <a:pt x="2895600" y="784178"/>
                  <a:pt x="2895600" y="776288"/>
                </a:cubicBezTo>
                <a:cubicBezTo>
                  <a:pt x="2895600" y="768397"/>
                  <a:pt x="2901997" y="762000"/>
                  <a:pt x="2909888" y="762000"/>
                </a:cubicBezTo>
                <a:cubicBezTo>
                  <a:pt x="2917778" y="762000"/>
                  <a:pt x="2924175" y="768397"/>
                  <a:pt x="2924175" y="776288"/>
                </a:cubicBezTo>
                <a:close/>
                <a:moveTo>
                  <a:pt x="2924175" y="928688"/>
                </a:moveTo>
                <a:cubicBezTo>
                  <a:pt x="2924175" y="936578"/>
                  <a:pt x="2917778" y="942975"/>
                  <a:pt x="2909888" y="942975"/>
                </a:cubicBezTo>
                <a:cubicBezTo>
                  <a:pt x="2901997" y="942975"/>
                  <a:pt x="2895600" y="936578"/>
                  <a:pt x="2895600" y="928688"/>
                </a:cubicBezTo>
                <a:cubicBezTo>
                  <a:pt x="2895600" y="920797"/>
                  <a:pt x="2901997" y="914400"/>
                  <a:pt x="2909888" y="914400"/>
                </a:cubicBezTo>
                <a:cubicBezTo>
                  <a:pt x="2917778" y="914400"/>
                  <a:pt x="2924175" y="920797"/>
                  <a:pt x="2924175" y="928688"/>
                </a:cubicBezTo>
                <a:close/>
                <a:moveTo>
                  <a:pt x="2924175" y="1081088"/>
                </a:moveTo>
                <a:cubicBezTo>
                  <a:pt x="2924175" y="1088978"/>
                  <a:pt x="2917778" y="1095375"/>
                  <a:pt x="2909888" y="1095375"/>
                </a:cubicBezTo>
                <a:cubicBezTo>
                  <a:pt x="2901997" y="1095375"/>
                  <a:pt x="2895600" y="1088978"/>
                  <a:pt x="2895600" y="1081088"/>
                </a:cubicBezTo>
                <a:cubicBezTo>
                  <a:pt x="2895600" y="1073197"/>
                  <a:pt x="2901997" y="1066800"/>
                  <a:pt x="2909888" y="1066800"/>
                </a:cubicBezTo>
                <a:cubicBezTo>
                  <a:pt x="2917778" y="1066800"/>
                  <a:pt x="2924175" y="1073197"/>
                  <a:pt x="2924175" y="1081088"/>
                </a:cubicBezTo>
                <a:close/>
                <a:moveTo>
                  <a:pt x="2924175" y="1233488"/>
                </a:moveTo>
                <a:cubicBezTo>
                  <a:pt x="2924175" y="1241378"/>
                  <a:pt x="2917778" y="1247775"/>
                  <a:pt x="2909888" y="1247775"/>
                </a:cubicBezTo>
                <a:cubicBezTo>
                  <a:pt x="2901997" y="1247775"/>
                  <a:pt x="2895600" y="1241378"/>
                  <a:pt x="2895600" y="1233488"/>
                </a:cubicBezTo>
                <a:cubicBezTo>
                  <a:pt x="2895600" y="1225597"/>
                  <a:pt x="2901997" y="1219200"/>
                  <a:pt x="2909888" y="1219200"/>
                </a:cubicBezTo>
                <a:cubicBezTo>
                  <a:pt x="2917778" y="1219200"/>
                  <a:pt x="2924175" y="1225597"/>
                  <a:pt x="2924175" y="1233488"/>
                </a:cubicBezTo>
                <a:close/>
                <a:moveTo>
                  <a:pt x="2924175" y="1385888"/>
                </a:moveTo>
                <a:cubicBezTo>
                  <a:pt x="2924175" y="1393778"/>
                  <a:pt x="2917778" y="1400175"/>
                  <a:pt x="2909888" y="1400175"/>
                </a:cubicBezTo>
                <a:cubicBezTo>
                  <a:pt x="2901997" y="1400175"/>
                  <a:pt x="2895600" y="1393778"/>
                  <a:pt x="2895600" y="1385888"/>
                </a:cubicBezTo>
                <a:cubicBezTo>
                  <a:pt x="2895600" y="1377997"/>
                  <a:pt x="2901997" y="1371600"/>
                  <a:pt x="2909888" y="1371600"/>
                </a:cubicBezTo>
                <a:cubicBezTo>
                  <a:pt x="2917778" y="1371600"/>
                  <a:pt x="2924175" y="1377997"/>
                  <a:pt x="2924175" y="1385888"/>
                </a:cubicBezTo>
                <a:close/>
                <a:moveTo>
                  <a:pt x="2924175" y="1538288"/>
                </a:moveTo>
                <a:cubicBezTo>
                  <a:pt x="2924175" y="1546178"/>
                  <a:pt x="2917778" y="1552575"/>
                  <a:pt x="2909888" y="1552575"/>
                </a:cubicBezTo>
                <a:cubicBezTo>
                  <a:pt x="2901997" y="1552575"/>
                  <a:pt x="2895600" y="1546178"/>
                  <a:pt x="2895600" y="1538288"/>
                </a:cubicBezTo>
                <a:cubicBezTo>
                  <a:pt x="2895600" y="1530397"/>
                  <a:pt x="2901997" y="1524000"/>
                  <a:pt x="2909888" y="1524000"/>
                </a:cubicBezTo>
                <a:cubicBezTo>
                  <a:pt x="2917778" y="1524000"/>
                  <a:pt x="2924175" y="1530397"/>
                  <a:pt x="2924175" y="1538288"/>
                </a:cubicBezTo>
                <a:close/>
                <a:moveTo>
                  <a:pt x="2924175" y="1690688"/>
                </a:moveTo>
                <a:cubicBezTo>
                  <a:pt x="2924175" y="1698578"/>
                  <a:pt x="2917778" y="1704975"/>
                  <a:pt x="2909888" y="1704975"/>
                </a:cubicBezTo>
                <a:cubicBezTo>
                  <a:pt x="2901997" y="1704975"/>
                  <a:pt x="2895600" y="1698578"/>
                  <a:pt x="2895600" y="1690688"/>
                </a:cubicBezTo>
                <a:cubicBezTo>
                  <a:pt x="2895600" y="1682797"/>
                  <a:pt x="2901997" y="1676400"/>
                  <a:pt x="2909888" y="1676400"/>
                </a:cubicBezTo>
                <a:cubicBezTo>
                  <a:pt x="2917778" y="1676400"/>
                  <a:pt x="2924175" y="1682797"/>
                  <a:pt x="2924175" y="1690688"/>
                </a:cubicBezTo>
                <a:close/>
                <a:moveTo>
                  <a:pt x="2924175" y="1843088"/>
                </a:moveTo>
                <a:cubicBezTo>
                  <a:pt x="2924175" y="1850978"/>
                  <a:pt x="2917778" y="1857375"/>
                  <a:pt x="2909888" y="1857375"/>
                </a:cubicBezTo>
                <a:cubicBezTo>
                  <a:pt x="2901997" y="1857375"/>
                  <a:pt x="2895600" y="1850978"/>
                  <a:pt x="2895600" y="1843088"/>
                </a:cubicBezTo>
                <a:cubicBezTo>
                  <a:pt x="2895600" y="1835197"/>
                  <a:pt x="2901997" y="1828800"/>
                  <a:pt x="2909888" y="1828800"/>
                </a:cubicBezTo>
                <a:cubicBezTo>
                  <a:pt x="2917778" y="1828800"/>
                  <a:pt x="2924175" y="1835197"/>
                  <a:pt x="2924175" y="1843088"/>
                </a:cubicBezTo>
                <a:close/>
                <a:moveTo>
                  <a:pt x="2924175" y="1995488"/>
                </a:moveTo>
                <a:cubicBezTo>
                  <a:pt x="2924175" y="2003378"/>
                  <a:pt x="2917778" y="2009775"/>
                  <a:pt x="2909888" y="2009775"/>
                </a:cubicBezTo>
                <a:cubicBezTo>
                  <a:pt x="2901997" y="2009775"/>
                  <a:pt x="2895600" y="2003378"/>
                  <a:pt x="2895600" y="1995488"/>
                </a:cubicBezTo>
                <a:cubicBezTo>
                  <a:pt x="2895600" y="1987597"/>
                  <a:pt x="2901997" y="1981200"/>
                  <a:pt x="2909888" y="1981200"/>
                </a:cubicBezTo>
                <a:cubicBezTo>
                  <a:pt x="2917778" y="1981200"/>
                  <a:pt x="2924175" y="1987597"/>
                  <a:pt x="2924175" y="1995488"/>
                </a:cubicBezTo>
                <a:close/>
                <a:moveTo>
                  <a:pt x="2924175" y="2147888"/>
                </a:moveTo>
                <a:cubicBezTo>
                  <a:pt x="2924175" y="2155778"/>
                  <a:pt x="2917778" y="2162175"/>
                  <a:pt x="2909888" y="2162175"/>
                </a:cubicBezTo>
                <a:cubicBezTo>
                  <a:pt x="2901997" y="2162175"/>
                  <a:pt x="2895600" y="2155778"/>
                  <a:pt x="2895600" y="2147888"/>
                </a:cubicBezTo>
                <a:cubicBezTo>
                  <a:pt x="2895600" y="2139997"/>
                  <a:pt x="2901997" y="2133600"/>
                  <a:pt x="2909888" y="2133600"/>
                </a:cubicBezTo>
                <a:cubicBezTo>
                  <a:pt x="2917778" y="2133600"/>
                  <a:pt x="2924175" y="2139997"/>
                  <a:pt x="2924175" y="2147888"/>
                </a:cubicBezTo>
                <a:close/>
                <a:moveTo>
                  <a:pt x="2924175" y="2300288"/>
                </a:moveTo>
                <a:cubicBezTo>
                  <a:pt x="2924175" y="2308178"/>
                  <a:pt x="2917778" y="2314575"/>
                  <a:pt x="2909888" y="2314575"/>
                </a:cubicBezTo>
                <a:cubicBezTo>
                  <a:pt x="2901997" y="2314575"/>
                  <a:pt x="2895600" y="2308178"/>
                  <a:pt x="2895600" y="2300288"/>
                </a:cubicBezTo>
                <a:cubicBezTo>
                  <a:pt x="2895600" y="2292397"/>
                  <a:pt x="2901997" y="2286000"/>
                  <a:pt x="2909888" y="2286000"/>
                </a:cubicBezTo>
                <a:cubicBezTo>
                  <a:pt x="2917778" y="2286000"/>
                  <a:pt x="2924175" y="2292397"/>
                  <a:pt x="2924175" y="2300288"/>
                </a:cubicBezTo>
                <a:close/>
                <a:moveTo>
                  <a:pt x="2924175" y="2452688"/>
                </a:moveTo>
                <a:cubicBezTo>
                  <a:pt x="2924175" y="2460578"/>
                  <a:pt x="2917778" y="2466975"/>
                  <a:pt x="2909888" y="2466975"/>
                </a:cubicBezTo>
                <a:cubicBezTo>
                  <a:pt x="2901997" y="2466975"/>
                  <a:pt x="2895600" y="2460578"/>
                  <a:pt x="2895600" y="2452688"/>
                </a:cubicBezTo>
                <a:cubicBezTo>
                  <a:pt x="2895600" y="2444797"/>
                  <a:pt x="2901997" y="2438400"/>
                  <a:pt x="2909888" y="2438400"/>
                </a:cubicBezTo>
                <a:cubicBezTo>
                  <a:pt x="2917778" y="2438400"/>
                  <a:pt x="2924175" y="2444797"/>
                  <a:pt x="2924175" y="2452688"/>
                </a:cubicBezTo>
                <a:close/>
                <a:moveTo>
                  <a:pt x="2924175" y="2605088"/>
                </a:moveTo>
                <a:cubicBezTo>
                  <a:pt x="2924175" y="2612978"/>
                  <a:pt x="2917778" y="2619375"/>
                  <a:pt x="2909888" y="2619375"/>
                </a:cubicBezTo>
                <a:cubicBezTo>
                  <a:pt x="2901997" y="2619375"/>
                  <a:pt x="2895600" y="2612978"/>
                  <a:pt x="2895600" y="2605088"/>
                </a:cubicBezTo>
                <a:cubicBezTo>
                  <a:pt x="2895600" y="2597197"/>
                  <a:pt x="2901997" y="2590800"/>
                  <a:pt x="2909888" y="2590800"/>
                </a:cubicBezTo>
                <a:cubicBezTo>
                  <a:pt x="2917778" y="2590800"/>
                  <a:pt x="2924175" y="2597197"/>
                  <a:pt x="2924175" y="2605088"/>
                </a:cubicBezTo>
                <a:close/>
                <a:moveTo>
                  <a:pt x="2924175" y="2757488"/>
                </a:moveTo>
                <a:cubicBezTo>
                  <a:pt x="2924175" y="2765378"/>
                  <a:pt x="2917778" y="2771775"/>
                  <a:pt x="2909888" y="2771775"/>
                </a:cubicBezTo>
                <a:cubicBezTo>
                  <a:pt x="2901997" y="2771775"/>
                  <a:pt x="2895600" y="2765378"/>
                  <a:pt x="2895600" y="2757488"/>
                </a:cubicBezTo>
                <a:cubicBezTo>
                  <a:pt x="2895600" y="2749597"/>
                  <a:pt x="2901997" y="2743200"/>
                  <a:pt x="2909888" y="2743200"/>
                </a:cubicBezTo>
                <a:cubicBezTo>
                  <a:pt x="2917778" y="2743200"/>
                  <a:pt x="2924175" y="2749597"/>
                  <a:pt x="2924175" y="2757488"/>
                </a:cubicBezTo>
                <a:close/>
                <a:moveTo>
                  <a:pt x="2924175" y="2909888"/>
                </a:moveTo>
                <a:cubicBezTo>
                  <a:pt x="2924175" y="2917778"/>
                  <a:pt x="2917778" y="2924175"/>
                  <a:pt x="2909888" y="2924175"/>
                </a:cubicBezTo>
                <a:cubicBezTo>
                  <a:pt x="2901997" y="2924175"/>
                  <a:pt x="2895600" y="2917778"/>
                  <a:pt x="2895600" y="2909888"/>
                </a:cubicBezTo>
                <a:cubicBezTo>
                  <a:pt x="2895600" y="2901997"/>
                  <a:pt x="2901997" y="2895600"/>
                  <a:pt x="2909888" y="2895600"/>
                </a:cubicBezTo>
                <a:cubicBezTo>
                  <a:pt x="2917778" y="2895600"/>
                  <a:pt x="2924175" y="2901997"/>
                  <a:pt x="2924175" y="2909888"/>
                </a:cubicBezTo>
                <a:close/>
                <a:moveTo>
                  <a:pt x="2924175" y="3062288"/>
                </a:moveTo>
                <a:cubicBezTo>
                  <a:pt x="2924175" y="3070178"/>
                  <a:pt x="2917778" y="3076575"/>
                  <a:pt x="2909888" y="3076575"/>
                </a:cubicBezTo>
                <a:cubicBezTo>
                  <a:pt x="2901997" y="3076575"/>
                  <a:pt x="2895600" y="3070178"/>
                  <a:pt x="2895600" y="3062288"/>
                </a:cubicBezTo>
                <a:cubicBezTo>
                  <a:pt x="2895600" y="3054397"/>
                  <a:pt x="2901997" y="3048000"/>
                  <a:pt x="2909888" y="3048000"/>
                </a:cubicBezTo>
                <a:cubicBezTo>
                  <a:pt x="2917778" y="3048000"/>
                  <a:pt x="2924175" y="3054397"/>
                  <a:pt x="2924175" y="3062288"/>
                </a:cubicBezTo>
                <a:close/>
                <a:moveTo>
                  <a:pt x="2924175" y="3214688"/>
                </a:moveTo>
                <a:cubicBezTo>
                  <a:pt x="2924175" y="3222578"/>
                  <a:pt x="2917778" y="3228975"/>
                  <a:pt x="2909888" y="3228975"/>
                </a:cubicBezTo>
                <a:cubicBezTo>
                  <a:pt x="2901997" y="3228975"/>
                  <a:pt x="2895600" y="3222578"/>
                  <a:pt x="2895600" y="3214688"/>
                </a:cubicBezTo>
                <a:cubicBezTo>
                  <a:pt x="2895600" y="3206797"/>
                  <a:pt x="2901997" y="3200400"/>
                  <a:pt x="2909888" y="3200400"/>
                </a:cubicBezTo>
                <a:cubicBezTo>
                  <a:pt x="2917778" y="3200400"/>
                  <a:pt x="2924175" y="3206797"/>
                  <a:pt x="2924175" y="3214688"/>
                </a:cubicBezTo>
                <a:close/>
                <a:moveTo>
                  <a:pt x="2924175" y="3367088"/>
                </a:moveTo>
                <a:cubicBezTo>
                  <a:pt x="2924175" y="3374978"/>
                  <a:pt x="2917778" y="3381375"/>
                  <a:pt x="2909888" y="3381375"/>
                </a:cubicBezTo>
                <a:cubicBezTo>
                  <a:pt x="2901997" y="3381375"/>
                  <a:pt x="2895600" y="3374978"/>
                  <a:pt x="2895600" y="3367088"/>
                </a:cubicBezTo>
                <a:cubicBezTo>
                  <a:pt x="2895600" y="3359197"/>
                  <a:pt x="2901997" y="3352800"/>
                  <a:pt x="2909888" y="3352800"/>
                </a:cubicBezTo>
                <a:cubicBezTo>
                  <a:pt x="2917778" y="3352800"/>
                  <a:pt x="2924175" y="3359197"/>
                  <a:pt x="2924175" y="3367088"/>
                </a:cubicBezTo>
                <a:close/>
                <a:moveTo>
                  <a:pt x="2924175" y="3519488"/>
                </a:moveTo>
                <a:cubicBezTo>
                  <a:pt x="2924175" y="3527378"/>
                  <a:pt x="2917778" y="3533775"/>
                  <a:pt x="2909888" y="3533775"/>
                </a:cubicBezTo>
                <a:cubicBezTo>
                  <a:pt x="2901997" y="3533775"/>
                  <a:pt x="2895600" y="3527378"/>
                  <a:pt x="2895600" y="3519488"/>
                </a:cubicBezTo>
                <a:cubicBezTo>
                  <a:pt x="2895600" y="3511597"/>
                  <a:pt x="2901997" y="3505200"/>
                  <a:pt x="2909888" y="3505200"/>
                </a:cubicBezTo>
                <a:cubicBezTo>
                  <a:pt x="2917778" y="3505200"/>
                  <a:pt x="2924175" y="3511597"/>
                  <a:pt x="2924175" y="3519488"/>
                </a:cubicBezTo>
                <a:close/>
                <a:moveTo>
                  <a:pt x="2924175" y="3671888"/>
                </a:moveTo>
                <a:cubicBezTo>
                  <a:pt x="2924175" y="3679778"/>
                  <a:pt x="2917778" y="3686175"/>
                  <a:pt x="2909888" y="3686175"/>
                </a:cubicBezTo>
                <a:cubicBezTo>
                  <a:pt x="2901997" y="3686175"/>
                  <a:pt x="2895600" y="3679778"/>
                  <a:pt x="2895600" y="3671888"/>
                </a:cubicBezTo>
                <a:cubicBezTo>
                  <a:pt x="2895600" y="3663997"/>
                  <a:pt x="2901997" y="3657600"/>
                  <a:pt x="2909888" y="3657600"/>
                </a:cubicBezTo>
                <a:cubicBezTo>
                  <a:pt x="2917778" y="3657600"/>
                  <a:pt x="2924175" y="3663997"/>
                  <a:pt x="2924175" y="3671888"/>
                </a:cubicBezTo>
                <a:close/>
                <a:moveTo>
                  <a:pt x="2924175" y="3824288"/>
                </a:moveTo>
                <a:cubicBezTo>
                  <a:pt x="2924175" y="3832178"/>
                  <a:pt x="2917778" y="3838575"/>
                  <a:pt x="2909888" y="3838575"/>
                </a:cubicBezTo>
                <a:cubicBezTo>
                  <a:pt x="2901997" y="3838575"/>
                  <a:pt x="2895600" y="3832178"/>
                  <a:pt x="2895600" y="3824288"/>
                </a:cubicBezTo>
                <a:cubicBezTo>
                  <a:pt x="2895600" y="3816397"/>
                  <a:pt x="2901997" y="3810000"/>
                  <a:pt x="2909888" y="3810000"/>
                </a:cubicBezTo>
                <a:cubicBezTo>
                  <a:pt x="2917778" y="3810000"/>
                  <a:pt x="2924175" y="3816397"/>
                  <a:pt x="2924175" y="3824288"/>
                </a:cubicBezTo>
                <a:close/>
                <a:moveTo>
                  <a:pt x="2924175" y="3976688"/>
                </a:moveTo>
                <a:cubicBezTo>
                  <a:pt x="2924175" y="3984578"/>
                  <a:pt x="2917778" y="3990975"/>
                  <a:pt x="2909888" y="3990975"/>
                </a:cubicBezTo>
                <a:cubicBezTo>
                  <a:pt x="2901997" y="3990975"/>
                  <a:pt x="2895600" y="3984578"/>
                  <a:pt x="2895600" y="3976688"/>
                </a:cubicBezTo>
                <a:cubicBezTo>
                  <a:pt x="2895600" y="3968797"/>
                  <a:pt x="2901997" y="3962400"/>
                  <a:pt x="2909888" y="3962400"/>
                </a:cubicBezTo>
                <a:cubicBezTo>
                  <a:pt x="2917778" y="3962400"/>
                  <a:pt x="2924175" y="3968797"/>
                  <a:pt x="2924175" y="3976688"/>
                </a:cubicBezTo>
                <a:close/>
                <a:moveTo>
                  <a:pt x="2924175" y="4129088"/>
                </a:moveTo>
                <a:cubicBezTo>
                  <a:pt x="2924175" y="4136978"/>
                  <a:pt x="2917778" y="4143375"/>
                  <a:pt x="2909888" y="4143375"/>
                </a:cubicBezTo>
                <a:cubicBezTo>
                  <a:pt x="2901997" y="4143375"/>
                  <a:pt x="2895600" y="4136978"/>
                  <a:pt x="2895600" y="4129088"/>
                </a:cubicBezTo>
                <a:cubicBezTo>
                  <a:pt x="2895600" y="4121197"/>
                  <a:pt x="2901997" y="4114800"/>
                  <a:pt x="2909888" y="4114800"/>
                </a:cubicBezTo>
                <a:cubicBezTo>
                  <a:pt x="2917778" y="4114800"/>
                  <a:pt x="2924175" y="4121197"/>
                  <a:pt x="2924175" y="4129088"/>
                </a:cubicBezTo>
                <a:close/>
                <a:moveTo>
                  <a:pt x="2924175" y="4281488"/>
                </a:moveTo>
                <a:cubicBezTo>
                  <a:pt x="2924175" y="4289378"/>
                  <a:pt x="2917778" y="4295775"/>
                  <a:pt x="2909888" y="4295775"/>
                </a:cubicBezTo>
                <a:cubicBezTo>
                  <a:pt x="2901997" y="4295775"/>
                  <a:pt x="2895600" y="4289378"/>
                  <a:pt x="2895600" y="4281488"/>
                </a:cubicBezTo>
                <a:cubicBezTo>
                  <a:pt x="2895600" y="4273597"/>
                  <a:pt x="2901997" y="4267200"/>
                  <a:pt x="2909888" y="4267200"/>
                </a:cubicBezTo>
                <a:cubicBezTo>
                  <a:pt x="2917778" y="4267200"/>
                  <a:pt x="2924175" y="4273597"/>
                  <a:pt x="2924175" y="4281488"/>
                </a:cubicBezTo>
                <a:close/>
                <a:moveTo>
                  <a:pt x="2924175" y="4433888"/>
                </a:moveTo>
                <a:cubicBezTo>
                  <a:pt x="2924175" y="4441778"/>
                  <a:pt x="2917778" y="4448175"/>
                  <a:pt x="2909888" y="4448175"/>
                </a:cubicBezTo>
                <a:cubicBezTo>
                  <a:pt x="2901997" y="4448175"/>
                  <a:pt x="2895600" y="4441778"/>
                  <a:pt x="2895600" y="4433888"/>
                </a:cubicBezTo>
                <a:cubicBezTo>
                  <a:pt x="2895600" y="4425997"/>
                  <a:pt x="2901997" y="4419600"/>
                  <a:pt x="2909888" y="4419600"/>
                </a:cubicBezTo>
                <a:cubicBezTo>
                  <a:pt x="2917778" y="4419600"/>
                  <a:pt x="2924175" y="4425997"/>
                  <a:pt x="2924175" y="4433888"/>
                </a:cubicBezTo>
                <a:close/>
                <a:moveTo>
                  <a:pt x="2924175" y="4586288"/>
                </a:moveTo>
                <a:cubicBezTo>
                  <a:pt x="2924175" y="4594178"/>
                  <a:pt x="2917778" y="4600575"/>
                  <a:pt x="2909888" y="4600575"/>
                </a:cubicBezTo>
                <a:cubicBezTo>
                  <a:pt x="2901997" y="4600575"/>
                  <a:pt x="2895600" y="4594178"/>
                  <a:pt x="2895600" y="4586288"/>
                </a:cubicBezTo>
                <a:cubicBezTo>
                  <a:pt x="2895600" y="4578397"/>
                  <a:pt x="2901997" y="4572000"/>
                  <a:pt x="2909888" y="4572000"/>
                </a:cubicBezTo>
                <a:cubicBezTo>
                  <a:pt x="2917778" y="4572000"/>
                  <a:pt x="2924175" y="4578397"/>
                  <a:pt x="2924175" y="4586288"/>
                </a:cubicBezTo>
                <a:close/>
                <a:moveTo>
                  <a:pt x="2924175" y="4738688"/>
                </a:moveTo>
                <a:cubicBezTo>
                  <a:pt x="2924175" y="4746578"/>
                  <a:pt x="2917778" y="4752975"/>
                  <a:pt x="2909888" y="4752975"/>
                </a:cubicBezTo>
                <a:cubicBezTo>
                  <a:pt x="2901997" y="4752975"/>
                  <a:pt x="2895600" y="4746578"/>
                  <a:pt x="2895600" y="4738688"/>
                </a:cubicBezTo>
                <a:cubicBezTo>
                  <a:pt x="2895600" y="4730797"/>
                  <a:pt x="2901997" y="4724400"/>
                  <a:pt x="2909888" y="4724400"/>
                </a:cubicBezTo>
                <a:cubicBezTo>
                  <a:pt x="2917778" y="4724400"/>
                  <a:pt x="2924175" y="4730797"/>
                  <a:pt x="2924175" y="4738688"/>
                </a:cubicBezTo>
                <a:close/>
                <a:moveTo>
                  <a:pt x="3076575" y="14288"/>
                </a:moveTo>
                <a:cubicBezTo>
                  <a:pt x="3076575" y="22178"/>
                  <a:pt x="3070178" y="28575"/>
                  <a:pt x="3062288" y="28575"/>
                </a:cubicBezTo>
                <a:cubicBezTo>
                  <a:pt x="3054397" y="28575"/>
                  <a:pt x="3048000" y="22178"/>
                  <a:pt x="3048000" y="14288"/>
                </a:cubicBezTo>
                <a:cubicBezTo>
                  <a:pt x="3048000" y="6397"/>
                  <a:pt x="3054397" y="0"/>
                  <a:pt x="3062288" y="0"/>
                </a:cubicBezTo>
                <a:cubicBezTo>
                  <a:pt x="3070178" y="0"/>
                  <a:pt x="3076575" y="6397"/>
                  <a:pt x="3076575" y="14288"/>
                </a:cubicBezTo>
                <a:close/>
                <a:moveTo>
                  <a:pt x="3076575" y="166688"/>
                </a:moveTo>
                <a:cubicBezTo>
                  <a:pt x="3076575" y="174578"/>
                  <a:pt x="3070178" y="180975"/>
                  <a:pt x="3062288" y="180975"/>
                </a:cubicBezTo>
                <a:cubicBezTo>
                  <a:pt x="3054397" y="180975"/>
                  <a:pt x="3048000" y="174578"/>
                  <a:pt x="3048000" y="166688"/>
                </a:cubicBezTo>
                <a:cubicBezTo>
                  <a:pt x="3048000" y="158797"/>
                  <a:pt x="3054397" y="152400"/>
                  <a:pt x="3062288" y="152400"/>
                </a:cubicBezTo>
                <a:cubicBezTo>
                  <a:pt x="3070178" y="152400"/>
                  <a:pt x="3076575" y="158797"/>
                  <a:pt x="3076575" y="166688"/>
                </a:cubicBezTo>
                <a:close/>
                <a:moveTo>
                  <a:pt x="3076575" y="319088"/>
                </a:moveTo>
                <a:cubicBezTo>
                  <a:pt x="3076575" y="326978"/>
                  <a:pt x="3070178" y="333375"/>
                  <a:pt x="3062288" y="333375"/>
                </a:cubicBezTo>
                <a:cubicBezTo>
                  <a:pt x="3054397" y="333375"/>
                  <a:pt x="3048000" y="326978"/>
                  <a:pt x="3048000" y="319088"/>
                </a:cubicBezTo>
                <a:cubicBezTo>
                  <a:pt x="3048000" y="311197"/>
                  <a:pt x="3054397" y="304800"/>
                  <a:pt x="3062288" y="304800"/>
                </a:cubicBezTo>
                <a:cubicBezTo>
                  <a:pt x="3070178" y="304800"/>
                  <a:pt x="3076575" y="311197"/>
                  <a:pt x="3076575" y="319088"/>
                </a:cubicBezTo>
                <a:close/>
                <a:moveTo>
                  <a:pt x="3076575" y="471488"/>
                </a:moveTo>
                <a:cubicBezTo>
                  <a:pt x="3076575" y="479378"/>
                  <a:pt x="3070178" y="485775"/>
                  <a:pt x="3062288" y="485775"/>
                </a:cubicBezTo>
                <a:cubicBezTo>
                  <a:pt x="3054397" y="485775"/>
                  <a:pt x="3048000" y="479378"/>
                  <a:pt x="3048000" y="471488"/>
                </a:cubicBezTo>
                <a:cubicBezTo>
                  <a:pt x="3048000" y="463597"/>
                  <a:pt x="3054397" y="457200"/>
                  <a:pt x="3062288" y="457200"/>
                </a:cubicBezTo>
                <a:cubicBezTo>
                  <a:pt x="3070178" y="457200"/>
                  <a:pt x="3076575" y="463597"/>
                  <a:pt x="3076575" y="471488"/>
                </a:cubicBezTo>
                <a:close/>
                <a:moveTo>
                  <a:pt x="3076575" y="623888"/>
                </a:moveTo>
                <a:cubicBezTo>
                  <a:pt x="3076575" y="631778"/>
                  <a:pt x="3070178" y="638175"/>
                  <a:pt x="3062288" y="638175"/>
                </a:cubicBezTo>
                <a:cubicBezTo>
                  <a:pt x="3054397" y="638175"/>
                  <a:pt x="3048000" y="631778"/>
                  <a:pt x="3048000" y="623888"/>
                </a:cubicBezTo>
                <a:cubicBezTo>
                  <a:pt x="3048000" y="615997"/>
                  <a:pt x="3054397" y="609600"/>
                  <a:pt x="3062288" y="609600"/>
                </a:cubicBezTo>
                <a:cubicBezTo>
                  <a:pt x="3070178" y="609600"/>
                  <a:pt x="3076575" y="615997"/>
                  <a:pt x="3076575" y="623888"/>
                </a:cubicBezTo>
                <a:close/>
                <a:moveTo>
                  <a:pt x="3076575" y="776288"/>
                </a:moveTo>
                <a:cubicBezTo>
                  <a:pt x="3076575" y="784178"/>
                  <a:pt x="3070178" y="790575"/>
                  <a:pt x="3062288" y="790575"/>
                </a:cubicBezTo>
                <a:cubicBezTo>
                  <a:pt x="3054397" y="790575"/>
                  <a:pt x="3048000" y="784178"/>
                  <a:pt x="3048000" y="776288"/>
                </a:cubicBezTo>
                <a:cubicBezTo>
                  <a:pt x="3048000" y="768397"/>
                  <a:pt x="3054397" y="762000"/>
                  <a:pt x="3062288" y="762000"/>
                </a:cubicBezTo>
                <a:cubicBezTo>
                  <a:pt x="3070178" y="762000"/>
                  <a:pt x="3076575" y="768397"/>
                  <a:pt x="3076575" y="776288"/>
                </a:cubicBezTo>
                <a:close/>
                <a:moveTo>
                  <a:pt x="3076575" y="928688"/>
                </a:moveTo>
                <a:cubicBezTo>
                  <a:pt x="3076575" y="936578"/>
                  <a:pt x="3070178" y="942975"/>
                  <a:pt x="3062288" y="942975"/>
                </a:cubicBezTo>
                <a:cubicBezTo>
                  <a:pt x="3054397" y="942975"/>
                  <a:pt x="3048000" y="936578"/>
                  <a:pt x="3048000" y="928688"/>
                </a:cubicBezTo>
                <a:cubicBezTo>
                  <a:pt x="3048000" y="920797"/>
                  <a:pt x="3054397" y="914400"/>
                  <a:pt x="3062288" y="914400"/>
                </a:cubicBezTo>
                <a:cubicBezTo>
                  <a:pt x="3070178" y="914400"/>
                  <a:pt x="3076575" y="920797"/>
                  <a:pt x="3076575" y="928688"/>
                </a:cubicBezTo>
                <a:close/>
                <a:moveTo>
                  <a:pt x="3076575" y="1081088"/>
                </a:moveTo>
                <a:cubicBezTo>
                  <a:pt x="3076575" y="1088978"/>
                  <a:pt x="3070178" y="1095375"/>
                  <a:pt x="3062288" y="1095375"/>
                </a:cubicBezTo>
                <a:cubicBezTo>
                  <a:pt x="3054397" y="1095375"/>
                  <a:pt x="3048000" y="1088978"/>
                  <a:pt x="3048000" y="1081088"/>
                </a:cubicBezTo>
                <a:cubicBezTo>
                  <a:pt x="3048000" y="1073197"/>
                  <a:pt x="3054397" y="1066800"/>
                  <a:pt x="3062288" y="1066800"/>
                </a:cubicBezTo>
                <a:cubicBezTo>
                  <a:pt x="3070178" y="1066800"/>
                  <a:pt x="3076575" y="1073197"/>
                  <a:pt x="3076575" y="1081088"/>
                </a:cubicBezTo>
                <a:close/>
                <a:moveTo>
                  <a:pt x="3076575" y="1233488"/>
                </a:moveTo>
                <a:cubicBezTo>
                  <a:pt x="3076575" y="1241378"/>
                  <a:pt x="3070178" y="1247775"/>
                  <a:pt x="3062288" y="1247775"/>
                </a:cubicBezTo>
                <a:cubicBezTo>
                  <a:pt x="3054397" y="1247775"/>
                  <a:pt x="3048000" y="1241378"/>
                  <a:pt x="3048000" y="1233488"/>
                </a:cubicBezTo>
                <a:cubicBezTo>
                  <a:pt x="3048000" y="1225597"/>
                  <a:pt x="3054397" y="1219200"/>
                  <a:pt x="3062288" y="1219200"/>
                </a:cubicBezTo>
                <a:cubicBezTo>
                  <a:pt x="3070178" y="1219200"/>
                  <a:pt x="3076575" y="1225597"/>
                  <a:pt x="3076575" y="1233488"/>
                </a:cubicBezTo>
                <a:close/>
                <a:moveTo>
                  <a:pt x="3076575" y="1385888"/>
                </a:moveTo>
                <a:cubicBezTo>
                  <a:pt x="3076575" y="1393778"/>
                  <a:pt x="3070178" y="1400175"/>
                  <a:pt x="3062288" y="1400175"/>
                </a:cubicBezTo>
                <a:cubicBezTo>
                  <a:pt x="3054397" y="1400175"/>
                  <a:pt x="3048000" y="1393778"/>
                  <a:pt x="3048000" y="1385888"/>
                </a:cubicBezTo>
                <a:cubicBezTo>
                  <a:pt x="3048000" y="1377997"/>
                  <a:pt x="3054397" y="1371600"/>
                  <a:pt x="3062288" y="1371600"/>
                </a:cubicBezTo>
                <a:cubicBezTo>
                  <a:pt x="3070178" y="1371600"/>
                  <a:pt x="3076575" y="1377997"/>
                  <a:pt x="3076575" y="1385888"/>
                </a:cubicBezTo>
                <a:close/>
                <a:moveTo>
                  <a:pt x="3076575" y="1538288"/>
                </a:moveTo>
                <a:cubicBezTo>
                  <a:pt x="3076575" y="1546178"/>
                  <a:pt x="3070178" y="1552575"/>
                  <a:pt x="3062288" y="1552575"/>
                </a:cubicBezTo>
                <a:cubicBezTo>
                  <a:pt x="3054397" y="1552575"/>
                  <a:pt x="3048000" y="1546178"/>
                  <a:pt x="3048000" y="1538288"/>
                </a:cubicBezTo>
                <a:cubicBezTo>
                  <a:pt x="3048000" y="1530397"/>
                  <a:pt x="3054397" y="1524000"/>
                  <a:pt x="3062288" y="1524000"/>
                </a:cubicBezTo>
                <a:cubicBezTo>
                  <a:pt x="3070178" y="1524000"/>
                  <a:pt x="3076575" y="1530397"/>
                  <a:pt x="3076575" y="1538288"/>
                </a:cubicBezTo>
                <a:close/>
                <a:moveTo>
                  <a:pt x="3076575" y="1690688"/>
                </a:moveTo>
                <a:cubicBezTo>
                  <a:pt x="3076575" y="1698578"/>
                  <a:pt x="3070178" y="1704975"/>
                  <a:pt x="3062288" y="1704975"/>
                </a:cubicBezTo>
                <a:cubicBezTo>
                  <a:pt x="3054397" y="1704975"/>
                  <a:pt x="3048000" y="1698578"/>
                  <a:pt x="3048000" y="1690688"/>
                </a:cubicBezTo>
                <a:cubicBezTo>
                  <a:pt x="3048000" y="1682797"/>
                  <a:pt x="3054397" y="1676400"/>
                  <a:pt x="3062288" y="1676400"/>
                </a:cubicBezTo>
                <a:cubicBezTo>
                  <a:pt x="3070178" y="1676400"/>
                  <a:pt x="3076575" y="1682797"/>
                  <a:pt x="3076575" y="1690688"/>
                </a:cubicBezTo>
                <a:close/>
                <a:moveTo>
                  <a:pt x="3076575" y="1843088"/>
                </a:moveTo>
                <a:cubicBezTo>
                  <a:pt x="3076575" y="1850978"/>
                  <a:pt x="3070178" y="1857375"/>
                  <a:pt x="3062288" y="1857375"/>
                </a:cubicBezTo>
                <a:cubicBezTo>
                  <a:pt x="3054397" y="1857375"/>
                  <a:pt x="3048000" y="1850978"/>
                  <a:pt x="3048000" y="1843088"/>
                </a:cubicBezTo>
                <a:cubicBezTo>
                  <a:pt x="3048000" y="1835197"/>
                  <a:pt x="3054397" y="1828800"/>
                  <a:pt x="3062288" y="1828800"/>
                </a:cubicBezTo>
                <a:cubicBezTo>
                  <a:pt x="3070178" y="1828800"/>
                  <a:pt x="3076575" y="1835197"/>
                  <a:pt x="3076575" y="1843088"/>
                </a:cubicBezTo>
                <a:close/>
                <a:moveTo>
                  <a:pt x="3076575" y="1995488"/>
                </a:moveTo>
                <a:cubicBezTo>
                  <a:pt x="3076575" y="2003378"/>
                  <a:pt x="3070178" y="2009775"/>
                  <a:pt x="3062288" y="2009775"/>
                </a:cubicBezTo>
                <a:cubicBezTo>
                  <a:pt x="3054397" y="2009775"/>
                  <a:pt x="3048000" y="2003378"/>
                  <a:pt x="3048000" y="1995488"/>
                </a:cubicBezTo>
                <a:cubicBezTo>
                  <a:pt x="3048000" y="1987597"/>
                  <a:pt x="3054397" y="1981200"/>
                  <a:pt x="3062288" y="1981200"/>
                </a:cubicBezTo>
                <a:cubicBezTo>
                  <a:pt x="3070178" y="1981200"/>
                  <a:pt x="3076575" y="1987597"/>
                  <a:pt x="3076575" y="1995488"/>
                </a:cubicBezTo>
                <a:close/>
                <a:moveTo>
                  <a:pt x="3076575" y="2147888"/>
                </a:moveTo>
                <a:cubicBezTo>
                  <a:pt x="3076575" y="2155778"/>
                  <a:pt x="3070178" y="2162175"/>
                  <a:pt x="3062288" y="2162175"/>
                </a:cubicBezTo>
                <a:cubicBezTo>
                  <a:pt x="3054397" y="2162175"/>
                  <a:pt x="3048000" y="2155778"/>
                  <a:pt x="3048000" y="2147888"/>
                </a:cubicBezTo>
                <a:cubicBezTo>
                  <a:pt x="3048000" y="2139997"/>
                  <a:pt x="3054397" y="2133600"/>
                  <a:pt x="3062288" y="2133600"/>
                </a:cubicBezTo>
                <a:cubicBezTo>
                  <a:pt x="3070178" y="2133600"/>
                  <a:pt x="3076575" y="2139997"/>
                  <a:pt x="3076575" y="2147888"/>
                </a:cubicBezTo>
                <a:close/>
                <a:moveTo>
                  <a:pt x="3076575" y="2300288"/>
                </a:moveTo>
                <a:cubicBezTo>
                  <a:pt x="3076575" y="2308178"/>
                  <a:pt x="3070178" y="2314575"/>
                  <a:pt x="3062288" y="2314575"/>
                </a:cubicBezTo>
                <a:cubicBezTo>
                  <a:pt x="3054397" y="2314575"/>
                  <a:pt x="3048000" y="2308178"/>
                  <a:pt x="3048000" y="2300288"/>
                </a:cubicBezTo>
                <a:cubicBezTo>
                  <a:pt x="3048000" y="2292397"/>
                  <a:pt x="3054397" y="2286000"/>
                  <a:pt x="3062288" y="2286000"/>
                </a:cubicBezTo>
                <a:cubicBezTo>
                  <a:pt x="3070178" y="2286000"/>
                  <a:pt x="3076575" y="2292397"/>
                  <a:pt x="3076575" y="2300288"/>
                </a:cubicBezTo>
                <a:close/>
                <a:moveTo>
                  <a:pt x="3076575" y="2452688"/>
                </a:moveTo>
                <a:cubicBezTo>
                  <a:pt x="3076575" y="2460578"/>
                  <a:pt x="3070178" y="2466975"/>
                  <a:pt x="3062288" y="2466975"/>
                </a:cubicBezTo>
                <a:cubicBezTo>
                  <a:pt x="3054397" y="2466975"/>
                  <a:pt x="3048000" y="2460578"/>
                  <a:pt x="3048000" y="2452688"/>
                </a:cubicBezTo>
                <a:cubicBezTo>
                  <a:pt x="3048000" y="2444797"/>
                  <a:pt x="3054397" y="2438400"/>
                  <a:pt x="3062288" y="2438400"/>
                </a:cubicBezTo>
                <a:cubicBezTo>
                  <a:pt x="3070178" y="2438400"/>
                  <a:pt x="3076575" y="2444797"/>
                  <a:pt x="3076575" y="2452688"/>
                </a:cubicBezTo>
                <a:close/>
                <a:moveTo>
                  <a:pt x="3076575" y="2605088"/>
                </a:moveTo>
                <a:cubicBezTo>
                  <a:pt x="3076575" y="2612978"/>
                  <a:pt x="3070178" y="2619375"/>
                  <a:pt x="3062288" y="2619375"/>
                </a:cubicBezTo>
                <a:cubicBezTo>
                  <a:pt x="3054397" y="2619375"/>
                  <a:pt x="3048000" y="2612978"/>
                  <a:pt x="3048000" y="2605088"/>
                </a:cubicBezTo>
                <a:cubicBezTo>
                  <a:pt x="3048000" y="2597197"/>
                  <a:pt x="3054397" y="2590800"/>
                  <a:pt x="3062288" y="2590800"/>
                </a:cubicBezTo>
                <a:cubicBezTo>
                  <a:pt x="3070178" y="2590800"/>
                  <a:pt x="3076575" y="2597197"/>
                  <a:pt x="3076575" y="2605088"/>
                </a:cubicBezTo>
                <a:close/>
                <a:moveTo>
                  <a:pt x="3076575" y="2757488"/>
                </a:moveTo>
                <a:cubicBezTo>
                  <a:pt x="3076575" y="2765378"/>
                  <a:pt x="3070178" y="2771775"/>
                  <a:pt x="3062288" y="2771775"/>
                </a:cubicBezTo>
                <a:cubicBezTo>
                  <a:pt x="3054397" y="2771775"/>
                  <a:pt x="3048000" y="2765378"/>
                  <a:pt x="3048000" y="2757488"/>
                </a:cubicBezTo>
                <a:cubicBezTo>
                  <a:pt x="3048000" y="2749597"/>
                  <a:pt x="3054397" y="2743200"/>
                  <a:pt x="3062288" y="2743200"/>
                </a:cubicBezTo>
                <a:cubicBezTo>
                  <a:pt x="3070178" y="2743200"/>
                  <a:pt x="3076575" y="2749597"/>
                  <a:pt x="3076575" y="2757488"/>
                </a:cubicBezTo>
                <a:close/>
                <a:moveTo>
                  <a:pt x="3076575" y="2909888"/>
                </a:moveTo>
                <a:cubicBezTo>
                  <a:pt x="3076575" y="2917778"/>
                  <a:pt x="3070178" y="2924175"/>
                  <a:pt x="3062288" y="2924175"/>
                </a:cubicBezTo>
                <a:cubicBezTo>
                  <a:pt x="3054397" y="2924175"/>
                  <a:pt x="3048000" y="2917778"/>
                  <a:pt x="3048000" y="2909888"/>
                </a:cubicBezTo>
                <a:cubicBezTo>
                  <a:pt x="3048000" y="2901997"/>
                  <a:pt x="3054397" y="2895600"/>
                  <a:pt x="3062288" y="2895600"/>
                </a:cubicBezTo>
                <a:cubicBezTo>
                  <a:pt x="3070178" y="2895600"/>
                  <a:pt x="3076575" y="2901997"/>
                  <a:pt x="3076575" y="2909888"/>
                </a:cubicBezTo>
                <a:close/>
                <a:moveTo>
                  <a:pt x="3076575" y="3062288"/>
                </a:moveTo>
                <a:cubicBezTo>
                  <a:pt x="3076575" y="3070178"/>
                  <a:pt x="3070178" y="3076575"/>
                  <a:pt x="3062288" y="3076575"/>
                </a:cubicBezTo>
                <a:cubicBezTo>
                  <a:pt x="3054397" y="3076575"/>
                  <a:pt x="3048000" y="3070178"/>
                  <a:pt x="3048000" y="3062288"/>
                </a:cubicBezTo>
                <a:cubicBezTo>
                  <a:pt x="3048000" y="3054397"/>
                  <a:pt x="3054397" y="3048000"/>
                  <a:pt x="3062288" y="3048000"/>
                </a:cubicBezTo>
                <a:cubicBezTo>
                  <a:pt x="3070178" y="3048000"/>
                  <a:pt x="3076575" y="3054397"/>
                  <a:pt x="3076575" y="3062288"/>
                </a:cubicBezTo>
                <a:close/>
                <a:moveTo>
                  <a:pt x="3076575" y="3214688"/>
                </a:moveTo>
                <a:cubicBezTo>
                  <a:pt x="3076575" y="3222578"/>
                  <a:pt x="3070178" y="3228975"/>
                  <a:pt x="3062288" y="3228975"/>
                </a:cubicBezTo>
                <a:cubicBezTo>
                  <a:pt x="3054397" y="3228975"/>
                  <a:pt x="3048000" y="3222578"/>
                  <a:pt x="3048000" y="3214688"/>
                </a:cubicBezTo>
                <a:cubicBezTo>
                  <a:pt x="3048000" y="3206797"/>
                  <a:pt x="3054397" y="3200400"/>
                  <a:pt x="3062288" y="3200400"/>
                </a:cubicBezTo>
                <a:cubicBezTo>
                  <a:pt x="3070178" y="3200400"/>
                  <a:pt x="3076575" y="3206797"/>
                  <a:pt x="3076575" y="3214688"/>
                </a:cubicBezTo>
                <a:close/>
                <a:moveTo>
                  <a:pt x="3076575" y="3367088"/>
                </a:moveTo>
                <a:cubicBezTo>
                  <a:pt x="3076575" y="3374978"/>
                  <a:pt x="3070178" y="3381375"/>
                  <a:pt x="3062288" y="3381375"/>
                </a:cubicBezTo>
                <a:cubicBezTo>
                  <a:pt x="3054397" y="3381375"/>
                  <a:pt x="3048000" y="3374978"/>
                  <a:pt x="3048000" y="3367088"/>
                </a:cubicBezTo>
                <a:cubicBezTo>
                  <a:pt x="3048000" y="3359197"/>
                  <a:pt x="3054397" y="3352800"/>
                  <a:pt x="3062288" y="3352800"/>
                </a:cubicBezTo>
                <a:cubicBezTo>
                  <a:pt x="3070178" y="3352800"/>
                  <a:pt x="3076575" y="3359197"/>
                  <a:pt x="3076575" y="3367088"/>
                </a:cubicBezTo>
                <a:close/>
                <a:moveTo>
                  <a:pt x="3076575" y="3519488"/>
                </a:moveTo>
                <a:cubicBezTo>
                  <a:pt x="3076575" y="3527378"/>
                  <a:pt x="3070178" y="3533775"/>
                  <a:pt x="3062288" y="3533775"/>
                </a:cubicBezTo>
                <a:cubicBezTo>
                  <a:pt x="3054397" y="3533775"/>
                  <a:pt x="3048000" y="3527378"/>
                  <a:pt x="3048000" y="3519488"/>
                </a:cubicBezTo>
                <a:cubicBezTo>
                  <a:pt x="3048000" y="3511597"/>
                  <a:pt x="3054397" y="3505200"/>
                  <a:pt x="3062288" y="3505200"/>
                </a:cubicBezTo>
                <a:cubicBezTo>
                  <a:pt x="3070178" y="3505200"/>
                  <a:pt x="3076575" y="3511597"/>
                  <a:pt x="3076575" y="3519488"/>
                </a:cubicBezTo>
                <a:close/>
                <a:moveTo>
                  <a:pt x="3076575" y="3671888"/>
                </a:moveTo>
                <a:cubicBezTo>
                  <a:pt x="3076575" y="3679778"/>
                  <a:pt x="3070178" y="3686175"/>
                  <a:pt x="3062288" y="3686175"/>
                </a:cubicBezTo>
                <a:cubicBezTo>
                  <a:pt x="3054397" y="3686175"/>
                  <a:pt x="3048000" y="3679778"/>
                  <a:pt x="3048000" y="3671888"/>
                </a:cubicBezTo>
                <a:cubicBezTo>
                  <a:pt x="3048000" y="3663997"/>
                  <a:pt x="3054397" y="3657600"/>
                  <a:pt x="3062288" y="3657600"/>
                </a:cubicBezTo>
                <a:cubicBezTo>
                  <a:pt x="3070178" y="3657600"/>
                  <a:pt x="3076575" y="3663997"/>
                  <a:pt x="3076575" y="3671888"/>
                </a:cubicBezTo>
                <a:close/>
                <a:moveTo>
                  <a:pt x="3076575" y="3824288"/>
                </a:moveTo>
                <a:cubicBezTo>
                  <a:pt x="3076575" y="3832178"/>
                  <a:pt x="3070178" y="3838575"/>
                  <a:pt x="3062288" y="3838575"/>
                </a:cubicBezTo>
                <a:cubicBezTo>
                  <a:pt x="3054397" y="3838575"/>
                  <a:pt x="3048000" y="3832178"/>
                  <a:pt x="3048000" y="3824288"/>
                </a:cubicBezTo>
                <a:cubicBezTo>
                  <a:pt x="3048000" y="3816397"/>
                  <a:pt x="3054397" y="3810000"/>
                  <a:pt x="3062288" y="3810000"/>
                </a:cubicBezTo>
                <a:cubicBezTo>
                  <a:pt x="3070178" y="3810000"/>
                  <a:pt x="3076575" y="3816397"/>
                  <a:pt x="3076575" y="3824288"/>
                </a:cubicBezTo>
                <a:close/>
                <a:moveTo>
                  <a:pt x="3076575" y="3976688"/>
                </a:moveTo>
                <a:cubicBezTo>
                  <a:pt x="3076575" y="3984578"/>
                  <a:pt x="3070178" y="3990975"/>
                  <a:pt x="3062288" y="3990975"/>
                </a:cubicBezTo>
                <a:cubicBezTo>
                  <a:pt x="3054397" y="3990975"/>
                  <a:pt x="3048000" y="3984578"/>
                  <a:pt x="3048000" y="3976688"/>
                </a:cubicBezTo>
                <a:cubicBezTo>
                  <a:pt x="3048000" y="3968797"/>
                  <a:pt x="3054397" y="3962400"/>
                  <a:pt x="3062288" y="3962400"/>
                </a:cubicBezTo>
                <a:cubicBezTo>
                  <a:pt x="3070178" y="3962400"/>
                  <a:pt x="3076575" y="3968797"/>
                  <a:pt x="3076575" y="3976688"/>
                </a:cubicBezTo>
                <a:close/>
                <a:moveTo>
                  <a:pt x="3076575" y="4129088"/>
                </a:moveTo>
                <a:cubicBezTo>
                  <a:pt x="3076575" y="4136978"/>
                  <a:pt x="3070178" y="4143375"/>
                  <a:pt x="3062288" y="4143375"/>
                </a:cubicBezTo>
                <a:cubicBezTo>
                  <a:pt x="3054397" y="4143375"/>
                  <a:pt x="3048000" y="4136978"/>
                  <a:pt x="3048000" y="4129088"/>
                </a:cubicBezTo>
                <a:cubicBezTo>
                  <a:pt x="3048000" y="4121197"/>
                  <a:pt x="3054397" y="4114800"/>
                  <a:pt x="3062288" y="4114800"/>
                </a:cubicBezTo>
                <a:cubicBezTo>
                  <a:pt x="3070178" y="4114800"/>
                  <a:pt x="3076575" y="4121197"/>
                  <a:pt x="3076575" y="4129088"/>
                </a:cubicBezTo>
                <a:close/>
                <a:moveTo>
                  <a:pt x="3076575" y="4281488"/>
                </a:moveTo>
                <a:cubicBezTo>
                  <a:pt x="3076575" y="4289378"/>
                  <a:pt x="3070178" y="4295775"/>
                  <a:pt x="3062288" y="4295775"/>
                </a:cubicBezTo>
                <a:cubicBezTo>
                  <a:pt x="3054397" y="4295775"/>
                  <a:pt x="3048000" y="4289378"/>
                  <a:pt x="3048000" y="4281488"/>
                </a:cubicBezTo>
                <a:cubicBezTo>
                  <a:pt x="3048000" y="4273597"/>
                  <a:pt x="3054397" y="4267200"/>
                  <a:pt x="3062288" y="4267200"/>
                </a:cubicBezTo>
                <a:cubicBezTo>
                  <a:pt x="3070178" y="4267200"/>
                  <a:pt x="3076575" y="4273597"/>
                  <a:pt x="3076575" y="4281488"/>
                </a:cubicBezTo>
                <a:close/>
                <a:moveTo>
                  <a:pt x="3076575" y="4433888"/>
                </a:moveTo>
                <a:cubicBezTo>
                  <a:pt x="3076575" y="4441778"/>
                  <a:pt x="3070178" y="4448175"/>
                  <a:pt x="3062288" y="4448175"/>
                </a:cubicBezTo>
                <a:cubicBezTo>
                  <a:pt x="3054397" y="4448175"/>
                  <a:pt x="3048000" y="4441778"/>
                  <a:pt x="3048000" y="4433888"/>
                </a:cubicBezTo>
                <a:cubicBezTo>
                  <a:pt x="3048000" y="4425997"/>
                  <a:pt x="3054397" y="4419600"/>
                  <a:pt x="3062288" y="4419600"/>
                </a:cubicBezTo>
                <a:cubicBezTo>
                  <a:pt x="3070178" y="4419600"/>
                  <a:pt x="3076575" y="4425997"/>
                  <a:pt x="3076575" y="4433888"/>
                </a:cubicBezTo>
                <a:close/>
                <a:moveTo>
                  <a:pt x="3076575" y="4586288"/>
                </a:moveTo>
                <a:cubicBezTo>
                  <a:pt x="3076575" y="4594178"/>
                  <a:pt x="3070178" y="4600575"/>
                  <a:pt x="3062288" y="4600575"/>
                </a:cubicBezTo>
                <a:cubicBezTo>
                  <a:pt x="3054397" y="4600575"/>
                  <a:pt x="3048000" y="4594178"/>
                  <a:pt x="3048000" y="4586288"/>
                </a:cubicBezTo>
                <a:cubicBezTo>
                  <a:pt x="3048000" y="4578397"/>
                  <a:pt x="3054397" y="4572000"/>
                  <a:pt x="3062288" y="4572000"/>
                </a:cubicBezTo>
                <a:cubicBezTo>
                  <a:pt x="3070178" y="4572000"/>
                  <a:pt x="3076575" y="4578397"/>
                  <a:pt x="3076575" y="4586288"/>
                </a:cubicBezTo>
                <a:close/>
                <a:moveTo>
                  <a:pt x="3076575" y="4738688"/>
                </a:moveTo>
                <a:cubicBezTo>
                  <a:pt x="3076575" y="4746578"/>
                  <a:pt x="3070178" y="4752975"/>
                  <a:pt x="3062288" y="4752975"/>
                </a:cubicBezTo>
                <a:cubicBezTo>
                  <a:pt x="3054397" y="4752975"/>
                  <a:pt x="3048000" y="4746578"/>
                  <a:pt x="3048000" y="4738688"/>
                </a:cubicBezTo>
                <a:cubicBezTo>
                  <a:pt x="3048000" y="4730797"/>
                  <a:pt x="3054397" y="4724400"/>
                  <a:pt x="3062288" y="4724400"/>
                </a:cubicBezTo>
                <a:cubicBezTo>
                  <a:pt x="3070178" y="4724400"/>
                  <a:pt x="3076575" y="4730797"/>
                  <a:pt x="3076575" y="4738688"/>
                </a:cubicBezTo>
                <a:close/>
                <a:moveTo>
                  <a:pt x="3228975" y="14288"/>
                </a:moveTo>
                <a:cubicBezTo>
                  <a:pt x="3228975" y="22178"/>
                  <a:pt x="3222578" y="28575"/>
                  <a:pt x="3214688" y="28575"/>
                </a:cubicBezTo>
                <a:cubicBezTo>
                  <a:pt x="3206797" y="28575"/>
                  <a:pt x="3200400" y="22178"/>
                  <a:pt x="3200400" y="14288"/>
                </a:cubicBezTo>
                <a:cubicBezTo>
                  <a:pt x="3200400" y="6397"/>
                  <a:pt x="3206797" y="0"/>
                  <a:pt x="3214688" y="0"/>
                </a:cubicBezTo>
                <a:cubicBezTo>
                  <a:pt x="3222578" y="0"/>
                  <a:pt x="3228975" y="6397"/>
                  <a:pt x="3228975" y="14288"/>
                </a:cubicBezTo>
                <a:close/>
                <a:moveTo>
                  <a:pt x="3228975" y="166688"/>
                </a:moveTo>
                <a:cubicBezTo>
                  <a:pt x="3228975" y="174578"/>
                  <a:pt x="3222578" y="180975"/>
                  <a:pt x="3214688" y="180975"/>
                </a:cubicBezTo>
                <a:cubicBezTo>
                  <a:pt x="3206797" y="180975"/>
                  <a:pt x="3200400" y="174578"/>
                  <a:pt x="3200400" y="166688"/>
                </a:cubicBezTo>
                <a:cubicBezTo>
                  <a:pt x="3200400" y="158797"/>
                  <a:pt x="3206797" y="152400"/>
                  <a:pt x="3214688" y="152400"/>
                </a:cubicBezTo>
                <a:cubicBezTo>
                  <a:pt x="3222578" y="152400"/>
                  <a:pt x="3228975" y="158797"/>
                  <a:pt x="3228975" y="166688"/>
                </a:cubicBezTo>
                <a:close/>
                <a:moveTo>
                  <a:pt x="3228975" y="319088"/>
                </a:moveTo>
                <a:cubicBezTo>
                  <a:pt x="3228975" y="326978"/>
                  <a:pt x="3222578" y="333375"/>
                  <a:pt x="3214688" y="333375"/>
                </a:cubicBezTo>
                <a:cubicBezTo>
                  <a:pt x="3206797" y="333375"/>
                  <a:pt x="3200400" y="326978"/>
                  <a:pt x="3200400" y="319088"/>
                </a:cubicBezTo>
                <a:cubicBezTo>
                  <a:pt x="3200400" y="311197"/>
                  <a:pt x="3206797" y="304800"/>
                  <a:pt x="3214688" y="304800"/>
                </a:cubicBezTo>
                <a:cubicBezTo>
                  <a:pt x="3222578" y="304800"/>
                  <a:pt x="3228975" y="311197"/>
                  <a:pt x="3228975" y="319088"/>
                </a:cubicBezTo>
                <a:close/>
                <a:moveTo>
                  <a:pt x="3228975" y="471488"/>
                </a:moveTo>
                <a:cubicBezTo>
                  <a:pt x="3228975" y="479378"/>
                  <a:pt x="3222578" y="485775"/>
                  <a:pt x="3214688" y="485775"/>
                </a:cubicBezTo>
                <a:cubicBezTo>
                  <a:pt x="3206797" y="485775"/>
                  <a:pt x="3200400" y="479378"/>
                  <a:pt x="3200400" y="471488"/>
                </a:cubicBezTo>
                <a:cubicBezTo>
                  <a:pt x="3200400" y="463597"/>
                  <a:pt x="3206797" y="457200"/>
                  <a:pt x="3214688" y="457200"/>
                </a:cubicBezTo>
                <a:cubicBezTo>
                  <a:pt x="3222578" y="457200"/>
                  <a:pt x="3228975" y="463597"/>
                  <a:pt x="3228975" y="471488"/>
                </a:cubicBezTo>
                <a:close/>
                <a:moveTo>
                  <a:pt x="3228975" y="623888"/>
                </a:moveTo>
                <a:cubicBezTo>
                  <a:pt x="3228975" y="631778"/>
                  <a:pt x="3222578" y="638175"/>
                  <a:pt x="3214688" y="638175"/>
                </a:cubicBezTo>
                <a:cubicBezTo>
                  <a:pt x="3206797" y="638175"/>
                  <a:pt x="3200400" y="631778"/>
                  <a:pt x="3200400" y="623888"/>
                </a:cubicBezTo>
                <a:cubicBezTo>
                  <a:pt x="3200400" y="615997"/>
                  <a:pt x="3206797" y="609600"/>
                  <a:pt x="3214688" y="609600"/>
                </a:cubicBezTo>
                <a:cubicBezTo>
                  <a:pt x="3222578" y="609600"/>
                  <a:pt x="3228975" y="615997"/>
                  <a:pt x="3228975" y="623888"/>
                </a:cubicBezTo>
                <a:close/>
                <a:moveTo>
                  <a:pt x="3228975" y="776288"/>
                </a:moveTo>
                <a:cubicBezTo>
                  <a:pt x="3228975" y="784178"/>
                  <a:pt x="3222578" y="790575"/>
                  <a:pt x="3214688" y="790575"/>
                </a:cubicBezTo>
                <a:cubicBezTo>
                  <a:pt x="3206797" y="790575"/>
                  <a:pt x="3200400" y="784178"/>
                  <a:pt x="3200400" y="776288"/>
                </a:cubicBezTo>
                <a:cubicBezTo>
                  <a:pt x="3200400" y="768397"/>
                  <a:pt x="3206797" y="762000"/>
                  <a:pt x="3214688" y="762000"/>
                </a:cubicBezTo>
                <a:cubicBezTo>
                  <a:pt x="3222578" y="762000"/>
                  <a:pt x="3228975" y="768397"/>
                  <a:pt x="3228975" y="776288"/>
                </a:cubicBezTo>
                <a:close/>
                <a:moveTo>
                  <a:pt x="3228975" y="928688"/>
                </a:moveTo>
                <a:cubicBezTo>
                  <a:pt x="3228975" y="936578"/>
                  <a:pt x="3222578" y="942975"/>
                  <a:pt x="3214688" y="942975"/>
                </a:cubicBezTo>
                <a:cubicBezTo>
                  <a:pt x="3206797" y="942975"/>
                  <a:pt x="3200400" y="936578"/>
                  <a:pt x="3200400" y="928688"/>
                </a:cubicBezTo>
                <a:cubicBezTo>
                  <a:pt x="3200400" y="920797"/>
                  <a:pt x="3206797" y="914400"/>
                  <a:pt x="3214688" y="914400"/>
                </a:cubicBezTo>
                <a:cubicBezTo>
                  <a:pt x="3222578" y="914400"/>
                  <a:pt x="3228975" y="920797"/>
                  <a:pt x="3228975" y="928688"/>
                </a:cubicBezTo>
                <a:close/>
                <a:moveTo>
                  <a:pt x="3228975" y="1081088"/>
                </a:moveTo>
                <a:cubicBezTo>
                  <a:pt x="3228975" y="1088978"/>
                  <a:pt x="3222578" y="1095375"/>
                  <a:pt x="3214688" y="1095375"/>
                </a:cubicBezTo>
                <a:cubicBezTo>
                  <a:pt x="3206797" y="1095375"/>
                  <a:pt x="3200400" y="1088978"/>
                  <a:pt x="3200400" y="1081088"/>
                </a:cubicBezTo>
                <a:cubicBezTo>
                  <a:pt x="3200400" y="1073197"/>
                  <a:pt x="3206797" y="1066800"/>
                  <a:pt x="3214688" y="1066800"/>
                </a:cubicBezTo>
                <a:cubicBezTo>
                  <a:pt x="3222578" y="1066800"/>
                  <a:pt x="3228975" y="1073197"/>
                  <a:pt x="3228975" y="1081088"/>
                </a:cubicBezTo>
                <a:close/>
                <a:moveTo>
                  <a:pt x="3228975" y="1233488"/>
                </a:moveTo>
                <a:cubicBezTo>
                  <a:pt x="3228975" y="1241378"/>
                  <a:pt x="3222578" y="1247775"/>
                  <a:pt x="3214688" y="1247775"/>
                </a:cubicBezTo>
                <a:cubicBezTo>
                  <a:pt x="3206797" y="1247775"/>
                  <a:pt x="3200400" y="1241378"/>
                  <a:pt x="3200400" y="1233488"/>
                </a:cubicBezTo>
                <a:cubicBezTo>
                  <a:pt x="3200400" y="1225597"/>
                  <a:pt x="3206797" y="1219200"/>
                  <a:pt x="3214688" y="1219200"/>
                </a:cubicBezTo>
                <a:cubicBezTo>
                  <a:pt x="3222578" y="1219200"/>
                  <a:pt x="3228975" y="1225597"/>
                  <a:pt x="3228975" y="1233488"/>
                </a:cubicBezTo>
                <a:close/>
                <a:moveTo>
                  <a:pt x="3228975" y="1385888"/>
                </a:moveTo>
                <a:cubicBezTo>
                  <a:pt x="3228975" y="1393778"/>
                  <a:pt x="3222578" y="1400175"/>
                  <a:pt x="3214688" y="1400175"/>
                </a:cubicBezTo>
                <a:cubicBezTo>
                  <a:pt x="3206797" y="1400175"/>
                  <a:pt x="3200400" y="1393778"/>
                  <a:pt x="3200400" y="1385888"/>
                </a:cubicBezTo>
                <a:cubicBezTo>
                  <a:pt x="3200400" y="1377997"/>
                  <a:pt x="3206797" y="1371600"/>
                  <a:pt x="3214688" y="1371600"/>
                </a:cubicBezTo>
                <a:cubicBezTo>
                  <a:pt x="3222578" y="1371600"/>
                  <a:pt x="3228975" y="1377997"/>
                  <a:pt x="3228975" y="1385888"/>
                </a:cubicBezTo>
                <a:close/>
                <a:moveTo>
                  <a:pt x="3228975" y="1538288"/>
                </a:moveTo>
                <a:cubicBezTo>
                  <a:pt x="3228975" y="1546178"/>
                  <a:pt x="3222578" y="1552575"/>
                  <a:pt x="3214688" y="1552575"/>
                </a:cubicBezTo>
                <a:cubicBezTo>
                  <a:pt x="3206797" y="1552575"/>
                  <a:pt x="3200400" y="1546178"/>
                  <a:pt x="3200400" y="1538288"/>
                </a:cubicBezTo>
                <a:cubicBezTo>
                  <a:pt x="3200400" y="1530397"/>
                  <a:pt x="3206797" y="1524000"/>
                  <a:pt x="3214688" y="1524000"/>
                </a:cubicBezTo>
                <a:cubicBezTo>
                  <a:pt x="3222578" y="1524000"/>
                  <a:pt x="3228975" y="1530397"/>
                  <a:pt x="3228975" y="1538288"/>
                </a:cubicBezTo>
                <a:close/>
                <a:moveTo>
                  <a:pt x="3228975" y="1690688"/>
                </a:moveTo>
                <a:cubicBezTo>
                  <a:pt x="3228975" y="1698578"/>
                  <a:pt x="3222578" y="1704975"/>
                  <a:pt x="3214688" y="1704975"/>
                </a:cubicBezTo>
                <a:cubicBezTo>
                  <a:pt x="3206797" y="1704975"/>
                  <a:pt x="3200400" y="1698578"/>
                  <a:pt x="3200400" y="1690688"/>
                </a:cubicBezTo>
                <a:cubicBezTo>
                  <a:pt x="3200400" y="1682797"/>
                  <a:pt x="3206797" y="1676400"/>
                  <a:pt x="3214688" y="1676400"/>
                </a:cubicBezTo>
                <a:cubicBezTo>
                  <a:pt x="3222578" y="1676400"/>
                  <a:pt x="3228975" y="1682797"/>
                  <a:pt x="3228975" y="1690688"/>
                </a:cubicBezTo>
                <a:close/>
                <a:moveTo>
                  <a:pt x="3228975" y="1843088"/>
                </a:moveTo>
                <a:cubicBezTo>
                  <a:pt x="3228975" y="1850978"/>
                  <a:pt x="3222578" y="1857375"/>
                  <a:pt x="3214688" y="1857375"/>
                </a:cubicBezTo>
                <a:cubicBezTo>
                  <a:pt x="3206797" y="1857375"/>
                  <a:pt x="3200400" y="1850978"/>
                  <a:pt x="3200400" y="1843088"/>
                </a:cubicBezTo>
                <a:cubicBezTo>
                  <a:pt x="3200400" y="1835197"/>
                  <a:pt x="3206797" y="1828800"/>
                  <a:pt x="3214688" y="1828800"/>
                </a:cubicBezTo>
                <a:cubicBezTo>
                  <a:pt x="3222578" y="1828800"/>
                  <a:pt x="3228975" y="1835197"/>
                  <a:pt x="3228975" y="1843088"/>
                </a:cubicBezTo>
                <a:close/>
                <a:moveTo>
                  <a:pt x="3228975" y="1995488"/>
                </a:moveTo>
                <a:cubicBezTo>
                  <a:pt x="3228975" y="2003378"/>
                  <a:pt x="3222578" y="2009775"/>
                  <a:pt x="3214688" y="2009775"/>
                </a:cubicBezTo>
                <a:cubicBezTo>
                  <a:pt x="3206797" y="2009775"/>
                  <a:pt x="3200400" y="2003378"/>
                  <a:pt x="3200400" y="1995488"/>
                </a:cubicBezTo>
                <a:cubicBezTo>
                  <a:pt x="3200400" y="1987597"/>
                  <a:pt x="3206797" y="1981200"/>
                  <a:pt x="3214688" y="1981200"/>
                </a:cubicBezTo>
                <a:cubicBezTo>
                  <a:pt x="3222578" y="1981200"/>
                  <a:pt x="3228975" y="1987597"/>
                  <a:pt x="3228975" y="1995488"/>
                </a:cubicBezTo>
                <a:close/>
                <a:moveTo>
                  <a:pt x="3228975" y="2147888"/>
                </a:moveTo>
                <a:cubicBezTo>
                  <a:pt x="3228975" y="2155778"/>
                  <a:pt x="3222578" y="2162175"/>
                  <a:pt x="3214688" y="2162175"/>
                </a:cubicBezTo>
                <a:cubicBezTo>
                  <a:pt x="3206797" y="2162175"/>
                  <a:pt x="3200400" y="2155778"/>
                  <a:pt x="3200400" y="2147888"/>
                </a:cubicBezTo>
                <a:cubicBezTo>
                  <a:pt x="3200400" y="2139997"/>
                  <a:pt x="3206797" y="2133600"/>
                  <a:pt x="3214688" y="2133600"/>
                </a:cubicBezTo>
                <a:cubicBezTo>
                  <a:pt x="3222578" y="2133600"/>
                  <a:pt x="3228975" y="2139997"/>
                  <a:pt x="3228975" y="2147888"/>
                </a:cubicBezTo>
                <a:close/>
                <a:moveTo>
                  <a:pt x="3228975" y="2300288"/>
                </a:moveTo>
                <a:cubicBezTo>
                  <a:pt x="3228975" y="2308178"/>
                  <a:pt x="3222578" y="2314575"/>
                  <a:pt x="3214688" y="2314575"/>
                </a:cubicBezTo>
                <a:cubicBezTo>
                  <a:pt x="3206797" y="2314575"/>
                  <a:pt x="3200400" y="2308178"/>
                  <a:pt x="3200400" y="2300288"/>
                </a:cubicBezTo>
                <a:cubicBezTo>
                  <a:pt x="3200400" y="2292397"/>
                  <a:pt x="3206797" y="2286000"/>
                  <a:pt x="3214688" y="2286000"/>
                </a:cubicBezTo>
                <a:cubicBezTo>
                  <a:pt x="3222578" y="2286000"/>
                  <a:pt x="3228975" y="2292397"/>
                  <a:pt x="3228975" y="2300288"/>
                </a:cubicBezTo>
                <a:close/>
                <a:moveTo>
                  <a:pt x="3228975" y="2452688"/>
                </a:moveTo>
                <a:cubicBezTo>
                  <a:pt x="3228975" y="2460578"/>
                  <a:pt x="3222578" y="2466975"/>
                  <a:pt x="3214688" y="2466975"/>
                </a:cubicBezTo>
                <a:cubicBezTo>
                  <a:pt x="3206797" y="2466975"/>
                  <a:pt x="3200400" y="2460578"/>
                  <a:pt x="3200400" y="2452688"/>
                </a:cubicBezTo>
                <a:cubicBezTo>
                  <a:pt x="3200400" y="2444797"/>
                  <a:pt x="3206797" y="2438400"/>
                  <a:pt x="3214688" y="2438400"/>
                </a:cubicBezTo>
                <a:cubicBezTo>
                  <a:pt x="3222578" y="2438400"/>
                  <a:pt x="3228975" y="2444797"/>
                  <a:pt x="3228975" y="2452688"/>
                </a:cubicBezTo>
                <a:close/>
                <a:moveTo>
                  <a:pt x="3228975" y="2605088"/>
                </a:moveTo>
                <a:cubicBezTo>
                  <a:pt x="3228975" y="2612978"/>
                  <a:pt x="3222578" y="2619375"/>
                  <a:pt x="3214688" y="2619375"/>
                </a:cubicBezTo>
                <a:cubicBezTo>
                  <a:pt x="3206797" y="2619375"/>
                  <a:pt x="3200400" y="2612978"/>
                  <a:pt x="3200400" y="2605088"/>
                </a:cubicBezTo>
                <a:cubicBezTo>
                  <a:pt x="3200400" y="2597197"/>
                  <a:pt x="3206797" y="2590800"/>
                  <a:pt x="3214688" y="2590800"/>
                </a:cubicBezTo>
                <a:cubicBezTo>
                  <a:pt x="3222578" y="2590800"/>
                  <a:pt x="3228975" y="2597197"/>
                  <a:pt x="3228975" y="2605088"/>
                </a:cubicBezTo>
                <a:close/>
                <a:moveTo>
                  <a:pt x="3228975" y="2757488"/>
                </a:moveTo>
                <a:cubicBezTo>
                  <a:pt x="3228975" y="2765378"/>
                  <a:pt x="3222578" y="2771775"/>
                  <a:pt x="3214688" y="2771775"/>
                </a:cubicBezTo>
                <a:cubicBezTo>
                  <a:pt x="3206797" y="2771775"/>
                  <a:pt x="3200400" y="2765378"/>
                  <a:pt x="3200400" y="2757488"/>
                </a:cubicBezTo>
                <a:cubicBezTo>
                  <a:pt x="3200400" y="2749597"/>
                  <a:pt x="3206797" y="2743200"/>
                  <a:pt x="3214688" y="2743200"/>
                </a:cubicBezTo>
                <a:cubicBezTo>
                  <a:pt x="3222578" y="2743200"/>
                  <a:pt x="3228975" y="2749597"/>
                  <a:pt x="3228975" y="2757488"/>
                </a:cubicBezTo>
                <a:close/>
                <a:moveTo>
                  <a:pt x="3228975" y="2909888"/>
                </a:moveTo>
                <a:cubicBezTo>
                  <a:pt x="3228975" y="2917778"/>
                  <a:pt x="3222578" y="2924175"/>
                  <a:pt x="3214688" y="2924175"/>
                </a:cubicBezTo>
                <a:cubicBezTo>
                  <a:pt x="3206797" y="2924175"/>
                  <a:pt x="3200400" y="2917778"/>
                  <a:pt x="3200400" y="2909888"/>
                </a:cubicBezTo>
                <a:cubicBezTo>
                  <a:pt x="3200400" y="2901997"/>
                  <a:pt x="3206797" y="2895600"/>
                  <a:pt x="3214688" y="2895600"/>
                </a:cubicBezTo>
                <a:cubicBezTo>
                  <a:pt x="3222578" y="2895600"/>
                  <a:pt x="3228975" y="2901997"/>
                  <a:pt x="3228975" y="2909888"/>
                </a:cubicBezTo>
                <a:close/>
                <a:moveTo>
                  <a:pt x="3228975" y="3062288"/>
                </a:moveTo>
                <a:cubicBezTo>
                  <a:pt x="3228975" y="3070178"/>
                  <a:pt x="3222578" y="3076575"/>
                  <a:pt x="3214688" y="3076575"/>
                </a:cubicBezTo>
                <a:cubicBezTo>
                  <a:pt x="3206797" y="3076575"/>
                  <a:pt x="3200400" y="3070178"/>
                  <a:pt x="3200400" y="3062288"/>
                </a:cubicBezTo>
                <a:cubicBezTo>
                  <a:pt x="3200400" y="3054397"/>
                  <a:pt x="3206797" y="3048000"/>
                  <a:pt x="3214688" y="3048000"/>
                </a:cubicBezTo>
                <a:cubicBezTo>
                  <a:pt x="3222578" y="3048000"/>
                  <a:pt x="3228975" y="3054397"/>
                  <a:pt x="3228975" y="3062288"/>
                </a:cubicBezTo>
                <a:close/>
                <a:moveTo>
                  <a:pt x="3228975" y="3214688"/>
                </a:moveTo>
                <a:cubicBezTo>
                  <a:pt x="3228975" y="3222578"/>
                  <a:pt x="3222578" y="3228975"/>
                  <a:pt x="3214688" y="3228975"/>
                </a:cubicBezTo>
                <a:cubicBezTo>
                  <a:pt x="3206797" y="3228975"/>
                  <a:pt x="3200400" y="3222578"/>
                  <a:pt x="3200400" y="3214688"/>
                </a:cubicBezTo>
                <a:cubicBezTo>
                  <a:pt x="3200400" y="3206797"/>
                  <a:pt x="3206797" y="3200400"/>
                  <a:pt x="3214688" y="3200400"/>
                </a:cubicBezTo>
                <a:cubicBezTo>
                  <a:pt x="3222578" y="3200400"/>
                  <a:pt x="3228975" y="3206797"/>
                  <a:pt x="3228975" y="3214688"/>
                </a:cubicBezTo>
                <a:close/>
                <a:moveTo>
                  <a:pt x="3228975" y="3367088"/>
                </a:moveTo>
                <a:cubicBezTo>
                  <a:pt x="3228975" y="3374978"/>
                  <a:pt x="3222578" y="3381375"/>
                  <a:pt x="3214688" y="3381375"/>
                </a:cubicBezTo>
                <a:cubicBezTo>
                  <a:pt x="3206797" y="3381375"/>
                  <a:pt x="3200400" y="3374978"/>
                  <a:pt x="3200400" y="3367088"/>
                </a:cubicBezTo>
                <a:cubicBezTo>
                  <a:pt x="3200400" y="3359197"/>
                  <a:pt x="3206797" y="3352800"/>
                  <a:pt x="3214688" y="3352800"/>
                </a:cubicBezTo>
                <a:cubicBezTo>
                  <a:pt x="3222578" y="3352800"/>
                  <a:pt x="3228975" y="3359197"/>
                  <a:pt x="3228975" y="3367088"/>
                </a:cubicBezTo>
                <a:close/>
                <a:moveTo>
                  <a:pt x="3228975" y="3519488"/>
                </a:moveTo>
                <a:cubicBezTo>
                  <a:pt x="3228975" y="3527378"/>
                  <a:pt x="3222578" y="3533775"/>
                  <a:pt x="3214688" y="3533775"/>
                </a:cubicBezTo>
                <a:cubicBezTo>
                  <a:pt x="3206797" y="3533775"/>
                  <a:pt x="3200400" y="3527378"/>
                  <a:pt x="3200400" y="3519488"/>
                </a:cubicBezTo>
                <a:cubicBezTo>
                  <a:pt x="3200400" y="3511597"/>
                  <a:pt x="3206797" y="3505200"/>
                  <a:pt x="3214688" y="3505200"/>
                </a:cubicBezTo>
                <a:cubicBezTo>
                  <a:pt x="3222578" y="3505200"/>
                  <a:pt x="3228975" y="3511597"/>
                  <a:pt x="3228975" y="3519488"/>
                </a:cubicBezTo>
                <a:close/>
                <a:moveTo>
                  <a:pt x="3228975" y="3671888"/>
                </a:moveTo>
                <a:cubicBezTo>
                  <a:pt x="3228975" y="3679778"/>
                  <a:pt x="3222578" y="3686175"/>
                  <a:pt x="3214688" y="3686175"/>
                </a:cubicBezTo>
                <a:cubicBezTo>
                  <a:pt x="3206797" y="3686175"/>
                  <a:pt x="3200400" y="3679778"/>
                  <a:pt x="3200400" y="3671888"/>
                </a:cubicBezTo>
                <a:cubicBezTo>
                  <a:pt x="3200400" y="3663997"/>
                  <a:pt x="3206797" y="3657600"/>
                  <a:pt x="3214688" y="3657600"/>
                </a:cubicBezTo>
                <a:cubicBezTo>
                  <a:pt x="3222578" y="3657600"/>
                  <a:pt x="3228975" y="3663997"/>
                  <a:pt x="3228975" y="3671888"/>
                </a:cubicBezTo>
                <a:close/>
                <a:moveTo>
                  <a:pt x="3228975" y="3824288"/>
                </a:moveTo>
                <a:cubicBezTo>
                  <a:pt x="3228975" y="3832178"/>
                  <a:pt x="3222578" y="3838575"/>
                  <a:pt x="3214688" y="3838575"/>
                </a:cubicBezTo>
                <a:cubicBezTo>
                  <a:pt x="3206797" y="3838575"/>
                  <a:pt x="3200400" y="3832178"/>
                  <a:pt x="3200400" y="3824288"/>
                </a:cubicBezTo>
                <a:cubicBezTo>
                  <a:pt x="3200400" y="3816397"/>
                  <a:pt x="3206797" y="3810000"/>
                  <a:pt x="3214688" y="3810000"/>
                </a:cubicBezTo>
                <a:cubicBezTo>
                  <a:pt x="3222578" y="3810000"/>
                  <a:pt x="3228975" y="3816397"/>
                  <a:pt x="3228975" y="3824288"/>
                </a:cubicBezTo>
                <a:close/>
                <a:moveTo>
                  <a:pt x="3228975" y="3976688"/>
                </a:moveTo>
                <a:cubicBezTo>
                  <a:pt x="3228975" y="3984578"/>
                  <a:pt x="3222578" y="3990975"/>
                  <a:pt x="3214688" y="3990975"/>
                </a:cubicBezTo>
                <a:cubicBezTo>
                  <a:pt x="3206797" y="3990975"/>
                  <a:pt x="3200400" y="3984578"/>
                  <a:pt x="3200400" y="3976688"/>
                </a:cubicBezTo>
                <a:cubicBezTo>
                  <a:pt x="3200400" y="3968797"/>
                  <a:pt x="3206797" y="3962400"/>
                  <a:pt x="3214688" y="3962400"/>
                </a:cubicBezTo>
                <a:cubicBezTo>
                  <a:pt x="3222578" y="3962400"/>
                  <a:pt x="3228975" y="3968797"/>
                  <a:pt x="3228975" y="3976688"/>
                </a:cubicBezTo>
                <a:close/>
                <a:moveTo>
                  <a:pt x="3228975" y="4129088"/>
                </a:moveTo>
                <a:cubicBezTo>
                  <a:pt x="3228975" y="4136978"/>
                  <a:pt x="3222578" y="4143375"/>
                  <a:pt x="3214688" y="4143375"/>
                </a:cubicBezTo>
                <a:cubicBezTo>
                  <a:pt x="3206797" y="4143375"/>
                  <a:pt x="3200400" y="4136978"/>
                  <a:pt x="3200400" y="4129088"/>
                </a:cubicBezTo>
                <a:cubicBezTo>
                  <a:pt x="3200400" y="4121197"/>
                  <a:pt x="3206797" y="4114800"/>
                  <a:pt x="3214688" y="4114800"/>
                </a:cubicBezTo>
                <a:cubicBezTo>
                  <a:pt x="3222578" y="4114800"/>
                  <a:pt x="3228975" y="4121197"/>
                  <a:pt x="3228975" y="4129088"/>
                </a:cubicBezTo>
                <a:close/>
                <a:moveTo>
                  <a:pt x="3228975" y="4281488"/>
                </a:moveTo>
                <a:cubicBezTo>
                  <a:pt x="3228975" y="4289378"/>
                  <a:pt x="3222578" y="4295775"/>
                  <a:pt x="3214688" y="4295775"/>
                </a:cubicBezTo>
                <a:cubicBezTo>
                  <a:pt x="3206797" y="4295775"/>
                  <a:pt x="3200400" y="4289378"/>
                  <a:pt x="3200400" y="4281488"/>
                </a:cubicBezTo>
                <a:cubicBezTo>
                  <a:pt x="3200400" y="4273597"/>
                  <a:pt x="3206797" y="4267200"/>
                  <a:pt x="3214688" y="4267200"/>
                </a:cubicBezTo>
                <a:cubicBezTo>
                  <a:pt x="3222578" y="4267200"/>
                  <a:pt x="3228975" y="4273597"/>
                  <a:pt x="3228975" y="4281488"/>
                </a:cubicBezTo>
                <a:close/>
                <a:moveTo>
                  <a:pt x="3228975" y="4433888"/>
                </a:moveTo>
                <a:cubicBezTo>
                  <a:pt x="3228975" y="4441778"/>
                  <a:pt x="3222578" y="4448175"/>
                  <a:pt x="3214688" y="4448175"/>
                </a:cubicBezTo>
                <a:cubicBezTo>
                  <a:pt x="3206797" y="4448175"/>
                  <a:pt x="3200400" y="4441778"/>
                  <a:pt x="3200400" y="4433888"/>
                </a:cubicBezTo>
                <a:cubicBezTo>
                  <a:pt x="3200400" y="4425997"/>
                  <a:pt x="3206797" y="4419600"/>
                  <a:pt x="3214688" y="4419600"/>
                </a:cubicBezTo>
                <a:cubicBezTo>
                  <a:pt x="3222578" y="4419600"/>
                  <a:pt x="3228975" y="4425997"/>
                  <a:pt x="3228975" y="4433888"/>
                </a:cubicBezTo>
                <a:close/>
                <a:moveTo>
                  <a:pt x="3228975" y="4586288"/>
                </a:moveTo>
                <a:cubicBezTo>
                  <a:pt x="3228975" y="4594178"/>
                  <a:pt x="3222578" y="4600575"/>
                  <a:pt x="3214688" y="4600575"/>
                </a:cubicBezTo>
                <a:cubicBezTo>
                  <a:pt x="3206797" y="4600575"/>
                  <a:pt x="3200400" y="4594178"/>
                  <a:pt x="3200400" y="4586288"/>
                </a:cubicBezTo>
                <a:cubicBezTo>
                  <a:pt x="3200400" y="4578397"/>
                  <a:pt x="3206797" y="4572000"/>
                  <a:pt x="3214688" y="4572000"/>
                </a:cubicBezTo>
                <a:cubicBezTo>
                  <a:pt x="3222578" y="4572000"/>
                  <a:pt x="3228975" y="4578397"/>
                  <a:pt x="3228975" y="4586288"/>
                </a:cubicBezTo>
                <a:close/>
                <a:moveTo>
                  <a:pt x="3228975" y="4738688"/>
                </a:moveTo>
                <a:cubicBezTo>
                  <a:pt x="3228975" y="4746578"/>
                  <a:pt x="3222578" y="4752975"/>
                  <a:pt x="3214688" y="4752975"/>
                </a:cubicBezTo>
                <a:cubicBezTo>
                  <a:pt x="3206797" y="4752975"/>
                  <a:pt x="3200400" y="4746578"/>
                  <a:pt x="3200400" y="4738688"/>
                </a:cubicBezTo>
                <a:cubicBezTo>
                  <a:pt x="3200400" y="4730797"/>
                  <a:pt x="3206797" y="4724400"/>
                  <a:pt x="3214688" y="4724400"/>
                </a:cubicBezTo>
                <a:cubicBezTo>
                  <a:pt x="3222578" y="4724400"/>
                  <a:pt x="3228975" y="4730797"/>
                  <a:pt x="3228975" y="4738688"/>
                </a:cubicBezTo>
                <a:close/>
                <a:moveTo>
                  <a:pt x="3381375" y="14288"/>
                </a:moveTo>
                <a:cubicBezTo>
                  <a:pt x="3381375" y="22178"/>
                  <a:pt x="3374978" y="28575"/>
                  <a:pt x="3367088" y="28575"/>
                </a:cubicBezTo>
                <a:cubicBezTo>
                  <a:pt x="3359197" y="28575"/>
                  <a:pt x="3352800" y="22178"/>
                  <a:pt x="3352800" y="14288"/>
                </a:cubicBezTo>
                <a:cubicBezTo>
                  <a:pt x="3352800" y="6397"/>
                  <a:pt x="3359197" y="0"/>
                  <a:pt x="3367088" y="0"/>
                </a:cubicBezTo>
                <a:cubicBezTo>
                  <a:pt x="3374978" y="0"/>
                  <a:pt x="3381375" y="6397"/>
                  <a:pt x="3381375" y="14288"/>
                </a:cubicBezTo>
                <a:close/>
                <a:moveTo>
                  <a:pt x="3381375" y="166688"/>
                </a:moveTo>
                <a:cubicBezTo>
                  <a:pt x="3381375" y="174578"/>
                  <a:pt x="3374978" y="180975"/>
                  <a:pt x="3367088" y="180975"/>
                </a:cubicBezTo>
                <a:cubicBezTo>
                  <a:pt x="3359197" y="180975"/>
                  <a:pt x="3352800" y="174578"/>
                  <a:pt x="3352800" y="166688"/>
                </a:cubicBezTo>
                <a:cubicBezTo>
                  <a:pt x="3352800" y="158797"/>
                  <a:pt x="3359197" y="152400"/>
                  <a:pt x="3367088" y="152400"/>
                </a:cubicBezTo>
                <a:cubicBezTo>
                  <a:pt x="3374978" y="152400"/>
                  <a:pt x="3381375" y="158797"/>
                  <a:pt x="3381375" y="166688"/>
                </a:cubicBezTo>
                <a:close/>
                <a:moveTo>
                  <a:pt x="3381375" y="319088"/>
                </a:moveTo>
                <a:cubicBezTo>
                  <a:pt x="3381375" y="326978"/>
                  <a:pt x="3374978" y="333375"/>
                  <a:pt x="3367088" y="333375"/>
                </a:cubicBezTo>
                <a:cubicBezTo>
                  <a:pt x="3359197" y="333375"/>
                  <a:pt x="3352800" y="326978"/>
                  <a:pt x="3352800" y="319088"/>
                </a:cubicBezTo>
                <a:cubicBezTo>
                  <a:pt x="3352800" y="311197"/>
                  <a:pt x="3359197" y="304800"/>
                  <a:pt x="3367088" y="304800"/>
                </a:cubicBezTo>
                <a:cubicBezTo>
                  <a:pt x="3374978" y="304800"/>
                  <a:pt x="3381375" y="311197"/>
                  <a:pt x="3381375" y="319088"/>
                </a:cubicBezTo>
                <a:close/>
                <a:moveTo>
                  <a:pt x="3381375" y="471488"/>
                </a:moveTo>
                <a:cubicBezTo>
                  <a:pt x="3381375" y="479378"/>
                  <a:pt x="3374978" y="485775"/>
                  <a:pt x="3367088" y="485775"/>
                </a:cubicBezTo>
                <a:cubicBezTo>
                  <a:pt x="3359197" y="485775"/>
                  <a:pt x="3352800" y="479378"/>
                  <a:pt x="3352800" y="471488"/>
                </a:cubicBezTo>
                <a:cubicBezTo>
                  <a:pt x="3352800" y="463597"/>
                  <a:pt x="3359197" y="457200"/>
                  <a:pt x="3367088" y="457200"/>
                </a:cubicBezTo>
                <a:cubicBezTo>
                  <a:pt x="3374978" y="457200"/>
                  <a:pt x="3381375" y="463597"/>
                  <a:pt x="3381375" y="471488"/>
                </a:cubicBezTo>
                <a:close/>
                <a:moveTo>
                  <a:pt x="3381375" y="623888"/>
                </a:moveTo>
                <a:cubicBezTo>
                  <a:pt x="3381375" y="631778"/>
                  <a:pt x="3374978" y="638175"/>
                  <a:pt x="3367088" y="638175"/>
                </a:cubicBezTo>
                <a:cubicBezTo>
                  <a:pt x="3359197" y="638175"/>
                  <a:pt x="3352800" y="631778"/>
                  <a:pt x="3352800" y="623888"/>
                </a:cubicBezTo>
                <a:cubicBezTo>
                  <a:pt x="3352800" y="615997"/>
                  <a:pt x="3359197" y="609600"/>
                  <a:pt x="3367088" y="609600"/>
                </a:cubicBezTo>
                <a:cubicBezTo>
                  <a:pt x="3374978" y="609600"/>
                  <a:pt x="3381375" y="615997"/>
                  <a:pt x="3381375" y="623888"/>
                </a:cubicBezTo>
                <a:close/>
                <a:moveTo>
                  <a:pt x="3381375" y="776288"/>
                </a:moveTo>
                <a:cubicBezTo>
                  <a:pt x="3381375" y="784178"/>
                  <a:pt x="3374978" y="790575"/>
                  <a:pt x="3367088" y="790575"/>
                </a:cubicBezTo>
                <a:cubicBezTo>
                  <a:pt x="3359197" y="790575"/>
                  <a:pt x="3352800" y="784178"/>
                  <a:pt x="3352800" y="776288"/>
                </a:cubicBezTo>
                <a:cubicBezTo>
                  <a:pt x="3352800" y="768397"/>
                  <a:pt x="3359197" y="762000"/>
                  <a:pt x="3367088" y="762000"/>
                </a:cubicBezTo>
                <a:cubicBezTo>
                  <a:pt x="3374978" y="762000"/>
                  <a:pt x="3381375" y="768397"/>
                  <a:pt x="3381375" y="776288"/>
                </a:cubicBezTo>
                <a:close/>
                <a:moveTo>
                  <a:pt x="3381375" y="928688"/>
                </a:moveTo>
                <a:cubicBezTo>
                  <a:pt x="3381375" y="936578"/>
                  <a:pt x="3374978" y="942975"/>
                  <a:pt x="3367088" y="942975"/>
                </a:cubicBezTo>
                <a:cubicBezTo>
                  <a:pt x="3359197" y="942975"/>
                  <a:pt x="3352800" y="936578"/>
                  <a:pt x="3352800" y="928688"/>
                </a:cubicBezTo>
                <a:cubicBezTo>
                  <a:pt x="3352800" y="920797"/>
                  <a:pt x="3359197" y="914400"/>
                  <a:pt x="3367088" y="914400"/>
                </a:cubicBezTo>
                <a:cubicBezTo>
                  <a:pt x="3374978" y="914400"/>
                  <a:pt x="3381375" y="920797"/>
                  <a:pt x="3381375" y="928688"/>
                </a:cubicBezTo>
                <a:close/>
                <a:moveTo>
                  <a:pt x="3381375" y="1081088"/>
                </a:moveTo>
                <a:cubicBezTo>
                  <a:pt x="3381375" y="1088978"/>
                  <a:pt x="3374978" y="1095375"/>
                  <a:pt x="3367088" y="1095375"/>
                </a:cubicBezTo>
                <a:cubicBezTo>
                  <a:pt x="3359197" y="1095375"/>
                  <a:pt x="3352800" y="1088978"/>
                  <a:pt x="3352800" y="1081088"/>
                </a:cubicBezTo>
                <a:cubicBezTo>
                  <a:pt x="3352800" y="1073197"/>
                  <a:pt x="3359197" y="1066800"/>
                  <a:pt x="3367088" y="1066800"/>
                </a:cubicBezTo>
                <a:cubicBezTo>
                  <a:pt x="3374978" y="1066800"/>
                  <a:pt x="3381375" y="1073197"/>
                  <a:pt x="3381375" y="1081088"/>
                </a:cubicBezTo>
                <a:close/>
                <a:moveTo>
                  <a:pt x="3381375" y="1233488"/>
                </a:moveTo>
                <a:cubicBezTo>
                  <a:pt x="3381375" y="1241378"/>
                  <a:pt x="3374978" y="1247775"/>
                  <a:pt x="3367088" y="1247775"/>
                </a:cubicBezTo>
                <a:cubicBezTo>
                  <a:pt x="3359197" y="1247775"/>
                  <a:pt x="3352800" y="1241378"/>
                  <a:pt x="3352800" y="1233488"/>
                </a:cubicBezTo>
                <a:cubicBezTo>
                  <a:pt x="3352800" y="1225597"/>
                  <a:pt x="3359197" y="1219200"/>
                  <a:pt x="3367088" y="1219200"/>
                </a:cubicBezTo>
                <a:cubicBezTo>
                  <a:pt x="3374978" y="1219200"/>
                  <a:pt x="3381375" y="1225597"/>
                  <a:pt x="3381375" y="1233488"/>
                </a:cubicBezTo>
                <a:close/>
                <a:moveTo>
                  <a:pt x="3381375" y="1385888"/>
                </a:moveTo>
                <a:cubicBezTo>
                  <a:pt x="3381375" y="1393778"/>
                  <a:pt x="3374978" y="1400175"/>
                  <a:pt x="3367088" y="1400175"/>
                </a:cubicBezTo>
                <a:cubicBezTo>
                  <a:pt x="3359197" y="1400175"/>
                  <a:pt x="3352800" y="1393778"/>
                  <a:pt x="3352800" y="1385888"/>
                </a:cubicBezTo>
                <a:cubicBezTo>
                  <a:pt x="3352800" y="1377997"/>
                  <a:pt x="3359197" y="1371600"/>
                  <a:pt x="3367088" y="1371600"/>
                </a:cubicBezTo>
                <a:cubicBezTo>
                  <a:pt x="3374978" y="1371600"/>
                  <a:pt x="3381375" y="1377997"/>
                  <a:pt x="3381375" y="1385888"/>
                </a:cubicBezTo>
                <a:close/>
                <a:moveTo>
                  <a:pt x="3381375" y="1538288"/>
                </a:moveTo>
                <a:cubicBezTo>
                  <a:pt x="3381375" y="1546178"/>
                  <a:pt x="3374978" y="1552575"/>
                  <a:pt x="3367088" y="1552575"/>
                </a:cubicBezTo>
                <a:cubicBezTo>
                  <a:pt x="3359197" y="1552575"/>
                  <a:pt x="3352800" y="1546178"/>
                  <a:pt x="3352800" y="1538288"/>
                </a:cubicBezTo>
                <a:cubicBezTo>
                  <a:pt x="3352800" y="1530397"/>
                  <a:pt x="3359197" y="1524000"/>
                  <a:pt x="3367088" y="1524000"/>
                </a:cubicBezTo>
                <a:cubicBezTo>
                  <a:pt x="3374978" y="1524000"/>
                  <a:pt x="3381375" y="1530397"/>
                  <a:pt x="3381375" y="1538288"/>
                </a:cubicBezTo>
                <a:close/>
                <a:moveTo>
                  <a:pt x="3381375" y="1690688"/>
                </a:moveTo>
                <a:cubicBezTo>
                  <a:pt x="3381375" y="1698578"/>
                  <a:pt x="3374978" y="1704975"/>
                  <a:pt x="3367088" y="1704975"/>
                </a:cubicBezTo>
                <a:cubicBezTo>
                  <a:pt x="3359197" y="1704975"/>
                  <a:pt x="3352800" y="1698578"/>
                  <a:pt x="3352800" y="1690688"/>
                </a:cubicBezTo>
                <a:cubicBezTo>
                  <a:pt x="3352800" y="1682797"/>
                  <a:pt x="3359197" y="1676400"/>
                  <a:pt x="3367088" y="1676400"/>
                </a:cubicBezTo>
                <a:cubicBezTo>
                  <a:pt x="3374978" y="1676400"/>
                  <a:pt x="3381375" y="1682797"/>
                  <a:pt x="3381375" y="1690688"/>
                </a:cubicBezTo>
                <a:close/>
                <a:moveTo>
                  <a:pt x="3381375" y="1843088"/>
                </a:moveTo>
                <a:cubicBezTo>
                  <a:pt x="3381375" y="1850978"/>
                  <a:pt x="3374978" y="1857375"/>
                  <a:pt x="3367088" y="1857375"/>
                </a:cubicBezTo>
                <a:cubicBezTo>
                  <a:pt x="3359197" y="1857375"/>
                  <a:pt x="3352800" y="1850978"/>
                  <a:pt x="3352800" y="1843088"/>
                </a:cubicBezTo>
                <a:cubicBezTo>
                  <a:pt x="3352800" y="1835197"/>
                  <a:pt x="3359197" y="1828800"/>
                  <a:pt x="3367088" y="1828800"/>
                </a:cubicBezTo>
                <a:cubicBezTo>
                  <a:pt x="3374978" y="1828800"/>
                  <a:pt x="3381375" y="1835197"/>
                  <a:pt x="3381375" y="1843088"/>
                </a:cubicBezTo>
                <a:close/>
                <a:moveTo>
                  <a:pt x="3381375" y="1995488"/>
                </a:moveTo>
                <a:cubicBezTo>
                  <a:pt x="3381375" y="2003378"/>
                  <a:pt x="3374978" y="2009775"/>
                  <a:pt x="3367088" y="2009775"/>
                </a:cubicBezTo>
                <a:cubicBezTo>
                  <a:pt x="3359197" y="2009775"/>
                  <a:pt x="3352800" y="2003378"/>
                  <a:pt x="3352800" y="1995488"/>
                </a:cubicBezTo>
                <a:cubicBezTo>
                  <a:pt x="3352800" y="1987597"/>
                  <a:pt x="3359197" y="1981200"/>
                  <a:pt x="3367088" y="1981200"/>
                </a:cubicBezTo>
                <a:cubicBezTo>
                  <a:pt x="3374978" y="1981200"/>
                  <a:pt x="3381375" y="1987597"/>
                  <a:pt x="3381375" y="1995488"/>
                </a:cubicBezTo>
                <a:close/>
                <a:moveTo>
                  <a:pt x="3381375" y="2147888"/>
                </a:moveTo>
                <a:cubicBezTo>
                  <a:pt x="3381375" y="2155778"/>
                  <a:pt x="3374978" y="2162175"/>
                  <a:pt x="3367088" y="2162175"/>
                </a:cubicBezTo>
                <a:cubicBezTo>
                  <a:pt x="3359197" y="2162175"/>
                  <a:pt x="3352800" y="2155778"/>
                  <a:pt x="3352800" y="2147888"/>
                </a:cubicBezTo>
                <a:cubicBezTo>
                  <a:pt x="3352800" y="2139997"/>
                  <a:pt x="3359197" y="2133600"/>
                  <a:pt x="3367088" y="2133600"/>
                </a:cubicBezTo>
                <a:cubicBezTo>
                  <a:pt x="3374978" y="2133600"/>
                  <a:pt x="3381375" y="2139997"/>
                  <a:pt x="3381375" y="2147888"/>
                </a:cubicBezTo>
                <a:close/>
                <a:moveTo>
                  <a:pt x="3381375" y="2300288"/>
                </a:moveTo>
                <a:cubicBezTo>
                  <a:pt x="3381375" y="2308178"/>
                  <a:pt x="3374978" y="2314575"/>
                  <a:pt x="3367088" y="2314575"/>
                </a:cubicBezTo>
                <a:cubicBezTo>
                  <a:pt x="3359197" y="2314575"/>
                  <a:pt x="3352800" y="2308178"/>
                  <a:pt x="3352800" y="2300288"/>
                </a:cubicBezTo>
                <a:cubicBezTo>
                  <a:pt x="3352800" y="2292397"/>
                  <a:pt x="3359197" y="2286000"/>
                  <a:pt x="3367088" y="2286000"/>
                </a:cubicBezTo>
                <a:cubicBezTo>
                  <a:pt x="3374978" y="2286000"/>
                  <a:pt x="3381375" y="2292397"/>
                  <a:pt x="3381375" y="2300288"/>
                </a:cubicBezTo>
                <a:close/>
                <a:moveTo>
                  <a:pt x="3381375" y="2452688"/>
                </a:moveTo>
                <a:cubicBezTo>
                  <a:pt x="3381375" y="2460578"/>
                  <a:pt x="3374978" y="2466975"/>
                  <a:pt x="3367088" y="2466975"/>
                </a:cubicBezTo>
                <a:cubicBezTo>
                  <a:pt x="3359197" y="2466975"/>
                  <a:pt x="3352800" y="2460578"/>
                  <a:pt x="3352800" y="2452688"/>
                </a:cubicBezTo>
                <a:cubicBezTo>
                  <a:pt x="3352800" y="2444797"/>
                  <a:pt x="3359197" y="2438400"/>
                  <a:pt x="3367088" y="2438400"/>
                </a:cubicBezTo>
                <a:cubicBezTo>
                  <a:pt x="3374978" y="2438400"/>
                  <a:pt x="3381375" y="2444797"/>
                  <a:pt x="3381375" y="2452688"/>
                </a:cubicBezTo>
                <a:close/>
                <a:moveTo>
                  <a:pt x="3381375" y="2605088"/>
                </a:moveTo>
                <a:cubicBezTo>
                  <a:pt x="3381375" y="2612978"/>
                  <a:pt x="3374978" y="2619375"/>
                  <a:pt x="3367088" y="2619375"/>
                </a:cubicBezTo>
                <a:cubicBezTo>
                  <a:pt x="3359197" y="2619375"/>
                  <a:pt x="3352800" y="2612978"/>
                  <a:pt x="3352800" y="2605088"/>
                </a:cubicBezTo>
                <a:cubicBezTo>
                  <a:pt x="3352800" y="2597197"/>
                  <a:pt x="3359197" y="2590800"/>
                  <a:pt x="3367088" y="2590800"/>
                </a:cubicBezTo>
                <a:cubicBezTo>
                  <a:pt x="3374978" y="2590800"/>
                  <a:pt x="3381375" y="2597197"/>
                  <a:pt x="3381375" y="2605088"/>
                </a:cubicBezTo>
                <a:close/>
                <a:moveTo>
                  <a:pt x="3381375" y="2757488"/>
                </a:moveTo>
                <a:cubicBezTo>
                  <a:pt x="3381375" y="2765378"/>
                  <a:pt x="3374978" y="2771775"/>
                  <a:pt x="3367088" y="2771775"/>
                </a:cubicBezTo>
                <a:cubicBezTo>
                  <a:pt x="3359197" y="2771775"/>
                  <a:pt x="3352800" y="2765378"/>
                  <a:pt x="3352800" y="2757488"/>
                </a:cubicBezTo>
                <a:cubicBezTo>
                  <a:pt x="3352800" y="2749597"/>
                  <a:pt x="3359197" y="2743200"/>
                  <a:pt x="3367088" y="2743200"/>
                </a:cubicBezTo>
                <a:cubicBezTo>
                  <a:pt x="3374978" y="2743200"/>
                  <a:pt x="3381375" y="2749597"/>
                  <a:pt x="3381375" y="2757488"/>
                </a:cubicBezTo>
                <a:close/>
                <a:moveTo>
                  <a:pt x="3381375" y="2909888"/>
                </a:moveTo>
                <a:cubicBezTo>
                  <a:pt x="3381375" y="2917778"/>
                  <a:pt x="3374978" y="2924175"/>
                  <a:pt x="3367088" y="2924175"/>
                </a:cubicBezTo>
                <a:cubicBezTo>
                  <a:pt x="3359197" y="2924175"/>
                  <a:pt x="3352800" y="2917778"/>
                  <a:pt x="3352800" y="2909888"/>
                </a:cubicBezTo>
                <a:cubicBezTo>
                  <a:pt x="3352800" y="2901997"/>
                  <a:pt x="3359197" y="2895600"/>
                  <a:pt x="3367088" y="2895600"/>
                </a:cubicBezTo>
                <a:cubicBezTo>
                  <a:pt x="3374978" y="2895600"/>
                  <a:pt x="3381375" y="2901997"/>
                  <a:pt x="3381375" y="2909888"/>
                </a:cubicBezTo>
                <a:close/>
                <a:moveTo>
                  <a:pt x="3381375" y="3062288"/>
                </a:moveTo>
                <a:cubicBezTo>
                  <a:pt x="3381375" y="3070178"/>
                  <a:pt x="3374978" y="3076575"/>
                  <a:pt x="3367088" y="3076575"/>
                </a:cubicBezTo>
                <a:cubicBezTo>
                  <a:pt x="3359197" y="3076575"/>
                  <a:pt x="3352800" y="3070178"/>
                  <a:pt x="3352800" y="3062288"/>
                </a:cubicBezTo>
                <a:cubicBezTo>
                  <a:pt x="3352800" y="3054397"/>
                  <a:pt x="3359197" y="3048000"/>
                  <a:pt x="3367088" y="3048000"/>
                </a:cubicBezTo>
                <a:cubicBezTo>
                  <a:pt x="3374978" y="3048000"/>
                  <a:pt x="3381375" y="3054397"/>
                  <a:pt x="3381375" y="3062288"/>
                </a:cubicBezTo>
                <a:close/>
                <a:moveTo>
                  <a:pt x="3381375" y="3214688"/>
                </a:moveTo>
                <a:cubicBezTo>
                  <a:pt x="3381375" y="3222578"/>
                  <a:pt x="3374978" y="3228975"/>
                  <a:pt x="3367088" y="3228975"/>
                </a:cubicBezTo>
                <a:cubicBezTo>
                  <a:pt x="3359197" y="3228975"/>
                  <a:pt x="3352800" y="3222578"/>
                  <a:pt x="3352800" y="3214688"/>
                </a:cubicBezTo>
                <a:cubicBezTo>
                  <a:pt x="3352800" y="3206797"/>
                  <a:pt x="3359197" y="3200400"/>
                  <a:pt x="3367088" y="3200400"/>
                </a:cubicBezTo>
                <a:cubicBezTo>
                  <a:pt x="3374978" y="3200400"/>
                  <a:pt x="3381375" y="3206797"/>
                  <a:pt x="3381375" y="3214688"/>
                </a:cubicBezTo>
                <a:close/>
                <a:moveTo>
                  <a:pt x="3381375" y="3367088"/>
                </a:moveTo>
                <a:cubicBezTo>
                  <a:pt x="3381375" y="3374978"/>
                  <a:pt x="3374978" y="3381375"/>
                  <a:pt x="3367088" y="3381375"/>
                </a:cubicBezTo>
                <a:cubicBezTo>
                  <a:pt x="3359197" y="3381375"/>
                  <a:pt x="3352800" y="3374978"/>
                  <a:pt x="3352800" y="3367088"/>
                </a:cubicBezTo>
                <a:cubicBezTo>
                  <a:pt x="3352800" y="3359197"/>
                  <a:pt x="3359197" y="3352800"/>
                  <a:pt x="3367088" y="3352800"/>
                </a:cubicBezTo>
                <a:cubicBezTo>
                  <a:pt x="3374978" y="3352800"/>
                  <a:pt x="3381375" y="3359197"/>
                  <a:pt x="3381375" y="3367088"/>
                </a:cubicBezTo>
                <a:close/>
                <a:moveTo>
                  <a:pt x="3381375" y="3519488"/>
                </a:moveTo>
                <a:cubicBezTo>
                  <a:pt x="3381375" y="3527378"/>
                  <a:pt x="3374978" y="3533775"/>
                  <a:pt x="3367088" y="3533775"/>
                </a:cubicBezTo>
                <a:cubicBezTo>
                  <a:pt x="3359197" y="3533775"/>
                  <a:pt x="3352800" y="3527378"/>
                  <a:pt x="3352800" y="3519488"/>
                </a:cubicBezTo>
                <a:cubicBezTo>
                  <a:pt x="3352800" y="3511597"/>
                  <a:pt x="3359197" y="3505200"/>
                  <a:pt x="3367088" y="3505200"/>
                </a:cubicBezTo>
                <a:cubicBezTo>
                  <a:pt x="3374978" y="3505200"/>
                  <a:pt x="3381375" y="3511597"/>
                  <a:pt x="3381375" y="3519488"/>
                </a:cubicBezTo>
                <a:close/>
                <a:moveTo>
                  <a:pt x="3381375" y="3671888"/>
                </a:moveTo>
                <a:cubicBezTo>
                  <a:pt x="3381375" y="3679778"/>
                  <a:pt x="3374978" y="3686175"/>
                  <a:pt x="3367088" y="3686175"/>
                </a:cubicBezTo>
                <a:cubicBezTo>
                  <a:pt x="3359197" y="3686175"/>
                  <a:pt x="3352800" y="3679778"/>
                  <a:pt x="3352800" y="3671888"/>
                </a:cubicBezTo>
                <a:cubicBezTo>
                  <a:pt x="3352800" y="3663997"/>
                  <a:pt x="3359197" y="3657600"/>
                  <a:pt x="3367088" y="3657600"/>
                </a:cubicBezTo>
                <a:cubicBezTo>
                  <a:pt x="3374978" y="3657600"/>
                  <a:pt x="3381375" y="3663997"/>
                  <a:pt x="3381375" y="3671888"/>
                </a:cubicBezTo>
                <a:close/>
                <a:moveTo>
                  <a:pt x="3381375" y="3824288"/>
                </a:moveTo>
                <a:cubicBezTo>
                  <a:pt x="3381375" y="3832178"/>
                  <a:pt x="3374978" y="3838575"/>
                  <a:pt x="3367088" y="3838575"/>
                </a:cubicBezTo>
                <a:cubicBezTo>
                  <a:pt x="3359197" y="3838575"/>
                  <a:pt x="3352800" y="3832178"/>
                  <a:pt x="3352800" y="3824288"/>
                </a:cubicBezTo>
                <a:cubicBezTo>
                  <a:pt x="3352800" y="3816397"/>
                  <a:pt x="3359197" y="3810000"/>
                  <a:pt x="3367088" y="3810000"/>
                </a:cubicBezTo>
                <a:cubicBezTo>
                  <a:pt x="3374978" y="3810000"/>
                  <a:pt x="3381375" y="3816397"/>
                  <a:pt x="3381375" y="3824288"/>
                </a:cubicBezTo>
                <a:close/>
                <a:moveTo>
                  <a:pt x="3381375" y="3976688"/>
                </a:moveTo>
                <a:cubicBezTo>
                  <a:pt x="3381375" y="3984578"/>
                  <a:pt x="3374978" y="3990975"/>
                  <a:pt x="3367088" y="3990975"/>
                </a:cubicBezTo>
                <a:cubicBezTo>
                  <a:pt x="3359197" y="3990975"/>
                  <a:pt x="3352800" y="3984578"/>
                  <a:pt x="3352800" y="3976688"/>
                </a:cubicBezTo>
                <a:cubicBezTo>
                  <a:pt x="3352800" y="3968797"/>
                  <a:pt x="3359197" y="3962400"/>
                  <a:pt x="3367088" y="3962400"/>
                </a:cubicBezTo>
                <a:cubicBezTo>
                  <a:pt x="3374978" y="3962400"/>
                  <a:pt x="3381375" y="3968797"/>
                  <a:pt x="3381375" y="3976688"/>
                </a:cubicBezTo>
                <a:close/>
                <a:moveTo>
                  <a:pt x="3381375" y="4129088"/>
                </a:moveTo>
                <a:cubicBezTo>
                  <a:pt x="3381375" y="4136978"/>
                  <a:pt x="3374978" y="4143375"/>
                  <a:pt x="3367088" y="4143375"/>
                </a:cubicBezTo>
                <a:cubicBezTo>
                  <a:pt x="3359197" y="4143375"/>
                  <a:pt x="3352800" y="4136978"/>
                  <a:pt x="3352800" y="4129088"/>
                </a:cubicBezTo>
                <a:cubicBezTo>
                  <a:pt x="3352800" y="4121197"/>
                  <a:pt x="3359197" y="4114800"/>
                  <a:pt x="3367088" y="4114800"/>
                </a:cubicBezTo>
                <a:cubicBezTo>
                  <a:pt x="3374978" y="4114800"/>
                  <a:pt x="3381375" y="4121197"/>
                  <a:pt x="3381375" y="4129088"/>
                </a:cubicBezTo>
                <a:close/>
                <a:moveTo>
                  <a:pt x="3381375" y="4281488"/>
                </a:moveTo>
                <a:cubicBezTo>
                  <a:pt x="3381375" y="4289378"/>
                  <a:pt x="3374978" y="4295775"/>
                  <a:pt x="3367088" y="4295775"/>
                </a:cubicBezTo>
                <a:cubicBezTo>
                  <a:pt x="3359197" y="4295775"/>
                  <a:pt x="3352800" y="4289378"/>
                  <a:pt x="3352800" y="4281488"/>
                </a:cubicBezTo>
                <a:cubicBezTo>
                  <a:pt x="3352800" y="4273597"/>
                  <a:pt x="3359197" y="4267200"/>
                  <a:pt x="3367088" y="4267200"/>
                </a:cubicBezTo>
                <a:cubicBezTo>
                  <a:pt x="3374978" y="4267200"/>
                  <a:pt x="3381375" y="4273597"/>
                  <a:pt x="3381375" y="4281488"/>
                </a:cubicBezTo>
                <a:close/>
                <a:moveTo>
                  <a:pt x="3381375" y="4433888"/>
                </a:moveTo>
                <a:cubicBezTo>
                  <a:pt x="3381375" y="4441778"/>
                  <a:pt x="3374978" y="4448175"/>
                  <a:pt x="3367088" y="4448175"/>
                </a:cubicBezTo>
                <a:cubicBezTo>
                  <a:pt x="3359197" y="4448175"/>
                  <a:pt x="3352800" y="4441778"/>
                  <a:pt x="3352800" y="4433888"/>
                </a:cubicBezTo>
                <a:cubicBezTo>
                  <a:pt x="3352800" y="4425997"/>
                  <a:pt x="3359197" y="4419600"/>
                  <a:pt x="3367088" y="4419600"/>
                </a:cubicBezTo>
                <a:cubicBezTo>
                  <a:pt x="3374978" y="4419600"/>
                  <a:pt x="3381375" y="4425997"/>
                  <a:pt x="3381375" y="4433888"/>
                </a:cubicBezTo>
                <a:close/>
                <a:moveTo>
                  <a:pt x="3381375" y="4586288"/>
                </a:moveTo>
                <a:cubicBezTo>
                  <a:pt x="3381375" y="4594178"/>
                  <a:pt x="3374978" y="4600575"/>
                  <a:pt x="3367088" y="4600575"/>
                </a:cubicBezTo>
                <a:cubicBezTo>
                  <a:pt x="3359197" y="4600575"/>
                  <a:pt x="3352800" y="4594178"/>
                  <a:pt x="3352800" y="4586288"/>
                </a:cubicBezTo>
                <a:cubicBezTo>
                  <a:pt x="3352800" y="4578397"/>
                  <a:pt x="3359197" y="4572000"/>
                  <a:pt x="3367088" y="4572000"/>
                </a:cubicBezTo>
                <a:cubicBezTo>
                  <a:pt x="3374978" y="4572000"/>
                  <a:pt x="3381375" y="4578397"/>
                  <a:pt x="3381375" y="4586288"/>
                </a:cubicBezTo>
                <a:close/>
                <a:moveTo>
                  <a:pt x="3381375" y="4738688"/>
                </a:moveTo>
                <a:cubicBezTo>
                  <a:pt x="3381375" y="4746578"/>
                  <a:pt x="3374978" y="4752975"/>
                  <a:pt x="3367088" y="4752975"/>
                </a:cubicBezTo>
                <a:cubicBezTo>
                  <a:pt x="3359197" y="4752975"/>
                  <a:pt x="3352800" y="4746578"/>
                  <a:pt x="3352800" y="4738688"/>
                </a:cubicBezTo>
                <a:cubicBezTo>
                  <a:pt x="3352800" y="4730797"/>
                  <a:pt x="3359197" y="4724400"/>
                  <a:pt x="3367088" y="4724400"/>
                </a:cubicBezTo>
                <a:cubicBezTo>
                  <a:pt x="3374978" y="4724400"/>
                  <a:pt x="3381375" y="4730797"/>
                  <a:pt x="3381375" y="4738688"/>
                </a:cubicBezTo>
                <a:close/>
                <a:moveTo>
                  <a:pt x="3533775" y="14288"/>
                </a:moveTo>
                <a:cubicBezTo>
                  <a:pt x="3533775" y="22178"/>
                  <a:pt x="3527378" y="28575"/>
                  <a:pt x="3519488" y="28575"/>
                </a:cubicBezTo>
                <a:cubicBezTo>
                  <a:pt x="3511597" y="28575"/>
                  <a:pt x="3505200" y="22178"/>
                  <a:pt x="3505200" y="14288"/>
                </a:cubicBezTo>
                <a:cubicBezTo>
                  <a:pt x="3505200" y="6397"/>
                  <a:pt x="3511597" y="0"/>
                  <a:pt x="3519488" y="0"/>
                </a:cubicBezTo>
                <a:cubicBezTo>
                  <a:pt x="3527378" y="0"/>
                  <a:pt x="3533775" y="6397"/>
                  <a:pt x="3533775" y="14288"/>
                </a:cubicBezTo>
                <a:close/>
                <a:moveTo>
                  <a:pt x="3533775" y="166688"/>
                </a:moveTo>
                <a:cubicBezTo>
                  <a:pt x="3533775" y="174578"/>
                  <a:pt x="3527378" y="180975"/>
                  <a:pt x="3519488" y="180975"/>
                </a:cubicBezTo>
                <a:cubicBezTo>
                  <a:pt x="3511597" y="180975"/>
                  <a:pt x="3505200" y="174578"/>
                  <a:pt x="3505200" y="166688"/>
                </a:cubicBezTo>
                <a:cubicBezTo>
                  <a:pt x="3505200" y="158797"/>
                  <a:pt x="3511597" y="152400"/>
                  <a:pt x="3519488" y="152400"/>
                </a:cubicBezTo>
                <a:cubicBezTo>
                  <a:pt x="3527378" y="152400"/>
                  <a:pt x="3533775" y="158797"/>
                  <a:pt x="3533775" y="166688"/>
                </a:cubicBezTo>
                <a:close/>
                <a:moveTo>
                  <a:pt x="3533775" y="319088"/>
                </a:moveTo>
                <a:cubicBezTo>
                  <a:pt x="3533775" y="326978"/>
                  <a:pt x="3527378" y="333375"/>
                  <a:pt x="3519488" y="333375"/>
                </a:cubicBezTo>
                <a:cubicBezTo>
                  <a:pt x="3511597" y="333375"/>
                  <a:pt x="3505200" y="326978"/>
                  <a:pt x="3505200" y="319088"/>
                </a:cubicBezTo>
                <a:cubicBezTo>
                  <a:pt x="3505200" y="311197"/>
                  <a:pt x="3511597" y="304800"/>
                  <a:pt x="3519488" y="304800"/>
                </a:cubicBezTo>
                <a:cubicBezTo>
                  <a:pt x="3527378" y="304800"/>
                  <a:pt x="3533775" y="311197"/>
                  <a:pt x="3533775" y="319088"/>
                </a:cubicBezTo>
                <a:close/>
                <a:moveTo>
                  <a:pt x="3533775" y="471488"/>
                </a:moveTo>
                <a:cubicBezTo>
                  <a:pt x="3533775" y="479378"/>
                  <a:pt x="3527378" y="485775"/>
                  <a:pt x="3519488" y="485775"/>
                </a:cubicBezTo>
                <a:cubicBezTo>
                  <a:pt x="3511597" y="485775"/>
                  <a:pt x="3505200" y="479378"/>
                  <a:pt x="3505200" y="471488"/>
                </a:cubicBezTo>
                <a:cubicBezTo>
                  <a:pt x="3505200" y="463597"/>
                  <a:pt x="3511597" y="457200"/>
                  <a:pt x="3519488" y="457200"/>
                </a:cubicBezTo>
                <a:cubicBezTo>
                  <a:pt x="3527378" y="457200"/>
                  <a:pt x="3533775" y="463597"/>
                  <a:pt x="3533775" y="471488"/>
                </a:cubicBezTo>
                <a:close/>
                <a:moveTo>
                  <a:pt x="3533775" y="623888"/>
                </a:moveTo>
                <a:cubicBezTo>
                  <a:pt x="3533775" y="631778"/>
                  <a:pt x="3527378" y="638175"/>
                  <a:pt x="3519488" y="638175"/>
                </a:cubicBezTo>
                <a:cubicBezTo>
                  <a:pt x="3511597" y="638175"/>
                  <a:pt x="3505200" y="631778"/>
                  <a:pt x="3505200" y="623888"/>
                </a:cubicBezTo>
                <a:cubicBezTo>
                  <a:pt x="3505200" y="615997"/>
                  <a:pt x="3511597" y="609600"/>
                  <a:pt x="3519488" y="609600"/>
                </a:cubicBezTo>
                <a:cubicBezTo>
                  <a:pt x="3527378" y="609600"/>
                  <a:pt x="3533775" y="615997"/>
                  <a:pt x="3533775" y="623888"/>
                </a:cubicBezTo>
                <a:close/>
                <a:moveTo>
                  <a:pt x="3533775" y="776288"/>
                </a:moveTo>
                <a:cubicBezTo>
                  <a:pt x="3533775" y="784178"/>
                  <a:pt x="3527378" y="790575"/>
                  <a:pt x="3519488" y="790575"/>
                </a:cubicBezTo>
                <a:cubicBezTo>
                  <a:pt x="3511597" y="790575"/>
                  <a:pt x="3505200" y="784178"/>
                  <a:pt x="3505200" y="776288"/>
                </a:cubicBezTo>
                <a:cubicBezTo>
                  <a:pt x="3505200" y="768397"/>
                  <a:pt x="3511597" y="762000"/>
                  <a:pt x="3519488" y="762000"/>
                </a:cubicBezTo>
                <a:cubicBezTo>
                  <a:pt x="3527378" y="762000"/>
                  <a:pt x="3533775" y="768397"/>
                  <a:pt x="3533775" y="776288"/>
                </a:cubicBezTo>
                <a:close/>
                <a:moveTo>
                  <a:pt x="3533775" y="928688"/>
                </a:moveTo>
                <a:cubicBezTo>
                  <a:pt x="3533775" y="936578"/>
                  <a:pt x="3527378" y="942975"/>
                  <a:pt x="3519488" y="942975"/>
                </a:cubicBezTo>
                <a:cubicBezTo>
                  <a:pt x="3511597" y="942975"/>
                  <a:pt x="3505200" y="936578"/>
                  <a:pt x="3505200" y="928688"/>
                </a:cubicBezTo>
                <a:cubicBezTo>
                  <a:pt x="3505200" y="920797"/>
                  <a:pt x="3511597" y="914400"/>
                  <a:pt x="3519488" y="914400"/>
                </a:cubicBezTo>
                <a:cubicBezTo>
                  <a:pt x="3527378" y="914400"/>
                  <a:pt x="3533775" y="920797"/>
                  <a:pt x="3533775" y="928688"/>
                </a:cubicBezTo>
                <a:close/>
                <a:moveTo>
                  <a:pt x="3533775" y="1081088"/>
                </a:moveTo>
                <a:cubicBezTo>
                  <a:pt x="3533775" y="1088978"/>
                  <a:pt x="3527378" y="1095375"/>
                  <a:pt x="3519488" y="1095375"/>
                </a:cubicBezTo>
                <a:cubicBezTo>
                  <a:pt x="3511597" y="1095375"/>
                  <a:pt x="3505200" y="1088978"/>
                  <a:pt x="3505200" y="1081088"/>
                </a:cubicBezTo>
                <a:cubicBezTo>
                  <a:pt x="3505200" y="1073197"/>
                  <a:pt x="3511597" y="1066800"/>
                  <a:pt x="3519488" y="1066800"/>
                </a:cubicBezTo>
                <a:cubicBezTo>
                  <a:pt x="3527378" y="1066800"/>
                  <a:pt x="3533775" y="1073197"/>
                  <a:pt x="3533775" y="1081088"/>
                </a:cubicBezTo>
                <a:close/>
                <a:moveTo>
                  <a:pt x="3533775" y="1233488"/>
                </a:moveTo>
                <a:cubicBezTo>
                  <a:pt x="3533775" y="1241378"/>
                  <a:pt x="3527378" y="1247775"/>
                  <a:pt x="3519488" y="1247775"/>
                </a:cubicBezTo>
                <a:cubicBezTo>
                  <a:pt x="3511597" y="1247775"/>
                  <a:pt x="3505200" y="1241378"/>
                  <a:pt x="3505200" y="1233488"/>
                </a:cubicBezTo>
                <a:cubicBezTo>
                  <a:pt x="3505200" y="1225597"/>
                  <a:pt x="3511597" y="1219200"/>
                  <a:pt x="3519488" y="1219200"/>
                </a:cubicBezTo>
                <a:cubicBezTo>
                  <a:pt x="3527378" y="1219200"/>
                  <a:pt x="3533775" y="1225597"/>
                  <a:pt x="3533775" y="1233488"/>
                </a:cubicBezTo>
                <a:close/>
                <a:moveTo>
                  <a:pt x="3533775" y="1385888"/>
                </a:moveTo>
                <a:cubicBezTo>
                  <a:pt x="3533775" y="1393778"/>
                  <a:pt x="3527378" y="1400175"/>
                  <a:pt x="3519488" y="1400175"/>
                </a:cubicBezTo>
                <a:cubicBezTo>
                  <a:pt x="3511597" y="1400175"/>
                  <a:pt x="3505200" y="1393778"/>
                  <a:pt x="3505200" y="1385888"/>
                </a:cubicBezTo>
                <a:cubicBezTo>
                  <a:pt x="3505200" y="1377997"/>
                  <a:pt x="3511597" y="1371600"/>
                  <a:pt x="3519488" y="1371600"/>
                </a:cubicBezTo>
                <a:cubicBezTo>
                  <a:pt x="3527378" y="1371600"/>
                  <a:pt x="3533775" y="1377997"/>
                  <a:pt x="3533775" y="1385888"/>
                </a:cubicBezTo>
                <a:close/>
                <a:moveTo>
                  <a:pt x="3533775" y="1538288"/>
                </a:moveTo>
                <a:cubicBezTo>
                  <a:pt x="3533775" y="1546178"/>
                  <a:pt x="3527378" y="1552575"/>
                  <a:pt x="3519488" y="1552575"/>
                </a:cubicBezTo>
                <a:cubicBezTo>
                  <a:pt x="3511597" y="1552575"/>
                  <a:pt x="3505200" y="1546178"/>
                  <a:pt x="3505200" y="1538288"/>
                </a:cubicBezTo>
                <a:cubicBezTo>
                  <a:pt x="3505200" y="1530397"/>
                  <a:pt x="3511597" y="1524000"/>
                  <a:pt x="3519488" y="1524000"/>
                </a:cubicBezTo>
                <a:cubicBezTo>
                  <a:pt x="3527378" y="1524000"/>
                  <a:pt x="3533775" y="1530397"/>
                  <a:pt x="3533775" y="1538288"/>
                </a:cubicBezTo>
                <a:close/>
                <a:moveTo>
                  <a:pt x="3533775" y="1690688"/>
                </a:moveTo>
                <a:cubicBezTo>
                  <a:pt x="3533775" y="1698578"/>
                  <a:pt x="3527378" y="1704975"/>
                  <a:pt x="3519488" y="1704975"/>
                </a:cubicBezTo>
                <a:cubicBezTo>
                  <a:pt x="3511597" y="1704975"/>
                  <a:pt x="3505200" y="1698578"/>
                  <a:pt x="3505200" y="1690688"/>
                </a:cubicBezTo>
                <a:cubicBezTo>
                  <a:pt x="3505200" y="1682797"/>
                  <a:pt x="3511597" y="1676400"/>
                  <a:pt x="3519488" y="1676400"/>
                </a:cubicBezTo>
                <a:cubicBezTo>
                  <a:pt x="3527378" y="1676400"/>
                  <a:pt x="3533775" y="1682797"/>
                  <a:pt x="3533775" y="1690688"/>
                </a:cubicBezTo>
                <a:close/>
                <a:moveTo>
                  <a:pt x="3533775" y="1843088"/>
                </a:moveTo>
                <a:cubicBezTo>
                  <a:pt x="3533775" y="1850978"/>
                  <a:pt x="3527378" y="1857375"/>
                  <a:pt x="3519488" y="1857375"/>
                </a:cubicBezTo>
                <a:cubicBezTo>
                  <a:pt x="3511597" y="1857375"/>
                  <a:pt x="3505200" y="1850978"/>
                  <a:pt x="3505200" y="1843088"/>
                </a:cubicBezTo>
                <a:cubicBezTo>
                  <a:pt x="3505200" y="1835197"/>
                  <a:pt x="3511597" y="1828800"/>
                  <a:pt x="3519488" y="1828800"/>
                </a:cubicBezTo>
                <a:cubicBezTo>
                  <a:pt x="3527378" y="1828800"/>
                  <a:pt x="3533775" y="1835197"/>
                  <a:pt x="3533775" y="1843088"/>
                </a:cubicBezTo>
                <a:close/>
                <a:moveTo>
                  <a:pt x="3533775" y="1995488"/>
                </a:moveTo>
                <a:cubicBezTo>
                  <a:pt x="3533775" y="2003378"/>
                  <a:pt x="3527378" y="2009775"/>
                  <a:pt x="3519488" y="2009775"/>
                </a:cubicBezTo>
                <a:cubicBezTo>
                  <a:pt x="3511597" y="2009775"/>
                  <a:pt x="3505200" y="2003378"/>
                  <a:pt x="3505200" y="1995488"/>
                </a:cubicBezTo>
                <a:cubicBezTo>
                  <a:pt x="3505200" y="1987597"/>
                  <a:pt x="3511597" y="1981200"/>
                  <a:pt x="3519488" y="1981200"/>
                </a:cubicBezTo>
                <a:cubicBezTo>
                  <a:pt x="3527378" y="1981200"/>
                  <a:pt x="3533775" y="1987597"/>
                  <a:pt x="3533775" y="1995488"/>
                </a:cubicBezTo>
                <a:close/>
                <a:moveTo>
                  <a:pt x="3533775" y="2147888"/>
                </a:moveTo>
                <a:cubicBezTo>
                  <a:pt x="3533775" y="2155778"/>
                  <a:pt x="3527378" y="2162175"/>
                  <a:pt x="3519488" y="2162175"/>
                </a:cubicBezTo>
                <a:cubicBezTo>
                  <a:pt x="3511597" y="2162175"/>
                  <a:pt x="3505200" y="2155778"/>
                  <a:pt x="3505200" y="2147888"/>
                </a:cubicBezTo>
                <a:cubicBezTo>
                  <a:pt x="3505200" y="2139997"/>
                  <a:pt x="3511597" y="2133600"/>
                  <a:pt x="3519488" y="2133600"/>
                </a:cubicBezTo>
                <a:cubicBezTo>
                  <a:pt x="3527378" y="2133600"/>
                  <a:pt x="3533775" y="2139997"/>
                  <a:pt x="3533775" y="2147888"/>
                </a:cubicBezTo>
                <a:close/>
                <a:moveTo>
                  <a:pt x="3533775" y="2300288"/>
                </a:moveTo>
                <a:cubicBezTo>
                  <a:pt x="3533775" y="2308178"/>
                  <a:pt x="3527378" y="2314575"/>
                  <a:pt x="3519488" y="2314575"/>
                </a:cubicBezTo>
                <a:cubicBezTo>
                  <a:pt x="3511597" y="2314575"/>
                  <a:pt x="3505200" y="2308178"/>
                  <a:pt x="3505200" y="2300288"/>
                </a:cubicBezTo>
                <a:cubicBezTo>
                  <a:pt x="3505200" y="2292397"/>
                  <a:pt x="3511597" y="2286000"/>
                  <a:pt x="3519488" y="2286000"/>
                </a:cubicBezTo>
                <a:cubicBezTo>
                  <a:pt x="3527378" y="2286000"/>
                  <a:pt x="3533775" y="2292397"/>
                  <a:pt x="3533775" y="2300288"/>
                </a:cubicBezTo>
                <a:close/>
                <a:moveTo>
                  <a:pt x="3533775" y="2452688"/>
                </a:moveTo>
                <a:cubicBezTo>
                  <a:pt x="3533775" y="2460578"/>
                  <a:pt x="3527378" y="2466975"/>
                  <a:pt x="3519488" y="2466975"/>
                </a:cubicBezTo>
                <a:cubicBezTo>
                  <a:pt x="3511597" y="2466975"/>
                  <a:pt x="3505200" y="2460578"/>
                  <a:pt x="3505200" y="2452688"/>
                </a:cubicBezTo>
                <a:cubicBezTo>
                  <a:pt x="3505200" y="2444797"/>
                  <a:pt x="3511597" y="2438400"/>
                  <a:pt x="3519488" y="2438400"/>
                </a:cubicBezTo>
                <a:cubicBezTo>
                  <a:pt x="3527378" y="2438400"/>
                  <a:pt x="3533775" y="2444797"/>
                  <a:pt x="3533775" y="2452688"/>
                </a:cubicBezTo>
                <a:close/>
                <a:moveTo>
                  <a:pt x="3533775" y="2605088"/>
                </a:moveTo>
                <a:cubicBezTo>
                  <a:pt x="3533775" y="2612978"/>
                  <a:pt x="3527378" y="2619375"/>
                  <a:pt x="3519488" y="2619375"/>
                </a:cubicBezTo>
                <a:cubicBezTo>
                  <a:pt x="3511597" y="2619375"/>
                  <a:pt x="3505200" y="2612978"/>
                  <a:pt x="3505200" y="2605088"/>
                </a:cubicBezTo>
                <a:cubicBezTo>
                  <a:pt x="3505200" y="2597197"/>
                  <a:pt x="3511597" y="2590800"/>
                  <a:pt x="3519488" y="2590800"/>
                </a:cubicBezTo>
                <a:cubicBezTo>
                  <a:pt x="3527378" y="2590800"/>
                  <a:pt x="3533775" y="2597197"/>
                  <a:pt x="3533775" y="2605088"/>
                </a:cubicBezTo>
                <a:close/>
                <a:moveTo>
                  <a:pt x="3533775" y="2757488"/>
                </a:moveTo>
                <a:cubicBezTo>
                  <a:pt x="3533775" y="2765378"/>
                  <a:pt x="3527378" y="2771775"/>
                  <a:pt x="3519488" y="2771775"/>
                </a:cubicBezTo>
                <a:cubicBezTo>
                  <a:pt x="3511597" y="2771775"/>
                  <a:pt x="3505200" y="2765378"/>
                  <a:pt x="3505200" y="2757488"/>
                </a:cubicBezTo>
                <a:cubicBezTo>
                  <a:pt x="3505200" y="2749597"/>
                  <a:pt x="3511597" y="2743200"/>
                  <a:pt x="3519488" y="2743200"/>
                </a:cubicBezTo>
                <a:cubicBezTo>
                  <a:pt x="3527378" y="2743200"/>
                  <a:pt x="3533775" y="2749597"/>
                  <a:pt x="3533775" y="2757488"/>
                </a:cubicBezTo>
                <a:close/>
                <a:moveTo>
                  <a:pt x="3533775" y="2909888"/>
                </a:moveTo>
                <a:cubicBezTo>
                  <a:pt x="3533775" y="2917778"/>
                  <a:pt x="3527378" y="2924175"/>
                  <a:pt x="3519488" y="2924175"/>
                </a:cubicBezTo>
                <a:cubicBezTo>
                  <a:pt x="3511597" y="2924175"/>
                  <a:pt x="3505200" y="2917778"/>
                  <a:pt x="3505200" y="2909888"/>
                </a:cubicBezTo>
                <a:cubicBezTo>
                  <a:pt x="3505200" y="2901997"/>
                  <a:pt x="3511597" y="2895600"/>
                  <a:pt x="3519488" y="2895600"/>
                </a:cubicBezTo>
                <a:cubicBezTo>
                  <a:pt x="3527378" y="2895600"/>
                  <a:pt x="3533775" y="2901997"/>
                  <a:pt x="3533775" y="2909888"/>
                </a:cubicBezTo>
                <a:close/>
                <a:moveTo>
                  <a:pt x="3533775" y="3062288"/>
                </a:moveTo>
                <a:cubicBezTo>
                  <a:pt x="3533775" y="3070178"/>
                  <a:pt x="3527378" y="3076575"/>
                  <a:pt x="3519488" y="3076575"/>
                </a:cubicBezTo>
                <a:cubicBezTo>
                  <a:pt x="3511597" y="3076575"/>
                  <a:pt x="3505200" y="3070178"/>
                  <a:pt x="3505200" y="3062288"/>
                </a:cubicBezTo>
                <a:cubicBezTo>
                  <a:pt x="3505200" y="3054397"/>
                  <a:pt x="3511597" y="3048000"/>
                  <a:pt x="3519488" y="3048000"/>
                </a:cubicBezTo>
                <a:cubicBezTo>
                  <a:pt x="3527378" y="3048000"/>
                  <a:pt x="3533775" y="3054397"/>
                  <a:pt x="3533775" y="3062288"/>
                </a:cubicBezTo>
                <a:close/>
                <a:moveTo>
                  <a:pt x="3533775" y="3214688"/>
                </a:moveTo>
                <a:cubicBezTo>
                  <a:pt x="3533775" y="3222578"/>
                  <a:pt x="3527378" y="3228975"/>
                  <a:pt x="3519488" y="3228975"/>
                </a:cubicBezTo>
                <a:cubicBezTo>
                  <a:pt x="3511597" y="3228975"/>
                  <a:pt x="3505200" y="3222578"/>
                  <a:pt x="3505200" y="3214688"/>
                </a:cubicBezTo>
                <a:cubicBezTo>
                  <a:pt x="3505200" y="3206797"/>
                  <a:pt x="3511597" y="3200400"/>
                  <a:pt x="3519488" y="3200400"/>
                </a:cubicBezTo>
                <a:cubicBezTo>
                  <a:pt x="3527378" y="3200400"/>
                  <a:pt x="3533775" y="3206797"/>
                  <a:pt x="3533775" y="3214688"/>
                </a:cubicBezTo>
                <a:close/>
                <a:moveTo>
                  <a:pt x="3533775" y="3367088"/>
                </a:moveTo>
                <a:cubicBezTo>
                  <a:pt x="3533775" y="3374978"/>
                  <a:pt x="3527378" y="3381375"/>
                  <a:pt x="3519488" y="3381375"/>
                </a:cubicBezTo>
                <a:cubicBezTo>
                  <a:pt x="3511597" y="3381375"/>
                  <a:pt x="3505200" y="3374978"/>
                  <a:pt x="3505200" y="3367088"/>
                </a:cubicBezTo>
                <a:cubicBezTo>
                  <a:pt x="3505200" y="3359197"/>
                  <a:pt x="3511597" y="3352800"/>
                  <a:pt x="3519488" y="3352800"/>
                </a:cubicBezTo>
                <a:cubicBezTo>
                  <a:pt x="3527378" y="3352800"/>
                  <a:pt x="3533775" y="3359197"/>
                  <a:pt x="3533775" y="3367088"/>
                </a:cubicBezTo>
                <a:close/>
                <a:moveTo>
                  <a:pt x="3533775" y="3519488"/>
                </a:moveTo>
                <a:cubicBezTo>
                  <a:pt x="3533775" y="3527378"/>
                  <a:pt x="3527378" y="3533775"/>
                  <a:pt x="3519488" y="3533775"/>
                </a:cubicBezTo>
                <a:cubicBezTo>
                  <a:pt x="3511597" y="3533775"/>
                  <a:pt x="3505200" y="3527378"/>
                  <a:pt x="3505200" y="3519488"/>
                </a:cubicBezTo>
                <a:cubicBezTo>
                  <a:pt x="3505200" y="3511597"/>
                  <a:pt x="3511597" y="3505200"/>
                  <a:pt x="3519488" y="3505200"/>
                </a:cubicBezTo>
                <a:cubicBezTo>
                  <a:pt x="3527378" y="3505200"/>
                  <a:pt x="3533775" y="3511597"/>
                  <a:pt x="3533775" y="3519488"/>
                </a:cubicBezTo>
                <a:close/>
                <a:moveTo>
                  <a:pt x="3533775" y="3671888"/>
                </a:moveTo>
                <a:cubicBezTo>
                  <a:pt x="3533775" y="3679778"/>
                  <a:pt x="3527378" y="3686175"/>
                  <a:pt x="3519488" y="3686175"/>
                </a:cubicBezTo>
                <a:cubicBezTo>
                  <a:pt x="3511597" y="3686175"/>
                  <a:pt x="3505200" y="3679778"/>
                  <a:pt x="3505200" y="3671888"/>
                </a:cubicBezTo>
                <a:cubicBezTo>
                  <a:pt x="3505200" y="3663997"/>
                  <a:pt x="3511597" y="3657600"/>
                  <a:pt x="3519488" y="3657600"/>
                </a:cubicBezTo>
                <a:cubicBezTo>
                  <a:pt x="3527378" y="3657600"/>
                  <a:pt x="3533775" y="3663997"/>
                  <a:pt x="3533775" y="3671888"/>
                </a:cubicBezTo>
                <a:close/>
                <a:moveTo>
                  <a:pt x="3533775" y="3824288"/>
                </a:moveTo>
                <a:cubicBezTo>
                  <a:pt x="3533775" y="3832178"/>
                  <a:pt x="3527378" y="3838575"/>
                  <a:pt x="3519488" y="3838575"/>
                </a:cubicBezTo>
                <a:cubicBezTo>
                  <a:pt x="3511597" y="3838575"/>
                  <a:pt x="3505200" y="3832178"/>
                  <a:pt x="3505200" y="3824288"/>
                </a:cubicBezTo>
                <a:cubicBezTo>
                  <a:pt x="3505200" y="3816397"/>
                  <a:pt x="3511597" y="3810000"/>
                  <a:pt x="3519488" y="3810000"/>
                </a:cubicBezTo>
                <a:cubicBezTo>
                  <a:pt x="3527378" y="3810000"/>
                  <a:pt x="3533775" y="3816397"/>
                  <a:pt x="3533775" y="3824288"/>
                </a:cubicBezTo>
                <a:close/>
                <a:moveTo>
                  <a:pt x="3533775" y="3976688"/>
                </a:moveTo>
                <a:cubicBezTo>
                  <a:pt x="3533775" y="3984578"/>
                  <a:pt x="3527378" y="3990975"/>
                  <a:pt x="3519488" y="3990975"/>
                </a:cubicBezTo>
                <a:cubicBezTo>
                  <a:pt x="3511597" y="3990975"/>
                  <a:pt x="3505200" y="3984578"/>
                  <a:pt x="3505200" y="3976688"/>
                </a:cubicBezTo>
                <a:cubicBezTo>
                  <a:pt x="3505200" y="3968797"/>
                  <a:pt x="3511597" y="3962400"/>
                  <a:pt x="3519488" y="3962400"/>
                </a:cubicBezTo>
                <a:cubicBezTo>
                  <a:pt x="3527378" y="3962400"/>
                  <a:pt x="3533775" y="3968797"/>
                  <a:pt x="3533775" y="3976688"/>
                </a:cubicBezTo>
                <a:close/>
                <a:moveTo>
                  <a:pt x="3533775" y="4129088"/>
                </a:moveTo>
                <a:cubicBezTo>
                  <a:pt x="3533775" y="4136978"/>
                  <a:pt x="3527378" y="4143375"/>
                  <a:pt x="3519488" y="4143375"/>
                </a:cubicBezTo>
                <a:cubicBezTo>
                  <a:pt x="3511597" y="4143375"/>
                  <a:pt x="3505200" y="4136978"/>
                  <a:pt x="3505200" y="4129088"/>
                </a:cubicBezTo>
                <a:cubicBezTo>
                  <a:pt x="3505200" y="4121197"/>
                  <a:pt x="3511597" y="4114800"/>
                  <a:pt x="3519488" y="4114800"/>
                </a:cubicBezTo>
                <a:cubicBezTo>
                  <a:pt x="3527378" y="4114800"/>
                  <a:pt x="3533775" y="4121197"/>
                  <a:pt x="3533775" y="4129088"/>
                </a:cubicBezTo>
                <a:close/>
                <a:moveTo>
                  <a:pt x="3533775" y="4281488"/>
                </a:moveTo>
                <a:cubicBezTo>
                  <a:pt x="3533775" y="4289378"/>
                  <a:pt x="3527378" y="4295775"/>
                  <a:pt x="3519488" y="4295775"/>
                </a:cubicBezTo>
                <a:cubicBezTo>
                  <a:pt x="3511597" y="4295775"/>
                  <a:pt x="3505200" y="4289378"/>
                  <a:pt x="3505200" y="4281488"/>
                </a:cubicBezTo>
                <a:cubicBezTo>
                  <a:pt x="3505200" y="4273597"/>
                  <a:pt x="3511597" y="4267200"/>
                  <a:pt x="3519488" y="4267200"/>
                </a:cubicBezTo>
                <a:cubicBezTo>
                  <a:pt x="3527378" y="4267200"/>
                  <a:pt x="3533775" y="4273597"/>
                  <a:pt x="3533775" y="4281488"/>
                </a:cubicBezTo>
                <a:close/>
                <a:moveTo>
                  <a:pt x="3533775" y="4433888"/>
                </a:moveTo>
                <a:cubicBezTo>
                  <a:pt x="3533775" y="4441778"/>
                  <a:pt x="3527378" y="4448175"/>
                  <a:pt x="3519488" y="4448175"/>
                </a:cubicBezTo>
                <a:cubicBezTo>
                  <a:pt x="3511597" y="4448175"/>
                  <a:pt x="3505200" y="4441778"/>
                  <a:pt x="3505200" y="4433888"/>
                </a:cubicBezTo>
                <a:cubicBezTo>
                  <a:pt x="3505200" y="4425997"/>
                  <a:pt x="3511597" y="4419600"/>
                  <a:pt x="3519488" y="4419600"/>
                </a:cubicBezTo>
                <a:cubicBezTo>
                  <a:pt x="3527378" y="4419600"/>
                  <a:pt x="3533775" y="4425997"/>
                  <a:pt x="3533775" y="4433888"/>
                </a:cubicBezTo>
                <a:close/>
                <a:moveTo>
                  <a:pt x="3533775" y="4586288"/>
                </a:moveTo>
                <a:cubicBezTo>
                  <a:pt x="3533775" y="4594178"/>
                  <a:pt x="3527378" y="4600575"/>
                  <a:pt x="3519488" y="4600575"/>
                </a:cubicBezTo>
                <a:cubicBezTo>
                  <a:pt x="3511597" y="4600575"/>
                  <a:pt x="3505200" y="4594178"/>
                  <a:pt x="3505200" y="4586288"/>
                </a:cubicBezTo>
                <a:cubicBezTo>
                  <a:pt x="3505200" y="4578397"/>
                  <a:pt x="3511597" y="4572000"/>
                  <a:pt x="3519488" y="4572000"/>
                </a:cubicBezTo>
                <a:cubicBezTo>
                  <a:pt x="3527378" y="4572000"/>
                  <a:pt x="3533775" y="4578397"/>
                  <a:pt x="3533775" y="4586288"/>
                </a:cubicBezTo>
                <a:close/>
                <a:moveTo>
                  <a:pt x="3533775" y="4738688"/>
                </a:moveTo>
                <a:cubicBezTo>
                  <a:pt x="3533775" y="4746578"/>
                  <a:pt x="3527378" y="4752975"/>
                  <a:pt x="3519488" y="4752975"/>
                </a:cubicBezTo>
                <a:cubicBezTo>
                  <a:pt x="3511597" y="4752975"/>
                  <a:pt x="3505200" y="4746578"/>
                  <a:pt x="3505200" y="4738688"/>
                </a:cubicBezTo>
                <a:cubicBezTo>
                  <a:pt x="3505200" y="4730797"/>
                  <a:pt x="3511597" y="4724400"/>
                  <a:pt x="3519488" y="4724400"/>
                </a:cubicBezTo>
                <a:cubicBezTo>
                  <a:pt x="3527378" y="4724400"/>
                  <a:pt x="3533775" y="4730797"/>
                  <a:pt x="3533775" y="4738688"/>
                </a:cubicBezTo>
                <a:close/>
                <a:moveTo>
                  <a:pt x="3686175" y="14288"/>
                </a:moveTo>
                <a:cubicBezTo>
                  <a:pt x="3686175" y="22178"/>
                  <a:pt x="3679778" y="28575"/>
                  <a:pt x="3671888" y="28575"/>
                </a:cubicBezTo>
                <a:cubicBezTo>
                  <a:pt x="3663997" y="28575"/>
                  <a:pt x="3657600" y="22178"/>
                  <a:pt x="3657600" y="14288"/>
                </a:cubicBezTo>
                <a:cubicBezTo>
                  <a:pt x="3657600" y="6397"/>
                  <a:pt x="3663997" y="0"/>
                  <a:pt x="3671888" y="0"/>
                </a:cubicBezTo>
                <a:cubicBezTo>
                  <a:pt x="3679778" y="0"/>
                  <a:pt x="3686175" y="6397"/>
                  <a:pt x="3686175" y="14288"/>
                </a:cubicBezTo>
                <a:close/>
                <a:moveTo>
                  <a:pt x="3686175" y="166688"/>
                </a:moveTo>
                <a:cubicBezTo>
                  <a:pt x="3686175" y="174578"/>
                  <a:pt x="3679778" y="180975"/>
                  <a:pt x="3671888" y="180975"/>
                </a:cubicBezTo>
                <a:cubicBezTo>
                  <a:pt x="3663997" y="180975"/>
                  <a:pt x="3657600" y="174578"/>
                  <a:pt x="3657600" y="166688"/>
                </a:cubicBezTo>
                <a:cubicBezTo>
                  <a:pt x="3657600" y="158797"/>
                  <a:pt x="3663997" y="152400"/>
                  <a:pt x="3671888" y="152400"/>
                </a:cubicBezTo>
                <a:cubicBezTo>
                  <a:pt x="3679778" y="152400"/>
                  <a:pt x="3686175" y="158797"/>
                  <a:pt x="3686175" y="166688"/>
                </a:cubicBezTo>
                <a:close/>
                <a:moveTo>
                  <a:pt x="3686175" y="319088"/>
                </a:moveTo>
                <a:cubicBezTo>
                  <a:pt x="3686175" y="326978"/>
                  <a:pt x="3679778" y="333375"/>
                  <a:pt x="3671888" y="333375"/>
                </a:cubicBezTo>
                <a:cubicBezTo>
                  <a:pt x="3663997" y="333375"/>
                  <a:pt x="3657600" y="326978"/>
                  <a:pt x="3657600" y="319088"/>
                </a:cubicBezTo>
                <a:cubicBezTo>
                  <a:pt x="3657600" y="311197"/>
                  <a:pt x="3663997" y="304800"/>
                  <a:pt x="3671888" y="304800"/>
                </a:cubicBezTo>
                <a:cubicBezTo>
                  <a:pt x="3679778" y="304800"/>
                  <a:pt x="3686175" y="311197"/>
                  <a:pt x="3686175" y="319088"/>
                </a:cubicBezTo>
                <a:close/>
                <a:moveTo>
                  <a:pt x="3686175" y="471488"/>
                </a:moveTo>
                <a:cubicBezTo>
                  <a:pt x="3686175" y="479378"/>
                  <a:pt x="3679778" y="485775"/>
                  <a:pt x="3671888" y="485775"/>
                </a:cubicBezTo>
                <a:cubicBezTo>
                  <a:pt x="3663997" y="485775"/>
                  <a:pt x="3657600" y="479378"/>
                  <a:pt x="3657600" y="471488"/>
                </a:cubicBezTo>
                <a:cubicBezTo>
                  <a:pt x="3657600" y="463597"/>
                  <a:pt x="3663997" y="457200"/>
                  <a:pt x="3671888" y="457200"/>
                </a:cubicBezTo>
                <a:cubicBezTo>
                  <a:pt x="3679778" y="457200"/>
                  <a:pt x="3686175" y="463597"/>
                  <a:pt x="3686175" y="471488"/>
                </a:cubicBezTo>
                <a:close/>
                <a:moveTo>
                  <a:pt x="3686175" y="623888"/>
                </a:moveTo>
                <a:cubicBezTo>
                  <a:pt x="3686175" y="631778"/>
                  <a:pt x="3679778" y="638175"/>
                  <a:pt x="3671888" y="638175"/>
                </a:cubicBezTo>
                <a:cubicBezTo>
                  <a:pt x="3663997" y="638175"/>
                  <a:pt x="3657600" y="631778"/>
                  <a:pt x="3657600" y="623888"/>
                </a:cubicBezTo>
                <a:cubicBezTo>
                  <a:pt x="3657600" y="615997"/>
                  <a:pt x="3663997" y="609600"/>
                  <a:pt x="3671888" y="609600"/>
                </a:cubicBezTo>
                <a:cubicBezTo>
                  <a:pt x="3679778" y="609600"/>
                  <a:pt x="3686175" y="615997"/>
                  <a:pt x="3686175" y="623888"/>
                </a:cubicBezTo>
                <a:close/>
                <a:moveTo>
                  <a:pt x="3686175" y="776288"/>
                </a:moveTo>
                <a:cubicBezTo>
                  <a:pt x="3686175" y="784178"/>
                  <a:pt x="3679778" y="790575"/>
                  <a:pt x="3671888" y="790575"/>
                </a:cubicBezTo>
                <a:cubicBezTo>
                  <a:pt x="3663997" y="790575"/>
                  <a:pt x="3657600" y="784178"/>
                  <a:pt x="3657600" y="776288"/>
                </a:cubicBezTo>
                <a:cubicBezTo>
                  <a:pt x="3657600" y="768397"/>
                  <a:pt x="3663997" y="762000"/>
                  <a:pt x="3671888" y="762000"/>
                </a:cubicBezTo>
                <a:cubicBezTo>
                  <a:pt x="3679778" y="762000"/>
                  <a:pt x="3686175" y="768397"/>
                  <a:pt x="3686175" y="776288"/>
                </a:cubicBezTo>
                <a:close/>
                <a:moveTo>
                  <a:pt x="3686175" y="928688"/>
                </a:moveTo>
                <a:cubicBezTo>
                  <a:pt x="3686175" y="936578"/>
                  <a:pt x="3679778" y="942975"/>
                  <a:pt x="3671888" y="942975"/>
                </a:cubicBezTo>
                <a:cubicBezTo>
                  <a:pt x="3663997" y="942975"/>
                  <a:pt x="3657600" y="936578"/>
                  <a:pt x="3657600" y="928688"/>
                </a:cubicBezTo>
                <a:cubicBezTo>
                  <a:pt x="3657600" y="920797"/>
                  <a:pt x="3663997" y="914400"/>
                  <a:pt x="3671888" y="914400"/>
                </a:cubicBezTo>
                <a:cubicBezTo>
                  <a:pt x="3679778" y="914400"/>
                  <a:pt x="3686175" y="920797"/>
                  <a:pt x="3686175" y="928688"/>
                </a:cubicBezTo>
                <a:close/>
                <a:moveTo>
                  <a:pt x="3686175" y="1081088"/>
                </a:moveTo>
                <a:cubicBezTo>
                  <a:pt x="3686175" y="1088978"/>
                  <a:pt x="3679778" y="1095375"/>
                  <a:pt x="3671888" y="1095375"/>
                </a:cubicBezTo>
                <a:cubicBezTo>
                  <a:pt x="3663997" y="1095375"/>
                  <a:pt x="3657600" y="1088978"/>
                  <a:pt x="3657600" y="1081088"/>
                </a:cubicBezTo>
                <a:cubicBezTo>
                  <a:pt x="3657600" y="1073197"/>
                  <a:pt x="3663997" y="1066800"/>
                  <a:pt x="3671888" y="1066800"/>
                </a:cubicBezTo>
                <a:cubicBezTo>
                  <a:pt x="3679778" y="1066800"/>
                  <a:pt x="3686175" y="1073197"/>
                  <a:pt x="3686175" y="1081088"/>
                </a:cubicBezTo>
                <a:close/>
                <a:moveTo>
                  <a:pt x="3686175" y="1233488"/>
                </a:moveTo>
                <a:cubicBezTo>
                  <a:pt x="3686175" y="1241378"/>
                  <a:pt x="3679778" y="1247775"/>
                  <a:pt x="3671888" y="1247775"/>
                </a:cubicBezTo>
                <a:cubicBezTo>
                  <a:pt x="3663997" y="1247775"/>
                  <a:pt x="3657600" y="1241378"/>
                  <a:pt x="3657600" y="1233488"/>
                </a:cubicBezTo>
                <a:cubicBezTo>
                  <a:pt x="3657600" y="1225597"/>
                  <a:pt x="3663997" y="1219200"/>
                  <a:pt x="3671888" y="1219200"/>
                </a:cubicBezTo>
                <a:cubicBezTo>
                  <a:pt x="3679778" y="1219200"/>
                  <a:pt x="3686175" y="1225597"/>
                  <a:pt x="3686175" y="1233488"/>
                </a:cubicBezTo>
                <a:close/>
                <a:moveTo>
                  <a:pt x="3686175" y="1385888"/>
                </a:moveTo>
                <a:cubicBezTo>
                  <a:pt x="3686175" y="1393778"/>
                  <a:pt x="3679778" y="1400175"/>
                  <a:pt x="3671888" y="1400175"/>
                </a:cubicBezTo>
                <a:cubicBezTo>
                  <a:pt x="3663997" y="1400175"/>
                  <a:pt x="3657600" y="1393778"/>
                  <a:pt x="3657600" y="1385888"/>
                </a:cubicBezTo>
                <a:cubicBezTo>
                  <a:pt x="3657600" y="1377997"/>
                  <a:pt x="3663997" y="1371600"/>
                  <a:pt x="3671888" y="1371600"/>
                </a:cubicBezTo>
                <a:cubicBezTo>
                  <a:pt x="3679778" y="1371600"/>
                  <a:pt x="3686175" y="1377997"/>
                  <a:pt x="3686175" y="1385888"/>
                </a:cubicBezTo>
                <a:close/>
                <a:moveTo>
                  <a:pt x="3686175" y="1538288"/>
                </a:moveTo>
                <a:cubicBezTo>
                  <a:pt x="3686175" y="1546178"/>
                  <a:pt x="3679778" y="1552575"/>
                  <a:pt x="3671888" y="1552575"/>
                </a:cubicBezTo>
                <a:cubicBezTo>
                  <a:pt x="3663997" y="1552575"/>
                  <a:pt x="3657600" y="1546178"/>
                  <a:pt x="3657600" y="1538288"/>
                </a:cubicBezTo>
                <a:cubicBezTo>
                  <a:pt x="3657600" y="1530397"/>
                  <a:pt x="3663997" y="1524000"/>
                  <a:pt x="3671888" y="1524000"/>
                </a:cubicBezTo>
                <a:cubicBezTo>
                  <a:pt x="3679778" y="1524000"/>
                  <a:pt x="3686175" y="1530397"/>
                  <a:pt x="3686175" y="1538288"/>
                </a:cubicBezTo>
                <a:close/>
                <a:moveTo>
                  <a:pt x="3686175" y="1690688"/>
                </a:moveTo>
                <a:cubicBezTo>
                  <a:pt x="3686175" y="1698578"/>
                  <a:pt x="3679778" y="1704975"/>
                  <a:pt x="3671888" y="1704975"/>
                </a:cubicBezTo>
                <a:cubicBezTo>
                  <a:pt x="3663997" y="1704975"/>
                  <a:pt x="3657600" y="1698578"/>
                  <a:pt x="3657600" y="1690688"/>
                </a:cubicBezTo>
                <a:cubicBezTo>
                  <a:pt x="3657600" y="1682797"/>
                  <a:pt x="3663997" y="1676400"/>
                  <a:pt x="3671888" y="1676400"/>
                </a:cubicBezTo>
                <a:cubicBezTo>
                  <a:pt x="3679778" y="1676400"/>
                  <a:pt x="3686175" y="1682797"/>
                  <a:pt x="3686175" y="1690688"/>
                </a:cubicBezTo>
                <a:close/>
                <a:moveTo>
                  <a:pt x="3686175" y="1843088"/>
                </a:moveTo>
                <a:cubicBezTo>
                  <a:pt x="3686175" y="1850978"/>
                  <a:pt x="3679778" y="1857375"/>
                  <a:pt x="3671888" y="1857375"/>
                </a:cubicBezTo>
                <a:cubicBezTo>
                  <a:pt x="3663997" y="1857375"/>
                  <a:pt x="3657600" y="1850978"/>
                  <a:pt x="3657600" y="1843088"/>
                </a:cubicBezTo>
                <a:cubicBezTo>
                  <a:pt x="3657600" y="1835197"/>
                  <a:pt x="3663997" y="1828800"/>
                  <a:pt x="3671888" y="1828800"/>
                </a:cubicBezTo>
                <a:cubicBezTo>
                  <a:pt x="3679778" y="1828800"/>
                  <a:pt x="3686175" y="1835197"/>
                  <a:pt x="3686175" y="1843088"/>
                </a:cubicBezTo>
                <a:close/>
                <a:moveTo>
                  <a:pt x="3686175" y="1995488"/>
                </a:moveTo>
                <a:cubicBezTo>
                  <a:pt x="3686175" y="2003378"/>
                  <a:pt x="3679778" y="2009775"/>
                  <a:pt x="3671888" y="2009775"/>
                </a:cubicBezTo>
                <a:cubicBezTo>
                  <a:pt x="3663997" y="2009775"/>
                  <a:pt x="3657600" y="2003378"/>
                  <a:pt x="3657600" y="1995488"/>
                </a:cubicBezTo>
                <a:cubicBezTo>
                  <a:pt x="3657600" y="1987597"/>
                  <a:pt x="3663997" y="1981200"/>
                  <a:pt x="3671888" y="1981200"/>
                </a:cubicBezTo>
                <a:cubicBezTo>
                  <a:pt x="3679778" y="1981200"/>
                  <a:pt x="3686175" y="1987597"/>
                  <a:pt x="3686175" y="1995488"/>
                </a:cubicBezTo>
                <a:close/>
                <a:moveTo>
                  <a:pt x="3686175" y="2147888"/>
                </a:moveTo>
                <a:cubicBezTo>
                  <a:pt x="3686175" y="2155778"/>
                  <a:pt x="3679778" y="2162175"/>
                  <a:pt x="3671888" y="2162175"/>
                </a:cubicBezTo>
                <a:cubicBezTo>
                  <a:pt x="3663997" y="2162175"/>
                  <a:pt x="3657600" y="2155778"/>
                  <a:pt x="3657600" y="2147888"/>
                </a:cubicBezTo>
                <a:cubicBezTo>
                  <a:pt x="3657600" y="2139997"/>
                  <a:pt x="3663997" y="2133600"/>
                  <a:pt x="3671888" y="2133600"/>
                </a:cubicBezTo>
                <a:cubicBezTo>
                  <a:pt x="3679778" y="2133600"/>
                  <a:pt x="3686175" y="2139997"/>
                  <a:pt x="3686175" y="2147888"/>
                </a:cubicBezTo>
                <a:close/>
                <a:moveTo>
                  <a:pt x="3686175" y="2300288"/>
                </a:moveTo>
                <a:cubicBezTo>
                  <a:pt x="3686175" y="2308178"/>
                  <a:pt x="3679778" y="2314575"/>
                  <a:pt x="3671888" y="2314575"/>
                </a:cubicBezTo>
                <a:cubicBezTo>
                  <a:pt x="3663997" y="2314575"/>
                  <a:pt x="3657600" y="2308178"/>
                  <a:pt x="3657600" y="2300288"/>
                </a:cubicBezTo>
                <a:cubicBezTo>
                  <a:pt x="3657600" y="2292397"/>
                  <a:pt x="3663997" y="2286000"/>
                  <a:pt x="3671888" y="2286000"/>
                </a:cubicBezTo>
                <a:cubicBezTo>
                  <a:pt x="3679778" y="2286000"/>
                  <a:pt x="3686175" y="2292397"/>
                  <a:pt x="3686175" y="2300288"/>
                </a:cubicBezTo>
                <a:close/>
                <a:moveTo>
                  <a:pt x="3686175" y="2452688"/>
                </a:moveTo>
                <a:cubicBezTo>
                  <a:pt x="3686175" y="2460578"/>
                  <a:pt x="3679778" y="2466975"/>
                  <a:pt x="3671888" y="2466975"/>
                </a:cubicBezTo>
                <a:cubicBezTo>
                  <a:pt x="3663997" y="2466975"/>
                  <a:pt x="3657600" y="2460578"/>
                  <a:pt x="3657600" y="2452688"/>
                </a:cubicBezTo>
                <a:cubicBezTo>
                  <a:pt x="3657600" y="2444797"/>
                  <a:pt x="3663997" y="2438400"/>
                  <a:pt x="3671888" y="2438400"/>
                </a:cubicBezTo>
                <a:cubicBezTo>
                  <a:pt x="3679778" y="2438400"/>
                  <a:pt x="3686175" y="2444797"/>
                  <a:pt x="3686175" y="2452688"/>
                </a:cubicBezTo>
                <a:close/>
                <a:moveTo>
                  <a:pt x="3686175" y="2605088"/>
                </a:moveTo>
                <a:cubicBezTo>
                  <a:pt x="3686175" y="2612978"/>
                  <a:pt x="3679778" y="2619375"/>
                  <a:pt x="3671888" y="2619375"/>
                </a:cubicBezTo>
                <a:cubicBezTo>
                  <a:pt x="3663997" y="2619375"/>
                  <a:pt x="3657600" y="2612978"/>
                  <a:pt x="3657600" y="2605088"/>
                </a:cubicBezTo>
                <a:cubicBezTo>
                  <a:pt x="3657600" y="2597197"/>
                  <a:pt x="3663997" y="2590800"/>
                  <a:pt x="3671888" y="2590800"/>
                </a:cubicBezTo>
                <a:cubicBezTo>
                  <a:pt x="3679778" y="2590800"/>
                  <a:pt x="3686175" y="2597197"/>
                  <a:pt x="3686175" y="2605088"/>
                </a:cubicBezTo>
                <a:close/>
                <a:moveTo>
                  <a:pt x="3686175" y="2757488"/>
                </a:moveTo>
                <a:cubicBezTo>
                  <a:pt x="3686175" y="2765378"/>
                  <a:pt x="3679778" y="2771775"/>
                  <a:pt x="3671888" y="2771775"/>
                </a:cubicBezTo>
                <a:cubicBezTo>
                  <a:pt x="3663997" y="2771775"/>
                  <a:pt x="3657600" y="2765378"/>
                  <a:pt x="3657600" y="2757488"/>
                </a:cubicBezTo>
                <a:cubicBezTo>
                  <a:pt x="3657600" y="2749597"/>
                  <a:pt x="3663997" y="2743200"/>
                  <a:pt x="3671888" y="2743200"/>
                </a:cubicBezTo>
                <a:cubicBezTo>
                  <a:pt x="3679778" y="2743200"/>
                  <a:pt x="3686175" y="2749597"/>
                  <a:pt x="3686175" y="2757488"/>
                </a:cubicBezTo>
                <a:close/>
                <a:moveTo>
                  <a:pt x="3686175" y="2909888"/>
                </a:moveTo>
                <a:cubicBezTo>
                  <a:pt x="3686175" y="2917778"/>
                  <a:pt x="3679778" y="2924175"/>
                  <a:pt x="3671888" y="2924175"/>
                </a:cubicBezTo>
                <a:cubicBezTo>
                  <a:pt x="3663997" y="2924175"/>
                  <a:pt x="3657600" y="2917778"/>
                  <a:pt x="3657600" y="2909888"/>
                </a:cubicBezTo>
                <a:cubicBezTo>
                  <a:pt x="3657600" y="2901997"/>
                  <a:pt x="3663997" y="2895600"/>
                  <a:pt x="3671888" y="2895600"/>
                </a:cubicBezTo>
                <a:cubicBezTo>
                  <a:pt x="3679778" y="2895600"/>
                  <a:pt x="3686175" y="2901997"/>
                  <a:pt x="3686175" y="2909888"/>
                </a:cubicBezTo>
                <a:close/>
                <a:moveTo>
                  <a:pt x="3686175" y="3062288"/>
                </a:moveTo>
                <a:cubicBezTo>
                  <a:pt x="3686175" y="3070178"/>
                  <a:pt x="3679778" y="3076575"/>
                  <a:pt x="3671888" y="3076575"/>
                </a:cubicBezTo>
                <a:cubicBezTo>
                  <a:pt x="3663997" y="3076575"/>
                  <a:pt x="3657600" y="3070178"/>
                  <a:pt x="3657600" y="3062288"/>
                </a:cubicBezTo>
                <a:cubicBezTo>
                  <a:pt x="3657600" y="3054397"/>
                  <a:pt x="3663997" y="3048000"/>
                  <a:pt x="3671888" y="3048000"/>
                </a:cubicBezTo>
                <a:cubicBezTo>
                  <a:pt x="3679778" y="3048000"/>
                  <a:pt x="3686175" y="3054397"/>
                  <a:pt x="3686175" y="3062288"/>
                </a:cubicBezTo>
                <a:close/>
                <a:moveTo>
                  <a:pt x="3686175" y="3214688"/>
                </a:moveTo>
                <a:cubicBezTo>
                  <a:pt x="3686175" y="3222578"/>
                  <a:pt x="3679778" y="3228975"/>
                  <a:pt x="3671888" y="3228975"/>
                </a:cubicBezTo>
                <a:cubicBezTo>
                  <a:pt x="3663997" y="3228975"/>
                  <a:pt x="3657600" y="3222578"/>
                  <a:pt x="3657600" y="3214688"/>
                </a:cubicBezTo>
                <a:cubicBezTo>
                  <a:pt x="3657600" y="3206797"/>
                  <a:pt x="3663997" y="3200400"/>
                  <a:pt x="3671888" y="3200400"/>
                </a:cubicBezTo>
                <a:cubicBezTo>
                  <a:pt x="3679778" y="3200400"/>
                  <a:pt x="3686175" y="3206797"/>
                  <a:pt x="3686175" y="3214688"/>
                </a:cubicBezTo>
                <a:close/>
                <a:moveTo>
                  <a:pt x="3686175" y="3367088"/>
                </a:moveTo>
                <a:cubicBezTo>
                  <a:pt x="3686175" y="3374978"/>
                  <a:pt x="3679778" y="3381375"/>
                  <a:pt x="3671888" y="3381375"/>
                </a:cubicBezTo>
                <a:cubicBezTo>
                  <a:pt x="3663997" y="3381375"/>
                  <a:pt x="3657600" y="3374978"/>
                  <a:pt x="3657600" y="3367088"/>
                </a:cubicBezTo>
                <a:cubicBezTo>
                  <a:pt x="3657600" y="3359197"/>
                  <a:pt x="3663997" y="3352800"/>
                  <a:pt x="3671888" y="3352800"/>
                </a:cubicBezTo>
                <a:cubicBezTo>
                  <a:pt x="3679778" y="3352800"/>
                  <a:pt x="3686175" y="3359197"/>
                  <a:pt x="3686175" y="3367088"/>
                </a:cubicBezTo>
                <a:close/>
                <a:moveTo>
                  <a:pt x="3686175" y="3519488"/>
                </a:moveTo>
                <a:cubicBezTo>
                  <a:pt x="3686175" y="3527378"/>
                  <a:pt x="3679778" y="3533775"/>
                  <a:pt x="3671888" y="3533775"/>
                </a:cubicBezTo>
                <a:cubicBezTo>
                  <a:pt x="3663997" y="3533775"/>
                  <a:pt x="3657600" y="3527378"/>
                  <a:pt x="3657600" y="3519488"/>
                </a:cubicBezTo>
                <a:cubicBezTo>
                  <a:pt x="3657600" y="3511597"/>
                  <a:pt x="3663997" y="3505200"/>
                  <a:pt x="3671888" y="3505200"/>
                </a:cubicBezTo>
                <a:cubicBezTo>
                  <a:pt x="3679778" y="3505200"/>
                  <a:pt x="3686175" y="3511597"/>
                  <a:pt x="3686175" y="3519488"/>
                </a:cubicBezTo>
                <a:close/>
                <a:moveTo>
                  <a:pt x="3686175" y="3671888"/>
                </a:moveTo>
                <a:cubicBezTo>
                  <a:pt x="3686175" y="3679778"/>
                  <a:pt x="3679778" y="3686175"/>
                  <a:pt x="3671888" y="3686175"/>
                </a:cubicBezTo>
                <a:cubicBezTo>
                  <a:pt x="3663997" y="3686175"/>
                  <a:pt x="3657600" y="3679778"/>
                  <a:pt x="3657600" y="3671888"/>
                </a:cubicBezTo>
                <a:cubicBezTo>
                  <a:pt x="3657600" y="3663997"/>
                  <a:pt x="3663997" y="3657600"/>
                  <a:pt x="3671888" y="3657600"/>
                </a:cubicBezTo>
                <a:cubicBezTo>
                  <a:pt x="3679778" y="3657600"/>
                  <a:pt x="3686175" y="3663997"/>
                  <a:pt x="3686175" y="3671888"/>
                </a:cubicBezTo>
                <a:close/>
                <a:moveTo>
                  <a:pt x="3686175" y="3824288"/>
                </a:moveTo>
                <a:cubicBezTo>
                  <a:pt x="3686175" y="3832178"/>
                  <a:pt x="3679778" y="3838575"/>
                  <a:pt x="3671888" y="3838575"/>
                </a:cubicBezTo>
                <a:cubicBezTo>
                  <a:pt x="3663997" y="3838575"/>
                  <a:pt x="3657600" y="3832178"/>
                  <a:pt x="3657600" y="3824288"/>
                </a:cubicBezTo>
                <a:cubicBezTo>
                  <a:pt x="3657600" y="3816397"/>
                  <a:pt x="3663997" y="3810000"/>
                  <a:pt x="3671888" y="3810000"/>
                </a:cubicBezTo>
                <a:cubicBezTo>
                  <a:pt x="3679778" y="3810000"/>
                  <a:pt x="3686175" y="3816397"/>
                  <a:pt x="3686175" y="3824288"/>
                </a:cubicBezTo>
                <a:close/>
                <a:moveTo>
                  <a:pt x="3686175" y="3976688"/>
                </a:moveTo>
                <a:cubicBezTo>
                  <a:pt x="3686175" y="3984578"/>
                  <a:pt x="3679778" y="3990975"/>
                  <a:pt x="3671888" y="3990975"/>
                </a:cubicBezTo>
                <a:cubicBezTo>
                  <a:pt x="3663997" y="3990975"/>
                  <a:pt x="3657600" y="3984578"/>
                  <a:pt x="3657600" y="3976688"/>
                </a:cubicBezTo>
                <a:cubicBezTo>
                  <a:pt x="3657600" y="3968797"/>
                  <a:pt x="3663997" y="3962400"/>
                  <a:pt x="3671888" y="3962400"/>
                </a:cubicBezTo>
                <a:cubicBezTo>
                  <a:pt x="3679778" y="3962400"/>
                  <a:pt x="3686175" y="3968797"/>
                  <a:pt x="3686175" y="3976688"/>
                </a:cubicBezTo>
                <a:close/>
                <a:moveTo>
                  <a:pt x="3686175" y="4129088"/>
                </a:moveTo>
                <a:cubicBezTo>
                  <a:pt x="3686175" y="4136978"/>
                  <a:pt x="3679778" y="4143375"/>
                  <a:pt x="3671888" y="4143375"/>
                </a:cubicBezTo>
                <a:cubicBezTo>
                  <a:pt x="3663997" y="4143375"/>
                  <a:pt x="3657600" y="4136978"/>
                  <a:pt x="3657600" y="4129088"/>
                </a:cubicBezTo>
                <a:cubicBezTo>
                  <a:pt x="3657600" y="4121197"/>
                  <a:pt x="3663997" y="4114800"/>
                  <a:pt x="3671888" y="4114800"/>
                </a:cubicBezTo>
                <a:cubicBezTo>
                  <a:pt x="3679778" y="4114800"/>
                  <a:pt x="3686175" y="4121197"/>
                  <a:pt x="3686175" y="4129088"/>
                </a:cubicBezTo>
                <a:close/>
                <a:moveTo>
                  <a:pt x="3686175" y="4281488"/>
                </a:moveTo>
                <a:cubicBezTo>
                  <a:pt x="3686175" y="4289378"/>
                  <a:pt x="3679778" y="4295775"/>
                  <a:pt x="3671888" y="4295775"/>
                </a:cubicBezTo>
                <a:cubicBezTo>
                  <a:pt x="3663997" y="4295775"/>
                  <a:pt x="3657600" y="4289378"/>
                  <a:pt x="3657600" y="4281488"/>
                </a:cubicBezTo>
                <a:cubicBezTo>
                  <a:pt x="3657600" y="4273597"/>
                  <a:pt x="3663997" y="4267200"/>
                  <a:pt x="3671888" y="4267200"/>
                </a:cubicBezTo>
                <a:cubicBezTo>
                  <a:pt x="3679778" y="4267200"/>
                  <a:pt x="3686175" y="4273597"/>
                  <a:pt x="3686175" y="4281488"/>
                </a:cubicBezTo>
                <a:close/>
                <a:moveTo>
                  <a:pt x="3686175" y="4433888"/>
                </a:moveTo>
                <a:cubicBezTo>
                  <a:pt x="3686175" y="4441778"/>
                  <a:pt x="3679778" y="4448175"/>
                  <a:pt x="3671888" y="4448175"/>
                </a:cubicBezTo>
                <a:cubicBezTo>
                  <a:pt x="3663997" y="4448175"/>
                  <a:pt x="3657600" y="4441778"/>
                  <a:pt x="3657600" y="4433888"/>
                </a:cubicBezTo>
                <a:cubicBezTo>
                  <a:pt x="3657600" y="4425997"/>
                  <a:pt x="3663997" y="4419600"/>
                  <a:pt x="3671888" y="4419600"/>
                </a:cubicBezTo>
                <a:cubicBezTo>
                  <a:pt x="3679778" y="4419600"/>
                  <a:pt x="3686175" y="4425997"/>
                  <a:pt x="3686175" y="4433888"/>
                </a:cubicBezTo>
                <a:close/>
                <a:moveTo>
                  <a:pt x="3686175" y="4586288"/>
                </a:moveTo>
                <a:cubicBezTo>
                  <a:pt x="3686175" y="4594178"/>
                  <a:pt x="3679778" y="4600575"/>
                  <a:pt x="3671888" y="4600575"/>
                </a:cubicBezTo>
                <a:cubicBezTo>
                  <a:pt x="3663997" y="4600575"/>
                  <a:pt x="3657600" y="4594178"/>
                  <a:pt x="3657600" y="4586288"/>
                </a:cubicBezTo>
                <a:cubicBezTo>
                  <a:pt x="3657600" y="4578397"/>
                  <a:pt x="3663997" y="4572000"/>
                  <a:pt x="3671888" y="4572000"/>
                </a:cubicBezTo>
                <a:cubicBezTo>
                  <a:pt x="3679778" y="4572000"/>
                  <a:pt x="3686175" y="4578397"/>
                  <a:pt x="3686175" y="4586288"/>
                </a:cubicBezTo>
                <a:close/>
                <a:moveTo>
                  <a:pt x="3686175" y="4738688"/>
                </a:moveTo>
                <a:cubicBezTo>
                  <a:pt x="3686175" y="4746578"/>
                  <a:pt x="3679778" y="4752975"/>
                  <a:pt x="3671888" y="4752975"/>
                </a:cubicBezTo>
                <a:cubicBezTo>
                  <a:pt x="3663997" y="4752975"/>
                  <a:pt x="3657600" y="4746578"/>
                  <a:pt x="3657600" y="4738688"/>
                </a:cubicBezTo>
                <a:cubicBezTo>
                  <a:pt x="3657600" y="4730797"/>
                  <a:pt x="3663997" y="4724400"/>
                  <a:pt x="3671888" y="4724400"/>
                </a:cubicBezTo>
                <a:cubicBezTo>
                  <a:pt x="3679778" y="4724400"/>
                  <a:pt x="3686175" y="4730797"/>
                  <a:pt x="3686175" y="4738688"/>
                </a:cubicBezTo>
                <a:close/>
                <a:moveTo>
                  <a:pt x="3838575" y="14288"/>
                </a:moveTo>
                <a:cubicBezTo>
                  <a:pt x="3838575" y="22178"/>
                  <a:pt x="3832178" y="28575"/>
                  <a:pt x="3824288" y="28575"/>
                </a:cubicBezTo>
                <a:cubicBezTo>
                  <a:pt x="3816397" y="28575"/>
                  <a:pt x="3810000" y="22178"/>
                  <a:pt x="3810000" y="14288"/>
                </a:cubicBezTo>
                <a:cubicBezTo>
                  <a:pt x="3810000" y="6397"/>
                  <a:pt x="3816397" y="0"/>
                  <a:pt x="3824288" y="0"/>
                </a:cubicBezTo>
                <a:cubicBezTo>
                  <a:pt x="3832178" y="0"/>
                  <a:pt x="3838575" y="6397"/>
                  <a:pt x="3838575" y="14288"/>
                </a:cubicBezTo>
                <a:close/>
                <a:moveTo>
                  <a:pt x="3838575" y="166688"/>
                </a:moveTo>
                <a:cubicBezTo>
                  <a:pt x="3838575" y="174578"/>
                  <a:pt x="3832178" y="180975"/>
                  <a:pt x="3824288" y="180975"/>
                </a:cubicBezTo>
                <a:cubicBezTo>
                  <a:pt x="3816397" y="180975"/>
                  <a:pt x="3810000" y="174578"/>
                  <a:pt x="3810000" y="166688"/>
                </a:cubicBezTo>
                <a:cubicBezTo>
                  <a:pt x="3810000" y="158797"/>
                  <a:pt x="3816397" y="152400"/>
                  <a:pt x="3824288" y="152400"/>
                </a:cubicBezTo>
                <a:cubicBezTo>
                  <a:pt x="3832178" y="152400"/>
                  <a:pt x="3838575" y="158797"/>
                  <a:pt x="3838575" y="166688"/>
                </a:cubicBezTo>
                <a:close/>
                <a:moveTo>
                  <a:pt x="3838575" y="319088"/>
                </a:moveTo>
                <a:cubicBezTo>
                  <a:pt x="3838575" y="326978"/>
                  <a:pt x="3832178" y="333375"/>
                  <a:pt x="3824288" y="333375"/>
                </a:cubicBezTo>
                <a:cubicBezTo>
                  <a:pt x="3816397" y="333375"/>
                  <a:pt x="3810000" y="326978"/>
                  <a:pt x="3810000" y="319088"/>
                </a:cubicBezTo>
                <a:cubicBezTo>
                  <a:pt x="3810000" y="311197"/>
                  <a:pt x="3816397" y="304800"/>
                  <a:pt x="3824288" y="304800"/>
                </a:cubicBezTo>
                <a:cubicBezTo>
                  <a:pt x="3832178" y="304800"/>
                  <a:pt x="3838575" y="311197"/>
                  <a:pt x="3838575" y="319088"/>
                </a:cubicBezTo>
                <a:close/>
                <a:moveTo>
                  <a:pt x="3838575" y="471488"/>
                </a:moveTo>
                <a:cubicBezTo>
                  <a:pt x="3838575" y="479378"/>
                  <a:pt x="3832178" y="485775"/>
                  <a:pt x="3824288" y="485775"/>
                </a:cubicBezTo>
                <a:cubicBezTo>
                  <a:pt x="3816397" y="485775"/>
                  <a:pt x="3810000" y="479378"/>
                  <a:pt x="3810000" y="471488"/>
                </a:cubicBezTo>
                <a:cubicBezTo>
                  <a:pt x="3810000" y="463597"/>
                  <a:pt x="3816397" y="457200"/>
                  <a:pt x="3824288" y="457200"/>
                </a:cubicBezTo>
                <a:cubicBezTo>
                  <a:pt x="3832178" y="457200"/>
                  <a:pt x="3838575" y="463597"/>
                  <a:pt x="3838575" y="471488"/>
                </a:cubicBezTo>
                <a:close/>
                <a:moveTo>
                  <a:pt x="3838575" y="623888"/>
                </a:moveTo>
                <a:cubicBezTo>
                  <a:pt x="3838575" y="631778"/>
                  <a:pt x="3832178" y="638175"/>
                  <a:pt x="3824288" y="638175"/>
                </a:cubicBezTo>
                <a:cubicBezTo>
                  <a:pt x="3816397" y="638175"/>
                  <a:pt x="3810000" y="631778"/>
                  <a:pt x="3810000" y="623888"/>
                </a:cubicBezTo>
                <a:cubicBezTo>
                  <a:pt x="3810000" y="615997"/>
                  <a:pt x="3816397" y="609600"/>
                  <a:pt x="3824288" y="609600"/>
                </a:cubicBezTo>
                <a:cubicBezTo>
                  <a:pt x="3832178" y="609600"/>
                  <a:pt x="3838575" y="615997"/>
                  <a:pt x="3838575" y="623888"/>
                </a:cubicBezTo>
                <a:close/>
                <a:moveTo>
                  <a:pt x="3838575" y="776288"/>
                </a:moveTo>
                <a:cubicBezTo>
                  <a:pt x="3838575" y="784178"/>
                  <a:pt x="3832178" y="790575"/>
                  <a:pt x="3824288" y="790575"/>
                </a:cubicBezTo>
                <a:cubicBezTo>
                  <a:pt x="3816397" y="790575"/>
                  <a:pt x="3810000" y="784178"/>
                  <a:pt x="3810000" y="776288"/>
                </a:cubicBezTo>
                <a:cubicBezTo>
                  <a:pt x="3810000" y="768397"/>
                  <a:pt x="3816397" y="762000"/>
                  <a:pt x="3824288" y="762000"/>
                </a:cubicBezTo>
                <a:cubicBezTo>
                  <a:pt x="3832178" y="762000"/>
                  <a:pt x="3838575" y="768397"/>
                  <a:pt x="3838575" y="776288"/>
                </a:cubicBezTo>
                <a:close/>
                <a:moveTo>
                  <a:pt x="3838575" y="928688"/>
                </a:moveTo>
                <a:cubicBezTo>
                  <a:pt x="3838575" y="936578"/>
                  <a:pt x="3832178" y="942975"/>
                  <a:pt x="3824288" y="942975"/>
                </a:cubicBezTo>
                <a:cubicBezTo>
                  <a:pt x="3816397" y="942975"/>
                  <a:pt x="3810000" y="936578"/>
                  <a:pt x="3810000" y="928688"/>
                </a:cubicBezTo>
                <a:cubicBezTo>
                  <a:pt x="3810000" y="920797"/>
                  <a:pt x="3816397" y="914400"/>
                  <a:pt x="3824288" y="914400"/>
                </a:cubicBezTo>
                <a:cubicBezTo>
                  <a:pt x="3832178" y="914400"/>
                  <a:pt x="3838575" y="920797"/>
                  <a:pt x="3838575" y="928688"/>
                </a:cubicBezTo>
                <a:close/>
                <a:moveTo>
                  <a:pt x="3838575" y="1081088"/>
                </a:moveTo>
                <a:cubicBezTo>
                  <a:pt x="3838575" y="1088978"/>
                  <a:pt x="3832178" y="1095375"/>
                  <a:pt x="3824288" y="1095375"/>
                </a:cubicBezTo>
                <a:cubicBezTo>
                  <a:pt x="3816397" y="1095375"/>
                  <a:pt x="3810000" y="1088978"/>
                  <a:pt x="3810000" y="1081088"/>
                </a:cubicBezTo>
                <a:cubicBezTo>
                  <a:pt x="3810000" y="1073197"/>
                  <a:pt x="3816397" y="1066800"/>
                  <a:pt x="3824288" y="1066800"/>
                </a:cubicBezTo>
                <a:cubicBezTo>
                  <a:pt x="3832178" y="1066800"/>
                  <a:pt x="3838575" y="1073197"/>
                  <a:pt x="3838575" y="1081088"/>
                </a:cubicBezTo>
                <a:close/>
                <a:moveTo>
                  <a:pt x="3838575" y="1233488"/>
                </a:moveTo>
                <a:cubicBezTo>
                  <a:pt x="3838575" y="1241378"/>
                  <a:pt x="3832178" y="1247775"/>
                  <a:pt x="3824288" y="1247775"/>
                </a:cubicBezTo>
                <a:cubicBezTo>
                  <a:pt x="3816397" y="1247775"/>
                  <a:pt x="3810000" y="1241378"/>
                  <a:pt x="3810000" y="1233488"/>
                </a:cubicBezTo>
                <a:cubicBezTo>
                  <a:pt x="3810000" y="1225597"/>
                  <a:pt x="3816397" y="1219200"/>
                  <a:pt x="3824288" y="1219200"/>
                </a:cubicBezTo>
                <a:cubicBezTo>
                  <a:pt x="3832178" y="1219200"/>
                  <a:pt x="3838575" y="1225597"/>
                  <a:pt x="3838575" y="1233488"/>
                </a:cubicBezTo>
                <a:close/>
                <a:moveTo>
                  <a:pt x="3838575" y="1385888"/>
                </a:moveTo>
                <a:cubicBezTo>
                  <a:pt x="3838575" y="1393778"/>
                  <a:pt x="3832178" y="1400175"/>
                  <a:pt x="3824288" y="1400175"/>
                </a:cubicBezTo>
                <a:cubicBezTo>
                  <a:pt x="3816397" y="1400175"/>
                  <a:pt x="3810000" y="1393778"/>
                  <a:pt x="3810000" y="1385888"/>
                </a:cubicBezTo>
                <a:cubicBezTo>
                  <a:pt x="3810000" y="1377997"/>
                  <a:pt x="3816397" y="1371600"/>
                  <a:pt x="3824288" y="1371600"/>
                </a:cubicBezTo>
                <a:cubicBezTo>
                  <a:pt x="3832178" y="1371600"/>
                  <a:pt x="3838575" y="1377997"/>
                  <a:pt x="3838575" y="1385888"/>
                </a:cubicBezTo>
                <a:close/>
                <a:moveTo>
                  <a:pt x="3838575" y="1538288"/>
                </a:moveTo>
                <a:cubicBezTo>
                  <a:pt x="3838575" y="1546178"/>
                  <a:pt x="3832178" y="1552575"/>
                  <a:pt x="3824288" y="1552575"/>
                </a:cubicBezTo>
                <a:cubicBezTo>
                  <a:pt x="3816397" y="1552575"/>
                  <a:pt x="3810000" y="1546178"/>
                  <a:pt x="3810000" y="1538288"/>
                </a:cubicBezTo>
                <a:cubicBezTo>
                  <a:pt x="3810000" y="1530397"/>
                  <a:pt x="3816397" y="1524000"/>
                  <a:pt x="3824288" y="1524000"/>
                </a:cubicBezTo>
                <a:cubicBezTo>
                  <a:pt x="3832178" y="1524000"/>
                  <a:pt x="3838575" y="1530397"/>
                  <a:pt x="3838575" y="1538288"/>
                </a:cubicBezTo>
                <a:close/>
                <a:moveTo>
                  <a:pt x="3838575" y="1690688"/>
                </a:moveTo>
                <a:cubicBezTo>
                  <a:pt x="3838575" y="1698578"/>
                  <a:pt x="3832178" y="1704975"/>
                  <a:pt x="3824288" y="1704975"/>
                </a:cubicBezTo>
                <a:cubicBezTo>
                  <a:pt x="3816397" y="1704975"/>
                  <a:pt x="3810000" y="1698578"/>
                  <a:pt x="3810000" y="1690688"/>
                </a:cubicBezTo>
                <a:cubicBezTo>
                  <a:pt x="3810000" y="1682797"/>
                  <a:pt x="3816397" y="1676400"/>
                  <a:pt x="3824288" y="1676400"/>
                </a:cubicBezTo>
                <a:cubicBezTo>
                  <a:pt x="3832178" y="1676400"/>
                  <a:pt x="3838575" y="1682797"/>
                  <a:pt x="3838575" y="1690688"/>
                </a:cubicBezTo>
                <a:close/>
                <a:moveTo>
                  <a:pt x="3838575" y="1843088"/>
                </a:moveTo>
                <a:cubicBezTo>
                  <a:pt x="3838575" y="1850978"/>
                  <a:pt x="3832178" y="1857375"/>
                  <a:pt x="3824288" y="1857375"/>
                </a:cubicBezTo>
                <a:cubicBezTo>
                  <a:pt x="3816397" y="1857375"/>
                  <a:pt x="3810000" y="1850978"/>
                  <a:pt x="3810000" y="1843088"/>
                </a:cubicBezTo>
                <a:cubicBezTo>
                  <a:pt x="3810000" y="1835197"/>
                  <a:pt x="3816397" y="1828800"/>
                  <a:pt x="3824288" y="1828800"/>
                </a:cubicBezTo>
                <a:cubicBezTo>
                  <a:pt x="3832178" y="1828800"/>
                  <a:pt x="3838575" y="1835197"/>
                  <a:pt x="3838575" y="1843088"/>
                </a:cubicBezTo>
                <a:close/>
                <a:moveTo>
                  <a:pt x="3838575" y="1995488"/>
                </a:moveTo>
                <a:cubicBezTo>
                  <a:pt x="3838575" y="2003378"/>
                  <a:pt x="3832178" y="2009775"/>
                  <a:pt x="3824288" y="2009775"/>
                </a:cubicBezTo>
                <a:cubicBezTo>
                  <a:pt x="3816397" y="2009775"/>
                  <a:pt x="3810000" y="2003378"/>
                  <a:pt x="3810000" y="1995488"/>
                </a:cubicBezTo>
                <a:cubicBezTo>
                  <a:pt x="3810000" y="1987597"/>
                  <a:pt x="3816397" y="1981200"/>
                  <a:pt x="3824288" y="1981200"/>
                </a:cubicBezTo>
                <a:cubicBezTo>
                  <a:pt x="3832178" y="1981200"/>
                  <a:pt x="3838575" y="1987597"/>
                  <a:pt x="3838575" y="1995488"/>
                </a:cubicBezTo>
                <a:close/>
                <a:moveTo>
                  <a:pt x="3838575" y="2147888"/>
                </a:moveTo>
                <a:cubicBezTo>
                  <a:pt x="3838575" y="2155778"/>
                  <a:pt x="3832178" y="2162175"/>
                  <a:pt x="3824288" y="2162175"/>
                </a:cubicBezTo>
                <a:cubicBezTo>
                  <a:pt x="3816397" y="2162175"/>
                  <a:pt x="3810000" y="2155778"/>
                  <a:pt x="3810000" y="2147888"/>
                </a:cubicBezTo>
                <a:cubicBezTo>
                  <a:pt x="3810000" y="2139997"/>
                  <a:pt x="3816397" y="2133600"/>
                  <a:pt x="3824288" y="2133600"/>
                </a:cubicBezTo>
                <a:cubicBezTo>
                  <a:pt x="3832178" y="2133600"/>
                  <a:pt x="3838575" y="2139997"/>
                  <a:pt x="3838575" y="2147888"/>
                </a:cubicBezTo>
                <a:close/>
                <a:moveTo>
                  <a:pt x="3838575" y="2300288"/>
                </a:moveTo>
                <a:cubicBezTo>
                  <a:pt x="3838575" y="2308178"/>
                  <a:pt x="3832178" y="2314575"/>
                  <a:pt x="3824288" y="2314575"/>
                </a:cubicBezTo>
                <a:cubicBezTo>
                  <a:pt x="3816397" y="2314575"/>
                  <a:pt x="3810000" y="2308178"/>
                  <a:pt x="3810000" y="2300288"/>
                </a:cubicBezTo>
                <a:cubicBezTo>
                  <a:pt x="3810000" y="2292397"/>
                  <a:pt x="3816397" y="2286000"/>
                  <a:pt x="3824288" y="2286000"/>
                </a:cubicBezTo>
                <a:cubicBezTo>
                  <a:pt x="3832178" y="2286000"/>
                  <a:pt x="3838575" y="2292397"/>
                  <a:pt x="3838575" y="2300288"/>
                </a:cubicBezTo>
                <a:close/>
                <a:moveTo>
                  <a:pt x="3838575" y="2452688"/>
                </a:moveTo>
                <a:cubicBezTo>
                  <a:pt x="3838575" y="2460578"/>
                  <a:pt x="3832178" y="2466975"/>
                  <a:pt x="3824288" y="2466975"/>
                </a:cubicBezTo>
                <a:cubicBezTo>
                  <a:pt x="3816397" y="2466975"/>
                  <a:pt x="3810000" y="2460578"/>
                  <a:pt x="3810000" y="2452688"/>
                </a:cubicBezTo>
                <a:cubicBezTo>
                  <a:pt x="3810000" y="2444797"/>
                  <a:pt x="3816397" y="2438400"/>
                  <a:pt x="3824288" y="2438400"/>
                </a:cubicBezTo>
                <a:cubicBezTo>
                  <a:pt x="3832178" y="2438400"/>
                  <a:pt x="3838575" y="2444797"/>
                  <a:pt x="3838575" y="2452688"/>
                </a:cubicBezTo>
                <a:close/>
                <a:moveTo>
                  <a:pt x="3838575" y="2605088"/>
                </a:moveTo>
                <a:cubicBezTo>
                  <a:pt x="3838575" y="2612978"/>
                  <a:pt x="3832178" y="2619375"/>
                  <a:pt x="3824288" y="2619375"/>
                </a:cubicBezTo>
                <a:cubicBezTo>
                  <a:pt x="3816397" y="2619375"/>
                  <a:pt x="3810000" y="2612978"/>
                  <a:pt x="3810000" y="2605088"/>
                </a:cubicBezTo>
                <a:cubicBezTo>
                  <a:pt x="3810000" y="2597197"/>
                  <a:pt x="3816397" y="2590800"/>
                  <a:pt x="3824288" y="2590800"/>
                </a:cubicBezTo>
                <a:cubicBezTo>
                  <a:pt x="3832178" y="2590800"/>
                  <a:pt x="3838575" y="2597197"/>
                  <a:pt x="3838575" y="2605088"/>
                </a:cubicBezTo>
                <a:close/>
                <a:moveTo>
                  <a:pt x="3838575" y="2757488"/>
                </a:moveTo>
                <a:cubicBezTo>
                  <a:pt x="3838575" y="2765378"/>
                  <a:pt x="3832178" y="2771775"/>
                  <a:pt x="3824288" y="2771775"/>
                </a:cubicBezTo>
                <a:cubicBezTo>
                  <a:pt x="3816397" y="2771775"/>
                  <a:pt x="3810000" y="2765378"/>
                  <a:pt x="3810000" y="2757488"/>
                </a:cubicBezTo>
                <a:cubicBezTo>
                  <a:pt x="3810000" y="2749597"/>
                  <a:pt x="3816397" y="2743200"/>
                  <a:pt x="3824288" y="2743200"/>
                </a:cubicBezTo>
                <a:cubicBezTo>
                  <a:pt x="3832178" y="2743200"/>
                  <a:pt x="3838575" y="2749597"/>
                  <a:pt x="3838575" y="2757488"/>
                </a:cubicBezTo>
                <a:close/>
                <a:moveTo>
                  <a:pt x="3838575" y="2909888"/>
                </a:moveTo>
                <a:cubicBezTo>
                  <a:pt x="3838575" y="2917778"/>
                  <a:pt x="3832178" y="2924175"/>
                  <a:pt x="3824288" y="2924175"/>
                </a:cubicBezTo>
                <a:cubicBezTo>
                  <a:pt x="3816397" y="2924175"/>
                  <a:pt x="3810000" y="2917778"/>
                  <a:pt x="3810000" y="2909888"/>
                </a:cubicBezTo>
                <a:cubicBezTo>
                  <a:pt x="3810000" y="2901997"/>
                  <a:pt x="3816397" y="2895600"/>
                  <a:pt x="3824288" y="2895600"/>
                </a:cubicBezTo>
                <a:cubicBezTo>
                  <a:pt x="3832178" y="2895600"/>
                  <a:pt x="3838575" y="2901997"/>
                  <a:pt x="3838575" y="2909888"/>
                </a:cubicBezTo>
                <a:close/>
                <a:moveTo>
                  <a:pt x="3838575" y="3062288"/>
                </a:moveTo>
                <a:cubicBezTo>
                  <a:pt x="3838575" y="3070178"/>
                  <a:pt x="3832178" y="3076575"/>
                  <a:pt x="3824288" y="3076575"/>
                </a:cubicBezTo>
                <a:cubicBezTo>
                  <a:pt x="3816397" y="3076575"/>
                  <a:pt x="3810000" y="3070178"/>
                  <a:pt x="3810000" y="3062288"/>
                </a:cubicBezTo>
                <a:cubicBezTo>
                  <a:pt x="3810000" y="3054397"/>
                  <a:pt x="3816397" y="3048000"/>
                  <a:pt x="3824288" y="3048000"/>
                </a:cubicBezTo>
                <a:cubicBezTo>
                  <a:pt x="3832178" y="3048000"/>
                  <a:pt x="3838575" y="3054397"/>
                  <a:pt x="3838575" y="3062288"/>
                </a:cubicBezTo>
                <a:close/>
                <a:moveTo>
                  <a:pt x="3838575" y="3214688"/>
                </a:moveTo>
                <a:cubicBezTo>
                  <a:pt x="3838575" y="3222578"/>
                  <a:pt x="3832178" y="3228975"/>
                  <a:pt x="3824288" y="3228975"/>
                </a:cubicBezTo>
                <a:cubicBezTo>
                  <a:pt x="3816397" y="3228975"/>
                  <a:pt x="3810000" y="3222578"/>
                  <a:pt x="3810000" y="3214688"/>
                </a:cubicBezTo>
                <a:cubicBezTo>
                  <a:pt x="3810000" y="3206797"/>
                  <a:pt x="3816397" y="3200400"/>
                  <a:pt x="3824288" y="3200400"/>
                </a:cubicBezTo>
                <a:cubicBezTo>
                  <a:pt x="3832178" y="3200400"/>
                  <a:pt x="3838575" y="3206797"/>
                  <a:pt x="3838575" y="3214688"/>
                </a:cubicBezTo>
                <a:close/>
                <a:moveTo>
                  <a:pt x="3838575" y="3367088"/>
                </a:moveTo>
                <a:cubicBezTo>
                  <a:pt x="3838575" y="3374978"/>
                  <a:pt x="3832178" y="3381375"/>
                  <a:pt x="3824288" y="3381375"/>
                </a:cubicBezTo>
                <a:cubicBezTo>
                  <a:pt x="3816397" y="3381375"/>
                  <a:pt x="3810000" y="3374978"/>
                  <a:pt x="3810000" y="3367088"/>
                </a:cubicBezTo>
                <a:cubicBezTo>
                  <a:pt x="3810000" y="3359197"/>
                  <a:pt x="3816397" y="3352800"/>
                  <a:pt x="3824288" y="3352800"/>
                </a:cubicBezTo>
                <a:cubicBezTo>
                  <a:pt x="3832178" y="3352800"/>
                  <a:pt x="3838575" y="3359197"/>
                  <a:pt x="3838575" y="3367088"/>
                </a:cubicBezTo>
                <a:close/>
                <a:moveTo>
                  <a:pt x="3838575" y="3519488"/>
                </a:moveTo>
                <a:cubicBezTo>
                  <a:pt x="3838575" y="3527378"/>
                  <a:pt x="3832178" y="3533775"/>
                  <a:pt x="3824288" y="3533775"/>
                </a:cubicBezTo>
                <a:cubicBezTo>
                  <a:pt x="3816397" y="3533775"/>
                  <a:pt x="3810000" y="3527378"/>
                  <a:pt x="3810000" y="3519488"/>
                </a:cubicBezTo>
                <a:cubicBezTo>
                  <a:pt x="3810000" y="3511597"/>
                  <a:pt x="3816397" y="3505200"/>
                  <a:pt x="3824288" y="3505200"/>
                </a:cubicBezTo>
                <a:cubicBezTo>
                  <a:pt x="3832178" y="3505200"/>
                  <a:pt x="3838575" y="3511597"/>
                  <a:pt x="3838575" y="3519488"/>
                </a:cubicBezTo>
                <a:close/>
                <a:moveTo>
                  <a:pt x="3838575" y="3671888"/>
                </a:moveTo>
                <a:cubicBezTo>
                  <a:pt x="3838575" y="3679778"/>
                  <a:pt x="3832178" y="3686175"/>
                  <a:pt x="3824288" y="3686175"/>
                </a:cubicBezTo>
                <a:cubicBezTo>
                  <a:pt x="3816397" y="3686175"/>
                  <a:pt x="3810000" y="3679778"/>
                  <a:pt x="3810000" y="3671888"/>
                </a:cubicBezTo>
                <a:cubicBezTo>
                  <a:pt x="3810000" y="3663997"/>
                  <a:pt x="3816397" y="3657600"/>
                  <a:pt x="3824288" y="3657600"/>
                </a:cubicBezTo>
                <a:cubicBezTo>
                  <a:pt x="3832178" y="3657600"/>
                  <a:pt x="3838575" y="3663997"/>
                  <a:pt x="3838575" y="3671888"/>
                </a:cubicBezTo>
                <a:close/>
                <a:moveTo>
                  <a:pt x="3838575" y="3824288"/>
                </a:moveTo>
                <a:cubicBezTo>
                  <a:pt x="3838575" y="3832178"/>
                  <a:pt x="3832178" y="3838575"/>
                  <a:pt x="3824288" y="3838575"/>
                </a:cubicBezTo>
                <a:cubicBezTo>
                  <a:pt x="3816397" y="3838575"/>
                  <a:pt x="3810000" y="3832178"/>
                  <a:pt x="3810000" y="3824288"/>
                </a:cubicBezTo>
                <a:cubicBezTo>
                  <a:pt x="3810000" y="3816397"/>
                  <a:pt x="3816397" y="3810000"/>
                  <a:pt x="3824288" y="3810000"/>
                </a:cubicBezTo>
                <a:cubicBezTo>
                  <a:pt x="3832178" y="3810000"/>
                  <a:pt x="3838575" y="3816397"/>
                  <a:pt x="3838575" y="3824288"/>
                </a:cubicBezTo>
                <a:close/>
                <a:moveTo>
                  <a:pt x="3838575" y="3976688"/>
                </a:moveTo>
                <a:cubicBezTo>
                  <a:pt x="3838575" y="3984578"/>
                  <a:pt x="3832178" y="3990975"/>
                  <a:pt x="3824288" y="3990975"/>
                </a:cubicBezTo>
                <a:cubicBezTo>
                  <a:pt x="3816397" y="3990975"/>
                  <a:pt x="3810000" y="3984578"/>
                  <a:pt x="3810000" y="3976688"/>
                </a:cubicBezTo>
                <a:cubicBezTo>
                  <a:pt x="3810000" y="3968797"/>
                  <a:pt x="3816397" y="3962400"/>
                  <a:pt x="3824288" y="3962400"/>
                </a:cubicBezTo>
                <a:cubicBezTo>
                  <a:pt x="3832178" y="3962400"/>
                  <a:pt x="3838575" y="3968797"/>
                  <a:pt x="3838575" y="3976688"/>
                </a:cubicBezTo>
                <a:close/>
                <a:moveTo>
                  <a:pt x="3838575" y="4129088"/>
                </a:moveTo>
                <a:cubicBezTo>
                  <a:pt x="3838575" y="4136978"/>
                  <a:pt x="3832178" y="4143375"/>
                  <a:pt x="3824288" y="4143375"/>
                </a:cubicBezTo>
                <a:cubicBezTo>
                  <a:pt x="3816397" y="4143375"/>
                  <a:pt x="3810000" y="4136978"/>
                  <a:pt x="3810000" y="4129088"/>
                </a:cubicBezTo>
                <a:cubicBezTo>
                  <a:pt x="3810000" y="4121197"/>
                  <a:pt x="3816397" y="4114800"/>
                  <a:pt x="3824288" y="4114800"/>
                </a:cubicBezTo>
                <a:cubicBezTo>
                  <a:pt x="3832178" y="4114800"/>
                  <a:pt x="3838575" y="4121197"/>
                  <a:pt x="3838575" y="4129088"/>
                </a:cubicBezTo>
                <a:close/>
                <a:moveTo>
                  <a:pt x="3838575" y="4281488"/>
                </a:moveTo>
                <a:cubicBezTo>
                  <a:pt x="3838575" y="4289378"/>
                  <a:pt x="3832178" y="4295775"/>
                  <a:pt x="3824288" y="4295775"/>
                </a:cubicBezTo>
                <a:cubicBezTo>
                  <a:pt x="3816397" y="4295775"/>
                  <a:pt x="3810000" y="4289378"/>
                  <a:pt x="3810000" y="4281488"/>
                </a:cubicBezTo>
                <a:cubicBezTo>
                  <a:pt x="3810000" y="4273597"/>
                  <a:pt x="3816397" y="4267200"/>
                  <a:pt x="3824288" y="4267200"/>
                </a:cubicBezTo>
                <a:cubicBezTo>
                  <a:pt x="3832178" y="4267200"/>
                  <a:pt x="3838575" y="4273597"/>
                  <a:pt x="3838575" y="4281488"/>
                </a:cubicBezTo>
                <a:close/>
                <a:moveTo>
                  <a:pt x="3838575" y="4433888"/>
                </a:moveTo>
                <a:cubicBezTo>
                  <a:pt x="3838575" y="4441778"/>
                  <a:pt x="3832178" y="4448175"/>
                  <a:pt x="3824288" y="4448175"/>
                </a:cubicBezTo>
                <a:cubicBezTo>
                  <a:pt x="3816397" y="4448175"/>
                  <a:pt x="3810000" y="4441778"/>
                  <a:pt x="3810000" y="4433888"/>
                </a:cubicBezTo>
                <a:cubicBezTo>
                  <a:pt x="3810000" y="4425997"/>
                  <a:pt x="3816397" y="4419600"/>
                  <a:pt x="3824288" y="4419600"/>
                </a:cubicBezTo>
                <a:cubicBezTo>
                  <a:pt x="3832178" y="4419600"/>
                  <a:pt x="3838575" y="4425997"/>
                  <a:pt x="3838575" y="4433888"/>
                </a:cubicBezTo>
                <a:close/>
                <a:moveTo>
                  <a:pt x="3838575" y="4586288"/>
                </a:moveTo>
                <a:cubicBezTo>
                  <a:pt x="3838575" y="4594178"/>
                  <a:pt x="3832178" y="4600575"/>
                  <a:pt x="3824288" y="4600575"/>
                </a:cubicBezTo>
                <a:cubicBezTo>
                  <a:pt x="3816397" y="4600575"/>
                  <a:pt x="3810000" y="4594178"/>
                  <a:pt x="3810000" y="4586288"/>
                </a:cubicBezTo>
                <a:cubicBezTo>
                  <a:pt x="3810000" y="4578397"/>
                  <a:pt x="3816397" y="4572000"/>
                  <a:pt x="3824288" y="4572000"/>
                </a:cubicBezTo>
                <a:cubicBezTo>
                  <a:pt x="3832178" y="4572000"/>
                  <a:pt x="3838575" y="4578397"/>
                  <a:pt x="3838575" y="4586288"/>
                </a:cubicBezTo>
                <a:close/>
                <a:moveTo>
                  <a:pt x="3838575" y="4738688"/>
                </a:moveTo>
                <a:cubicBezTo>
                  <a:pt x="3838575" y="4746578"/>
                  <a:pt x="3832178" y="4752975"/>
                  <a:pt x="3824288" y="4752975"/>
                </a:cubicBezTo>
                <a:cubicBezTo>
                  <a:pt x="3816397" y="4752975"/>
                  <a:pt x="3810000" y="4746578"/>
                  <a:pt x="3810000" y="4738688"/>
                </a:cubicBezTo>
                <a:cubicBezTo>
                  <a:pt x="3810000" y="4730797"/>
                  <a:pt x="3816397" y="4724400"/>
                  <a:pt x="3824288" y="4724400"/>
                </a:cubicBezTo>
                <a:cubicBezTo>
                  <a:pt x="3832178" y="4724400"/>
                  <a:pt x="3838575" y="4730797"/>
                  <a:pt x="3838575" y="4738688"/>
                </a:cubicBezTo>
                <a:close/>
                <a:moveTo>
                  <a:pt x="3990975" y="14288"/>
                </a:moveTo>
                <a:cubicBezTo>
                  <a:pt x="3990975" y="22178"/>
                  <a:pt x="3984578" y="28575"/>
                  <a:pt x="3976688" y="28575"/>
                </a:cubicBezTo>
                <a:cubicBezTo>
                  <a:pt x="3968797" y="28575"/>
                  <a:pt x="3962400" y="22178"/>
                  <a:pt x="3962400" y="14288"/>
                </a:cubicBezTo>
                <a:cubicBezTo>
                  <a:pt x="3962400" y="6397"/>
                  <a:pt x="3968797" y="0"/>
                  <a:pt x="3976688" y="0"/>
                </a:cubicBezTo>
                <a:cubicBezTo>
                  <a:pt x="3984578" y="0"/>
                  <a:pt x="3990975" y="6397"/>
                  <a:pt x="3990975" y="14288"/>
                </a:cubicBezTo>
                <a:close/>
                <a:moveTo>
                  <a:pt x="3990975" y="166688"/>
                </a:moveTo>
                <a:cubicBezTo>
                  <a:pt x="3990975" y="174578"/>
                  <a:pt x="3984578" y="180975"/>
                  <a:pt x="3976688" y="180975"/>
                </a:cubicBezTo>
                <a:cubicBezTo>
                  <a:pt x="3968797" y="180975"/>
                  <a:pt x="3962400" y="174578"/>
                  <a:pt x="3962400" y="166688"/>
                </a:cubicBezTo>
                <a:cubicBezTo>
                  <a:pt x="3962400" y="158797"/>
                  <a:pt x="3968797" y="152400"/>
                  <a:pt x="3976688" y="152400"/>
                </a:cubicBezTo>
                <a:cubicBezTo>
                  <a:pt x="3984578" y="152400"/>
                  <a:pt x="3990975" y="158797"/>
                  <a:pt x="3990975" y="166688"/>
                </a:cubicBezTo>
                <a:close/>
                <a:moveTo>
                  <a:pt x="3990975" y="319088"/>
                </a:moveTo>
                <a:cubicBezTo>
                  <a:pt x="3990975" y="326978"/>
                  <a:pt x="3984578" y="333375"/>
                  <a:pt x="3976688" y="333375"/>
                </a:cubicBezTo>
                <a:cubicBezTo>
                  <a:pt x="3968797" y="333375"/>
                  <a:pt x="3962400" y="326978"/>
                  <a:pt x="3962400" y="319088"/>
                </a:cubicBezTo>
                <a:cubicBezTo>
                  <a:pt x="3962400" y="311197"/>
                  <a:pt x="3968797" y="304800"/>
                  <a:pt x="3976688" y="304800"/>
                </a:cubicBezTo>
                <a:cubicBezTo>
                  <a:pt x="3984578" y="304800"/>
                  <a:pt x="3990975" y="311197"/>
                  <a:pt x="3990975" y="319088"/>
                </a:cubicBezTo>
                <a:close/>
                <a:moveTo>
                  <a:pt x="3990975" y="471488"/>
                </a:moveTo>
                <a:cubicBezTo>
                  <a:pt x="3990975" y="479378"/>
                  <a:pt x="3984578" y="485775"/>
                  <a:pt x="3976688" y="485775"/>
                </a:cubicBezTo>
                <a:cubicBezTo>
                  <a:pt x="3968797" y="485775"/>
                  <a:pt x="3962400" y="479378"/>
                  <a:pt x="3962400" y="471488"/>
                </a:cubicBezTo>
                <a:cubicBezTo>
                  <a:pt x="3962400" y="463597"/>
                  <a:pt x="3968797" y="457200"/>
                  <a:pt x="3976688" y="457200"/>
                </a:cubicBezTo>
                <a:cubicBezTo>
                  <a:pt x="3984578" y="457200"/>
                  <a:pt x="3990975" y="463597"/>
                  <a:pt x="3990975" y="471488"/>
                </a:cubicBezTo>
                <a:close/>
                <a:moveTo>
                  <a:pt x="3990975" y="623888"/>
                </a:moveTo>
                <a:cubicBezTo>
                  <a:pt x="3990975" y="631778"/>
                  <a:pt x="3984578" y="638175"/>
                  <a:pt x="3976688" y="638175"/>
                </a:cubicBezTo>
                <a:cubicBezTo>
                  <a:pt x="3968797" y="638175"/>
                  <a:pt x="3962400" y="631778"/>
                  <a:pt x="3962400" y="623888"/>
                </a:cubicBezTo>
                <a:cubicBezTo>
                  <a:pt x="3962400" y="615997"/>
                  <a:pt x="3968797" y="609600"/>
                  <a:pt x="3976688" y="609600"/>
                </a:cubicBezTo>
                <a:cubicBezTo>
                  <a:pt x="3984578" y="609600"/>
                  <a:pt x="3990975" y="615997"/>
                  <a:pt x="3990975" y="623888"/>
                </a:cubicBezTo>
                <a:close/>
                <a:moveTo>
                  <a:pt x="3990975" y="776288"/>
                </a:moveTo>
                <a:cubicBezTo>
                  <a:pt x="3990975" y="784178"/>
                  <a:pt x="3984578" y="790575"/>
                  <a:pt x="3976688" y="790575"/>
                </a:cubicBezTo>
                <a:cubicBezTo>
                  <a:pt x="3968797" y="790575"/>
                  <a:pt x="3962400" y="784178"/>
                  <a:pt x="3962400" y="776288"/>
                </a:cubicBezTo>
                <a:cubicBezTo>
                  <a:pt x="3962400" y="768397"/>
                  <a:pt x="3968797" y="762000"/>
                  <a:pt x="3976688" y="762000"/>
                </a:cubicBezTo>
                <a:cubicBezTo>
                  <a:pt x="3984578" y="762000"/>
                  <a:pt x="3990975" y="768397"/>
                  <a:pt x="3990975" y="776288"/>
                </a:cubicBezTo>
                <a:close/>
                <a:moveTo>
                  <a:pt x="3990975" y="928688"/>
                </a:moveTo>
                <a:cubicBezTo>
                  <a:pt x="3990975" y="936578"/>
                  <a:pt x="3984578" y="942975"/>
                  <a:pt x="3976688" y="942975"/>
                </a:cubicBezTo>
                <a:cubicBezTo>
                  <a:pt x="3968797" y="942975"/>
                  <a:pt x="3962400" y="936578"/>
                  <a:pt x="3962400" y="928688"/>
                </a:cubicBezTo>
                <a:cubicBezTo>
                  <a:pt x="3962400" y="920797"/>
                  <a:pt x="3968797" y="914400"/>
                  <a:pt x="3976688" y="914400"/>
                </a:cubicBezTo>
                <a:cubicBezTo>
                  <a:pt x="3984578" y="914400"/>
                  <a:pt x="3990975" y="920797"/>
                  <a:pt x="3990975" y="928688"/>
                </a:cubicBezTo>
                <a:close/>
                <a:moveTo>
                  <a:pt x="3990975" y="1081088"/>
                </a:moveTo>
                <a:cubicBezTo>
                  <a:pt x="3990975" y="1088978"/>
                  <a:pt x="3984578" y="1095375"/>
                  <a:pt x="3976688" y="1095375"/>
                </a:cubicBezTo>
                <a:cubicBezTo>
                  <a:pt x="3968797" y="1095375"/>
                  <a:pt x="3962400" y="1088978"/>
                  <a:pt x="3962400" y="1081088"/>
                </a:cubicBezTo>
                <a:cubicBezTo>
                  <a:pt x="3962400" y="1073197"/>
                  <a:pt x="3968797" y="1066800"/>
                  <a:pt x="3976688" y="1066800"/>
                </a:cubicBezTo>
                <a:cubicBezTo>
                  <a:pt x="3984578" y="1066800"/>
                  <a:pt x="3990975" y="1073197"/>
                  <a:pt x="3990975" y="1081088"/>
                </a:cubicBezTo>
                <a:close/>
                <a:moveTo>
                  <a:pt x="3990975" y="1233488"/>
                </a:moveTo>
                <a:cubicBezTo>
                  <a:pt x="3990975" y="1241378"/>
                  <a:pt x="3984578" y="1247775"/>
                  <a:pt x="3976688" y="1247775"/>
                </a:cubicBezTo>
                <a:cubicBezTo>
                  <a:pt x="3968797" y="1247775"/>
                  <a:pt x="3962400" y="1241378"/>
                  <a:pt x="3962400" y="1233488"/>
                </a:cubicBezTo>
                <a:cubicBezTo>
                  <a:pt x="3962400" y="1225597"/>
                  <a:pt x="3968797" y="1219200"/>
                  <a:pt x="3976688" y="1219200"/>
                </a:cubicBezTo>
                <a:cubicBezTo>
                  <a:pt x="3984578" y="1219200"/>
                  <a:pt x="3990975" y="1225597"/>
                  <a:pt x="3990975" y="1233488"/>
                </a:cubicBezTo>
                <a:close/>
                <a:moveTo>
                  <a:pt x="3990975" y="1385888"/>
                </a:moveTo>
                <a:cubicBezTo>
                  <a:pt x="3990975" y="1393778"/>
                  <a:pt x="3984578" y="1400175"/>
                  <a:pt x="3976688" y="1400175"/>
                </a:cubicBezTo>
                <a:cubicBezTo>
                  <a:pt x="3968797" y="1400175"/>
                  <a:pt x="3962400" y="1393778"/>
                  <a:pt x="3962400" y="1385888"/>
                </a:cubicBezTo>
                <a:cubicBezTo>
                  <a:pt x="3962400" y="1377997"/>
                  <a:pt x="3968797" y="1371600"/>
                  <a:pt x="3976688" y="1371600"/>
                </a:cubicBezTo>
                <a:cubicBezTo>
                  <a:pt x="3984578" y="1371600"/>
                  <a:pt x="3990975" y="1377997"/>
                  <a:pt x="3990975" y="1385888"/>
                </a:cubicBezTo>
                <a:close/>
                <a:moveTo>
                  <a:pt x="3990975" y="1538288"/>
                </a:moveTo>
                <a:cubicBezTo>
                  <a:pt x="3990975" y="1546178"/>
                  <a:pt x="3984578" y="1552575"/>
                  <a:pt x="3976688" y="1552575"/>
                </a:cubicBezTo>
                <a:cubicBezTo>
                  <a:pt x="3968797" y="1552575"/>
                  <a:pt x="3962400" y="1546178"/>
                  <a:pt x="3962400" y="1538288"/>
                </a:cubicBezTo>
                <a:cubicBezTo>
                  <a:pt x="3962400" y="1530397"/>
                  <a:pt x="3968797" y="1524000"/>
                  <a:pt x="3976688" y="1524000"/>
                </a:cubicBezTo>
                <a:cubicBezTo>
                  <a:pt x="3984578" y="1524000"/>
                  <a:pt x="3990975" y="1530397"/>
                  <a:pt x="3990975" y="1538288"/>
                </a:cubicBezTo>
                <a:close/>
                <a:moveTo>
                  <a:pt x="3990975" y="1690688"/>
                </a:moveTo>
                <a:cubicBezTo>
                  <a:pt x="3990975" y="1698578"/>
                  <a:pt x="3984578" y="1704975"/>
                  <a:pt x="3976688" y="1704975"/>
                </a:cubicBezTo>
                <a:cubicBezTo>
                  <a:pt x="3968797" y="1704975"/>
                  <a:pt x="3962400" y="1698578"/>
                  <a:pt x="3962400" y="1690688"/>
                </a:cubicBezTo>
                <a:cubicBezTo>
                  <a:pt x="3962400" y="1682797"/>
                  <a:pt x="3968797" y="1676400"/>
                  <a:pt x="3976688" y="1676400"/>
                </a:cubicBezTo>
                <a:cubicBezTo>
                  <a:pt x="3984578" y="1676400"/>
                  <a:pt x="3990975" y="1682797"/>
                  <a:pt x="3990975" y="1690688"/>
                </a:cubicBezTo>
                <a:close/>
                <a:moveTo>
                  <a:pt x="3990975" y="1843088"/>
                </a:moveTo>
                <a:cubicBezTo>
                  <a:pt x="3990975" y="1850978"/>
                  <a:pt x="3984578" y="1857375"/>
                  <a:pt x="3976688" y="1857375"/>
                </a:cubicBezTo>
                <a:cubicBezTo>
                  <a:pt x="3968797" y="1857375"/>
                  <a:pt x="3962400" y="1850978"/>
                  <a:pt x="3962400" y="1843088"/>
                </a:cubicBezTo>
                <a:cubicBezTo>
                  <a:pt x="3962400" y="1835197"/>
                  <a:pt x="3968797" y="1828800"/>
                  <a:pt x="3976688" y="1828800"/>
                </a:cubicBezTo>
                <a:cubicBezTo>
                  <a:pt x="3984578" y="1828800"/>
                  <a:pt x="3990975" y="1835197"/>
                  <a:pt x="3990975" y="1843088"/>
                </a:cubicBezTo>
                <a:close/>
                <a:moveTo>
                  <a:pt x="3990975" y="1995488"/>
                </a:moveTo>
                <a:cubicBezTo>
                  <a:pt x="3990975" y="2003378"/>
                  <a:pt x="3984578" y="2009775"/>
                  <a:pt x="3976688" y="2009775"/>
                </a:cubicBezTo>
                <a:cubicBezTo>
                  <a:pt x="3968797" y="2009775"/>
                  <a:pt x="3962400" y="2003378"/>
                  <a:pt x="3962400" y="1995488"/>
                </a:cubicBezTo>
                <a:cubicBezTo>
                  <a:pt x="3962400" y="1987597"/>
                  <a:pt x="3968797" y="1981200"/>
                  <a:pt x="3976688" y="1981200"/>
                </a:cubicBezTo>
                <a:cubicBezTo>
                  <a:pt x="3984578" y="1981200"/>
                  <a:pt x="3990975" y="1987597"/>
                  <a:pt x="3990975" y="1995488"/>
                </a:cubicBezTo>
                <a:close/>
                <a:moveTo>
                  <a:pt x="3990975" y="2147888"/>
                </a:moveTo>
                <a:cubicBezTo>
                  <a:pt x="3990975" y="2155778"/>
                  <a:pt x="3984578" y="2162175"/>
                  <a:pt x="3976688" y="2162175"/>
                </a:cubicBezTo>
                <a:cubicBezTo>
                  <a:pt x="3968797" y="2162175"/>
                  <a:pt x="3962400" y="2155778"/>
                  <a:pt x="3962400" y="2147888"/>
                </a:cubicBezTo>
                <a:cubicBezTo>
                  <a:pt x="3962400" y="2139997"/>
                  <a:pt x="3968797" y="2133600"/>
                  <a:pt x="3976688" y="2133600"/>
                </a:cubicBezTo>
                <a:cubicBezTo>
                  <a:pt x="3984578" y="2133600"/>
                  <a:pt x="3990975" y="2139997"/>
                  <a:pt x="3990975" y="2147888"/>
                </a:cubicBezTo>
                <a:close/>
                <a:moveTo>
                  <a:pt x="3990975" y="2300288"/>
                </a:moveTo>
                <a:cubicBezTo>
                  <a:pt x="3990975" y="2308178"/>
                  <a:pt x="3984578" y="2314575"/>
                  <a:pt x="3976688" y="2314575"/>
                </a:cubicBezTo>
                <a:cubicBezTo>
                  <a:pt x="3968797" y="2314575"/>
                  <a:pt x="3962400" y="2308178"/>
                  <a:pt x="3962400" y="2300288"/>
                </a:cubicBezTo>
                <a:cubicBezTo>
                  <a:pt x="3962400" y="2292397"/>
                  <a:pt x="3968797" y="2286000"/>
                  <a:pt x="3976688" y="2286000"/>
                </a:cubicBezTo>
                <a:cubicBezTo>
                  <a:pt x="3984578" y="2286000"/>
                  <a:pt x="3990975" y="2292397"/>
                  <a:pt x="3990975" y="2300288"/>
                </a:cubicBezTo>
                <a:close/>
                <a:moveTo>
                  <a:pt x="3990975" y="2452688"/>
                </a:moveTo>
                <a:cubicBezTo>
                  <a:pt x="3990975" y="2460578"/>
                  <a:pt x="3984578" y="2466975"/>
                  <a:pt x="3976688" y="2466975"/>
                </a:cubicBezTo>
                <a:cubicBezTo>
                  <a:pt x="3968797" y="2466975"/>
                  <a:pt x="3962400" y="2460578"/>
                  <a:pt x="3962400" y="2452688"/>
                </a:cubicBezTo>
                <a:cubicBezTo>
                  <a:pt x="3962400" y="2444797"/>
                  <a:pt x="3968797" y="2438400"/>
                  <a:pt x="3976688" y="2438400"/>
                </a:cubicBezTo>
                <a:cubicBezTo>
                  <a:pt x="3984578" y="2438400"/>
                  <a:pt x="3990975" y="2444797"/>
                  <a:pt x="3990975" y="2452688"/>
                </a:cubicBezTo>
                <a:close/>
                <a:moveTo>
                  <a:pt x="3990975" y="2605088"/>
                </a:moveTo>
                <a:cubicBezTo>
                  <a:pt x="3990975" y="2612978"/>
                  <a:pt x="3984578" y="2619375"/>
                  <a:pt x="3976688" y="2619375"/>
                </a:cubicBezTo>
                <a:cubicBezTo>
                  <a:pt x="3968797" y="2619375"/>
                  <a:pt x="3962400" y="2612978"/>
                  <a:pt x="3962400" y="2605088"/>
                </a:cubicBezTo>
                <a:cubicBezTo>
                  <a:pt x="3962400" y="2597197"/>
                  <a:pt x="3968797" y="2590800"/>
                  <a:pt x="3976688" y="2590800"/>
                </a:cubicBezTo>
                <a:cubicBezTo>
                  <a:pt x="3984578" y="2590800"/>
                  <a:pt x="3990975" y="2597197"/>
                  <a:pt x="3990975" y="2605088"/>
                </a:cubicBezTo>
                <a:close/>
                <a:moveTo>
                  <a:pt x="3990975" y="2757488"/>
                </a:moveTo>
                <a:cubicBezTo>
                  <a:pt x="3990975" y="2765378"/>
                  <a:pt x="3984578" y="2771775"/>
                  <a:pt x="3976688" y="2771775"/>
                </a:cubicBezTo>
                <a:cubicBezTo>
                  <a:pt x="3968797" y="2771775"/>
                  <a:pt x="3962400" y="2765378"/>
                  <a:pt x="3962400" y="2757488"/>
                </a:cubicBezTo>
                <a:cubicBezTo>
                  <a:pt x="3962400" y="2749597"/>
                  <a:pt x="3968797" y="2743200"/>
                  <a:pt x="3976688" y="2743200"/>
                </a:cubicBezTo>
                <a:cubicBezTo>
                  <a:pt x="3984578" y="2743200"/>
                  <a:pt x="3990975" y="2749597"/>
                  <a:pt x="3990975" y="2757488"/>
                </a:cubicBezTo>
                <a:close/>
                <a:moveTo>
                  <a:pt x="3990975" y="2909888"/>
                </a:moveTo>
                <a:cubicBezTo>
                  <a:pt x="3990975" y="2917778"/>
                  <a:pt x="3984578" y="2924175"/>
                  <a:pt x="3976688" y="2924175"/>
                </a:cubicBezTo>
                <a:cubicBezTo>
                  <a:pt x="3968797" y="2924175"/>
                  <a:pt x="3962400" y="2917778"/>
                  <a:pt x="3962400" y="2909888"/>
                </a:cubicBezTo>
                <a:cubicBezTo>
                  <a:pt x="3962400" y="2901997"/>
                  <a:pt x="3968797" y="2895600"/>
                  <a:pt x="3976688" y="2895600"/>
                </a:cubicBezTo>
                <a:cubicBezTo>
                  <a:pt x="3984578" y="2895600"/>
                  <a:pt x="3990975" y="2901997"/>
                  <a:pt x="3990975" y="2909888"/>
                </a:cubicBezTo>
                <a:close/>
                <a:moveTo>
                  <a:pt x="3990975" y="3062288"/>
                </a:moveTo>
                <a:cubicBezTo>
                  <a:pt x="3990975" y="3070178"/>
                  <a:pt x="3984578" y="3076575"/>
                  <a:pt x="3976688" y="3076575"/>
                </a:cubicBezTo>
                <a:cubicBezTo>
                  <a:pt x="3968797" y="3076575"/>
                  <a:pt x="3962400" y="3070178"/>
                  <a:pt x="3962400" y="3062288"/>
                </a:cubicBezTo>
                <a:cubicBezTo>
                  <a:pt x="3962400" y="3054397"/>
                  <a:pt x="3968797" y="3048000"/>
                  <a:pt x="3976688" y="3048000"/>
                </a:cubicBezTo>
                <a:cubicBezTo>
                  <a:pt x="3984578" y="3048000"/>
                  <a:pt x="3990975" y="3054397"/>
                  <a:pt x="3990975" y="3062288"/>
                </a:cubicBezTo>
                <a:close/>
                <a:moveTo>
                  <a:pt x="3990975" y="3214688"/>
                </a:moveTo>
                <a:cubicBezTo>
                  <a:pt x="3990975" y="3222578"/>
                  <a:pt x="3984578" y="3228975"/>
                  <a:pt x="3976688" y="3228975"/>
                </a:cubicBezTo>
                <a:cubicBezTo>
                  <a:pt x="3968797" y="3228975"/>
                  <a:pt x="3962400" y="3222578"/>
                  <a:pt x="3962400" y="3214688"/>
                </a:cubicBezTo>
                <a:cubicBezTo>
                  <a:pt x="3962400" y="3206797"/>
                  <a:pt x="3968797" y="3200400"/>
                  <a:pt x="3976688" y="3200400"/>
                </a:cubicBezTo>
                <a:cubicBezTo>
                  <a:pt x="3984578" y="3200400"/>
                  <a:pt x="3990975" y="3206797"/>
                  <a:pt x="3990975" y="3214688"/>
                </a:cubicBezTo>
                <a:close/>
                <a:moveTo>
                  <a:pt x="3990975" y="3367088"/>
                </a:moveTo>
                <a:cubicBezTo>
                  <a:pt x="3990975" y="3374978"/>
                  <a:pt x="3984578" y="3381375"/>
                  <a:pt x="3976688" y="3381375"/>
                </a:cubicBezTo>
                <a:cubicBezTo>
                  <a:pt x="3968797" y="3381375"/>
                  <a:pt x="3962400" y="3374978"/>
                  <a:pt x="3962400" y="3367088"/>
                </a:cubicBezTo>
                <a:cubicBezTo>
                  <a:pt x="3962400" y="3359197"/>
                  <a:pt x="3968797" y="3352800"/>
                  <a:pt x="3976688" y="3352800"/>
                </a:cubicBezTo>
                <a:cubicBezTo>
                  <a:pt x="3984578" y="3352800"/>
                  <a:pt x="3990975" y="3359197"/>
                  <a:pt x="3990975" y="3367088"/>
                </a:cubicBezTo>
                <a:close/>
                <a:moveTo>
                  <a:pt x="3990975" y="3519488"/>
                </a:moveTo>
                <a:cubicBezTo>
                  <a:pt x="3990975" y="3527378"/>
                  <a:pt x="3984578" y="3533775"/>
                  <a:pt x="3976688" y="3533775"/>
                </a:cubicBezTo>
                <a:cubicBezTo>
                  <a:pt x="3968797" y="3533775"/>
                  <a:pt x="3962400" y="3527378"/>
                  <a:pt x="3962400" y="3519488"/>
                </a:cubicBezTo>
                <a:cubicBezTo>
                  <a:pt x="3962400" y="3511597"/>
                  <a:pt x="3968797" y="3505200"/>
                  <a:pt x="3976688" y="3505200"/>
                </a:cubicBezTo>
                <a:cubicBezTo>
                  <a:pt x="3984578" y="3505200"/>
                  <a:pt x="3990975" y="3511597"/>
                  <a:pt x="3990975" y="3519488"/>
                </a:cubicBezTo>
                <a:close/>
                <a:moveTo>
                  <a:pt x="3990975" y="3671888"/>
                </a:moveTo>
                <a:cubicBezTo>
                  <a:pt x="3990975" y="3679778"/>
                  <a:pt x="3984578" y="3686175"/>
                  <a:pt x="3976688" y="3686175"/>
                </a:cubicBezTo>
                <a:cubicBezTo>
                  <a:pt x="3968797" y="3686175"/>
                  <a:pt x="3962400" y="3679778"/>
                  <a:pt x="3962400" y="3671888"/>
                </a:cubicBezTo>
                <a:cubicBezTo>
                  <a:pt x="3962400" y="3663997"/>
                  <a:pt x="3968797" y="3657600"/>
                  <a:pt x="3976688" y="3657600"/>
                </a:cubicBezTo>
                <a:cubicBezTo>
                  <a:pt x="3984578" y="3657600"/>
                  <a:pt x="3990975" y="3663997"/>
                  <a:pt x="3990975" y="3671888"/>
                </a:cubicBezTo>
                <a:close/>
                <a:moveTo>
                  <a:pt x="3990975" y="3824288"/>
                </a:moveTo>
                <a:cubicBezTo>
                  <a:pt x="3990975" y="3832178"/>
                  <a:pt x="3984578" y="3838575"/>
                  <a:pt x="3976688" y="3838575"/>
                </a:cubicBezTo>
                <a:cubicBezTo>
                  <a:pt x="3968797" y="3838575"/>
                  <a:pt x="3962400" y="3832178"/>
                  <a:pt x="3962400" y="3824288"/>
                </a:cubicBezTo>
                <a:cubicBezTo>
                  <a:pt x="3962400" y="3816397"/>
                  <a:pt x="3968797" y="3810000"/>
                  <a:pt x="3976688" y="3810000"/>
                </a:cubicBezTo>
                <a:cubicBezTo>
                  <a:pt x="3984578" y="3810000"/>
                  <a:pt x="3990975" y="3816397"/>
                  <a:pt x="3990975" y="3824288"/>
                </a:cubicBezTo>
                <a:close/>
                <a:moveTo>
                  <a:pt x="3990975" y="3976688"/>
                </a:moveTo>
                <a:cubicBezTo>
                  <a:pt x="3990975" y="3984578"/>
                  <a:pt x="3984578" y="3990975"/>
                  <a:pt x="3976688" y="3990975"/>
                </a:cubicBezTo>
                <a:cubicBezTo>
                  <a:pt x="3968797" y="3990975"/>
                  <a:pt x="3962400" y="3984578"/>
                  <a:pt x="3962400" y="3976688"/>
                </a:cubicBezTo>
                <a:cubicBezTo>
                  <a:pt x="3962400" y="3968797"/>
                  <a:pt x="3968797" y="3962400"/>
                  <a:pt x="3976688" y="3962400"/>
                </a:cubicBezTo>
                <a:cubicBezTo>
                  <a:pt x="3984578" y="3962400"/>
                  <a:pt x="3990975" y="3968797"/>
                  <a:pt x="3990975" y="3976688"/>
                </a:cubicBezTo>
                <a:close/>
                <a:moveTo>
                  <a:pt x="3990975" y="4129088"/>
                </a:moveTo>
                <a:cubicBezTo>
                  <a:pt x="3990975" y="4136978"/>
                  <a:pt x="3984578" y="4143375"/>
                  <a:pt x="3976688" y="4143375"/>
                </a:cubicBezTo>
                <a:cubicBezTo>
                  <a:pt x="3968797" y="4143375"/>
                  <a:pt x="3962400" y="4136978"/>
                  <a:pt x="3962400" y="4129088"/>
                </a:cubicBezTo>
                <a:cubicBezTo>
                  <a:pt x="3962400" y="4121197"/>
                  <a:pt x="3968797" y="4114800"/>
                  <a:pt x="3976688" y="4114800"/>
                </a:cubicBezTo>
                <a:cubicBezTo>
                  <a:pt x="3984578" y="4114800"/>
                  <a:pt x="3990975" y="4121197"/>
                  <a:pt x="3990975" y="4129088"/>
                </a:cubicBezTo>
                <a:close/>
                <a:moveTo>
                  <a:pt x="3990975" y="4281488"/>
                </a:moveTo>
                <a:cubicBezTo>
                  <a:pt x="3990975" y="4289378"/>
                  <a:pt x="3984578" y="4295775"/>
                  <a:pt x="3976688" y="4295775"/>
                </a:cubicBezTo>
                <a:cubicBezTo>
                  <a:pt x="3968797" y="4295775"/>
                  <a:pt x="3962400" y="4289378"/>
                  <a:pt x="3962400" y="4281488"/>
                </a:cubicBezTo>
                <a:cubicBezTo>
                  <a:pt x="3962400" y="4273597"/>
                  <a:pt x="3968797" y="4267200"/>
                  <a:pt x="3976688" y="4267200"/>
                </a:cubicBezTo>
                <a:cubicBezTo>
                  <a:pt x="3984578" y="4267200"/>
                  <a:pt x="3990975" y="4273597"/>
                  <a:pt x="3990975" y="4281488"/>
                </a:cubicBezTo>
                <a:close/>
                <a:moveTo>
                  <a:pt x="3990975" y="4433888"/>
                </a:moveTo>
                <a:cubicBezTo>
                  <a:pt x="3990975" y="4441778"/>
                  <a:pt x="3984578" y="4448175"/>
                  <a:pt x="3976688" y="4448175"/>
                </a:cubicBezTo>
                <a:cubicBezTo>
                  <a:pt x="3968797" y="4448175"/>
                  <a:pt x="3962400" y="4441778"/>
                  <a:pt x="3962400" y="4433888"/>
                </a:cubicBezTo>
                <a:cubicBezTo>
                  <a:pt x="3962400" y="4425997"/>
                  <a:pt x="3968797" y="4419600"/>
                  <a:pt x="3976688" y="4419600"/>
                </a:cubicBezTo>
                <a:cubicBezTo>
                  <a:pt x="3984578" y="4419600"/>
                  <a:pt x="3990975" y="4425997"/>
                  <a:pt x="3990975" y="4433888"/>
                </a:cubicBezTo>
                <a:close/>
                <a:moveTo>
                  <a:pt x="3990975" y="4586288"/>
                </a:moveTo>
                <a:cubicBezTo>
                  <a:pt x="3990975" y="4594178"/>
                  <a:pt x="3984578" y="4600575"/>
                  <a:pt x="3976688" y="4600575"/>
                </a:cubicBezTo>
                <a:cubicBezTo>
                  <a:pt x="3968797" y="4600575"/>
                  <a:pt x="3962400" y="4594178"/>
                  <a:pt x="3962400" y="4586288"/>
                </a:cubicBezTo>
                <a:cubicBezTo>
                  <a:pt x="3962400" y="4578397"/>
                  <a:pt x="3968797" y="4572000"/>
                  <a:pt x="3976688" y="4572000"/>
                </a:cubicBezTo>
                <a:cubicBezTo>
                  <a:pt x="3984578" y="4572000"/>
                  <a:pt x="3990975" y="4578397"/>
                  <a:pt x="3990975" y="4586288"/>
                </a:cubicBezTo>
                <a:close/>
                <a:moveTo>
                  <a:pt x="3990975" y="4738688"/>
                </a:moveTo>
                <a:cubicBezTo>
                  <a:pt x="3990975" y="4746578"/>
                  <a:pt x="3984578" y="4752975"/>
                  <a:pt x="3976688" y="4752975"/>
                </a:cubicBezTo>
                <a:cubicBezTo>
                  <a:pt x="3968797" y="4752975"/>
                  <a:pt x="3962400" y="4746578"/>
                  <a:pt x="3962400" y="4738688"/>
                </a:cubicBezTo>
                <a:cubicBezTo>
                  <a:pt x="3962400" y="4730797"/>
                  <a:pt x="3968797" y="4724400"/>
                  <a:pt x="3976688" y="4724400"/>
                </a:cubicBezTo>
                <a:cubicBezTo>
                  <a:pt x="3984578" y="4724400"/>
                  <a:pt x="3990975" y="4730797"/>
                  <a:pt x="3990975" y="4738688"/>
                </a:cubicBezTo>
                <a:close/>
                <a:moveTo>
                  <a:pt x="4143375" y="14288"/>
                </a:moveTo>
                <a:cubicBezTo>
                  <a:pt x="4143375" y="22178"/>
                  <a:pt x="4136978" y="28575"/>
                  <a:pt x="4129088" y="28575"/>
                </a:cubicBezTo>
                <a:cubicBezTo>
                  <a:pt x="4121197" y="28575"/>
                  <a:pt x="4114800" y="22178"/>
                  <a:pt x="4114800" y="14288"/>
                </a:cubicBezTo>
                <a:cubicBezTo>
                  <a:pt x="4114800" y="6397"/>
                  <a:pt x="4121197" y="0"/>
                  <a:pt x="4129088" y="0"/>
                </a:cubicBezTo>
                <a:cubicBezTo>
                  <a:pt x="4136978" y="0"/>
                  <a:pt x="4143375" y="6397"/>
                  <a:pt x="4143375" y="14288"/>
                </a:cubicBezTo>
                <a:close/>
                <a:moveTo>
                  <a:pt x="4143375" y="166688"/>
                </a:moveTo>
                <a:cubicBezTo>
                  <a:pt x="4143375" y="174578"/>
                  <a:pt x="4136978" y="180975"/>
                  <a:pt x="4129088" y="180975"/>
                </a:cubicBezTo>
                <a:cubicBezTo>
                  <a:pt x="4121197" y="180975"/>
                  <a:pt x="4114800" y="174578"/>
                  <a:pt x="4114800" y="166688"/>
                </a:cubicBezTo>
                <a:cubicBezTo>
                  <a:pt x="4114800" y="158797"/>
                  <a:pt x="4121197" y="152400"/>
                  <a:pt x="4129088" y="152400"/>
                </a:cubicBezTo>
                <a:cubicBezTo>
                  <a:pt x="4136978" y="152400"/>
                  <a:pt x="4143375" y="158797"/>
                  <a:pt x="4143375" y="166688"/>
                </a:cubicBezTo>
                <a:close/>
                <a:moveTo>
                  <a:pt x="4143375" y="319088"/>
                </a:moveTo>
                <a:cubicBezTo>
                  <a:pt x="4143375" y="326978"/>
                  <a:pt x="4136978" y="333375"/>
                  <a:pt x="4129088" y="333375"/>
                </a:cubicBezTo>
                <a:cubicBezTo>
                  <a:pt x="4121197" y="333375"/>
                  <a:pt x="4114800" y="326978"/>
                  <a:pt x="4114800" y="319088"/>
                </a:cubicBezTo>
                <a:cubicBezTo>
                  <a:pt x="4114800" y="311197"/>
                  <a:pt x="4121197" y="304800"/>
                  <a:pt x="4129088" y="304800"/>
                </a:cubicBezTo>
                <a:cubicBezTo>
                  <a:pt x="4136978" y="304800"/>
                  <a:pt x="4143375" y="311197"/>
                  <a:pt x="4143375" y="319088"/>
                </a:cubicBezTo>
                <a:close/>
                <a:moveTo>
                  <a:pt x="4143375" y="471488"/>
                </a:moveTo>
                <a:cubicBezTo>
                  <a:pt x="4143375" y="479378"/>
                  <a:pt x="4136978" y="485775"/>
                  <a:pt x="4129088" y="485775"/>
                </a:cubicBezTo>
                <a:cubicBezTo>
                  <a:pt x="4121197" y="485775"/>
                  <a:pt x="4114800" y="479378"/>
                  <a:pt x="4114800" y="471488"/>
                </a:cubicBezTo>
                <a:cubicBezTo>
                  <a:pt x="4114800" y="463597"/>
                  <a:pt x="4121197" y="457200"/>
                  <a:pt x="4129088" y="457200"/>
                </a:cubicBezTo>
                <a:cubicBezTo>
                  <a:pt x="4136978" y="457200"/>
                  <a:pt x="4143375" y="463597"/>
                  <a:pt x="4143375" y="471488"/>
                </a:cubicBezTo>
                <a:close/>
                <a:moveTo>
                  <a:pt x="4143375" y="623888"/>
                </a:moveTo>
                <a:cubicBezTo>
                  <a:pt x="4143375" y="631778"/>
                  <a:pt x="4136978" y="638175"/>
                  <a:pt x="4129088" y="638175"/>
                </a:cubicBezTo>
                <a:cubicBezTo>
                  <a:pt x="4121197" y="638175"/>
                  <a:pt x="4114800" y="631778"/>
                  <a:pt x="4114800" y="623888"/>
                </a:cubicBezTo>
                <a:cubicBezTo>
                  <a:pt x="4114800" y="615997"/>
                  <a:pt x="4121197" y="609600"/>
                  <a:pt x="4129088" y="609600"/>
                </a:cubicBezTo>
                <a:cubicBezTo>
                  <a:pt x="4136978" y="609600"/>
                  <a:pt x="4143375" y="615997"/>
                  <a:pt x="4143375" y="623888"/>
                </a:cubicBezTo>
                <a:close/>
                <a:moveTo>
                  <a:pt x="4143375" y="776288"/>
                </a:moveTo>
                <a:cubicBezTo>
                  <a:pt x="4143375" y="784178"/>
                  <a:pt x="4136978" y="790575"/>
                  <a:pt x="4129088" y="790575"/>
                </a:cubicBezTo>
                <a:cubicBezTo>
                  <a:pt x="4121197" y="790575"/>
                  <a:pt x="4114800" y="784178"/>
                  <a:pt x="4114800" y="776288"/>
                </a:cubicBezTo>
                <a:cubicBezTo>
                  <a:pt x="4114800" y="768397"/>
                  <a:pt x="4121197" y="762000"/>
                  <a:pt x="4129088" y="762000"/>
                </a:cubicBezTo>
                <a:cubicBezTo>
                  <a:pt x="4136978" y="762000"/>
                  <a:pt x="4143375" y="768397"/>
                  <a:pt x="4143375" y="776288"/>
                </a:cubicBezTo>
                <a:close/>
                <a:moveTo>
                  <a:pt x="4143375" y="928688"/>
                </a:moveTo>
                <a:cubicBezTo>
                  <a:pt x="4143375" y="936578"/>
                  <a:pt x="4136978" y="942975"/>
                  <a:pt x="4129088" y="942975"/>
                </a:cubicBezTo>
                <a:cubicBezTo>
                  <a:pt x="4121197" y="942975"/>
                  <a:pt x="4114800" y="936578"/>
                  <a:pt x="4114800" y="928688"/>
                </a:cubicBezTo>
                <a:cubicBezTo>
                  <a:pt x="4114800" y="920797"/>
                  <a:pt x="4121197" y="914400"/>
                  <a:pt x="4129088" y="914400"/>
                </a:cubicBezTo>
                <a:cubicBezTo>
                  <a:pt x="4136978" y="914400"/>
                  <a:pt x="4143375" y="920797"/>
                  <a:pt x="4143375" y="928688"/>
                </a:cubicBezTo>
                <a:close/>
                <a:moveTo>
                  <a:pt x="4143375" y="1081088"/>
                </a:moveTo>
                <a:cubicBezTo>
                  <a:pt x="4143375" y="1088978"/>
                  <a:pt x="4136978" y="1095375"/>
                  <a:pt x="4129088" y="1095375"/>
                </a:cubicBezTo>
                <a:cubicBezTo>
                  <a:pt x="4121197" y="1095375"/>
                  <a:pt x="4114800" y="1088978"/>
                  <a:pt x="4114800" y="1081088"/>
                </a:cubicBezTo>
                <a:cubicBezTo>
                  <a:pt x="4114800" y="1073197"/>
                  <a:pt x="4121197" y="1066800"/>
                  <a:pt x="4129088" y="1066800"/>
                </a:cubicBezTo>
                <a:cubicBezTo>
                  <a:pt x="4136978" y="1066800"/>
                  <a:pt x="4143375" y="1073197"/>
                  <a:pt x="4143375" y="1081088"/>
                </a:cubicBezTo>
                <a:close/>
                <a:moveTo>
                  <a:pt x="4143375" y="1233488"/>
                </a:moveTo>
                <a:cubicBezTo>
                  <a:pt x="4143375" y="1241378"/>
                  <a:pt x="4136978" y="1247775"/>
                  <a:pt x="4129088" y="1247775"/>
                </a:cubicBezTo>
                <a:cubicBezTo>
                  <a:pt x="4121197" y="1247775"/>
                  <a:pt x="4114800" y="1241378"/>
                  <a:pt x="4114800" y="1233488"/>
                </a:cubicBezTo>
                <a:cubicBezTo>
                  <a:pt x="4114800" y="1225597"/>
                  <a:pt x="4121197" y="1219200"/>
                  <a:pt x="4129088" y="1219200"/>
                </a:cubicBezTo>
                <a:cubicBezTo>
                  <a:pt x="4136978" y="1219200"/>
                  <a:pt x="4143375" y="1225597"/>
                  <a:pt x="4143375" y="1233488"/>
                </a:cubicBezTo>
                <a:close/>
                <a:moveTo>
                  <a:pt x="4143375" y="1385888"/>
                </a:moveTo>
                <a:cubicBezTo>
                  <a:pt x="4143375" y="1393778"/>
                  <a:pt x="4136978" y="1400175"/>
                  <a:pt x="4129088" y="1400175"/>
                </a:cubicBezTo>
                <a:cubicBezTo>
                  <a:pt x="4121197" y="1400175"/>
                  <a:pt x="4114800" y="1393778"/>
                  <a:pt x="4114800" y="1385888"/>
                </a:cubicBezTo>
                <a:cubicBezTo>
                  <a:pt x="4114800" y="1377997"/>
                  <a:pt x="4121197" y="1371600"/>
                  <a:pt x="4129088" y="1371600"/>
                </a:cubicBezTo>
                <a:cubicBezTo>
                  <a:pt x="4136978" y="1371600"/>
                  <a:pt x="4143375" y="1377997"/>
                  <a:pt x="4143375" y="1385888"/>
                </a:cubicBezTo>
                <a:close/>
                <a:moveTo>
                  <a:pt x="4143375" y="1538288"/>
                </a:moveTo>
                <a:cubicBezTo>
                  <a:pt x="4143375" y="1546178"/>
                  <a:pt x="4136978" y="1552575"/>
                  <a:pt x="4129088" y="1552575"/>
                </a:cubicBezTo>
                <a:cubicBezTo>
                  <a:pt x="4121197" y="1552575"/>
                  <a:pt x="4114800" y="1546178"/>
                  <a:pt x="4114800" y="1538288"/>
                </a:cubicBezTo>
                <a:cubicBezTo>
                  <a:pt x="4114800" y="1530397"/>
                  <a:pt x="4121197" y="1524000"/>
                  <a:pt x="4129088" y="1524000"/>
                </a:cubicBezTo>
                <a:cubicBezTo>
                  <a:pt x="4136978" y="1524000"/>
                  <a:pt x="4143375" y="1530397"/>
                  <a:pt x="4143375" y="1538288"/>
                </a:cubicBezTo>
                <a:close/>
                <a:moveTo>
                  <a:pt x="4143375" y="1690688"/>
                </a:moveTo>
                <a:cubicBezTo>
                  <a:pt x="4143375" y="1698578"/>
                  <a:pt x="4136978" y="1704975"/>
                  <a:pt x="4129088" y="1704975"/>
                </a:cubicBezTo>
                <a:cubicBezTo>
                  <a:pt x="4121197" y="1704975"/>
                  <a:pt x="4114800" y="1698578"/>
                  <a:pt x="4114800" y="1690688"/>
                </a:cubicBezTo>
                <a:cubicBezTo>
                  <a:pt x="4114800" y="1682797"/>
                  <a:pt x="4121197" y="1676400"/>
                  <a:pt x="4129088" y="1676400"/>
                </a:cubicBezTo>
                <a:cubicBezTo>
                  <a:pt x="4136978" y="1676400"/>
                  <a:pt x="4143375" y="1682797"/>
                  <a:pt x="4143375" y="1690688"/>
                </a:cubicBezTo>
                <a:close/>
                <a:moveTo>
                  <a:pt x="4143375" y="1843088"/>
                </a:moveTo>
                <a:cubicBezTo>
                  <a:pt x="4143375" y="1850978"/>
                  <a:pt x="4136978" y="1857375"/>
                  <a:pt x="4129088" y="1857375"/>
                </a:cubicBezTo>
                <a:cubicBezTo>
                  <a:pt x="4121197" y="1857375"/>
                  <a:pt x="4114800" y="1850978"/>
                  <a:pt x="4114800" y="1843088"/>
                </a:cubicBezTo>
                <a:cubicBezTo>
                  <a:pt x="4114800" y="1835197"/>
                  <a:pt x="4121197" y="1828800"/>
                  <a:pt x="4129088" y="1828800"/>
                </a:cubicBezTo>
                <a:cubicBezTo>
                  <a:pt x="4136978" y="1828800"/>
                  <a:pt x="4143375" y="1835197"/>
                  <a:pt x="4143375" y="1843088"/>
                </a:cubicBezTo>
                <a:close/>
                <a:moveTo>
                  <a:pt x="4143375" y="1995488"/>
                </a:moveTo>
                <a:cubicBezTo>
                  <a:pt x="4143375" y="2003378"/>
                  <a:pt x="4136978" y="2009775"/>
                  <a:pt x="4129088" y="2009775"/>
                </a:cubicBezTo>
                <a:cubicBezTo>
                  <a:pt x="4121197" y="2009775"/>
                  <a:pt x="4114800" y="2003378"/>
                  <a:pt x="4114800" y="1995488"/>
                </a:cubicBezTo>
                <a:cubicBezTo>
                  <a:pt x="4114800" y="1987597"/>
                  <a:pt x="4121197" y="1981200"/>
                  <a:pt x="4129088" y="1981200"/>
                </a:cubicBezTo>
                <a:cubicBezTo>
                  <a:pt x="4136978" y="1981200"/>
                  <a:pt x="4143375" y="1987597"/>
                  <a:pt x="4143375" y="1995488"/>
                </a:cubicBezTo>
                <a:close/>
                <a:moveTo>
                  <a:pt x="4143375" y="2147888"/>
                </a:moveTo>
                <a:cubicBezTo>
                  <a:pt x="4143375" y="2155778"/>
                  <a:pt x="4136978" y="2162175"/>
                  <a:pt x="4129088" y="2162175"/>
                </a:cubicBezTo>
                <a:cubicBezTo>
                  <a:pt x="4121197" y="2162175"/>
                  <a:pt x="4114800" y="2155778"/>
                  <a:pt x="4114800" y="2147888"/>
                </a:cubicBezTo>
                <a:cubicBezTo>
                  <a:pt x="4114800" y="2139997"/>
                  <a:pt x="4121197" y="2133600"/>
                  <a:pt x="4129088" y="2133600"/>
                </a:cubicBezTo>
                <a:cubicBezTo>
                  <a:pt x="4136978" y="2133600"/>
                  <a:pt x="4143375" y="2139997"/>
                  <a:pt x="4143375" y="2147888"/>
                </a:cubicBezTo>
                <a:close/>
                <a:moveTo>
                  <a:pt x="4143375" y="2300288"/>
                </a:moveTo>
                <a:cubicBezTo>
                  <a:pt x="4143375" y="2308178"/>
                  <a:pt x="4136978" y="2314575"/>
                  <a:pt x="4129088" y="2314575"/>
                </a:cubicBezTo>
                <a:cubicBezTo>
                  <a:pt x="4121197" y="2314575"/>
                  <a:pt x="4114800" y="2308178"/>
                  <a:pt x="4114800" y="2300288"/>
                </a:cubicBezTo>
                <a:cubicBezTo>
                  <a:pt x="4114800" y="2292397"/>
                  <a:pt x="4121197" y="2286000"/>
                  <a:pt x="4129088" y="2286000"/>
                </a:cubicBezTo>
                <a:cubicBezTo>
                  <a:pt x="4136978" y="2286000"/>
                  <a:pt x="4143375" y="2292397"/>
                  <a:pt x="4143375" y="2300288"/>
                </a:cubicBezTo>
                <a:close/>
                <a:moveTo>
                  <a:pt x="4143375" y="2452688"/>
                </a:moveTo>
                <a:cubicBezTo>
                  <a:pt x="4143375" y="2460578"/>
                  <a:pt x="4136978" y="2466975"/>
                  <a:pt x="4129088" y="2466975"/>
                </a:cubicBezTo>
                <a:cubicBezTo>
                  <a:pt x="4121197" y="2466975"/>
                  <a:pt x="4114800" y="2460578"/>
                  <a:pt x="4114800" y="2452688"/>
                </a:cubicBezTo>
                <a:cubicBezTo>
                  <a:pt x="4114800" y="2444797"/>
                  <a:pt x="4121197" y="2438400"/>
                  <a:pt x="4129088" y="2438400"/>
                </a:cubicBezTo>
                <a:cubicBezTo>
                  <a:pt x="4136978" y="2438400"/>
                  <a:pt x="4143375" y="2444797"/>
                  <a:pt x="4143375" y="2452688"/>
                </a:cubicBezTo>
                <a:close/>
                <a:moveTo>
                  <a:pt x="4143375" y="2605088"/>
                </a:moveTo>
                <a:cubicBezTo>
                  <a:pt x="4143375" y="2612978"/>
                  <a:pt x="4136978" y="2619375"/>
                  <a:pt x="4129088" y="2619375"/>
                </a:cubicBezTo>
                <a:cubicBezTo>
                  <a:pt x="4121197" y="2619375"/>
                  <a:pt x="4114800" y="2612978"/>
                  <a:pt x="4114800" y="2605088"/>
                </a:cubicBezTo>
                <a:cubicBezTo>
                  <a:pt x="4114800" y="2597197"/>
                  <a:pt x="4121197" y="2590800"/>
                  <a:pt x="4129088" y="2590800"/>
                </a:cubicBezTo>
                <a:cubicBezTo>
                  <a:pt x="4136978" y="2590800"/>
                  <a:pt x="4143375" y="2597197"/>
                  <a:pt x="4143375" y="2605088"/>
                </a:cubicBezTo>
                <a:close/>
                <a:moveTo>
                  <a:pt x="4143375" y="2757488"/>
                </a:moveTo>
                <a:cubicBezTo>
                  <a:pt x="4143375" y="2765378"/>
                  <a:pt x="4136978" y="2771775"/>
                  <a:pt x="4129088" y="2771775"/>
                </a:cubicBezTo>
                <a:cubicBezTo>
                  <a:pt x="4121197" y="2771775"/>
                  <a:pt x="4114800" y="2765378"/>
                  <a:pt x="4114800" y="2757488"/>
                </a:cubicBezTo>
                <a:cubicBezTo>
                  <a:pt x="4114800" y="2749597"/>
                  <a:pt x="4121197" y="2743200"/>
                  <a:pt x="4129088" y="2743200"/>
                </a:cubicBezTo>
                <a:cubicBezTo>
                  <a:pt x="4136978" y="2743200"/>
                  <a:pt x="4143375" y="2749597"/>
                  <a:pt x="4143375" y="2757488"/>
                </a:cubicBezTo>
                <a:close/>
                <a:moveTo>
                  <a:pt x="4143375" y="2909888"/>
                </a:moveTo>
                <a:cubicBezTo>
                  <a:pt x="4143375" y="2917778"/>
                  <a:pt x="4136978" y="2924175"/>
                  <a:pt x="4129088" y="2924175"/>
                </a:cubicBezTo>
                <a:cubicBezTo>
                  <a:pt x="4121197" y="2924175"/>
                  <a:pt x="4114800" y="2917778"/>
                  <a:pt x="4114800" y="2909888"/>
                </a:cubicBezTo>
                <a:cubicBezTo>
                  <a:pt x="4114800" y="2901997"/>
                  <a:pt x="4121197" y="2895600"/>
                  <a:pt x="4129088" y="2895600"/>
                </a:cubicBezTo>
                <a:cubicBezTo>
                  <a:pt x="4136978" y="2895600"/>
                  <a:pt x="4143375" y="2901997"/>
                  <a:pt x="4143375" y="2909888"/>
                </a:cubicBezTo>
                <a:close/>
                <a:moveTo>
                  <a:pt x="4143375" y="3062288"/>
                </a:moveTo>
                <a:cubicBezTo>
                  <a:pt x="4143375" y="3070178"/>
                  <a:pt x="4136978" y="3076575"/>
                  <a:pt x="4129088" y="3076575"/>
                </a:cubicBezTo>
                <a:cubicBezTo>
                  <a:pt x="4121197" y="3076575"/>
                  <a:pt x="4114800" y="3070178"/>
                  <a:pt x="4114800" y="3062288"/>
                </a:cubicBezTo>
                <a:cubicBezTo>
                  <a:pt x="4114800" y="3054397"/>
                  <a:pt x="4121197" y="3048000"/>
                  <a:pt x="4129088" y="3048000"/>
                </a:cubicBezTo>
                <a:cubicBezTo>
                  <a:pt x="4136978" y="3048000"/>
                  <a:pt x="4143375" y="3054397"/>
                  <a:pt x="4143375" y="3062288"/>
                </a:cubicBezTo>
                <a:close/>
                <a:moveTo>
                  <a:pt x="4143375" y="3214688"/>
                </a:moveTo>
                <a:cubicBezTo>
                  <a:pt x="4143375" y="3222578"/>
                  <a:pt x="4136978" y="3228975"/>
                  <a:pt x="4129088" y="3228975"/>
                </a:cubicBezTo>
                <a:cubicBezTo>
                  <a:pt x="4121197" y="3228975"/>
                  <a:pt x="4114800" y="3222578"/>
                  <a:pt x="4114800" y="3214688"/>
                </a:cubicBezTo>
                <a:cubicBezTo>
                  <a:pt x="4114800" y="3206797"/>
                  <a:pt x="4121197" y="3200400"/>
                  <a:pt x="4129088" y="3200400"/>
                </a:cubicBezTo>
                <a:cubicBezTo>
                  <a:pt x="4136978" y="3200400"/>
                  <a:pt x="4143375" y="3206797"/>
                  <a:pt x="4143375" y="3214688"/>
                </a:cubicBezTo>
                <a:close/>
                <a:moveTo>
                  <a:pt x="4143375" y="3367088"/>
                </a:moveTo>
                <a:cubicBezTo>
                  <a:pt x="4143375" y="3374978"/>
                  <a:pt x="4136978" y="3381375"/>
                  <a:pt x="4129088" y="3381375"/>
                </a:cubicBezTo>
                <a:cubicBezTo>
                  <a:pt x="4121197" y="3381375"/>
                  <a:pt x="4114800" y="3374978"/>
                  <a:pt x="4114800" y="3367088"/>
                </a:cubicBezTo>
                <a:cubicBezTo>
                  <a:pt x="4114800" y="3359197"/>
                  <a:pt x="4121197" y="3352800"/>
                  <a:pt x="4129088" y="3352800"/>
                </a:cubicBezTo>
                <a:cubicBezTo>
                  <a:pt x="4136978" y="3352800"/>
                  <a:pt x="4143375" y="3359197"/>
                  <a:pt x="4143375" y="3367088"/>
                </a:cubicBezTo>
                <a:close/>
                <a:moveTo>
                  <a:pt x="4143375" y="3519488"/>
                </a:moveTo>
                <a:cubicBezTo>
                  <a:pt x="4143375" y="3527378"/>
                  <a:pt x="4136978" y="3533775"/>
                  <a:pt x="4129088" y="3533775"/>
                </a:cubicBezTo>
                <a:cubicBezTo>
                  <a:pt x="4121197" y="3533775"/>
                  <a:pt x="4114800" y="3527378"/>
                  <a:pt x="4114800" y="3519488"/>
                </a:cubicBezTo>
                <a:cubicBezTo>
                  <a:pt x="4114800" y="3511597"/>
                  <a:pt x="4121197" y="3505200"/>
                  <a:pt x="4129088" y="3505200"/>
                </a:cubicBezTo>
                <a:cubicBezTo>
                  <a:pt x="4136978" y="3505200"/>
                  <a:pt x="4143375" y="3511597"/>
                  <a:pt x="4143375" y="3519488"/>
                </a:cubicBezTo>
                <a:close/>
                <a:moveTo>
                  <a:pt x="4143375" y="3671888"/>
                </a:moveTo>
                <a:cubicBezTo>
                  <a:pt x="4143375" y="3679778"/>
                  <a:pt x="4136978" y="3686175"/>
                  <a:pt x="4129088" y="3686175"/>
                </a:cubicBezTo>
                <a:cubicBezTo>
                  <a:pt x="4121197" y="3686175"/>
                  <a:pt x="4114800" y="3679778"/>
                  <a:pt x="4114800" y="3671888"/>
                </a:cubicBezTo>
                <a:cubicBezTo>
                  <a:pt x="4114800" y="3663997"/>
                  <a:pt x="4121197" y="3657600"/>
                  <a:pt x="4129088" y="3657600"/>
                </a:cubicBezTo>
                <a:cubicBezTo>
                  <a:pt x="4136978" y="3657600"/>
                  <a:pt x="4143375" y="3663997"/>
                  <a:pt x="4143375" y="3671888"/>
                </a:cubicBezTo>
                <a:close/>
                <a:moveTo>
                  <a:pt x="4143375" y="3824288"/>
                </a:moveTo>
                <a:cubicBezTo>
                  <a:pt x="4143375" y="3832178"/>
                  <a:pt x="4136978" y="3838575"/>
                  <a:pt x="4129088" y="3838575"/>
                </a:cubicBezTo>
                <a:cubicBezTo>
                  <a:pt x="4121197" y="3838575"/>
                  <a:pt x="4114800" y="3832178"/>
                  <a:pt x="4114800" y="3824288"/>
                </a:cubicBezTo>
                <a:cubicBezTo>
                  <a:pt x="4114800" y="3816397"/>
                  <a:pt x="4121197" y="3810000"/>
                  <a:pt x="4129088" y="3810000"/>
                </a:cubicBezTo>
                <a:cubicBezTo>
                  <a:pt x="4136978" y="3810000"/>
                  <a:pt x="4143375" y="3816397"/>
                  <a:pt x="4143375" y="3824288"/>
                </a:cubicBezTo>
                <a:close/>
                <a:moveTo>
                  <a:pt x="4143375" y="3976688"/>
                </a:moveTo>
                <a:cubicBezTo>
                  <a:pt x="4143375" y="3984578"/>
                  <a:pt x="4136978" y="3990975"/>
                  <a:pt x="4129088" y="3990975"/>
                </a:cubicBezTo>
                <a:cubicBezTo>
                  <a:pt x="4121197" y="3990975"/>
                  <a:pt x="4114800" y="3984578"/>
                  <a:pt x="4114800" y="3976688"/>
                </a:cubicBezTo>
                <a:cubicBezTo>
                  <a:pt x="4114800" y="3968797"/>
                  <a:pt x="4121197" y="3962400"/>
                  <a:pt x="4129088" y="3962400"/>
                </a:cubicBezTo>
                <a:cubicBezTo>
                  <a:pt x="4136978" y="3962400"/>
                  <a:pt x="4143375" y="3968797"/>
                  <a:pt x="4143375" y="3976688"/>
                </a:cubicBezTo>
                <a:close/>
                <a:moveTo>
                  <a:pt x="4143375" y="4129088"/>
                </a:moveTo>
                <a:cubicBezTo>
                  <a:pt x="4143375" y="4136978"/>
                  <a:pt x="4136978" y="4143375"/>
                  <a:pt x="4129088" y="4143375"/>
                </a:cubicBezTo>
                <a:cubicBezTo>
                  <a:pt x="4121197" y="4143375"/>
                  <a:pt x="4114800" y="4136978"/>
                  <a:pt x="4114800" y="4129088"/>
                </a:cubicBezTo>
                <a:cubicBezTo>
                  <a:pt x="4114800" y="4121197"/>
                  <a:pt x="4121197" y="4114800"/>
                  <a:pt x="4129088" y="4114800"/>
                </a:cubicBezTo>
                <a:cubicBezTo>
                  <a:pt x="4136978" y="4114800"/>
                  <a:pt x="4143375" y="4121197"/>
                  <a:pt x="4143375" y="4129088"/>
                </a:cubicBezTo>
                <a:close/>
                <a:moveTo>
                  <a:pt x="4143375" y="4281488"/>
                </a:moveTo>
                <a:cubicBezTo>
                  <a:pt x="4143375" y="4289378"/>
                  <a:pt x="4136978" y="4295775"/>
                  <a:pt x="4129088" y="4295775"/>
                </a:cubicBezTo>
                <a:cubicBezTo>
                  <a:pt x="4121197" y="4295775"/>
                  <a:pt x="4114800" y="4289378"/>
                  <a:pt x="4114800" y="4281488"/>
                </a:cubicBezTo>
                <a:cubicBezTo>
                  <a:pt x="4114800" y="4273597"/>
                  <a:pt x="4121197" y="4267200"/>
                  <a:pt x="4129088" y="4267200"/>
                </a:cubicBezTo>
                <a:cubicBezTo>
                  <a:pt x="4136978" y="4267200"/>
                  <a:pt x="4143375" y="4273597"/>
                  <a:pt x="4143375" y="4281488"/>
                </a:cubicBezTo>
                <a:close/>
                <a:moveTo>
                  <a:pt x="4143375" y="4433888"/>
                </a:moveTo>
                <a:cubicBezTo>
                  <a:pt x="4143375" y="4441778"/>
                  <a:pt x="4136978" y="4448175"/>
                  <a:pt x="4129088" y="4448175"/>
                </a:cubicBezTo>
                <a:cubicBezTo>
                  <a:pt x="4121197" y="4448175"/>
                  <a:pt x="4114800" y="4441778"/>
                  <a:pt x="4114800" y="4433888"/>
                </a:cubicBezTo>
                <a:cubicBezTo>
                  <a:pt x="4114800" y="4425997"/>
                  <a:pt x="4121197" y="4419600"/>
                  <a:pt x="4129088" y="4419600"/>
                </a:cubicBezTo>
                <a:cubicBezTo>
                  <a:pt x="4136978" y="4419600"/>
                  <a:pt x="4143375" y="4425997"/>
                  <a:pt x="4143375" y="4433888"/>
                </a:cubicBezTo>
                <a:close/>
                <a:moveTo>
                  <a:pt x="4143375" y="4586288"/>
                </a:moveTo>
                <a:cubicBezTo>
                  <a:pt x="4143375" y="4594178"/>
                  <a:pt x="4136978" y="4600575"/>
                  <a:pt x="4129088" y="4600575"/>
                </a:cubicBezTo>
                <a:cubicBezTo>
                  <a:pt x="4121197" y="4600575"/>
                  <a:pt x="4114800" y="4594178"/>
                  <a:pt x="4114800" y="4586288"/>
                </a:cubicBezTo>
                <a:cubicBezTo>
                  <a:pt x="4114800" y="4578397"/>
                  <a:pt x="4121197" y="4572000"/>
                  <a:pt x="4129088" y="4572000"/>
                </a:cubicBezTo>
                <a:cubicBezTo>
                  <a:pt x="4136978" y="4572000"/>
                  <a:pt x="4143375" y="4578397"/>
                  <a:pt x="4143375" y="4586288"/>
                </a:cubicBezTo>
                <a:close/>
                <a:moveTo>
                  <a:pt x="4143375" y="4738688"/>
                </a:moveTo>
                <a:cubicBezTo>
                  <a:pt x="4143375" y="4746578"/>
                  <a:pt x="4136978" y="4752975"/>
                  <a:pt x="4129088" y="4752975"/>
                </a:cubicBezTo>
                <a:cubicBezTo>
                  <a:pt x="4121197" y="4752975"/>
                  <a:pt x="4114800" y="4746578"/>
                  <a:pt x="4114800" y="4738688"/>
                </a:cubicBezTo>
                <a:cubicBezTo>
                  <a:pt x="4114800" y="4730797"/>
                  <a:pt x="4121197" y="4724400"/>
                  <a:pt x="4129088" y="4724400"/>
                </a:cubicBezTo>
                <a:cubicBezTo>
                  <a:pt x="4136978" y="4724400"/>
                  <a:pt x="4143375" y="4730797"/>
                  <a:pt x="4143375" y="4738688"/>
                </a:cubicBezTo>
                <a:close/>
                <a:moveTo>
                  <a:pt x="4295775" y="14288"/>
                </a:moveTo>
                <a:cubicBezTo>
                  <a:pt x="4295775" y="22178"/>
                  <a:pt x="4289378" y="28575"/>
                  <a:pt x="4281488" y="28575"/>
                </a:cubicBezTo>
                <a:cubicBezTo>
                  <a:pt x="4273597" y="28575"/>
                  <a:pt x="4267200" y="22178"/>
                  <a:pt x="4267200" y="14288"/>
                </a:cubicBezTo>
                <a:cubicBezTo>
                  <a:pt x="4267200" y="6397"/>
                  <a:pt x="4273597" y="0"/>
                  <a:pt x="4281488" y="0"/>
                </a:cubicBezTo>
                <a:cubicBezTo>
                  <a:pt x="4289378" y="0"/>
                  <a:pt x="4295775" y="6397"/>
                  <a:pt x="4295775" y="14288"/>
                </a:cubicBezTo>
                <a:close/>
                <a:moveTo>
                  <a:pt x="4295775" y="166688"/>
                </a:moveTo>
                <a:cubicBezTo>
                  <a:pt x="4295775" y="174578"/>
                  <a:pt x="4289378" y="180975"/>
                  <a:pt x="4281488" y="180975"/>
                </a:cubicBezTo>
                <a:cubicBezTo>
                  <a:pt x="4273597" y="180975"/>
                  <a:pt x="4267200" y="174578"/>
                  <a:pt x="4267200" y="166688"/>
                </a:cubicBezTo>
                <a:cubicBezTo>
                  <a:pt x="4267200" y="158797"/>
                  <a:pt x="4273597" y="152400"/>
                  <a:pt x="4281488" y="152400"/>
                </a:cubicBezTo>
                <a:cubicBezTo>
                  <a:pt x="4289378" y="152400"/>
                  <a:pt x="4295775" y="158797"/>
                  <a:pt x="4295775" y="166688"/>
                </a:cubicBezTo>
                <a:close/>
                <a:moveTo>
                  <a:pt x="4295775" y="319088"/>
                </a:moveTo>
                <a:cubicBezTo>
                  <a:pt x="4295775" y="326978"/>
                  <a:pt x="4289378" y="333375"/>
                  <a:pt x="4281488" y="333375"/>
                </a:cubicBezTo>
                <a:cubicBezTo>
                  <a:pt x="4273597" y="333375"/>
                  <a:pt x="4267200" y="326978"/>
                  <a:pt x="4267200" y="319088"/>
                </a:cubicBezTo>
                <a:cubicBezTo>
                  <a:pt x="4267200" y="311197"/>
                  <a:pt x="4273597" y="304800"/>
                  <a:pt x="4281488" y="304800"/>
                </a:cubicBezTo>
                <a:cubicBezTo>
                  <a:pt x="4289378" y="304800"/>
                  <a:pt x="4295775" y="311197"/>
                  <a:pt x="4295775" y="319088"/>
                </a:cubicBezTo>
                <a:close/>
                <a:moveTo>
                  <a:pt x="4295775" y="471488"/>
                </a:moveTo>
                <a:cubicBezTo>
                  <a:pt x="4295775" y="479378"/>
                  <a:pt x="4289378" y="485775"/>
                  <a:pt x="4281488" y="485775"/>
                </a:cubicBezTo>
                <a:cubicBezTo>
                  <a:pt x="4273597" y="485775"/>
                  <a:pt x="4267200" y="479378"/>
                  <a:pt x="4267200" y="471488"/>
                </a:cubicBezTo>
                <a:cubicBezTo>
                  <a:pt x="4267200" y="463597"/>
                  <a:pt x="4273597" y="457200"/>
                  <a:pt x="4281488" y="457200"/>
                </a:cubicBezTo>
                <a:cubicBezTo>
                  <a:pt x="4289378" y="457200"/>
                  <a:pt x="4295775" y="463597"/>
                  <a:pt x="4295775" y="471488"/>
                </a:cubicBezTo>
                <a:close/>
                <a:moveTo>
                  <a:pt x="4295775" y="623888"/>
                </a:moveTo>
                <a:cubicBezTo>
                  <a:pt x="4295775" y="631778"/>
                  <a:pt x="4289378" y="638175"/>
                  <a:pt x="4281488" y="638175"/>
                </a:cubicBezTo>
                <a:cubicBezTo>
                  <a:pt x="4273597" y="638175"/>
                  <a:pt x="4267200" y="631778"/>
                  <a:pt x="4267200" y="623888"/>
                </a:cubicBezTo>
                <a:cubicBezTo>
                  <a:pt x="4267200" y="615997"/>
                  <a:pt x="4273597" y="609600"/>
                  <a:pt x="4281488" y="609600"/>
                </a:cubicBezTo>
                <a:cubicBezTo>
                  <a:pt x="4289378" y="609600"/>
                  <a:pt x="4295775" y="615997"/>
                  <a:pt x="4295775" y="623888"/>
                </a:cubicBezTo>
                <a:close/>
                <a:moveTo>
                  <a:pt x="4295775" y="776288"/>
                </a:moveTo>
                <a:cubicBezTo>
                  <a:pt x="4295775" y="784178"/>
                  <a:pt x="4289378" y="790575"/>
                  <a:pt x="4281488" y="790575"/>
                </a:cubicBezTo>
                <a:cubicBezTo>
                  <a:pt x="4273597" y="790575"/>
                  <a:pt x="4267200" y="784178"/>
                  <a:pt x="4267200" y="776288"/>
                </a:cubicBezTo>
                <a:cubicBezTo>
                  <a:pt x="4267200" y="768397"/>
                  <a:pt x="4273597" y="762000"/>
                  <a:pt x="4281488" y="762000"/>
                </a:cubicBezTo>
                <a:cubicBezTo>
                  <a:pt x="4289378" y="762000"/>
                  <a:pt x="4295775" y="768397"/>
                  <a:pt x="4295775" y="776288"/>
                </a:cubicBezTo>
                <a:close/>
                <a:moveTo>
                  <a:pt x="4295775" y="928688"/>
                </a:moveTo>
                <a:cubicBezTo>
                  <a:pt x="4295775" y="936578"/>
                  <a:pt x="4289378" y="942975"/>
                  <a:pt x="4281488" y="942975"/>
                </a:cubicBezTo>
                <a:cubicBezTo>
                  <a:pt x="4273597" y="942975"/>
                  <a:pt x="4267200" y="936578"/>
                  <a:pt x="4267200" y="928688"/>
                </a:cubicBezTo>
                <a:cubicBezTo>
                  <a:pt x="4267200" y="920797"/>
                  <a:pt x="4273597" y="914400"/>
                  <a:pt x="4281488" y="914400"/>
                </a:cubicBezTo>
                <a:cubicBezTo>
                  <a:pt x="4289378" y="914400"/>
                  <a:pt x="4295775" y="920797"/>
                  <a:pt x="4295775" y="928688"/>
                </a:cubicBezTo>
                <a:close/>
                <a:moveTo>
                  <a:pt x="4295775" y="1081088"/>
                </a:moveTo>
                <a:cubicBezTo>
                  <a:pt x="4295775" y="1088978"/>
                  <a:pt x="4289378" y="1095375"/>
                  <a:pt x="4281488" y="1095375"/>
                </a:cubicBezTo>
                <a:cubicBezTo>
                  <a:pt x="4273597" y="1095375"/>
                  <a:pt x="4267200" y="1088978"/>
                  <a:pt x="4267200" y="1081088"/>
                </a:cubicBezTo>
                <a:cubicBezTo>
                  <a:pt x="4267200" y="1073197"/>
                  <a:pt x="4273597" y="1066800"/>
                  <a:pt x="4281488" y="1066800"/>
                </a:cubicBezTo>
                <a:cubicBezTo>
                  <a:pt x="4289378" y="1066800"/>
                  <a:pt x="4295775" y="1073197"/>
                  <a:pt x="4295775" y="1081088"/>
                </a:cubicBezTo>
                <a:close/>
                <a:moveTo>
                  <a:pt x="4295775" y="1233488"/>
                </a:moveTo>
                <a:cubicBezTo>
                  <a:pt x="4295775" y="1241378"/>
                  <a:pt x="4289378" y="1247775"/>
                  <a:pt x="4281488" y="1247775"/>
                </a:cubicBezTo>
                <a:cubicBezTo>
                  <a:pt x="4273597" y="1247775"/>
                  <a:pt x="4267200" y="1241378"/>
                  <a:pt x="4267200" y="1233488"/>
                </a:cubicBezTo>
                <a:cubicBezTo>
                  <a:pt x="4267200" y="1225597"/>
                  <a:pt x="4273597" y="1219200"/>
                  <a:pt x="4281488" y="1219200"/>
                </a:cubicBezTo>
                <a:cubicBezTo>
                  <a:pt x="4289378" y="1219200"/>
                  <a:pt x="4295775" y="1225597"/>
                  <a:pt x="4295775" y="1233488"/>
                </a:cubicBezTo>
                <a:close/>
                <a:moveTo>
                  <a:pt x="4295775" y="1385888"/>
                </a:moveTo>
                <a:cubicBezTo>
                  <a:pt x="4295775" y="1393778"/>
                  <a:pt x="4289378" y="1400175"/>
                  <a:pt x="4281488" y="1400175"/>
                </a:cubicBezTo>
                <a:cubicBezTo>
                  <a:pt x="4273597" y="1400175"/>
                  <a:pt x="4267200" y="1393778"/>
                  <a:pt x="4267200" y="1385888"/>
                </a:cubicBezTo>
                <a:cubicBezTo>
                  <a:pt x="4267200" y="1377997"/>
                  <a:pt x="4273597" y="1371600"/>
                  <a:pt x="4281488" y="1371600"/>
                </a:cubicBezTo>
                <a:cubicBezTo>
                  <a:pt x="4289378" y="1371600"/>
                  <a:pt x="4295775" y="1377997"/>
                  <a:pt x="4295775" y="1385888"/>
                </a:cubicBezTo>
                <a:close/>
                <a:moveTo>
                  <a:pt x="4295775" y="1538288"/>
                </a:moveTo>
                <a:cubicBezTo>
                  <a:pt x="4295775" y="1546178"/>
                  <a:pt x="4289378" y="1552575"/>
                  <a:pt x="4281488" y="1552575"/>
                </a:cubicBezTo>
                <a:cubicBezTo>
                  <a:pt x="4273597" y="1552575"/>
                  <a:pt x="4267200" y="1546178"/>
                  <a:pt x="4267200" y="1538288"/>
                </a:cubicBezTo>
                <a:cubicBezTo>
                  <a:pt x="4267200" y="1530397"/>
                  <a:pt x="4273597" y="1524000"/>
                  <a:pt x="4281488" y="1524000"/>
                </a:cubicBezTo>
                <a:cubicBezTo>
                  <a:pt x="4289378" y="1524000"/>
                  <a:pt x="4295775" y="1530397"/>
                  <a:pt x="4295775" y="1538288"/>
                </a:cubicBezTo>
                <a:close/>
                <a:moveTo>
                  <a:pt x="4295775" y="1690688"/>
                </a:moveTo>
                <a:cubicBezTo>
                  <a:pt x="4295775" y="1698578"/>
                  <a:pt x="4289378" y="1704975"/>
                  <a:pt x="4281488" y="1704975"/>
                </a:cubicBezTo>
                <a:cubicBezTo>
                  <a:pt x="4273597" y="1704975"/>
                  <a:pt x="4267200" y="1698578"/>
                  <a:pt x="4267200" y="1690688"/>
                </a:cubicBezTo>
                <a:cubicBezTo>
                  <a:pt x="4267200" y="1682797"/>
                  <a:pt x="4273597" y="1676400"/>
                  <a:pt x="4281488" y="1676400"/>
                </a:cubicBezTo>
                <a:cubicBezTo>
                  <a:pt x="4289378" y="1676400"/>
                  <a:pt x="4295775" y="1682797"/>
                  <a:pt x="4295775" y="1690688"/>
                </a:cubicBezTo>
                <a:close/>
                <a:moveTo>
                  <a:pt x="4295775" y="1843088"/>
                </a:moveTo>
                <a:cubicBezTo>
                  <a:pt x="4295775" y="1850978"/>
                  <a:pt x="4289378" y="1857375"/>
                  <a:pt x="4281488" y="1857375"/>
                </a:cubicBezTo>
                <a:cubicBezTo>
                  <a:pt x="4273597" y="1857375"/>
                  <a:pt x="4267200" y="1850978"/>
                  <a:pt x="4267200" y="1843088"/>
                </a:cubicBezTo>
                <a:cubicBezTo>
                  <a:pt x="4267200" y="1835197"/>
                  <a:pt x="4273597" y="1828800"/>
                  <a:pt x="4281488" y="1828800"/>
                </a:cubicBezTo>
                <a:cubicBezTo>
                  <a:pt x="4289378" y="1828800"/>
                  <a:pt x="4295775" y="1835197"/>
                  <a:pt x="4295775" y="1843088"/>
                </a:cubicBezTo>
                <a:close/>
                <a:moveTo>
                  <a:pt x="4295775" y="1995488"/>
                </a:moveTo>
                <a:cubicBezTo>
                  <a:pt x="4295775" y="2003378"/>
                  <a:pt x="4289378" y="2009775"/>
                  <a:pt x="4281488" y="2009775"/>
                </a:cubicBezTo>
                <a:cubicBezTo>
                  <a:pt x="4273597" y="2009775"/>
                  <a:pt x="4267200" y="2003378"/>
                  <a:pt x="4267200" y="1995488"/>
                </a:cubicBezTo>
                <a:cubicBezTo>
                  <a:pt x="4267200" y="1987597"/>
                  <a:pt x="4273597" y="1981200"/>
                  <a:pt x="4281488" y="1981200"/>
                </a:cubicBezTo>
                <a:cubicBezTo>
                  <a:pt x="4289378" y="1981200"/>
                  <a:pt x="4295775" y="1987597"/>
                  <a:pt x="4295775" y="1995488"/>
                </a:cubicBezTo>
                <a:close/>
                <a:moveTo>
                  <a:pt x="4295775" y="2147888"/>
                </a:moveTo>
                <a:cubicBezTo>
                  <a:pt x="4295775" y="2155778"/>
                  <a:pt x="4289378" y="2162175"/>
                  <a:pt x="4281488" y="2162175"/>
                </a:cubicBezTo>
                <a:cubicBezTo>
                  <a:pt x="4273597" y="2162175"/>
                  <a:pt x="4267200" y="2155778"/>
                  <a:pt x="4267200" y="2147888"/>
                </a:cubicBezTo>
                <a:cubicBezTo>
                  <a:pt x="4267200" y="2139997"/>
                  <a:pt x="4273597" y="2133600"/>
                  <a:pt x="4281488" y="2133600"/>
                </a:cubicBezTo>
                <a:cubicBezTo>
                  <a:pt x="4289378" y="2133600"/>
                  <a:pt x="4295775" y="2139997"/>
                  <a:pt x="4295775" y="2147888"/>
                </a:cubicBezTo>
                <a:close/>
                <a:moveTo>
                  <a:pt x="4295775" y="2300288"/>
                </a:moveTo>
                <a:cubicBezTo>
                  <a:pt x="4295775" y="2308178"/>
                  <a:pt x="4289378" y="2314575"/>
                  <a:pt x="4281488" y="2314575"/>
                </a:cubicBezTo>
                <a:cubicBezTo>
                  <a:pt x="4273597" y="2314575"/>
                  <a:pt x="4267200" y="2308178"/>
                  <a:pt x="4267200" y="2300288"/>
                </a:cubicBezTo>
                <a:cubicBezTo>
                  <a:pt x="4267200" y="2292397"/>
                  <a:pt x="4273597" y="2286000"/>
                  <a:pt x="4281488" y="2286000"/>
                </a:cubicBezTo>
                <a:cubicBezTo>
                  <a:pt x="4289378" y="2286000"/>
                  <a:pt x="4295775" y="2292397"/>
                  <a:pt x="4295775" y="2300288"/>
                </a:cubicBezTo>
                <a:close/>
                <a:moveTo>
                  <a:pt x="4295775" y="2452688"/>
                </a:moveTo>
                <a:cubicBezTo>
                  <a:pt x="4295775" y="2460578"/>
                  <a:pt x="4289378" y="2466975"/>
                  <a:pt x="4281488" y="2466975"/>
                </a:cubicBezTo>
                <a:cubicBezTo>
                  <a:pt x="4273597" y="2466975"/>
                  <a:pt x="4267200" y="2460578"/>
                  <a:pt x="4267200" y="2452688"/>
                </a:cubicBezTo>
                <a:cubicBezTo>
                  <a:pt x="4267200" y="2444797"/>
                  <a:pt x="4273597" y="2438400"/>
                  <a:pt x="4281488" y="2438400"/>
                </a:cubicBezTo>
                <a:cubicBezTo>
                  <a:pt x="4289378" y="2438400"/>
                  <a:pt x="4295775" y="2444797"/>
                  <a:pt x="4295775" y="2452688"/>
                </a:cubicBezTo>
                <a:close/>
                <a:moveTo>
                  <a:pt x="4295775" y="2605088"/>
                </a:moveTo>
                <a:cubicBezTo>
                  <a:pt x="4295775" y="2612978"/>
                  <a:pt x="4289378" y="2619375"/>
                  <a:pt x="4281488" y="2619375"/>
                </a:cubicBezTo>
                <a:cubicBezTo>
                  <a:pt x="4273597" y="2619375"/>
                  <a:pt x="4267200" y="2612978"/>
                  <a:pt x="4267200" y="2605088"/>
                </a:cubicBezTo>
                <a:cubicBezTo>
                  <a:pt x="4267200" y="2597197"/>
                  <a:pt x="4273597" y="2590800"/>
                  <a:pt x="4281488" y="2590800"/>
                </a:cubicBezTo>
                <a:cubicBezTo>
                  <a:pt x="4289378" y="2590800"/>
                  <a:pt x="4295775" y="2597197"/>
                  <a:pt x="4295775" y="2605088"/>
                </a:cubicBezTo>
                <a:close/>
                <a:moveTo>
                  <a:pt x="4295775" y="2757488"/>
                </a:moveTo>
                <a:cubicBezTo>
                  <a:pt x="4295775" y="2765378"/>
                  <a:pt x="4289378" y="2771775"/>
                  <a:pt x="4281488" y="2771775"/>
                </a:cubicBezTo>
                <a:cubicBezTo>
                  <a:pt x="4273597" y="2771775"/>
                  <a:pt x="4267200" y="2765378"/>
                  <a:pt x="4267200" y="2757488"/>
                </a:cubicBezTo>
                <a:cubicBezTo>
                  <a:pt x="4267200" y="2749597"/>
                  <a:pt x="4273597" y="2743200"/>
                  <a:pt x="4281488" y="2743200"/>
                </a:cubicBezTo>
                <a:cubicBezTo>
                  <a:pt x="4289378" y="2743200"/>
                  <a:pt x="4295775" y="2749597"/>
                  <a:pt x="4295775" y="2757488"/>
                </a:cubicBezTo>
                <a:close/>
                <a:moveTo>
                  <a:pt x="4295775" y="2909888"/>
                </a:moveTo>
                <a:cubicBezTo>
                  <a:pt x="4295775" y="2917778"/>
                  <a:pt x="4289378" y="2924175"/>
                  <a:pt x="4281488" y="2924175"/>
                </a:cubicBezTo>
                <a:cubicBezTo>
                  <a:pt x="4273597" y="2924175"/>
                  <a:pt x="4267200" y="2917778"/>
                  <a:pt x="4267200" y="2909888"/>
                </a:cubicBezTo>
                <a:cubicBezTo>
                  <a:pt x="4267200" y="2901997"/>
                  <a:pt x="4273597" y="2895600"/>
                  <a:pt x="4281488" y="2895600"/>
                </a:cubicBezTo>
                <a:cubicBezTo>
                  <a:pt x="4289378" y="2895600"/>
                  <a:pt x="4295775" y="2901997"/>
                  <a:pt x="4295775" y="2909888"/>
                </a:cubicBezTo>
                <a:close/>
                <a:moveTo>
                  <a:pt x="4295775" y="3062288"/>
                </a:moveTo>
                <a:cubicBezTo>
                  <a:pt x="4295775" y="3070178"/>
                  <a:pt x="4289378" y="3076575"/>
                  <a:pt x="4281488" y="3076575"/>
                </a:cubicBezTo>
                <a:cubicBezTo>
                  <a:pt x="4273597" y="3076575"/>
                  <a:pt x="4267200" y="3070178"/>
                  <a:pt x="4267200" y="3062288"/>
                </a:cubicBezTo>
                <a:cubicBezTo>
                  <a:pt x="4267200" y="3054397"/>
                  <a:pt x="4273597" y="3048000"/>
                  <a:pt x="4281488" y="3048000"/>
                </a:cubicBezTo>
                <a:cubicBezTo>
                  <a:pt x="4289378" y="3048000"/>
                  <a:pt x="4295775" y="3054397"/>
                  <a:pt x="4295775" y="3062288"/>
                </a:cubicBezTo>
                <a:close/>
                <a:moveTo>
                  <a:pt x="4295775" y="3214688"/>
                </a:moveTo>
                <a:cubicBezTo>
                  <a:pt x="4295775" y="3222578"/>
                  <a:pt x="4289378" y="3228975"/>
                  <a:pt x="4281488" y="3228975"/>
                </a:cubicBezTo>
                <a:cubicBezTo>
                  <a:pt x="4273597" y="3228975"/>
                  <a:pt x="4267200" y="3222578"/>
                  <a:pt x="4267200" y="3214688"/>
                </a:cubicBezTo>
                <a:cubicBezTo>
                  <a:pt x="4267200" y="3206797"/>
                  <a:pt x="4273597" y="3200400"/>
                  <a:pt x="4281488" y="3200400"/>
                </a:cubicBezTo>
                <a:cubicBezTo>
                  <a:pt x="4289378" y="3200400"/>
                  <a:pt x="4295775" y="3206797"/>
                  <a:pt x="4295775" y="3214688"/>
                </a:cubicBezTo>
                <a:close/>
                <a:moveTo>
                  <a:pt x="4295775" y="3367088"/>
                </a:moveTo>
                <a:cubicBezTo>
                  <a:pt x="4295775" y="3374978"/>
                  <a:pt x="4289378" y="3381375"/>
                  <a:pt x="4281488" y="3381375"/>
                </a:cubicBezTo>
                <a:cubicBezTo>
                  <a:pt x="4273597" y="3381375"/>
                  <a:pt x="4267200" y="3374978"/>
                  <a:pt x="4267200" y="3367088"/>
                </a:cubicBezTo>
                <a:cubicBezTo>
                  <a:pt x="4267200" y="3359197"/>
                  <a:pt x="4273597" y="3352800"/>
                  <a:pt x="4281488" y="3352800"/>
                </a:cubicBezTo>
                <a:cubicBezTo>
                  <a:pt x="4289378" y="3352800"/>
                  <a:pt x="4295775" y="3359197"/>
                  <a:pt x="4295775" y="3367088"/>
                </a:cubicBezTo>
                <a:close/>
                <a:moveTo>
                  <a:pt x="4295775" y="3519488"/>
                </a:moveTo>
                <a:cubicBezTo>
                  <a:pt x="4295775" y="3527378"/>
                  <a:pt x="4289378" y="3533775"/>
                  <a:pt x="4281488" y="3533775"/>
                </a:cubicBezTo>
                <a:cubicBezTo>
                  <a:pt x="4273597" y="3533775"/>
                  <a:pt x="4267200" y="3527378"/>
                  <a:pt x="4267200" y="3519488"/>
                </a:cubicBezTo>
                <a:cubicBezTo>
                  <a:pt x="4267200" y="3511597"/>
                  <a:pt x="4273597" y="3505200"/>
                  <a:pt x="4281488" y="3505200"/>
                </a:cubicBezTo>
                <a:cubicBezTo>
                  <a:pt x="4289378" y="3505200"/>
                  <a:pt x="4295775" y="3511597"/>
                  <a:pt x="4295775" y="3519488"/>
                </a:cubicBezTo>
                <a:close/>
                <a:moveTo>
                  <a:pt x="4295775" y="3671888"/>
                </a:moveTo>
                <a:cubicBezTo>
                  <a:pt x="4295775" y="3679778"/>
                  <a:pt x="4289378" y="3686175"/>
                  <a:pt x="4281488" y="3686175"/>
                </a:cubicBezTo>
                <a:cubicBezTo>
                  <a:pt x="4273597" y="3686175"/>
                  <a:pt x="4267200" y="3679778"/>
                  <a:pt x="4267200" y="3671888"/>
                </a:cubicBezTo>
                <a:cubicBezTo>
                  <a:pt x="4267200" y="3663997"/>
                  <a:pt x="4273597" y="3657600"/>
                  <a:pt x="4281488" y="3657600"/>
                </a:cubicBezTo>
                <a:cubicBezTo>
                  <a:pt x="4289378" y="3657600"/>
                  <a:pt x="4295775" y="3663997"/>
                  <a:pt x="4295775" y="3671888"/>
                </a:cubicBezTo>
                <a:close/>
                <a:moveTo>
                  <a:pt x="4295775" y="3824288"/>
                </a:moveTo>
                <a:cubicBezTo>
                  <a:pt x="4295775" y="3832178"/>
                  <a:pt x="4289378" y="3838575"/>
                  <a:pt x="4281488" y="3838575"/>
                </a:cubicBezTo>
                <a:cubicBezTo>
                  <a:pt x="4273597" y="3838575"/>
                  <a:pt x="4267200" y="3832178"/>
                  <a:pt x="4267200" y="3824288"/>
                </a:cubicBezTo>
                <a:cubicBezTo>
                  <a:pt x="4267200" y="3816397"/>
                  <a:pt x="4273597" y="3810000"/>
                  <a:pt x="4281488" y="3810000"/>
                </a:cubicBezTo>
                <a:cubicBezTo>
                  <a:pt x="4289378" y="3810000"/>
                  <a:pt x="4295775" y="3816397"/>
                  <a:pt x="4295775" y="3824288"/>
                </a:cubicBezTo>
                <a:close/>
                <a:moveTo>
                  <a:pt x="4295775" y="3976688"/>
                </a:moveTo>
                <a:cubicBezTo>
                  <a:pt x="4295775" y="3984578"/>
                  <a:pt x="4289378" y="3990975"/>
                  <a:pt x="4281488" y="3990975"/>
                </a:cubicBezTo>
                <a:cubicBezTo>
                  <a:pt x="4273597" y="3990975"/>
                  <a:pt x="4267200" y="3984578"/>
                  <a:pt x="4267200" y="3976688"/>
                </a:cubicBezTo>
                <a:cubicBezTo>
                  <a:pt x="4267200" y="3968797"/>
                  <a:pt x="4273597" y="3962400"/>
                  <a:pt x="4281488" y="3962400"/>
                </a:cubicBezTo>
                <a:cubicBezTo>
                  <a:pt x="4289378" y="3962400"/>
                  <a:pt x="4295775" y="3968797"/>
                  <a:pt x="4295775" y="3976688"/>
                </a:cubicBezTo>
                <a:close/>
                <a:moveTo>
                  <a:pt x="4295775" y="4129088"/>
                </a:moveTo>
                <a:cubicBezTo>
                  <a:pt x="4295775" y="4136978"/>
                  <a:pt x="4289378" y="4143375"/>
                  <a:pt x="4281488" y="4143375"/>
                </a:cubicBezTo>
                <a:cubicBezTo>
                  <a:pt x="4273597" y="4143375"/>
                  <a:pt x="4267200" y="4136978"/>
                  <a:pt x="4267200" y="4129088"/>
                </a:cubicBezTo>
                <a:cubicBezTo>
                  <a:pt x="4267200" y="4121197"/>
                  <a:pt x="4273597" y="4114800"/>
                  <a:pt x="4281488" y="4114800"/>
                </a:cubicBezTo>
                <a:cubicBezTo>
                  <a:pt x="4289378" y="4114800"/>
                  <a:pt x="4295775" y="4121197"/>
                  <a:pt x="4295775" y="4129088"/>
                </a:cubicBezTo>
                <a:close/>
                <a:moveTo>
                  <a:pt x="4295775" y="4281488"/>
                </a:moveTo>
                <a:cubicBezTo>
                  <a:pt x="4295775" y="4289378"/>
                  <a:pt x="4289378" y="4295775"/>
                  <a:pt x="4281488" y="4295775"/>
                </a:cubicBezTo>
                <a:cubicBezTo>
                  <a:pt x="4273597" y="4295775"/>
                  <a:pt x="4267200" y="4289378"/>
                  <a:pt x="4267200" y="4281488"/>
                </a:cubicBezTo>
                <a:cubicBezTo>
                  <a:pt x="4267200" y="4273597"/>
                  <a:pt x="4273597" y="4267200"/>
                  <a:pt x="4281488" y="4267200"/>
                </a:cubicBezTo>
                <a:cubicBezTo>
                  <a:pt x="4289378" y="4267200"/>
                  <a:pt x="4295775" y="4273597"/>
                  <a:pt x="4295775" y="4281488"/>
                </a:cubicBezTo>
                <a:close/>
                <a:moveTo>
                  <a:pt x="4295775" y="4433888"/>
                </a:moveTo>
                <a:cubicBezTo>
                  <a:pt x="4295775" y="4441778"/>
                  <a:pt x="4289378" y="4448175"/>
                  <a:pt x="4281488" y="4448175"/>
                </a:cubicBezTo>
                <a:cubicBezTo>
                  <a:pt x="4273597" y="4448175"/>
                  <a:pt x="4267200" y="4441778"/>
                  <a:pt x="4267200" y="4433888"/>
                </a:cubicBezTo>
                <a:cubicBezTo>
                  <a:pt x="4267200" y="4425997"/>
                  <a:pt x="4273597" y="4419600"/>
                  <a:pt x="4281488" y="4419600"/>
                </a:cubicBezTo>
                <a:cubicBezTo>
                  <a:pt x="4289378" y="4419600"/>
                  <a:pt x="4295775" y="4425997"/>
                  <a:pt x="4295775" y="4433888"/>
                </a:cubicBezTo>
                <a:close/>
                <a:moveTo>
                  <a:pt x="4295775" y="4586288"/>
                </a:moveTo>
                <a:cubicBezTo>
                  <a:pt x="4295775" y="4594178"/>
                  <a:pt x="4289378" y="4600575"/>
                  <a:pt x="4281488" y="4600575"/>
                </a:cubicBezTo>
                <a:cubicBezTo>
                  <a:pt x="4273597" y="4600575"/>
                  <a:pt x="4267200" y="4594178"/>
                  <a:pt x="4267200" y="4586288"/>
                </a:cubicBezTo>
                <a:cubicBezTo>
                  <a:pt x="4267200" y="4578397"/>
                  <a:pt x="4273597" y="4572000"/>
                  <a:pt x="4281488" y="4572000"/>
                </a:cubicBezTo>
                <a:cubicBezTo>
                  <a:pt x="4289378" y="4572000"/>
                  <a:pt x="4295775" y="4578397"/>
                  <a:pt x="4295775" y="4586288"/>
                </a:cubicBezTo>
                <a:close/>
                <a:moveTo>
                  <a:pt x="4295775" y="4738688"/>
                </a:moveTo>
                <a:cubicBezTo>
                  <a:pt x="4295775" y="4746578"/>
                  <a:pt x="4289378" y="4752975"/>
                  <a:pt x="4281488" y="4752975"/>
                </a:cubicBezTo>
                <a:cubicBezTo>
                  <a:pt x="4273597" y="4752975"/>
                  <a:pt x="4267200" y="4746578"/>
                  <a:pt x="4267200" y="4738688"/>
                </a:cubicBezTo>
                <a:cubicBezTo>
                  <a:pt x="4267200" y="4730797"/>
                  <a:pt x="4273597" y="4724400"/>
                  <a:pt x="4281488" y="4724400"/>
                </a:cubicBezTo>
                <a:cubicBezTo>
                  <a:pt x="4289378" y="4724400"/>
                  <a:pt x="4295775" y="4730797"/>
                  <a:pt x="4295775" y="4738688"/>
                </a:cubicBezTo>
                <a:close/>
                <a:moveTo>
                  <a:pt x="4448175" y="14288"/>
                </a:moveTo>
                <a:cubicBezTo>
                  <a:pt x="4448175" y="22178"/>
                  <a:pt x="4441778" y="28575"/>
                  <a:pt x="4433888" y="28575"/>
                </a:cubicBezTo>
                <a:cubicBezTo>
                  <a:pt x="4425997" y="28575"/>
                  <a:pt x="4419600" y="22178"/>
                  <a:pt x="4419600" y="14288"/>
                </a:cubicBezTo>
                <a:cubicBezTo>
                  <a:pt x="4419600" y="6397"/>
                  <a:pt x="4425997" y="0"/>
                  <a:pt x="4433888" y="0"/>
                </a:cubicBezTo>
                <a:cubicBezTo>
                  <a:pt x="4441778" y="0"/>
                  <a:pt x="4448175" y="6397"/>
                  <a:pt x="4448175" y="14288"/>
                </a:cubicBezTo>
                <a:close/>
                <a:moveTo>
                  <a:pt x="4448175" y="166688"/>
                </a:moveTo>
                <a:cubicBezTo>
                  <a:pt x="4448175" y="174578"/>
                  <a:pt x="4441778" y="180975"/>
                  <a:pt x="4433888" y="180975"/>
                </a:cubicBezTo>
                <a:cubicBezTo>
                  <a:pt x="4425997" y="180975"/>
                  <a:pt x="4419600" y="174578"/>
                  <a:pt x="4419600" y="166688"/>
                </a:cubicBezTo>
                <a:cubicBezTo>
                  <a:pt x="4419600" y="158797"/>
                  <a:pt x="4425997" y="152400"/>
                  <a:pt x="4433888" y="152400"/>
                </a:cubicBezTo>
                <a:cubicBezTo>
                  <a:pt x="4441778" y="152400"/>
                  <a:pt x="4448175" y="158797"/>
                  <a:pt x="4448175" y="166688"/>
                </a:cubicBezTo>
                <a:close/>
                <a:moveTo>
                  <a:pt x="4448175" y="319088"/>
                </a:moveTo>
                <a:cubicBezTo>
                  <a:pt x="4448175" y="326978"/>
                  <a:pt x="4441778" y="333375"/>
                  <a:pt x="4433888" y="333375"/>
                </a:cubicBezTo>
                <a:cubicBezTo>
                  <a:pt x="4425997" y="333375"/>
                  <a:pt x="4419600" y="326978"/>
                  <a:pt x="4419600" y="319088"/>
                </a:cubicBezTo>
                <a:cubicBezTo>
                  <a:pt x="4419600" y="311197"/>
                  <a:pt x="4425997" y="304800"/>
                  <a:pt x="4433888" y="304800"/>
                </a:cubicBezTo>
                <a:cubicBezTo>
                  <a:pt x="4441778" y="304800"/>
                  <a:pt x="4448175" y="311197"/>
                  <a:pt x="4448175" y="319088"/>
                </a:cubicBezTo>
                <a:close/>
                <a:moveTo>
                  <a:pt x="4448175" y="471488"/>
                </a:moveTo>
                <a:cubicBezTo>
                  <a:pt x="4448175" y="479378"/>
                  <a:pt x="4441778" y="485775"/>
                  <a:pt x="4433888" y="485775"/>
                </a:cubicBezTo>
                <a:cubicBezTo>
                  <a:pt x="4425997" y="485775"/>
                  <a:pt x="4419600" y="479378"/>
                  <a:pt x="4419600" y="471488"/>
                </a:cubicBezTo>
                <a:cubicBezTo>
                  <a:pt x="4419600" y="463597"/>
                  <a:pt x="4425997" y="457200"/>
                  <a:pt x="4433888" y="457200"/>
                </a:cubicBezTo>
                <a:cubicBezTo>
                  <a:pt x="4441778" y="457200"/>
                  <a:pt x="4448175" y="463597"/>
                  <a:pt x="4448175" y="471488"/>
                </a:cubicBezTo>
                <a:close/>
                <a:moveTo>
                  <a:pt x="4448175" y="623888"/>
                </a:moveTo>
                <a:cubicBezTo>
                  <a:pt x="4448175" y="631778"/>
                  <a:pt x="4441778" y="638175"/>
                  <a:pt x="4433888" y="638175"/>
                </a:cubicBezTo>
                <a:cubicBezTo>
                  <a:pt x="4425997" y="638175"/>
                  <a:pt x="4419600" y="631778"/>
                  <a:pt x="4419600" y="623888"/>
                </a:cubicBezTo>
                <a:cubicBezTo>
                  <a:pt x="4419600" y="615997"/>
                  <a:pt x="4425997" y="609600"/>
                  <a:pt x="4433888" y="609600"/>
                </a:cubicBezTo>
                <a:cubicBezTo>
                  <a:pt x="4441778" y="609600"/>
                  <a:pt x="4448175" y="615997"/>
                  <a:pt x="4448175" y="623888"/>
                </a:cubicBezTo>
                <a:close/>
                <a:moveTo>
                  <a:pt x="4448175" y="776288"/>
                </a:moveTo>
                <a:cubicBezTo>
                  <a:pt x="4448175" y="784178"/>
                  <a:pt x="4441778" y="790575"/>
                  <a:pt x="4433888" y="790575"/>
                </a:cubicBezTo>
                <a:cubicBezTo>
                  <a:pt x="4425997" y="790575"/>
                  <a:pt x="4419600" y="784178"/>
                  <a:pt x="4419600" y="776288"/>
                </a:cubicBezTo>
                <a:cubicBezTo>
                  <a:pt x="4419600" y="768397"/>
                  <a:pt x="4425997" y="762000"/>
                  <a:pt x="4433888" y="762000"/>
                </a:cubicBezTo>
                <a:cubicBezTo>
                  <a:pt x="4441778" y="762000"/>
                  <a:pt x="4448175" y="768397"/>
                  <a:pt x="4448175" y="776288"/>
                </a:cubicBezTo>
                <a:close/>
                <a:moveTo>
                  <a:pt x="4448175" y="928688"/>
                </a:moveTo>
                <a:cubicBezTo>
                  <a:pt x="4448175" y="936578"/>
                  <a:pt x="4441778" y="942975"/>
                  <a:pt x="4433888" y="942975"/>
                </a:cubicBezTo>
                <a:cubicBezTo>
                  <a:pt x="4425997" y="942975"/>
                  <a:pt x="4419600" y="936578"/>
                  <a:pt x="4419600" y="928688"/>
                </a:cubicBezTo>
                <a:cubicBezTo>
                  <a:pt x="4419600" y="920797"/>
                  <a:pt x="4425997" y="914400"/>
                  <a:pt x="4433888" y="914400"/>
                </a:cubicBezTo>
                <a:cubicBezTo>
                  <a:pt x="4441778" y="914400"/>
                  <a:pt x="4448175" y="920797"/>
                  <a:pt x="4448175" y="928688"/>
                </a:cubicBezTo>
                <a:close/>
                <a:moveTo>
                  <a:pt x="4448175" y="1081088"/>
                </a:moveTo>
                <a:cubicBezTo>
                  <a:pt x="4448175" y="1088978"/>
                  <a:pt x="4441778" y="1095375"/>
                  <a:pt x="4433888" y="1095375"/>
                </a:cubicBezTo>
                <a:cubicBezTo>
                  <a:pt x="4425997" y="1095375"/>
                  <a:pt x="4419600" y="1088978"/>
                  <a:pt x="4419600" y="1081088"/>
                </a:cubicBezTo>
                <a:cubicBezTo>
                  <a:pt x="4419600" y="1073197"/>
                  <a:pt x="4425997" y="1066800"/>
                  <a:pt x="4433888" y="1066800"/>
                </a:cubicBezTo>
                <a:cubicBezTo>
                  <a:pt x="4441778" y="1066800"/>
                  <a:pt x="4448175" y="1073197"/>
                  <a:pt x="4448175" y="1081088"/>
                </a:cubicBezTo>
                <a:close/>
                <a:moveTo>
                  <a:pt x="4448175" y="1233488"/>
                </a:moveTo>
                <a:cubicBezTo>
                  <a:pt x="4448175" y="1241378"/>
                  <a:pt x="4441778" y="1247775"/>
                  <a:pt x="4433888" y="1247775"/>
                </a:cubicBezTo>
                <a:cubicBezTo>
                  <a:pt x="4425997" y="1247775"/>
                  <a:pt x="4419600" y="1241378"/>
                  <a:pt x="4419600" y="1233488"/>
                </a:cubicBezTo>
                <a:cubicBezTo>
                  <a:pt x="4419600" y="1225597"/>
                  <a:pt x="4425997" y="1219200"/>
                  <a:pt x="4433888" y="1219200"/>
                </a:cubicBezTo>
                <a:cubicBezTo>
                  <a:pt x="4441778" y="1219200"/>
                  <a:pt x="4448175" y="1225597"/>
                  <a:pt x="4448175" y="1233488"/>
                </a:cubicBezTo>
                <a:close/>
                <a:moveTo>
                  <a:pt x="4448175" y="1385888"/>
                </a:moveTo>
                <a:cubicBezTo>
                  <a:pt x="4448175" y="1393778"/>
                  <a:pt x="4441778" y="1400175"/>
                  <a:pt x="4433888" y="1400175"/>
                </a:cubicBezTo>
                <a:cubicBezTo>
                  <a:pt x="4425997" y="1400175"/>
                  <a:pt x="4419600" y="1393778"/>
                  <a:pt x="4419600" y="1385888"/>
                </a:cubicBezTo>
                <a:cubicBezTo>
                  <a:pt x="4419600" y="1377997"/>
                  <a:pt x="4425997" y="1371600"/>
                  <a:pt x="4433888" y="1371600"/>
                </a:cubicBezTo>
                <a:cubicBezTo>
                  <a:pt x="4441778" y="1371600"/>
                  <a:pt x="4448175" y="1377997"/>
                  <a:pt x="4448175" y="1385888"/>
                </a:cubicBezTo>
                <a:close/>
                <a:moveTo>
                  <a:pt x="4448175" y="1538288"/>
                </a:moveTo>
                <a:cubicBezTo>
                  <a:pt x="4448175" y="1546178"/>
                  <a:pt x="4441778" y="1552575"/>
                  <a:pt x="4433888" y="1552575"/>
                </a:cubicBezTo>
                <a:cubicBezTo>
                  <a:pt x="4425997" y="1552575"/>
                  <a:pt x="4419600" y="1546178"/>
                  <a:pt x="4419600" y="1538288"/>
                </a:cubicBezTo>
                <a:cubicBezTo>
                  <a:pt x="4419600" y="1530397"/>
                  <a:pt x="4425997" y="1524000"/>
                  <a:pt x="4433888" y="1524000"/>
                </a:cubicBezTo>
                <a:cubicBezTo>
                  <a:pt x="4441778" y="1524000"/>
                  <a:pt x="4448175" y="1530397"/>
                  <a:pt x="4448175" y="1538288"/>
                </a:cubicBezTo>
                <a:close/>
                <a:moveTo>
                  <a:pt x="4448175" y="1690688"/>
                </a:moveTo>
                <a:cubicBezTo>
                  <a:pt x="4448175" y="1698578"/>
                  <a:pt x="4441778" y="1704975"/>
                  <a:pt x="4433888" y="1704975"/>
                </a:cubicBezTo>
                <a:cubicBezTo>
                  <a:pt x="4425997" y="1704975"/>
                  <a:pt x="4419600" y="1698578"/>
                  <a:pt x="4419600" y="1690688"/>
                </a:cubicBezTo>
                <a:cubicBezTo>
                  <a:pt x="4419600" y="1682797"/>
                  <a:pt x="4425997" y="1676400"/>
                  <a:pt x="4433888" y="1676400"/>
                </a:cubicBezTo>
                <a:cubicBezTo>
                  <a:pt x="4441778" y="1676400"/>
                  <a:pt x="4448175" y="1682797"/>
                  <a:pt x="4448175" y="1690688"/>
                </a:cubicBezTo>
                <a:close/>
                <a:moveTo>
                  <a:pt x="4448175" y="1843088"/>
                </a:moveTo>
                <a:cubicBezTo>
                  <a:pt x="4448175" y="1850978"/>
                  <a:pt x="4441778" y="1857375"/>
                  <a:pt x="4433888" y="1857375"/>
                </a:cubicBezTo>
                <a:cubicBezTo>
                  <a:pt x="4425997" y="1857375"/>
                  <a:pt x="4419600" y="1850978"/>
                  <a:pt x="4419600" y="1843088"/>
                </a:cubicBezTo>
                <a:cubicBezTo>
                  <a:pt x="4419600" y="1835197"/>
                  <a:pt x="4425997" y="1828800"/>
                  <a:pt x="4433888" y="1828800"/>
                </a:cubicBezTo>
                <a:cubicBezTo>
                  <a:pt x="4441778" y="1828800"/>
                  <a:pt x="4448175" y="1835197"/>
                  <a:pt x="4448175" y="1843088"/>
                </a:cubicBezTo>
                <a:close/>
                <a:moveTo>
                  <a:pt x="4448175" y="1995488"/>
                </a:moveTo>
                <a:cubicBezTo>
                  <a:pt x="4448175" y="2003378"/>
                  <a:pt x="4441778" y="2009775"/>
                  <a:pt x="4433888" y="2009775"/>
                </a:cubicBezTo>
                <a:cubicBezTo>
                  <a:pt x="4425997" y="2009775"/>
                  <a:pt x="4419600" y="2003378"/>
                  <a:pt x="4419600" y="1995488"/>
                </a:cubicBezTo>
                <a:cubicBezTo>
                  <a:pt x="4419600" y="1987597"/>
                  <a:pt x="4425997" y="1981200"/>
                  <a:pt x="4433888" y="1981200"/>
                </a:cubicBezTo>
                <a:cubicBezTo>
                  <a:pt x="4441778" y="1981200"/>
                  <a:pt x="4448175" y="1987597"/>
                  <a:pt x="4448175" y="1995488"/>
                </a:cubicBezTo>
                <a:close/>
                <a:moveTo>
                  <a:pt x="4448175" y="2147888"/>
                </a:moveTo>
                <a:cubicBezTo>
                  <a:pt x="4448175" y="2155778"/>
                  <a:pt x="4441778" y="2162175"/>
                  <a:pt x="4433888" y="2162175"/>
                </a:cubicBezTo>
                <a:cubicBezTo>
                  <a:pt x="4425997" y="2162175"/>
                  <a:pt x="4419600" y="2155778"/>
                  <a:pt x="4419600" y="2147888"/>
                </a:cubicBezTo>
                <a:cubicBezTo>
                  <a:pt x="4419600" y="2139997"/>
                  <a:pt x="4425997" y="2133600"/>
                  <a:pt x="4433888" y="2133600"/>
                </a:cubicBezTo>
                <a:cubicBezTo>
                  <a:pt x="4441778" y="2133600"/>
                  <a:pt x="4448175" y="2139997"/>
                  <a:pt x="4448175" y="2147888"/>
                </a:cubicBezTo>
                <a:close/>
                <a:moveTo>
                  <a:pt x="4448175" y="2300288"/>
                </a:moveTo>
                <a:cubicBezTo>
                  <a:pt x="4448175" y="2308178"/>
                  <a:pt x="4441778" y="2314575"/>
                  <a:pt x="4433888" y="2314575"/>
                </a:cubicBezTo>
                <a:cubicBezTo>
                  <a:pt x="4425997" y="2314575"/>
                  <a:pt x="4419600" y="2308178"/>
                  <a:pt x="4419600" y="2300288"/>
                </a:cubicBezTo>
                <a:cubicBezTo>
                  <a:pt x="4419600" y="2292397"/>
                  <a:pt x="4425997" y="2286000"/>
                  <a:pt x="4433888" y="2286000"/>
                </a:cubicBezTo>
                <a:cubicBezTo>
                  <a:pt x="4441778" y="2286000"/>
                  <a:pt x="4448175" y="2292397"/>
                  <a:pt x="4448175" y="2300288"/>
                </a:cubicBezTo>
                <a:close/>
                <a:moveTo>
                  <a:pt x="4448175" y="2452688"/>
                </a:moveTo>
                <a:cubicBezTo>
                  <a:pt x="4448175" y="2460578"/>
                  <a:pt x="4441778" y="2466975"/>
                  <a:pt x="4433888" y="2466975"/>
                </a:cubicBezTo>
                <a:cubicBezTo>
                  <a:pt x="4425997" y="2466975"/>
                  <a:pt x="4419600" y="2460578"/>
                  <a:pt x="4419600" y="2452688"/>
                </a:cubicBezTo>
                <a:cubicBezTo>
                  <a:pt x="4419600" y="2444797"/>
                  <a:pt x="4425997" y="2438400"/>
                  <a:pt x="4433888" y="2438400"/>
                </a:cubicBezTo>
                <a:cubicBezTo>
                  <a:pt x="4441778" y="2438400"/>
                  <a:pt x="4448175" y="2444797"/>
                  <a:pt x="4448175" y="2452688"/>
                </a:cubicBezTo>
                <a:close/>
                <a:moveTo>
                  <a:pt x="4448175" y="2605088"/>
                </a:moveTo>
                <a:cubicBezTo>
                  <a:pt x="4448175" y="2612978"/>
                  <a:pt x="4441778" y="2619375"/>
                  <a:pt x="4433888" y="2619375"/>
                </a:cubicBezTo>
                <a:cubicBezTo>
                  <a:pt x="4425997" y="2619375"/>
                  <a:pt x="4419600" y="2612978"/>
                  <a:pt x="4419600" y="2605088"/>
                </a:cubicBezTo>
                <a:cubicBezTo>
                  <a:pt x="4419600" y="2597197"/>
                  <a:pt x="4425997" y="2590800"/>
                  <a:pt x="4433888" y="2590800"/>
                </a:cubicBezTo>
                <a:cubicBezTo>
                  <a:pt x="4441778" y="2590800"/>
                  <a:pt x="4448175" y="2597197"/>
                  <a:pt x="4448175" y="2605088"/>
                </a:cubicBezTo>
                <a:close/>
                <a:moveTo>
                  <a:pt x="4448175" y="2757488"/>
                </a:moveTo>
                <a:cubicBezTo>
                  <a:pt x="4448175" y="2765378"/>
                  <a:pt x="4441778" y="2771775"/>
                  <a:pt x="4433888" y="2771775"/>
                </a:cubicBezTo>
                <a:cubicBezTo>
                  <a:pt x="4425997" y="2771775"/>
                  <a:pt x="4419600" y="2765378"/>
                  <a:pt x="4419600" y="2757488"/>
                </a:cubicBezTo>
                <a:cubicBezTo>
                  <a:pt x="4419600" y="2749597"/>
                  <a:pt x="4425997" y="2743200"/>
                  <a:pt x="4433888" y="2743200"/>
                </a:cubicBezTo>
                <a:cubicBezTo>
                  <a:pt x="4441778" y="2743200"/>
                  <a:pt x="4448175" y="2749597"/>
                  <a:pt x="4448175" y="2757488"/>
                </a:cubicBezTo>
                <a:close/>
                <a:moveTo>
                  <a:pt x="4448175" y="2909888"/>
                </a:moveTo>
                <a:cubicBezTo>
                  <a:pt x="4448175" y="2917778"/>
                  <a:pt x="4441778" y="2924175"/>
                  <a:pt x="4433888" y="2924175"/>
                </a:cubicBezTo>
                <a:cubicBezTo>
                  <a:pt x="4425997" y="2924175"/>
                  <a:pt x="4419600" y="2917778"/>
                  <a:pt x="4419600" y="2909888"/>
                </a:cubicBezTo>
                <a:cubicBezTo>
                  <a:pt x="4419600" y="2901997"/>
                  <a:pt x="4425997" y="2895600"/>
                  <a:pt x="4433888" y="2895600"/>
                </a:cubicBezTo>
                <a:cubicBezTo>
                  <a:pt x="4441778" y="2895600"/>
                  <a:pt x="4448175" y="2901997"/>
                  <a:pt x="4448175" y="2909888"/>
                </a:cubicBezTo>
                <a:close/>
                <a:moveTo>
                  <a:pt x="4448175" y="3062288"/>
                </a:moveTo>
                <a:cubicBezTo>
                  <a:pt x="4448175" y="3070178"/>
                  <a:pt x="4441778" y="3076575"/>
                  <a:pt x="4433888" y="3076575"/>
                </a:cubicBezTo>
                <a:cubicBezTo>
                  <a:pt x="4425997" y="3076575"/>
                  <a:pt x="4419600" y="3070178"/>
                  <a:pt x="4419600" y="3062288"/>
                </a:cubicBezTo>
                <a:cubicBezTo>
                  <a:pt x="4419600" y="3054397"/>
                  <a:pt x="4425997" y="3048000"/>
                  <a:pt x="4433888" y="3048000"/>
                </a:cubicBezTo>
                <a:cubicBezTo>
                  <a:pt x="4441778" y="3048000"/>
                  <a:pt x="4448175" y="3054397"/>
                  <a:pt x="4448175" y="3062288"/>
                </a:cubicBezTo>
                <a:close/>
                <a:moveTo>
                  <a:pt x="4448175" y="3214688"/>
                </a:moveTo>
                <a:cubicBezTo>
                  <a:pt x="4448175" y="3222578"/>
                  <a:pt x="4441778" y="3228975"/>
                  <a:pt x="4433888" y="3228975"/>
                </a:cubicBezTo>
                <a:cubicBezTo>
                  <a:pt x="4425997" y="3228975"/>
                  <a:pt x="4419600" y="3222578"/>
                  <a:pt x="4419600" y="3214688"/>
                </a:cubicBezTo>
                <a:cubicBezTo>
                  <a:pt x="4419600" y="3206797"/>
                  <a:pt x="4425997" y="3200400"/>
                  <a:pt x="4433888" y="3200400"/>
                </a:cubicBezTo>
                <a:cubicBezTo>
                  <a:pt x="4441778" y="3200400"/>
                  <a:pt x="4448175" y="3206797"/>
                  <a:pt x="4448175" y="3214688"/>
                </a:cubicBezTo>
                <a:close/>
                <a:moveTo>
                  <a:pt x="4448175" y="3367088"/>
                </a:moveTo>
                <a:cubicBezTo>
                  <a:pt x="4448175" y="3374978"/>
                  <a:pt x="4441778" y="3381375"/>
                  <a:pt x="4433888" y="3381375"/>
                </a:cubicBezTo>
                <a:cubicBezTo>
                  <a:pt x="4425997" y="3381375"/>
                  <a:pt x="4419600" y="3374978"/>
                  <a:pt x="4419600" y="3367088"/>
                </a:cubicBezTo>
                <a:cubicBezTo>
                  <a:pt x="4419600" y="3359197"/>
                  <a:pt x="4425997" y="3352800"/>
                  <a:pt x="4433888" y="3352800"/>
                </a:cubicBezTo>
                <a:cubicBezTo>
                  <a:pt x="4441778" y="3352800"/>
                  <a:pt x="4448175" y="3359197"/>
                  <a:pt x="4448175" y="3367088"/>
                </a:cubicBezTo>
                <a:close/>
                <a:moveTo>
                  <a:pt x="4448175" y="3519488"/>
                </a:moveTo>
                <a:cubicBezTo>
                  <a:pt x="4448175" y="3527378"/>
                  <a:pt x="4441778" y="3533775"/>
                  <a:pt x="4433888" y="3533775"/>
                </a:cubicBezTo>
                <a:cubicBezTo>
                  <a:pt x="4425997" y="3533775"/>
                  <a:pt x="4419600" y="3527378"/>
                  <a:pt x="4419600" y="3519488"/>
                </a:cubicBezTo>
                <a:cubicBezTo>
                  <a:pt x="4419600" y="3511597"/>
                  <a:pt x="4425997" y="3505200"/>
                  <a:pt x="4433888" y="3505200"/>
                </a:cubicBezTo>
                <a:cubicBezTo>
                  <a:pt x="4441778" y="3505200"/>
                  <a:pt x="4448175" y="3511597"/>
                  <a:pt x="4448175" y="3519488"/>
                </a:cubicBezTo>
                <a:close/>
                <a:moveTo>
                  <a:pt x="4448175" y="3671888"/>
                </a:moveTo>
                <a:cubicBezTo>
                  <a:pt x="4448175" y="3679778"/>
                  <a:pt x="4441778" y="3686175"/>
                  <a:pt x="4433888" y="3686175"/>
                </a:cubicBezTo>
                <a:cubicBezTo>
                  <a:pt x="4425997" y="3686175"/>
                  <a:pt x="4419600" y="3679778"/>
                  <a:pt x="4419600" y="3671888"/>
                </a:cubicBezTo>
                <a:cubicBezTo>
                  <a:pt x="4419600" y="3663997"/>
                  <a:pt x="4425997" y="3657600"/>
                  <a:pt x="4433888" y="3657600"/>
                </a:cubicBezTo>
                <a:cubicBezTo>
                  <a:pt x="4441778" y="3657600"/>
                  <a:pt x="4448175" y="3663997"/>
                  <a:pt x="4448175" y="3671888"/>
                </a:cubicBezTo>
                <a:close/>
                <a:moveTo>
                  <a:pt x="4448175" y="3824288"/>
                </a:moveTo>
                <a:cubicBezTo>
                  <a:pt x="4448175" y="3832178"/>
                  <a:pt x="4441778" y="3838575"/>
                  <a:pt x="4433888" y="3838575"/>
                </a:cubicBezTo>
                <a:cubicBezTo>
                  <a:pt x="4425997" y="3838575"/>
                  <a:pt x="4419600" y="3832178"/>
                  <a:pt x="4419600" y="3824288"/>
                </a:cubicBezTo>
                <a:cubicBezTo>
                  <a:pt x="4419600" y="3816397"/>
                  <a:pt x="4425997" y="3810000"/>
                  <a:pt x="4433888" y="3810000"/>
                </a:cubicBezTo>
                <a:cubicBezTo>
                  <a:pt x="4441778" y="3810000"/>
                  <a:pt x="4448175" y="3816397"/>
                  <a:pt x="4448175" y="3824288"/>
                </a:cubicBezTo>
                <a:close/>
                <a:moveTo>
                  <a:pt x="4448175" y="3976688"/>
                </a:moveTo>
                <a:cubicBezTo>
                  <a:pt x="4448175" y="3984578"/>
                  <a:pt x="4441778" y="3990975"/>
                  <a:pt x="4433888" y="3990975"/>
                </a:cubicBezTo>
                <a:cubicBezTo>
                  <a:pt x="4425997" y="3990975"/>
                  <a:pt x="4419600" y="3984578"/>
                  <a:pt x="4419600" y="3976688"/>
                </a:cubicBezTo>
                <a:cubicBezTo>
                  <a:pt x="4419600" y="3968797"/>
                  <a:pt x="4425997" y="3962400"/>
                  <a:pt x="4433888" y="3962400"/>
                </a:cubicBezTo>
                <a:cubicBezTo>
                  <a:pt x="4441778" y="3962400"/>
                  <a:pt x="4448175" y="3968797"/>
                  <a:pt x="4448175" y="3976688"/>
                </a:cubicBezTo>
                <a:close/>
                <a:moveTo>
                  <a:pt x="4448175" y="4129088"/>
                </a:moveTo>
                <a:cubicBezTo>
                  <a:pt x="4448175" y="4136978"/>
                  <a:pt x="4441778" y="4143375"/>
                  <a:pt x="4433888" y="4143375"/>
                </a:cubicBezTo>
                <a:cubicBezTo>
                  <a:pt x="4425997" y="4143375"/>
                  <a:pt x="4419600" y="4136978"/>
                  <a:pt x="4419600" y="4129088"/>
                </a:cubicBezTo>
                <a:cubicBezTo>
                  <a:pt x="4419600" y="4121197"/>
                  <a:pt x="4425997" y="4114800"/>
                  <a:pt x="4433888" y="4114800"/>
                </a:cubicBezTo>
                <a:cubicBezTo>
                  <a:pt x="4441778" y="4114800"/>
                  <a:pt x="4448175" y="4121197"/>
                  <a:pt x="4448175" y="4129088"/>
                </a:cubicBezTo>
                <a:close/>
                <a:moveTo>
                  <a:pt x="4448175" y="4281488"/>
                </a:moveTo>
                <a:cubicBezTo>
                  <a:pt x="4448175" y="4289378"/>
                  <a:pt x="4441778" y="4295775"/>
                  <a:pt x="4433888" y="4295775"/>
                </a:cubicBezTo>
                <a:cubicBezTo>
                  <a:pt x="4425997" y="4295775"/>
                  <a:pt x="4419600" y="4289378"/>
                  <a:pt x="4419600" y="4281488"/>
                </a:cubicBezTo>
                <a:cubicBezTo>
                  <a:pt x="4419600" y="4273597"/>
                  <a:pt x="4425997" y="4267200"/>
                  <a:pt x="4433888" y="4267200"/>
                </a:cubicBezTo>
                <a:cubicBezTo>
                  <a:pt x="4441778" y="4267200"/>
                  <a:pt x="4448175" y="4273597"/>
                  <a:pt x="4448175" y="4281488"/>
                </a:cubicBezTo>
                <a:close/>
                <a:moveTo>
                  <a:pt x="4448175" y="4433888"/>
                </a:moveTo>
                <a:cubicBezTo>
                  <a:pt x="4448175" y="4441778"/>
                  <a:pt x="4441778" y="4448175"/>
                  <a:pt x="4433888" y="4448175"/>
                </a:cubicBezTo>
                <a:cubicBezTo>
                  <a:pt x="4425997" y="4448175"/>
                  <a:pt x="4419600" y="4441778"/>
                  <a:pt x="4419600" y="4433888"/>
                </a:cubicBezTo>
                <a:cubicBezTo>
                  <a:pt x="4419600" y="4425997"/>
                  <a:pt x="4425997" y="4419600"/>
                  <a:pt x="4433888" y="4419600"/>
                </a:cubicBezTo>
                <a:cubicBezTo>
                  <a:pt x="4441778" y="4419600"/>
                  <a:pt x="4448175" y="4425997"/>
                  <a:pt x="4448175" y="4433888"/>
                </a:cubicBezTo>
                <a:close/>
                <a:moveTo>
                  <a:pt x="4448175" y="4586288"/>
                </a:moveTo>
                <a:cubicBezTo>
                  <a:pt x="4448175" y="4594178"/>
                  <a:pt x="4441778" y="4600575"/>
                  <a:pt x="4433888" y="4600575"/>
                </a:cubicBezTo>
                <a:cubicBezTo>
                  <a:pt x="4425997" y="4600575"/>
                  <a:pt x="4419600" y="4594178"/>
                  <a:pt x="4419600" y="4586288"/>
                </a:cubicBezTo>
                <a:cubicBezTo>
                  <a:pt x="4419600" y="4578397"/>
                  <a:pt x="4425997" y="4572000"/>
                  <a:pt x="4433888" y="4572000"/>
                </a:cubicBezTo>
                <a:cubicBezTo>
                  <a:pt x="4441778" y="4572000"/>
                  <a:pt x="4448175" y="4578397"/>
                  <a:pt x="4448175" y="4586288"/>
                </a:cubicBezTo>
                <a:close/>
                <a:moveTo>
                  <a:pt x="4448175" y="4738688"/>
                </a:moveTo>
                <a:cubicBezTo>
                  <a:pt x="4448175" y="4746578"/>
                  <a:pt x="4441778" y="4752975"/>
                  <a:pt x="4433888" y="4752975"/>
                </a:cubicBezTo>
                <a:cubicBezTo>
                  <a:pt x="4425997" y="4752975"/>
                  <a:pt x="4419600" y="4746578"/>
                  <a:pt x="4419600" y="4738688"/>
                </a:cubicBezTo>
                <a:cubicBezTo>
                  <a:pt x="4419600" y="4730797"/>
                  <a:pt x="4425997" y="4724400"/>
                  <a:pt x="4433888" y="4724400"/>
                </a:cubicBezTo>
                <a:cubicBezTo>
                  <a:pt x="4441778" y="4724400"/>
                  <a:pt x="4448175" y="4730797"/>
                  <a:pt x="4448175" y="4738688"/>
                </a:cubicBezTo>
                <a:close/>
                <a:moveTo>
                  <a:pt x="4600575" y="14288"/>
                </a:moveTo>
                <a:cubicBezTo>
                  <a:pt x="4600575" y="22178"/>
                  <a:pt x="4594178" y="28575"/>
                  <a:pt x="4586288" y="28575"/>
                </a:cubicBezTo>
                <a:cubicBezTo>
                  <a:pt x="4578397" y="28575"/>
                  <a:pt x="4572000" y="22178"/>
                  <a:pt x="4572000" y="14288"/>
                </a:cubicBezTo>
                <a:cubicBezTo>
                  <a:pt x="4572000" y="6397"/>
                  <a:pt x="4578397" y="0"/>
                  <a:pt x="4586288" y="0"/>
                </a:cubicBezTo>
                <a:cubicBezTo>
                  <a:pt x="4594178" y="0"/>
                  <a:pt x="4600575" y="6397"/>
                  <a:pt x="4600575" y="14288"/>
                </a:cubicBezTo>
                <a:close/>
                <a:moveTo>
                  <a:pt x="4600575" y="166688"/>
                </a:moveTo>
                <a:cubicBezTo>
                  <a:pt x="4600575" y="174578"/>
                  <a:pt x="4594178" y="180975"/>
                  <a:pt x="4586288" y="180975"/>
                </a:cubicBezTo>
                <a:cubicBezTo>
                  <a:pt x="4578397" y="180975"/>
                  <a:pt x="4572000" y="174578"/>
                  <a:pt x="4572000" y="166688"/>
                </a:cubicBezTo>
                <a:cubicBezTo>
                  <a:pt x="4572000" y="158797"/>
                  <a:pt x="4578397" y="152400"/>
                  <a:pt x="4586288" y="152400"/>
                </a:cubicBezTo>
                <a:cubicBezTo>
                  <a:pt x="4594178" y="152400"/>
                  <a:pt x="4600575" y="158797"/>
                  <a:pt x="4600575" y="166688"/>
                </a:cubicBezTo>
                <a:close/>
                <a:moveTo>
                  <a:pt x="4600575" y="319088"/>
                </a:moveTo>
                <a:cubicBezTo>
                  <a:pt x="4600575" y="326978"/>
                  <a:pt x="4594178" y="333375"/>
                  <a:pt x="4586288" y="333375"/>
                </a:cubicBezTo>
                <a:cubicBezTo>
                  <a:pt x="4578397" y="333375"/>
                  <a:pt x="4572000" y="326978"/>
                  <a:pt x="4572000" y="319088"/>
                </a:cubicBezTo>
                <a:cubicBezTo>
                  <a:pt x="4572000" y="311197"/>
                  <a:pt x="4578397" y="304800"/>
                  <a:pt x="4586288" y="304800"/>
                </a:cubicBezTo>
                <a:cubicBezTo>
                  <a:pt x="4594178" y="304800"/>
                  <a:pt x="4600575" y="311197"/>
                  <a:pt x="4600575" y="319088"/>
                </a:cubicBezTo>
                <a:close/>
                <a:moveTo>
                  <a:pt x="4600575" y="471488"/>
                </a:moveTo>
                <a:cubicBezTo>
                  <a:pt x="4600575" y="479378"/>
                  <a:pt x="4594178" y="485775"/>
                  <a:pt x="4586288" y="485775"/>
                </a:cubicBezTo>
                <a:cubicBezTo>
                  <a:pt x="4578397" y="485775"/>
                  <a:pt x="4572000" y="479378"/>
                  <a:pt x="4572000" y="471488"/>
                </a:cubicBezTo>
                <a:cubicBezTo>
                  <a:pt x="4572000" y="463597"/>
                  <a:pt x="4578397" y="457200"/>
                  <a:pt x="4586288" y="457200"/>
                </a:cubicBezTo>
                <a:cubicBezTo>
                  <a:pt x="4594178" y="457200"/>
                  <a:pt x="4600575" y="463597"/>
                  <a:pt x="4600575" y="471488"/>
                </a:cubicBezTo>
                <a:close/>
                <a:moveTo>
                  <a:pt x="4600575" y="623888"/>
                </a:moveTo>
                <a:cubicBezTo>
                  <a:pt x="4600575" y="631778"/>
                  <a:pt x="4594178" y="638175"/>
                  <a:pt x="4586288" y="638175"/>
                </a:cubicBezTo>
                <a:cubicBezTo>
                  <a:pt x="4578397" y="638175"/>
                  <a:pt x="4572000" y="631778"/>
                  <a:pt x="4572000" y="623888"/>
                </a:cubicBezTo>
                <a:cubicBezTo>
                  <a:pt x="4572000" y="615997"/>
                  <a:pt x="4578397" y="609600"/>
                  <a:pt x="4586288" y="609600"/>
                </a:cubicBezTo>
                <a:cubicBezTo>
                  <a:pt x="4594178" y="609600"/>
                  <a:pt x="4600575" y="615997"/>
                  <a:pt x="4600575" y="623888"/>
                </a:cubicBezTo>
                <a:close/>
                <a:moveTo>
                  <a:pt x="4600575" y="776288"/>
                </a:moveTo>
                <a:cubicBezTo>
                  <a:pt x="4600575" y="784178"/>
                  <a:pt x="4594178" y="790575"/>
                  <a:pt x="4586288" y="790575"/>
                </a:cubicBezTo>
                <a:cubicBezTo>
                  <a:pt x="4578397" y="790575"/>
                  <a:pt x="4572000" y="784178"/>
                  <a:pt x="4572000" y="776288"/>
                </a:cubicBezTo>
                <a:cubicBezTo>
                  <a:pt x="4572000" y="768397"/>
                  <a:pt x="4578397" y="762000"/>
                  <a:pt x="4586288" y="762000"/>
                </a:cubicBezTo>
                <a:cubicBezTo>
                  <a:pt x="4594178" y="762000"/>
                  <a:pt x="4600575" y="768397"/>
                  <a:pt x="4600575" y="776288"/>
                </a:cubicBezTo>
                <a:close/>
                <a:moveTo>
                  <a:pt x="4600575" y="928688"/>
                </a:moveTo>
                <a:cubicBezTo>
                  <a:pt x="4600575" y="936578"/>
                  <a:pt x="4594178" y="942975"/>
                  <a:pt x="4586288" y="942975"/>
                </a:cubicBezTo>
                <a:cubicBezTo>
                  <a:pt x="4578397" y="942975"/>
                  <a:pt x="4572000" y="936578"/>
                  <a:pt x="4572000" y="928688"/>
                </a:cubicBezTo>
                <a:cubicBezTo>
                  <a:pt x="4572000" y="920797"/>
                  <a:pt x="4578397" y="914400"/>
                  <a:pt x="4586288" y="914400"/>
                </a:cubicBezTo>
                <a:cubicBezTo>
                  <a:pt x="4594178" y="914400"/>
                  <a:pt x="4600575" y="920797"/>
                  <a:pt x="4600575" y="928688"/>
                </a:cubicBezTo>
                <a:close/>
                <a:moveTo>
                  <a:pt x="4600575" y="1081088"/>
                </a:moveTo>
                <a:cubicBezTo>
                  <a:pt x="4600575" y="1088978"/>
                  <a:pt x="4594178" y="1095375"/>
                  <a:pt x="4586288" y="1095375"/>
                </a:cubicBezTo>
                <a:cubicBezTo>
                  <a:pt x="4578397" y="1095375"/>
                  <a:pt x="4572000" y="1088978"/>
                  <a:pt x="4572000" y="1081088"/>
                </a:cubicBezTo>
                <a:cubicBezTo>
                  <a:pt x="4572000" y="1073197"/>
                  <a:pt x="4578397" y="1066800"/>
                  <a:pt x="4586288" y="1066800"/>
                </a:cubicBezTo>
                <a:cubicBezTo>
                  <a:pt x="4594178" y="1066800"/>
                  <a:pt x="4600575" y="1073197"/>
                  <a:pt x="4600575" y="1081088"/>
                </a:cubicBezTo>
                <a:close/>
                <a:moveTo>
                  <a:pt x="4600575" y="1233488"/>
                </a:moveTo>
                <a:cubicBezTo>
                  <a:pt x="4600575" y="1241378"/>
                  <a:pt x="4594178" y="1247775"/>
                  <a:pt x="4586288" y="1247775"/>
                </a:cubicBezTo>
                <a:cubicBezTo>
                  <a:pt x="4578397" y="1247775"/>
                  <a:pt x="4572000" y="1241378"/>
                  <a:pt x="4572000" y="1233488"/>
                </a:cubicBezTo>
                <a:cubicBezTo>
                  <a:pt x="4572000" y="1225597"/>
                  <a:pt x="4578397" y="1219200"/>
                  <a:pt x="4586288" y="1219200"/>
                </a:cubicBezTo>
                <a:cubicBezTo>
                  <a:pt x="4594178" y="1219200"/>
                  <a:pt x="4600575" y="1225597"/>
                  <a:pt x="4600575" y="1233488"/>
                </a:cubicBezTo>
                <a:close/>
                <a:moveTo>
                  <a:pt x="4600575" y="1385888"/>
                </a:moveTo>
                <a:cubicBezTo>
                  <a:pt x="4600575" y="1393778"/>
                  <a:pt x="4594178" y="1400175"/>
                  <a:pt x="4586288" y="1400175"/>
                </a:cubicBezTo>
                <a:cubicBezTo>
                  <a:pt x="4578397" y="1400175"/>
                  <a:pt x="4572000" y="1393778"/>
                  <a:pt x="4572000" y="1385888"/>
                </a:cubicBezTo>
                <a:cubicBezTo>
                  <a:pt x="4572000" y="1377997"/>
                  <a:pt x="4578397" y="1371600"/>
                  <a:pt x="4586288" y="1371600"/>
                </a:cubicBezTo>
                <a:cubicBezTo>
                  <a:pt x="4594178" y="1371600"/>
                  <a:pt x="4600575" y="1377997"/>
                  <a:pt x="4600575" y="1385888"/>
                </a:cubicBezTo>
                <a:close/>
                <a:moveTo>
                  <a:pt x="4600575" y="1538288"/>
                </a:moveTo>
                <a:cubicBezTo>
                  <a:pt x="4600575" y="1546178"/>
                  <a:pt x="4594178" y="1552575"/>
                  <a:pt x="4586288" y="1552575"/>
                </a:cubicBezTo>
                <a:cubicBezTo>
                  <a:pt x="4578397" y="1552575"/>
                  <a:pt x="4572000" y="1546178"/>
                  <a:pt x="4572000" y="1538288"/>
                </a:cubicBezTo>
                <a:cubicBezTo>
                  <a:pt x="4572000" y="1530397"/>
                  <a:pt x="4578397" y="1524000"/>
                  <a:pt x="4586288" y="1524000"/>
                </a:cubicBezTo>
                <a:cubicBezTo>
                  <a:pt x="4594178" y="1524000"/>
                  <a:pt x="4600575" y="1530397"/>
                  <a:pt x="4600575" y="1538288"/>
                </a:cubicBezTo>
                <a:close/>
                <a:moveTo>
                  <a:pt x="4600575" y="1690688"/>
                </a:moveTo>
                <a:cubicBezTo>
                  <a:pt x="4600575" y="1698578"/>
                  <a:pt x="4594178" y="1704975"/>
                  <a:pt x="4586288" y="1704975"/>
                </a:cubicBezTo>
                <a:cubicBezTo>
                  <a:pt x="4578397" y="1704975"/>
                  <a:pt x="4572000" y="1698578"/>
                  <a:pt x="4572000" y="1690688"/>
                </a:cubicBezTo>
                <a:cubicBezTo>
                  <a:pt x="4572000" y="1682797"/>
                  <a:pt x="4578397" y="1676400"/>
                  <a:pt x="4586288" y="1676400"/>
                </a:cubicBezTo>
                <a:cubicBezTo>
                  <a:pt x="4594178" y="1676400"/>
                  <a:pt x="4600575" y="1682797"/>
                  <a:pt x="4600575" y="1690688"/>
                </a:cubicBezTo>
                <a:close/>
                <a:moveTo>
                  <a:pt x="4600575" y="1843088"/>
                </a:moveTo>
                <a:cubicBezTo>
                  <a:pt x="4600575" y="1850978"/>
                  <a:pt x="4594178" y="1857375"/>
                  <a:pt x="4586288" y="1857375"/>
                </a:cubicBezTo>
                <a:cubicBezTo>
                  <a:pt x="4578397" y="1857375"/>
                  <a:pt x="4572000" y="1850978"/>
                  <a:pt x="4572000" y="1843088"/>
                </a:cubicBezTo>
                <a:cubicBezTo>
                  <a:pt x="4572000" y="1835197"/>
                  <a:pt x="4578397" y="1828800"/>
                  <a:pt x="4586288" y="1828800"/>
                </a:cubicBezTo>
                <a:cubicBezTo>
                  <a:pt x="4594178" y="1828800"/>
                  <a:pt x="4600575" y="1835197"/>
                  <a:pt x="4600575" y="1843088"/>
                </a:cubicBezTo>
                <a:close/>
                <a:moveTo>
                  <a:pt x="4600575" y="1995488"/>
                </a:moveTo>
                <a:cubicBezTo>
                  <a:pt x="4600575" y="2003378"/>
                  <a:pt x="4594178" y="2009775"/>
                  <a:pt x="4586288" y="2009775"/>
                </a:cubicBezTo>
                <a:cubicBezTo>
                  <a:pt x="4578397" y="2009775"/>
                  <a:pt x="4572000" y="2003378"/>
                  <a:pt x="4572000" y="1995488"/>
                </a:cubicBezTo>
                <a:cubicBezTo>
                  <a:pt x="4572000" y="1987597"/>
                  <a:pt x="4578397" y="1981200"/>
                  <a:pt x="4586288" y="1981200"/>
                </a:cubicBezTo>
                <a:cubicBezTo>
                  <a:pt x="4594178" y="1981200"/>
                  <a:pt x="4600575" y="1987597"/>
                  <a:pt x="4600575" y="1995488"/>
                </a:cubicBezTo>
                <a:close/>
                <a:moveTo>
                  <a:pt x="4600575" y="2147888"/>
                </a:moveTo>
                <a:cubicBezTo>
                  <a:pt x="4600575" y="2155778"/>
                  <a:pt x="4594178" y="2162175"/>
                  <a:pt x="4586288" y="2162175"/>
                </a:cubicBezTo>
                <a:cubicBezTo>
                  <a:pt x="4578397" y="2162175"/>
                  <a:pt x="4572000" y="2155778"/>
                  <a:pt x="4572000" y="2147888"/>
                </a:cubicBezTo>
                <a:cubicBezTo>
                  <a:pt x="4572000" y="2139997"/>
                  <a:pt x="4578397" y="2133600"/>
                  <a:pt x="4586288" y="2133600"/>
                </a:cubicBezTo>
                <a:cubicBezTo>
                  <a:pt x="4594178" y="2133600"/>
                  <a:pt x="4600575" y="2139997"/>
                  <a:pt x="4600575" y="2147888"/>
                </a:cubicBezTo>
                <a:close/>
                <a:moveTo>
                  <a:pt x="4600575" y="2300288"/>
                </a:moveTo>
                <a:cubicBezTo>
                  <a:pt x="4600575" y="2308178"/>
                  <a:pt x="4594178" y="2314575"/>
                  <a:pt x="4586288" y="2314575"/>
                </a:cubicBezTo>
                <a:cubicBezTo>
                  <a:pt x="4578397" y="2314575"/>
                  <a:pt x="4572000" y="2308178"/>
                  <a:pt x="4572000" y="2300288"/>
                </a:cubicBezTo>
                <a:cubicBezTo>
                  <a:pt x="4572000" y="2292397"/>
                  <a:pt x="4578397" y="2286000"/>
                  <a:pt x="4586288" y="2286000"/>
                </a:cubicBezTo>
                <a:cubicBezTo>
                  <a:pt x="4594178" y="2286000"/>
                  <a:pt x="4600575" y="2292397"/>
                  <a:pt x="4600575" y="2300288"/>
                </a:cubicBezTo>
                <a:close/>
                <a:moveTo>
                  <a:pt x="4600575" y="2452688"/>
                </a:moveTo>
                <a:cubicBezTo>
                  <a:pt x="4600575" y="2460578"/>
                  <a:pt x="4594178" y="2466975"/>
                  <a:pt x="4586288" y="2466975"/>
                </a:cubicBezTo>
                <a:cubicBezTo>
                  <a:pt x="4578397" y="2466975"/>
                  <a:pt x="4572000" y="2460578"/>
                  <a:pt x="4572000" y="2452688"/>
                </a:cubicBezTo>
                <a:cubicBezTo>
                  <a:pt x="4572000" y="2444797"/>
                  <a:pt x="4578397" y="2438400"/>
                  <a:pt x="4586288" y="2438400"/>
                </a:cubicBezTo>
                <a:cubicBezTo>
                  <a:pt x="4594178" y="2438400"/>
                  <a:pt x="4600575" y="2444797"/>
                  <a:pt x="4600575" y="2452688"/>
                </a:cubicBezTo>
                <a:close/>
                <a:moveTo>
                  <a:pt x="4600575" y="2605088"/>
                </a:moveTo>
                <a:cubicBezTo>
                  <a:pt x="4600575" y="2612978"/>
                  <a:pt x="4594178" y="2619375"/>
                  <a:pt x="4586288" y="2619375"/>
                </a:cubicBezTo>
                <a:cubicBezTo>
                  <a:pt x="4578397" y="2619375"/>
                  <a:pt x="4572000" y="2612978"/>
                  <a:pt x="4572000" y="2605088"/>
                </a:cubicBezTo>
                <a:cubicBezTo>
                  <a:pt x="4572000" y="2597197"/>
                  <a:pt x="4578397" y="2590800"/>
                  <a:pt x="4586288" y="2590800"/>
                </a:cubicBezTo>
                <a:cubicBezTo>
                  <a:pt x="4594178" y="2590800"/>
                  <a:pt x="4600575" y="2597197"/>
                  <a:pt x="4600575" y="2605088"/>
                </a:cubicBezTo>
                <a:close/>
                <a:moveTo>
                  <a:pt x="4600575" y="2757488"/>
                </a:moveTo>
                <a:cubicBezTo>
                  <a:pt x="4600575" y="2765378"/>
                  <a:pt x="4594178" y="2771775"/>
                  <a:pt x="4586288" y="2771775"/>
                </a:cubicBezTo>
                <a:cubicBezTo>
                  <a:pt x="4578397" y="2771775"/>
                  <a:pt x="4572000" y="2765378"/>
                  <a:pt x="4572000" y="2757488"/>
                </a:cubicBezTo>
                <a:cubicBezTo>
                  <a:pt x="4572000" y="2749597"/>
                  <a:pt x="4578397" y="2743200"/>
                  <a:pt x="4586288" y="2743200"/>
                </a:cubicBezTo>
                <a:cubicBezTo>
                  <a:pt x="4594178" y="2743200"/>
                  <a:pt x="4600575" y="2749597"/>
                  <a:pt x="4600575" y="2757488"/>
                </a:cubicBezTo>
                <a:close/>
                <a:moveTo>
                  <a:pt x="4600575" y="2909888"/>
                </a:moveTo>
                <a:cubicBezTo>
                  <a:pt x="4600575" y="2917778"/>
                  <a:pt x="4594178" y="2924175"/>
                  <a:pt x="4586288" y="2924175"/>
                </a:cubicBezTo>
                <a:cubicBezTo>
                  <a:pt x="4578397" y="2924175"/>
                  <a:pt x="4572000" y="2917778"/>
                  <a:pt x="4572000" y="2909888"/>
                </a:cubicBezTo>
                <a:cubicBezTo>
                  <a:pt x="4572000" y="2901997"/>
                  <a:pt x="4578397" y="2895600"/>
                  <a:pt x="4586288" y="2895600"/>
                </a:cubicBezTo>
                <a:cubicBezTo>
                  <a:pt x="4594178" y="2895600"/>
                  <a:pt x="4600575" y="2901997"/>
                  <a:pt x="4600575" y="2909888"/>
                </a:cubicBezTo>
                <a:close/>
                <a:moveTo>
                  <a:pt x="4600575" y="3062288"/>
                </a:moveTo>
                <a:cubicBezTo>
                  <a:pt x="4600575" y="3070178"/>
                  <a:pt x="4594178" y="3076575"/>
                  <a:pt x="4586288" y="3076575"/>
                </a:cubicBezTo>
                <a:cubicBezTo>
                  <a:pt x="4578397" y="3076575"/>
                  <a:pt x="4572000" y="3070178"/>
                  <a:pt x="4572000" y="3062288"/>
                </a:cubicBezTo>
                <a:cubicBezTo>
                  <a:pt x="4572000" y="3054397"/>
                  <a:pt x="4578397" y="3048000"/>
                  <a:pt x="4586288" y="3048000"/>
                </a:cubicBezTo>
                <a:cubicBezTo>
                  <a:pt x="4594178" y="3048000"/>
                  <a:pt x="4600575" y="3054397"/>
                  <a:pt x="4600575" y="3062288"/>
                </a:cubicBezTo>
                <a:close/>
                <a:moveTo>
                  <a:pt x="4600575" y="3214688"/>
                </a:moveTo>
                <a:cubicBezTo>
                  <a:pt x="4600575" y="3222578"/>
                  <a:pt x="4594178" y="3228975"/>
                  <a:pt x="4586288" y="3228975"/>
                </a:cubicBezTo>
                <a:cubicBezTo>
                  <a:pt x="4578397" y="3228975"/>
                  <a:pt x="4572000" y="3222578"/>
                  <a:pt x="4572000" y="3214688"/>
                </a:cubicBezTo>
                <a:cubicBezTo>
                  <a:pt x="4572000" y="3206797"/>
                  <a:pt x="4578397" y="3200400"/>
                  <a:pt x="4586288" y="3200400"/>
                </a:cubicBezTo>
                <a:cubicBezTo>
                  <a:pt x="4594178" y="3200400"/>
                  <a:pt x="4600575" y="3206797"/>
                  <a:pt x="4600575" y="3214688"/>
                </a:cubicBezTo>
                <a:close/>
                <a:moveTo>
                  <a:pt x="4600575" y="3367088"/>
                </a:moveTo>
                <a:cubicBezTo>
                  <a:pt x="4600575" y="3374978"/>
                  <a:pt x="4594178" y="3381375"/>
                  <a:pt x="4586288" y="3381375"/>
                </a:cubicBezTo>
                <a:cubicBezTo>
                  <a:pt x="4578397" y="3381375"/>
                  <a:pt x="4572000" y="3374978"/>
                  <a:pt x="4572000" y="3367088"/>
                </a:cubicBezTo>
                <a:cubicBezTo>
                  <a:pt x="4572000" y="3359197"/>
                  <a:pt x="4578397" y="3352800"/>
                  <a:pt x="4586288" y="3352800"/>
                </a:cubicBezTo>
                <a:cubicBezTo>
                  <a:pt x="4594178" y="3352800"/>
                  <a:pt x="4600575" y="3359197"/>
                  <a:pt x="4600575" y="3367088"/>
                </a:cubicBezTo>
                <a:close/>
                <a:moveTo>
                  <a:pt x="4600575" y="3519488"/>
                </a:moveTo>
                <a:cubicBezTo>
                  <a:pt x="4600575" y="3527378"/>
                  <a:pt x="4594178" y="3533775"/>
                  <a:pt x="4586288" y="3533775"/>
                </a:cubicBezTo>
                <a:cubicBezTo>
                  <a:pt x="4578397" y="3533775"/>
                  <a:pt x="4572000" y="3527378"/>
                  <a:pt x="4572000" y="3519488"/>
                </a:cubicBezTo>
                <a:cubicBezTo>
                  <a:pt x="4572000" y="3511597"/>
                  <a:pt x="4578397" y="3505200"/>
                  <a:pt x="4586288" y="3505200"/>
                </a:cubicBezTo>
                <a:cubicBezTo>
                  <a:pt x="4594178" y="3505200"/>
                  <a:pt x="4600575" y="3511597"/>
                  <a:pt x="4600575" y="3519488"/>
                </a:cubicBezTo>
                <a:close/>
                <a:moveTo>
                  <a:pt x="4600575" y="3671888"/>
                </a:moveTo>
                <a:cubicBezTo>
                  <a:pt x="4600575" y="3679778"/>
                  <a:pt x="4594178" y="3686175"/>
                  <a:pt x="4586288" y="3686175"/>
                </a:cubicBezTo>
                <a:cubicBezTo>
                  <a:pt x="4578397" y="3686175"/>
                  <a:pt x="4572000" y="3679778"/>
                  <a:pt x="4572000" y="3671888"/>
                </a:cubicBezTo>
                <a:cubicBezTo>
                  <a:pt x="4572000" y="3663997"/>
                  <a:pt x="4578397" y="3657600"/>
                  <a:pt x="4586288" y="3657600"/>
                </a:cubicBezTo>
                <a:cubicBezTo>
                  <a:pt x="4594178" y="3657600"/>
                  <a:pt x="4600575" y="3663997"/>
                  <a:pt x="4600575" y="3671888"/>
                </a:cubicBezTo>
                <a:close/>
                <a:moveTo>
                  <a:pt x="4600575" y="3824288"/>
                </a:moveTo>
                <a:cubicBezTo>
                  <a:pt x="4600575" y="3832178"/>
                  <a:pt x="4594178" y="3838575"/>
                  <a:pt x="4586288" y="3838575"/>
                </a:cubicBezTo>
                <a:cubicBezTo>
                  <a:pt x="4578397" y="3838575"/>
                  <a:pt x="4572000" y="3832178"/>
                  <a:pt x="4572000" y="3824288"/>
                </a:cubicBezTo>
                <a:cubicBezTo>
                  <a:pt x="4572000" y="3816397"/>
                  <a:pt x="4578397" y="3810000"/>
                  <a:pt x="4586288" y="3810000"/>
                </a:cubicBezTo>
                <a:cubicBezTo>
                  <a:pt x="4594178" y="3810000"/>
                  <a:pt x="4600575" y="3816397"/>
                  <a:pt x="4600575" y="3824288"/>
                </a:cubicBezTo>
                <a:close/>
                <a:moveTo>
                  <a:pt x="4600575" y="3976688"/>
                </a:moveTo>
                <a:cubicBezTo>
                  <a:pt x="4600575" y="3984578"/>
                  <a:pt x="4594178" y="3990975"/>
                  <a:pt x="4586288" y="3990975"/>
                </a:cubicBezTo>
                <a:cubicBezTo>
                  <a:pt x="4578397" y="3990975"/>
                  <a:pt x="4572000" y="3984578"/>
                  <a:pt x="4572000" y="3976688"/>
                </a:cubicBezTo>
                <a:cubicBezTo>
                  <a:pt x="4572000" y="3968797"/>
                  <a:pt x="4578397" y="3962400"/>
                  <a:pt x="4586288" y="3962400"/>
                </a:cubicBezTo>
                <a:cubicBezTo>
                  <a:pt x="4594178" y="3962400"/>
                  <a:pt x="4600575" y="3968797"/>
                  <a:pt x="4600575" y="3976688"/>
                </a:cubicBezTo>
                <a:close/>
                <a:moveTo>
                  <a:pt x="4600575" y="4129088"/>
                </a:moveTo>
                <a:cubicBezTo>
                  <a:pt x="4600575" y="4136978"/>
                  <a:pt x="4594178" y="4143375"/>
                  <a:pt x="4586288" y="4143375"/>
                </a:cubicBezTo>
                <a:cubicBezTo>
                  <a:pt x="4578397" y="4143375"/>
                  <a:pt x="4572000" y="4136978"/>
                  <a:pt x="4572000" y="4129088"/>
                </a:cubicBezTo>
                <a:cubicBezTo>
                  <a:pt x="4572000" y="4121197"/>
                  <a:pt x="4578397" y="4114800"/>
                  <a:pt x="4586288" y="4114800"/>
                </a:cubicBezTo>
                <a:cubicBezTo>
                  <a:pt x="4594178" y="4114800"/>
                  <a:pt x="4600575" y="4121197"/>
                  <a:pt x="4600575" y="4129088"/>
                </a:cubicBezTo>
                <a:close/>
                <a:moveTo>
                  <a:pt x="4600575" y="4281488"/>
                </a:moveTo>
                <a:cubicBezTo>
                  <a:pt x="4600575" y="4289378"/>
                  <a:pt x="4594178" y="4295775"/>
                  <a:pt x="4586288" y="4295775"/>
                </a:cubicBezTo>
                <a:cubicBezTo>
                  <a:pt x="4578397" y="4295775"/>
                  <a:pt x="4572000" y="4289378"/>
                  <a:pt x="4572000" y="4281488"/>
                </a:cubicBezTo>
                <a:cubicBezTo>
                  <a:pt x="4572000" y="4273597"/>
                  <a:pt x="4578397" y="4267200"/>
                  <a:pt x="4586288" y="4267200"/>
                </a:cubicBezTo>
                <a:cubicBezTo>
                  <a:pt x="4594178" y="4267200"/>
                  <a:pt x="4600575" y="4273597"/>
                  <a:pt x="4600575" y="4281488"/>
                </a:cubicBezTo>
                <a:close/>
                <a:moveTo>
                  <a:pt x="4600575" y="4433888"/>
                </a:moveTo>
                <a:cubicBezTo>
                  <a:pt x="4600575" y="4441778"/>
                  <a:pt x="4594178" y="4448175"/>
                  <a:pt x="4586288" y="4448175"/>
                </a:cubicBezTo>
                <a:cubicBezTo>
                  <a:pt x="4578397" y="4448175"/>
                  <a:pt x="4572000" y="4441778"/>
                  <a:pt x="4572000" y="4433888"/>
                </a:cubicBezTo>
                <a:cubicBezTo>
                  <a:pt x="4572000" y="4425997"/>
                  <a:pt x="4578397" y="4419600"/>
                  <a:pt x="4586288" y="4419600"/>
                </a:cubicBezTo>
                <a:cubicBezTo>
                  <a:pt x="4594178" y="4419600"/>
                  <a:pt x="4600575" y="4425997"/>
                  <a:pt x="4600575" y="4433888"/>
                </a:cubicBezTo>
                <a:close/>
                <a:moveTo>
                  <a:pt x="4600575" y="4586288"/>
                </a:moveTo>
                <a:cubicBezTo>
                  <a:pt x="4600575" y="4594178"/>
                  <a:pt x="4594178" y="4600575"/>
                  <a:pt x="4586288" y="4600575"/>
                </a:cubicBezTo>
                <a:cubicBezTo>
                  <a:pt x="4578397" y="4600575"/>
                  <a:pt x="4572000" y="4594178"/>
                  <a:pt x="4572000" y="4586288"/>
                </a:cubicBezTo>
                <a:cubicBezTo>
                  <a:pt x="4572000" y="4578397"/>
                  <a:pt x="4578397" y="4572000"/>
                  <a:pt x="4586288" y="4572000"/>
                </a:cubicBezTo>
                <a:cubicBezTo>
                  <a:pt x="4594178" y="4572000"/>
                  <a:pt x="4600575" y="4578397"/>
                  <a:pt x="4600575" y="4586288"/>
                </a:cubicBezTo>
                <a:close/>
                <a:moveTo>
                  <a:pt x="4600575" y="4738688"/>
                </a:moveTo>
                <a:cubicBezTo>
                  <a:pt x="4600575" y="4746578"/>
                  <a:pt x="4594178" y="4752975"/>
                  <a:pt x="4586288" y="4752975"/>
                </a:cubicBezTo>
                <a:cubicBezTo>
                  <a:pt x="4578397" y="4752975"/>
                  <a:pt x="4572000" y="4746578"/>
                  <a:pt x="4572000" y="4738688"/>
                </a:cubicBezTo>
                <a:cubicBezTo>
                  <a:pt x="4572000" y="4730797"/>
                  <a:pt x="4578397" y="4724400"/>
                  <a:pt x="4586288" y="4724400"/>
                </a:cubicBezTo>
                <a:cubicBezTo>
                  <a:pt x="4594178" y="4724400"/>
                  <a:pt x="4600575" y="4730797"/>
                  <a:pt x="4600575" y="4738688"/>
                </a:cubicBezTo>
                <a:close/>
                <a:moveTo>
                  <a:pt x="4752975" y="14288"/>
                </a:moveTo>
                <a:cubicBezTo>
                  <a:pt x="4752975" y="22178"/>
                  <a:pt x="4746578" y="28575"/>
                  <a:pt x="4738688" y="28575"/>
                </a:cubicBezTo>
                <a:cubicBezTo>
                  <a:pt x="4730797" y="28575"/>
                  <a:pt x="4724400" y="22178"/>
                  <a:pt x="4724400" y="14288"/>
                </a:cubicBezTo>
                <a:cubicBezTo>
                  <a:pt x="4724400" y="6397"/>
                  <a:pt x="4730797" y="0"/>
                  <a:pt x="4738688" y="0"/>
                </a:cubicBezTo>
                <a:cubicBezTo>
                  <a:pt x="4746578" y="0"/>
                  <a:pt x="4752975" y="6397"/>
                  <a:pt x="4752975" y="14288"/>
                </a:cubicBezTo>
                <a:close/>
                <a:moveTo>
                  <a:pt x="4752975" y="166688"/>
                </a:moveTo>
                <a:cubicBezTo>
                  <a:pt x="4752975" y="174578"/>
                  <a:pt x="4746578" y="180975"/>
                  <a:pt x="4738688" y="180975"/>
                </a:cubicBezTo>
                <a:cubicBezTo>
                  <a:pt x="4730797" y="180975"/>
                  <a:pt x="4724400" y="174578"/>
                  <a:pt x="4724400" y="166688"/>
                </a:cubicBezTo>
                <a:cubicBezTo>
                  <a:pt x="4724400" y="158797"/>
                  <a:pt x="4730797" y="152400"/>
                  <a:pt x="4738688" y="152400"/>
                </a:cubicBezTo>
                <a:cubicBezTo>
                  <a:pt x="4746578" y="152400"/>
                  <a:pt x="4752975" y="158797"/>
                  <a:pt x="4752975" y="166688"/>
                </a:cubicBezTo>
                <a:close/>
                <a:moveTo>
                  <a:pt x="4752975" y="319088"/>
                </a:moveTo>
                <a:cubicBezTo>
                  <a:pt x="4752975" y="326978"/>
                  <a:pt x="4746578" y="333375"/>
                  <a:pt x="4738688" y="333375"/>
                </a:cubicBezTo>
                <a:cubicBezTo>
                  <a:pt x="4730797" y="333375"/>
                  <a:pt x="4724400" y="326978"/>
                  <a:pt x="4724400" y="319088"/>
                </a:cubicBezTo>
                <a:cubicBezTo>
                  <a:pt x="4724400" y="311197"/>
                  <a:pt x="4730797" y="304800"/>
                  <a:pt x="4738688" y="304800"/>
                </a:cubicBezTo>
                <a:cubicBezTo>
                  <a:pt x="4746578" y="304800"/>
                  <a:pt x="4752975" y="311197"/>
                  <a:pt x="4752975" y="319088"/>
                </a:cubicBezTo>
                <a:close/>
                <a:moveTo>
                  <a:pt x="4752975" y="471488"/>
                </a:moveTo>
                <a:cubicBezTo>
                  <a:pt x="4752975" y="479378"/>
                  <a:pt x="4746578" y="485775"/>
                  <a:pt x="4738688" y="485775"/>
                </a:cubicBezTo>
                <a:cubicBezTo>
                  <a:pt x="4730797" y="485775"/>
                  <a:pt x="4724400" y="479378"/>
                  <a:pt x="4724400" y="471488"/>
                </a:cubicBezTo>
                <a:cubicBezTo>
                  <a:pt x="4724400" y="463597"/>
                  <a:pt x="4730797" y="457200"/>
                  <a:pt x="4738688" y="457200"/>
                </a:cubicBezTo>
                <a:cubicBezTo>
                  <a:pt x="4746578" y="457200"/>
                  <a:pt x="4752975" y="463597"/>
                  <a:pt x="4752975" y="471488"/>
                </a:cubicBezTo>
                <a:close/>
                <a:moveTo>
                  <a:pt x="4752975" y="623888"/>
                </a:moveTo>
                <a:cubicBezTo>
                  <a:pt x="4752975" y="631778"/>
                  <a:pt x="4746578" y="638175"/>
                  <a:pt x="4738688" y="638175"/>
                </a:cubicBezTo>
                <a:cubicBezTo>
                  <a:pt x="4730797" y="638175"/>
                  <a:pt x="4724400" y="631778"/>
                  <a:pt x="4724400" y="623888"/>
                </a:cubicBezTo>
                <a:cubicBezTo>
                  <a:pt x="4724400" y="615997"/>
                  <a:pt x="4730797" y="609600"/>
                  <a:pt x="4738688" y="609600"/>
                </a:cubicBezTo>
                <a:cubicBezTo>
                  <a:pt x="4746578" y="609600"/>
                  <a:pt x="4752975" y="615997"/>
                  <a:pt x="4752975" y="623888"/>
                </a:cubicBezTo>
                <a:close/>
                <a:moveTo>
                  <a:pt x="4752975" y="776288"/>
                </a:moveTo>
                <a:cubicBezTo>
                  <a:pt x="4752975" y="784178"/>
                  <a:pt x="4746578" y="790575"/>
                  <a:pt x="4738688" y="790575"/>
                </a:cubicBezTo>
                <a:cubicBezTo>
                  <a:pt x="4730797" y="790575"/>
                  <a:pt x="4724400" y="784178"/>
                  <a:pt x="4724400" y="776288"/>
                </a:cubicBezTo>
                <a:cubicBezTo>
                  <a:pt x="4724400" y="768397"/>
                  <a:pt x="4730797" y="762000"/>
                  <a:pt x="4738688" y="762000"/>
                </a:cubicBezTo>
                <a:cubicBezTo>
                  <a:pt x="4746578" y="762000"/>
                  <a:pt x="4752975" y="768397"/>
                  <a:pt x="4752975" y="776288"/>
                </a:cubicBezTo>
                <a:close/>
                <a:moveTo>
                  <a:pt x="4752975" y="928688"/>
                </a:moveTo>
                <a:cubicBezTo>
                  <a:pt x="4752975" y="936578"/>
                  <a:pt x="4746578" y="942975"/>
                  <a:pt x="4738688" y="942975"/>
                </a:cubicBezTo>
                <a:cubicBezTo>
                  <a:pt x="4730797" y="942975"/>
                  <a:pt x="4724400" y="936578"/>
                  <a:pt x="4724400" y="928688"/>
                </a:cubicBezTo>
                <a:cubicBezTo>
                  <a:pt x="4724400" y="920797"/>
                  <a:pt x="4730797" y="914400"/>
                  <a:pt x="4738688" y="914400"/>
                </a:cubicBezTo>
                <a:cubicBezTo>
                  <a:pt x="4746578" y="914400"/>
                  <a:pt x="4752975" y="920797"/>
                  <a:pt x="4752975" y="928688"/>
                </a:cubicBezTo>
                <a:close/>
                <a:moveTo>
                  <a:pt x="4752975" y="1081088"/>
                </a:moveTo>
                <a:cubicBezTo>
                  <a:pt x="4752975" y="1088978"/>
                  <a:pt x="4746578" y="1095375"/>
                  <a:pt x="4738688" y="1095375"/>
                </a:cubicBezTo>
                <a:cubicBezTo>
                  <a:pt x="4730797" y="1095375"/>
                  <a:pt x="4724400" y="1088978"/>
                  <a:pt x="4724400" y="1081088"/>
                </a:cubicBezTo>
                <a:cubicBezTo>
                  <a:pt x="4724400" y="1073197"/>
                  <a:pt x="4730797" y="1066800"/>
                  <a:pt x="4738688" y="1066800"/>
                </a:cubicBezTo>
                <a:cubicBezTo>
                  <a:pt x="4746578" y="1066800"/>
                  <a:pt x="4752975" y="1073197"/>
                  <a:pt x="4752975" y="1081088"/>
                </a:cubicBezTo>
                <a:close/>
                <a:moveTo>
                  <a:pt x="4752975" y="1233488"/>
                </a:moveTo>
                <a:cubicBezTo>
                  <a:pt x="4752975" y="1241378"/>
                  <a:pt x="4746578" y="1247775"/>
                  <a:pt x="4738688" y="1247775"/>
                </a:cubicBezTo>
                <a:cubicBezTo>
                  <a:pt x="4730797" y="1247775"/>
                  <a:pt x="4724400" y="1241378"/>
                  <a:pt x="4724400" y="1233488"/>
                </a:cubicBezTo>
                <a:cubicBezTo>
                  <a:pt x="4724400" y="1225597"/>
                  <a:pt x="4730797" y="1219200"/>
                  <a:pt x="4738688" y="1219200"/>
                </a:cubicBezTo>
                <a:cubicBezTo>
                  <a:pt x="4746578" y="1219200"/>
                  <a:pt x="4752975" y="1225597"/>
                  <a:pt x="4752975" y="1233488"/>
                </a:cubicBezTo>
                <a:close/>
                <a:moveTo>
                  <a:pt x="4752975" y="1385888"/>
                </a:moveTo>
                <a:cubicBezTo>
                  <a:pt x="4752975" y="1393778"/>
                  <a:pt x="4746578" y="1400175"/>
                  <a:pt x="4738688" y="1400175"/>
                </a:cubicBezTo>
                <a:cubicBezTo>
                  <a:pt x="4730797" y="1400175"/>
                  <a:pt x="4724400" y="1393778"/>
                  <a:pt x="4724400" y="1385888"/>
                </a:cubicBezTo>
                <a:cubicBezTo>
                  <a:pt x="4724400" y="1377997"/>
                  <a:pt x="4730797" y="1371600"/>
                  <a:pt x="4738688" y="1371600"/>
                </a:cubicBezTo>
                <a:cubicBezTo>
                  <a:pt x="4746578" y="1371600"/>
                  <a:pt x="4752975" y="1377997"/>
                  <a:pt x="4752975" y="1385888"/>
                </a:cubicBezTo>
                <a:close/>
                <a:moveTo>
                  <a:pt x="4752975" y="1538288"/>
                </a:moveTo>
                <a:cubicBezTo>
                  <a:pt x="4752975" y="1546178"/>
                  <a:pt x="4746578" y="1552575"/>
                  <a:pt x="4738688" y="1552575"/>
                </a:cubicBezTo>
                <a:cubicBezTo>
                  <a:pt x="4730797" y="1552575"/>
                  <a:pt x="4724400" y="1546178"/>
                  <a:pt x="4724400" y="1538288"/>
                </a:cubicBezTo>
                <a:cubicBezTo>
                  <a:pt x="4724400" y="1530397"/>
                  <a:pt x="4730797" y="1524000"/>
                  <a:pt x="4738688" y="1524000"/>
                </a:cubicBezTo>
                <a:cubicBezTo>
                  <a:pt x="4746578" y="1524000"/>
                  <a:pt x="4752975" y="1530397"/>
                  <a:pt x="4752975" y="1538288"/>
                </a:cubicBezTo>
                <a:close/>
                <a:moveTo>
                  <a:pt x="4752975" y="1690688"/>
                </a:moveTo>
                <a:cubicBezTo>
                  <a:pt x="4752975" y="1698578"/>
                  <a:pt x="4746578" y="1704975"/>
                  <a:pt x="4738688" y="1704975"/>
                </a:cubicBezTo>
                <a:cubicBezTo>
                  <a:pt x="4730797" y="1704975"/>
                  <a:pt x="4724400" y="1698578"/>
                  <a:pt x="4724400" y="1690688"/>
                </a:cubicBezTo>
                <a:cubicBezTo>
                  <a:pt x="4724400" y="1682797"/>
                  <a:pt x="4730797" y="1676400"/>
                  <a:pt x="4738688" y="1676400"/>
                </a:cubicBezTo>
                <a:cubicBezTo>
                  <a:pt x="4746578" y="1676400"/>
                  <a:pt x="4752975" y="1682797"/>
                  <a:pt x="4752975" y="1690688"/>
                </a:cubicBezTo>
                <a:close/>
                <a:moveTo>
                  <a:pt x="4752975" y="1843088"/>
                </a:moveTo>
                <a:cubicBezTo>
                  <a:pt x="4752975" y="1850978"/>
                  <a:pt x="4746578" y="1857375"/>
                  <a:pt x="4738688" y="1857375"/>
                </a:cubicBezTo>
                <a:cubicBezTo>
                  <a:pt x="4730797" y="1857375"/>
                  <a:pt x="4724400" y="1850978"/>
                  <a:pt x="4724400" y="1843088"/>
                </a:cubicBezTo>
                <a:cubicBezTo>
                  <a:pt x="4724400" y="1835197"/>
                  <a:pt x="4730797" y="1828800"/>
                  <a:pt x="4738688" y="1828800"/>
                </a:cubicBezTo>
                <a:cubicBezTo>
                  <a:pt x="4746578" y="1828800"/>
                  <a:pt x="4752975" y="1835197"/>
                  <a:pt x="4752975" y="1843088"/>
                </a:cubicBezTo>
                <a:close/>
                <a:moveTo>
                  <a:pt x="4752975" y="1995488"/>
                </a:moveTo>
                <a:cubicBezTo>
                  <a:pt x="4752975" y="2003378"/>
                  <a:pt x="4746578" y="2009775"/>
                  <a:pt x="4738688" y="2009775"/>
                </a:cubicBezTo>
                <a:cubicBezTo>
                  <a:pt x="4730797" y="2009775"/>
                  <a:pt x="4724400" y="2003378"/>
                  <a:pt x="4724400" y="1995488"/>
                </a:cubicBezTo>
                <a:cubicBezTo>
                  <a:pt x="4724400" y="1987597"/>
                  <a:pt x="4730797" y="1981200"/>
                  <a:pt x="4738688" y="1981200"/>
                </a:cubicBezTo>
                <a:cubicBezTo>
                  <a:pt x="4746578" y="1981200"/>
                  <a:pt x="4752975" y="1987597"/>
                  <a:pt x="4752975" y="1995488"/>
                </a:cubicBezTo>
                <a:close/>
                <a:moveTo>
                  <a:pt x="4752975" y="2147888"/>
                </a:moveTo>
                <a:cubicBezTo>
                  <a:pt x="4752975" y="2155778"/>
                  <a:pt x="4746578" y="2162175"/>
                  <a:pt x="4738688" y="2162175"/>
                </a:cubicBezTo>
                <a:cubicBezTo>
                  <a:pt x="4730797" y="2162175"/>
                  <a:pt x="4724400" y="2155778"/>
                  <a:pt x="4724400" y="2147888"/>
                </a:cubicBezTo>
                <a:cubicBezTo>
                  <a:pt x="4724400" y="2139997"/>
                  <a:pt x="4730797" y="2133600"/>
                  <a:pt x="4738688" y="2133600"/>
                </a:cubicBezTo>
                <a:cubicBezTo>
                  <a:pt x="4746578" y="2133600"/>
                  <a:pt x="4752975" y="2139997"/>
                  <a:pt x="4752975" y="2147888"/>
                </a:cubicBezTo>
                <a:close/>
                <a:moveTo>
                  <a:pt x="4752975" y="2300288"/>
                </a:moveTo>
                <a:cubicBezTo>
                  <a:pt x="4752975" y="2308178"/>
                  <a:pt x="4746578" y="2314575"/>
                  <a:pt x="4738688" y="2314575"/>
                </a:cubicBezTo>
                <a:cubicBezTo>
                  <a:pt x="4730797" y="2314575"/>
                  <a:pt x="4724400" y="2308178"/>
                  <a:pt x="4724400" y="2300288"/>
                </a:cubicBezTo>
                <a:cubicBezTo>
                  <a:pt x="4724400" y="2292397"/>
                  <a:pt x="4730797" y="2286000"/>
                  <a:pt x="4738688" y="2286000"/>
                </a:cubicBezTo>
                <a:cubicBezTo>
                  <a:pt x="4746578" y="2286000"/>
                  <a:pt x="4752975" y="2292397"/>
                  <a:pt x="4752975" y="2300288"/>
                </a:cubicBezTo>
                <a:close/>
                <a:moveTo>
                  <a:pt x="4752975" y="2452688"/>
                </a:moveTo>
                <a:cubicBezTo>
                  <a:pt x="4752975" y="2460578"/>
                  <a:pt x="4746578" y="2466975"/>
                  <a:pt x="4738688" y="2466975"/>
                </a:cubicBezTo>
                <a:cubicBezTo>
                  <a:pt x="4730797" y="2466975"/>
                  <a:pt x="4724400" y="2460578"/>
                  <a:pt x="4724400" y="2452688"/>
                </a:cubicBezTo>
                <a:cubicBezTo>
                  <a:pt x="4724400" y="2444797"/>
                  <a:pt x="4730797" y="2438400"/>
                  <a:pt x="4738688" y="2438400"/>
                </a:cubicBezTo>
                <a:cubicBezTo>
                  <a:pt x="4746578" y="2438400"/>
                  <a:pt x="4752975" y="2444797"/>
                  <a:pt x="4752975" y="2452688"/>
                </a:cubicBezTo>
                <a:close/>
                <a:moveTo>
                  <a:pt x="4752975" y="2605088"/>
                </a:moveTo>
                <a:cubicBezTo>
                  <a:pt x="4752975" y="2612978"/>
                  <a:pt x="4746578" y="2619375"/>
                  <a:pt x="4738688" y="2619375"/>
                </a:cubicBezTo>
                <a:cubicBezTo>
                  <a:pt x="4730797" y="2619375"/>
                  <a:pt x="4724400" y="2612978"/>
                  <a:pt x="4724400" y="2605088"/>
                </a:cubicBezTo>
                <a:cubicBezTo>
                  <a:pt x="4724400" y="2597197"/>
                  <a:pt x="4730797" y="2590800"/>
                  <a:pt x="4738688" y="2590800"/>
                </a:cubicBezTo>
                <a:cubicBezTo>
                  <a:pt x="4746578" y="2590800"/>
                  <a:pt x="4752975" y="2597197"/>
                  <a:pt x="4752975" y="2605088"/>
                </a:cubicBezTo>
                <a:close/>
                <a:moveTo>
                  <a:pt x="4752975" y="2757488"/>
                </a:moveTo>
                <a:cubicBezTo>
                  <a:pt x="4752975" y="2765378"/>
                  <a:pt x="4746578" y="2771775"/>
                  <a:pt x="4738688" y="2771775"/>
                </a:cubicBezTo>
                <a:cubicBezTo>
                  <a:pt x="4730797" y="2771775"/>
                  <a:pt x="4724400" y="2765378"/>
                  <a:pt x="4724400" y="2757488"/>
                </a:cubicBezTo>
                <a:cubicBezTo>
                  <a:pt x="4724400" y="2749597"/>
                  <a:pt x="4730797" y="2743200"/>
                  <a:pt x="4738688" y="2743200"/>
                </a:cubicBezTo>
                <a:cubicBezTo>
                  <a:pt x="4746578" y="2743200"/>
                  <a:pt x="4752975" y="2749597"/>
                  <a:pt x="4752975" y="2757488"/>
                </a:cubicBezTo>
                <a:close/>
                <a:moveTo>
                  <a:pt x="4752975" y="2909888"/>
                </a:moveTo>
                <a:cubicBezTo>
                  <a:pt x="4752975" y="2917778"/>
                  <a:pt x="4746578" y="2924175"/>
                  <a:pt x="4738688" y="2924175"/>
                </a:cubicBezTo>
                <a:cubicBezTo>
                  <a:pt x="4730797" y="2924175"/>
                  <a:pt x="4724400" y="2917778"/>
                  <a:pt x="4724400" y="2909888"/>
                </a:cubicBezTo>
                <a:cubicBezTo>
                  <a:pt x="4724400" y="2901997"/>
                  <a:pt x="4730797" y="2895600"/>
                  <a:pt x="4738688" y="2895600"/>
                </a:cubicBezTo>
                <a:cubicBezTo>
                  <a:pt x="4746578" y="2895600"/>
                  <a:pt x="4752975" y="2901997"/>
                  <a:pt x="4752975" y="2909888"/>
                </a:cubicBezTo>
                <a:close/>
                <a:moveTo>
                  <a:pt x="4752975" y="3062288"/>
                </a:moveTo>
                <a:cubicBezTo>
                  <a:pt x="4752975" y="3070178"/>
                  <a:pt x="4746578" y="3076575"/>
                  <a:pt x="4738688" y="3076575"/>
                </a:cubicBezTo>
                <a:cubicBezTo>
                  <a:pt x="4730797" y="3076575"/>
                  <a:pt x="4724400" y="3070178"/>
                  <a:pt x="4724400" y="3062288"/>
                </a:cubicBezTo>
                <a:cubicBezTo>
                  <a:pt x="4724400" y="3054397"/>
                  <a:pt x="4730797" y="3048000"/>
                  <a:pt x="4738688" y="3048000"/>
                </a:cubicBezTo>
                <a:cubicBezTo>
                  <a:pt x="4746578" y="3048000"/>
                  <a:pt x="4752975" y="3054397"/>
                  <a:pt x="4752975" y="3062288"/>
                </a:cubicBezTo>
                <a:close/>
                <a:moveTo>
                  <a:pt x="4752975" y="3214688"/>
                </a:moveTo>
                <a:cubicBezTo>
                  <a:pt x="4752975" y="3222578"/>
                  <a:pt x="4746578" y="3228975"/>
                  <a:pt x="4738688" y="3228975"/>
                </a:cubicBezTo>
                <a:cubicBezTo>
                  <a:pt x="4730797" y="3228975"/>
                  <a:pt x="4724400" y="3222578"/>
                  <a:pt x="4724400" y="3214688"/>
                </a:cubicBezTo>
                <a:cubicBezTo>
                  <a:pt x="4724400" y="3206797"/>
                  <a:pt x="4730797" y="3200400"/>
                  <a:pt x="4738688" y="3200400"/>
                </a:cubicBezTo>
                <a:cubicBezTo>
                  <a:pt x="4746578" y="3200400"/>
                  <a:pt x="4752975" y="3206797"/>
                  <a:pt x="4752975" y="3214688"/>
                </a:cubicBezTo>
                <a:close/>
                <a:moveTo>
                  <a:pt x="4752975" y="3367088"/>
                </a:moveTo>
                <a:cubicBezTo>
                  <a:pt x="4752975" y="3374978"/>
                  <a:pt x="4746578" y="3381375"/>
                  <a:pt x="4738688" y="3381375"/>
                </a:cubicBezTo>
                <a:cubicBezTo>
                  <a:pt x="4730797" y="3381375"/>
                  <a:pt x="4724400" y="3374978"/>
                  <a:pt x="4724400" y="3367088"/>
                </a:cubicBezTo>
                <a:cubicBezTo>
                  <a:pt x="4724400" y="3359197"/>
                  <a:pt x="4730797" y="3352800"/>
                  <a:pt x="4738688" y="3352800"/>
                </a:cubicBezTo>
                <a:cubicBezTo>
                  <a:pt x="4746578" y="3352800"/>
                  <a:pt x="4752975" y="3359197"/>
                  <a:pt x="4752975" y="3367088"/>
                </a:cubicBezTo>
                <a:close/>
                <a:moveTo>
                  <a:pt x="4752975" y="3519488"/>
                </a:moveTo>
                <a:cubicBezTo>
                  <a:pt x="4752975" y="3527378"/>
                  <a:pt x="4746578" y="3533775"/>
                  <a:pt x="4738688" y="3533775"/>
                </a:cubicBezTo>
                <a:cubicBezTo>
                  <a:pt x="4730797" y="3533775"/>
                  <a:pt x="4724400" y="3527378"/>
                  <a:pt x="4724400" y="3519488"/>
                </a:cubicBezTo>
                <a:cubicBezTo>
                  <a:pt x="4724400" y="3511597"/>
                  <a:pt x="4730797" y="3505200"/>
                  <a:pt x="4738688" y="3505200"/>
                </a:cubicBezTo>
                <a:cubicBezTo>
                  <a:pt x="4746578" y="3505200"/>
                  <a:pt x="4752975" y="3511597"/>
                  <a:pt x="4752975" y="3519488"/>
                </a:cubicBezTo>
                <a:close/>
                <a:moveTo>
                  <a:pt x="4752975" y="3671888"/>
                </a:moveTo>
                <a:cubicBezTo>
                  <a:pt x="4752975" y="3679778"/>
                  <a:pt x="4746578" y="3686175"/>
                  <a:pt x="4738688" y="3686175"/>
                </a:cubicBezTo>
                <a:cubicBezTo>
                  <a:pt x="4730797" y="3686175"/>
                  <a:pt x="4724400" y="3679778"/>
                  <a:pt x="4724400" y="3671888"/>
                </a:cubicBezTo>
                <a:cubicBezTo>
                  <a:pt x="4724400" y="3663997"/>
                  <a:pt x="4730797" y="3657600"/>
                  <a:pt x="4738688" y="3657600"/>
                </a:cubicBezTo>
                <a:cubicBezTo>
                  <a:pt x="4746578" y="3657600"/>
                  <a:pt x="4752975" y="3663997"/>
                  <a:pt x="4752975" y="3671888"/>
                </a:cubicBezTo>
                <a:close/>
                <a:moveTo>
                  <a:pt x="4752975" y="3824288"/>
                </a:moveTo>
                <a:cubicBezTo>
                  <a:pt x="4752975" y="3832178"/>
                  <a:pt x="4746578" y="3838575"/>
                  <a:pt x="4738688" y="3838575"/>
                </a:cubicBezTo>
                <a:cubicBezTo>
                  <a:pt x="4730797" y="3838575"/>
                  <a:pt x="4724400" y="3832178"/>
                  <a:pt x="4724400" y="3824288"/>
                </a:cubicBezTo>
                <a:cubicBezTo>
                  <a:pt x="4724400" y="3816397"/>
                  <a:pt x="4730797" y="3810000"/>
                  <a:pt x="4738688" y="3810000"/>
                </a:cubicBezTo>
                <a:cubicBezTo>
                  <a:pt x="4746578" y="3810000"/>
                  <a:pt x="4752975" y="3816397"/>
                  <a:pt x="4752975" y="3824288"/>
                </a:cubicBezTo>
                <a:close/>
                <a:moveTo>
                  <a:pt x="4752975" y="3976688"/>
                </a:moveTo>
                <a:cubicBezTo>
                  <a:pt x="4752975" y="3984578"/>
                  <a:pt x="4746578" y="3990975"/>
                  <a:pt x="4738688" y="3990975"/>
                </a:cubicBezTo>
                <a:cubicBezTo>
                  <a:pt x="4730797" y="3990975"/>
                  <a:pt x="4724400" y="3984578"/>
                  <a:pt x="4724400" y="3976688"/>
                </a:cubicBezTo>
                <a:cubicBezTo>
                  <a:pt x="4724400" y="3968797"/>
                  <a:pt x="4730797" y="3962400"/>
                  <a:pt x="4738688" y="3962400"/>
                </a:cubicBezTo>
                <a:cubicBezTo>
                  <a:pt x="4746578" y="3962400"/>
                  <a:pt x="4752975" y="3968797"/>
                  <a:pt x="4752975" y="3976688"/>
                </a:cubicBezTo>
                <a:close/>
                <a:moveTo>
                  <a:pt x="4752975" y="4129088"/>
                </a:moveTo>
                <a:cubicBezTo>
                  <a:pt x="4752975" y="4136978"/>
                  <a:pt x="4746578" y="4143375"/>
                  <a:pt x="4738688" y="4143375"/>
                </a:cubicBezTo>
                <a:cubicBezTo>
                  <a:pt x="4730797" y="4143375"/>
                  <a:pt x="4724400" y="4136978"/>
                  <a:pt x="4724400" y="4129088"/>
                </a:cubicBezTo>
                <a:cubicBezTo>
                  <a:pt x="4724400" y="4121197"/>
                  <a:pt x="4730797" y="4114800"/>
                  <a:pt x="4738688" y="4114800"/>
                </a:cubicBezTo>
                <a:cubicBezTo>
                  <a:pt x="4746578" y="4114800"/>
                  <a:pt x="4752975" y="4121197"/>
                  <a:pt x="4752975" y="4129088"/>
                </a:cubicBezTo>
                <a:close/>
                <a:moveTo>
                  <a:pt x="4752975" y="4281488"/>
                </a:moveTo>
                <a:cubicBezTo>
                  <a:pt x="4752975" y="4289378"/>
                  <a:pt x="4746578" y="4295775"/>
                  <a:pt x="4738688" y="4295775"/>
                </a:cubicBezTo>
                <a:cubicBezTo>
                  <a:pt x="4730797" y="4295775"/>
                  <a:pt x="4724400" y="4289378"/>
                  <a:pt x="4724400" y="4281488"/>
                </a:cubicBezTo>
                <a:cubicBezTo>
                  <a:pt x="4724400" y="4273597"/>
                  <a:pt x="4730797" y="4267200"/>
                  <a:pt x="4738688" y="4267200"/>
                </a:cubicBezTo>
                <a:cubicBezTo>
                  <a:pt x="4746578" y="4267200"/>
                  <a:pt x="4752975" y="4273597"/>
                  <a:pt x="4752975" y="4281488"/>
                </a:cubicBezTo>
                <a:close/>
                <a:moveTo>
                  <a:pt x="4752975" y="4433888"/>
                </a:moveTo>
                <a:cubicBezTo>
                  <a:pt x="4752975" y="4441778"/>
                  <a:pt x="4746578" y="4448175"/>
                  <a:pt x="4738688" y="4448175"/>
                </a:cubicBezTo>
                <a:cubicBezTo>
                  <a:pt x="4730797" y="4448175"/>
                  <a:pt x="4724400" y="4441778"/>
                  <a:pt x="4724400" y="4433888"/>
                </a:cubicBezTo>
                <a:cubicBezTo>
                  <a:pt x="4724400" y="4425997"/>
                  <a:pt x="4730797" y="4419600"/>
                  <a:pt x="4738688" y="4419600"/>
                </a:cubicBezTo>
                <a:cubicBezTo>
                  <a:pt x="4746578" y="4419600"/>
                  <a:pt x="4752975" y="4425997"/>
                  <a:pt x="4752975" y="4433888"/>
                </a:cubicBezTo>
                <a:close/>
                <a:moveTo>
                  <a:pt x="4752975" y="4586288"/>
                </a:moveTo>
                <a:cubicBezTo>
                  <a:pt x="4752975" y="4594178"/>
                  <a:pt x="4746578" y="4600575"/>
                  <a:pt x="4738688" y="4600575"/>
                </a:cubicBezTo>
                <a:cubicBezTo>
                  <a:pt x="4730797" y="4600575"/>
                  <a:pt x="4724400" y="4594178"/>
                  <a:pt x="4724400" y="4586288"/>
                </a:cubicBezTo>
                <a:cubicBezTo>
                  <a:pt x="4724400" y="4578397"/>
                  <a:pt x="4730797" y="4572000"/>
                  <a:pt x="4738688" y="4572000"/>
                </a:cubicBezTo>
                <a:cubicBezTo>
                  <a:pt x="4746578" y="4572000"/>
                  <a:pt x="4752975" y="4578397"/>
                  <a:pt x="4752975" y="4586288"/>
                </a:cubicBezTo>
                <a:close/>
                <a:moveTo>
                  <a:pt x="4752975" y="4738688"/>
                </a:moveTo>
                <a:cubicBezTo>
                  <a:pt x="4752975" y="4746578"/>
                  <a:pt x="4746578" y="4752975"/>
                  <a:pt x="4738688" y="4752975"/>
                </a:cubicBezTo>
                <a:cubicBezTo>
                  <a:pt x="4730797" y="4752975"/>
                  <a:pt x="4724400" y="4746578"/>
                  <a:pt x="4724400" y="4738688"/>
                </a:cubicBezTo>
                <a:cubicBezTo>
                  <a:pt x="4724400" y="4730797"/>
                  <a:pt x="4730797" y="4724400"/>
                  <a:pt x="4738688" y="4724400"/>
                </a:cubicBezTo>
                <a:cubicBezTo>
                  <a:pt x="4746578" y="4724400"/>
                  <a:pt x="4752975" y="4730797"/>
                  <a:pt x="4752975" y="4738688"/>
                </a:cubicBezTo>
                <a:close/>
                <a:moveTo>
                  <a:pt x="4905375" y="14288"/>
                </a:moveTo>
                <a:cubicBezTo>
                  <a:pt x="4905375" y="22178"/>
                  <a:pt x="4898978" y="28575"/>
                  <a:pt x="4891088" y="28575"/>
                </a:cubicBezTo>
                <a:cubicBezTo>
                  <a:pt x="4883197" y="28575"/>
                  <a:pt x="4876800" y="22178"/>
                  <a:pt x="4876800" y="14288"/>
                </a:cubicBezTo>
                <a:cubicBezTo>
                  <a:pt x="4876800" y="6397"/>
                  <a:pt x="4883197" y="0"/>
                  <a:pt x="4891088" y="0"/>
                </a:cubicBezTo>
                <a:cubicBezTo>
                  <a:pt x="4898978" y="0"/>
                  <a:pt x="4905375" y="6397"/>
                  <a:pt x="4905375" y="14288"/>
                </a:cubicBezTo>
                <a:close/>
                <a:moveTo>
                  <a:pt x="4905375" y="166688"/>
                </a:moveTo>
                <a:cubicBezTo>
                  <a:pt x="4905375" y="174578"/>
                  <a:pt x="4898978" y="180975"/>
                  <a:pt x="4891088" y="180975"/>
                </a:cubicBezTo>
                <a:cubicBezTo>
                  <a:pt x="4883197" y="180975"/>
                  <a:pt x="4876800" y="174578"/>
                  <a:pt x="4876800" y="166688"/>
                </a:cubicBezTo>
                <a:cubicBezTo>
                  <a:pt x="4876800" y="158797"/>
                  <a:pt x="4883197" y="152400"/>
                  <a:pt x="4891088" y="152400"/>
                </a:cubicBezTo>
                <a:cubicBezTo>
                  <a:pt x="4898978" y="152400"/>
                  <a:pt x="4905375" y="158797"/>
                  <a:pt x="4905375" y="166688"/>
                </a:cubicBezTo>
                <a:close/>
                <a:moveTo>
                  <a:pt x="4905375" y="319088"/>
                </a:moveTo>
                <a:cubicBezTo>
                  <a:pt x="4905375" y="326978"/>
                  <a:pt x="4898978" y="333375"/>
                  <a:pt x="4891088" y="333375"/>
                </a:cubicBezTo>
                <a:cubicBezTo>
                  <a:pt x="4883197" y="333375"/>
                  <a:pt x="4876800" y="326978"/>
                  <a:pt x="4876800" y="319088"/>
                </a:cubicBezTo>
                <a:cubicBezTo>
                  <a:pt x="4876800" y="311197"/>
                  <a:pt x="4883197" y="304800"/>
                  <a:pt x="4891088" y="304800"/>
                </a:cubicBezTo>
                <a:cubicBezTo>
                  <a:pt x="4898978" y="304800"/>
                  <a:pt x="4905375" y="311197"/>
                  <a:pt x="4905375" y="319088"/>
                </a:cubicBezTo>
                <a:close/>
                <a:moveTo>
                  <a:pt x="4905375" y="471488"/>
                </a:moveTo>
                <a:cubicBezTo>
                  <a:pt x="4905375" y="479378"/>
                  <a:pt x="4898978" y="485775"/>
                  <a:pt x="4891088" y="485775"/>
                </a:cubicBezTo>
                <a:cubicBezTo>
                  <a:pt x="4883197" y="485775"/>
                  <a:pt x="4876800" y="479378"/>
                  <a:pt x="4876800" y="471488"/>
                </a:cubicBezTo>
                <a:cubicBezTo>
                  <a:pt x="4876800" y="463597"/>
                  <a:pt x="4883197" y="457200"/>
                  <a:pt x="4891088" y="457200"/>
                </a:cubicBezTo>
                <a:cubicBezTo>
                  <a:pt x="4898978" y="457200"/>
                  <a:pt x="4905375" y="463597"/>
                  <a:pt x="4905375" y="471488"/>
                </a:cubicBezTo>
                <a:close/>
                <a:moveTo>
                  <a:pt x="4905375" y="623888"/>
                </a:moveTo>
                <a:cubicBezTo>
                  <a:pt x="4905375" y="631778"/>
                  <a:pt x="4898978" y="638175"/>
                  <a:pt x="4891088" y="638175"/>
                </a:cubicBezTo>
                <a:cubicBezTo>
                  <a:pt x="4883197" y="638175"/>
                  <a:pt x="4876800" y="631778"/>
                  <a:pt x="4876800" y="623888"/>
                </a:cubicBezTo>
                <a:cubicBezTo>
                  <a:pt x="4876800" y="615997"/>
                  <a:pt x="4883197" y="609600"/>
                  <a:pt x="4891088" y="609600"/>
                </a:cubicBezTo>
                <a:cubicBezTo>
                  <a:pt x="4898978" y="609600"/>
                  <a:pt x="4905375" y="615997"/>
                  <a:pt x="4905375" y="623888"/>
                </a:cubicBezTo>
                <a:close/>
                <a:moveTo>
                  <a:pt x="4905375" y="776288"/>
                </a:moveTo>
                <a:cubicBezTo>
                  <a:pt x="4905375" y="784178"/>
                  <a:pt x="4898978" y="790575"/>
                  <a:pt x="4891088" y="790575"/>
                </a:cubicBezTo>
                <a:cubicBezTo>
                  <a:pt x="4883197" y="790575"/>
                  <a:pt x="4876800" y="784178"/>
                  <a:pt x="4876800" y="776288"/>
                </a:cubicBezTo>
                <a:cubicBezTo>
                  <a:pt x="4876800" y="768397"/>
                  <a:pt x="4883197" y="762000"/>
                  <a:pt x="4891088" y="762000"/>
                </a:cubicBezTo>
                <a:cubicBezTo>
                  <a:pt x="4898978" y="762000"/>
                  <a:pt x="4905375" y="768397"/>
                  <a:pt x="4905375" y="776288"/>
                </a:cubicBezTo>
                <a:close/>
                <a:moveTo>
                  <a:pt x="4905375" y="928688"/>
                </a:moveTo>
                <a:cubicBezTo>
                  <a:pt x="4905375" y="936578"/>
                  <a:pt x="4898978" y="942975"/>
                  <a:pt x="4891088" y="942975"/>
                </a:cubicBezTo>
                <a:cubicBezTo>
                  <a:pt x="4883197" y="942975"/>
                  <a:pt x="4876800" y="936578"/>
                  <a:pt x="4876800" y="928688"/>
                </a:cubicBezTo>
                <a:cubicBezTo>
                  <a:pt x="4876800" y="920797"/>
                  <a:pt x="4883197" y="914400"/>
                  <a:pt x="4891088" y="914400"/>
                </a:cubicBezTo>
                <a:cubicBezTo>
                  <a:pt x="4898978" y="914400"/>
                  <a:pt x="4905375" y="920797"/>
                  <a:pt x="4905375" y="928688"/>
                </a:cubicBezTo>
                <a:close/>
                <a:moveTo>
                  <a:pt x="4905375" y="1081088"/>
                </a:moveTo>
                <a:cubicBezTo>
                  <a:pt x="4905375" y="1088978"/>
                  <a:pt x="4898978" y="1095375"/>
                  <a:pt x="4891088" y="1095375"/>
                </a:cubicBezTo>
                <a:cubicBezTo>
                  <a:pt x="4883197" y="1095375"/>
                  <a:pt x="4876800" y="1088978"/>
                  <a:pt x="4876800" y="1081088"/>
                </a:cubicBezTo>
                <a:cubicBezTo>
                  <a:pt x="4876800" y="1073197"/>
                  <a:pt x="4883197" y="1066800"/>
                  <a:pt x="4891088" y="1066800"/>
                </a:cubicBezTo>
                <a:cubicBezTo>
                  <a:pt x="4898978" y="1066800"/>
                  <a:pt x="4905375" y="1073197"/>
                  <a:pt x="4905375" y="1081088"/>
                </a:cubicBezTo>
                <a:close/>
                <a:moveTo>
                  <a:pt x="4905375" y="1233488"/>
                </a:moveTo>
                <a:cubicBezTo>
                  <a:pt x="4905375" y="1241378"/>
                  <a:pt x="4898978" y="1247775"/>
                  <a:pt x="4891088" y="1247775"/>
                </a:cubicBezTo>
                <a:cubicBezTo>
                  <a:pt x="4883197" y="1247775"/>
                  <a:pt x="4876800" y="1241378"/>
                  <a:pt x="4876800" y="1233488"/>
                </a:cubicBezTo>
                <a:cubicBezTo>
                  <a:pt x="4876800" y="1225597"/>
                  <a:pt x="4883197" y="1219200"/>
                  <a:pt x="4891088" y="1219200"/>
                </a:cubicBezTo>
                <a:cubicBezTo>
                  <a:pt x="4898978" y="1219200"/>
                  <a:pt x="4905375" y="1225597"/>
                  <a:pt x="4905375" y="1233488"/>
                </a:cubicBezTo>
                <a:close/>
                <a:moveTo>
                  <a:pt x="4905375" y="1385888"/>
                </a:moveTo>
                <a:cubicBezTo>
                  <a:pt x="4905375" y="1393778"/>
                  <a:pt x="4898978" y="1400175"/>
                  <a:pt x="4891088" y="1400175"/>
                </a:cubicBezTo>
                <a:cubicBezTo>
                  <a:pt x="4883197" y="1400175"/>
                  <a:pt x="4876800" y="1393778"/>
                  <a:pt x="4876800" y="1385888"/>
                </a:cubicBezTo>
                <a:cubicBezTo>
                  <a:pt x="4876800" y="1377997"/>
                  <a:pt x="4883197" y="1371600"/>
                  <a:pt x="4891088" y="1371600"/>
                </a:cubicBezTo>
                <a:cubicBezTo>
                  <a:pt x="4898978" y="1371600"/>
                  <a:pt x="4905375" y="1377997"/>
                  <a:pt x="4905375" y="1385888"/>
                </a:cubicBezTo>
                <a:close/>
                <a:moveTo>
                  <a:pt x="4905375" y="1538288"/>
                </a:moveTo>
                <a:cubicBezTo>
                  <a:pt x="4905375" y="1546178"/>
                  <a:pt x="4898978" y="1552575"/>
                  <a:pt x="4891088" y="1552575"/>
                </a:cubicBezTo>
                <a:cubicBezTo>
                  <a:pt x="4883197" y="1552575"/>
                  <a:pt x="4876800" y="1546178"/>
                  <a:pt x="4876800" y="1538288"/>
                </a:cubicBezTo>
                <a:cubicBezTo>
                  <a:pt x="4876800" y="1530397"/>
                  <a:pt x="4883197" y="1524000"/>
                  <a:pt x="4891088" y="1524000"/>
                </a:cubicBezTo>
                <a:cubicBezTo>
                  <a:pt x="4898978" y="1524000"/>
                  <a:pt x="4905375" y="1530397"/>
                  <a:pt x="4905375" y="1538288"/>
                </a:cubicBezTo>
                <a:close/>
                <a:moveTo>
                  <a:pt x="4905375" y="1690688"/>
                </a:moveTo>
                <a:cubicBezTo>
                  <a:pt x="4905375" y="1698578"/>
                  <a:pt x="4898978" y="1704975"/>
                  <a:pt x="4891088" y="1704975"/>
                </a:cubicBezTo>
                <a:cubicBezTo>
                  <a:pt x="4883197" y="1704975"/>
                  <a:pt x="4876800" y="1698578"/>
                  <a:pt x="4876800" y="1690688"/>
                </a:cubicBezTo>
                <a:cubicBezTo>
                  <a:pt x="4876800" y="1682797"/>
                  <a:pt x="4883197" y="1676400"/>
                  <a:pt x="4891088" y="1676400"/>
                </a:cubicBezTo>
                <a:cubicBezTo>
                  <a:pt x="4898978" y="1676400"/>
                  <a:pt x="4905375" y="1682797"/>
                  <a:pt x="4905375" y="1690688"/>
                </a:cubicBezTo>
                <a:close/>
                <a:moveTo>
                  <a:pt x="4905375" y="1843088"/>
                </a:moveTo>
                <a:cubicBezTo>
                  <a:pt x="4905375" y="1850978"/>
                  <a:pt x="4898978" y="1857375"/>
                  <a:pt x="4891088" y="1857375"/>
                </a:cubicBezTo>
                <a:cubicBezTo>
                  <a:pt x="4883197" y="1857375"/>
                  <a:pt x="4876800" y="1850978"/>
                  <a:pt x="4876800" y="1843088"/>
                </a:cubicBezTo>
                <a:cubicBezTo>
                  <a:pt x="4876800" y="1835197"/>
                  <a:pt x="4883197" y="1828800"/>
                  <a:pt x="4891088" y="1828800"/>
                </a:cubicBezTo>
                <a:cubicBezTo>
                  <a:pt x="4898978" y="1828800"/>
                  <a:pt x="4905375" y="1835197"/>
                  <a:pt x="4905375" y="1843088"/>
                </a:cubicBezTo>
                <a:close/>
                <a:moveTo>
                  <a:pt x="4905375" y="1995488"/>
                </a:moveTo>
                <a:cubicBezTo>
                  <a:pt x="4905375" y="2003378"/>
                  <a:pt x="4898978" y="2009775"/>
                  <a:pt x="4891088" y="2009775"/>
                </a:cubicBezTo>
                <a:cubicBezTo>
                  <a:pt x="4883197" y="2009775"/>
                  <a:pt x="4876800" y="2003378"/>
                  <a:pt x="4876800" y="1995488"/>
                </a:cubicBezTo>
                <a:cubicBezTo>
                  <a:pt x="4876800" y="1987597"/>
                  <a:pt x="4883197" y="1981200"/>
                  <a:pt x="4891088" y="1981200"/>
                </a:cubicBezTo>
                <a:cubicBezTo>
                  <a:pt x="4898978" y="1981200"/>
                  <a:pt x="4905375" y="1987597"/>
                  <a:pt x="4905375" y="1995488"/>
                </a:cubicBezTo>
                <a:close/>
                <a:moveTo>
                  <a:pt x="4905375" y="2147888"/>
                </a:moveTo>
                <a:cubicBezTo>
                  <a:pt x="4905375" y="2155778"/>
                  <a:pt x="4898978" y="2162175"/>
                  <a:pt x="4891088" y="2162175"/>
                </a:cubicBezTo>
                <a:cubicBezTo>
                  <a:pt x="4883197" y="2162175"/>
                  <a:pt x="4876800" y="2155778"/>
                  <a:pt x="4876800" y="2147888"/>
                </a:cubicBezTo>
                <a:cubicBezTo>
                  <a:pt x="4876800" y="2139997"/>
                  <a:pt x="4883197" y="2133600"/>
                  <a:pt x="4891088" y="2133600"/>
                </a:cubicBezTo>
                <a:cubicBezTo>
                  <a:pt x="4898978" y="2133600"/>
                  <a:pt x="4905375" y="2139997"/>
                  <a:pt x="4905375" y="2147888"/>
                </a:cubicBezTo>
                <a:close/>
                <a:moveTo>
                  <a:pt x="4905375" y="2300288"/>
                </a:moveTo>
                <a:cubicBezTo>
                  <a:pt x="4905375" y="2308178"/>
                  <a:pt x="4898978" y="2314575"/>
                  <a:pt x="4891088" y="2314575"/>
                </a:cubicBezTo>
                <a:cubicBezTo>
                  <a:pt x="4883197" y="2314575"/>
                  <a:pt x="4876800" y="2308178"/>
                  <a:pt x="4876800" y="2300288"/>
                </a:cubicBezTo>
                <a:cubicBezTo>
                  <a:pt x="4876800" y="2292397"/>
                  <a:pt x="4883197" y="2286000"/>
                  <a:pt x="4891088" y="2286000"/>
                </a:cubicBezTo>
                <a:cubicBezTo>
                  <a:pt x="4898978" y="2286000"/>
                  <a:pt x="4905375" y="2292397"/>
                  <a:pt x="4905375" y="2300288"/>
                </a:cubicBezTo>
                <a:close/>
                <a:moveTo>
                  <a:pt x="4905375" y="2452688"/>
                </a:moveTo>
                <a:cubicBezTo>
                  <a:pt x="4905375" y="2460578"/>
                  <a:pt x="4898978" y="2466975"/>
                  <a:pt x="4891088" y="2466975"/>
                </a:cubicBezTo>
                <a:cubicBezTo>
                  <a:pt x="4883197" y="2466975"/>
                  <a:pt x="4876800" y="2460578"/>
                  <a:pt x="4876800" y="2452688"/>
                </a:cubicBezTo>
                <a:cubicBezTo>
                  <a:pt x="4876800" y="2444797"/>
                  <a:pt x="4883197" y="2438400"/>
                  <a:pt x="4891088" y="2438400"/>
                </a:cubicBezTo>
                <a:cubicBezTo>
                  <a:pt x="4898978" y="2438400"/>
                  <a:pt x="4905375" y="2444797"/>
                  <a:pt x="4905375" y="2452688"/>
                </a:cubicBezTo>
                <a:close/>
                <a:moveTo>
                  <a:pt x="4905375" y="2605088"/>
                </a:moveTo>
                <a:cubicBezTo>
                  <a:pt x="4905375" y="2612978"/>
                  <a:pt x="4898978" y="2619375"/>
                  <a:pt x="4891088" y="2619375"/>
                </a:cubicBezTo>
                <a:cubicBezTo>
                  <a:pt x="4883197" y="2619375"/>
                  <a:pt x="4876800" y="2612978"/>
                  <a:pt x="4876800" y="2605088"/>
                </a:cubicBezTo>
                <a:cubicBezTo>
                  <a:pt x="4876800" y="2597197"/>
                  <a:pt x="4883197" y="2590800"/>
                  <a:pt x="4891088" y="2590800"/>
                </a:cubicBezTo>
                <a:cubicBezTo>
                  <a:pt x="4898978" y="2590800"/>
                  <a:pt x="4905375" y="2597197"/>
                  <a:pt x="4905375" y="2605088"/>
                </a:cubicBezTo>
                <a:close/>
                <a:moveTo>
                  <a:pt x="4905375" y="2757488"/>
                </a:moveTo>
                <a:cubicBezTo>
                  <a:pt x="4905375" y="2765378"/>
                  <a:pt x="4898978" y="2771775"/>
                  <a:pt x="4891088" y="2771775"/>
                </a:cubicBezTo>
                <a:cubicBezTo>
                  <a:pt x="4883197" y="2771775"/>
                  <a:pt x="4876800" y="2765378"/>
                  <a:pt x="4876800" y="2757488"/>
                </a:cubicBezTo>
                <a:cubicBezTo>
                  <a:pt x="4876800" y="2749597"/>
                  <a:pt x="4883197" y="2743200"/>
                  <a:pt x="4891088" y="2743200"/>
                </a:cubicBezTo>
                <a:cubicBezTo>
                  <a:pt x="4898978" y="2743200"/>
                  <a:pt x="4905375" y="2749597"/>
                  <a:pt x="4905375" y="2757488"/>
                </a:cubicBezTo>
                <a:close/>
                <a:moveTo>
                  <a:pt x="4905375" y="2909888"/>
                </a:moveTo>
                <a:cubicBezTo>
                  <a:pt x="4905375" y="2917778"/>
                  <a:pt x="4898978" y="2924175"/>
                  <a:pt x="4891088" y="2924175"/>
                </a:cubicBezTo>
                <a:cubicBezTo>
                  <a:pt x="4883197" y="2924175"/>
                  <a:pt x="4876800" y="2917778"/>
                  <a:pt x="4876800" y="2909888"/>
                </a:cubicBezTo>
                <a:cubicBezTo>
                  <a:pt x="4876800" y="2901997"/>
                  <a:pt x="4883197" y="2895600"/>
                  <a:pt x="4891088" y="2895600"/>
                </a:cubicBezTo>
                <a:cubicBezTo>
                  <a:pt x="4898978" y="2895600"/>
                  <a:pt x="4905375" y="2901997"/>
                  <a:pt x="4905375" y="2909888"/>
                </a:cubicBezTo>
                <a:close/>
                <a:moveTo>
                  <a:pt x="4905375" y="3062288"/>
                </a:moveTo>
                <a:cubicBezTo>
                  <a:pt x="4905375" y="3070178"/>
                  <a:pt x="4898978" y="3076575"/>
                  <a:pt x="4891088" y="3076575"/>
                </a:cubicBezTo>
                <a:cubicBezTo>
                  <a:pt x="4883197" y="3076575"/>
                  <a:pt x="4876800" y="3070178"/>
                  <a:pt x="4876800" y="3062288"/>
                </a:cubicBezTo>
                <a:cubicBezTo>
                  <a:pt x="4876800" y="3054397"/>
                  <a:pt x="4883197" y="3048000"/>
                  <a:pt x="4891088" y="3048000"/>
                </a:cubicBezTo>
                <a:cubicBezTo>
                  <a:pt x="4898978" y="3048000"/>
                  <a:pt x="4905375" y="3054397"/>
                  <a:pt x="4905375" y="3062288"/>
                </a:cubicBezTo>
                <a:close/>
                <a:moveTo>
                  <a:pt x="4905375" y="3214688"/>
                </a:moveTo>
                <a:cubicBezTo>
                  <a:pt x="4905375" y="3222578"/>
                  <a:pt x="4898978" y="3228975"/>
                  <a:pt x="4891088" y="3228975"/>
                </a:cubicBezTo>
                <a:cubicBezTo>
                  <a:pt x="4883197" y="3228975"/>
                  <a:pt x="4876800" y="3222578"/>
                  <a:pt x="4876800" y="3214688"/>
                </a:cubicBezTo>
                <a:cubicBezTo>
                  <a:pt x="4876800" y="3206797"/>
                  <a:pt x="4883197" y="3200400"/>
                  <a:pt x="4891088" y="3200400"/>
                </a:cubicBezTo>
                <a:cubicBezTo>
                  <a:pt x="4898978" y="3200400"/>
                  <a:pt x="4905375" y="3206797"/>
                  <a:pt x="4905375" y="3214688"/>
                </a:cubicBezTo>
                <a:close/>
                <a:moveTo>
                  <a:pt x="4905375" y="3367088"/>
                </a:moveTo>
                <a:cubicBezTo>
                  <a:pt x="4905375" y="3374978"/>
                  <a:pt x="4898978" y="3381375"/>
                  <a:pt x="4891088" y="3381375"/>
                </a:cubicBezTo>
                <a:cubicBezTo>
                  <a:pt x="4883197" y="3381375"/>
                  <a:pt x="4876800" y="3374978"/>
                  <a:pt x="4876800" y="3367088"/>
                </a:cubicBezTo>
                <a:cubicBezTo>
                  <a:pt x="4876800" y="3359197"/>
                  <a:pt x="4883197" y="3352800"/>
                  <a:pt x="4891088" y="3352800"/>
                </a:cubicBezTo>
                <a:cubicBezTo>
                  <a:pt x="4898978" y="3352800"/>
                  <a:pt x="4905375" y="3359197"/>
                  <a:pt x="4905375" y="3367088"/>
                </a:cubicBezTo>
                <a:close/>
                <a:moveTo>
                  <a:pt x="4905375" y="3519488"/>
                </a:moveTo>
                <a:cubicBezTo>
                  <a:pt x="4905375" y="3527378"/>
                  <a:pt x="4898978" y="3533775"/>
                  <a:pt x="4891088" y="3533775"/>
                </a:cubicBezTo>
                <a:cubicBezTo>
                  <a:pt x="4883197" y="3533775"/>
                  <a:pt x="4876800" y="3527378"/>
                  <a:pt x="4876800" y="3519488"/>
                </a:cubicBezTo>
                <a:cubicBezTo>
                  <a:pt x="4876800" y="3511597"/>
                  <a:pt x="4883197" y="3505200"/>
                  <a:pt x="4891088" y="3505200"/>
                </a:cubicBezTo>
                <a:cubicBezTo>
                  <a:pt x="4898978" y="3505200"/>
                  <a:pt x="4905375" y="3511597"/>
                  <a:pt x="4905375" y="3519488"/>
                </a:cubicBezTo>
                <a:close/>
                <a:moveTo>
                  <a:pt x="4905375" y="3671888"/>
                </a:moveTo>
                <a:cubicBezTo>
                  <a:pt x="4905375" y="3679778"/>
                  <a:pt x="4898978" y="3686175"/>
                  <a:pt x="4891088" y="3686175"/>
                </a:cubicBezTo>
                <a:cubicBezTo>
                  <a:pt x="4883197" y="3686175"/>
                  <a:pt x="4876800" y="3679778"/>
                  <a:pt x="4876800" y="3671888"/>
                </a:cubicBezTo>
                <a:cubicBezTo>
                  <a:pt x="4876800" y="3663997"/>
                  <a:pt x="4883197" y="3657600"/>
                  <a:pt x="4891088" y="3657600"/>
                </a:cubicBezTo>
                <a:cubicBezTo>
                  <a:pt x="4898978" y="3657600"/>
                  <a:pt x="4905375" y="3663997"/>
                  <a:pt x="4905375" y="3671888"/>
                </a:cubicBezTo>
                <a:close/>
                <a:moveTo>
                  <a:pt x="4905375" y="3824288"/>
                </a:moveTo>
                <a:cubicBezTo>
                  <a:pt x="4905375" y="3832178"/>
                  <a:pt x="4898978" y="3838575"/>
                  <a:pt x="4891088" y="3838575"/>
                </a:cubicBezTo>
                <a:cubicBezTo>
                  <a:pt x="4883197" y="3838575"/>
                  <a:pt x="4876800" y="3832178"/>
                  <a:pt x="4876800" y="3824288"/>
                </a:cubicBezTo>
                <a:cubicBezTo>
                  <a:pt x="4876800" y="3816397"/>
                  <a:pt x="4883197" y="3810000"/>
                  <a:pt x="4891088" y="3810000"/>
                </a:cubicBezTo>
                <a:cubicBezTo>
                  <a:pt x="4898978" y="3810000"/>
                  <a:pt x="4905375" y="3816397"/>
                  <a:pt x="4905375" y="3824288"/>
                </a:cubicBezTo>
                <a:close/>
                <a:moveTo>
                  <a:pt x="4905375" y="3976688"/>
                </a:moveTo>
                <a:cubicBezTo>
                  <a:pt x="4905375" y="3984578"/>
                  <a:pt x="4898978" y="3990975"/>
                  <a:pt x="4891088" y="3990975"/>
                </a:cubicBezTo>
                <a:cubicBezTo>
                  <a:pt x="4883197" y="3990975"/>
                  <a:pt x="4876800" y="3984578"/>
                  <a:pt x="4876800" y="3976688"/>
                </a:cubicBezTo>
                <a:cubicBezTo>
                  <a:pt x="4876800" y="3968797"/>
                  <a:pt x="4883197" y="3962400"/>
                  <a:pt x="4891088" y="3962400"/>
                </a:cubicBezTo>
                <a:cubicBezTo>
                  <a:pt x="4898978" y="3962400"/>
                  <a:pt x="4905375" y="3968797"/>
                  <a:pt x="4905375" y="3976688"/>
                </a:cubicBezTo>
                <a:close/>
                <a:moveTo>
                  <a:pt x="4905375" y="4129088"/>
                </a:moveTo>
                <a:cubicBezTo>
                  <a:pt x="4905375" y="4136978"/>
                  <a:pt x="4898978" y="4143375"/>
                  <a:pt x="4891088" y="4143375"/>
                </a:cubicBezTo>
                <a:cubicBezTo>
                  <a:pt x="4883197" y="4143375"/>
                  <a:pt x="4876800" y="4136978"/>
                  <a:pt x="4876800" y="4129088"/>
                </a:cubicBezTo>
                <a:cubicBezTo>
                  <a:pt x="4876800" y="4121197"/>
                  <a:pt x="4883197" y="4114800"/>
                  <a:pt x="4891088" y="4114800"/>
                </a:cubicBezTo>
                <a:cubicBezTo>
                  <a:pt x="4898978" y="4114800"/>
                  <a:pt x="4905375" y="4121197"/>
                  <a:pt x="4905375" y="4129088"/>
                </a:cubicBezTo>
                <a:close/>
                <a:moveTo>
                  <a:pt x="4905375" y="4281488"/>
                </a:moveTo>
                <a:cubicBezTo>
                  <a:pt x="4905375" y="4289378"/>
                  <a:pt x="4898978" y="4295775"/>
                  <a:pt x="4891088" y="4295775"/>
                </a:cubicBezTo>
                <a:cubicBezTo>
                  <a:pt x="4883197" y="4295775"/>
                  <a:pt x="4876800" y="4289378"/>
                  <a:pt x="4876800" y="4281488"/>
                </a:cubicBezTo>
                <a:cubicBezTo>
                  <a:pt x="4876800" y="4273597"/>
                  <a:pt x="4883197" y="4267200"/>
                  <a:pt x="4891088" y="4267200"/>
                </a:cubicBezTo>
                <a:cubicBezTo>
                  <a:pt x="4898978" y="4267200"/>
                  <a:pt x="4905375" y="4273597"/>
                  <a:pt x="4905375" y="4281488"/>
                </a:cubicBezTo>
                <a:close/>
                <a:moveTo>
                  <a:pt x="4905375" y="4433888"/>
                </a:moveTo>
                <a:cubicBezTo>
                  <a:pt x="4905375" y="4441778"/>
                  <a:pt x="4898978" y="4448175"/>
                  <a:pt x="4891088" y="4448175"/>
                </a:cubicBezTo>
                <a:cubicBezTo>
                  <a:pt x="4883197" y="4448175"/>
                  <a:pt x="4876800" y="4441778"/>
                  <a:pt x="4876800" y="4433888"/>
                </a:cubicBezTo>
                <a:cubicBezTo>
                  <a:pt x="4876800" y="4425997"/>
                  <a:pt x="4883197" y="4419600"/>
                  <a:pt x="4891088" y="4419600"/>
                </a:cubicBezTo>
                <a:cubicBezTo>
                  <a:pt x="4898978" y="4419600"/>
                  <a:pt x="4905375" y="4425997"/>
                  <a:pt x="4905375" y="4433888"/>
                </a:cubicBezTo>
                <a:close/>
                <a:moveTo>
                  <a:pt x="4905375" y="4586288"/>
                </a:moveTo>
                <a:cubicBezTo>
                  <a:pt x="4905375" y="4594178"/>
                  <a:pt x="4898978" y="4600575"/>
                  <a:pt x="4891088" y="4600575"/>
                </a:cubicBezTo>
                <a:cubicBezTo>
                  <a:pt x="4883197" y="4600575"/>
                  <a:pt x="4876800" y="4594178"/>
                  <a:pt x="4876800" y="4586288"/>
                </a:cubicBezTo>
                <a:cubicBezTo>
                  <a:pt x="4876800" y="4578397"/>
                  <a:pt x="4883197" y="4572000"/>
                  <a:pt x="4891088" y="4572000"/>
                </a:cubicBezTo>
                <a:cubicBezTo>
                  <a:pt x="4898978" y="4572000"/>
                  <a:pt x="4905375" y="4578397"/>
                  <a:pt x="4905375" y="4586288"/>
                </a:cubicBezTo>
                <a:close/>
                <a:moveTo>
                  <a:pt x="4905375" y="4738688"/>
                </a:moveTo>
                <a:cubicBezTo>
                  <a:pt x="4905375" y="4746578"/>
                  <a:pt x="4898978" y="4752975"/>
                  <a:pt x="4891088" y="4752975"/>
                </a:cubicBezTo>
                <a:cubicBezTo>
                  <a:pt x="4883197" y="4752975"/>
                  <a:pt x="4876800" y="4746578"/>
                  <a:pt x="4876800" y="4738688"/>
                </a:cubicBezTo>
                <a:cubicBezTo>
                  <a:pt x="4876800" y="4730797"/>
                  <a:pt x="4883197" y="4724400"/>
                  <a:pt x="4891088" y="4724400"/>
                </a:cubicBezTo>
                <a:cubicBezTo>
                  <a:pt x="4898978" y="4724400"/>
                  <a:pt x="4905375" y="4730797"/>
                  <a:pt x="4905375" y="4738688"/>
                </a:cubicBezTo>
                <a:close/>
                <a:moveTo>
                  <a:pt x="5057775" y="14288"/>
                </a:moveTo>
                <a:cubicBezTo>
                  <a:pt x="5057775" y="22178"/>
                  <a:pt x="5051378" y="28575"/>
                  <a:pt x="5043488" y="28575"/>
                </a:cubicBezTo>
                <a:cubicBezTo>
                  <a:pt x="5035597" y="28575"/>
                  <a:pt x="5029200" y="22178"/>
                  <a:pt x="5029200" y="14288"/>
                </a:cubicBezTo>
                <a:cubicBezTo>
                  <a:pt x="5029200" y="6397"/>
                  <a:pt x="5035597" y="0"/>
                  <a:pt x="5043488" y="0"/>
                </a:cubicBezTo>
                <a:cubicBezTo>
                  <a:pt x="5051378" y="0"/>
                  <a:pt x="5057775" y="6397"/>
                  <a:pt x="5057775" y="14288"/>
                </a:cubicBezTo>
                <a:close/>
                <a:moveTo>
                  <a:pt x="5057775" y="166688"/>
                </a:moveTo>
                <a:cubicBezTo>
                  <a:pt x="5057775" y="174578"/>
                  <a:pt x="5051378" y="180975"/>
                  <a:pt x="5043488" y="180975"/>
                </a:cubicBezTo>
                <a:cubicBezTo>
                  <a:pt x="5035597" y="180975"/>
                  <a:pt x="5029200" y="174578"/>
                  <a:pt x="5029200" y="166688"/>
                </a:cubicBezTo>
                <a:cubicBezTo>
                  <a:pt x="5029200" y="158797"/>
                  <a:pt x="5035597" y="152400"/>
                  <a:pt x="5043488" y="152400"/>
                </a:cubicBezTo>
                <a:cubicBezTo>
                  <a:pt x="5051378" y="152400"/>
                  <a:pt x="5057775" y="158797"/>
                  <a:pt x="5057775" y="166688"/>
                </a:cubicBezTo>
                <a:close/>
                <a:moveTo>
                  <a:pt x="5057775" y="319088"/>
                </a:moveTo>
                <a:cubicBezTo>
                  <a:pt x="5057775" y="326978"/>
                  <a:pt x="5051378" y="333375"/>
                  <a:pt x="5043488" y="333375"/>
                </a:cubicBezTo>
                <a:cubicBezTo>
                  <a:pt x="5035597" y="333375"/>
                  <a:pt x="5029200" y="326978"/>
                  <a:pt x="5029200" y="319088"/>
                </a:cubicBezTo>
                <a:cubicBezTo>
                  <a:pt x="5029200" y="311197"/>
                  <a:pt x="5035597" y="304800"/>
                  <a:pt x="5043488" y="304800"/>
                </a:cubicBezTo>
                <a:cubicBezTo>
                  <a:pt x="5051378" y="304800"/>
                  <a:pt x="5057775" y="311197"/>
                  <a:pt x="5057775" y="319088"/>
                </a:cubicBezTo>
                <a:close/>
                <a:moveTo>
                  <a:pt x="5057775" y="471488"/>
                </a:moveTo>
                <a:cubicBezTo>
                  <a:pt x="5057775" y="479378"/>
                  <a:pt x="5051378" y="485775"/>
                  <a:pt x="5043488" y="485775"/>
                </a:cubicBezTo>
                <a:cubicBezTo>
                  <a:pt x="5035597" y="485775"/>
                  <a:pt x="5029200" y="479378"/>
                  <a:pt x="5029200" y="471488"/>
                </a:cubicBezTo>
                <a:cubicBezTo>
                  <a:pt x="5029200" y="463597"/>
                  <a:pt x="5035597" y="457200"/>
                  <a:pt x="5043488" y="457200"/>
                </a:cubicBezTo>
                <a:cubicBezTo>
                  <a:pt x="5051378" y="457200"/>
                  <a:pt x="5057775" y="463597"/>
                  <a:pt x="5057775" y="471488"/>
                </a:cubicBezTo>
                <a:close/>
                <a:moveTo>
                  <a:pt x="5057775" y="623888"/>
                </a:moveTo>
                <a:cubicBezTo>
                  <a:pt x="5057775" y="631778"/>
                  <a:pt x="5051378" y="638175"/>
                  <a:pt x="5043488" y="638175"/>
                </a:cubicBezTo>
                <a:cubicBezTo>
                  <a:pt x="5035597" y="638175"/>
                  <a:pt x="5029200" y="631778"/>
                  <a:pt x="5029200" y="623888"/>
                </a:cubicBezTo>
                <a:cubicBezTo>
                  <a:pt x="5029200" y="615997"/>
                  <a:pt x="5035597" y="609600"/>
                  <a:pt x="5043488" y="609600"/>
                </a:cubicBezTo>
                <a:cubicBezTo>
                  <a:pt x="5051378" y="609600"/>
                  <a:pt x="5057775" y="615997"/>
                  <a:pt x="5057775" y="623888"/>
                </a:cubicBezTo>
                <a:close/>
                <a:moveTo>
                  <a:pt x="5057775" y="776288"/>
                </a:moveTo>
                <a:cubicBezTo>
                  <a:pt x="5057775" y="784178"/>
                  <a:pt x="5051378" y="790575"/>
                  <a:pt x="5043488" y="790575"/>
                </a:cubicBezTo>
                <a:cubicBezTo>
                  <a:pt x="5035597" y="790575"/>
                  <a:pt x="5029200" y="784178"/>
                  <a:pt x="5029200" y="776288"/>
                </a:cubicBezTo>
                <a:cubicBezTo>
                  <a:pt x="5029200" y="768397"/>
                  <a:pt x="5035597" y="762000"/>
                  <a:pt x="5043488" y="762000"/>
                </a:cubicBezTo>
                <a:cubicBezTo>
                  <a:pt x="5051378" y="762000"/>
                  <a:pt x="5057775" y="768397"/>
                  <a:pt x="5057775" y="776288"/>
                </a:cubicBezTo>
                <a:close/>
                <a:moveTo>
                  <a:pt x="5057775" y="928688"/>
                </a:moveTo>
                <a:cubicBezTo>
                  <a:pt x="5057775" y="936578"/>
                  <a:pt x="5051378" y="942975"/>
                  <a:pt x="5043488" y="942975"/>
                </a:cubicBezTo>
                <a:cubicBezTo>
                  <a:pt x="5035597" y="942975"/>
                  <a:pt x="5029200" y="936578"/>
                  <a:pt x="5029200" y="928688"/>
                </a:cubicBezTo>
                <a:cubicBezTo>
                  <a:pt x="5029200" y="920797"/>
                  <a:pt x="5035597" y="914400"/>
                  <a:pt x="5043488" y="914400"/>
                </a:cubicBezTo>
                <a:cubicBezTo>
                  <a:pt x="5051378" y="914400"/>
                  <a:pt x="5057775" y="920797"/>
                  <a:pt x="5057775" y="928688"/>
                </a:cubicBezTo>
                <a:close/>
                <a:moveTo>
                  <a:pt x="5057775" y="1081088"/>
                </a:moveTo>
                <a:cubicBezTo>
                  <a:pt x="5057775" y="1088978"/>
                  <a:pt x="5051378" y="1095375"/>
                  <a:pt x="5043488" y="1095375"/>
                </a:cubicBezTo>
                <a:cubicBezTo>
                  <a:pt x="5035597" y="1095375"/>
                  <a:pt x="5029200" y="1088978"/>
                  <a:pt x="5029200" y="1081088"/>
                </a:cubicBezTo>
                <a:cubicBezTo>
                  <a:pt x="5029200" y="1073197"/>
                  <a:pt x="5035597" y="1066800"/>
                  <a:pt x="5043488" y="1066800"/>
                </a:cubicBezTo>
                <a:cubicBezTo>
                  <a:pt x="5051378" y="1066800"/>
                  <a:pt x="5057775" y="1073197"/>
                  <a:pt x="5057775" y="1081088"/>
                </a:cubicBezTo>
                <a:close/>
                <a:moveTo>
                  <a:pt x="5057775" y="1233488"/>
                </a:moveTo>
                <a:cubicBezTo>
                  <a:pt x="5057775" y="1241378"/>
                  <a:pt x="5051378" y="1247775"/>
                  <a:pt x="5043488" y="1247775"/>
                </a:cubicBezTo>
                <a:cubicBezTo>
                  <a:pt x="5035597" y="1247775"/>
                  <a:pt x="5029200" y="1241378"/>
                  <a:pt x="5029200" y="1233488"/>
                </a:cubicBezTo>
                <a:cubicBezTo>
                  <a:pt x="5029200" y="1225597"/>
                  <a:pt x="5035597" y="1219200"/>
                  <a:pt x="5043488" y="1219200"/>
                </a:cubicBezTo>
                <a:cubicBezTo>
                  <a:pt x="5051378" y="1219200"/>
                  <a:pt x="5057775" y="1225597"/>
                  <a:pt x="5057775" y="1233488"/>
                </a:cubicBezTo>
                <a:close/>
                <a:moveTo>
                  <a:pt x="5057775" y="1385888"/>
                </a:moveTo>
                <a:cubicBezTo>
                  <a:pt x="5057775" y="1393778"/>
                  <a:pt x="5051378" y="1400175"/>
                  <a:pt x="5043488" y="1400175"/>
                </a:cubicBezTo>
                <a:cubicBezTo>
                  <a:pt x="5035597" y="1400175"/>
                  <a:pt x="5029200" y="1393778"/>
                  <a:pt x="5029200" y="1385888"/>
                </a:cubicBezTo>
                <a:cubicBezTo>
                  <a:pt x="5029200" y="1377997"/>
                  <a:pt x="5035597" y="1371600"/>
                  <a:pt x="5043488" y="1371600"/>
                </a:cubicBezTo>
                <a:cubicBezTo>
                  <a:pt x="5051378" y="1371600"/>
                  <a:pt x="5057775" y="1377997"/>
                  <a:pt x="5057775" y="1385888"/>
                </a:cubicBezTo>
                <a:close/>
                <a:moveTo>
                  <a:pt x="5057775" y="1538288"/>
                </a:moveTo>
                <a:cubicBezTo>
                  <a:pt x="5057775" y="1546178"/>
                  <a:pt x="5051378" y="1552575"/>
                  <a:pt x="5043488" y="1552575"/>
                </a:cubicBezTo>
                <a:cubicBezTo>
                  <a:pt x="5035597" y="1552575"/>
                  <a:pt x="5029200" y="1546178"/>
                  <a:pt x="5029200" y="1538288"/>
                </a:cubicBezTo>
                <a:cubicBezTo>
                  <a:pt x="5029200" y="1530397"/>
                  <a:pt x="5035597" y="1524000"/>
                  <a:pt x="5043488" y="1524000"/>
                </a:cubicBezTo>
                <a:cubicBezTo>
                  <a:pt x="5051378" y="1524000"/>
                  <a:pt x="5057775" y="1530397"/>
                  <a:pt x="5057775" y="1538288"/>
                </a:cubicBezTo>
                <a:close/>
                <a:moveTo>
                  <a:pt x="5057775" y="1690688"/>
                </a:moveTo>
                <a:cubicBezTo>
                  <a:pt x="5057775" y="1698578"/>
                  <a:pt x="5051378" y="1704975"/>
                  <a:pt x="5043488" y="1704975"/>
                </a:cubicBezTo>
                <a:cubicBezTo>
                  <a:pt x="5035597" y="1704975"/>
                  <a:pt x="5029200" y="1698578"/>
                  <a:pt x="5029200" y="1690688"/>
                </a:cubicBezTo>
                <a:cubicBezTo>
                  <a:pt x="5029200" y="1682797"/>
                  <a:pt x="5035597" y="1676400"/>
                  <a:pt x="5043488" y="1676400"/>
                </a:cubicBezTo>
                <a:cubicBezTo>
                  <a:pt x="5051378" y="1676400"/>
                  <a:pt x="5057775" y="1682797"/>
                  <a:pt x="5057775" y="1690688"/>
                </a:cubicBezTo>
                <a:close/>
                <a:moveTo>
                  <a:pt x="5057775" y="1843088"/>
                </a:moveTo>
                <a:cubicBezTo>
                  <a:pt x="5057775" y="1850978"/>
                  <a:pt x="5051378" y="1857375"/>
                  <a:pt x="5043488" y="1857375"/>
                </a:cubicBezTo>
                <a:cubicBezTo>
                  <a:pt x="5035597" y="1857375"/>
                  <a:pt x="5029200" y="1850978"/>
                  <a:pt x="5029200" y="1843088"/>
                </a:cubicBezTo>
                <a:cubicBezTo>
                  <a:pt x="5029200" y="1835197"/>
                  <a:pt x="5035597" y="1828800"/>
                  <a:pt x="5043488" y="1828800"/>
                </a:cubicBezTo>
                <a:cubicBezTo>
                  <a:pt x="5051378" y="1828800"/>
                  <a:pt x="5057775" y="1835197"/>
                  <a:pt x="5057775" y="1843088"/>
                </a:cubicBezTo>
                <a:close/>
                <a:moveTo>
                  <a:pt x="5057775" y="1995488"/>
                </a:moveTo>
                <a:cubicBezTo>
                  <a:pt x="5057775" y="2003378"/>
                  <a:pt x="5051378" y="2009775"/>
                  <a:pt x="5043488" y="2009775"/>
                </a:cubicBezTo>
                <a:cubicBezTo>
                  <a:pt x="5035597" y="2009775"/>
                  <a:pt x="5029200" y="2003378"/>
                  <a:pt x="5029200" y="1995488"/>
                </a:cubicBezTo>
                <a:cubicBezTo>
                  <a:pt x="5029200" y="1987597"/>
                  <a:pt x="5035597" y="1981200"/>
                  <a:pt x="5043488" y="1981200"/>
                </a:cubicBezTo>
                <a:cubicBezTo>
                  <a:pt x="5051378" y="1981200"/>
                  <a:pt x="5057775" y="1987597"/>
                  <a:pt x="5057775" y="1995488"/>
                </a:cubicBezTo>
                <a:close/>
                <a:moveTo>
                  <a:pt x="5057775" y="2147888"/>
                </a:moveTo>
                <a:cubicBezTo>
                  <a:pt x="5057775" y="2155778"/>
                  <a:pt x="5051378" y="2162175"/>
                  <a:pt x="5043488" y="2162175"/>
                </a:cubicBezTo>
                <a:cubicBezTo>
                  <a:pt x="5035597" y="2162175"/>
                  <a:pt x="5029200" y="2155778"/>
                  <a:pt x="5029200" y="2147888"/>
                </a:cubicBezTo>
                <a:cubicBezTo>
                  <a:pt x="5029200" y="2139997"/>
                  <a:pt x="5035597" y="2133600"/>
                  <a:pt x="5043488" y="2133600"/>
                </a:cubicBezTo>
                <a:cubicBezTo>
                  <a:pt x="5051378" y="2133600"/>
                  <a:pt x="5057775" y="2139997"/>
                  <a:pt x="5057775" y="2147888"/>
                </a:cubicBezTo>
                <a:close/>
                <a:moveTo>
                  <a:pt x="5057775" y="2300288"/>
                </a:moveTo>
                <a:cubicBezTo>
                  <a:pt x="5057775" y="2308178"/>
                  <a:pt x="5051378" y="2314575"/>
                  <a:pt x="5043488" y="2314575"/>
                </a:cubicBezTo>
                <a:cubicBezTo>
                  <a:pt x="5035597" y="2314575"/>
                  <a:pt x="5029200" y="2308178"/>
                  <a:pt x="5029200" y="2300288"/>
                </a:cubicBezTo>
                <a:cubicBezTo>
                  <a:pt x="5029200" y="2292397"/>
                  <a:pt x="5035597" y="2286000"/>
                  <a:pt x="5043488" y="2286000"/>
                </a:cubicBezTo>
                <a:cubicBezTo>
                  <a:pt x="5051378" y="2286000"/>
                  <a:pt x="5057775" y="2292397"/>
                  <a:pt x="5057775" y="2300288"/>
                </a:cubicBezTo>
                <a:close/>
                <a:moveTo>
                  <a:pt x="5057775" y="2452688"/>
                </a:moveTo>
                <a:cubicBezTo>
                  <a:pt x="5057775" y="2460578"/>
                  <a:pt x="5051378" y="2466975"/>
                  <a:pt x="5043488" y="2466975"/>
                </a:cubicBezTo>
                <a:cubicBezTo>
                  <a:pt x="5035597" y="2466975"/>
                  <a:pt x="5029200" y="2460578"/>
                  <a:pt x="5029200" y="2452688"/>
                </a:cubicBezTo>
                <a:cubicBezTo>
                  <a:pt x="5029200" y="2444797"/>
                  <a:pt x="5035597" y="2438400"/>
                  <a:pt x="5043488" y="2438400"/>
                </a:cubicBezTo>
                <a:cubicBezTo>
                  <a:pt x="5051378" y="2438400"/>
                  <a:pt x="5057775" y="2444797"/>
                  <a:pt x="5057775" y="2452688"/>
                </a:cubicBezTo>
                <a:close/>
                <a:moveTo>
                  <a:pt x="5057775" y="2605088"/>
                </a:moveTo>
                <a:cubicBezTo>
                  <a:pt x="5057775" y="2612978"/>
                  <a:pt x="5051378" y="2619375"/>
                  <a:pt x="5043488" y="2619375"/>
                </a:cubicBezTo>
                <a:cubicBezTo>
                  <a:pt x="5035597" y="2619375"/>
                  <a:pt x="5029200" y="2612978"/>
                  <a:pt x="5029200" y="2605088"/>
                </a:cubicBezTo>
                <a:cubicBezTo>
                  <a:pt x="5029200" y="2597197"/>
                  <a:pt x="5035597" y="2590800"/>
                  <a:pt x="5043488" y="2590800"/>
                </a:cubicBezTo>
                <a:cubicBezTo>
                  <a:pt x="5051378" y="2590800"/>
                  <a:pt x="5057775" y="2597197"/>
                  <a:pt x="5057775" y="2605088"/>
                </a:cubicBezTo>
                <a:close/>
                <a:moveTo>
                  <a:pt x="5057775" y="2757488"/>
                </a:moveTo>
                <a:cubicBezTo>
                  <a:pt x="5057775" y="2765378"/>
                  <a:pt x="5051378" y="2771775"/>
                  <a:pt x="5043488" y="2771775"/>
                </a:cubicBezTo>
                <a:cubicBezTo>
                  <a:pt x="5035597" y="2771775"/>
                  <a:pt x="5029200" y="2765378"/>
                  <a:pt x="5029200" y="2757488"/>
                </a:cubicBezTo>
                <a:cubicBezTo>
                  <a:pt x="5029200" y="2749597"/>
                  <a:pt x="5035597" y="2743200"/>
                  <a:pt x="5043488" y="2743200"/>
                </a:cubicBezTo>
                <a:cubicBezTo>
                  <a:pt x="5051378" y="2743200"/>
                  <a:pt x="5057775" y="2749597"/>
                  <a:pt x="5057775" y="2757488"/>
                </a:cubicBezTo>
                <a:close/>
                <a:moveTo>
                  <a:pt x="5057775" y="2909888"/>
                </a:moveTo>
                <a:cubicBezTo>
                  <a:pt x="5057775" y="2917778"/>
                  <a:pt x="5051378" y="2924175"/>
                  <a:pt x="5043488" y="2924175"/>
                </a:cubicBezTo>
                <a:cubicBezTo>
                  <a:pt x="5035597" y="2924175"/>
                  <a:pt x="5029200" y="2917778"/>
                  <a:pt x="5029200" y="2909888"/>
                </a:cubicBezTo>
                <a:cubicBezTo>
                  <a:pt x="5029200" y="2901997"/>
                  <a:pt x="5035597" y="2895600"/>
                  <a:pt x="5043488" y="2895600"/>
                </a:cubicBezTo>
                <a:cubicBezTo>
                  <a:pt x="5051378" y="2895600"/>
                  <a:pt x="5057775" y="2901997"/>
                  <a:pt x="5057775" y="2909888"/>
                </a:cubicBezTo>
                <a:close/>
                <a:moveTo>
                  <a:pt x="5057775" y="3062288"/>
                </a:moveTo>
                <a:cubicBezTo>
                  <a:pt x="5057775" y="3070178"/>
                  <a:pt x="5051378" y="3076575"/>
                  <a:pt x="5043488" y="3076575"/>
                </a:cubicBezTo>
                <a:cubicBezTo>
                  <a:pt x="5035597" y="3076575"/>
                  <a:pt x="5029200" y="3070178"/>
                  <a:pt x="5029200" y="3062288"/>
                </a:cubicBezTo>
                <a:cubicBezTo>
                  <a:pt x="5029200" y="3054397"/>
                  <a:pt x="5035597" y="3048000"/>
                  <a:pt x="5043488" y="3048000"/>
                </a:cubicBezTo>
                <a:cubicBezTo>
                  <a:pt x="5051378" y="3048000"/>
                  <a:pt x="5057775" y="3054397"/>
                  <a:pt x="5057775" y="3062288"/>
                </a:cubicBezTo>
                <a:close/>
                <a:moveTo>
                  <a:pt x="5057775" y="3214688"/>
                </a:moveTo>
                <a:cubicBezTo>
                  <a:pt x="5057775" y="3222578"/>
                  <a:pt x="5051378" y="3228975"/>
                  <a:pt x="5043488" y="3228975"/>
                </a:cubicBezTo>
                <a:cubicBezTo>
                  <a:pt x="5035597" y="3228975"/>
                  <a:pt x="5029200" y="3222578"/>
                  <a:pt x="5029200" y="3214688"/>
                </a:cubicBezTo>
                <a:cubicBezTo>
                  <a:pt x="5029200" y="3206797"/>
                  <a:pt x="5035597" y="3200400"/>
                  <a:pt x="5043488" y="3200400"/>
                </a:cubicBezTo>
                <a:cubicBezTo>
                  <a:pt x="5051378" y="3200400"/>
                  <a:pt x="5057775" y="3206797"/>
                  <a:pt x="5057775" y="3214688"/>
                </a:cubicBezTo>
                <a:close/>
                <a:moveTo>
                  <a:pt x="5057775" y="3367088"/>
                </a:moveTo>
                <a:cubicBezTo>
                  <a:pt x="5057775" y="3374978"/>
                  <a:pt x="5051378" y="3381375"/>
                  <a:pt x="5043488" y="3381375"/>
                </a:cubicBezTo>
                <a:cubicBezTo>
                  <a:pt x="5035597" y="3381375"/>
                  <a:pt x="5029200" y="3374978"/>
                  <a:pt x="5029200" y="3367088"/>
                </a:cubicBezTo>
                <a:cubicBezTo>
                  <a:pt x="5029200" y="3359197"/>
                  <a:pt x="5035597" y="3352800"/>
                  <a:pt x="5043488" y="3352800"/>
                </a:cubicBezTo>
                <a:cubicBezTo>
                  <a:pt x="5051378" y="3352800"/>
                  <a:pt x="5057775" y="3359197"/>
                  <a:pt x="5057775" y="3367088"/>
                </a:cubicBezTo>
                <a:close/>
                <a:moveTo>
                  <a:pt x="5057775" y="3519488"/>
                </a:moveTo>
                <a:cubicBezTo>
                  <a:pt x="5057775" y="3527378"/>
                  <a:pt x="5051378" y="3533775"/>
                  <a:pt x="5043488" y="3533775"/>
                </a:cubicBezTo>
                <a:cubicBezTo>
                  <a:pt x="5035597" y="3533775"/>
                  <a:pt x="5029200" y="3527378"/>
                  <a:pt x="5029200" y="3519488"/>
                </a:cubicBezTo>
                <a:cubicBezTo>
                  <a:pt x="5029200" y="3511597"/>
                  <a:pt x="5035597" y="3505200"/>
                  <a:pt x="5043488" y="3505200"/>
                </a:cubicBezTo>
                <a:cubicBezTo>
                  <a:pt x="5051378" y="3505200"/>
                  <a:pt x="5057775" y="3511597"/>
                  <a:pt x="5057775" y="3519488"/>
                </a:cubicBezTo>
                <a:close/>
                <a:moveTo>
                  <a:pt x="5057775" y="3671888"/>
                </a:moveTo>
                <a:cubicBezTo>
                  <a:pt x="5057775" y="3679778"/>
                  <a:pt x="5051378" y="3686175"/>
                  <a:pt x="5043488" y="3686175"/>
                </a:cubicBezTo>
                <a:cubicBezTo>
                  <a:pt x="5035597" y="3686175"/>
                  <a:pt x="5029200" y="3679778"/>
                  <a:pt x="5029200" y="3671888"/>
                </a:cubicBezTo>
                <a:cubicBezTo>
                  <a:pt x="5029200" y="3663997"/>
                  <a:pt x="5035597" y="3657600"/>
                  <a:pt x="5043488" y="3657600"/>
                </a:cubicBezTo>
                <a:cubicBezTo>
                  <a:pt x="5051378" y="3657600"/>
                  <a:pt x="5057775" y="3663997"/>
                  <a:pt x="5057775" y="3671888"/>
                </a:cubicBezTo>
                <a:close/>
                <a:moveTo>
                  <a:pt x="5057775" y="3824288"/>
                </a:moveTo>
                <a:cubicBezTo>
                  <a:pt x="5057775" y="3832178"/>
                  <a:pt x="5051378" y="3838575"/>
                  <a:pt x="5043488" y="3838575"/>
                </a:cubicBezTo>
                <a:cubicBezTo>
                  <a:pt x="5035597" y="3838575"/>
                  <a:pt x="5029200" y="3832178"/>
                  <a:pt x="5029200" y="3824288"/>
                </a:cubicBezTo>
                <a:cubicBezTo>
                  <a:pt x="5029200" y="3816397"/>
                  <a:pt x="5035597" y="3810000"/>
                  <a:pt x="5043488" y="3810000"/>
                </a:cubicBezTo>
                <a:cubicBezTo>
                  <a:pt x="5051378" y="3810000"/>
                  <a:pt x="5057775" y="3816397"/>
                  <a:pt x="5057775" y="3824288"/>
                </a:cubicBezTo>
                <a:close/>
                <a:moveTo>
                  <a:pt x="5057775" y="3976688"/>
                </a:moveTo>
                <a:cubicBezTo>
                  <a:pt x="5057775" y="3984578"/>
                  <a:pt x="5051378" y="3990975"/>
                  <a:pt x="5043488" y="3990975"/>
                </a:cubicBezTo>
                <a:cubicBezTo>
                  <a:pt x="5035597" y="3990975"/>
                  <a:pt x="5029200" y="3984578"/>
                  <a:pt x="5029200" y="3976688"/>
                </a:cubicBezTo>
                <a:cubicBezTo>
                  <a:pt x="5029200" y="3968797"/>
                  <a:pt x="5035597" y="3962400"/>
                  <a:pt x="5043488" y="3962400"/>
                </a:cubicBezTo>
                <a:cubicBezTo>
                  <a:pt x="5051378" y="3962400"/>
                  <a:pt x="5057775" y="3968797"/>
                  <a:pt x="5057775" y="3976688"/>
                </a:cubicBezTo>
                <a:close/>
                <a:moveTo>
                  <a:pt x="5057775" y="4129088"/>
                </a:moveTo>
                <a:cubicBezTo>
                  <a:pt x="5057775" y="4136978"/>
                  <a:pt x="5051378" y="4143375"/>
                  <a:pt x="5043488" y="4143375"/>
                </a:cubicBezTo>
                <a:cubicBezTo>
                  <a:pt x="5035597" y="4143375"/>
                  <a:pt x="5029200" y="4136978"/>
                  <a:pt x="5029200" y="4129088"/>
                </a:cubicBezTo>
                <a:cubicBezTo>
                  <a:pt x="5029200" y="4121197"/>
                  <a:pt x="5035597" y="4114800"/>
                  <a:pt x="5043488" y="4114800"/>
                </a:cubicBezTo>
                <a:cubicBezTo>
                  <a:pt x="5051378" y="4114800"/>
                  <a:pt x="5057775" y="4121197"/>
                  <a:pt x="5057775" y="4129088"/>
                </a:cubicBezTo>
                <a:close/>
                <a:moveTo>
                  <a:pt x="5057775" y="4281488"/>
                </a:moveTo>
                <a:cubicBezTo>
                  <a:pt x="5057775" y="4289378"/>
                  <a:pt x="5051378" y="4295775"/>
                  <a:pt x="5043488" y="4295775"/>
                </a:cubicBezTo>
                <a:cubicBezTo>
                  <a:pt x="5035597" y="4295775"/>
                  <a:pt x="5029200" y="4289378"/>
                  <a:pt x="5029200" y="4281488"/>
                </a:cubicBezTo>
                <a:cubicBezTo>
                  <a:pt x="5029200" y="4273597"/>
                  <a:pt x="5035597" y="4267200"/>
                  <a:pt x="5043488" y="4267200"/>
                </a:cubicBezTo>
                <a:cubicBezTo>
                  <a:pt x="5051378" y="4267200"/>
                  <a:pt x="5057775" y="4273597"/>
                  <a:pt x="5057775" y="4281488"/>
                </a:cubicBezTo>
                <a:close/>
                <a:moveTo>
                  <a:pt x="5057775" y="4433888"/>
                </a:moveTo>
                <a:cubicBezTo>
                  <a:pt x="5057775" y="4441778"/>
                  <a:pt x="5051378" y="4448175"/>
                  <a:pt x="5043488" y="4448175"/>
                </a:cubicBezTo>
                <a:cubicBezTo>
                  <a:pt x="5035597" y="4448175"/>
                  <a:pt x="5029200" y="4441778"/>
                  <a:pt x="5029200" y="4433888"/>
                </a:cubicBezTo>
                <a:cubicBezTo>
                  <a:pt x="5029200" y="4425997"/>
                  <a:pt x="5035597" y="4419600"/>
                  <a:pt x="5043488" y="4419600"/>
                </a:cubicBezTo>
                <a:cubicBezTo>
                  <a:pt x="5051378" y="4419600"/>
                  <a:pt x="5057775" y="4425997"/>
                  <a:pt x="5057775" y="4433888"/>
                </a:cubicBezTo>
                <a:close/>
                <a:moveTo>
                  <a:pt x="5057775" y="4586288"/>
                </a:moveTo>
                <a:cubicBezTo>
                  <a:pt x="5057775" y="4594178"/>
                  <a:pt x="5051378" y="4600575"/>
                  <a:pt x="5043488" y="4600575"/>
                </a:cubicBezTo>
                <a:cubicBezTo>
                  <a:pt x="5035597" y="4600575"/>
                  <a:pt x="5029200" y="4594178"/>
                  <a:pt x="5029200" y="4586288"/>
                </a:cubicBezTo>
                <a:cubicBezTo>
                  <a:pt x="5029200" y="4578397"/>
                  <a:pt x="5035597" y="4572000"/>
                  <a:pt x="5043488" y="4572000"/>
                </a:cubicBezTo>
                <a:cubicBezTo>
                  <a:pt x="5051378" y="4572000"/>
                  <a:pt x="5057775" y="4578397"/>
                  <a:pt x="5057775" y="4586288"/>
                </a:cubicBezTo>
                <a:close/>
                <a:moveTo>
                  <a:pt x="5057775" y="4738688"/>
                </a:moveTo>
                <a:cubicBezTo>
                  <a:pt x="5057775" y="4746578"/>
                  <a:pt x="5051378" y="4752975"/>
                  <a:pt x="5043488" y="4752975"/>
                </a:cubicBezTo>
                <a:cubicBezTo>
                  <a:pt x="5035597" y="4752975"/>
                  <a:pt x="5029200" y="4746578"/>
                  <a:pt x="5029200" y="4738688"/>
                </a:cubicBezTo>
                <a:cubicBezTo>
                  <a:pt x="5029200" y="4730797"/>
                  <a:pt x="5035597" y="4724400"/>
                  <a:pt x="5043488" y="4724400"/>
                </a:cubicBezTo>
                <a:cubicBezTo>
                  <a:pt x="5051378" y="4724400"/>
                  <a:pt x="5057775" y="4730797"/>
                  <a:pt x="5057775" y="4738688"/>
                </a:cubicBezTo>
                <a:close/>
                <a:moveTo>
                  <a:pt x="5210175" y="14288"/>
                </a:moveTo>
                <a:cubicBezTo>
                  <a:pt x="5210175" y="22178"/>
                  <a:pt x="5203778" y="28575"/>
                  <a:pt x="5195888" y="28575"/>
                </a:cubicBezTo>
                <a:cubicBezTo>
                  <a:pt x="5187997" y="28575"/>
                  <a:pt x="5181600" y="22178"/>
                  <a:pt x="5181600" y="14288"/>
                </a:cubicBezTo>
                <a:cubicBezTo>
                  <a:pt x="5181600" y="6397"/>
                  <a:pt x="5187997" y="0"/>
                  <a:pt x="5195888" y="0"/>
                </a:cubicBezTo>
                <a:cubicBezTo>
                  <a:pt x="5203778" y="0"/>
                  <a:pt x="5210175" y="6397"/>
                  <a:pt x="5210175" y="14288"/>
                </a:cubicBezTo>
                <a:close/>
                <a:moveTo>
                  <a:pt x="5210175" y="166688"/>
                </a:moveTo>
                <a:cubicBezTo>
                  <a:pt x="5210175" y="174578"/>
                  <a:pt x="5203778" y="180975"/>
                  <a:pt x="5195888" y="180975"/>
                </a:cubicBezTo>
                <a:cubicBezTo>
                  <a:pt x="5187997" y="180975"/>
                  <a:pt x="5181600" y="174578"/>
                  <a:pt x="5181600" y="166688"/>
                </a:cubicBezTo>
                <a:cubicBezTo>
                  <a:pt x="5181600" y="158797"/>
                  <a:pt x="5187997" y="152400"/>
                  <a:pt x="5195888" y="152400"/>
                </a:cubicBezTo>
                <a:cubicBezTo>
                  <a:pt x="5203778" y="152400"/>
                  <a:pt x="5210175" y="158797"/>
                  <a:pt x="5210175" y="166688"/>
                </a:cubicBezTo>
                <a:close/>
                <a:moveTo>
                  <a:pt x="5210175" y="319088"/>
                </a:moveTo>
                <a:cubicBezTo>
                  <a:pt x="5210175" y="326978"/>
                  <a:pt x="5203778" y="333375"/>
                  <a:pt x="5195888" y="333375"/>
                </a:cubicBezTo>
                <a:cubicBezTo>
                  <a:pt x="5187997" y="333375"/>
                  <a:pt x="5181600" y="326978"/>
                  <a:pt x="5181600" y="319088"/>
                </a:cubicBezTo>
                <a:cubicBezTo>
                  <a:pt x="5181600" y="311197"/>
                  <a:pt x="5187997" y="304800"/>
                  <a:pt x="5195888" y="304800"/>
                </a:cubicBezTo>
                <a:cubicBezTo>
                  <a:pt x="5203778" y="304800"/>
                  <a:pt x="5210175" y="311197"/>
                  <a:pt x="5210175" y="319088"/>
                </a:cubicBezTo>
                <a:close/>
                <a:moveTo>
                  <a:pt x="5210175" y="471488"/>
                </a:moveTo>
                <a:cubicBezTo>
                  <a:pt x="5210175" y="479378"/>
                  <a:pt x="5203778" y="485775"/>
                  <a:pt x="5195888" y="485775"/>
                </a:cubicBezTo>
                <a:cubicBezTo>
                  <a:pt x="5187997" y="485775"/>
                  <a:pt x="5181600" y="479378"/>
                  <a:pt x="5181600" y="471488"/>
                </a:cubicBezTo>
                <a:cubicBezTo>
                  <a:pt x="5181600" y="463597"/>
                  <a:pt x="5187997" y="457200"/>
                  <a:pt x="5195888" y="457200"/>
                </a:cubicBezTo>
                <a:cubicBezTo>
                  <a:pt x="5203778" y="457200"/>
                  <a:pt x="5210175" y="463597"/>
                  <a:pt x="5210175" y="471488"/>
                </a:cubicBezTo>
                <a:close/>
                <a:moveTo>
                  <a:pt x="5210175" y="623888"/>
                </a:moveTo>
                <a:cubicBezTo>
                  <a:pt x="5210175" y="631778"/>
                  <a:pt x="5203778" y="638175"/>
                  <a:pt x="5195888" y="638175"/>
                </a:cubicBezTo>
                <a:cubicBezTo>
                  <a:pt x="5187997" y="638175"/>
                  <a:pt x="5181600" y="631778"/>
                  <a:pt x="5181600" y="623888"/>
                </a:cubicBezTo>
                <a:cubicBezTo>
                  <a:pt x="5181600" y="615997"/>
                  <a:pt x="5187997" y="609600"/>
                  <a:pt x="5195888" y="609600"/>
                </a:cubicBezTo>
                <a:cubicBezTo>
                  <a:pt x="5203778" y="609600"/>
                  <a:pt x="5210175" y="615997"/>
                  <a:pt x="5210175" y="623888"/>
                </a:cubicBezTo>
                <a:close/>
                <a:moveTo>
                  <a:pt x="5210175" y="776288"/>
                </a:moveTo>
                <a:cubicBezTo>
                  <a:pt x="5210175" y="784178"/>
                  <a:pt x="5203778" y="790575"/>
                  <a:pt x="5195888" y="790575"/>
                </a:cubicBezTo>
                <a:cubicBezTo>
                  <a:pt x="5187997" y="790575"/>
                  <a:pt x="5181600" y="784178"/>
                  <a:pt x="5181600" y="776288"/>
                </a:cubicBezTo>
                <a:cubicBezTo>
                  <a:pt x="5181600" y="768397"/>
                  <a:pt x="5187997" y="762000"/>
                  <a:pt x="5195888" y="762000"/>
                </a:cubicBezTo>
                <a:cubicBezTo>
                  <a:pt x="5203778" y="762000"/>
                  <a:pt x="5210175" y="768397"/>
                  <a:pt x="5210175" y="776288"/>
                </a:cubicBezTo>
                <a:close/>
                <a:moveTo>
                  <a:pt x="5210175" y="928688"/>
                </a:moveTo>
                <a:cubicBezTo>
                  <a:pt x="5210175" y="936578"/>
                  <a:pt x="5203778" y="942975"/>
                  <a:pt x="5195888" y="942975"/>
                </a:cubicBezTo>
                <a:cubicBezTo>
                  <a:pt x="5187997" y="942975"/>
                  <a:pt x="5181600" y="936578"/>
                  <a:pt x="5181600" y="928688"/>
                </a:cubicBezTo>
                <a:cubicBezTo>
                  <a:pt x="5181600" y="920797"/>
                  <a:pt x="5187997" y="914400"/>
                  <a:pt x="5195888" y="914400"/>
                </a:cubicBezTo>
                <a:cubicBezTo>
                  <a:pt x="5203778" y="914400"/>
                  <a:pt x="5210175" y="920797"/>
                  <a:pt x="5210175" y="928688"/>
                </a:cubicBezTo>
                <a:close/>
                <a:moveTo>
                  <a:pt x="5210175" y="1081088"/>
                </a:moveTo>
                <a:cubicBezTo>
                  <a:pt x="5210175" y="1088978"/>
                  <a:pt x="5203778" y="1095375"/>
                  <a:pt x="5195888" y="1095375"/>
                </a:cubicBezTo>
                <a:cubicBezTo>
                  <a:pt x="5187997" y="1095375"/>
                  <a:pt x="5181600" y="1088978"/>
                  <a:pt x="5181600" y="1081088"/>
                </a:cubicBezTo>
                <a:cubicBezTo>
                  <a:pt x="5181600" y="1073197"/>
                  <a:pt x="5187997" y="1066800"/>
                  <a:pt x="5195888" y="1066800"/>
                </a:cubicBezTo>
                <a:cubicBezTo>
                  <a:pt x="5203778" y="1066800"/>
                  <a:pt x="5210175" y="1073197"/>
                  <a:pt x="5210175" y="1081088"/>
                </a:cubicBezTo>
                <a:close/>
                <a:moveTo>
                  <a:pt x="5210175" y="1233488"/>
                </a:moveTo>
                <a:cubicBezTo>
                  <a:pt x="5210175" y="1241378"/>
                  <a:pt x="5203778" y="1247775"/>
                  <a:pt x="5195888" y="1247775"/>
                </a:cubicBezTo>
                <a:cubicBezTo>
                  <a:pt x="5187997" y="1247775"/>
                  <a:pt x="5181600" y="1241378"/>
                  <a:pt x="5181600" y="1233488"/>
                </a:cubicBezTo>
                <a:cubicBezTo>
                  <a:pt x="5181600" y="1225597"/>
                  <a:pt x="5187997" y="1219200"/>
                  <a:pt x="5195888" y="1219200"/>
                </a:cubicBezTo>
                <a:cubicBezTo>
                  <a:pt x="5203778" y="1219200"/>
                  <a:pt x="5210175" y="1225597"/>
                  <a:pt x="5210175" y="1233488"/>
                </a:cubicBezTo>
                <a:close/>
                <a:moveTo>
                  <a:pt x="5210175" y="1385888"/>
                </a:moveTo>
                <a:cubicBezTo>
                  <a:pt x="5210175" y="1393778"/>
                  <a:pt x="5203778" y="1400175"/>
                  <a:pt x="5195888" y="1400175"/>
                </a:cubicBezTo>
                <a:cubicBezTo>
                  <a:pt x="5187997" y="1400175"/>
                  <a:pt x="5181600" y="1393778"/>
                  <a:pt x="5181600" y="1385888"/>
                </a:cubicBezTo>
                <a:cubicBezTo>
                  <a:pt x="5181600" y="1377997"/>
                  <a:pt x="5187997" y="1371600"/>
                  <a:pt x="5195888" y="1371600"/>
                </a:cubicBezTo>
                <a:cubicBezTo>
                  <a:pt x="5203778" y="1371600"/>
                  <a:pt x="5210175" y="1377997"/>
                  <a:pt x="5210175" y="1385888"/>
                </a:cubicBezTo>
                <a:close/>
                <a:moveTo>
                  <a:pt x="5210175" y="1538288"/>
                </a:moveTo>
                <a:cubicBezTo>
                  <a:pt x="5210175" y="1546178"/>
                  <a:pt x="5203778" y="1552575"/>
                  <a:pt x="5195888" y="1552575"/>
                </a:cubicBezTo>
                <a:cubicBezTo>
                  <a:pt x="5187997" y="1552575"/>
                  <a:pt x="5181600" y="1546178"/>
                  <a:pt x="5181600" y="1538288"/>
                </a:cubicBezTo>
                <a:cubicBezTo>
                  <a:pt x="5181600" y="1530397"/>
                  <a:pt x="5187997" y="1524000"/>
                  <a:pt x="5195888" y="1524000"/>
                </a:cubicBezTo>
                <a:cubicBezTo>
                  <a:pt x="5203778" y="1524000"/>
                  <a:pt x="5210175" y="1530397"/>
                  <a:pt x="5210175" y="1538288"/>
                </a:cubicBezTo>
                <a:close/>
                <a:moveTo>
                  <a:pt x="5210175" y="1690688"/>
                </a:moveTo>
                <a:cubicBezTo>
                  <a:pt x="5210175" y="1698578"/>
                  <a:pt x="5203778" y="1704975"/>
                  <a:pt x="5195888" y="1704975"/>
                </a:cubicBezTo>
                <a:cubicBezTo>
                  <a:pt x="5187997" y="1704975"/>
                  <a:pt x="5181600" y="1698578"/>
                  <a:pt x="5181600" y="1690688"/>
                </a:cubicBezTo>
                <a:cubicBezTo>
                  <a:pt x="5181600" y="1682797"/>
                  <a:pt x="5187997" y="1676400"/>
                  <a:pt x="5195888" y="1676400"/>
                </a:cubicBezTo>
                <a:cubicBezTo>
                  <a:pt x="5203778" y="1676400"/>
                  <a:pt x="5210175" y="1682797"/>
                  <a:pt x="5210175" y="1690688"/>
                </a:cubicBezTo>
                <a:close/>
                <a:moveTo>
                  <a:pt x="5210175" y="1843088"/>
                </a:moveTo>
                <a:cubicBezTo>
                  <a:pt x="5210175" y="1850978"/>
                  <a:pt x="5203778" y="1857375"/>
                  <a:pt x="5195888" y="1857375"/>
                </a:cubicBezTo>
                <a:cubicBezTo>
                  <a:pt x="5187997" y="1857375"/>
                  <a:pt x="5181600" y="1850978"/>
                  <a:pt x="5181600" y="1843088"/>
                </a:cubicBezTo>
                <a:cubicBezTo>
                  <a:pt x="5181600" y="1835197"/>
                  <a:pt x="5187997" y="1828800"/>
                  <a:pt x="5195888" y="1828800"/>
                </a:cubicBezTo>
                <a:cubicBezTo>
                  <a:pt x="5203778" y="1828800"/>
                  <a:pt x="5210175" y="1835197"/>
                  <a:pt x="5210175" y="1843088"/>
                </a:cubicBezTo>
                <a:close/>
                <a:moveTo>
                  <a:pt x="5210175" y="1995488"/>
                </a:moveTo>
                <a:cubicBezTo>
                  <a:pt x="5210175" y="2003378"/>
                  <a:pt x="5203778" y="2009775"/>
                  <a:pt x="5195888" y="2009775"/>
                </a:cubicBezTo>
                <a:cubicBezTo>
                  <a:pt x="5187997" y="2009775"/>
                  <a:pt x="5181600" y="2003378"/>
                  <a:pt x="5181600" y="1995488"/>
                </a:cubicBezTo>
                <a:cubicBezTo>
                  <a:pt x="5181600" y="1987597"/>
                  <a:pt x="5187997" y="1981200"/>
                  <a:pt x="5195888" y="1981200"/>
                </a:cubicBezTo>
                <a:cubicBezTo>
                  <a:pt x="5203778" y="1981200"/>
                  <a:pt x="5210175" y="1987597"/>
                  <a:pt x="5210175" y="1995488"/>
                </a:cubicBezTo>
                <a:close/>
                <a:moveTo>
                  <a:pt x="5210175" y="2147888"/>
                </a:moveTo>
                <a:cubicBezTo>
                  <a:pt x="5210175" y="2155778"/>
                  <a:pt x="5203778" y="2162175"/>
                  <a:pt x="5195888" y="2162175"/>
                </a:cubicBezTo>
                <a:cubicBezTo>
                  <a:pt x="5187997" y="2162175"/>
                  <a:pt x="5181600" y="2155778"/>
                  <a:pt x="5181600" y="2147888"/>
                </a:cubicBezTo>
                <a:cubicBezTo>
                  <a:pt x="5181600" y="2139997"/>
                  <a:pt x="5187997" y="2133600"/>
                  <a:pt x="5195888" y="2133600"/>
                </a:cubicBezTo>
                <a:cubicBezTo>
                  <a:pt x="5203778" y="2133600"/>
                  <a:pt x="5210175" y="2139997"/>
                  <a:pt x="5210175" y="2147888"/>
                </a:cubicBezTo>
                <a:close/>
                <a:moveTo>
                  <a:pt x="5210175" y="2300288"/>
                </a:moveTo>
                <a:cubicBezTo>
                  <a:pt x="5210175" y="2308178"/>
                  <a:pt x="5203778" y="2314575"/>
                  <a:pt x="5195888" y="2314575"/>
                </a:cubicBezTo>
                <a:cubicBezTo>
                  <a:pt x="5187997" y="2314575"/>
                  <a:pt x="5181600" y="2308178"/>
                  <a:pt x="5181600" y="2300288"/>
                </a:cubicBezTo>
                <a:cubicBezTo>
                  <a:pt x="5181600" y="2292397"/>
                  <a:pt x="5187997" y="2286000"/>
                  <a:pt x="5195888" y="2286000"/>
                </a:cubicBezTo>
                <a:cubicBezTo>
                  <a:pt x="5203778" y="2286000"/>
                  <a:pt x="5210175" y="2292397"/>
                  <a:pt x="5210175" y="2300288"/>
                </a:cubicBezTo>
                <a:close/>
                <a:moveTo>
                  <a:pt x="5210175" y="2452688"/>
                </a:moveTo>
                <a:cubicBezTo>
                  <a:pt x="5210175" y="2460578"/>
                  <a:pt x="5203778" y="2466975"/>
                  <a:pt x="5195888" y="2466975"/>
                </a:cubicBezTo>
                <a:cubicBezTo>
                  <a:pt x="5187997" y="2466975"/>
                  <a:pt x="5181600" y="2460578"/>
                  <a:pt x="5181600" y="2452688"/>
                </a:cubicBezTo>
                <a:cubicBezTo>
                  <a:pt x="5181600" y="2444797"/>
                  <a:pt x="5187997" y="2438400"/>
                  <a:pt x="5195888" y="2438400"/>
                </a:cubicBezTo>
                <a:cubicBezTo>
                  <a:pt x="5203778" y="2438400"/>
                  <a:pt x="5210175" y="2444797"/>
                  <a:pt x="5210175" y="2452688"/>
                </a:cubicBezTo>
                <a:close/>
                <a:moveTo>
                  <a:pt x="5210175" y="2605088"/>
                </a:moveTo>
                <a:cubicBezTo>
                  <a:pt x="5210175" y="2612978"/>
                  <a:pt x="5203778" y="2619375"/>
                  <a:pt x="5195888" y="2619375"/>
                </a:cubicBezTo>
                <a:cubicBezTo>
                  <a:pt x="5187997" y="2619375"/>
                  <a:pt x="5181600" y="2612978"/>
                  <a:pt x="5181600" y="2605088"/>
                </a:cubicBezTo>
                <a:cubicBezTo>
                  <a:pt x="5181600" y="2597197"/>
                  <a:pt x="5187997" y="2590800"/>
                  <a:pt x="5195888" y="2590800"/>
                </a:cubicBezTo>
                <a:cubicBezTo>
                  <a:pt x="5203778" y="2590800"/>
                  <a:pt x="5210175" y="2597197"/>
                  <a:pt x="5210175" y="2605088"/>
                </a:cubicBezTo>
                <a:close/>
                <a:moveTo>
                  <a:pt x="5210175" y="2757488"/>
                </a:moveTo>
                <a:cubicBezTo>
                  <a:pt x="5210175" y="2765378"/>
                  <a:pt x="5203778" y="2771775"/>
                  <a:pt x="5195888" y="2771775"/>
                </a:cubicBezTo>
                <a:cubicBezTo>
                  <a:pt x="5187997" y="2771775"/>
                  <a:pt x="5181600" y="2765378"/>
                  <a:pt x="5181600" y="2757488"/>
                </a:cubicBezTo>
                <a:cubicBezTo>
                  <a:pt x="5181600" y="2749597"/>
                  <a:pt x="5187997" y="2743200"/>
                  <a:pt x="5195888" y="2743200"/>
                </a:cubicBezTo>
                <a:cubicBezTo>
                  <a:pt x="5203778" y="2743200"/>
                  <a:pt x="5210175" y="2749597"/>
                  <a:pt x="5210175" y="2757488"/>
                </a:cubicBezTo>
                <a:close/>
                <a:moveTo>
                  <a:pt x="5210175" y="2909888"/>
                </a:moveTo>
                <a:cubicBezTo>
                  <a:pt x="5210175" y="2917778"/>
                  <a:pt x="5203778" y="2924175"/>
                  <a:pt x="5195888" y="2924175"/>
                </a:cubicBezTo>
                <a:cubicBezTo>
                  <a:pt x="5187997" y="2924175"/>
                  <a:pt x="5181600" y="2917778"/>
                  <a:pt x="5181600" y="2909888"/>
                </a:cubicBezTo>
                <a:cubicBezTo>
                  <a:pt x="5181600" y="2901997"/>
                  <a:pt x="5187997" y="2895600"/>
                  <a:pt x="5195888" y="2895600"/>
                </a:cubicBezTo>
                <a:cubicBezTo>
                  <a:pt x="5203778" y="2895600"/>
                  <a:pt x="5210175" y="2901997"/>
                  <a:pt x="5210175" y="2909888"/>
                </a:cubicBezTo>
                <a:close/>
                <a:moveTo>
                  <a:pt x="5210175" y="3062288"/>
                </a:moveTo>
                <a:cubicBezTo>
                  <a:pt x="5210175" y="3070178"/>
                  <a:pt x="5203778" y="3076575"/>
                  <a:pt x="5195888" y="3076575"/>
                </a:cubicBezTo>
                <a:cubicBezTo>
                  <a:pt x="5187997" y="3076575"/>
                  <a:pt x="5181600" y="3070178"/>
                  <a:pt x="5181600" y="3062288"/>
                </a:cubicBezTo>
                <a:cubicBezTo>
                  <a:pt x="5181600" y="3054397"/>
                  <a:pt x="5187997" y="3048000"/>
                  <a:pt x="5195888" y="3048000"/>
                </a:cubicBezTo>
                <a:cubicBezTo>
                  <a:pt x="5203778" y="3048000"/>
                  <a:pt x="5210175" y="3054397"/>
                  <a:pt x="5210175" y="3062288"/>
                </a:cubicBezTo>
                <a:close/>
                <a:moveTo>
                  <a:pt x="5210175" y="3214688"/>
                </a:moveTo>
                <a:cubicBezTo>
                  <a:pt x="5210175" y="3222578"/>
                  <a:pt x="5203778" y="3228975"/>
                  <a:pt x="5195888" y="3228975"/>
                </a:cubicBezTo>
                <a:cubicBezTo>
                  <a:pt x="5187997" y="3228975"/>
                  <a:pt x="5181600" y="3222578"/>
                  <a:pt x="5181600" y="3214688"/>
                </a:cubicBezTo>
                <a:cubicBezTo>
                  <a:pt x="5181600" y="3206797"/>
                  <a:pt x="5187997" y="3200400"/>
                  <a:pt x="5195888" y="3200400"/>
                </a:cubicBezTo>
                <a:cubicBezTo>
                  <a:pt x="5203778" y="3200400"/>
                  <a:pt x="5210175" y="3206797"/>
                  <a:pt x="5210175" y="3214688"/>
                </a:cubicBezTo>
                <a:close/>
                <a:moveTo>
                  <a:pt x="5210175" y="3367088"/>
                </a:moveTo>
                <a:cubicBezTo>
                  <a:pt x="5210175" y="3374978"/>
                  <a:pt x="5203778" y="3381375"/>
                  <a:pt x="5195888" y="3381375"/>
                </a:cubicBezTo>
                <a:cubicBezTo>
                  <a:pt x="5187997" y="3381375"/>
                  <a:pt x="5181600" y="3374978"/>
                  <a:pt x="5181600" y="3367088"/>
                </a:cubicBezTo>
                <a:cubicBezTo>
                  <a:pt x="5181600" y="3359197"/>
                  <a:pt x="5187997" y="3352800"/>
                  <a:pt x="5195888" y="3352800"/>
                </a:cubicBezTo>
                <a:cubicBezTo>
                  <a:pt x="5203778" y="3352800"/>
                  <a:pt x="5210175" y="3359197"/>
                  <a:pt x="5210175" y="3367088"/>
                </a:cubicBezTo>
                <a:close/>
                <a:moveTo>
                  <a:pt x="5210175" y="3519488"/>
                </a:moveTo>
                <a:cubicBezTo>
                  <a:pt x="5210175" y="3527378"/>
                  <a:pt x="5203778" y="3533775"/>
                  <a:pt x="5195888" y="3533775"/>
                </a:cubicBezTo>
                <a:cubicBezTo>
                  <a:pt x="5187997" y="3533775"/>
                  <a:pt x="5181600" y="3527378"/>
                  <a:pt x="5181600" y="3519488"/>
                </a:cubicBezTo>
                <a:cubicBezTo>
                  <a:pt x="5181600" y="3511597"/>
                  <a:pt x="5187997" y="3505200"/>
                  <a:pt x="5195888" y="3505200"/>
                </a:cubicBezTo>
                <a:cubicBezTo>
                  <a:pt x="5203778" y="3505200"/>
                  <a:pt x="5210175" y="3511597"/>
                  <a:pt x="5210175" y="3519488"/>
                </a:cubicBezTo>
                <a:close/>
                <a:moveTo>
                  <a:pt x="5210175" y="3671888"/>
                </a:moveTo>
                <a:cubicBezTo>
                  <a:pt x="5210175" y="3679778"/>
                  <a:pt x="5203778" y="3686175"/>
                  <a:pt x="5195888" y="3686175"/>
                </a:cubicBezTo>
                <a:cubicBezTo>
                  <a:pt x="5187997" y="3686175"/>
                  <a:pt x="5181600" y="3679778"/>
                  <a:pt x="5181600" y="3671888"/>
                </a:cubicBezTo>
                <a:cubicBezTo>
                  <a:pt x="5181600" y="3663997"/>
                  <a:pt x="5187997" y="3657600"/>
                  <a:pt x="5195888" y="3657600"/>
                </a:cubicBezTo>
                <a:cubicBezTo>
                  <a:pt x="5203778" y="3657600"/>
                  <a:pt x="5210175" y="3663997"/>
                  <a:pt x="5210175" y="3671888"/>
                </a:cubicBezTo>
                <a:close/>
                <a:moveTo>
                  <a:pt x="5210175" y="3824288"/>
                </a:moveTo>
                <a:cubicBezTo>
                  <a:pt x="5210175" y="3832178"/>
                  <a:pt x="5203778" y="3838575"/>
                  <a:pt x="5195888" y="3838575"/>
                </a:cubicBezTo>
                <a:cubicBezTo>
                  <a:pt x="5187997" y="3838575"/>
                  <a:pt x="5181600" y="3832178"/>
                  <a:pt x="5181600" y="3824288"/>
                </a:cubicBezTo>
                <a:cubicBezTo>
                  <a:pt x="5181600" y="3816397"/>
                  <a:pt x="5187997" y="3810000"/>
                  <a:pt x="5195888" y="3810000"/>
                </a:cubicBezTo>
                <a:cubicBezTo>
                  <a:pt x="5203778" y="3810000"/>
                  <a:pt x="5210175" y="3816397"/>
                  <a:pt x="5210175" y="3824288"/>
                </a:cubicBezTo>
                <a:close/>
                <a:moveTo>
                  <a:pt x="5210175" y="3976688"/>
                </a:moveTo>
                <a:cubicBezTo>
                  <a:pt x="5210175" y="3984578"/>
                  <a:pt x="5203778" y="3990975"/>
                  <a:pt x="5195888" y="3990975"/>
                </a:cubicBezTo>
                <a:cubicBezTo>
                  <a:pt x="5187997" y="3990975"/>
                  <a:pt x="5181600" y="3984578"/>
                  <a:pt x="5181600" y="3976688"/>
                </a:cubicBezTo>
                <a:cubicBezTo>
                  <a:pt x="5181600" y="3968797"/>
                  <a:pt x="5187997" y="3962400"/>
                  <a:pt x="5195888" y="3962400"/>
                </a:cubicBezTo>
                <a:cubicBezTo>
                  <a:pt x="5203778" y="3962400"/>
                  <a:pt x="5210175" y="3968797"/>
                  <a:pt x="5210175" y="3976688"/>
                </a:cubicBezTo>
                <a:close/>
                <a:moveTo>
                  <a:pt x="5210175" y="4129088"/>
                </a:moveTo>
                <a:cubicBezTo>
                  <a:pt x="5210175" y="4136978"/>
                  <a:pt x="5203778" y="4143375"/>
                  <a:pt x="5195888" y="4143375"/>
                </a:cubicBezTo>
                <a:cubicBezTo>
                  <a:pt x="5187997" y="4143375"/>
                  <a:pt x="5181600" y="4136978"/>
                  <a:pt x="5181600" y="4129088"/>
                </a:cubicBezTo>
                <a:cubicBezTo>
                  <a:pt x="5181600" y="4121197"/>
                  <a:pt x="5187997" y="4114800"/>
                  <a:pt x="5195888" y="4114800"/>
                </a:cubicBezTo>
                <a:cubicBezTo>
                  <a:pt x="5203778" y="4114800"/>
                  <a:pt x="5210175" y="4121197"/>
                  <a:pt x="5210175" y="4129088"/>
                </a:cubicBezTo>
                <a:close/>
                <a:moveTo>
                  <a:pt x="5210175" y="4281488"/>
                </a:moveTo>
                <a:cubicBezTo>
                  <a:pt x="5210175" y="4289378"/>
                  <a:pt x="5203778" y="4295775"/>
                  <a:pt x="5195888" y="4295775"/>
                </a:cubicBezTo>
                <a:cubicBezTo>
                  <a:pt x="5187997" y="4295775"/>
                  <a:pt x="5181600" y="4289378"/>
                  <a:pt x="5181600" y="4281488"/>
                </a:cubicBezTo>
                <a:cubicBezTo>
                  <a:pt x="5181600" y="4273597"/>
                  <a:pt x="5187997" y="4267200"/>
                  <a:pt x="5195888" y="4267200"/>
                </a:cubicBezTo>
                <a:cubicBezTo>
                  <a:pt x="5203778" y="4267200"/>
                  <a:pt x="5210175" y="4273597"/>
                  <a:pt x="5210175" y="4281488"/>
                </a:cubicBezTo>
                <a:close/>
                <a:moveTo>
                  <a:pt x="5210175" y="4433888"/>
                </a:moveTo>
                <a:cubicBezTo>
                  <a:pt x="5210175" y="4441778"/>
                  <a:pt x="5203778" y="4448175"/>
                  <a:pt x="5195888" y="4448175"/>
                </a:cubicBezTo>
                <a:cubicBezTo>
                  <a:pt x="5187997" y="4448175"/>
                  <a:pt x="5181600" y="4441778"/>
                  <a:pt x="5181600" y="4433888"/>
                </a:cubicBezTo>
                <a:cubicBezTo>
                  <a:pt x="5181600" y="4425997"/>
                  <a:pt x="5187997" y="4419600"/>
                  <a:pt x="5195888" y="4419600"/>
                </a:cubicBezTo>
                <a:cubicBezTo>
                  <a:pt x="5203778" y="4419600"/>
                  <a:pt x="5210175" y="4425997"/>
                  <a:pt x="5210175" y="4433888"/>
                </a:cubicBezTo>
                <a:close/>
                <a:moveTo>
                  <a:pt x="5210175" y="4586288"/>
                </a:moveTo>
                <a:cubicBezTo>
                  <a:pt x="5210175" y="4594178"/>
                  <a:pt x="5203778" y="4600575"/>
                  <a:pt x="5195888" y="4600575"/>
                </a:cubicBezTo>
                <a:cubicBezTo>
                  <a:pt x="5187997" y="4600575"/>
                  <a:pt x="5181600" y="4594178"/>
                  <a:pt x="5181600" y="4586288"/>
                </a:cubicBezTo>
                <a:cubicBezTo>
                  <a:pt x="5181600" y="4578397"/>
                  <a:pt x="5187997" y="4572000"/>
                  <a:pt x="5195888" y="4572000"/>
                </a:cubicBezTo>
                <a:cubicBezTo>
                  <a:pt x="5203778" y="4572000"/>
                  <a:pt x="5210175" y="4578397"/>
                  <a:pt x="5210175" y="4586288"/>
                </a:cubicBezTo>
                <a:close/>
                <a:moveTo>
                  <a:pt x="5210175" y="4738688"/>
                </a:moveTo>
                <a:cubicBezTo>
                  <a:pt x="5210175" y="4746578"/>
                  <a:pt x="5203778" y="4752975"/>
                  <a:pt x="5195888" y="4752975"/>
                </a:cubicBezTo>
                <a:cubicBezTo>
                  <a:pt x="5187997" y="4752975"/>
                  <a:pt x="5181600" y="4746578"/>
                  <a:pt x="5181600" y="4738688"/>
                </a:cubicBezTo>
                <a:cubicBezTo>
                  <a:pt x="5181600" y="4730797"/>
                  <a:pt x="5187997" y="4724400"/>
                  <a:pt x="5195888" y="4724400"/>
                </a:cubicBezTo>
                <a:cubicBezTo>
                  <a:pt x="5203778" y="4724400"/>
                  <a:pt x="5210175" y="4730797"/>
                  <a:pt x="5210175" y="4738688"/>
                </a:cubicBezTo>
                <a:close/>
                <a:moveTo>
                  <a:pt x="5362575" y="14288"/>
                </a:moveTo>
                <a:cubicBezTo>
                  <a:pt x="5362575" y="22178"/>
                  <a:pt x="5356178" y="28575"/>
                  <a:pt x="5348288" y="28575"/>
                </a:cubicBezTo>
                <a:cubicBezTo>
                  <a:pt x="5340397" y="28575"/>
                  <a:pt x="5334000" y="22178"/>
                  <a:pt x="5334000" y="14288"/>
                </a:cubicBezTo>
                <a:cubicBezTo>
                  <a:pt x="5334000" y="6397"/>
                  <a:pt x="5340397" y="0"/>
                  <a:pt x="5348288" y="0"/>
                </a:cubicBezTo>
                <a:cubicBezTo>
                  <a:pt x="5356178" y="0"/>
                  <a:pt x="5362575" y="6397"/>
                  <a:pt x="5362575" y="14288"/>
                </a:cubicBezTo>
                <a:close/>
                <a:moveTo>
                  <a:pt x="5362575" y="166688"/>
                </a:moveTo>
                <a:cubicBezTo>
                  <a:pt x="5362575" y="174578"/>
                  <a:pt x="5356178" y="180975"/>
                  <a:pt x="5348288" y="180975"/>
                </a:cubicBezTo>
                <a:cubicBezTo>
                  <a:pt x="5340397" y="180975"/>
                  <a:pt x="5334000" y="174578"/>
                  <a:pt x="5334000" y="166688"/>
                </a:cubicBezTo>
                <a:cubicBezTo>
                  <a:pt x="5334000" y="158797"/>
                  <a:pt x="5340397" y="152400"/>
                  <a:pt x="5348288" y="152400"/>
                </a:cubicBezTo>
                <a:cubicBezTo>
                  <a:pt x="5356178" y="152400"/>
                  <a:pt x="5362575" y="158797"/>
                  <a:pt x="5362575" y="166688"/>
                </a:cubicBezTo>
                <a:close/>
                <a:moveTo>
                  <a:pt x="5362575" y="319088"/>
                </a:moveTo>
                <a:cubicBezTo>
                  <a:pt x="5362575" y="326978"/>
                  <a:pt x="5356178" y="333375"/>
                  <a:pt x="5348288" y="333375"/>
                </a:cubicBezTo>
                <a:cubicBezTo>
                  <a:pt x="5340397" y="333375"/>
                  <a:pt x="5334000" y="326978"/>
                  <a:pt x="5334000" y="319088"/>
                </a:cubicBezTo>
                <a:cubicBezTo>
                  <a:pt x="5334000" y="311197"/>
                  <a:pt x="5340397" y="304800"/>
                  <a:pt x="5348288" y="304800"/>
                </a:cubicBezTo>
                <a:cubicBezTo>
                  <a:pt x="5356178" y="304800"/>
                  <a:pt x="5362575" y="311197"/>
                  <a:pt x="5362575" y="319088"/>
                </a:cubicBezTo>
                <a:close/>
                <a:moveTo>
                  <a:pt x="5362575" y="471488"/>
                </a:moveTo>
                <a:cubicBezTo>
                  <a:pt x="5362575" y="479378"/>
                  <a:pt x="5356178" y="485775"/>
                  <a:pt x="5348288" y="485775"/>
                </a:cubicBezTo>
                <a:cubicBezTo>
                  <a:pt x="5340397" y="485775"/>
                  <a:pt x="5334000" y="479378"/>
                  <a:pt x="5334000" y="471488"/>
                </a:cubicBezTo>
                <a:cubicBezTo>
                  <a:pt x="5334000" y="463597"/>
                  <a:pt x="5340397" y="457200"/>
                  <a:pt x="5348288" y="457200"/>
                </a:cubicBezTo>
                <a:cubicBezTo>
                  <a:pt x="5356178" y="457200"/>
                  <a:pt x="5362575" y="463597"/>
                  <a:pt x="5362575" y="471488"/>
                </a:cubicBezTo>
                <a:close/>
                <a:moveTo>
                  <a:pt x="5362575" y="623888"/>
                </a:moveTo>
                <a:cubicBezTo>
                  <a:pt x="5362575" y="631778"/>
                  <a:pt x="5356178" y="638175"/>
                  <a:pt x="5348288" y="638175"/>
                </a:cubicBezTo>
                <a:cubicBezTo>
                  <a:pt x="5340397" y="638175"/>
                  <a:pt x="5334000" y="631778"/>
                  <a:pt x="5334000" y="623888"/>
                </a:cubicBezTo>
                <a:cubicBezTo>
                  <a:pt x="5334000" y="615997"/>
                  <a:pt x="5340397" y="609600"/>
                  <a:pt x="5348288" y="609600"/>
                </a:cubicBezTo>
                <a:cubicBezTo>
                  <a:pt x="5356178" y="609600"/>
                  <a:pt x="5362575" y="615997"/>
                  <a:pt x="5362575" y="623888"/>
                </a:cubicBezTo>
                <a:close/>
                <a:moveTo>
                  <a:pt x="5362575" y="776288"/>
                </a:moveTo>
                <a:cubicBezTo>
                  <a:pt x="5362575" y="784178"/>
                  <a:pt x="5356178" y="790575"/>
                  <a:pt x="5348288" y="790575"/>
                </a:cubicBezTo>
                <a:cubicBezTo>
                  <a:pt x="5340397" y="790575"/>
                  <a:pt x="5334000" y="784178"/>
                  <a:pt x="5334000" y="776288"/>
                </a:cubicBezTo>
                <a:cubicBezTo>
                  <a:pt x="5334000" y="768397"/>
                  <a:pt x="5340397" y="762000"/>
                  <a:pt x="5348288" y="762000"/>
                </a:cubicBezTo>
                <a:cubicBezTo>
                  <a:pt x="5356178" y="762000"/>
                  <a:pt x="5362575" y="768397"/>
                  <a:pt x="5362575" y="776288"/>
                </a:cubicBezTo>
                <a:close/>
                <a:moveTo>
                  <a:pt x="5362575" y="928688"/>
                </a:moveTo>
                <a:cubicBezTo>
                  <a:pt x="5362575" y="936578"/>
                  <a:pt x="5356178" y="942975"/>
                  <a:pt x="5348288" y="942975"/>
                </a:cubicBezTo>
                <a:cubicBezTo>
                  <a:pt x="5340397" y="942975"/>
                  <a:pt x="5334000" y="936578"/>
                  <a:pt x="5334000" y="928688"/>
                </a:cubicBezTo>
                <a:cubicBezTo>
                  <a:pt x="5334000" y="920797"/>
                  <a:pt x="5340397" y="914400"/>
                  <a:pt x="5348288" y="914400"/>
                </a:cubicBezTo>
                <a:cubicBezTo>
                  <a:pt x="5356178" y="914400"/>
                  <a:pt x="5362575" y="920797"/>
                  <a:pt x="5362575" y="928688"/>
                </a:cubicBezTo>
                <a:close/>
                <a:moveTo>
                  <a:pt x="5362575" y="1081088"/>
                </a:moveTo>
                <a:cubicBezTo>
                  <a:pt x="5362575" y="1088978"/>
                  <a:pt x="5356178" y="1095375"/>
                  <a:pt x="5348288" y="1095375"/>
                </a:cubicBezTo>
                <a:cubicBezTo>
                  <a:pt x="5340397" y="1095375"/>
                  <a:pt x="5334000" y="1088978"/>
                  <a:pt x="5334000" y="1081088"/>
                </a:cubicBezTo>
                <a:cubicBezTo>
                  <a:pt x="5334000" y="1073197"/>
                  <a:pt x="5340397" y="1066800"/>
                  <a:pt x="5348288" y="1066800"/>
                </a:cubicBezTo>
                <a:cubicBezTo>
                  <a:pt x="5356178" y="1066800"/>
                  <a:pt x="5362575" y="1073197"/>
                  <a:pt x="5362575" y="1081088"/>
                </a:cubicBezTo>
                <a:close/>
                <a:moveTo>
                  <a:pt x="5362575" y="1233488"/>
                </a:moveTo>
                <a:cubicBezTo>
                  <a:pt x="5362575" y="1241378"/>
                  <a:pt x="5356178" y="1247775"/>
                  <a:pt x="5348288" y="1247775"/>
                </a:cubicBezTo>
                <a:cubicBezTo>
                  <a:pt x="5340397" y="1247775"/>
                  <a:pt x="5334000" y="1241378"/>
                  <a:pt x="5334000" y="1233488"/>
                </a:cubicBezTo>
                <a:cubicBezTo>
                  <a:pt x="5334000" y="1225597"/>
                  <a:pt x="5340397" y="1219200"/>
                  <a:pt x="5348288" y="1219200"/>
                </a:cubicBezTo>
                <a:cubicBezTo>
                  <a:pt x="5356178" y="1219200"/>
                  <a:pt x="5362575" y="1225597"/>
                  <a:pt x="5362575" y="1233488"/>
                </a:cubicBezTo>
                <a:close/>
                <a:moveTo>
                  <a:pt x="5362575" y="1385888"/>
                </a:moveTo>
                <a:cubicBezTo>
                  <a:pt x="5362575" y="1393778"/>
                  <a:pt x="5356178" y="1400175"/>
                  <a:pt x="5348288" y="1400175"/>
                </a:cubicBezTo>
                <a:cubicBezTo>
                  <a:pt x="5340397" y="1400175"/>
                  <a:pt x="5334000" y="1393778"/>
                  <a:pt x="5334000" y="1385888"/>
                </a:cubicBezTo>
                <a:cubicBezTo>
                  <a:pt x="5334000" y="1377997"/>
                  <a:pt x="5340397" y="1371600"/>
                  <a:pt x="5348288" y="1371600"/>
                </a:cubicBezTo>
                <a:cubicBezTo>
                  <a:pt x="5356178" y="1371600"/>
                  <a:pt x="5362575" y="1377997"/>
                  <a:pt x="5362575" y="1385888"/>
                </a:cubicBezTo>
                <a:close/>
                <a:moveTo>
                  <a:pt x="5362575" y="1538288"/>
                </a:moveTo>
                <a:cubicBezTo>
                  <a:pt x="5362575" y="1546178"/>
                  <a:pt x="5356178" y="1552575"/>
                  <a:pt x="5348288" y="1552575"/>
                </a:cubicBezTo>
                <a:cubicBezTo>
                  <a:pt x="5340397" y="1552575"/>
                  <a:pt x="5334000" y="1546178"/>
                  <a:pt x="5334000" y="1538288"/>
                </a:cubicBezTo>
                <a:cubicBezTo>
                  <a:pt x="5334000" y="1530397"/>
                  <a:pt x="5340397" y="1524000"/>
                  <a:pt x="5348288" y="1524000"/>
                </a:cubicBezTo>
                <a:cubicBezTo>
                  <a:pt x="5356178" y="1524000"/>
                  <a:pt x="5362575" y="1530397"/>
                  <a:pt x="5362575" y="1538288"/>
                </a:cubicBezTo>
                <a:close/>
                <a:moveTo>
                  <a:pt x="5362575" y="1690688"/>
                </a:moveTo>
                <a:cubicBezTo>
                  <a:pt x="5362575" y="1698578"/>
                  <a:pt x="5356178" y="1704975"/>
                  <a:pt x="5348288" y="1704975"/>
                </a:cubicBezTo>
                <a:cubicBezTo>
                  <a:pt x="5340397" y="1704975"/>
                  <a:pt x="5334000" y="1698578"/>
                  <a:pt x="5334000" y="1690688"/>
                </a:cubicBezTo>
                <a:cubicBezTo>
                  <a:pt x="5334000" y="1682797"/>
                  <a:pt x="5340397" y="1676400"/>
                  <a:pt x="5348288" y="1676400"/>
                </a:cubicBezTo>
                <a:cubicBezTo>
                  <a:pt x="5356178" y="1676400"/>
                  <a:pt x="5362575" y="1682797"/>
                  <a:pt x="5362575" y="1690688"/>
                </a:cubicBezTo>
                <a:close/>
                <a:moveTo>
                  <a:pt x="5362575" y="1843088"/>
                </a:moveTo>
                <a:cubicBezTo>
                  <a:pt x="5362575" y="1850978"/>
                  <a:pt x="5356178" y="1857375"/>
                  <a:pt x="5348288" y="1857375"/>
                </a:cubicBezTo>
                <a:cubicBezTo>
                  <a:pt x="5340397" y="1857375"/>
                  <a:pt x="5334000" y="1850978"/>
                  <a:pt x="5334000" y="1843088"/>
                </a:cubicBezTo>
                <a:cubicBezTo>
                  <a:pt x="5334000" y="1835197"/>
                  <a:pt x="5340397" y="1828800"/>
                  <a:pt x="5348288" y="1828800"/>
                </a:cubicBezTo>
                <a:cubicBezTo>
                  <a:pt x="5356178" y="1828800"/>
                  <a:pt x="5362575" y="1835197"/>
                  <a:pt x="5362575" y="1843088"/>
                </a:cubicBezTo>
                <a:close/>
                <a:moveTo>
                  <a:pt x="5362575" y="1995488"/>
                </a:moveTo>
                <a:cubicBezTo>
                  <a:pt x="5362575" y="2003378"/>
                  <a:pt x="5356178" y="2009775"/>
                  <a:pt x="5348288" y="2009775"/>
                </a:cubicBezTo>
                <a:cubicBezTo>
                  <a:pt x="5340397" y="2009775"/>
                  <a:pt x="5334000" y="2003378"/>
                  <a:pt x="5334000" y="1995488"/>
                </a:cubicBezTo>
                <a:cubicBezTo>
                  <a:pt x="5334000" y="1987597"/>
                  <a:pt x="5340397" y="1981200"/>
                  <a:pt x="5348288" y="1981200"/>
                </a:cubicBezTo>
                <a:cubicBezTo>
                  <a:pt x="5356178" y="1981200"/>
                  <a:pt x="5362575" y="1987597"/>
                  <a:pt x="5362575" y="1995488"/>
                </a:cubicBezTo>
                <a:close/>
                <a:moveTo>
                  <a:pt x="5362575" y="2147888"/>
                </a:moveTo>
                <a:cubicBezTo>
                  <a:pt x="5362575" y="2155778"/>
                  <a:pt x="5356178" y="2162175"/>
                  <a:pt x="5348288" y="2162175"/>
                </a:cubicBezTo>
                <a:cubicBezTo>
                  <a:pt x="5340397" y="2162175"/>
                  <a:pt x="5334000" y="2155778"/>
                  <a:pt x="5334000" y="2147888"/>
                </a:cubicBezTo>
                <a:cubicBezTo>
                  <a:pt x="5334000" y="2139997"/>
                  <a:pt x="5340397" y="2133600"/>
                  <a:pt x="5348288" y="2133600"/>
                </a:cubicBezTo>
                <a:cubicBezTo>
                  <a:pt x="5356178" y="2133600"/>
                  <a:pt x="5362575" y="2139997"/>
                  <a:pt x="5362575" y="2147888"/>
                </a:cubicBezTo>
                <a:close/>
                <a:moveTo>
                  <a:pt x="5362575" y="2300288"/>
                </a:moveTo>
                <a:cubicBezTo>
                  <a:pt x="5362575" y="2308178"/>
                  <a:pt x="5356178" y="2314575"/>
                  <a:pt x="5348288" y="2314575"/>
                </a:cubicBezTo>
                <a:cubicBezTo>
                  <a:pt x="5340397" y="2314575"/>
                  <a:pt x="5334000" y="2308178"/>
                  <a:pt x="5334000" y="2300288"/>
                </a:cubicBezTo>
                <a:cubicBezTo>
                  <a:pt x="5334000" y="2292397"/>
                  <a:pt x="5340397" y="2286000"/>
                  <a:pt x="5348288" y="2286000"/>
                </a:cubicBezTo>
                <a:cubicBezTo>
                  <a:pt x="5356178" y="2286000"/>
                  <a:pt x="5362575" y="2292397"/>
                  <a:pt x="5362575" y="2300288"/>
                </a:cubicBezTo>
                <a:close/>
                <a:moveTo>
                  <a:pt x="5362575" y="2452688"/>
                </a:moveTo>
                <a:cubicBezTo>
                  <a:pt x="5362575" y="2460578"/>
                  <a:pt x="5356178" y="2466975"/>
                  <a:pt x="5348288" y="2466975"/>
                </a:cubicBezTo>
                <a:cubicBezTo>
                  <a:pt x="5340397" y="2466975"/>
                  <a:pt x="5334000" y="2460578"/>
                  <a:pt x="5334000" y="2452688"/>
                </a:cubicBezTo>
                <a:cubicBezTo>
                  <a:pt x="5334000" y="2444797"/>
                  <a:pt x="5340397" y="2438400"/>
                  <a:pt x="5348288" y="2438400"/>
                </a:cubicBezTo>
                <a:cubicBezTo>
                  <a:pt x="5356178" y="2438400"/>
                  <a:pt x="5362575" y="2444797"/>
                  <a:pt x="5362575" y="2452688"/>
                </a:cubicBezTo>
                <a:close/>
                <a:moveTo>
                  <a:pt x="5362575" y="2605088"/>
                </a:moveTo>
                <a:cubicBezTo>
                  <a:pt x="5362575" y="2612978"/>
                  <a:pt x="5356178" y="2619375"/>
                  <a:pt x="5348288" y="2619375"/>
                </a:cubicBezTo>
                <a:cubicBezTo>
                  <a:pt x="5340397" y="2619375"/>
                  <a:pt x="5334000" y="2612978"/>
                  <a:pt x="5334000" y="2605088"/>
                </a:cubicBezTo>
                <a:cubicBezTo>
                  <a:pt x="5334000" y="2597197"/>
                  <a:pt x="5340397" y="2590800"/>
                  <a:pt x="5348288" y="2590800"/>
                </a:cubicBezTo>
                <a:cubicBezTo>
                  <a:pt x="5356178" y="2590800"/>
                  <a:pt x="5362575" y="2597197"/>
                  <a:pt x="5362575" y="2605088"/>
                </a:cubicBezTo>
                <a:close/>
                <a:moveTo>
                  <a:pt x="5362575" y="2757488"/>
                </a:moveTo>
                <a:cubicBezTo>
                  <a:pt x="5362575" y="2765378"/>
                  <a:pt x="5356178" y="2771775"/>
                  <a:pt x="5348288" y="2771775"/>
                </a:cubicBezTo>
                <a:cubicBezTo>
                  <a:pt x="5340397" y="2771775"/>
                  <a:pt x="5334000" y="2765378"/>
                  <a:pt x="5334000" y="2757488"/>
                </a:cubicBezTo>
                <a:cubicBezTo>
                  <a:pt x="5334000" y="2749597"/>
                  <a:pt x="5340397" y="2743200"/>
                  <a:pt x="5348288" y="2743200"/>
                </a:cubicBezTo>
                <a:cubicBezTo>
                  <a:pt x="5356178" y="2743200"/>
                  <a:pt x="5362575" y="2749597"/>
                  <a:pt x="5362575" y="2757488"/>
                </a:cubicBezTo>
                <a:close/>
                <a:moveTo>
                  <a:pt x="5362575" y="2909888"/>
                </a:moveTo>
                <a:cubicBezTo>
                  <a:pt x="5362575" y="2917778"/>
                  <a:pt x="5356178" y="2924175"/>
                  <a:pt x="5348288" y="2924175"/>
                </a:cubicBezTo>
                <a:cubicBezTo>
                  <a:pt x="5340397" y="2924175"/>
                  <a:pt x="5334000" y="2917778"/>
                  <a:pt x="5334000" y="2909888"/>
                </a:cubicBezTo>
                <a:cubicBezTo>
                  <a:pt x="5334000" y="2901997"/>
                  <a:pt x="5340397" y="2895600"/>
                  <a:pt x="5348288" y="2895600"/>
                </a:cubicBezTo>
                <a:cubicBezTo>
                  <a:pt x="5356178" y="2895600"/>
                  <a:pt x="5362575" y="2901997"/>
                  <a:pt x="5362575" y="2909888"/>
                </a:cubicBezTo>
                <a:close/>
                <a:moveTo>
                  <a:pt x="5362575" y="3062288"/>
                </a:moveTo>
                <a:cubicBezTo>
                  <a:pt x="5362575" y="3070178"/>
                  <a:pt x="5356178" y="3076575"/>
                  <a:pt x="5348288" y="3076575"/>
                </a:cubicBezTo>
                <a:cubicBezTo>
                  <a:pt x="5340397" y="3076575"/>
                  <a:pt x="5334000" y="3070178"/>
                  <a:pt x="5334000" y="3062288"/>
                </a:cubicBezTo>
                <a:cubicBezTo>
                  <a:pt x="5334000" y="3054397"/>
                  <a:pt x="5340397" y="3048000"/>
                  <a:pt x="5348288" y="3048000"/>
                </a:cubicBezTo>
                <a:cubicBezTo>
                  <a:pt x="5356178" y="3048000"/>
                  <a:pt x="5362575" y="3054397"/>
                  <a:pt x="5362575" y="3062288"/>
                </a:cubicBezTo>
                <a:close/>
                <a:moveTo>
                  <a:pt x="5362575" y="3214688"/>
                </a:moveTo>
                <a:cubicBezTo>
                  <a:pt x="5362575" y="3222578"/>
                  <a:pt x="5356178" y="3228975"/>
                  <a:pt x="5348288" y="3228975"/>
                </a:cubicBezTo>
                <a:cubicBezTo>
                  <a:pt x="5340397" y="3228975"/>
                  <a:pt x="5334000" y="3222578"/>
                  <a:pt x="5334000" y="3214688"/>
                </a:cubicBezTo>
                <a:cubicBezTo>
                  <a:pt x="5334000" y="3206797"/>
                  <a:pt x="5340397" y="3200400"/>
                  <a:pt x="5348288" y="3200400"/>
                </a:cubicBezTo>
                <a:cubicBezTo>
                  <a:pt x="5356178" y="3200400"/>
                  <a:pt x="5362575" y="3206797"/>
                  <a:pt x="5362575" y="3214688"/>
                </a:cubicBezTo>
                <a:close/>
                <a:moveTo>
                  <a:pt x="5362575" y="3367088"/>
                </a:moveTo>
                <a:cubicBezTo>
                  <a:pt x="5362575" y="3374978"/>
                  <a:pt x="5356178" y="3381375"/>
                  <a:pt x="5348288" y="3381375"/>
                </a:cubicBezTo>
                <a:cubicBezTo>
                  <a:pt x="5340397" y="3381375"/>
                  <a:pt x="5334000" y="3374978"/>
                  <a:pt x="5334000" y="3367088"/>
                </a:cubicBezTo>
                <a:cubicBezTo>
                  <a:pt x="5334000" y="3359197"/>
                  <a:pt x="5340397" y="3352800"/>
                  <a:pt x="5348288" y="3352800"/>
                </a:cubicBezTo>
                <a:cubicBezTo>
                  <a:pt x="5356178" y="3352800"/>
                  <a:pt x="5362575" y="3359197"/>
                  <a:pt x="5362575" y="3367088"/>
                </a:cubicBezTo>
                <a:close/>
                <a:moveTo>
                  <a:pt x="5362575" y="3519488"/>
                </a:moveTo>
                <a:cubicBezTo>
                  <a:pt x="5362575" y="3527378"/>
                  <a:pt x="5356178" y="3533775"/>
                  <a:pt x="5348288" y="3533775"/>
                </a:cubicBezTo>
                <a:cubicBezTo>
                  <a:pt x="5340397" y="3533775"/>
                  <a:pt x="5334000" y="3527378"/>
                  <a:pt x="5334000" y="3519488"/>
                </a:cubicBezTo>
                <a:cubicBezTo>
                  <a:pt x="5334000" y="3511597"/>
                  <a:pt x="5340397" y="3505200"/>
                  <a:pt x="5348288" y="3505200"/>
                </a:cubicBezTo>
                <a:cubicBezTo>
                  <a:pt x="5356178" y="3505200"/>
                  <a:pt x="5362575" y="3511597"/>
                  <a:pt x="5362575" y="3519488"/>
                </a:cubicBezTo>
                <a:close/>
                <a:moveTo>
                  <a:pt x="5362575" y="3671888"/>
                </a:moveTo>
                <a:cubicBezTo>
                  <a:pt x="5362575" y="3679778"/>
                  <a:pt x="5356178" y="3686175"/>
                  <a:pt x="5348288" y="3686175"/>
                </a:cubicBezTo>
                <a:cubicBezTo>
                  <a:pt x="5340397" y="3686175"/>
                  <a:pt x="5334000" y="3679778"/>
                  <a:pt x="5334000" y="3671888"/>
                </a:cubicBezTo>
                <a:cubicBezTo>
                  <a:pt x="5334000" y="3663997"/>
                  <a:pt x="5340397" y="3657600"/>
                  <a:pt x="5348288" y="3657600"/>
                </a:cubicBezTo>
                <a:cubicBezTo>
                  <a:pt x="5356178" y="3657600"/>
                  <a:pt x="5362575" y="3663997"/>
                  <a:pt x="5362575" y="3671888"/>
                </a:cubicBezTo>
                <a:close/>
                <a:moveTo>
                  <a:pt x="5362575" y="3824288"/>
                </a:moveTo>
                <a:cubicBezTo>
                  <a:pt x="5362575" y="3832178"/>
                  <a:pt x="5356178" y="3838575"/>
                  <a:pt x="5348288" y="3838575"/>
                </a:cubicBezTo>
                <a:cubicBezTo>
                  <a:pt x="5340397" y="3838575"/>
                  <a:pt x="5334000" y="3832178"/>
                  <a:pt x="5334000" y="3824288"/>
                </a:cubicBezTo>
                <a:cubicBezTo>
                  <a:pt x="5334000" y="3816397"/>
                  <a:pt x="5340397" y="3810000"/>
                  <a:pt x="5348288" y="3810000"/>
                </a:cubicBezTo>
                <a:cubicBezTo>
                  <a:pt x="5356178" y="3810000"/>
                  <a:pt x="5362575" y="3816397"/>
                  <a:pt x="5362575" y="3824288"/>
                </a:cubicBezTo>
                <a:close/>
                <a:moveTo>
                  <a:pt x="5362575" y="3976688"/>
                </a:moveTo>
                <a:cubicBezTo>
                  <a:pt x="5362575" y="3984578"/>
                  <a:pt x="5356178" y="3990975"/>
                  <a:pt x="5348288" y="3990975"/>
                </a:cubicBezTo>
                <a:cubicBezTo>
                  <a:pt x="5340397" y="3990975"/>
                  <a:pt x="5334000" y="3984578"/>
                  <a:pt x="5334000" y="3976688"/>
                </a:cubicBezTo>
                <a:cubicBezTo>
                  <a:pt x="5334000" y="3968797"/>
                  <a:pt x="5340397" y="3962400"/>
                  <a:pt x="5348288" y="3962400"/>
                </a:cubicBezTo>
                <a:cubicBezTo>
                  <a:pt x="5356178" y="3962400"/>
                  <a:pt x="5362575" y="3968797"/>
                  <a:pt x="5362575" y="3976688"/>
                </a:cubicBezTo>
                <a:close/>
                <a:moveTo>
                  <a:pt x="5362575" y="4129088"/>
                </a:moveTo>
                <a:cubicBezTo>
                  <a:pt x="5362575" y="4136978"/>
                  <a:pt x="5356178" y="4143375"/>
                  <a:pt x="5348288" y="4143375"/>
                </a:cubicBezTo>
                <a:cubicBezTo>
                  <a:pt x="5340397" y="4143375"/>
                  <a:pt x="5334000" y="4136978"/>
                  <a:pt x="5334000" y="4129088"/>
                </a:cubicBezTo>
                <a:cubicBezTo>
                  <a:pt x="5334000" y="4121197"/>
                  <a:pt x="5340397" y="4114800"/>
                  <a:pt x="5348288" y="4114800"/>
                </a:cubicBezTo>
                <a:cubicBezTo>
                  <a:pt x="5356178" y="4114800"/>
                  <a:pt x="5362575" y="4121197"/>
                  <a:pt x="5362575" y="4129088"/>
                </a:cubicBezTo>
                <a:close/>
                <a:moveTo>
                  <a:pt x="5362575" y="4281488"/>
                </a:moveTo>
                <a:cubicBezTo>
                  <a:pt x="5362575" y="4289378"/>
                  <a:pt x="5356178" y="4295775"/>
                  <a:pt x="5348288" y="4295775"/>
                </a:cubicBezTo>
                <a:cubicBezTo>
                  <a:pt x="5340397" y="4295775"/>
                  <a:pt x="5334000" y="4289378"/>
                  <a:pt x="5334000" y="4281488"/>
                </a:cubicBezTo>
                <a:cubicBezTo>
                  <a:pt x="5334000" y="4273597"/>
                  <a:pt x="5340397" y="4267200"/>
                  <a:pt x="5348288" y="4267200"/>
                </a:cubicBezTo>
                <a:cubicBezTo>
                  <a:pt x="5356178" y="4267200"/>
                  <a:pt x="5362575" y="4273597"/>
                  <a:pt x="5362575" y="4281488"/>
                </a:cubicBezTo>
                <a:close/>
                <a:moveTo>
                  <a:pt x="5362575" y="4433888"/>
                </a:moveTo>
                <a:cubicBezTo>
                  <a:pt x="5362575" y="4441778"/>
                  <a:pt x="5356178" y="4448175"/>
                  <a:pt x="5348288" y="4448175"/>
                </a:cubicBezTo>
                <a:cubicBezTo>
                  <a:pt x="5340397" y="4448175"/>
                  <a:pt x="5334000" y="4441778"/>
                  <a:pt x="5334000" y="4433888"/>
                </a:cubicBezTo>
                <a:cubicBezTo>
                  <a:pt x="5334000" y="4425997"/>
                  <a:pt x="5340397" y="4419600"/>
                  <a:pt x="5348288" y="4419600"/>
                </a:cubicBezTo>
                <a:cubicBezTo>
                  <a:pt x="5356178" y="4419600"/>
                  <a:pt x="5362575" y="4425997"/>
                  <a:pt x="5362575" y="4433888"/>
                </a:cubicBezTo>
                <a:close/>
                <a:moveTo>
                  <a:pt x="5362575" y="4586288"/>
                </a:moveTo>
                <a:cubicBezTo>
                  <a:pt x="5362575" y="4594178"/>
                  <a:pt x="5356178" y="4600575"/>
                  <a:pt x="5348288" y="4600575"/>
                </a:cubicBezTo>
                <a:cubicBezTo>
                  <a:pt x="5340397" y="4600575"/>
                  <a:pt x="5334000" y="4594178"/>
                  <a:pt x="5334000" y="4586288"/>
                </a:cubicBezTo>
                <a:cubicBezTo>
                  <a:pt x="5334000" y="4578397"/>
                  <a:pt x="5340397" y="4572000"/>
                  <a:pt x="5348288" y="4572000"/>
                </a:cubicBezTo>
                <a:cubicBezTo>
                  <a:pt x="5356178" y="4572000"/>
                  <a:pt x="5362575" y="4578397"/>
                  <a:pt x="5362575" y="4586288"/>
                </a:cubicBezTo>
                <a:close/>
                <a:moveTo>
                  <a:pt x="5362575" y="4738688"/>
                </a:moveTo>
                <a:cubicBezTo>
                  <a:pt x="5362575" y="4746578"/>
                  <a:pt x="5356178" y="4752975"/>
                  <a:pt x="5348288" y="4752975"/>
                </a:cubicBezTo>
                <a:cubicBezTo>
                  <a:pt x="5340397" y="4752975"/>
                  <a:pt x="5334000" y="4746578"/>
                  <a:pt x="5334000" y="4738688"/>
                </a:cubicBezTo>
                <a:cubicBezTo>
                  <a:pt x="5334000" y="4730797"/>
                  <a:pt x="5340397" y="4724400"/>
                  <a:pt x="5348288" y="4724400"/>
                </a:cubicBezTo>
                <a:cubicBezTo>
                  <a:pt x="5356178" y="4724400"/>
                  <a:pt x="5362575" y="4730797"/>
                  <a:pt x="5362575" y="4738688"/>
                </a:cubicBezTo>
                <a:close/>
                <a:moveTo>
                  <a:pt x="5514975" y="14288"/>
                </a:moveTo>
                <a:cubicBezTo>
                  <a:pt x="5514975" y="22178"/>
                  <a:pt x="5508578" y="28575"/>
                  <a:pt x="5500688" y="28575"/>
                </a:cubicBezTo>
                <a:cubicBezTo>
                  <a:pt x="5492797" y="28575"/>
                  <a:pt x="5486400" y="22178"/>
                  <a:pt x="5486400" y="14288"/>
                </a:cubicBezTo>
                <a:cubicBezTo>
                  <a:pt x="5486400" y="6397"/>
                  <a:pt x="5492797" y="0"/>
                  <a:pt x="5500688" y="0"/>
                </a:cubicBezTo>
                <a:cubicBezTo>
                  <a:pt x="5508578" y="0"/>
                  <a:pt x="5514975" y="6397"/>
                  <a:pt x="5514975" y="14288"/>
                </a:cubicBezTo>
                <a:close/>
                <a:moveTo>
                  <a:pt x="5514975" y="166688"/>
                </a:moveTo>
                <a:cubicBezTo>
                  <a:pt x="5514975" y="174578"/>
                  <a:pt x="5508578" y="180975"/>
                  <a:pt x="5500688" y="180975"/>
                </a:cubicBezTo>
                <a:cubicBezTo>
                  <a:pt x="5492797" y="180975"/>
                  <a:pt x="5486400" y="174578"/>
                  <a:pt x="5486400" y="166688"/>
                </a:cubicBezTo>
                <a:cubicBezTo>
                  <a:pt x="5486400" y="158797"/>
                  <a:pt x="5492797" y="152400"/>
                  <a:pt x="5500688" y="152400"/>
                </a:cubicBezTo>
                <a:cubicBezTo>
                  <a:pt x="5508578" y="152400"/>
                  <a:pt x="5514975" y="158797"/>
                  <a:pt x="5514975" y="166688"/>
                </a:cubicBezTo>
                <a:close/>
                <a:moveTo>
                  <a:pt x="5514975" y="319088"/>
                </a:moveTo>
                <a:cubicBezTo>
                  <a:pt x="5514975" y="326978"/>
                  <a:pt x="5508578" y="333375"/>
                  <a:pt x="5500688" y="333375"/>
                </a:cubicBezTo>
                <a:cubicBezTo>
                  <a:pt x="5492797" y="333375"/>
                  <a:pt x="5486400" y="326978"/>
                  <a:pt x="5486400" y="319088"/>
                </a:cubicBezTo>
                <a:cubicBezTo>
                  <a:pt x="5486400" y="311197"/>
                  <a:pt x="5492797" y="304800"/>
                  <a:pt x="5500688" y="304800"/>
                </a:cubicBezTo>
                <a:cubicBezTo>
                  <a:pt x="5508578" y="304800"/>
                  <a:pt x="5514975" y="311197"/>
                  <a:pt x="5514975" y="319088"/>
                </a:cubicBezTo>
                <a:close/>
                <a:moveTo>
                  <a:pt x="5514975" y="471488"/>
                </a:moveTo>
                <a:cubicBezTo>
                  <a:pt x="5514975" y="479378"/>
                  <a:pt x="5508578" y="485775"/>
                  <a:pt x="5500688" y="485775"/>
                </a:cubicBezTo>
                <a:cubicBezTo>
                  <a:pt x="5492797" y="485775"/>
                  <a:pt x="5486400" y="479378"/>
                  <a:pt x="5486400" y="471488"/>
                </a:cubicBezTo>
                <a:cubicBezTo>
                  <a:pt x="5486400" y="463597"/>
                  <a:pt x="5492797" y="457200"/>
                  <a:pt x="5500688" y="457200"/>
                </a:cubicBezTo>
                <a:cubicBezTo>
                  <a:pt x="5508578" y="457200"/>
                  <a:pt x="5514975" y="463597"/>
                  <a:pt x="5514975" y="471488"/>
                </a:cubicBezTo>
                <a:close/>
                <a:moveTo>
                  <a:pt x="5514975" y="623888"/>
                </a:moveTo>
                <a:cubicBezTo>
                  <a:pt x="5514975" y="631778"/>
                  <a:pt x="5508578" y="638175"/>
                  <a:pt x="5500688" y="638175"/>
                </a:cubicBezTo>
                <a:cubicBezTo>
                  <a:pt x="5492797" y="638175"/>
                  <a:pt x="5486400" y="631778"/>
                  <a:pt x="5486400" y="623888"/>
                </a:cubicBezTo>
                <a:cubicBezTo>
                  <a:pt x="5486400" y="615997"/>
                  <a:pt x="5492797" y="609600"/>
                  <a:pt x="5500688" y="609600"/>
                </a:cubicBezTo>
                <a:cubicBezTo>
                  <a:pt x="5508578" y="609600"/>
                  <a:pt x="5514975" y="615997"/>
                  <a:pt x="5514975" y="623888"/>
                </a:cubicBezTo>
                <a:close/>
                <a:moveTo>
                  <a:pt x="5514975" y="776288"/>
                </a:moveTo>
                <a:cubicBezTo>
                  <a:pt x="5514975" y="784178"/>
                  <a:pt x="5508578" y="790575"/>
                  <a:pt x="5500688" y="790575"/>
                </a:cubicBezTo>
                <a:cubicBezTo>
                  <a:pt x="5492797" y="790575"/>
                  <a:pt x="5486400" y="784178"/>
                  <a:pt x="5486400" y="776288"/>
                </a:cubicBezTo>
                <a:cubicBezTo>
                  <a:pt x="5486400" y="768397"/>
                  <a:pt x="5492797" y="762000"/>
                  <a:pt x="5500688" y="762000"/>
                </a:cubicBezTo>
                <a:cubicBezTo>
                  <a:pt x="5508578" y="762000"/>
                  <a:pt x="5514975" y="768397"/>
                  <a:pt x="5514975" y="776288"/>
                </a:cubicBezTo>
                <a:close/>
                <a:moveTo>
                  <a:pt x="5514975" y="928688"/>
                </a:moveTo>
                <a:cubicBezTo>
                  <a:pt x="5514975" y="936578"/>
                  <a:pt x="5508578" y="942975"/>
                  <a:pt x="5500688" y="942975"/>
                </a:cubicBezTo>
                <a:cubicBezTo>
                  <a:pt x="5492797" y="942975"/>
                  <a:pt x="5486400" y="936578"/>
                  <a:pt x="5486400" y="928688"/>
                </a:cubicBezTo>
                <a:cubicBezTo>
                  <a:pt x="5486400" y="920797"/>
                  <a:pt x="5492797" y="914400"/>
                  <a:pt x="5500688" y="914400"/>
                </a:cubicBezTo>
                <a:cubicBezTo>
                  <a:pt x="5508578" y="914400"/>
                  <a:pt x="5514975" y="920797"/>
                  <a:pt x="5514975" y="928688"/>
                </a:cubicBezTo>
                <a:close/>
                <a:moveTo>
                  <a:pt x="5514975" y="1081088"/>
                </a:moveTo>
                <a:cubicBezTo>
                  <a:pt x="5514975" y="1088978"/>
                  <a:pt x="5508578" y="1095375"/>
                  <a:pt x="5500688" y="1095375"/>
                </a:cubicBezTo>
                <a:cubicBezTo>
                  <a:pt x="5492797" y="1095375"/>
                  <a:pt x="5486400" y="1088978"/>
                  <a:pt x="5486400" y="1081088"/>
                </a:cubicBezTo>
                <a:cubicBezTo>
                  <a:pt x="5486400" y="1073197"/>
                  <a:pt x="5492797" y="1066800"/>
                  <a:pt x="5500688" y="1066800"/>
                </a:cubicBezTo>
                <a:cubicBezTo>
                  <a:pt x="5508578" y="1066800"/>
                  <a:pt x="5514975" y="1073197"/>
                  <a:pt x="5514975" y="1081088"/>
                </a:cubicBezTo>
                <a:close/>
                <a:moveTo>
                  <a:pt x="5514975" y="1233488"/>
                </a:moveTo>
                <a:cubicBezTo>
                  <a:pt x="5514975" y="1241378"/>
                  <a:pt x="5508578" y="1247775"/>
                  <a:pt x="5500688" y="1247775"/>
                </a:cubicBezTo>
                <a:cubicBezTo>
                  <a:pt x="5492797" y="1247775"/>
                  <a:pt x="5486400" y="1241378"/>
                  <a:pt x="5486400" y="1233488"/>
                </a:cubicBezTo>
                <a:cubicBezTo>
                  <a:pt x="5486400" y="1225597"/>
                  <a:pt x="5492797" y="1219200"/>
                  <a:pt x="5500688" y="1219200"/>
                </a:cubicBezTo>
                <a:cubicBezTo>
                  <a:pt x="5508578" y="1219200"/>
                  <a:pt x="5514975" y="1225597"/>
                  <a:pt x="5514975" y="1233488"/>
                </a:cubicBezTo>
                <a:close/>
                <a:moveTo>
                  <a:pt x="5514975" y="1385888"/>
                </a:moveTo>
                <a:cubicBezTo>
                  <a:pt x="5514975" y="1393778"/>
                  <a:pt x="5508578" y="1400175"/>
                  <a:pt x="5500688" y="1400175"/>
                </a:cubicBezTo>
                <a:cubicBezTo>
                  <a:pt x="5492797" y="1400175"/>
                  <a:pt x="5486400" y="1393778"/>
                  <a:pt x="5486400" y="1385888"/>
                </a:cubicBezTo>
                <a:cubicBezTo>
                  <a:pt x="5486400" y="1377997"/>
                  <a:pt x="5492797" y="1371600"/>
                  <a:pt x="5500688" y="1371600"/>
                </a:cubicBezTo>
                <a:cubicBezTo>
                  <a:pt x="5508578" y="1371600"/>
                  <a:pt x="5514975" y="1377997"/>
                  <a:pt x="5514975" y="1385888"/>
                </a:cubicBezTo>
                <a:close/>
                <a:moveTo>
                  <a:pt x="5514975" y="1538288"/>
                </a:moveTo>
                <a:cubicBezTo>
                  <a:pt x="5514975" y="1546178"/>
                  <a:pt x="5508578" y="1552575"/>
                  <a:pt x="5500688" y="1552575"/>
                </a:cubicBezTo>
                <a:cubicBezTo>
                  <a:pt x="5492797" y="1552575"/>
                  <a:pt x="5486400" y="1546178"/>
                  <a:pt x="5486400" y="1538288"/>
                </a:cubicBezTo>
                <a:cubicBezTo>
                  <a:pt x="5486400" y="1530397"/>
                  <a:pt x="5492797" y="1524000"/>
                  <a:pt x="5500688" y="1524000"/>
                </a:cubicBezTo>
                <a:cubicBezTo>
                  <a:pt x="5508578" y="1524000"/>
                  <a:pt x="5514975" y="1530397"/>
                  <a:pt x="5514975" y="1538288"/>
                </a:cubicBezTo>
                <a:close/>
                <a:moveTo>
                  <a:pt x="5514975" y="1690688"/>
                </a:moveTo>
                <a:cubicBezTo>
                  <a:pt x="5514975" y="1698578"/>
                  <a:pt x="5508578" y="1704975"/>
                  <a:pt x="5500688" y="1704975"/>
                </a:cubicBezTo>
                <a:cubicBezTo>
                  <a:pt x="5492797" y="1704975"/>
                  <a:pt x="5486400" y="1698578"/>
                  <a:pt x="5486400" y="1690688"/>
                </a:cubicBezTo>
                <a:cubicBezTo>
                  <a:pt x="5486400" y="1682797"/>
                  <a:pt x="5492797" y="1676400"/>
                  <a:pt x="5500688" y="1676400"/>
                </a:cubicBezTo>
                <a:cubicBezTo>
                  <a:pt x="5508578" y="1676400"/>
                  <a:pt x="5514975" y="1682797"/>
                  <a:pt x="5514975" y="1690688"/>
                </a:cubicBezTo>
                <a:close/>
                <a:moveTo>
                  <a:pt x="5514975" y="1843088"/>
                </a:moveTo>
                <a:cubicBezTo>
                  <a:pt x="5514975" y="1850978"/>
                  <a:pt x="5508578" y="1857375"/>
                  <a:pt x="5500688" y="1857375"/>
                </a:cubicBezTo>
                <a:cubicBezTo>
                  <a:pt x="5492797" y="1857375"/>
                  <a:pt x="5486400" y="1850978"/>
                  <a:pt x="5486400" y="1843088"/>
                </a:cubicBezTo>
                <a:cubicBezTo>
                  <a:pt x="5486400" y="1835197"/>
                  <a:pt x="5492797" y="1828800"/>
                  <a:pt x="5500688" y="1828800"/>
                </a:cubicBezTo>
                <a:cubicBezTo>
                  <a:pt x="5508578" y="1828800"/>
                  <a:pt x="5514975" y="1835197"/>
                  <a:pt x="5514975" y="1843088"/>
                </a:cubicBezTo>
                <a:close/>
                <a:moveTo>
                  <a:pt x="5514975" y="1995488"/>
                </a:moveTo>
                <a:cubicBezTo>
                  <a:pt x="5514975" y="2003378"/>
                  <a:pt x="5508578" y="2009775"/>
                  <a:pt x="5500688" y="2009775"/>
                </a:cubicBezTo>
                <a:cubicBezTo>
                  <a:pt x="5492797" y="2009775"/>
                  <a:pt x="5486400" y="2003378"/>
                  <a:pt x="5486400" y="1995488"/>
                </a:cubicBezTo>
                <a:cubicBezTo>
                  <a:pt x="5486400" y="1987597"/>
                  <a:pt x="5492797" y="1981200"/>
                  <a:pt x="5500688" y="1981200"/>
                </a:cubicBezTo>
                <a:cubicBezTo>
                  <a:pt x="5508578" y="1981200"/>
                  <a:pt x="5514975" y="1987597"/>
                  <a:pt x="5514975" y="1995488"/>
                </a:cubicBezTo>
                <a:close/>
                <a:moveTo>
                  <a:pt x="5514975" y="2147888"/>
                </a:moveTo>
                <a:cubicBezTo>
                  <a:pt x="5514975" y="2155778"/>
                  <a:pt x="5508578" y="2162175"/>
                  <a:pt x="5500688" y="2162175"/>
                </a:cubicBezTo>
                <a:cubicBezTo>
                  <a:pt x="5492797" y="2162175"/>
                  <a:pt x="5486400" y="2155778"/>
                  <a:pt x="5486400" y="2147888"/>
                </a:cubicBezTo>
                <a:cubicBezTo>
                  <a:pt x="5486400" y="2139997"/>
                  <a:pt x="5492797" y="2133600"/>
                  <a:pt x="5500688" y="2133600"/>
                </a:cubicBezTo>
                <a:cubicBezTo>
                  <a:pt x="5508578" y="2133600"/>
                  <a:pt x="5514975" y="2139997"/>
                  <a:pt x="5514975" y="2147888"/>
                </a:cubicBezTo>
                <a:close/>
                <a:moveTo>
                  <a:pt x="5514975" y="2300288"/>
                </a:moveTo>
                <a:cubicBezTo>
                  <a:pt x="5514975" y="2308178"/>
                  <a:pt x="5508578" y="2314575"/>
                  <a:pt x="5500688" y="2314575"/>
                </a:cubicBezTo>
                <a:cubicBezTo>
                  <a:pt x="5492797" y="2314575"/>
                  <a:pt x="5486400" y="2308178"/>
                  <a:pt x="5486400" y="2300288"/>
                </a:cubicBezTo>
                <a:cubicBezTo>
                  <a:pt x="5486400" y="2292397"/>
                  <a:pt x="5492797" y="2286000"/>
                  <a:pt x="5500688" y="2286000"/>
                </a:cubicBezTo>
                <a:cubicBezTo>
                  <a:pt x="5508578" y="2286000"/>
                  <a:pt x="5514975" y="2292397"/>
                  <a:pt x="5514975" y="2300288"/>
                </a:cubicBezTo>
                <a:close/>
                <a:moveTo>
                  <a:pt x="5514975" y="2452688"/>
                </a:moveTo>
                <a:cubicBezTo>
                  <a:pt x="5514975" y="2460578"/>
                  <a:pt x="5508578" y="2466975"/>
                  <a:pt x="5500688" y="2466975"/>
                </a:cubicBezTo>
                <a:cubicBezTo>
                  <a:pt x="5492797" y="2466975"/>
                  <a:pt x="5486400" y="2460578"/>
                  <a:pt x="5486400" y="2452688"/>
                </a:cubicBezTo>
                <a:cubicBezTo>
                  <a:pt x="5486400" y="2444797"/>
                  <a:pt x="5492797" y="2438400"/>
                  <a:pt x="5500688" y="2438400"/>
                </a:cubicBezTo>
                <a:cubicBezTo>
                  <a:pt x="5508578" y="2438400"/>
                  <a:pt x="5514975" y="2444797"/>
                  <a:pt x="5514975" y="2452688"/>
                </a:cubicBezTo>
                <a:close/>
                <a:moveTo>
                  <a:pt x="5514975" y="2605088"/>
                </a:moveTo>
                <a:cubicBezTo>
                  <a:pt x="5514975" y="2612978"/>
                  <a:pt x="5508578" y="2619375"/>
                  <a:pt x="5500688" y="2619375"/>
                </a:cubicBezTo>
                <a:cubicBezTo>
                  <a:pt x="5492797" y="2619375"/>
                  <a:pt x="5486400" y="2612978"/>
                  <a:pt x="5486400" y="2605088"/>
                </a:cubicBezTo>
                <a:cubicBezTo>
                  <a:pt x="5486400" y="2597197"/>
                  <a:pt x="5492797" y="2590800"/>
                  <a:pt x="5500688" y="2590800"/>
                </a:cubicBezTo>
                <a:cubicBezTo>
                  <a:pt x="5508578" y="2590800"/>
                  <a:pt x="5514975" y="2597197"/>
                  <a:pt x="5514975" y="2605088"/>
                </a:cubicBezTo>
                <a:close/>
                <a:moveTo>
                  <a:pt x="5514975" y="2757488"/>
                </a:moveTo>
                <a:cubicBezTo>
                  <a:pt x="5514975" y="2765378"/>
                  <a:pt x="5508578" y="2771775"/>
                  <a:pt x="5500688" y="2771775"/>
                </a:cubicBezTo>
                <a:cubicBezTo>
                  <a:pt x="5492797" y="2771775"/>
                  <a:pt x="5486400" y="2765378"/>
                  <a:pt x="5486400" y="2757488"/>
                </a:cubicBezTo>
                <a:cubicBezTo>
                  <a:pt x="5486400" y="2749597"/>
                  <a:pt x="5492797" y="2743200"/>
                  <a:pt x="5500688" y="2743200"/>
                </a:cubicBezTo>
                <a:cubicBezTo>
                  <a:pt x="5508578" y="2743200"/>
                  <a:pt x="5514975" y="2749597"/>
                  <a:pt x="5514975" y="2757488"/>
                </a:cubicBezTo>
                <a:close/>
                <a:moveTo>
                  <a:pt x="5514975" y="2909888"/>
                </a:moveTo>
                <a:cubicBezTo>
                  <a:pt x="5514975" y="2917778"/>
                  <a:pt x="5508578" y="2924175"/>
                  <a:pt x="5500688" y="2924175"/>
                </a:cubicBezTo>
                <a:cubicBezTo>
                  <a:pt x="5492797" y="2924175"/>
                  <a:pt x="5486400" y="2917778"/>
                  <a:pt x="5486400" y="2909888"/>
                </a:cubicBezTo>
                <a:cubicBezTo>
                  <a:pt x="5486400" y="2901997"/>
                  <a:pt x="5492797" y="2895600"/>
                  <a:pt x="5500688" y="2895600"/>
                </a:cubicBezTo>
                <a:cubicBezTo>
                  <a:pt x="5508578" y="2895600"/>
                  <a:pt x="5514975" y="2901997"/>
                  <a:pt x="5514975" y="2909888"/>
                </a:cubicBezTo>
                <a:close/>
                <a:moveTo>
                  <a:pt x="5514975" y="3062288"/>
                </a:moveTo>
                <a:cubicBezTo>
                  <a:pt x="5514975" y="3070178"/>
                  <a:pt x="5508578" y="3076575"/>
                  <a:pt x="5500688" y="3076575"/>
                </a:cubicBezTo>
                <a:cubicBezTo>
                  <a:pt x="5492797" y="3076575"/>
                  <a:pt x="5486400" y="3070178"/>
                  <a:pt x="5486400" y="3062288"/>
                </a:cubicBezTo>
                <a:cubicBezTo>
                  <a:pt x="5486400" y="3054397"/>
                  <a:pt x="5492797" y="3048000"/>
                  <a:pt x="5500688" y="3048000"/>
                </a:cubicBezTo>
                <a:cubicBezTo>
                  <a:pt x="5508578" y="3048000"/>
                  <a:pt x="5514975" y="3054397"/>
                  <a:pt x="5514975" y="3062288"/>
                </a:cubicBezTo>
                <a:close/>
                <a:moveTo>
                  <a:pt x="5514975" y="3214688"/>
                </a:moveTo>
                <a:cubicBezTo>
                  <a:pt x="5514975" y="3222578"/>
                  <a:pt x="5508578" y="3228975"/>
                  <a:pt x="5500688" y="3228975"/>
                </a:cubicBezTo>
                <a:cubicBezTo>
                  <a:pt x="5492797" y="3228975"/>
                  <a:pt x="5486400" y="3222578"/>
                  <a:pt x="5486400" y="3214688"/>
                </a:cubicBezTo>
                <a:cubicBezTo>
                  <a:pt x="5486400" y="3206797"/>
                  <a:pt x="5492797" y="3200400"/>
                  <a:pt x="5500688" y="3200400"/>
                </a:cubicBezTo>
                <a:cubicBezTo>
                  <a:pt x="5508578" y="3200400"/>
                  <a:pt x="5514975" y="3206797"/>
                  <a:pt x="5514975" y="3214688"/>
                </a:cubicBezTo>
                <a:close/>
                <a:moveTo>
                  <a:pt x="5514975" y="3367088"/>
                </a:moveTo>
                <a:cubicBezTo>
                  <a:pt x="5514975" y="3374978"/>
                  <a:pt x="5508578" y="3381375"/>
                  <a:pt x="5500688" y="3381375"/>
                </a:cubicBezTo>
                <a:cubicBezTo>
                  <a:pt x="5492797" y="3381375"/>
                  <a:pt x="5486400" y="3374978"/>
                  <a:pt x="5486400" y="3367088"/>
                </a:cubicBezTo>
                <a:cubicBezTo>
                  <a:pt x="5486400" y="3359197"/>
                  <a:pt x="5492797" y="3352800"/>
                  <a:pt x="5500688" y="3352800"/>
                </a:cubicBezTo>
                <a:cubicBezTo>
                  <a:pt x="5508578" y="3352800"/>
                  <a:pt x="5514975" y="3359197"/>
                  <a:pt x="5514975" y="3367088"/>
                </a:cubicBezTo>
                <a:close/>
                <a:moveTo>
                  <a:pt x="5514975" y="3519488"/>
                </a:moveTo>
                <a:cubicBezTo>
                  <a:pt x="5514975" y="3527378"/>
                  <a:pt x="5508578" y="3533775"/>
                  <a:pt x="5500688" y="3533775"/>
                </a:cubicBezTo>
                <a:cubicBezTo>
                  <a:pt x="5492797" y="3533775"/>
                  <a:pt x="5486400" y="3527378"/>
                  <a:pt x="5486400" y="3519488"/>
                </a:cubicBezTo>
                <a:cubicBezTo>
                  <a:pt x="5486400" y="3511597"/>
                  <a:pt x="5492797" y="3505200"/>
                  <a:pt x="5500688" y="3505200"/>
                </a:cubicBezTo>
                <a:cubicBezTo>
                  <a:pt x="5508578" y="3505200"/>
                  <a:pt x="5514975" y="3511597"/>
                  <a:pt x="5514975" y="3519488"/>
                </a:cubicBezTo>
                <a:close/>
                <a:moveTo>
                  <a:pt x="5514975" y="3671888"/>
                </a:moveTo>
                <a:cubicBezTo>
                  <a:pt x="5514975" y="3679778"/>
                  <a:pt x="5508578" y="3686175"/>
                  <a:pt x="5500688" y="3686175"/>
                </a:cubicBezTo>
                <a:cubicBezTo>
                  <a:pt x="5492797" y="3686175"/>
                  <a:pt x="5486400" y="3679778"/>
                  <a:pt x="5486400" y="3671888"/>
                </a:cubicBezTo>
                <a:cubicBezTo>
                  <a:pt x="5486400" y="3663997"/>
                  <a:pt x="5492797" y="3657600"/>
                  <a:pt x="5500688" y="3657600"/>
                </a:cubicBezTo>
                <a:cubicBezTo>
                  <a:pt x="5508578" y="3657600"/>
                  <a:pt x="5514975" y="3663997"/>
                  <a:pt x="5514975" y="3671888"/>
                </a:cubicBezTo>
                <a:close/>
                <a:moveTo>
                  <a:pt x="5514975" y="3824288"/>
                </a:moveTo>
                <a:cubicBezTo>
                  <a:pt x="5514975" y="3832178"/>
                  <a:pt x="5508578" y="3838575"/>
                  <a:pt x="5500688" y="3838575"/>
                </a:cubicBezTo>
                <a:cubicBezTo>
                  <a:pt x="5492797" y="3838575"/>
                  <a:pt x="5486400" y="3832178"/>
                  <a:pt x="5486400" y="3824288"/>
                </a:cubicBezTo>
                <a:cubicBezTo>
                  <a:pt x="5486400" y="3816397"/>
                  <a:pt x="5492797" y="3810000"/>
                  <a:pt x="5500688" y="3810000"/>
                </a:cubicBezTo>
                <a:cubicBezTo>
                  <a:pt x="5508578" y="3810000"/>
                  <a:pt x="5514975" y="3816397"/>
                  <a:pt x="5514975" y="3824288"/>
                </a:cubicBezTo>
                <a:close/>
                <a:moveTo>
                  <a:pt x="5514975" y="3976688"/>
                </a:moveTo>
                <a:cubicBezTo>
                  <a:pt x="5514975" y="3984578"/>
                  <a:pt x="5508578" y="3990975"/>
                  <a:pt x="5500688" y="3990975"/>
                </a:cubicBezTo>
                <a:cubicBezTo>
                  <a:pt x="5492797" y="3990975"/>
                  <a:pt x="5486400" y="3984578"/>
                  <a:pt x="5486400" y="3976688"/>
                </a:cubicBezTo>
                <a:cubicBezTo>
                  <a:pt x="5486400" y="3968797"/>
                  <a:pt x="5492797" y="3962400"/>
                  <a:pt x="5500688" y="3962400"/>
                </a:cubicBezTo>
                <a:cubicBezTo>
                  <a:pt x="5508578" y="3962400"/>
                  <a:pt x="5514975" y="3968797"/>
                  <a:pt x="5514975" y="3976688"/>
                </a:cubicBezTo>
                <a:close/>
                <a:moveTo>
                  <a:pt x="5514975" y="4129088"/>
                </a:moveTo>
                <a:cubicBezTo>
                  <a:pt x="5514975" y="4136978"/>
                  <a:pt x="5508578" y="4143375"/>
                  <a:pt x="5500688" y="4143375"/>
                </a:cubicBezTo>
                <a:cubicBezTo>
                  <a:pt x="5492797" y="4143375"/>
                  <a:pt x="5486400" y="4136978"/>
                  <a:pt x="5486400" y="4129088"/>
                </a:cubicBezTo>
                <a:cubicBezTo>
                  <a:pt x="5486400" y="4121197"/>
                  <a:pt x="5492797" y="4114800"/>
                  <a:pt x="5500688" y="4114800"/>
                </a:cubicBezTo>
                <a:cubicBezTo>
                  <a:pt x="5508578" y="4114800"/>
                  <a:pt x="5514975" y="4121197"/>
                  <a:pt x="5514975" y="4129088"/>
                </a:cubicBezTo>
                <a:close/>
                <a:moveTo>
                  <a:pt x="5514975" y="4281488"/>
                </a:moveTo>
                <a:cubicBezTo>
                  <a:pt x="5514975" y="4289378"/>
                  <a:pt x="5508578" y="4295775"/>
                  <a:pt x="5500688" y="4295775"/>
                </a:cubicBezTo>
                <a:cubicBezTo>
                  <a:pt x="5492797" y="4295775"/>
                  <a:pt x="5486400" y="4289378"/>
                  <a:pt x="5486400" y="4281488"/>
                </a:cubicBezTo>
                <a:cubicBezTo>
                  <a:pt x="5486400" y="4273597"/>
                  <a:pt x="5492797" y="4267200"/>
                  <a:pt x="5500688" y="4267200"/>
                </a:cubicBezTo>
                <a:cubicBezTo>
                  <a:pt x="5508578" y="4267200"/>
                  <a:pt x="5514975" y="4273597"/>
                  <a:pt x="5514975" y="4281488"/>
                </a:cubicBezTo>
                <a:close/>
                <a:moveTo>
                  <a:pt x="5514975" y="4433888"/>
                </a:moveTo>
                <a:cubicBezTo>
                  <a:pt x="5514975" y="4441778"/>
                  <a:pt x="5508578" y="4448175"/>
                  <a:pt x="5500688" y="4448175"/>
                </a:cubicBezTo>
                <a:cubicBezTo>
                  <a:pt x="5492797" y="4448175"/>
                  <a:pt x="5486400" y="4441778"/>
                  <a:pt x="5486400" y="4433888"/>
                </a:cubicBezTo>
                <a:cubicBezTo>
                  <a:pt x="5486400" y="4425997"/>
                  <a:pt x="5492797" y="4419600"/>
                  <a:pt x="5500688" y="4419600"/>
                </a:cubicBezTo>
                <a:cubicBezTo>
                  <a:pt x="5508578" y="4419600"/>
                  <a:pt x="5514975" y="4425997"/>
                  <a:pt x="5514975" y="4433888"/>
                </a:cubicBezTo>
                <a:close/>
                <a:moveTo>
                  <a:pt x="5514975" y="4586288"/>
                </a:moveTo>
                <a:cubicBezTo>
                  <a:pt x="5514975" y="4594178"/>
                  <a:pt x="5508578" y="4600575"/>
                  <a:pt x="5500688" y="4600575"/>
                </a:cubicBezTo>
                <a:cubicBezTo>
                  <a:pt x="5492797" y="4600575"/>
                  <a:pt x="5486400" y="4594178"/>
                  <a:pt x="5486400" y="4586288"/>
                </a:cubicBezTo>
                <a:cubicBezTo>
                  <a:pt x="5486400" y="4578397"/>
                  <a:pt x="5492797" y="4572000"/>
                  <a:pt x="5500688" y="4572000"/>
                </a:cubicBezTo>
                <a:cubicBezTo>
                  <a:pt x="5508578" y="4572000"/>
                  <a:pt x="5514975" y="4578397"/>
                  <a:pt x="5514975" y="4586288"/>
                </a:cubicBezTo>
                <a:close/>
                <a:moveTo>
                  <a:pt x="5514975" y="4738688"/>
                </a:moveTo>
                <a:cubicBezTo>
                  <a:pt x="5514975" y="4746578"/>
                  <a:pt x="5508578" y="4752975"/>
                  <a:pt x="5500688" y="4752975"/>
                </a:cubicBezTo>
                <a:cubicBezTo>
                  <a:pt x="5492797" y="4752975"/>
                  <a:pt x="5486400" y="4746578"/>
                  <a:pt x="5486400" y="4738688"/>
                </a:cubicBezTo>
                <a:cubicBezTo>
                  <a:pt x="5486400" y="4730797"/>
                  <a:pt x="5492797" y="4724400"/>
                  <a:pt x="5500688" y="4724400"/>
                </a:cubicBezTo>
                <a:cubicBezTo>
                  <a:pt x="5508578" y="4724400"/>
                  <a:pt x="5514975" y="4730797"/>
                  <a:pt x="5514975" y="4738688"/>
                </a:cubicBezTo>
                <a:close/>
                <a:moveTo>
                  <a:pt x="5667375" y="14288"/>
                </a:moveTo>
                <a:cubicBezTo>
                  <a:pt x="5667375" y="22178"/>
                  <a:pt x="5660978" y="28575"/>
                  <a:pt x="5653088" y="28575"/>
                </a:cubicBezTo>
                <a:cubicBezTo>
                  <a:pt x="5645197" y="28575"/>
                  <a:pt x="5638800" y="22178"/>
                  <a:pt x="5638800" y="14288"/>
                </a:cubicBezTo>
                <a:cubicBezTo>
                  <a:pt x="5638800" y="6397"/>
                  <a:pt x="5645197" y="0"/>
                  <a:pt x="5653088" y="0"/>
                </a:cubicBezTo>
                <a:cubicBezTo>
                  <a:pt x="5660978" y="0"/>
                  <a:pt x="5667375" y="6397"/>
                  <a:pt x="5667375" y="14288"/>
                </a:cubicBezTo>
                <a:close/>
                <a:moveTo>
                  <a:pt x="5667375" y="166688"/>
                </a:moveTo>
                <a:cubicBezTo>
                  <a:pt x="5667375" y="174578"/>
                  <a:pt x="5660978" y="180975"/>
                  <a:pt x="5653088" y="180975"/>
                </a:cubicBezTo>
                <a:cubicBezTo>
                  <a:pt x="5645197" y="180975"/>
                  <a:pt x="5638800" y="174578"/>
                  <a:pt x="5638800" y="166688"/>
                </a:cubicBezTo>
                <a:cubicBezTo>
                  <a:pt x="5638800" y="158797"/>
                  <a:pt x="5645197" y="152400"/>
                  <a:pt x="5653088" y="152400"/>
                </a:cubicBezTo>
                <a:cubicBezTo>
                  <a:pt x="5660978" y="152400"/>
                  <a:pt x="5667375" y="158797"/>
                  <a:pt x="5667375" y="166688"/>
                </a:cubicBezTo>
                <a:close/>
                <a:moveTo>
                  <a:pt x="5667375" y="319088"/>
                </a:moveTo>
                <a:cubicBezTo>
                  <a:pt x="5667375" y="326978"/>
                  <a:pt x="5660978" y="333375"/>
                  <a:pt x="5653088" y="333375"/>
                </a:cubicBezTo>
                <a:cubicBezTo>
                  <a:pt x="5645197" y="333375"/>
                  <a:pt x="5638800" y="326978"/>
                  <a:pt x="5638800" y="319088"/>
                </a:cubicBezTo>
                <a:cubicBezTo>
                  <a:pt x="5638800" y="311197"/>
                  <a:pt x="5645197" y="304800"/>
                  <a:pt x="5653088" y="304800"/>
                </a:cubicBezTo>
                <a:cubicBezTo>
                  <a:pt x="5660978" y="304800"/>
                  <a:pt x="5667375" y="311197"/>
                  <a:pt x="5667375" y="319088"/>
                </a:cubicBezTo>
                <a:close/>
                <a:moveTo>
                  <a:pt x="5667375" y="471488"/>
                </a:moveTo>
                <a:cubicBezTo>
                  <a:pt x="5667375" y="479378"/>
                  <a:pt x="5660978" y="485775"/>
                  <a:pt x="5653088" y="485775"/>
                </a:cubicBezTo>
                <a:cubicBezTo>
                  <a:pt x="5645197" y="485775"/>
                  <a:pt x="5638800" y="479378"/>
                  <a:pt x="5638800" y="471488"/>
                </a:cubicBezTo>
                <a:cubicBezTo>
                  <a:pt x="5638800" y="463597"/>
                  <a:pt x="5645197" y="457200"/>
                  <a:pt x="5653088" y="457200"/>
                </a:cubicBezTo>
                <a:cubicBezTo>
                  <a:pt x="5660978" y="457200"/>
                  <a:pt x="5667375" y="463597"/>
                  <a:pt x="5667375" y="471488"/>
                </a:cubicBezTo>
                <a:close/>
                <a:moveTo>
                  <a:pt x="5667375" y="623888"/>
                </a:moveTo>
                <a:cubicBezTo>
                  <a:pt x="5667375" y="631778"/>
                  <a:pt x="5660978" y="638175"/>
                  <a:pt x="5653088" y="638175"/>
                </a:cubicBezTo>
                <a:cubicBezTo>
                  <a:pt x="5645197" y="638175"/>
                  <a:pt x="5638800" y="631778"/>
                  <a:pt x="5638800" y="623888"/>
                </a:cubicBezTo>
                <a:cubicBezTo>
                  <a:pt x="5638800" y="615997"/>
                  <a:pt x="5645197" y="609600"/>
                  <a:pt x="5653088" y="609600"/>
                </a:cubicBezTo>
                <a:cubicBezTo>
                  <a:pt x="5660978" y="609600"/>
                  <a:pt x="5667375" y="615997"/>
                  <a:pt x="5667375" y="623888"/>
                </a:cubicBezTo>
                <a:close/>
                <a:moveTo>
                  <a:pt x="5667375" y="776288"/>
                </a:moveTo>
                <a:cubicBezTo>
                  <a:pt x="5667375" y="784178"/>
                  <a:pt x="5660978" y="790575"/>
                  <a:pt x="5653088" y="790575"/>
                </a:cubicBezTo>
                <a:cubicBezTo>
                  <a:pt x="5645197" y="790575"/>
                  <a:pt x="5638800" y="784178"/>
                  <a:pt x="5638800" y="776288"/>
                </a:cubicBezTo>
                <a:cubicBezTo>
                  <a:pt x="5638800" y="768397"/>
                  <a:pt x="5645197" y="762000"/>
                  <a:pt x="5653088" y="762000"/>
                </a:cubicBezTo>
                <a:cubicBezTo>
                  <a:pt x="5660978" y="762000"/>
                  <a:pt x="5667375" y="768397"/>
                  <a:pt x="5667375" y="776288"/>
                </a:cubicBezTo>
                <a:close/>
                <a:moveTo>
                  <a:pt x="5667375" y="928688"/>
                </a:moveTo>
                <a:cubicBezTo>
                  <a:pt x="5667375" y="936578"/>
                  <a:pt x="5660978" y="942975"/>
                  <a:pt x="5653088" y="942975"/>
                </a:cubicBezTo>
                <a:cubicBezTo>
                  <a:pt x="5645197" y="942975"/>
                  <a:pt x="5638800" y="936578"/>
                  <a:pt x="5638800" y="928688"/>
                </a:cubicBezTo>
                <a:cubicBezTo>
                  <a:pt x="5638800" y="920797"/>
                  <a:pt x="5645197" y="914400"/>
                  <a:pt x="5653088" y="914400"/>
                </a:cubicBezTo>
                <a:cubicBezTo>
                  <a:pt x="5660978" y="914400"/>
                  <a:pt x="5667375" y="920797"/>
                  <a:pt x="5667375" y="928688"/>
                </a:cubicBezTo>
                <a:close/>
                <a:moveTo>
                  <a:pt x="5667375" y="1081088"/>
                </a:moveTo>
                <a:cubicBezTo>
                  <a:pt x="5667375" y="1088978"/>
                  <a:pt x="5660978" y="1095375"/>
                  <a:pt x="5653088" y="1095375"/>
                </a:cubicBezTo>
                <a:cubicBezTo>
                  <a:pt x="5645197" y="1095375"/>
                  <a:pt x="5638800" y="1088978"/>
                  <a:pt x="5638800" y="1081088"/>
                </a:cubicBezTo>
                <a:cubicBezTo>
                  <a:pt x="5638800" y="1073197"/>
                  <a:pt x="5645197" y="1066800"/>
                  <a:pt x="5653088" y="1066800"/>
                </a:cubicBezTo>
                <a:cubicBezTo>
                  <a:pt x="5660978" y="1066800"/>
                  <a:pt x="5667375" y="1073197"/>
                  <a:pt x="5667375" y="1081088"/>
                </a:cubicBezTo>
                <a:close/>
                <a:moveTo>
                  <a:pt x="5667375" y="1233488"/>
                </a:moveTo>
                <a:cubicBezTo>
                  <a:pt x="5667375" y="1241378"/>
                  <a:pt x="5660978" y="1247775"/>
                  <a:pt x="5653088" y="1247775"/>
                </a:cubicBezTo>
                <a:cubicBezTo>
                  <a:pt x="5645197" y="1247775"/>
                  <a:pt x="5638800" y="1241378"/>
                  <a:pt x="5638800" y="1233488"/>
                </a:cubicBezTo>
                <a:cubicBezTo>
                  <a:pt x="5638800" y="1225597"/>
                  <a:pt x="5645197" y="1219200"/>
                  <a:pt x="5653088" y="1219200"/>
                </a:cubicBezTo>
                <a:cubicBezTo>
                  <a:pt x="5660978" y="1219200"/>
                  <a:pt x="5667375" y="1225597"/>
                  <a:pt x="5667375" y="1233488"/>
                </a:cubicBezTo>
                <a:close/>
                <a:moveTo>
                  <a:pt x="5667375" y="1385888"/>
                </a:moveTo>
                <a:cubicBezTo>
                  <a:pt x="5667375" y="1393778"/>
                  <a:pt x="5660978" y="1400175"/>
                  <a:pt x="5653088" y="1400175"/>
                </a:cubicBezTo>
                <a:cubicBezTo>
                  <a:pt x="5645197" y="1400175"/>
                  <a:pt x="5638800" y="1393778"/>
                  <a:pt x="5638800" y="1385888"/>
                </a:cubicBezTo>
                <a:cubicBezTo>
                  <a:pt x="5638800" y="1377997"/>
                  <a:pt x="5645197" y="1371600"/>
                  <a:pt x="5653088" y="1371600"/>
                </a:cubicBezTo>
                <a:cubicBezTo>
                  <a:pt x="5660978" y="1371600"/>
                  <a:pt x="5667375" y="1377997"/>
                  <a:pt x="5667375" y="1385888"/>
                </a:cubicBezTo>
                <a:close/>
                <a:moveTo>
                  <a:pt x="5667375" y="1538288"/>
                </a:moveTo>
                <a:cubicBezTo>
                  <a:pt x="5667375" y="1546178"/>
                  <a:pt x="5660978" y="1552575"/>
                  <a:pt x="5653088" y="1552575"/>
                </a:cubicBezTo>
                <a:cubicBezTo>
                  <a:pt x="5645197" y="1552575"/>
                  <a:pt x="5638800" y="1546178"/>
                  <a:pt x="5638800" y="1538288"/>
                </a:cubicBezTo>
                <a:cubicBezTo>
                  <a:pt x="5638800" y="1530397"/>
                  <a:pt x="5645197" y="1524000"/>
                  <a:pt x="5653088" y="1524000"/>
                </a:cubicBezTo>
                <a:cubicBezTo>
                  <a:pt x="5660978" y="1524000"/>
                  <a:pt x="5667375" y="1530397"/>
                  <a:pt x="5667375" y="1538288"/>
                </a:cubicBezTo>
                <a:close/>
                <a:moveTo>
                  <a:pt x="5667375" y="1690688"/>
                </a:moveTo>
                <a:cubicBezTo>
                  <a:pt x="5667375" y="1698578"/>
                  <a:pt x="5660978" y="1704975"/>
                  <a:pt x="5653088" y="1704975"/>
                </a:cubicBezTo>
                <a:cubicBezTo>
                  <a:pt x="5645197" y="1704975"/>
                  <a:pt x="5638800" y="1698578"/>
                  <a:pt x="5638800" y="1690688"/>
                </a:cubicBezTo>
                <a:cubicBezTo>
                  <a:pt x="5638800" y="1682797"/>
                  <a:pt x="5645197" y="1676400"/>
                  <a:pt x="5653088" y="1676400"/>
                </a:cubicBezTo>
                <a:cubicBezTo>
                  <a:pt x="5660978" y="1676400"/>
                  <a:pt x="5667375" y="1682797"/>
                  <a:pt x="5667375" y="1690688"/>
                </a:cubicBezTo>
                <a:close/>
                <a:moveTo>
                  <a:pt x="5667375" y="1843088"/>
                </a:moveTo>
                <a:cubicBezTo>
                  <a:pt x="5667375" y="1850978"/>
                  <a:pt x="5660978" y="1857375"/>
                  <a:pt x="5653088" y="1857375"/>
                </a:cubicBezTo>
                <a:cubicBezTo>
                  <a:pt x="5645197" y="1857375"/>
                  <a:pt x="5638800" y="1850978"/>
                  <a:pt x="5638800" y="1843088"/>
                </a:cubicBezTo>
                <a:cubicBezTo>
                  <a:pt x="5638800" y="1835197"/>
                  <a:pt x="5645197" y="1828800"/>
                  <a:pt x="5653088" y="1828800"/>
                </a:cubicBezTo>
                <a:cubicBezTo>
                  <a:pt x="5660978" y="1828800"/>
                  <a:pt x="5667375" y="1835197"/>
                  <a:pt x="5667375" y="1843088"/>
                </a:cubicBezTo>
                <a:close/>
                <a:moveTo>
                  <a:pt x="5667375" y="1995488"/>
                </a:moveTo>
                <a:cubicBezTo>
                  <a:pt x="5667375" y="2003378"/>
                  <a:pt x="5660978" y="2009775"/>
                  <a:pt x="5653088" y="2009775"/>
                </a:cubicBezTo>
                <a:cubicBezTo>
                  <a:pt x="5645197" y="2009775"/>
                  <a:pt x="5638800" y="2003378"/>
                  <a:pt x="5638800" y="1995488"/>
                </a:cubicBezTo>
                <a:cubicBezTo>
                  <a:pt x="5638800" y="1987597"/>
                  <a:pt x="5645197" y="1981200"/>
                  <a:pt x="5653088" y="1981200"/>
                </a:cubicBezTo>
                <a:cubicBezTo>
                  <a:pt x="5660978" y="1981200"/>
                  <a:pt x="5667375" y="1987597"/>
                  <a:pt x="5667375" y="1995488"/>
                </a:cubicBezTo>
                <a:close/>
                <a:moveTo>
                  <a:pt x="5667375" y="2147888"/>
                </a:moveTo>
                <a:cubicBezTo>
                  <a:pt x="5667375" y="2155778"/>
                  <a:pt x="5660978" y="2162175"/>
                  <a:pt x="5653088" y="2162175"/>
                </a:cubicBezTo>
                <a:cubicBezTo>
                  <a:pt x="5645197" y="2162175"/>
                  <a:pt x="5638800" y="2155778"/>
                  <a:pt x="5638800" y="2147888"/>
                </a:cubicBezTo>
                <a:cubicBezTo>
                  <a:pt x="5638800" y="2139997"/>
                  <a:pt x="5645197" y="2133600"/>
                  <a:pt x="5653088" y="2133600"/>
                </a:cubicBezTo>
                <a:cubicBezTo>
                  <a:pt x="5660978" y="2133600"/>
                  <a:pt x="5667375" y="2139997"/>
                  <a:pt x="5667375" y="2147888"/>
                </a:cubicBezTo>
                <a:close/>
                <a:moveTo>
                  <a:pt x="5667375" y="2300288"/>
                </a:moveTo>
                <a:cubicBezTo>
                  <a:pt x="5667375" y="2308178"/>
                  <a:pt x="5660978" y="2314575"/>
                  <a:pt x="5653088" y="2314575"/>
                </a:cubicBezTo>
                <a:cubicBezTo>
                  <a:pt x="5645197" y="2314575"/>
                  <a:pt x="5638800" y="2308178"/>
                  <a:pt x="5638800" y="2300288"/>
                </a:cubicBezTo>
                <a:cubicBezTo>
                  <a:pt x="5638800" y="2292397"/>
                  <a:pt x="5645197" y="2286000"/>
                  <a:pt x="5653088" y="2286000"/>
                </a:cubicBezTo>
                <a:cubicBezTo>
                  <a:pt x="5660978" y="2286000"/>
                  <a:pt x="5667375" y="2292397"/>
                  <a:pt x="5667375" y="2300288"/>
                </a:cubicBezTo>
                <a:close/>
                <a:moveTo>
                  <a:pt x="5667375" y="2452688"/>
                </a:moveTo>
                <a:cubicBezTo>
                  <a:pt x="5667375" y="2460578"/>
                  <a:pt x="5660978" y="2466975"/>
                  <a:pt x="5653088" y="2466975"/>
                </a:cubicBezTo>
                <a:cubicBezTo>
                  <a:pt x="5645197" y="2466975"/>
                  <a:pt x="5638800" y="2460578"/>
                  <a:pt x="5638800" y="2452688"/>
                </a:cubicBezTo>
                <a:cubicBezTo>
                  <a:pt x="5638800" y="2444797"/>
                  <a:pt x="5645197" y="2438400"/>
                  <a:pt x="5653088" y="2438400"/>
                </a:cubicBezTo>
                <a:cubicBezTo>
                  <a:pt x="5660978" y="2438400"/>
                  <a:pt x="5667375" y="2444797"/>
                  <a:pt x="5667375" y="2452688"/>
                </a:cubicBezTo>
                <a:close/>
                <a:moveTo>
                  <a:pt x="5667375" y="2605088"/>
                </a:moveTo>
                <a:cubicBezTo>
                  <a:pt x="5667375" y="2612978"/>
                  <a:pt x="5660978" y="2619375"/>
                  <a:pt x="5653088" y="2619375"/>
                </a:cubicBezTo>
                <a:cubicBezTo>
                  <a:pt x="5645197" y="2619375"/>
                  <a:pt x="5638800" y="2612978"/>
                  <a:pt x="5638800" y="2605088"/>
                </a:cubicBezTo>
                <a:cubicBezTo>
                  <a:pt x="5638800" y="2597197"/>
                  <a:pt x="5645197" y="2590800"/>
                  <a:pt x="5653088" y="2590800"/>
                </a:cubicBezTo>
                <a:cubicBezTo>
                  <a:pt x="5660978" y="2590800"/>
                  <a:pt x="5667375" y="2597197"/>
                  <a:pt x="5667375" y="2605088"/>
                </a:cubicBezTo>
                <a:close/>
                <a:moveTo>
                  <a:pt x="5667375" y="2757488"/>
                </a:moveTo>
                <a:cubicBezTo>
                  <a:pt x="5667375" y="2765378"/>
                  <a:pt x="5660978" y="2771775"/>
                  <a:pt x="5653088" y="2771775"/>
                </a:cubicBezTo>
                <a:cubicBezTo>
                  <a:pt x="5645197" y="2771775"/>
                  <a:pt x="5638800" y="2765378"/>
                  <a:pt x="5638800" y="2757488"/>
                </a:cubicBezTo>
                <a:cubicBezTo>
                  <a:pt x="5638800" y="2749597"/>
                  <a:pt x="5645197" y="2743200"/>
                  <a:pt x="5653088" y="2743200"/>
                </a:cubicBezTo>
                <a:cubicBezTo>
                  <a:pt x="5660978" y="2743200"/>
                  <a:pt x="5667375" y="2749597"/>
                  <a:pt x="5667375" y="2757488"/>
                </a:cubicBezTo>
                <a:close/>
                <a:moveTo>
                  <a:pt x="5667375" y="2909888"/>
                </a:moveTo>
                <a:cubicBezTo>
                  <a:pt x="5667375" y="2917778"/>
                  <a:pt x="5660978" y="2924175"/>
                  <a:pt x="5653088" y="2924175"/>
                </a:cubicBezTo>
                <a:cubicBezTo>
                  <a:pt x="5645197" y="2924175"/>
                  <a:pt x="5638800" y="2917778"/>
                  <a:pt x="5638800" y="2909888"/>
                </a:cubicBezTo>
                <a:cubicBezTo>
                  <a:pt x="5638800" y="2901997"/>
                  <a:pt x="5645197" y="2895600"/>
                  <a:pt x="5653088" y="2895600"/>
                </a:cubicBezTo>
                <a:cubicBezTo>
                  <a:pt x="5660978" y="2895600"/>
                  <a:pt x="5667375" y="2901997"/>
                  <a:pt x="5667375" y="2909888"/>
                </a:cubicBezTo>
                <a:close/>
                <a:moveTo>
                  <a:pt x="5667375" y="3062288"/>
                </a:moveTo>
                <a:cubicBezTo>
                  <a:pt x="5667375" y="3070178"/>
                  <a:pt x="5660978" y="3076575"/>
                  <a:pt x="5653088" y="3076575"/>
                </a:cubicBezTo>
                <a:cubicBezTo>
                  <a:pt x="5645197" y="3076575"/>
                  <a:pt x="5638800" y="3070178"/>
                  <a:pt x="5638800" y="3062288"/>
                </a:cubicBezTo>
                <a:cubicBezTo>
                  <a:pt x="5638800" y="3054397"/>
                  <a:pt x="5645197" y="3048000"/>
                  <a:pt x="5653088" y="3048000"/>
                </a:cubicBezTo>
                <a:cubicBezTo>
                  <a:pt x="5660978" y="3048000"/>
                  <a:pt x="5667375" y="3054397"/>
                  <a:pt x="5667375" y="3062288"/>
                </a:cubicBezTo>
                <a:close/>
                <a:moveTo>
                  <a:pt x="5667375" y="3214688"/>
                </a:moveTo>
                <a:cubicBezTo>
                  <a:pt x="5667375" y="3222578"/>
                  <a:pt x="5660978" y="3228975"/>
                  <a:pt x="5653088" y="3228975"/>
                </a:cubicBezTo>
                <a:cubicBezTo>
                  <a:pt x="5645197" y="3228975"/>
                  <a:pt x="5638800" y="3222578"/>
                  <a:pt x="5638800" y="3214688"/>
                </a:cubicBezTo>
                <a:cubicBezTo>
                  <a:pt x="5638800" y="3206797"/>
                  <a:pt x="5645197" y="3200400"/>
                  <a:pt x="5653088" y="3200400"/>
                </a:cubicBezTo>
                <a:cubicBezTo>
                  <a:pt x="5660978" y="3200400"/>
                  <a:pt x="5667375" y="3206797"/>
                  <a:pt x="5667375" y="3214688"/>
                </a:cubicBezTo>
                <a:close/>
                <a:moveTo>
                  <a:pt x="5667375" y="3367088"/>
                </a:moveTo>
                <a:cubicBezTo>
                  <a:pt x="5667375" y="3374978"/>
                  <a:pt x="5660978" y="3381375"/>
                  <a:pt x="5653088" y="3381375"/>
                </a:cubicBezTo>
                <a:cubicBezTo>
                  <a:pt x="5645197" y="3381375"/>
                  <a:pt x="5638800" y="3374978"/>
                  <a:pt x="5638800" y="3367088"/>
                </a:cubicBezTo>
                <a:cubicBezTo>
                  <a:pt x="5638800" y="3359197"/>
                  <a:pt x="5645197" y="3352800"/>
                  <a:pt x="5653088" y="3352800"/>
                </a:cubicBezTo>
                <a:cubicBezTo>
                  <a:pt x="5660978" y="3352800"/>
                  <a:pt x="5667375" y="3359197"/>
                  <a:pt x="5667375" y="3367088"/>
                </a:cubicBezTo>
                <a:close/>
                <a:moveTo>
                  <a:pt x="5667375" y="3519488"/>
                </a:moveTo>
                <a:cubicBezTo>
                  <a:pt x="5667375" y="3527378"/>
                  <a:pt x="5660978" y="3533775"/>
                  <a:pt x="5653088" y="3533775"/>
                </a:cubicBezTo>
                <a:cubicBezTo>
                  <a:pt x="5645197" y="3533775"/>
                  <a:pt x="5638800" y="3527378"/>
                  <a:pt x="5638800" y="3519488"/>
                </a:cubicBezTo>
                <a:cubicBezTo>
                  <a:pt x="5638800" y="3511597"/>
                  <a:pt x="5645197" y="3505200"/>
                  <a:pt x="5653088" y="3505200"/>
                </a:cubicBezTo>
                <a:cubicBezTo>
                  <a:pt x="5660978" y="3505200"/>
                  <a:pt x="5667375" y="3511597"/>
                  <a:pt x="5667375" y="3519488"/>
                </a:cubicBezTo>
                <a:close/>
                <a:moveTo>
                  <a:pt x="5667375" y="3671888"/>
                </a:moveTo>
                <a:cubicBezTo>
                  <a:pt x="5667375" y="3679778"/>
                  <a:pt x="5660978" y="3686175"/>
                  <a:pt x="5653088" y="3686175"/>
                </a:cubicBezTo>
                <a:cubicBezTo>
                  <a:pt x="5645197" y="3686175"/>
                  <a:pt x="5638800" y="3679778"/>
                  <a:pt x="5638800" y="3671888"/>
                </a:cubicBezTo>
                <a:cubicBezTo>
                  <a:pt x="5638800" y="3663997"/>
                  <a:pt x="5645197" y="3657600"/>
                  <a:pt x="5653088" y="3657600"/>
                </a:cubicBezTo>
                <a:cubicBezTo>
                  <a:pt x="5660978" y="3657600"/>
                  <a:pt x="5667375" y="3663997"/>
                  <a:pt x="5667375" y="3671888"/>
                </a:cubicBezTo>
                <a:close/>
                <a:moveTo>
                  <a:pt x="5667375" y="3824288"/>
                </a:moveTo>
                <a:cubicBezTo>
                  <a:pt x="5667375" y="3832178"/>
                  <a:pt x="5660978" y="3838575"/>
                  <a:pt x="5653088" y="3838575"/>
                </a:cubicBezTo>
                <a:cubicBezTo>
                  <a:pt x="5645197" y="3838575"/>
                  <a:pt x="5638800" y="3832178"/>
                  <a:pt x="5638800" y="3824288"/>
                </a:cubicBezTo>
                <a:cubicBezTo>
                  <a:pt x="5638800" y="3816397"/>
                  <a:pt x="5645197" y="3810000"/>
                  <a:pt x="5653088" y="3810000"/>
                </a:cubicBezTo>
                <a:cubicBezTo>
                  <a:pt x="5660978" y="3810000"/>
                  <a:pt x="5667375" y="3816397"/>
                  <a:pt x="5667375" y="3824288"/>
                </a:cubicBezTo>
                <a:close/>
                <a:moveTo>
                  <a:pt x="5667375" y="3976688"/>
                </a:moveTo>
                <a:cubicBezTo>
                  <a:pt x="5667375" y="3984578"/>
                  <a:pt x="5660978" y="3990975"/>
                  <a:pt x="5653088" y="3990975"/>
                </a:cubicBezTo>
                <a:cubicBezTo>
                  <a:pt x="5645197" y="3990975"/>
                  <a:pt x="5638800" y="3984578"/>
                  <a:pt x="5638800" y="3976688"/>
                </a:cubicBezTo>
                <a:cubicBezTo>
                  <a:pt x="5638800" y="3968797"/>
                  <a:pt x="5645197" y="3962400"/>
                  <a:pt x="5653088" y="3962400"/>
                </a:cubicBezTo>
                <a:cubicBezTo>
                  <a:pt x="5660978" y="3962400"/>
                  <a:pt x="5667375" y="3968797"/>
                  <a:pt x="5667375" y="3976688"/>
                </a:cubicBezTo>
                <a:close/>
                <a:moveTo>
                  <a:pt x="5667375" y="4129088"/>
                </a:moveTo>
                <a:cubicBezTo>
                  <a:pt x="5667375" y="4136978"/>
                  <a:pt x="5660978" y="4143375"/>
                  <a:pt x="5653088" y="4143375"/>
                </a:cubicBezTo>
                <a:cubicBezTo>
                  <a:pt x="5645197" y="4143375"/>
                  <a:pt x="5638800" y="4136978"/>
                  <a:pt x="5638800" y="4129088"/>
                </a:cubicBezTo>
                <a:cubicBezTo>
                  <a:pt x="5638800" y="4121197"/>
                  <a:pt x="5645197" y="4114800"/>
                  <a:pt x="5653088" y="4114800"/>
                </a:cubicBezTo>
                <a:cubicBezTo>
                  <a:pt x="5660978" y="4114800"/>
                  <a:pt x="5667375" y="4121197"/>
                  <a:pt x="5667375" y="4129088"/>
                </a:cubicBezTo>
                <a:close/>
                <a:moveTo>
                  <a:pt x="5667375" y="4281488"/>
                </a:moveTo>
                <a:cubicBezTo>
                  <a:pt x="5667375" y="4289378"/>
                  <a:pt x="5660978" y="4295775"/>
                  <a:pt x="5653088" y="4295775"/>
                </a:cubicBezTo>
                <a:cubicBezTo>
                  <a:pt x="5645197" y="4295775"/>
                  <a:pt x="5638800" y="4289378"/>
                  <a:pt x="5638800" y="4281488"/>
                </a:cubicBezTo>
                <a:cubicBezTo>
                  <a:pt x="5638800" y="4273597"/>
                  <a:pt x="5645197" y="4267200"/>
                  <a:pt x="5653088" y="4267200"/>
                </a:cubicBezTo>
                <a:cubicBezTo>
                  <a:pt x="5660978" y="4267200"/>
                  <a:pt x="5667375" y="4273597"/>
                  <a:pt x="5667375" y="4281488"/>
                </a:cubicBezTo>
                <a:close/>
                <a:moveTo>
                  <a:pt x="5667375" y="4433888"/>
                </a:moveTo>
                <a:cubicBezTo>
                  <a:pt x="5667375" y="4441778"/>
                  <a:pt x="5660978" y="4448175"/>
                  <a:pt x="5653088" y="4448175"/>
                </a:cubicBezTo>
                <a:cubicBezTo>
                  <a:pt x="5645197" y="4448175"/>
                  <a:pt x="5638800" y="4441778"/>
                  <a:pt x="5638800" y="4433888"/>
                </a:cubicBezTo>
                <a:cubicBezTo>
                  <a:pt x="5638800" y="4425997"/>
                  <a:pt x="5645197" y="4419600"/>
                  <a:pt x="5653088" y="4419600"/>
                </a:cubicBezTo>
                <a:cubicBezTo>
                  <a:pt x="5660978" y="4419600"/>
                  <a:pt x="5667375" y="4425997"/>
                  <a:pt x="5667375" y="4433888"/>
                </a:cubicBezTo>
                <a:close/>
                <a:moveTo>
                  <a:pt x="5667375" y="4586288"/>
                </a:moveTo>
                <a:cubicBezTo>
                  <a:pt x="5667375" y="4594178"/>
                  <a:pt x="5660978" y="4600575"/>
                  <a:pt x="5653088" y="4600575"/>
                </a:cubicBezTo>
                <a:cubicBezTo>
                  <a:pt x="5645197" y="4600575"/>
                  <a:pt x="5638800" y="4594178"/>
                  <a:pt x="5638800" y="4586288"/>
                </a:cubicBezTo>
                <a:cubicBezTo>
                  <a:pt x="5638800" y="4578397"/>
                  <a:pt x="5645197" y="4572000"/>
                  <a:pt x="5653088" y="4572000"/>
                </a:cubicBezTo>
                <a:cubicBezTo>
                  <a:pt x="5660978" y="4572000"/>
                  <a:pt x="5667375" y="4578397"/>
                  <a:pt x="5667375" y="4586288"/>
                </a:cubicBezTo>
                <a:close/>
                <a:moveTo>
                  <a:pt x="5667375" y="4738688"/>
                </a:moveTo>
                <a:cubicBezTo>
                  <a:pt x="5667375" y="4746578"/>
                  <a:pt x="5660978" y="4752975"/>
                  <a:pt x="5653088" y="4752975"/>
                </a:cubicBezTo>
                <a:cubicBezTo>
                  <a:pt x="5645197" y="4752975"/>
                  <a:pt x="5638800" y="4746578"/>
                  <a:pt x="5638800" y="4738688"/>
                </a:cubicBezTo>
                <a:cubicBezTo>
                  <a:pt x="5638800" y="4730797"/>
                  <a:pt x="5645197" y="4724400"/>
                  <a:pt x="5653088" y="4724400"/>
                </a:cubicBezTo>
                <a:cubicBezTo>
                  <a:pt x="5660978" y="4724400"/>
                  <a:pt x="5667375" y="4730797"/>
                  <a:pt x="5667375" y="4738688"/>
                </a:cubicBezTo>
                <a:close/>
                <a:moveTo>
                  <a:pt x="5819775" y="14288"/>
                </a:moveTo>
                <a:cubicBezTo>
                  <a:pt x="5819775" y="22178"/>
                  <a:pt x="5813378" y="28575"/>
                  <a:pt x="5805488" y="28575"/>
                </a:cubicBezTo>
                <a:cubicBezTo>
                  <a:pt x="5797597" y="28575"/>
                  <a:pt x="5791200" y="22178"/>
                  <a:pt x="5791200" y="14288"/>
                </a:cubicBezTo>
                <a:cubicBezTo>
                  <a:pt x="5791200" y="6397"/>
                  <a:pt x="5797597" y="0"/>
                  <a:pt x="5805488" y="0"/>
                </a:cubicBezTo>
                <a:cubicBezTo>
                  <a:pt x="5813378" y="0"/>
                  <a:pt x="5819775" y="6397"/>
                  <a:pt x="5819775" y="14288"/>
                </a:cubicBezTo>
                <a:close/>
                <a:moveTo>
                  <a:pt x="5819775" y="166688"/>
                </a:moveTo>
                <a:cubicBezTo>
                  <a:pt x="5819775" y="174578"/>
                  <a:pt x="5813378" y="180975"/>
                  <a:pt x="5805488" y="180975"/>
                </a:cubicBezTo>
                <a:cubicBezTo>
                  <a:pt x="5797597" y="180975"/>
                  <a:pt x="5791200" y="174578"/>
                  <a:pt x="5791200" y="166688"/>
                </a:cubicBezTo>
                <a:cubicBezTo>
                  <a:pt x="5791200" y="158797"/>
                  <a:pt x="5797597" y="152400"/>
                  <a:pt x="5805488" y="152400"/>
                </a:cubicBezTo>
                <a:cubicBezTo>
                  <a:pt x="5813378" y="152400"/>
                  <a:pt x="5819775" y="158797"/>
                  <a:pt x="5819775" y="166688"/>
                </a:cubicBezTo>
                <a:close/>
                <a:moveTo>
                  <a:pt x="5819775" y="319088"/>
                </a:moveTo>
                <a:cubicBezTo>
                  <a:pt x="5819775" y="326978"/>
                  <a:pt x="5813378" y="333375"/>
                  <a:pt x="5805488" y="333375"/>
                </a:cubicBezTo>
                <a:cubicBezTo>
                  <a:pt x="5797597" y="333375"/>
                  <a:pt x="5791200" y="326978"/>
                  <a:pt x="5791200" y="319088"/>
                </a:cubicBezTo>
                <a:cubicBezTo>
                  <a:pt x="5791200" y="311197"/>
                  <a:pt x="5797597" y="304800"/>
                  <a:pt x="5805488" y="304800"/>
                </a:cubicBezTo>
                <a:cubicBezTo>
                  <a:pt x="5813378" y="304800"/>
                  <a:pt x="5819775" y="311197"/>
                  <a:pt x="5819775" y="319088"/>
                </a:cubicBezTo>
                <a:close/>
                <a:moveTo>
                  <a:pt x="5819775" y="471488"/>
                </a:moveTo>
                <a:cubicBezTo>
                  <a:pt x="5819775" y="479378"/>
                  <a:pt x="5813378" y="485775"/>
                  <a:pt x="5805488" y="485775"/>
                </a:cubicBezTo>
                <a:cubicBezTo>
                  <a:pt x="5797597" y="485775"/>
                  <a:pt x="5791200" y="479378"/>
                  <a:pt x="5791200" y="471488"/>
                </a:cubicBezTo>
                <a:cubicBezTo>
                  <a:pt x="5791200" y="463597"/>
                  <a:pt x="5797597" y="457200"/>
                  <a:pt x="5805488" y="457200"/>
                </a:cubicBezTo>
                <a:cubicBezTo>
                  <a:pt x="5813378" y="457200"/>
                  <a:pt x="5819775" y="463597"/>
                  <a:pt x="5819775" y="471488"/>
                </a:cubicBezTo>
                <a:close/>
                <a:moveTo>
                  <a:pt x="5819775" y="623888"/>
                </a:moveTo>
                <a:cubicBezTo>
                  <a:pt x="5819775" y="631778"/>
                  <a:pt x="5813378" y="638175"/>
                  <a:pt x="5805488" y="638175"/>
                </a:cubicBezTo>
                <a:cubicBezTo>
                  <a:pt x="5797597" y="638175"/>
                  <a:pt x="5791200" y="631778"/>
                  <a:pt x="5791200" y="623888"/>
                </a:cubicBezTo>
                <a:cubicBezTo>
                  <a:pt x="5791200" y="615997"/>
                  <a:pt x="5797597" y="609600"/>
                  <a:pt x="5805488" y="609600"/>
                </a:cubicBezTo>
                <a:cubicBezTo>
                  <a:pt x="5813378" y="609600"/>
                  <a:pt x="5819775" y="615997"/>
                  <a:pt x="5819775" y="623888"/>
                </a:cubicBezTo>
                <a:close/>
                <a:moveTo>
                  <a:pt x="5819775" y="776288"/>
                </a:moveTo>
                <a:cubicBezTo>
                  <a:pt x="5819775" y="784178"/>
                  <a:pt x="5813378" y="790575"/>
                  <a:pt x="5805488" y="790575"/>
                </a:cubicBezTo>
                <a:cubicBezTo>
                  <a:pt x="5797597" y="790575"/>
                  <a:pt x="5791200" y="784178"/>
                  <a:pt x="5791200" y="776288"/>
                </a:cubicBezTo>
                <a:cubicBezTo>
                  <a:pt x="5791200" y="768397"/>
                  <a:pt x="5797597" y="762000"/>
                  <a:pt x="5805488" y="762000"/>
                </a:cubicBezTo>
                <a:cubicBezTo>
                  <a:pt x="5813378" y="762000"/>
                  <a:pt x="5819775" y="768397"/>
                  <a:pt x="5819775" y="776288"/>
                </a:cubicBezTo>
                <a:close/>
                <a:moveTo>
                  <a:pt x="5819775" y="928688"/>
                </a:moveTo>
                <a:cubicBezTo>
                  <a:pt x="5819775" y="936578"/>
                  <a:pt x="5813378" y="942975"/>
                  <a:pt x="5805488" y="942975"/>
                </a:cubicBezTo>
                <a:cubicBezTo>
                  <a:pt x="5797597" y="942975"/>
                  <a:pt x="5791200" y="936578"/>
                  <a:pt x="5791200" y="928688"/>
                </a:cubicBezTo>
                <a:cubicBezTo>
                  <a:pt x="5791200" y="920797"/>
                  <a:pt x="5797597" y="914400"/>
                  <a:pt x="5805488" y="914400"/>
                </a:cubicBezTo>
                <a:cubicBezTo>
                  <a:pt x="5813378" y="914400"/>
                  <a:pt x="5819775" y="920797"/>
                  <a:pt x="5819775" y="928688"/>
                </a:cubicBezTo>
                <a:close/>
                <a:moveTo>
                  <a:pt x="5819775" y="1081088"/>
                </a:moveTo>
                <a:cubicBezTo>
                  <a:pt x="5819775" y="1088978"/>
                  <a:pt x="5813378" y="1095375"/>
                  <a:pt x="5805488" y="1095375"/>
                </a:cubicBezTo>
                <a:cubicBezTo>
                  <a:pt x="5797597" y="1095375"/>
                  <a:pt x="5791200" y="1088978"/>
                  <a:pt x="5791200" y="1081088"/>
                </a:cubicBezTo>
                <a:cubicBezTo>
                  <a:pt x="5791200" y="1073197"/>
                  <a:pt x="5797597" y="1066800"/>
                  <a:pt x="5805488" y="1066800"/>
                </a:cubicBezTo>
                <a:cubicBezTo>
                  <a:pt x="5813378" y="1066800"/>
                  <a:pt x="5819775" y="1073197"/>
                  <a:pt x="5819775" y="1081088"/>
                </a:cubicBezTo>
                <a:close/>
                <a:moveTo>
                  <a:pt x="5819775" y="1233488"/>
                </a:moveTo>
                <a:cubicBezTo>
                  <a:pt x="5819775" y="1241378"/>
                  <a:pt x="5813378" y="1247775"/>
                  <a:pt x="5805488" y="1247775"/>
                </a:cubicBezTo>
                <a:cubicBezTo>
                  <a:pt x="5797597" y="1247775"/>
                  <a:pt x="5791200" y="1241378"/>
                  <a:pt x="5791200" y="1233488"/>
                </a:cubicBezTo>
                <a:cubicBezTo>
                  <a:pt x="5791200" y="1225597"/>
                  <a:pt x="5797597" y="1219200"/>
                  <a:pt x="5805488" y="1219200"/>
                </a:cubicBezTo>
                <a:cubicBezTo>
                  <a:pt x="5813378" y="1219200"/>
                  <a:pt x="5819775" y="1225597"/>
                  <a:pt x="5819775" y="1233488"/>
                </a:cubicBezTo>
                <a:close/>
                <a:moveTo>
                  <a:pt x="5819775" y="1385888"/>
                </a:moveTo>
                <a:cubicBezTo>
                  <a:pt x="5819775" y="1393778"/>
                  <a:pt x="5813378" y="1400175"/>
                  <a:pt x="5805488" y="1400175"/>
                </a:cubicBezTo>
                <a:cubicBezTo>
                  <a:pt x="5797597" y="1400175"/>
                  <a:pt x="5791200" y="1393778"/>
                  <a:pt x="5791200" y="1385888"/>
                </a:cubicBezTo>
                <a:cubicBezTo>
                  <a:pt x="5791200" y="1377997"/>
                  <a:pt x="5797597" y="1371600"/>
                  <a:pt x="5805488" y="1371600"/>
                </a:cubicBezTo>
                <a:cubicBezTo>
                  <a:pt x="5813378" y="1371600"/>
                  <a:pt x="5819775" y="1377997"/>
                  <a:pt x="5819775" y="1385888"/>
                </a:cubicBezTo>
                <a:close/>
                <a:moveTo>
                  <a:pt x="5819775" y="1538288"/>
                </a:moveTo>
                <a:cubicBezTo>
                  <a:pt x="5819775" y="1546178"/>
                  <a:pt x="5813378" y="1552575"/>
                  <a:pt x="5805488" y="1552575"/>
                </a:cubicBezTo>
                <a:cubicBezTo>
                  <a:pt x="5797597" y="1552575"/>
                  <a:pt x="5791200" y="1546178"/>
                  <a:pt x="5791200" y="1538288"/>
                </a:cubicBezTo>
                <a:cubicBezTo>
                  <a:pt x="5791200" y="1530397"/>
                  <a:pt x="5797597" y="1524000"/>
                  <a:pt x="5805488" y="1524000"/>
                </a:cubicBezTo>
                <a:cubicBezTo>
                  <a:pt x="5813378" y="1524000"/>
                  <a:pt x="5819775" y="1530397"/>
                  <a:pt x="5819775" y="1538288"/>
                </a:cubicBezTo>
                <a:close/>
                <a:moveTo>
                  <a:pt x="5819775" y="1690688"/>
                </a:moveTo>
                <a:cubicBezTo>
                  <a:pt x="5819775" y="1698578"/>
                  <a:pt x="5813378" y="1704975"/>
                  <a:pt x="5805488" y="1704975"/>
                </a:cubicBezTo>
                <a:cubicBezTo>
                  <a:pt x="5797597" y="1704975"/>
                  <a:pt x="5791200" y="1698578"/>
                  <a:pt x="5791200" y="1690688"/>
                </a:cubicBezTo>
                <a:cubicBezTo>
                  <a:pt x="5791200" y="1682797"/>
                  <a:pt x="5797597" y="1676400"/>
                  <a:pt x="5805488" y="1676400"/>
                </a:cubicBezTo>
                <a:cubicBezTo>
                  <a:pt x="5813378" y="1676400"/>
                  <a:pt x="5819775" y="1682797"/>
                  <a:pt x="5819775" y="1690688"/>
                </a:cubicBezTo>
                <a:close/>
                <a:moveTo>
                  <a:pt x="5819775" y="1843088"/>
                </a:moveTo>
                <a:cubicBezTo>
                  <a:pt x="5819775" y="1850978"/>
                  <a:pt x="5813378" y="1857375"/>
                  <a:pt x="5805488" y="1857375"/>
                </a:cubicBezTo>
                <a:cubicBezTo>
                  <a:pt x="5797597" y="1857375"/>
                  <a:pt x="5791200" y="1850978"/>
                  <a:pt x="5791200" y="1843088"/>
                </a:cubicBezTo>
                <a:cubicBezTo>
                  <a:pt x="5791200" y="1835197"/>
                  <a:pt x="5797597" y="1828800"/>
                  <a:pt x="5805488" y="1828800"/>
                </a:cubicBezTo>
                <a:cubicBezTo>
                  <a:pt x="5813378" y="1828800"/>
                  <a:pt x="5819775" y="1835197"/>
                  <a:pt x="5819775" y="1843088"/>
                </a:cubicBezTo>
                <a:close/>
                <a:moveTo>
                  <a:pt x="5819775" y="1995488"/>
                </a:moveTo>
                <a:cubicBezTo>
                  <a:pt x="5819775" y="2003378"/>
                  <a:pt x="5813378" y="2009775"/>
                  <a:pt x="5805488" y="2009775"/>
                </a:cubicBezTo>
                <a:cubicBezTo>
                  <a:pt x="5797597" y="2009775"/>
                  <a:pt x="5791200" y="2003378"/>
                  <a:pt x="5791200" y="1995488"/>
                </a:cubicBezTo>
                <a:cubicBezTo>
                  <a:pt x="5791200" y="1987597"/>
                  <a:pt x="5797597" y="1981200"/>
                  <a:pt x="5805488" y="1981200"/>
                </a:cubicBezTo>
                <a:cubicBezTo>
                  <a:pt x="5813378" y="1981200"/>
                  <a:pt x="5819775" y="1987597"/>
                  <a:pt x="5819775" y="1995488"/>
                </a:cubicBezTo>
                <a:close/>
                <a:moveTo>
                  <a:pt x="5819775" y="2147888"/>
                </a:moveTo>
                <a:cubicBezTo>
                  <a:pt x="5819775" y="2155778"/>
                  <a:pt x="5813378" y="2162175"/>
                  <a:pt x="5805488" y="2162175"/>
                </a:cubicBezTo>
                <a:cubicBezTo>
                  <a:pt x="5797597" y="2162175"/>
                  <a:pt x="5791200" y="2155778"/>
                  <a:pt x="5791200" y="2147888"/>
                </a:cubicBezTo>
                <a:cubicBezTo>
                  <a:pt x="5791200" y="2139997"/>
                  <a:pt x="5797597" y="2133600"/>
                  <a:pt x="5805488" y="2133600"/>
                </a:cubicBezTo>
                <a:cubicBezTo>
                  <a:pt x="5813378" y="2133600"/>
                  <a:pt x="5819775" y="2139997"/>
                  <a:pt x="5819775" y="2147888"/>
                </a:cubicBezTo>
                <a:close/>
                <a:moveTo>
                  <a:pt x="5819775" y="2300288"/>
                </a:moveTo>
                <a:cubicBezTo>
                  <a:pt x="5819775" y="2308178"/>
                  <a:pt x="5813378" y="2314575"/>
                  <a:pt x="5805488" y="2314575"/>
                </a:cubicBezTo>
                <a:cubicBezTo>
                  <a:pt x="5797597" y="2314575"/>
                  <a:pt x="5791200" y="2308178"/>
                  <a:pt x="5791200" y="2300288"/>
                </a:cubicBezTo>
                <a:cubicBezTo>
                  <a:pt x="5791200" y="2292397"/>
                  <a:pt x="5797597" y="2286000"/>
                  <a:pt x="5805488" y="2286000"/>
                </a:cubicBezTo>
                <a:cubicBezTo>
                  <a:pt x="5813378" y="2286000"/>
                  <a:pt x="5819775" y="2292397"/>
                  <a:pt x="5819775" y="2300288"/>
                </a:cubicBezTo>
                <a:close/>
                <a:moveTo>
                  <a:pt x="5819775" y="2452688"/>
                </a:moveTo>
                <a:cubicBezTo>
                  <a:pt x="5819775" y="2460578"/>
                  <a:pt x="5813378" y="2466975"/>
                  <a:pt x="5805488" y="2466975"/>
                </a:cubicBezTo>
                <a:cubicBezTo>
                  <a:pt x="5797597" y="2466975"/>
                  <a:pt x="5791200" y="2460578"/>
                  <a:pt x="5791200" y="2452688"/>
                </a:cubicBezTo>
                <a:cubicBezTo>
                  <a:pt x="5791200" y="2444797"/>
                  <a:pt x="5797597" y="2438400"/>
                  <a:pt x="5805488" y="2438400"/>
                </a:cubicBezTo>
                <a:cubicBezTo>
                  <a:pt x="5813378" y="2438400"/>
                  <a:pt x="5819775" y="2444797"/>
                  <a:pt x="5819775" y="2452688"/>
                </a:cubicBezTo>
                <a:close/>
                <a:moveTo>
                  <a:pt x="5819775" y="2605088"/>
                </a:moveTo>
                <a:cubicBezTo>
                  <a:pt x="5819775" y="2612978"/>
                  <a:pt x="5813378" y="2619375"/>
                  <a:pt x="5805488" y="2619375"/>
                </a:cubicBezTo>
                <a:cubicBezTo>
                  <a:pt x="5797597" y="2619375"/>
                  <a:pt x="5791200" y="2612978"/>
                  <a:pt x="5791200" y="2605088"/>
                </a:cubicBezTo>
                <a:cubicBezTo>
                  <a:pt x="5791200" y="2597197"/>
                  <a:pt x="5797597" y="2590800"/>
                  <a:pt x="5805488" y="2590800"/>
                </a:cubicBezTo>
                <a:cubicBezTo>
                  <a:pt x="5813378" y="2590800"/>
                  <a:pt x="5819775" y="2597197"/>
                  <a:pt x="5819775" y="2605088"/>
                </a:cubicBezTo>
                <a:close/>
                <a:moveTo>
                  <a:pt x="5819775" y="2757488"/>
                </a:moveTo>
                <a:cubicBezTo>
                  <a:pt x="5819775" y="2765378"/>
                  <a:pt x="5813378" y="2771775"/>
                  <a:pt x="5805488" y="2771775"/>
                </a:cubicBezTo>
                <a:cubicBezTo>
                  <a:pt x="5797597" y="2771775"/>
                  <a:pt x="5791200" y="2765378"/>
                  <a:pt x="5791200" y="2757488"/>
                </a:cubicBezTo>
                <a:cubicBezTo>
                  <a:pt x="5791200" y="2749597"/>
                  <a:pt x="5797597" y="2743200"/>
                  <a:pt x="5805488" y="2743200"/>
                </a:cubicBezTo>
                <a:cubicBezTo>
                  <a:pt x="5813378" y="2743200"/>
                  <a:pt x="5819775" y="2749597"/>
                  <a:pt x="5819775" y="2757488"/>
                </a:cubicBezTo>
                <a:close/>
                <a:moveTo>
                  <a:pt x="5819775" y="2909888"/>
                </a:moveTo>
                <a:cubicBezTo>
                  <a:pt x="5819775" y="2917778"/>
                  <a:pt x="5813378" y="2924175"/>
                  <a:pt x="5805488" y="2924175"/>
                </a:cubicBezTo>
                <a:cubicBezTo>
                  <a:pt x="5797597" y="2924175"/>
                  <a:pt x="5791200" y="2917778"/>
                  <a:pt x="5791200" y="2909888"/>
                </a:cubicBezTo>
                <a:cubicBezTo>
                  <a:pt x="5791200" y="2901997"/>
                  <a:pt x="5797597" y="2895600"/>
                  <a:pt x="5805488" y="2895600"/>
                </a:cubicBezTo>
                <a:cubicBezTo>
                  <a:pt x="5813378" y="2895600"/>
                  <a:pt x="5819775" y="2901997"/>
                  <a:pt x="5819775" y="2909888"/>
                </a:cubicBezTo>
                <a:close/>
                <a:moveTo>
                  <a:pt x="5819775" y="3062288"/>
                </a:moveTo>
                <a:cubicBezTo>
                  <a:pt x="5819775" y="3070178"/>
                  <a:pt x="5813378" y="3076575"/>
                  <a:pt x="5805488" y="3076575"/>
                </a:cubicBezTo>
                <a:cubicBezTo>
                  <a:pt x="5797597" y="3076575"/>
                  <a:pt x="5791200" y="3070178"/>
                  <a:pt x="5791200" y="3062288"/>
                </a:cubicBezTo>
                <a:cubicBezTo>
                  <a:pt x="5791200" y="3054397"/>
                  <a:pt x="5797597" y="3048000"/>
                  <a:pt x="5805488" y="3048000"/>
                </a:cubicBezTo>
                <a:cubicBezTo>
                  <a:pt x="5813378" y="3048000"/>
                  <a:pt x="5819775" y="3054397"/>
                  <a:pt x="5819775" y="3062288"/>
                </a:cubicBezTo>
                <a:close/>
                <a:moveTo>
                  <a:pt x="5819775" y="3214688"/>
                </a:moveTo>
                <a:cubicBezTo>
                  <a:pt x="5819775" y="3222578"/>
                  <a:pt x="5813378" y="3228975"/>
                  <a:pt x="5805488" y="3228975"/>
                </a:cubicBezTo>
                <a:cubicBezTo>
                  <a:pt x="5797597" y="3228975"/>
                  <a:pt x="5791200" y="3222578"/>
                  <a:pt x="5791200" y="3214688"/>
                </a:cubicBezTo>
                <a:cubicBezTo>
                  <a:pt x="5791200" y="3206797"/>
                  <a:pt x="5797597" y="3200400"/>
                  <a:pt x="5805488" y="3200400"/>
                </a:cubicBezTo>
                <a:cubicBezTo>
                  <a:pt x="5813378" y="3200400"/>
                  <a:pt x="5819775" y="3206797"/>
                  <a:pt x="5819775" y="3214688"/>
                </a:cubicBezTo>
                <a:close/>
                <a:moveTo>
                  <a:pt x="5819775" y="3367088"/>
                </a:moveTo>
                <a:cubicBezTo>
                  <a:pt x="5819775" y="3374978"/>
                  <a:pt x="5813378" y="3381375"/>
                  <a:pt x="5805488" y="3381375"/>
                </a:cubicBezTo>
                <a:cubicBezTo>
                  <a:pt x="5797597" y="3381375"/>
                  <a:pt x="5791200" y="3374978"/>
                  <a:pt x="5791200" y="3367088"/>
                </a:cubicBezTo>
                <a:cubicBezTo>
                  <a:pt x="5791200" y="3359197"/>
                  <a:pt x="5797597" y="3352800"/>
                  <a:pt x="5805488" y="3352800"/>
                </a:cubicBezTo>
                <a:cubicBezTo>
                  <a:pt x="5813378" y="3352800"/>
                  <a:pt x="5819775" y="3359197"/>
                  <a:pt x="5819775" y="3367088"/>
                </a:cubicBezTo>
                <a:close/>
                <a:moveTo>
                  <a:pt x="5819775" y="3519488"/>
                </a:moveTo>
                <a:cubicBezTo>
                  <a:pt x="5819775" y="3527378"/>
                  <a:pt x="5813378" y="3533775"/>
                  <a:pt x="5805488" y="3533775"/>
                </a:cubicBezTo>
                <a:cubicBezTo>
                  <a:pt x="5797597" y="3533775"/>
                  <a:pt x="5791200" y="3527378"/>
                  <a:pt x="5791200" y="3519488"/>
                </a:cubicBezTo>
                <a:cubicBezTo>
                  <a:pt x="5791200" y="3511597"/>
                  <a:pt x="5797597" y="3505200"/>
                  <a:pt x="5805488" y="3505200"/>
                </a:cubicBezTo>
                <a:cubicBezTo>
                  <a:pt x="5813378" y="3505200"/>
                  <a:pt x="5819775" y="3511597"/>
                  <a:pt x="5819775" y="3519488"/>
                </a:cubicBezTo>
                <a:close/>
                <a:moveTo>
                  <a:pt x="5819775" y="3671888"/>
                </a:moveTo>
                <a:cubicBezTo>
                  <a:pt x="5819775" y="3679778"/>
                  <a:pt x="5813378" y="3686175"/>
                  <a:pt x="5805488" y="3686175"/>
                </a:cubicBezTo>
                <a:cubicBezTo>
                  <a:pt x="5797597" y="3686175"/>
                  <a:pt x="5791200" y="3679778"/>
                  <a:pt x="5791200" y="3671888"/>
                </a:cubicBezTo>
                <a:cubicBezTo>
                  <a:pt x="5791200" y="3663997"/>
                  <a:pt x="5797597" y="3657600"/>
                  <a:pt x="5805488" y="3657600"/>
                </a:cubicBezTo>
                <a:cubicBezTo>
                  <a:pt x="5813378" y="3657600"/>
                  <a:pt x="5819775" y="3663997"/>
                  <a:pt x="5819775" y="3671888"/>
                </a:cubicBezTo>
                <a:close/>
                <a:moveTo>
                  <a:pt x="5819775" y="3824288"/>
                </a:moveTo>
                <a:cubicBezTo>
                  <a:pt x="5819775" y="3832178"/>
                  <a:pt x="5813378" y="3838575"/>
                  <a:pt x="5805488" y="3838575"/>
                </a:cubicBezTo>
                <a:cubicBezTo>
                  <a:pt x="5797597" y="3838575"/>
                  <a:pt x="5791200" y="3832178"/>
                  <a:pt x="5791200" y="3824288"/>
                </a:cubicBezTo>
                <a:cubicBezTo>
                  <a:pt x="5791200" y="3816397"/>
                  <a:pt x="5797597" y="3810000"/>
                  <a:pt x="5805488" y="3810000"/>
                </a:cubicBezTo>
                <a:cubicBezTo>
                  <a:pt x="5813378" y="3810000"/>
                  <a:pt x="5819775" y="3816397"/>
                  <a:pt x="5819775" y="3824288"/>
                </a:cubicBezTo>
                <a:close/>
                <a:moveTo>
                  <a:pt x="5819775" y="3976688"/>
                </a:moveTo>
                <a:cubicBezTo>
                  <a:pt x="5819775" y="3984578"/>
                  <a:pt x="5813378" y="3990975"/>
                  <a:pt x="5805488" y="3990975"/>
                </a:cubicBezTo>
                <a:cubicBezTo>
                  <a:pt x="5797597" y="3990975"/>
                  <a:pt x="5791200" y="3984578"/>
                  <a:pt x="5791200" y="3976688"/>
                </a:cubicBezTo>
                <a:cubicBezTo>
                  <a:pt x="5791200" y="3968797"/>
                  <a:pt x="5797597" y="3962400"/>
                  <a:pt x="5805488" y="3962400"/>
                </a:cubicBezTo>
                <a:cubicBezTo>
                  <a:pt x="5813378" y="3962400"/>
                  <a:pt x="5819775" y="3968797"/>
                  <a:pt x="5819775" y="3976688"/>
                </a:cubicBezTo>
                <a:close/>
                <a:moveTo>
                  <a:pt x="5819775" y="4129088"/>
                </a:moveTo>
                <a:cubicBezTo>
                  <a:pt x="5819775" y="4136978"/>
                  <a:pt x="5813378" y="4143375"/>
                  <a:pt x="5805488" y="4143375"/>
                </a:cubicBezTo>
                <a:cubicBezTo>
                  <a:pt x="5797597" y="4143375"/>
                  <a:pt x="5791200" y="4136978"/>
                  <a:pt x="5791200" y="4129088"/>
                </a:cubicBezTo>
                <a:cubicBezTo>
                  <a:pt x="5791200" y="4121197"/>
                  <a:pt x="5797597" y="4114800"/>
                  <a:pt x="5805488" y="4114800"/>
                </a:cubicBezTo>
                <a:cubicBezTo>
                  <a:pt x="5813378" y="4114800"/>
                  <a:pt x="5819775" y="4121197"/>
                  <a:pt x="5819775" y="4129088"/>
                </a:cubicBezTo>
                <a:close/>
                <a:moveTo>
                  <a:pt x="5819775" y="4281488"/>
                </a:moveTo>
                <a:cubicBezTo>
                  <a:pt x="5819775" y="4289378"/>
                  <a:pt x="5813378" y="4295775"/>
                  <a:pt x="5805488" y="4295775"/>
                </a:cubicBezTo>
                <a:cubicBezTo>
                  <a:pt x="5797597" y="4295775"/>
                  <a:pt x="5791200" y="4289378"/>
                  <a:pt x="5791200" y="4281488"/>
                </a:cubicBezTo>
                <a:cubicBezTo>
                  <a:pt x="5791200" y="4273597"/>
                  <a:pt x="5797597" y="4267200"/>
                  <a:pt x="5805488" y="4267200"/>
                </a:cubicBezTo>
                <a:cubicBezTo>
                  <a:pt x="5813378" y="4267200"/>
                  <a:pt x="5819775" y="4273597"/>
                  <a:pt x="5819775" y="4281488"/>
                </a:cubicBezTo>
                <a:close/>
                <a:moveTo>
                  <a:pt x="5819775" y="4433888"/>
                </a:moveTo>
                <a:cubicBezTo>
                  <a:pt x="5819775" y="4441778"/>
                  <a:pt x="5813378" y="4448175"/>
                  <a:pt x="5805488" y="4448175"/>
                </a:cubicBezTo>
                <a:cubicBezTo>
                  <a:pt x="5797597" y="4448175"/>
                  <a:pt x="5791200" y="4441778"/>
                  <a:pt x="5791200" y="4433888"/>
                </a:cubicBezTo>
                <a:cubicBezTo>
                  <a:pt x="5791200" y="4425997"/>
                  <a:pt x="5797597" y="4419600"/>
                  <a:pt x="5805488" y="4419600"/>
                </a:cubicBezTo>
                <a:cubicBezTo>
                  <a:pt x="5813378" y="4419600"/>
                  <a:pt x="5819775" y="4425997"/>
                  <a:pt x="5819775" y="4433888"/>
                </a:cubicBezTo>
                <a:close/>
                <a:moveTo>
                  <a:pt x="5819775" y="4586288"/>
                </a:moveTo>
                <a:cubicBezTo>
                  <a:pt x="5819775" y="4594178"/>
                  <a:pt x="5813378" y="4600575"/>
                  <a:pt x="5805488" y="4600575"/>
                </a:cubicBezTo>
                <a:cubicBezTo>
                  <a:pt x="5797597" y="4600575"/>
                  <a:pt x="5791200" y="4594178"/>
                  <a:pt x="5791200" y="4586288"/>
                </a:cubicBezTo>
                <a:cubicBezTo>
                  <a:pt x="5791200" y="4578397"/>
                  <a:pt x="5797597" y="4572000"/>
                  <a:pt x="5805488" y="4572000"/>
                </a:cubicBezTo>
                <a:cubicBezTo>
                  <a:pt x="5813378" y="4572000"/>
                  <a:pt x="5819775" y="4578397"/>
                  <a:pt x="5819775" y="4586288"/>
                </a:cubicBezTo>
                <a:close/>
                <a:moveTo>
                  <a:pt x="5819775" y="4738688"/>
                </a:moveTo>
                <a:cubicBezTo>
                  <a:pt x="5819775" y="4746578"/>
                  <a:pt x="5813378" y="4752975"/>
                  <a:pt x="5805488" y="4752975"/>
                </a:cubicBezTo>
                <a:cubicBezTo>
                  <a:pt x="5797597" y="4752975"/>
                  <a:pt x="5791200" y="4746578"/>
                  <a:pt x="5791200" y="4738688"/>
                </a:cubicBezTo>
                <a:cubicBezTo>
                  <a:pt x="5791200" y="4730797"/>
                  <a:pt x="5797597" y="4724400"/>
                  <a:pt x="5805488" y="4724400"/>
                </a:cubicBezTo>
                <a:cubicBezTo>
                  <a:pt x="5813378" y="4724400"/>
                  <a:pt x="5819775" y="4730797"/>
                  <a:pt x="5819775" y="4738688"/>
                </a:cubicBezTo>
                <a:close/>
                <a:moveTo>
                  <a:pt x="5972175" y="14288"/>
                </a:moveTo>
                <a:cubicBezTo>
                  <a:pt x="5972175" y="22178"/>
                  <a:pt x="5965778" y="28575"/>
                  <a:pt x="5957888" y="28575"/>
                </a:cubicBezTo>
                <a:cubicBezTo>
                  <a:pt x="5949997" y="28575"/>
                  <a:pt x="5943600" y="22178"/>
                  <a:pt x="5943600" y="14288"/>
                </a:cubicBezTo>
                <a:cubicBezTo>
                  <a:pt x="5943600" y="6397"/>
                  <a:pt x="5949997" y="0"/>
                  <a:pt x="5957888" y="0"/>
                </a:cubicBezTo>
                <a:cubicBezTo>
                  <a:pt x="5965778" y="0"/>
                  <a:pt x="5972175" y="6397"/>
                  <a:pt x="5972175" y="14288"/>
                </a:cubicBezTo>
                <a:close/>
                <a:moveTo>
                  <a:pt x="5972175" y="166688"/>
                </a:moveTo>
                <a:cubicBezTo>
                  <a:pt x="5972175" y="174578"/>
                  <a:pt x="5965778" y="180975"/>
                  <a:pt x="5957888" y="180975"/>
                </a:cubicBezTo>
                <a:cubicBezTo>
                  <a:pt x="5949997" y="180975"/>
                  <a:pt x="5943600" y="174578"/>
                  <a:pt x="5943600" y="166688"/>
                </a:cubicBezTo>
                <a:cubicBezTo>
                  <a:pt x="5943600" y="158797"/>
                  <a:pt x="5949997" y="152400"/>
                  <a:pt x="5957888" y="152400"/>
                </a:cubicBezTo>
                <a:cubicBezTo>
                  <a:pt x="5965778" y="152400"/>
                  <a:pt x="5972175" y="158797"/>
                  <a:pt x="5972175" y="166688"/>
                </a:cubicBezTo>
                <a:close/>
                <a:moveTo>
                  <a:pt x="5972175" y="319088"/>
                </a:moveTo>
                <a:cubicBezTo>
                  <a:pt x="5972175" y="326978"/>
                  <a:pt x="5965778" y="333375"/>
                  <a:pt x="5957888" y="333375"/>
                </a:cubicBezTo>
                <a:cubicBezTo>
                  <a:pt x="5949997" y="333375"/>
                  <a:pt x="5943600" y="326978"/>
                  <a:pt x="5943600" y="319088"/>
                </a:cubicBezTo>
                <a:cubicBezTo>
                  <a:pt x="5943600" y="311197"/>
                  <a:pt x="5949997" y="304800"/>
                  <a:pt x="5957888" y="304800"/>
                </a:cubicBezTo>
                <a:cubicBezTo>
                  <a:pt x="5965778" y="304800"/>
                  <a:pt x="5972175" y="311197"/>
                  <a:pt x="5972175" y="319088"/>
                </a:cubicBezTo>
                <a:close/>
                <a:moveTo>
                  <a:pt x="5972175" y="471488"/>
                </a:moveTo>
                <a:cubicBezTo>
                  <a:pt x="5972175" y="479378"/>
                  <a:pt x="5965778" y="485775"/>
                  <a:pt x="5957888" y="485775"/>
                </a:cubicBezTo>
                <a:cubicBezTo>
                  <a:pt x="5949997" y="485775"/>
                  <a:pt x="5943600" y="479378"/>
                  <a:pt x="5943600" y="471488"/>
                </a:cubicBezTo>
                <a:cubicBezTo>
                  <a:pt x="5943600" y="463597"/>
                  <a:pt x="5949997" y="457200"/>
                  <a:pt x="5957888" y="457200"/>
                </a:cubicBezTo>
                <a:cubicBezTo>
                  <a:pt x="5965778" y="457200"/>
                  <a:pt x="5972175" y="463597"/>
                  <a:pt x="5972175" y="471488"/>
                </a:cubicBezTo>
                <a:close/>
                <a:moveTo>
                  <a:pt x="5972175" y="623888"/>
                </a:moveTo>
                <a:cubicBezTo>
                  <a:pt x="5972175" y="631778"/>
                  <a:pt x="5965778" y="638175"/>
                  <a:pt x="5957888" y="638175"/>
                </a:cubicBezTo>
                <a:cubicBezTo>
                  <a:pt x="5949997" y="638175"/>
                  <a:pt x="5943600" y="631778"/>
                  <a:pt x="5943600" y="623888"/>
                </a:cubicBezTo>
                <a:cubicBezTo>
                  <a:pt x="5943600" y="615997"/>
                  <a:pt x="5949997" y="609600"/>
                  <a:pt x="5957888" y="609600"/>
                </a:cubicBezTo>
                <a:cubicBezTo>
                  <a:pt x="5965778" y="609600"/>
                  <a:pt x="5972175" y="615997"/>
                  <a:pt x="5972175" y="623888"/>
                </a:cubicBezTo>
                <a:close/>
                <a:moveTo>
                  <a:pt x="5972175" y="776288"/>
                </a:moveTo>
                <a:cubicBezTo>
                  <a:pt x="5972175" y="784178"/>
                  <a:pt x="5965778" y="790575"/>
                  <a:pt x="5957888" y="790575"/>
                </a:cubicBezTo>
                <a:cubicBezTo>
                  <a:pt x="5949997" y="790575"/>
                  <a:pt x="5943600" y="784178"/>
                  <a:pt x="5943600" y="776288"/>
                </a:cubicBezTo>
                <a:cubicBezTo>
                  <a:pt x="5943600" y="768397"/>
                  <a:pt x="5949997" y="762000"/>
                  <a:pt x="5957888" y="762000"/>
                </a:cubicBezTo>
                <a:cubicBezTo>
                  <a:pt x="5965778" y="762000"/>
                  <a:pt x="5972175" y="768397"/>
                  <a:pt x="5972175" y="776288"/>
                </a:cubicBezTo>
                <a:close/>
                <a:moveTo>
                  <a:pt x="5972175" y="928688"/>
                </a:moveTo>
                <a:cubicBezTo>
                  <a:pt x="5972175" y="936578"/>
                  <a:pt x="5965778" y="942975"/>
                  <a:pt x="5957888" y="942975"/>
                </a:cubicBezTo>
                <a:cubicBezTo>
                  <a:pt x="5949997" y="942975"/>
                  <a:pt x="5943600" y="936578"/>
                  <a:pt x="5943600" y="928688"/>
                </a:cubicBezTo>
                <a:cubicBezTo>
                  <a:pt x="5943600" y="920797"/>
                  <a:pt x="5949997" y="914400"/>
                  <a:pt x="5957888" y="914400"/>
                </a:cubicBezTo>
                <a:cubicBezTo>
                  <a:pt x="5965778" y="914400"/>
                  <a:pt x="5972175" y="920797"/>
                  <a:pt x="5972175" y="928688"/>
                </a:cubicBezTo>
                <a:close/>
                <a:moveTo>
                  <a:pt x="5972175" y="1081088"/>
                </a:moveTo>
                <a:cubicBezTo>
                  <a:pt x="5972175" y="1088978"/>
                  <a:pt x="5965778" y="1095375"/>
                  <a:pt x="5957888" y="1095375"/>
                </a:cubicBezTo>
                <a:cubicBezTo>
                  <a:pt x="5949997" y="1095375"/>
                  <a:pt x="5943600" y="1088978"/>
                  <a:pt x="5943600" y="1081088"/>
                </a:cubicBezTo>
                <a:cubicBezTo>
                  <a:pt x="5943600" y="1073197"/>
                  <a:pt x="5949997" y="1066800"/>
                  <a:pt x="5957888" y="1066800"/>
                </a:cubicBezTo>
                <a:cubicBezTo>
                  <a:pt x="5965778" y="1066800"/>
                  <a:pt x="5972175" y="1073197"/>
                  <a:pt x="5972175" y="1081088"/>
                </a:cubicBezTo>
                <a:close/>
                <a:moveTo>
                  <a:pt x="5972175" y="1233488"/>
                </a:moveTo>
                <a:cubicBezTo>
                  <a:pt x="5972175" y="1241378"/>
                  <a:pt x="5965778" y="1247775"/>
                  <a:pt x="5957888" y="1247775"/>
                </a:cubicBezTo>
                <a:cubicBezTo>
                  <a:pt x="5949997" y="1247775"/>
                  <a:pt x="5943600" y="1241378"/>
                  <a:pt x="5943600" y="1233488"/>
                </a:cubicBezTo>
                <a:cubicBezTo>
                  <a:pt x="5943600" y="1225597"/>
                  <a:pt x="5949997" y="1219200"/>
                  <a:pt x="5957888" y="1219200"/>
                </a:cubicBezTo>
                <a:cubicBezTo>
                  <a:pt x="5965778" y="1219200"/>
                  <a:pt x="5972175" y="1225597"/>
                  <a:pt x="5972175" y="1233488"/>
                </a:cubicBezTo>
                <a:close/>
                <a:moveTo>
                  <a:pt x="5972175" y="1385888"/>
                </a:moveTo>
                <a:cubicBezTo>
                  <a:pt x="5972175" y="1393778"/>
                  <a:pt x="5965778" y="1400175"/>
                  <a:pt x="5957888" y="1400175"/>
                </a:cubicBezTo>
                <a:cubicBezTo>
                  <a:pt x="5949997" y="1400175"/>
                  <a:pt x="5943600" y="1393778"/>
                  <a:pt x="5943600" y="1385888"/>
                </a:cubicBezTo>
                <a:cubicBezTo>
                  <a:pt x="5943600" y="1377997"/>
                  <a:pt x="5949997" y="1371600"/>
                  <a:pt x="5957888" y="1371600"/>
                </a:cubicBezTo>
                <a:cubicBezTo>
                  <a:pt x="5965778" y="1371600"/>
                  <a:pt x="5972175" y="1377997"/>
                  <a:pt x="5972175" y="1385888"/>
                </a:cubicBezTo>
                <a:close/>
                <a:moveTo>
                  <a:pt x="5972175" y="1538288"/>
                </a:moveTo>
                <a:cubicBezTo>
                  <a:pt x="5972175" y="1546178"/>
                  <a:pt x="5965778" y="1552575"/>
                  <a:pt x="5957888" y="1552575"/>
                </a:cubicBezTo>
                <a:cubicBezTo>
                  <a:pt x="5949997" y="1552575"/>
                  <a:pt x="5943600" y="1546178"/>
                  <a:pt x="5943600" y="1538288"/>
                </a:cubicBezTo>
                <a:cubicBezTo>
                  <a:pt x="5943600" y="1530397"/>
                  <a:pt x="5949997" y="1524000"/>
                  <a:pt x="5957888" y="1524000"/>
                </a:cubicBezTo>
                <a:cubicBezTo>
                  <a:pt x="5965778" y="1524000"/>
                  <a:pt x="5972175" y="1530397"/>
                  <a:pt x="5972175" y="1538288"/>
                </a:cubicBezTo>
                <a:close/>
                <a:moveTo>
                  <a:pt x="5972175" y="1690688"/>
                </a:moveTo>
                <a:cubicBezTo>
                  <a:pt x="5972175" y="1698578"/>
                  <a:pt x="5965778" y="1704975"/>
                  <a:pt x="5957888" y="1704975"/>
                </a:cubicBezTo>
                <a:cubicBezTo>
                  <a:pt x="5949997" y="1704975"/>
                  <a:pt x="5943600" y="1698578"/>
                  <a:pt x="5943600" y="1690688"/>
                </a:cubicBezTo>
                <a:cubicBezTo>
                  <a:pt x="5943600" y="1682797"/>
                  <a:pt x="5949997" y="1676400"/>
                  <a:pt x="5957888" y="1676400"/>
                </a:cubicBezTo>
                <a:cubicBezTo>
                  <a:pt x="5965778" y="1676400"/>
                  <a:pt x="5972175" y="1682797"/>
                  <a:pt x="5972175" y="1690688"/>
                </a:cubicBezTo>
                <a:close/>
                <a:moveTo>
                  <a:pt x="5972175" y="1843088"/>
                </a:moveTo>
                <a:cubicBezTo>
                  <a:pt x="5972175" y="1850978"/>
                  <a:pt x="5965778" y="1857375"/>
                  <a:pt x="5957888" y="1857375"/>
                </a:cubicBezTo>
                <a:cubicBezTo>
                  <a:pt x="5949997" y="1857375"/>
                  <a:pt x="5943600" y="1850978"/>
                  <a:pt x="5943600" y="1843088"/>
                </a:cubicBezTo>
                <a:cubicBezTo>
                  <a:pt x="5943600" y="1835197"/>
                  <a:pt x="5949997" y="1828800"/>
                  <a:pt x="5957888" y="1828800"/>
                </a:cubicBezTo>
                <a:cubicBezTo>
                  <a:pt x="5965778" y="1828800"/>
                  <a:pt x="5972175" y="1835197"/>
                  <a:pt x="5972175" y="1843088"/>
                </a:cubicBezTo>
                <a:close/>
                <a:moveTo>
                  <a:pt x="5972175" y="1995488"/>
                </a:moveTo>
                <a:cubicBezTo>
                  <a:pt x="5972175" y="2003378"/>
                  <a:pt x="5965778" y="2009775"/>
                  <a:pt x="5957888" y="2009775"/>
                </a:cubicBezTo>
                <a:cubicBezTo>
                  <a:pt x="5949997" y="2009775"/>
                  <a:pt x="5943600" y="2003378"/>
                  <a:pt x="5943600" y="1995488"/>
                </a:cubicBezTo>
                <a:cubicBezTo>
                  <a:pt x="5943600" y="1987597"/>
                  <a:pt x="5949997" y="1981200"/>
                  <a:pt x="5957888" y="1981200"/>
                </a:cubicBezTo>
                <a:cubicBezTo>
                  <a:pt x="5965778" y="1981200"/>
                  <a:pt x="5972175" y="1987597"/>
                  <a:pt x="5972175" y="1995488"/>
                </a:cubicBezTo>
                <a:close/>
                <a:moveTo>
                  <a:pt x="5972175" y="2147888"/>
                </a:moveTo>
                <a:cubicBezTo>
                  <a:pt x="5972175" y="2155778"/>
                  <a:pt x="5965778" y="2162175"/>
                  <a:pt x="5957888" y="2162175"/>
                </a:cubicBezTo>
                <a:cubicBezTo>
                  <a:pt x="5949997" y="2162175"/>
                  <a:pt x="5943600" y="2155778"/>
                  <a:pt x="5943600" y="2147888"/>
                </a:cubicBezTo>
                <a:cubicBezTo>
                  <a:pt x="5943600" y="2139997"/>
                  <a:pt x="5949997" y="2133600"/>
                  <a:pt x="5957888" y="2133600"/>
                </a:cubicBezTo>
                <a:cubicBezTo>
                  <a:pt x="5965778" y="2133600"/>
                  <a:pt x="5972175" y="2139997"/>
                  <a:pt x="5972175" y="2147888"/>
                </a:cubicBezTo>
                <a:close/>
                <a:moveTo>
                  <a:pt x="5972175" y="2300288"/>
                </a:moveTo>
                <a:cubicBezTo>
                  <a:pt x="5972175" y="2308178"/>
                  <a:pt x="5965778" y="2314575"/>
                  <a:pt x="5957888" y="2314575"/>
                </a:cubicBezTo>
                <a:cubicBezTo>
                  <a:pt x="5949997" y="2314575"/>
                  <a:pt x="5943600" y="2308178"/>
                  <a:pt x="5943600" y="2300288"/>
                </a:cubicBezTo>
                <a:cubicBezTo>
                  <a:pt x="5943600" y="2292397"/>
                  <a:pt x="5949997" y="2286000"/>
                  <a:pt x="5957888" y="2286000"/>
                </a:cubicBezTo>
                <a:cubicBezTo>
                  <a:pt x="5965778" y="2286000"/>
                  <a:pt x="5972175" y="2292397"/>
                  <a:pt x="5972175" y="2300288"/>
                </a:cubicBezTo>
                <a:close/>
                <a:moveTo>
                  <a:pt x="5972175" y="2452688"/>
                </a:moveTo>
                <a:cubicBezTo>
                  <a:pt x="5972175" y="2460578"/>
                  <a:pt x="5965778" y="2466975"/>
                  <a:pt x="5957888" y="2466975"/>
                </a:cubicBezTo>
                <a:cubicBezTo>
                  <a:pt x="5949997" y="2466975"/>
                  <a:pt x="5943600" y="2460578"/>
                  <a:pt x="5943600" y="2452688"/>
                </a:cubicBezTo>
                <a:cubicBezTo>
                  <a:pt x="5943600" y="2444797"/>
                  <a:pt x="5949997" y="2438400"/>
                  <a:pt x="5957888" y="2438400"/>
                </a:cubicBezTo>
                <a:cubicBezTo>
                  <a:pt x="5965778" y="2438400"/>
                  <a:pt x="5972175" y="2444797"/>
                  <a:pt x="5972175" y="2452688"/>
                </a:cubicBezTo>
                <a:close/>
                <a:moveTo>
                  <a:pt x="5972175" y="2605088"/>
                </a:moveTo>
                <a:cubicBezTo>
                  <a:pt x="5972175" y="2612978"/>
                  <a:pt x="5965778" y="2619375"/>
                  <a:pt x="5957888" y="2619375"/>
                </a:cubicBezTo>
                <a:cubicBezTo>
                  <a:pt x="5949997" y="2619375"/>
                  <a:pt x="5943600" y="2612978"/>
                  <a:pt x="5943600" y="2605088"/>
                </a:cubicBezTo>
                <a:cubicBezTo>
                  <a:pt x="5943600" y="2597197"/>
                  <a:pt x="5949997" y="2590800"/>
                  <a:pt x="5957888" y="2590800"/>
                </a:cubicBezTo>
                <a:cubicBezTo>
                  <a:pt x="5965778" y="2590800"/>
                  <a:pt x="5972175" y="2597197"/>
                  <a:pt x="5972175" y="2605088"/>
                </a:cubicBezTo>
                <a:close/>
                <a:moveTo>
                  <a:pt x="5972175" y="2757488"/>
                </a:moveTo>
                <a:cubicBezTo>
                  <a:pt x="5972175" y="2765378"/>
                  <a:pt x="5965778" y="2771775"/>
                  <a:pt x="5957888" y="2771775"/>
                </a:cubicBezTo>
                <a:cubicBezTo>
                  <a:pt x="5949997" y="2771775"/>
                  <a:pt x="5943600" y="2765378"/>
                  <a:pt x="5943600" y="2757488"/>
                </a:cubicBezTo>
                <a:cubicBezTo>
                  <a:pt x="5943600" y="2749597"/>
                  <a:pt x="5949997" y="2743200"/>
                  <a:pt x="5957888" y="2743200"/>
                </a:cubicBezTo>
                <a:cubicBezTo>
                  <a:pt x="5965778" y="2743200"/>
                  <a:pt x="5972175" y="2749597"/>
                  <a:pt x="5972175" y="2757488"/>
                </a:cubicBezTo>
                <a:close/>
                <a:moveTo>
                  <a:pt x="5972175" y="2909888"/>
                </a:moveTo>
                <a:cubicBezTo>
                  <a:pt x="5972175" y="2917778"/>
                  <a:pt x="5965778" y="2924175"/>
                  <a:pt x="5957888" y="2924175"/>
                </a:cubicBezTo>
                <a:cubicBezTo>
                  <a:pt x="5949997" y="2924175"/>
                  <a:pt x="5943600" y="2917778"/>
                  <a:pt x="5943600" y="2909888"/>
                </a:cubicBezTo>
                <a:cubicBezTo>
                  <a:pt x="5943600" y="2901997"/>
                  <a:pt x="5949997" y="2895600"/>
                  <a:pt x="5957888" y="2895600"/>
                </a:cubicBezTo>
                <a:cubicBezTo>
                  <a:pt x="5965778" y="2895600"/>
                  <a:pt x="5972175" y="2901997"/>
                  <a:pt x="5972175" y="2909888"/>
                </a:cubicBezTo>
                <a:close/>
                <a:moveTo>
                  <a:pt x="5972175" y="3062288"/>
                </a:moveTo>
                <a:cubicBezTo>
                  <a:pt x="5972175" y="3070178"/>
                  <a:pt x="5965778" y="3076575"/>
                  <a:pt x="5957888" y="3076575"/>
                </a:cubicBezTo>
                <a:cubicBezTo>
                  <a:pt x="5949997" y="3076575"/>
                  <a:pt x="5943600" y="3070178"/>
                  <a:pt x="5943600" y="3062288"/>
                </a:cubicBezTo>
                <a:cubicBezTo>
                  <a:pt x="5943600" y="3054397"/>
                  <a:pt x="5949997" y="3048000"/>
                  <a:pt x="5957888" y="3048000"/>
                </a:cubicBezTo>
                <a:cubicBezTo>
                  <a:pt x="5965778" y="3048000"/>
                  <a:pt x="5972175" y="3054397"/>
                  <a:pt x="5972175" y="3062288"/>
                </a:cubicBezTo>
                <a:close/>
                <a:moveTo>
                  <a:pt x="5972175" y="3214688"/>
                </a:moveTo>
                <a:cubicBezTo>
                  <a:pt x="5972175" y="3222578"/>
                  <a:pt x="5965778" y="3228975"/>
                  <a:pt x="5957888" y="3228975"/>
                </a:cubicBezTo>
                <a:cubicBezTo>
                  <a:pt x="5949997" y="3228975"/>
                  <a:pt x="5943600" y="3222578"/>
                  <a:pt x="5943600" y="3214688"/>
                </a:cubicBezTo>
                <a:cubicBezTo>
                  <a:pt x="5943600" y="3206797"/>
                  <a:pt x="5949997" y="3200400"/>
                  <a:pt x="5957888" y="3200400"/>
                </a:cubicBezTo>
                <a:cubicBezTo>
                  <a:pt x="5965778" y="3200400"/>
                  <a:pt x="5972175" y="3206797"/>
                  <a:pt x="5972175" y="3214688"/>
                </a:cubicBezTo>
                <a:close/>
                <a:moveTo>
                  <a:pt x="5972175" y="3367088"/>
                </a:moveTo>
                <a:cubicBezTo>
                  <a:pt x="5972175" y="3374978"/>
                  <a:pt x="5965778" y="3381375"/>
                  <a:pt x="5957888" y="3381375"/>
                </a:cubicBezTo>
                <a:cubicBezTo>
                  <a:pt x="5949997" y="3381375"/>
                  <a:pt x="5943600" y="3374978"/>
                  <a:pt x="5943600" y="3367088"/>
                </a:cubicBezTo>
                <a:cubicBezTo>
                  <a:pt x="5943600" y="3359197"/>
                  <a:pt x="5949997" y="3352800"/>
                  <a:pt x="5957888" y="3352800"/>
                </a:cubicBezTo>
                <a:cubicBezTo>
                  <a:pt x="5965778" y="3352800"/>
                  <a:pt x="5972175" y="3359197"/>
                  <a:pt x="5972175" y="3367088"/>
                </a:cubicBezTo>
                <a:close/>
                <a:moveTo>
                  <a:pt x="5972175" y="3519488"/>
                </a:moveTo>
                <a:cubicBezTo>
                  <a:pt x="5972175" y="3527378"/>
                  <a:pt x="5965778" y="3533775"/>
                  <a:pt x="5957888" y="3533775"/>
                </a:cubicBezTo>
                <a:cubicBezTo>
                  <a:pt x="5949997" y="3533775"/>
                  <a:pt x="5943600" y="3527378"/>
                  <a:pt x="5943600" y="3519488"/>
                </a:cubicBezTo>
                <a:cubicBezTo>
                  <a:pt x="5943600" y="3511597"/>
                  <a:pt x="5949997" y="3505200"/>
                  <a:pt x="5957888" y="3505200"/>
                </a:cubicBezTo>
                <a:cubicBezTo>
                  <a:pt x="5965778" y="3505200"/>
                  <a:pt x="5972175" y="3511597"/>
                  <a:pt x="5972175" y="3519488"/>
                </a:cubicBezTo>
                <a:close/>
                <a:moveTo>
                  <a:pt x="5972175" y="3671888"/>
                </a:moveTo>
                <a:cubicBezTo>
                  <a:pt x="5972175" y="3679778"/>
                  <a:pt x="5965778" y="3686175"/>
                  <a:pt x="5957888" y="3686175"/>
                </a:cubicBezTo>
                <a:cubicBezTo>
                  <a:pt x="5949997" y="3686175"/>
                  <a:pt x="5943600" y="3679778"/>
                  <a:pt x="5943600" y="3671888"/>
                </a:cubicBezTo>
                <a:cubicBezTo>
                  <a:pt x="5943600" y="3663997"/>
                  <a:pt x="5949997" y="3657600"/>
                  <a:pt x="5957888" y="3657600"/>
                </a:cubicBezTo>
                <a:cubicBezTo>
                  <a:pt x="5965778" y="3657600"/>
                  <a:pt x="5972175" y="3663997"/>
                  <a:pt x="5972175" y="3671888"/>
                </a:cubicBezTo>
                <a:close/>
                <a:moveTo>
                  <a:pt x="5972175" y="3824288"/>
                </a:moveTo>
                <a:cubicBezTo>
                  <a:pt x="5972175" y="3832178"/>
                  <a:pt x="5965778" y="3838575"/>
                  <a:pt x="5957888" y="3838575"/>
                </a:cubicBezTo>
                <a:cubicBezTo>
                  <a:pt x="5949997" y="3838575"/>
                  <a:pt x="5943600" y="3832178"/>
                  <a:pt x="5943600" y="3824288"/>
                </a:cubicBezTo>
                <a:cubicBezTo>
                  <a:pt x="5943600" y="3816397"/>
                  <a:pt x="5949997" y="3810000"/>
                  <a:pt x="5957888" y="3810000"/>
                </a:cubicBezTo>
                <a:cubicBezTo>
                  <a:pt x="5965778" y="3810000"/>
                  <a:pt x="5972175" y="3816397"/>
                  <a:pt x="5972175" y="3824288"/>
                </a:cubicBezTo>
                <a:close/>
                <a:moveTo>
                  <a:pt x="5972175" y="3976688"/>
                </a:moveTo>
                <a:cubicBezTo>
                  <a:pt x="5972175" y="3984578"/>
                  <a:pt x="5965778" y="3990975"/>
                  <a:pt x="5957888" y="3990975"/>
                </a:cubicBezTo>
                <a:cubicBezTo>
                  <a:pt x="5949997" y="3990975"/>
                  <a:pt x="5943600" y="3984578"/>
                  <a:pt x="5943600" y="3976688"/>
                </a:cubicBezTo>
                <a:cubicBezTo>
                  <a:pt x="5943600" y="3968797"/>
                  <a:pt x="5949997" y="3962400"/>
                  <a:pt x="5957888" y="3962400"/>
                </a:cubicBezTo>
                <a:cubicBezTo>
                  <a:pt x="5965778" y="3962400"/>
                  <a:pt x="5972175" y="3968797"/>
                  <a:pt x="5972175" y="3976688"/>
                </a:cubicBezTo>
                <a:close/>
                <a:moveTo>
                  <a:pt x="5972175" y="4129088"/>
                </a:moveTo>
                <a:cubicBezTo>
                  <a:pt x="5972175" y="4136978"/>
                  <a:pt x="5965778" y="4143375"/>
                  <a:pt x="5957888" y="4143375"/>
                </a:cubicBezTo>
                <a:cubicBezTo>
                  <a:pt x="5949997" y="4143375"/>
                  <a:pt x="5943600" y="4136978"/>
                  <a:pt x="5943600" y="4129088"/>
                </a:cubicBezTo>
                <a:cubicBezTo>
                  <a:pt x="5943600" y="4121197"/>
                  <a:pt x="5949997" y="4114800"/>
                  <a:pt x="5957888" y="4114800"/>
                </a:cubicBezTo>
                <a:cubicBezTo>
                  <a:pt x="5965778" y="4114800"/>
                  <a:pt x="5972175" y="4121197"/>
                  <a:pt x="5972175" y="4129088"/>
                </a:cubicBezTo>
                <a:close/>
                <a:moveTo>
                  <a:pt x="5972175" y="4281488"/>
                </a:moveTo>
                <a:cubicBezTo>
                  <a:pt x="5972175" y="4289378"/>
                  <a:pt x="5965778" y="4295775"/>
                  <a:pt x="5957888" y="4295775"/>
                </a:cubicBezTo>
                <a:cubicBezTo>
                  <a:pt x="5949997" y="4295775"/>
                  <a:pt x="5943600" y="4289378"/>
                  <a:pt x="5943600" y="4281488"/>
                </a:cubicBezTo>
                <a:cubicBezTo>
                  <a:pt x="5943600" y="4273597"/>
                  <a:pt x="5949997" y="4267200"/>
                  <a:pt x="5957888" y="4267200"/>
                </a:cubicBezTo>
                <a:cubicBezTo>
                  <a:pt x="5965778" y="4267200"/>
                  <a:pt x="5972175" y="4273597"/>
                  <a:pt x="5972175" y="4281488"/>
                </a:cubicBezTo>
                <a:close/>
                <a:moveTo>
                  <a:pt x="5972175" y="4433888"/>
                </a:moveTo>
                <a:cubicBezTo>
                  <a:pt x="5972175" y="4441778"/>
                  <a:pt x="5965778" y="4448175"/>
                  <a:pt x="5957888" y="4448175"/>
                </a:cubicBezTo>
                <a:cubicBezTo>
                  <a:pt x="5949997" y="4448175"/>
                  <a:pt x="5943600" y="4441778"/>
                  <a:pt x="5943600" y="4433888"/>
                </a:cubicBezTo>
                <a:cubicBezTo>
                  <a:pt x="5943600" y="4425997"/>
                  <a:pt x="5949997" y="4419600"/>
                  <a:pt x="5957888" y="4419600"/>
                </a:cubicBezTo>
                <a:cubicBezTo>
                  <a:pt x="5965778" y="4419600"/>
                  <a:pt x="5972175" y="4425997"/>
                  <a:pt x="5972175" y="4433888"/>
                </a:cubicBezTo>
                <a:close/>
                <a:moveTo>
                  <a:pt x="5972175" y="4586288"/>
                </a:moveTo>
                <a:cubicBezTo>
                  <a:pt x="5972175" y="4594178"/>
                  <a:pt x="5965778" y="4600575"/>
                  <a:pt x="5957888" y="4600575"/>
                </a:cubicBezTo>
                <a:cubicBezTo>
                  <a:pt x="5949997" y="4600575"/>
                  <a:pt x="5943600" y="4594178"/>
                  <a:pt x="5943600" y="4586288"/>
                </a:cubicBezTo>
                <a:cubicBezTo>
                  <a:pt x="5943600" y="4578397"/>
                  <a:pt x="5949997" y="4572000"/>
                  <a:pt x="5957888" y="4572000"/>
                </a:cubicBezTo>
                <a:cubicBezTo>
                  <a:pt x="5965778" y="4572000"/>
                  <a:pt x="5972175" y="4578397"/>
                  <a:pt x="5972175" y="4586288"/>
                </a:cubicBezTo>
                <a:close/>
                <a:moveTo>
                  <a:pt x="5972175" y="4738688"/>
                </a:moveTo>
                <a:cubicBezTo>
                  <a:pt x="5972175" y="4746578"/>
                  <a:pt x="5965778" y="4752975"/>
                  <a:pt x="5957888" y="4752975"/>
                </a:cubicBezTo>
                <a:cubicBezTo>
                  <a:pt x="5949997" y="4752975"/>
                  <a:pt x="5943600" y="4746578"/>
                  <a:pt x="5943600" y="4738688"/>
                </a:cubicBezTo>
                <a:cubicBezTo>
                  <a:pt x="5943600" y="4730797"/>
                  <a:pt x="5949997" y="4724400"/>
                  <a:pt x="5957888" y="4724400"/>
                </a:cubicBezTo>
                <a:cubicBezTo>
                  <a:pt x="5965778" y="4724400"/>
                  <a:pt x="5972175" y="4730797"/>
                  <a:pt x="5972175" y="4738688"/>
                </a:cubicBezTo>
                <a:close/>
                <a:moveTo>
                  <a:pt x="6124575" y="14288"/>
                </a:moveTo>
                <a:cubicBezTo>
                  <a:pt x="6124575" y="22178"/>
                  <a:pt x="6118178" y="28575"/>
                  <a:pt x="6110288" y="28575"/>
                </a:cubicBezTo>
                <a:cubicBezTo>
                  <a:pt x="6102397" y="28575"/>
                  <a:pt x="6096000" y="22178"/>
                  <a:pt x="6096000" y="14288"/>
                </a:cubicBezTo>
                <a:cubicBezTo>
                  <a:pt x="6096000" y="6397"/>
                  <a:pt x="6102397" y="0"/>
                  <a:pt x="6110288" y="0"/>
                </a:cubicBezTo>
                <a:cubicBezTo>
                  <a:pt x="6118178" y="0"/>
                  <a:pt x="6124575" y="6397"/>
                  <a:pt x="6124575" y="14288"/>
                </a:cubicBezTo>
                <a:close/>
                <a:moveTo>
                  <a:pt x="6124575" y="166688"/>
                </a:moveTo>
                <a:cubicBezTo>
                  <a:pt x="6124575" y="174578"/>
                  <a:pt x="6118178" y="180975"/>
                  <a:pt x="6110288" y="180975"/>
                </a:cubicBezTo>
                <a:cubicBezTo>
                  <a:pt x="6102397" y="180975"/>
                  <a:pt x="6096000" y="174578"/>
                  <a:pt x="6096000" y="166688"/>
                </a:cubicBezTo>
                <a:cubicBezTo>
                  <a:pt x="6096000" y="158797"/>
                  <a:pt x="6102397" y="152400"/>
                  <a:pt x="6110288" y="152400"/>
                </a:cubicBezTo>
                <a:cubicBezTo>
                  <a:pt x="6118178" y="152400"/>
                  <a:pt x="6124575" y="158797"/>
                  <a:pt x="6124575" y="166688"/>
                </a:cubicBezTo>
                <a:close/>
                <a:moveTo>
                  <a:pt x="6124575" y="319088"/>
                </a:moveTo>
                <a:cubicBezTo>
                  <a:pt x="6124575" y="326978"/>
                  <a:pt x="6118178" y="333375"/>
                  <a:pt x="6110288" y="333375"/>
                </a:cubicBezTo>
                <a:cubicBezTo>
                  <a:pt x="6102397" y="333375"/>
                  <a:pt x="6096000" y="326978"/>
                  <a:pt x="6096000" y="319088"/>
                </a:cubicBezTo>
                <a:cubicBezTo>
                  <a:pt x="6096000" y="311197"/>
                  <a:pt x="6102397" y="304800"/>
                  <a:pt x="6110288" y="304800"/>
                </a:cubicBezTo>
                <a:cubicBezTo>
                  <a:pt x="6118178" y="304800"/>
                  <a:pt x="6124575" y="311197"/>
                  <a:pt x="6124575" y="319088"/>
                </a:cubicBezTo>
                <a:close/>
                <a:moveTo>
                  <a:pt x="6124575" y="471488"/>
                </a:moveTo>
                <a:cubicBezTo>
                  <a:pt x="6124575" y="479378"/>
                  <a:pt x="6118178" y="485775"/>
                  <a:pt x="6110288" y="485775"/>
                </a:cubicBezTo>
                <a:cubicBezTo>
                  <a:pt x="6102397" y="485775"/>
                  <a:pt x="6096000" y="479378"/>
                  <a:pt x="6096000" y="471488"/>
                </a:cubicBezTo>
                <a:cubicBezTo>
                  <a:pt x="6096000" y="463597"/>
                  <a:pt x="6102397" y="457200"/>
                  <a:pt x="6110288" y="457200"/>
                </a:cubicBezTo>
                <a:cubicBezTo>
                  <a:pt x="6118178" y="457200"/>
                  <a:pt x="6124575" y="463597"/>
                  <a:pt x="6124575" y="471488"/>
                </a:cubicBezTo>
                <a:close/>
                <a:moveTo>
                  <a:pt x="6124575" y="623888"/>
                </a:moveTo>
                <a:cubicBezTo>
                  <a:pt x="6124575" y="631778"/>
                  <a:pt x="6118178" y="638175"/>
                  <a:pt x="6110288" y="638175"/>
                </a:cubicBezTo>
                <a:cubicBezTo>
                  <a:pt x="6102397" y="638175"/>
                  <a:pt x="6096000" y="631778"/>
                  <a:pt x="6096000" y="623888"/>
                </a:cubicBezTo>
                <a:cubicBezTo>
                  <a:pt x="6096000" y="615997"/>
                  <a:pt x="6102397" y="609600"/>
                  <a:pt x="6110288" y="609600"/>
                </a:cubicBezTo>
                <a:cubicBezTo>
                  <a:pt x="6118178" y="609600"/>
                  <a:pt x="6124575" y="615997"/>
                  <a:pt x="6124575" y="623888"/>
                </a:cubicBezTo>
                <a:close/>
                <a:moveTo>
                  <a:pt x="6124575" y="776288"/>
                </a:moveTo>
                <a:cubicBezTo>
                  <a:pt x="6124575" y="784178"/>
                  <a:pt x="6118178" y="790575"/>
                  <a:pt x="6110288" y="790575"/>
                </a:cubicBezTo>
                <a:cubicBezTo>
                  <a:pt x="6102397" y="790575"/>
                  <a:pt x="6096000" y="784178"/>
                  <a:pt x="6096000" y="776288"/>
                </a:cubicBezTo>
                <a:cubicBezTo>
                  <a:pt x="6096000" y="768397"/>
                  <a:pt x="6102397" y="762000"/>
                  <a:pt x="6110288" y="762000"/>
                </a:cubicBezTo>
                <a:cubicBezTo>
                  <a:pt x="6118178" y="762000"/>
                  <a:pt x="6124575" y="768397"/>
                  <a:pt x="6124575" y="776288"/>
                </a:cubicBezTo>
                <a:close/>
                <a:moveTo>
                  <a:pt x="6124575" y="928688"/>
                </a:moveTo>
                <a:cubicBezTo>
                  <a:pt x="6124575" y="936578"/>
                  <a:pt x="6118178" y="942975"/>
                  <a:pt x="6110288" y="942975"/>
                </a:cubicBezTo>
                <a:cubicBezTo>
                  <a:pt x="6102397" y="942975"/>
                  <a:pt x="6096000" y="936578"/>
                  <a:pt x="6096000" y="928688"/>
                </a:cubicBezTo>
                <a:cubicBezTo>
                  <a:pt x="6096000" y="920797"/>
                  <a:pt x="6102397" y="914400"/>
                  <a:pt x="6110288" y="914400"/>
                </a:cubicBezTo>
                <a:cubicBezTo>
                  <a:pt x="6118178" y="914400"/>
                  <a:pt x="6124575" y="920797"/>
                  <a:pt x="6124575" y="928688"/>
                </a:cubicBezTo>
                <a:close/>
                <a:moveTo>
                  <a:pt x="6124575" y="1081088"/>
                </a:moveTo>
                <a:cubicBezTo>
                  <a:pt x="6124575" y="1088978"/>
                  <a:pt x="6118178" y="1095375"/>
                  <a:pt x="6110288" y="1095375"/>
                </a:cubicBezTo>
                <a:cubicBezTo>
                  <a:pt x="6102397" y="1095375"/>
                  <a:pt x="6096000" y="1088978"/>
                  <a:pt x="6096000" y="1081088"/>
                </a:cubicBezTo>
                <a:cubicBezTo>
                  <a:pt x="6096000" y="1073197"/>
                  <a:pt x="6102397" y="1066800"/>
                  <a:pt x="6110288" y="1066800"/>
                </a:cubicBezTo>
                <a:cubicBezTo>
                  <a:pt x="6118178" y="1066800"/>
                  <a:pt x="6124575" y="1073197"/>
                  <a:pt x="6124575" y="1081088"/>
                </a:cubicBezTo>
                <a:close/>
                <a:moveTo>
                  <a:pt x="6124575" y="1233488"/>
                </a:moveTo>
                <a:cubicBezTo>
                  <a:pt x="6124575" y="1241378"/>
                  <a:pt x="6118178" y="1247775"/>
                  <a:pt x="6110288" y="1247775"/>
                </a:cubicBezTo>
                <a:cubicBezTo>
                  <a:pt x="6102397" y="1247775"/>
                  <a:pt x="6096000" y="1241378"/>
                  <a:pt x="6096000" y="1233488"/>
                </a:cubicBezTo>
                <a:cubicBezTo>
                  <a:pt x="6096000" y="1225597"/>
                  <a:pt x="6102397" y="1219200"/>
                  <a:pt x="6110288" y="1219200"/>
                </a:cubicBezTo>
                <a:cubicBezTo>
                  <a:pt x="6118178" y="1219200"/>
                  <a:pt x="6124575" y="1225597"/>
                  <a:pt x="6124575" y="1233488"/>
                </a:cubicBezTo>
                <a:close/>
                <a:moveTo>
                  <a:pt x="6124575" y="1385888"/>
                </a:moveTo>
                <a:cubicBezTo>
                  <a:pt x="6124575" y="1393778"/>
                  <a:pt x="6118178" y="1400175"/>
                  <a:pt x="6110288" y="1400175"/>
                </a:cubicBezTo>
                <a:cubicBezTo>
                  <a:pt x="6102397" y="1400175"/>
                  <a:pt x="6096000" y="1393778"/>
                  <a:pt x="6096000" y="1385888"/>
                </a:cubicBezTo>
                <a:cubicBezTo>
                  <a:pt x="6096000" y="1377997"/>
                  <a:pt x="6102397" y="1371600"/>
                  <a:pt x="6110288" y="1371600"/>
                </a:cubicBezTo>
                <a:cubicBezTo>
                  <a:pt x="6118178" y="1371600"/>
                  <a:pt x="6124575" y="1377997"/>
                  <a:pt x="6124575" y="1385888"/>
                </a:cubicBezTo>
                <a:close/>
                <a:moveTo>
                  <a:pt x="6124575" y="1538288"/>
                </a:moveTo>
                <a:cubicBezTo>
                  <a:pt x="6124575" y="1546178"/>
                  <a:pt x="6118178" y="1552575"/>
                  <a:pt x="6110288" y="1552575"/>
                </a:cubicBezTo>
                <a:cubicBezTo>
                  <a:pt x="6102397" y="1552575"/>
                  <a:pt x="6096000" y="1546178"/>
                  <a:pt x="6096000" y="1538288"/>
                </a:cubicBezTo>
                <a:cubicBezTo>
                  <a:pt x="6096000" y="1530397"/>
                  <a:pt x="6102397" y="1524000"/>
                  <a:pt x="6110288" y="1524000"/>
                </a:cubicBezTo>
                <a:cubicBezTo>
                  <a:pt x="6118178" y="1524000"/>
                  <a:pt x="6124575" y="1530397"/>
                  <a:pt x="6124575" y="1538288"/>
                </a:cubicBezTo>
                <a:close/>
                <a:moveTo>
                  <a:pt x="6124575" y="1690688"/>
                </a:moveTo>
                <a:cubicBezTo>
                  <a:pt x="6124575" y="1698578"/>
                  <a:pt x="6118178" y="1704975"/>
                  <a:pt x="6110288" y="1704975"/>
                </a:cubicBezTo>
                <a:cubicBezTo>
                  <a:pt x="6102397" y="1704975"/>
                  <a:pt x="6096000" y="1698578"/>
                  <a:pt x="6096000" y="1690688"/>
                </a:cubicBezTo>
                <a:cubicBezTo>
                  <a:pt x="6096000" y="1682797"/>
                  <a:pt x="6102397" y="1676400"/>
                  <a:pt x="6110288" y="1676400"/>
                </a:cubicBezTo>
                <a:cubicBezTo>
                  <a:pt x="6118178" y="1676400"/>
                  <a:pt x="6124575" y="1682797"/>
                  <a:pt x="6124575" y="1690688"/>
                </a:cubicBezTo>
                <a:close/>
                <a:moveTo>
                  <a:pt x="6124575" y="1843088"/>
                </a:moveTo>
                <a:cubicBezTo>
                  <a:pt x="6124575" y="1850978"/>
                  <a:pt x="6118178" y="1857375"/>
                  <a:pt x="6110288" y="1857375"/>
                </a:cubicBezTo>
                <a:cubicBezTo>
                  <a:pt x="6102397" y="1857375"/>
                  <a:pt x="6096000" y="1850978"/>
                  <a:pt x="6096000" y="1843088"/>
                </a:cubicBezTo>
                <a:cubicBezTo>
                  <a:pt x="6096000" y="1835197"/>
                  <a:pt x="6102397" y="1828800"/>
                  <a:pt x="6110288" y="1828800"/>
                </a:cubicBezTo>
                <a:cubicBezTo>
                  <a:pt x="6118178" y="1828800"/>
                  <a:pt x="6124575" y="1835197"/>
                  <a:pt x="6124575" y="1843088"/>
                </a:cubicBezTo>
                <a:close/>
                <a:moveTo>
                  <a:pt x="6124575" y="1995488"/>
                </a:moveTo>
                <a:cubicBezTo>
                  <a:pt x="6124575" y="2003378"/>
                  <a:pt x="6118178" y="2009775"/>
                  <a:pt x="6110288" y="2009775"/>
                </a:cubicBezTo>
                <a:cubicBezTo>
                  <a:pt x="6102397" y="2009775"/>
                  <a:pt x="6096000" y="2003378"/>
                  <a:pt x="6096000" y="1995488"/>
                </a:cubicBezTo>
                <a:cubicBezTo>
                  <a:pt x="6096000" y="1987597"/>
                  <a:pt x="6102397" y="1981200"/>
                  <a:pt x="6110288" y="1981200"/>
                </a:cubicBezTo>
                <a:cubicBezTo>
                  <a:pt x="6118178" y="1981200"/>
                  <a:pt x="6124575" y="1987597"/>
                  <a:pt x="6124575" y="1995488"/>
                </a:cubicBezTo>
                <a:close/>
                <a:moveTo>
                  <a:pt x="6124575" y="2147888"/>
                </a:moveTo>
                <a:cubicBezTo>
                  <a:pt x="6124575" y="2155778"/>
                  <a:pt x="6118178" y="2162175"/>
                  <a:pt x="6110288" y="2162175"/>
                </a:cubicBezTo>
                <a:cubicBezTo>
                  <a:pt x="6102397" y="2162175"/>
                  <a:pt x="6096000" y="2155778"/>
                  <a:pt x="6096000" y="2147888"/>
                </a:cubicBezTo>
                <a:cubicBezTo>
                  <a:pt x="6096000" y="2139997"/>
                  <a:pt x="6102397" y="2133600"/>
                  <a:pt x="6110288" y="2133600"/>
                </a:cubicBezTo>
                <a:cubicBezTo>
                  <a:pt x="6118178" y="2133600"/>
                  <a:pt x="6124575" y="2139997"/>
                  <a:pt x="6124575" y="2147888"/>
                </a:cubicBezTo>
                <a:close/>
                <a:moveTo>
                  <a:pt x="6124575" y="2300288"/>
                </a:moveTo>
                <a:cubicBezTo>
                  <a:pt x="6124575" y="2308178"/>
                  <a:pt x="6118178" y="2314575"/>
                  <a:pt x="6110288" y="2314575"/>
                </a:cubicBezTo>
                <a:cubicBezTo>
                  <a:pt x="6102397" y="2314575"/>
                  <a:pt x="6096000" y="2308178"/>
                  <a:pt x="6096000" y="2300288"/>
                </a:cubicBezTo>
                <a:cubicBezTo>
                  <a:pt x="6096000" y="2292397"/>
                  <a:pt x="6102397" y="2286000"/>
                  <a:pt x="6110288" y="2286000"/>
                </a:cubicBezTo>
                <a:cubicBezTo>
                  <a:pt x="6118178" y="2286000"/>
                  <a:pt x="6124575" y="2292397"/>
                  <a:pt x="6124575" y="2300288"/>
                </a:cubicBezTo>
                <a:close/>
                <a:moveTo>
                  <a:pt x="6124575" y="2452688"/>
                </a:moveTo>
                <a:cubicBezTo>
                  <a:pt x="6124575" y="2460578"/>
                  <a:pt x="6118178" y="2466975"/>
                  <a:pt x="6110288" y="2466975"/>
                </a:cubicBezTo>
                <a:cubicBezTo>
                  <a:pt x="6102397" y="2466975"/>
                  <a:pt x="6096000" y="2460578"/>
                  <a:pt x="6096000" y="2452688"/>
                </a:cubicBezTo>
                <a:cubicBezTo>
                  <a:pt x="6096000" y="2444797"/>
                  <a:pt x="6102397" y="2438400"/>
                  <a:pt x="6110288" y="2438400"/>
                </a:cubicBezTo>
                <a:cubicBezTo>
                  <a:pt x="6118178" y="2438400"/>
                  <a:pt x="6124575" y="2444797"/>
                  <a:pt x="6124575" y="2452688"/>
                </a:cubicBezTo>
                <a:close/>
                <a:moveTo>
                  <a:pt x="6124575" y="2605088"/>
                </a:moveTo>
                <a:cubicBezTo>
                  <a:pt x="6124575" y="2612978"/>
                  <a:pt x="6118178" y="2619375"/>
                  <a:pt x="6110288" y="2619375"/>
                </a:cubicBezTo>
                <a:cubicBezTo>
                  <a:pt x="6102397" y="2619375"/>
                  <a:pt x="6096000" y="2612978"/>
                  <a:pt x="6096000" y="2605088"/>
                </a:cubicBezTo>
                <a:cubicBezTo>
                  <a:pt x="6096000" y="2597197"/>
                  <a:pt x="6102397" y="2590800"/>
                  <a:pt x="6110288" y="2590800"/>
                </a:cubicBezTo>
                <a:cubicBezTo>
                  <a:pt x="6118178" y="2590800"/>
                  <a:pt x="6124575" y="2597197"/>
                  <a:pt x="6124575" y="2605088"/>
                </a:cubicBezTo>
                <a:close/>
                <a:moveTo>
                  <a:pt x="6124575" y="2757488"/>
                </a:moveTo>
                <a:cubicBezTo>
                  <a:pt x="6124575" y="2765378"/>
                  <a:pt x="6118178" y="2771775"/>
                  <a:pt x="6110288" y="2771775"/>
                </a:cubicBezTo>
                <a:cubicBezTo>
                  <a:pt x="6102397" y="2771775"/>
                  <a:pt x="6096000" y="2765378"/>
                  <a:pt x="6096000" y="2757488"/>
                </a:cubicBezTo>
                <a:cubicBezTo>
                  <a:pt x="6096000" y="2749597"/>
                  <a:pt x="6102397" y="2743200"/>
                  <a:pt x="6110288" y="2743200"/>
                </a:cubicBezTo>
                <a:cubicBezTo>
                  <a:pt x="6118178" y="2743200"/>
                  <a:pt x="6124575" y="2749597"/>
                  <a:pt x="6124575" y="2757488"/>
                </a:cubicBezTo>
                <a:close/>
                <a:moveTo>
                  <a:pt x="6124575" y="2909888"/>
                </a:moveTo>
                <a:cubicBezTo>
                  <a:pt x="6124575" y="2917778"/>
                  <a:pt x="6118178" y="2924175"/>
                  <a:pt x="6110288" y="2924175"/>
                </a:cubicBezTo>
                <a:cubicBezTo>
                  <a:pt x="6102397" y="2924175"/>
                  <a:pt x="6096000" y="2917778"/>
                  <a:pt x="6096000" y="2909888"/>
                </a:cubicBezTo>
                <a:cubicBezTo>
                  <a:pt x="6096000" y="2901997"/>
                  <a:pt x="6102397" y="2895600"/>
                  <a:pt x="6110288" y="2895600"/>
                </a:cubicBezTo>
                <a:cubicBezTo>
                  <a:pt x="6118178" y="2895600"/>
                  <a:pt x="6124575" y="2901997"/>
                  <a:pt x="6124575" y="2909888"/>
                </a:cubicBezTo>
                <a:close/>
                <a:moveTo>
                  <a:pt x="6124575" y="3062288"/>
                </a:moveTo>
                <a:cubicBezTo>
                  <a:pt x="6124575" y="3070178"/>
                  <a:pt x="6118178" y="3076575"/>
                  <a:pt x="6110288" y="3076575"/>
                </a:cubicBezTo>
                <a:cubicBezTo>
                  <a:pt x="6102397" y="3076575"/>
                  <a:pt x="6096000" y="3070178"/>
                  <a:pt x="6096000" y="3062288"/>
                </a:cubicBezTo>
                <a:cubicBezTo>
                  <a:pt x="6096000" y="3054397"/>
                  <a:pt x="6102397" y="3048000"/>
                  <a:pt x="6110288" y="3048000"/>
                </a:cubicBezTo>
                <a:cubicBezTo>
                  <a:pt x="6118178" y="3048000"/>
                  <a:pt x="6124575" y="3054397"/>
                  <a:pt x="6124575" y="3062288"/>
                </a:cubicBezTo>
                <a:close/>
                <a:moveTo>
                  <a:pt x="6124575" y="3214688"/>
                </a:moveTo>
                <a:cubicBezTo>
                  <a:pt x="6124575" y="3222578"/>
                  <a:pt x="6118178" y="3228975"/>
                  <a:pt x="6110288" y="3228975"/>
                </a:cubicBezTo>
                <a:cubicBezTo>
                  <a:pt x="6102397" y="3228975"/>
                  <a:pt x="6096000" y="3222578"/>
                  <a:pt x="6096000" y="3214688"/>
                </a:cubicBezTo>
                <a:cubicBezTo>
                  <a:pt x="6096000" y="3206797"/>
                  <a:pt x="6102397" y="3200400"/>
                  <a:pt x="6110288" y="3200400"/>
                </a:cubicBezTo>
                <a:cubicBezTo>
                  <a:pt x="6118178" y="3200400"/>
                  <a:pt x="6124575" y="3206797"/>
                  <a:pt x="6124575" y="3214688"/>
                </a:cubicBezTo>
                <a:close/>
                <a:moveTo>
                  <a:pt x="6124575" y="3367088"/>
                </a:moveTo>
                <a:cubicBezTo>
                  <a:pt x="6124575" y="3374978"/>
                  <a:pt x="6118178" y="3381375"/>
                  <a:pt x="6110288" y="3381375"/>
                </a:cubicBezTo>
                <a:cubicBezTo>
                  <a:pt x="6102397" y="3381375"/>
                  <a:pt x="6096000" y="3374978"/>
                  <a:pt x="6096000" y="3367088"/>
                </a:cubicBezTo>
                <a:cubicBezTo>
                  <a:pt x="6096000" y="3359197"/>
                  <a:pt x="6102397" y="3352800"/>
                  <a:pt x="6110288" y="3352800"/>
                </a:cubicBezTo>
                <a:cubicBezTo>
                  <a:pt x="6118178" y="3352800"/>
                  <a:pt x="6124575" y="3359197"/>
                  <a:pt x="6124575" y="3367088"/>
                </a:cubicBezTo>
                <a:close/>
                <a:moveTo>
                  <a:pt x="6124575" y="3519488"/>
                </a:moveTo>
                <a:cubicBezTo>
                  <a:pt x="6124575" y="3527378"/>
                  <a:pt x="6118178" y="3533775"/>
                  <a:pt x="6110288" y="3533775"/>
                </a:cubicBezTo>
                <a:cubicBezTo>
                  <a:pt x="6102397" y="3533775"/>
                  <a:pt x="6096000" y="3527378"/>
                  <a:pt x="6096000" y="3519488"/>
                </a:cubicBezTo>
                <a:cubicBezTo>
                  <a:pt x="6096000" y="3511597"/>
                  <a:pt x="6102397" y="3505200"/>
                  <a:pt x="6110288" y="3505200"/>
                </a:cubicBezTo>
                <a:cubicBezTo>
                  <a:pt x="6118178" y="3505200"/>
                  <a:pt x="6124575" y="3511597"/>
                  <a:pt x="6124575" y="3519488"/>
                </a:cubicBezTo>
                <a:close/>
                <a:moveTo>
                  <a:pt x="6124575" y="3671888"/>
                </a:moveTo>
                <a:cubicBezTo>
                  <a:pt x="6124575" y="3679778"/>
                  <a:pt x="6118178" y="3686175"/>
                  <a:pt x="6110288" y="3686175"/>
                </a:cubicBezTo>
                <a:cubicBezTo>
                  <a:pt x="6102397" y="3686175"/>
                  <a:pt x="6096000" y="3679778"/>
                  <a:pt x="6096000" y="3671888"/>
                </a:cubicBezTo>
                <a:cubicBezTo>
                  <a:pt x="6096000" y="3663997"/>
                  <a:pt x="6102397" y="3657600"/>
                  <a:pt x="6110288" y="3657600"/>
                </a:cubicBezTo>
                <a:cubicBezTo>
                  <a:pt x="6118178" y="3657600"/>
                  <a:pt x="6124575" y="3663997"/>
                  <a:pt x="6124575" y="3671888"/>
                </a:cubicBezTo>
                <a:close/>
                <a:moveTo>
                  <a:pt x="6124575" y="3824288"/>
                </a:moveTo>
                <a:cubicBezTo>
                  <a:pt x="6124575" y="3832178"/>
                  <a:pt x="6118178" y="3838575"/>
                  <a:pt x="6110288" y="3838575"/>
                </a:cubicBezTo>
                <a:cubicBezTo>
                  <a:pt x="6102397" y="3838575"/>
                  <a:pt x="6096000" y="3832178"/>
                  <a:pt x="6096000" y="3824288"/>
                </a:cubicBezTo>
                <a:cubicBezTo>
                  <a:pt x="6096000" y="3816397"/>
                  <a:pt x="6102397" y="3810000"/>
                  <a:pt x="6110288" y="3810000"/>
                </a:cubicBezTo>
                <a:cubicBezTo>
                  <a:pt x="6118178" y="3810000"/>
                  <a:pt x="6124575" y="3816397"/>
                  <a:pt x="6124575" y="3824288"/>
                </a:cubicBezTo>
                <a:close/>
                <a:moveTo>
                  <a:pt x="6124575" y="3976688"/>
                </a:moveTo>
                <a:cubicBezTo>
                  <a:pt x="6124575" y="3984578"/>
                  <a:pt x="6118178" y="3990975"/>
                  <a:pt x="6110288" y="3990975"/>
                </a:cubicBezTo>
                <a:cubicBezTo>
                  <a:pt x="6102397" y="3990975"/>
                  <a:pt x="6096000" y="3984578"/>
                  <a:pt x="6096000" y="3976688"/>
                </a:cubicBezTo>
                <a:cubicBezTo>
                  <a:pt x="6096000" y="3968797"/>
                  <a:pt x="6102397" y="3962400"/>
                  <a:pt x="6110288" y="3962400"/>
                </a:cubicBezTo>
                <a:cubicBezTo>
                  <a:pt x="6118178" y="3962400"/>
                  <a:pt x="6124575" y="3968797"/>
                  <a:pt x="6124575" y="3976688"/>
                </a:cubicBezTo>
                <a:close/>
                <a:moveTo>
                  <a:pt x="6124575" y="4129088"/>
                </a:moveTo>
                <a:cubicBezTo>
                  <a:pt x="6124575" y="4136978"/>
                  <a:pt x="6118178" y="4143375"/>
                  <a:pt x="6110288" y="4143375"/>
                </a:cubicBezTo>
                <a:cubicBezTo>
                  <a:pt x="6102397" y="4143375"/>
                  <a:pt x="6096000" y="4136978"/>
                  <a:pt x="6096000" y="4129088"/>
                </a:cubicBezTo>
                <a:cubicBezTo>
                  <a:pt x="6096000" y="4121197"/>
                  <a:pt x="6102397" y="4114800"/>
                  <a:pt x="6110288" y="4114800"/>
                </a:cubicBezTo>
                <a:cubicBezTo>
                  <a:pt x="6118178" y="4114800"/>
                  <a:pt x="6124575" y="4121197"/>
                  <a:pt x="6124575" y="4129088"/>
                </a:cubicBezTo>
                <a:close/>
                <a:moveTo>
                  <a:pt x="6124575" y="4281488"/>
                </a:moveTo>
                <a:cubicBezTo>
                  <a:pt x="6124575" y="4289378"/>
                  <a:pt x="6118178" y="4295775"/>
                  <a:pt x="6110288" y="4295775"/>
                </a:cubicBezTo>
                <a:cubicBezTo>
                  <a:pt x="6102397" y="4295775"/>
                  <a:pt x="6096000" y="4289378"/>
                  <a:pt x="6096000" y="4281488"/>
                </a:cubicBezTo>
                <a:cubicBezTo>
                  <a:pt x="6096000" y="4273597"/>
                  <a:pt x="6102397" y="4267200"/>
                  <a:pt x="6110288" y="4267200"/>
                </a:cubicBezTo>
                <a:cubicBezTo>
                  <a:pt x="6118178" y="4267200"/>
                  <a:pt x="6124575" y="4273597"/>
                  <a:pt x="6124575" y="4281488"/>
                </a:cubicBezTo>
                <a:close/>
                <a:moveTo>
                  <a:pt x="6124575" y="4433888"/>
                </a:moveTo>
                <a:cubicBezTo>
                  <a:pt x="6124575" y="4441778"/>
                  <a:pt x="6118178" y="4448175"/>
                  <a:pt x="6110288" y="4448175"/>
                </a:cubicBezTo>
                <a:cubicBezTo>
                  <a:pt x="6102397" y="4448175"/>
                  <a:pt x="6096000" y="4441778"/>
                  <a:pt x="6096000" y="4433888"/>
                </a:cubicBezTo>
                <a:cubicBezTo>
                  <a:pt x="6096000" y="4425997"/>
                  <a:pt x="6102397" y="4419600"/>
                  <a:pt x="6110288" y="4419600"/>
                </a:cubicBezTo>
                <a:cubicBezTo>
                  <a:pt x="6118178" y="4419600"/>
                  <a:pt x="6124575" y="4425997"/>
                  <a:pt x="6124575" y="4433888"/>
                </a:cubicBezTo>
                <a:close/>
                <a:moveTo>
                  <a:pt x="6124575" y="4586288"/>
                </a:moveTo>
                <a:cubicBezTo>
                  <a:pt x="6124575" y="4594178"/>
                  <a:pt x="6118178" y="4600575"/>
                  <a:pt x="6110288" y="4600575"/>
                </a:cubicBezTo>
                <a:cubicBezTo>
                  <a:pt x="6102397" y="4600575"/>
                  <a:pt x="6096000" y="4594178"/>
                  <a:pt x="6096000" y="4586288"/>
                </a:cubicBezTo>
                <a:cubicBezTo>
                  <a:pt x="6096000" y="4578397"/>
                  <a:pt x="6102397" y="4572000"/>
                  <a:pt x="6110288" y="4572000"/>
                </a:cubicBezTo>
                <a:cubicBezTo>
                  <a:pt x="6118178" y="4572000"/>
                  <a:pt x="6124575" y="4578397"/>
                  <a:pt x="6124575" y="4586288"/>
                </a:cubicBezTo>
                <a:close/>
                <a:moveTo>
                  <a:pt x="6124575" y="4738688"/>
                </a:moveTo>
                <a:cubicBezTo>
                  <a:pt x="6124575" y="4746578"/>
                  <a:pt x="6118178" y="4752975"/>
                  <a:pt x="6110288" y="4752975"/>
                </a:cubicBezTo>
                <a:cubicBezTo>
                  <a:pt x="6102397" y="4752975"/>
                  <a:pt x="6096000" y="4746578"/>
                  <a:pt x="6096000" y="4738688"/>
                </a:cubicBezTo>
                <a:cubicBezTo>
                  <a:pt x="6096000" y="4730797"/>
                  <a:pt x="6102397" y="4724400"/>
                  <a:pt x="6110288" y="4724400"/>
                </a:cubicBezTo>
                <a:cubicBezTo>
                  <a:pt x="6118178" y="4724400"/>
                  <a:pt x="6124575" y="4730797"/>
                  <a:pt x="6124575" y="4738688"/>
                </a:cubicBezTo>
                <a:close/>
                <a:moveTo>
                  <a:pt x="6276975" y="14288"/>
                </a:moveTo>
                <a:cubicBezTo>
                  <a:pt x="6276975" y="22178"/>
                  <a:pt x="6270578" y="28575"/>
                  <a:pt x="6262688" y="28575"/>
                </a:cubicBezTo>
                <a:cubicBezTo>
                  <a:pt x="6254797" y="28575"/>
                  <a:pt x="6248400" y="22178"/>
                  <a:pt x="6248400" y="14288"/>
                </a:cubicBezTo>
                <a:cubicBezTo>
                  <a:pt x="6248400" y="6397"/>
                  <a:pt x="6254797" y="0"/>
                  <a:pt x="6262688" y="0"/>
                </a:cubicBezTo>
                <a:cubicBezTo>
                  <a:pt x="6270578" y="0"/>
                  <a:pt x="6276975" y="6397"/>
                  <a:pt x="6276975" y="14288"/>
                </a:cubicBezTo>
                <a:close/>
                <a:moveTo>
                  <a:pt x="6276975" y="166688"/>
                </a:moveTo>
                <a:cubicBezTo>
                  <a:pt x="6276975" y="174578"/>
                  <a:pt x="6270578" y="180975"/>
                  <a:pt x="6262688" y="180975"/>
                </a:cubicBezTo>
                <a:cubicBezTo>
                  <a:pt x="6254797" y="180975"/>
                  <a:pt x="6248400" y="174578"/>
                  <a:pt x="6248400" y="166688"/>
                </a:cubicBezTo>
                <a:cubicBezTo>
                  <a:pt x="6248400" y="158797"/>
                  <a:pt x="6254797" y="152400"/>
                  <a:pt x="6262688" y="152400"/>
                </a:cubicBezTo>
                <a:cubicBezTo>
                  <a:pt x="6270578" y="152400"/>
                  <a:pt x="6276975" y="158797"/>
                  <a:pt x="6276975" y="166688"/>
                </a:cubicBezTo>
                <a:close/>
                <a:moveTo>
                  <a:pt x="6276975" y="319088"/>
                </a:moveTo>
                <a:cubicBezTo>
                  <a:pt x="6276975" y="326978"/>
                  <a:pt x="6270578" y="333375"/>
                  <a:pt x="6262688" y="333375"/>
                </a:cubicBezTo>
                <a:cubicBezTo>
                  <a:pt x="6254797" y="333375"/>
                  <a:pt x="6248400" y="326978"/>
                  <a:pt x="6248400" y="319088"/>
                </a:cubicBezTo>
                <a:cubicBezTo>
                  <a:pt x="6248400" y="311197"/>
                  <a:pt x="6254797" y="304800"/>
                  <a:pt x="6262688" y="304800"/>
                </a:cubicBezTo>
                <a:cubicBezTo>
                  <a:pt x="6270578" y="304800"/>
                  <a:pt x="6276975" y="311197"/>
                  <a:pt x="6276975" y="319088"/>
                </a:cubicBezTo>
                <a:close/>
                <a:moveTo>
                  <a:pt x="6276975" y="471488"/>
                </a:moveTo>
                <a:cubicBezTo>
                  <a:pt x="6276975" y="479378"/>
                  <a:pt x="6270578" y="485775"/>
                  <a:pt x="6262688" y="485775"/>
                </a:cubicBezTo>
                <a:cubicBezTo>
                  <a:pt x="6254797" y="485775"/>
                  <a:pt x="6248400" y="479378"/>
                  <a:pt x="6248400" y="471488"/>
                </a:cubicBezTo>
                <a:cubicBezTo>
                  <a:pt x="6248400" y="463597"/>
                  <a:pt x="6254797" y="457200"/>
                  <a:pt x="6262688" y="457200"/>
                </a:cubicBezTo>
                <a:cubicBezTo>
                  <a:pt x="6270578" y="457200"/>
                  <a:pt x="6276975" y="463597"/>
                  <a:pt x="6276975" y="471488"/>
                </a:cubicBezTo>
                <a:close/>
                <a:moveTo>
                  <a:pt x="6276975" y="623888"/>
                </a:moveTo>
                <a:cubicBezTo>
                  <a:pt x="6276975" y="631778"/>
                  <a:pt x="6270578" y="638175"/>
                  <a:pt x="6262688" y="638175"/>
                </a:cubicBezTo>
                <a:cubicBezTo>
                  <a:pt x="6254797" y="638175"/>
                  <a:pt x="6248400" y="631778"/>
                  <a:pt x="6248400" y="623888"/>
                </a:cubicBezTo>
                <a:cubicBezTo>
                  <a:pt x="6248400" y="615997"/>
                  <a:pt x="6254797" y="609600"/>
                  <a:pt x="6262688" y="609600"/>
                </a:cubicBezTo>
                <a:cubicBezTo>
                  <a:pt x="6270578" y="609600"/>
                  <a:pt x="6276975" y="615997"/>
                  <a:pt x="6276975" y="623888"/>
                </a:cubicBezTo>
                <a:close/>
                <a:moveTo>
                  <a:pt x="6276975" y="776288"/>
                </a:moveTo>
                <a:cubicBezTo>
                  <a:pt x="6276975" y="784178"/>
                  <a:pt x="6270578" y="790575"/>
                  <a:pt x="6262688" y="790575"/>
                </a:cubicBezTo>
                <a:cubicBezTo>
                  <a:pt x="6254797" y="790575"/>
                  <a:pt x="6248400" y="784178"/>
                  <a:pt x="6248400" y="776288"/>
                </a:cubicBezTo>
                <a:cubicBezTo>
                  <a:pt x="6248400" y="768397"/>
                  <a:pt x="6254797" y="762000"/>
                  <a:pt x="6262688" y="762000"/>
                </a:cubicBezTo>
                <a:cubicBezTo>
                  <a:pt x="6270578" y="762000"/>
                  <a:pt x="6276975" y="768397"/>
                  <a:pt x="6276975" y="776288"/>
                </a:cubicBezTo>
                <a:close/>
                <a:moveTo>
                  <a:pt x="6276975" y="928688"/>
                </a:moveTo>
                <a:cubicBezTo>
                  <a:pt x="6276975" y="936578"/>
                  <a:pt x="6270578" y="942975"/>
                  <a:pt x="6262688" y="942975"/>
                </a:cubicBezTo>
                <a:cubicBezTo>
                  <a:pt x="6254797" y="942975"/>
                  <a:pt x="6248400" y="936578"/>
                  <a:pt x="6248400" y="928688"/>
                </a:cubicBezTo>
                <a:cubicBezTo>
                  <a:pt x="6248400" y="920797"/>
                  <a:pt x="6254797" y="914400"/>
                  <a:pt x="6262688" y="914400"/>
                </a:cubicBezTo>
                <a:cubicBezTo>
                  <a:pt x="6270578" y="914400"/>
                  <a:pt x="6276975" y="920797"/>
                  <a:pt x="6276975" y="928688"/>
                </a:cubicBezTo>
                <a:close/>
                <a:moveTo>
                  <a:pt x="6276975" y="1081088"/>
                </a:moveTo>
                <a:cubicBezTo>
                  <a:pt x="6276975" y="1088978"/>
                  <a:pt x="6270578" y="1095375"/>
                  <a:pt x="6262688" y="1095375"/>
                </a:cubicBezTo>
                <a:cubicBezTo>
                  <a:pt x="6254797" y="1095375"/>
                  <a:pt x="6248400" y="1088978"/>
                  <a:pt x="6248400" y="1081088"/>
                </a:cubicBezTo>
                <a:cubicBezTo>
                  <a:pt x="6248400" y="1073197"/>
                  <a:pt x="6254797" y="1066800"/>
                  <a:pt x="6262688" y="1066800"/>
                </a:cubicBezTo>
                <a:cubicBezTo>
                  <a:pt x="6270578" y="1066800"/>
                  <a:pt x="6276975" y="1073197"/>
                  <a:pt x="6276975" y="1081088"/>
                </a:cubicBezTo>
                <a:close/>
                <a:moveTo>
                  <a:pt x="6276975" y="1233488"/>
                </a:moveTo>
                <a:cubicBezTo>
                  <a:pt x="6276975" y="1241378"/>
                  <a:pt x="6270578" y="1247775"/>
                  <a:pt x="6262688" y="1247775"/>
                </a:cubicBezTo>
                <a:cubicBezTo>
                  <a:pt x="6254797" y="1247775"/>
                  <a:pt x="6248400" y="1241378"/>
                  <a:pt x="6248400" y="1233488"/>
                </a:cubicBezTo>
                <a:cubicBezTo>
                  <a:pt x="6248400" y="1225597"/>
                  <a:pt x="6254797" y="1219200"/>
                  <a:pt x="6262688" y="1219200"/>
                </a:cubicBezTo>
                <a:cubicBezTo>
                  <a:pt x="6270578" y="1219200"/>
                  <a:pt x="6276975" y="1225597"/>
                  <a:pt x="6276975" y="1233488"/>
                </a:cubicBezTo>
                <a:close/>
                <a:moveTo>
                  <a:pt x="6276975" y="1385888"/>
                </a:moveTo>
                <a:cubicBezTo>
                  <a:pt x="6276975" y="1393778"/>
                  <a:pt x="6270578" y="1400175"/>
                  <a:pt x="6262688" y="1400175"/>
                </a:cubicBezTo>
                <a:cubicBezTo>
                  <a:pt x="6254797" y="1400175"/>
                  <a:pt x="6248400" y="1393778"/>
                  <a:pt x="6248400" y="1385888"/>
                </a:cubicBezTo>
                <a:cubicBezTo>
                  <a:pt x="6248400" y="1377997"/>
                  <a:pt x="6254797" y="1371600"/>
                  <a:pt x="6262688" y="1371600"/>
                </a:cubicBezTo>
                <a:cubicBezTo>
                  <a:pt x="6270578" y="1371600"/>
                  <a:pt x="6276975" y="1377997"/>
                  <a:pt x="6276975" y="1385888"/>
                </a:cubicBezTo>
                <a:close/>
                <a:moveTo>
                  <a:pt x="6276975" y="1538288"/>
                </a:moveTo>
                <a:cubicBezTo>
                  <a:pt x="6276975" y="1546178"/>
                  <a:pt x="6270578" y="1552575"/>
                  <a:pt x="6262688" y="1552575"/>
                </a:cubicBezTo>
                <a:cubicBezTo>
                  <a:pt x="6254797" y="1552575"/>
                  <a:pt x="6248400" y="1546178"/>
                  <a:pt x="6248400" y="1538288"/>
                </a:cubicBezTo>
                <a:cubicBezTo>
                  <a:pt x="6248400" y="1530397"/>
                  <a:pt x="6254797" y="1524000"/>
                  <a:pt x="6262688" y="1524000"/>
                </a:cubicBezTo>
                <a:cubicBezTo>
                  <a:pt x="6270578" y="1524000"/>
                  <a:pt x="6276975" y="1530397"/>
                  <a:pt x="6276975" y="1538288"/>
                </a:cubicBezTo>
                <a:close/>
                <a:moveTo>
                  <a:pt x="6276975" y="1690688"/>
                </a:moveTo>
                <a:cubicBezTo>
                  <a:pt x="6276975" y="1698578"/>
                  <a:pt x="6270578" y="1704975"/>
                  <a:pt x="6262688" y="1704975"/>
                </a:cubicBezTo>
                <a:cubicBezTo>
                  <a:pt x="6254797" y="1704975"/>
                  <a:pt x="6248400" y="1698578"/>
                  <a:pt x="6248400" y="1690688"/>
                </a:cubicBezTo>
                <a:cubicBezTo>
                  <a:pt x="6248400" y="1682797"/>
                  <a:pt x="6254797" y="1676400"/>
                  <a:pt x="6262688" y="1676400"/>
                </a:cubicBezTo>
                <a:cubicBezTo>
                  <a:pt x="6270578" y="1676400"/>
                  <a:pt x="6276975" y="1682797"/>
                  <a:pt x="6276975" y="1690688"/>
                </a:cubicBezTo>
                <a:close/>
                <a:moveTo>
                  <a:pt x="6276975" y="1843088"/>
                </a:moveTo>
                <a:cubicBezTo>
                  <a:pt x="6276975" y="1850978"/>
                  <a:pt x="6270578" y="1857375"/>
                  <a:pt x="6262688" y="1857375"/>
                </a:cubicBezTo>
                <a:cubicBezTo>
                  <a:pt x="6254797" y="1857375"/>
                  <a:pt x="6248400" y="1850978"/>
                  <a:pt x="6248400" y="1843088"/>
                </a:cubicBezTo>
                <a:cubicBezTo>
                  <a:pt x="6248400" y="1835197"/>
                  <a:pt x="6254797" y="1828800"/>
                  <a:pt x="6262688" y="1828800"/>
                </a:cubicBezTo>
                <a:cubicBezTo>
                  <a:pt x="6270578" y="1828800"/>
                  <a:pt x="6276975" y="1835197"/>
                  <a:pt x="6276975" y="1843088"/>
                </a:cubicBezTo>
                <a:close/>
                <a:moveTo>
                  <a:pt x="6276975" y="1995488"/>
                </a:moveTo>
                <a:cubicBezTo>
                  <a:pt x="6276975" y="2003378"/>
                  <a:pt x="6270578" y="2009775"/>
                  <a:pt x="6262688" y="2009775"/>
                </a:cubicBezTo>
                <a:cubicBezTo>
                  <a:pt x="6254797" y="2009775"/>
                  <a:pt x="6248400" y="2003378"/>
                  <a:pt x="6248400" y="1995488"/>
                </a:cubicBezTo>
                <a:cubicBezTo>
                  <a:pt x="6248400" y="1987597"/>
                  <a:pt x="6254797" y="1981200"/>
                  <a:pt x="6262688" y="1981200"/>
                </a:cubicBezTo>
                <a:cubicBezTo>
                  <a:pt x="6270578" y="1981200"/>
                  <a:pt x="6276975" y="1987597"/>
                  <a:pt x="6276975" y="1995488"/>
                </a:cubicBezTo>
                <a:close/>
                <a:moveTo>
                  <a:pt x="6276975" y="2147888"/>
                </a:moveTo>
                <a:cubicBezTo>
                  <a:pt x="6276975" y="2155778"/>
                  <a:pt x="6270578" y="2162175"/>
                  <a:pt x="6262688" y="2162175"/>
                </a:cubicBezTo>
                <a:cubicBezTo>
                  <a:pt x="6254797" y="2162175"/>
                  <a:pt x="6248400" y="2155778"/>
                  <a:pt x="6248400" y="2147888"/>
                </a:cubicBezTo>
                <a:cubicBezTo>
                  <a:pt x="6248400" y="2139997"/>
                  <a:pt x="6254797" y="2133600"/>
                  <a:pt x="6262688" y="2133600"/>
                </a:cubicBezTo>
                <a:cubicBezTo>
                  <a:pt x="6270578" y="2133600"/>
                  <a:pt x="6276975" y="2139997"/>
                  <a:pt x="6276975" y="2147888"/>
                </a:cubicBezTo>
                <a:close/>
                <a:moveTo>
                  <a:pt x="6276975" y="2300288"/>
                </a:moveTo>
                <a:cubicBezTo>
                  <a:pt x="6276975" y="2308178"/>
                  <a:pt x="6270578" y="2314575"/>
                  <a:pt x="6262688" y="2314575"/>
                </a:cubicBezTo>
                <a:cubicBezTo>
                  <a:pt x="6254797" y="2314575"/>
                  <a:pt x="6248400" y="2308178"/>
                  <a:pt x="6248400" y="2300288"/>
                </a:cubicBezTo>
                <a:cubicBezTo>
                  <a:pt x="6248400" y="2292397"/>
                  <a:pt x="6254797" y="2286000"/>
                  <a:pt x="6262688" y="2286000"/>
                </a:cubicBezTo>
                <a:cubicBezTo>
                  <a:pt x="6270578" y="2286000"/>
                  <a:pt x="6276975" y="2292397"/>
                  <a:pt x="6276975" y="2300288"/>
                </a:cubicBezTo>
                <a:close/>
                <a:moveTo>
                  <a:pt x="6276975" y="2452688"/>
                </a:moveTo>
                <a:cubicBezTo>
                  <a:pt x="6276975" y="2460578"/>
                  <a:pt x="6270578" y="2466975"/>
                  <a:pt x="6262688" y="2466975"/>
                </a:cubicBezTo>
                <a:cubicBezTo>
                  <a:pt x="6254797" y="2466975"/>
                  <a:pt x="6248400" y="2460578"/>
                  <a:pt x="6248400" y="2452688"/>
                </a:cubicBezTo>
                <a:cubicBezTo>
                  <a:pt x="6248400" y="2444797"/>
                  <a:pt x="6254797" y="2438400"/>
                  <a:pt x="6262688" y="2438400"/>
                </a:cubicBezTo>
                <a:cubicBezTo>
                  <a:pt x="6270578" y="2438400"/>
                  <a:pt x="6276975" y="2444797"/>
                  <a:pt x="6276975" y="2452688"/>
                </a:cubicBezTo>
                <a:close/>
                <a:moveTo>
                  <a:pt x="6276975" y="2605088"/>
                </a:moveTo>
                <a:cubicBezTo>
                  <a:pt x="6276975" y="2612978"/>
                  <a:pt x="6270578" y="2619375"/>
                  <a:pt x="6262688" y="2619375"/>
                </a:cubicBezTo>
                <a:cubicBezTo>
                  <a:pt x="6254797" y="2619375"/>
                  <a:pt x="6248400" y="2612978"/>
                  <a:pt x="6248400" y="2605088"/>
                </a:cubicBezTo>
                <a:cubicBezTo>
                  <a:pt x="6248400" y="2597197"/>
                  <a:pt x="6254797" y="2590800"/>
                  <a:pt x="6262688" y="2590800"/>
                </a:cubicBezTo>
                <a:cubicBezTo>
                  <a:pt x="6270578" y="2590800"/>
                  <a:pt x="6276975" y="2597197"/>
                  <a:pt x="6276975" y="2605088"/>
                </a:cubicBezTo>
                <a:close/>
                <a:moveTo>
                  <a:pt x="6276975" y="2757488"/>
                </a:moveTo>
                <a:cubicBezTo>
                  <a:pt x="6276975" y="2765378"/>
                  <a:pt x="6270578" y="2771775"/>
                  <a:pt x="6262688" y="2771775"/>
                </a:cubicBezTo>
                <a:cubicBezTo>
                  <a:pt x="6254797" y="2771775"/>
                  <a:pt x="6248400" y="2765378"/>
                  <a:pt x="6248400" y="2757488"/>
                </a:cubicBezTo>
                <a:cubicBezTo>
                  <a:pt x="6248400" y="2749597"/>
                  <a:pt x="6254797" y="2743200"/>
                  <a:pt x="6262688" y="2743200"/>
                </a:cubicBezTo>
                <a:cubicBezTo>
                  <a:pt x="6270578" y="2743200"/>
                  <a:pt x="6276975" y="2749597"/>
                  <a:pt x="6276975" y="2757488"/>
                </a:cubicBezTo>
                <a:close/>
                <a:moveTo>
                  <a:pt x="6276975" y="2909888"/>
                </a:moveTo>
                <a:cubicBezTo>
                  <a:pt x="6276975" y="2917778"/>
                  <a:pt x="6270578" y="2924175"/>
                  <a:pt x="6262688" y="2924175"/>
                </a:cubicBezTo>
                <a:cubicBezTo>
                  <a:pt x="6254797" y="2924175"/>
                  <a:pt x="6248400" y="2917778"/>
                  <a:pt x="6248400" y="2909888"/>
                </a:cubicBezTo>
                <a:cubicBezTo>
                  <a:pt x="6248400" y="2901997"/>
                  <a:pt x="6254797" y="2895600"/>
                  <a:pt x="6262688" y="2895600"/>
                </a:cubicBezTo>
                <a:cubicBezTo>
                  <a:pt x="6270578" y="2895600"/>
                  <a:pt x="6276975" y="2901997"/>
                  <a:pt x="6276975" y="2909888"/>
                </a:cubicBezTo>
                <a:close/>
                <a:moveTo>
                  <a:pt x="6276975" y="3062288"/>
                </a:moveTo>
                <a:cubicBezTo>
                  <a:pt x="6276975" y="3070178"/>
                  <a:pt x="6270578" y="3076575"/>
                  <a:pt x="6262688" y="3076575"/>
                </a:cubicBezTo>
                <a:cubicBezTo>
                  <a:pt x="6254797" y="3076575"/>
                  <a:pt x="6248400" y="3070178"/>
                  <a:pt x="6248400" y="3062288"/>
                </a:cubicBezTo>
                <a:cubicBezTo>
                  <a:pt x="6248400" y="3054397"/>
                  <a:pt x="6254797" y="3048000"/>
                  <a:pt x="6262688" y="3048000"/>
                </a:cubicBezTo>
                <a:cubicBezTo>
                  <a:pt x="6270578" y="3048000"/>
                  <a:pt x="6276975" y="3054397"/>
                  <a:pt x="6276975" y="3062288"/>
                </a:cubicBezTo>
                <a:close/>
                <a:moveTo>
                  <a:pt x="6276975" y="3214688"/>
                </a:moveTo>
                <a:cubicBezTo>
                  <a:pt x="6276975" y="3222578"/>
                  <a:pt x="6270578" y="3228975"/>
                  <a:pt x="6262688" y="3228975"/>
                </a:cubicBezTo>
                <a:cubicBezTo>
                  <a:pt x="6254797" y="3228975"/>
                  <a:pt x="6248400" y="3222578"/>
                  <a:pt x="6248400" y="3214688"/>
                </a:cubicBezTo>
                <a:cubicBezTo>
                  <a:pt x="6248400" y="3206797"/>
                  <a:pt x="6254797" y="3200400"/>
                  <a:pt x="6262688" y="3200400"/>
                </a:cubicBezTo>
                <a:cubicBezTo>
                  <a:pt x="6270578" y="3200400"/>
                  <a:pt x="6276975" y="3206797"/>
                  <a:pt x="6276975" y="3214688"/>
                </a:cubicBezTo>
                <a:close/>
                <a:moveTo>
                  <a:pt x="6276975" y="3367088"/>
                </a:moveTo>
                <a:cubicBezTo>
                  <a:pt x="6276975" y="3374978"/>
                  <a:pt x="6270578" y="3381375"/>
                  <a:pt x="6262688" y="3381375"/>
                </a:cubicBezTo>
                <a:cubicBezTo>
                  <a:pt x="6254797" y="3381375"/>
                  <a:pt x="6248400" y="3374978"/>
                  <a:pt x="6248400" y="3367088"/>
                </a:cubicBezTo>
                <a:cubicBezTo>
                  <a:pt x="6248400" y="3359197"/>
                  <a:pt x="6254797" y="3352800"/>
                  <a:pt x="6262688" y="3352800"/>
                </a:cubicBezTo>
                <a:cubicBezTo>
                  <a:pt x="6270578" y="3352800"/>
                  <a:pt x="6276975" y="3359197"/>
                  <a:pt x="6276975" y="3367088"/>
                </a:cubicBezTo>
                <a:close/>
                <a:moveTo>
                  <a:pt x="6276975" y="3519488"/>
                </a:moveTo>
                <a:cubicBezTo>
                  <a:pt x="6276975" y="3527378"/>
                  <a:pt x="6270578" y="3533775"/>
                  <a:pt x="6262688" y="3533775"/>
                </a:cubicBezTo>
                <a:cubicBezTo>
                  <a:pt x="6254797" y="3533775"/>
                  <a:pt x="6248400" y="3527378"/>
                  <a:pt x="6248400" y="3519488"/>
                </a:cubicBezTo>
                <a:cubicBezTo>
                  <a:pt x="6248400" y="3511597"/>
                  <a:pt x="6254797" y="3505200"/>
                  <a:pt x="6262688" y="3505200"/>
                </a:cubicBezTo>
                <a:cubicBezTo>
                  <a:pt x="6270578" y="3505200"/>
                  <a:pt x="6276975" y="3511597"/>
                  <a:pt x="6276975" y="3519488"/>
                </a:cubicBezTo>
                <a:close/>
                <a:moveTo>
                  <a:pt x="6276975" y="3671888"/>
                </a:moveTo>
                <a:cubicBezTo>
                  <a:pt x="6276975" y="3679778"/>
                  <a:pt x="6270578" y="3686175"/>
                  <a:pt x="6262688" y="3686175"/>
                </a:cubicBezTo>
                <a:cubicBezTo>
                  <a:pt x="6254797" y="3686175"/>
                  <a:pt x="6248400" y="3679778"/>
                  <a:pt x="6248400" y="3671888"/>
                </a:cubicBezTo>
                <a:cubicBezTo>
                  <a:pt x="6248400" y="3663997"/>
                  <a:pt x="6254797" y="3657600"/>
                  <a:pt x="6262688" y="3657600"/>
                </a:cubicBezTo>
                <a:cubicBezTo>
                  <a:pt x="6270578" y="3657600"/>
                  <a:pt x="6276975" y="3663997"/>
                  <a:pt x="6276975" y="3671888"/>
                </a:cubicBezTo>
                <a:close/>
                <a:moveTo>
                  <a:pt x="6276975" y="3824288"/>
                </a:moveTo>
                <a:cubicBezTo>
                  <a:pt x="6276975" y="3832178"/>
                  <a:pt x="6270578" y="3838575"/>
                  <a:pt x="6262688" y="3838575"/>
                </a:cubicBezTo>
                <a:cubicBezTo>
                  <a:pt x="6254797" y="3838575"/>
                  <a:pt x="6248400" y="3832178"/>
                  <a:pt x="6248400" y="3824288"/>
                </a:cubicBezTo>
                <a:cubicBezTo>
                  <a:pt x="6248400" y="3816397"/>
                  <a:pt x="6254797" y="3810000"/>
                  <a:pt x="6262688" y="3810000"/>
                </a:cubicBezTo>
                <a:cubicBezTo>
                  <a:pt x="6270578" y="3810000"/>
                  <a:pt x="6276975" y="3816397"/>
                  <a:pt x="6276975" y="3824288"/>
                </a:cubicBezTo>
                <a:close/>
                <a:moveTo>
                  <a:pt x="6276975" y="3976688"/>
                </a:moveTo>
                <a:cubicBezTo>
                  <a:pt x="6276975" y="3984578"/>
                  <a:pt x="6270578" y="3990975"/>
                  <a:pt x="6262688" y="3990975"/>
                </a:cubicBezTo>
                <a:cubicBezTo>
                  <a:pt x="6254797" y="3990975"/>
                  <a:pt x="6248400" y="3984578"/>
                  <a:pt x="6248400" y="3976688"/>
                </a:cubicBezTo>
                <a:cubicBezTo>
                  <a:pt x="6248400" y="3968797"/>
                  <a:pt x="6254797" y="3962400"/>
                  <a:pt x="6262688" y="3962400"/>
                </a:cubicBezTo>
                <a:cubicBezTo>
                  <a:pt x="6270578" y="3962400"/>
                  <a:pt x="6276975" y="3968797"/>
                  <a:pt x="6276975" y="3976688"/>
                </a:cubicBezTo>
                <a:close/>
                <a:moveTo>
                  <a:pt x="6276975" y="4129088"/>
                </a:moveTo>
                <a:cubicBezTo>
                  <a:pt x="6276975" y="4136978"/>
                  <a:pt x="6270578" y="4143375"/>
                  <a:pt x="6262688" y="4143375"/>
                </a:cubicBezTo>
                <a:cubicBezTo>
                  <a:pt x="6254797" y="4143375"/>
                  <a:pt x="6248400" y="4136978"/>
                  <a:pt x="6248400" y="4129088"/>
                </a:cubicBezTo>
                <a:cubicBezTo>
                  <a:pt x="6248400" y="4121197"/>
                  <a:pt x="6254797" y="4114800"/>
                  <a:pt x="6262688" y="4114800"/>
                </a:cubicBezTo>
                <a:cubicBezTo>
                  <a:pt x="6270578" y="4114800"/>
                  <a:pt x="6276975" y="4121197"/>
                  <a:pt x="6276975" y="4129088"/>
                </a:cubicBezTo>
                <a:close/>
                <a:moveTo>
                  <a:pt x="6276975" y="4281488"/>
                </a:moveTo>
                <a:cubicBezTo>
                  <a:pt x="6276975" y="4289378"/>
                  <a:pt x="6270578" y="4295775"/>
                  <a:pt x="6262688" y="4295775"/>
                </a:cubicBezTo>
                <a:cubicBezTo>
                  <a:pt x="6254797" y="4295775"/>
                  <a:pt x="6248400" y="4289378"/>
                  <a:pt x="6248400" y="4281488"/>
                </a:cubicBezTo>
                <a:cubicBezTo>
                  <a:pt x="6248400" y="4273597"/>
                  <a:pt x="6254797" y="4267200"/>
                  <a:pt x="6262688" y="4267200"/>
                </a:cubicBezTo>
                <a:cubicBezTo>
                  <a:pt x="6270578" y="4267200"/>
                  <a:pt x="6276975" y="4273597"/>
                  <a:pt x="6276975" y="4281488"/>
                </a:cubicBezTo>
                <a:close/>
                <a:moveTo>
                  <a:pt x="6276975" y="4433888"/>
                </a:moveTo>
                <a:cubicBezTo>
                  <a:pt x="6276975" y="4441778"/>
                  <a:pt x="6270578" y="4448175"/>
                  <a:pt x="6262688" y="4448175"/>
                </a:cubicBezTo>
                <a:cubicBezTo>
                  <a:pt x="6254797" y="4448175"/>
                  <a:pt x="6248400" y="4441778"/>
                  <a:pt x="6248400" y="4433888"/>
                </a:cubicBezTo>
                <a:cubicBezTo>
                  <a:pt x="6248400" y="4425997"/>
                  <a:pt x="6254797" y="4419600"/>
                  <a:pt x="6262688" y="4419600"/>
                </a:cubicBezTo>
                <a:cubicBezTo>
                  <a:pt x="6270578" y="4419600"/>
                  <a:pt x="6276975" y="4425997"/>
                  <a:pt x="6276975" y="4433888"/>
                </a:cubicBezTo>
                <a:close/>
                <a:moveTo>
                  <a:pt x="6276975" y="4586288"/>
                </a:moveTo>
                <a:cubicBezTo>
                  <a:pt x="6276975" y="4594178"/>
                  <a:pt x="6270578" y="4600575"/>
                  <a:pt x="6262688" y="4600575"/>
                </a:cubicBezTo>
                <a:cubicBezTo>
                  <a:pt x="6254797" y="4600575"/>
                  <a:pt x="6248400" y="4594178"/>
                  <a:pt x="6248400" y="4586288"/>
                </a:cubicBezTo>
                <a:cubicBezTo>
                  <a:pt x="6248400" y="4578397"/>
                  <a:pt x="6254797" y="4572000"/>
                  <a:pt x="6262688" y="4572000"/>
                </a:cubicBezTo>
                <a:cubicBezTo>
                  <a:pt x="6270578" y="4572000"/>
                  <a:pt x="6276975" y="4578397"/>
                  <a:pt x="6276975" y="4586288"/>
                </a:cubicBezTo>
                <a:close/>
                <a:moveTo>
                  <a:pt x="6276975" y="4738688"/>
                </a:moveTo>
                <a:cubicBezTo>
                  <a:pt x="6276975" y="4746578"/>
                  <a:pt x="6270578" y="4752975"/>
                  <a:pt x="6262688" y="4752975"/>
                </a:cubicBezTo>
                <a:cubicBezTo>
                  <a:pt x="6254797" y="4752975"/>
                  <a:pt x="6248400" y="4746578"/>
                  <a:pt x="6248400" y="4738688"/>
                </a:cubicBezTo>
                <a:cubicBezTo>
                  <a:pt x="6248400" y="4730797"/>
                  <a:pt x="6254797" y="4724400"/>
                  <a:pt x="6262688" y="4724400"/>
                </a:cubicBezTo>
                <a:cubicBezTo>
                  <a:pt x="6270578" y="4724400"/>
                  <a:pt x="6276975" y="4730797"/>
                  <a:pt x="6276975" y="4738688"/>
                </a:cubicBezTo>
                <a:close/>
                <a:moveTo>
                  <a:pt x="6429375" y="14288"/>
                </a:moveTo>
                <a:cubicBezTo>
                  <a:pt x="6429375" y="22178"/>
                  <a:pt x="6422978" y="28575"/>
                  <a:pt x="6415088" y="28575"/>
                </a:cubicBezTo>
                <a:cubicBezTo>
                  <a:pt x="6407197" y="28575"/>
                  <a:pt x="6400800" y="22178"/>
                  <a:pt x="6400800" y="14288"/>
                </a:cubicBezTo>
                <a:cubicBezTo>
                  <a:pt x="6400800" y="6397"/>
                  <a:pt x="6407197" y="0"/>
                  <a:pt x="6415088" y="0"/>
                </a:cubicBezTo>
                <a:cubicBezTo>
                  <a:pt x="6422978" y="0"/>
                  <a:pt x="6429375" y="6397"/>
                  <a:pt x="6429375" y="14288"/>
                </a:cubicBezTo>
                <a:close/>
                <a:moveTo>
                  <a:pt x="6429375" y="166688"/>
                </a:moveTo>
                <a:cubicBezTo>
                  <a:pt x="6429375" y="174578"/>
                  <a:pt x="6422978" y="180975"/>
                  <a:pt x="6415088" y="180975"/>
                </a:cubicBezTo>
                <a:cubicBezTo>
                  <a:pt x="6407197" y="180975"/>
                  <a:pt x="6400800" y="174578"/>
                  <a:pt x="6400800" y="166688"/>
                </a:cubicBezTo>
                <a:cubicBezTo>
                  <a:pt x="6400800" y="158797"/>
                  <a:pt x="6407197" y="152400"/>
                  <a:pt x="6415088" y="152400"/>
                </a:cubicBezTo>
                <a:cubicBezTo>
                  <a:pt x="6422978" y="152400"/>
                  <a:pt x="6429375" y="158797"/>
                  <a:pt x="6429375" y="166688"/>
                </a:cubicBezTo>
                <a:close/>
                <a:moveTo>
                  <a:pt x="6429375" y="319088"/>
                </a:moveTo>
                <a:cubicBezTo>
                  <a:pt x="6429375" y="326978"/>
                  <a:pt x="6422978" y="333375"/>
                  <a:pt x="6415088" y="333375"/>
                </a:cubicBezTo>
                <a:cubicBezTo>
                  <a:pt x="6407197" y="333375"/>
                  <a:pt x="6400800" y="326978"/>
                  <a:pt x="6400800" y="319088"/>
                </a:cubicBezTo>
                <a:cubicBezTo>
                  <a:pt x="6400800" y="311197"/>
                  <a:pt x="6407197" y="304800"/>
                  <a:pt x="6415088" y="304800"/>
                </a:cubicBezTo>
                <a:cubicBezTo>
                  <a:pt x="6422978" y="304800"/>
                  <a:pt x="6429375" y="311197"/>
                  <a:pt x="6429375" y="319088"/>
                </a:cubicBezTo>
                <a:close/>
                <a:moveTo>
                  <a:pt x="6429375" y="471488"/>
                </a:moveTo>
                <a:cubicBezTo>
                  <a:pt x="6429375" y="479378"/>
                  <a:pt x="6422978" y="485775"/>
                  <a:pt x="6415088" y="485775"/>
                </a:cubicBezTo>
                <a:cubicBezTo>
                  <a:pt x="6407197" y="485775"/>
                  <a:pt x="6400800" y="479378"/>
                  <a:pt x="6400800" y="471488"/>
                </a:cubicBezTo>
                <a:cubicBezTo>
                  <a:pt x="6400800" y="463597"/>
                  <a:pt x="6407197" y="457200"/>
                  <a:pt x="6415088" y="457200"/>
                </a:cubicBezTo>
                <a:cubicBezTo>
                  <a:pt x="6422978" y="457200"/>
                  <a:pt x="6429375" y="463597"/>
                  <a:pt x="6429375" y="471488"/>
                </a:cubicBezTo>
                <a:close/>
                <a:moveTo>
                  <a:pt x="6429375" y="623888"/>
                </a:moveTo>
                <a:cubicBezTo>
                  <a:pt x="6429375" y="631778"/>
                  <a:pt x="6422978" y="638175"/>
                  <a:pt x="6415088" y="638175"/>
                </a:cubicBezTo>
                <a:cubicBezTo>
                  <a:pt x="6407197" y="638175"/>
                  <a:pt x="6400800" y="631778"/>
                  <a:pt x="6400800" y="623888"/>
                </a:cubicBezTo>
                <a:cubicBezTo>
                  <a:pt x="6400800" y="615997"/>
                  <a:pt x="6407197" y="609600"/>
                  <a:pt x="6415088" y="609600"/>
                </a:cubicBezTo>
                <a:cubicBezTo>
                  <a:pt x="6422978" y="609600"/>
                  <a:pt x="6429375" y="615997"/>
                  <a:pt x="6429375" y="623888"/>
                </a:cubicBezTo>
                <a:close/>
                <a:moveTo>
                  <a:pt x="6429375" y="776288"/>
                </a:moveTo>
                <a:cubicBezTo>
                  <a:pt x="6429375" y="784178"/>
                  <a:pt x="6422978" y="790575"/>
                  <a:pt x="6415088" y="790575"/>
                </a:cubicBezTo>
                <a:cubicBezTo>
                  <a:pt x="6407197" y="790575"/>
                  <a:pt x="6400800" y="784178"/>
                  <a:pt x="6400800" y="776288"/>
                </a:cubicBezTo>
                <a:cubicBezTo>
                  <a:pt x="6400800" y="768397"/>
                  <a:pt x="6407197" y="762000"/>
                  <a:pt x="6415088" y="762000"/>
                </a:cubicBezTo>
                <a:cubicBezTo>
                  <a:pt x="6422978" y="762000"/>
                  <a:pt x="6429375" y="768397"/>
                  <a:pt x="6429375" y="776288"/>
                </a:cubicBezTo>
                <a:close/>
                <a:moveTo>
                  <a:pt x="6429375" y="928688"/>
                </a:moveTo>
                <a:cubicBezTo>
                  <a:pt x="6429375" y="936578"/>
                  <a:pt x="6422978" y="942975"/>
                  <a:pt x="6415088" y="942975"/>
                </a:cubicBezTo>
                <a:cubicBezTo>
                  <a:pt x="6407197" y="942975"/>
                  <a:pt x="6400800" y="936578"/>
                  <a:pt x="6400800" y="928688"/>
                </a:cubicBezTo>
                <a:cubicBezTo>
                  <a:pt x="6400800" y="920797"/>
                  <a:pt x="6407197" y="914400"/>
                  <a:pt x="6415088" y="914400"/>
                </a:cubicBezTo>
                <a:cubicBezTo>
                  <a:pt x="6422978" y="914400"/>
                  <a:pt x="6429375" y="920797"/>
                  <a:pt x="6429375" y="928688"/>
                </a:cubicBezTo>
                <a:close/>
                <a:moveTo>
                  <a:pt x="6429375" y="1081088"/>
                </a:moveTo>
                <a:cubicBezTo>
                  <a:pt x="6429375" y="1088978"/>
                  <a:pt x="6422978" y="1095375"/>
                  <a:pt x="6415088" y="1095375"/>
                </a:cubicBezTo>
                <a:cubicBezTo>
                  <a:pt x="6407197" y="1095375"/>
                  <a:pt x="6400800" y="1088978"/>
                  <a:pt x="6400800" y="1081088"/>
                </a:cubicBezTo>
                <a:cubicBezTo>
                  <a:pt x="6400800" y="1073197"/>
                  <a:pt x="6407197" y="1066800"/>
                  <a:pt x="6415088" y="1066800"/>
                </a:cubicBezTo>
                <a:cubicBezTo>
                  <a:pt x="6422978" y="1066800"/>
                  <a:pt x="6429375" y="1073197"/>
                  <a:pt x="6429375" y="1081088"/>
                </a:cubicBezTo>
                <a:close/>
                <a:moveTo>
                  <a:pt x="6429375" y="1233488"/>
                </a:moveTo>
                <a:cubicBezTo>
                  <a:pt x="6429375" y="1241378"/>
                  <a:pt x="6422978" y="1247775"/>
                  <a:pt x="6415088" y="1247775"/>
                </a:cubicBezTo>
                <a:cubicBezTo>
                  <a:pt x="6407197" y="1247775"/>
                  <a:pt x="6400800" y="1241378"/>
                  <a:pt x="6400800" y="1233488"/>
                </a:cubicBezTo>
                <a:cubicBezTo>
                  <a:pt x="6400800" y="1225597"/>
                  <a:pt x="6407197" y="1219200"/>
                  <a:pt x="6415088" y="1219200"/>
                </a:cubicBezTo>
                <a:cubicBezTo>
                  <a:pt x="6422978" y="1219200"/>
                  <a:pt x="6429375" y="1225597"/>
                  <a:pt x="6429375" y="1233488"/>
                </a:cubicBezTo>
                <a:close/>
                <a:moveTo>
                  <a:pt x="6429375" y="1385888"/>
                </a:moveTo>
                <a:cubicBezTo>
                  <a:pt x="6429375" y="1393778"/>
                  <a:pt x="6422978" y="1400175"/>
                  <a:pt x="6415088" y="1400175"/>
                </a:cubicBezTo>
                <a:cubicBezTo>
                  <a:pt x="6407197" y="1400175"/>
                  <a:pt x="6400800" y="1393778"/>
                  <a:pt x="6400800" y="1385888"/>
                </a:cubicBezTo>
                <a:cubicBezTo>
                  <a:pt x="6400800" y="1377997"/>
                  <a:pt x="6407197" y="1371600"/>
                  <a:pt x="6415088" y="1371600"/>
                </a:cubicBezTo>
                <a:cubicBezTo>
                  <a:pt x="6422978" y="1371600"/>
                  <a:pt x="6429375" y="1377997"/>
                  <a:pt x="6429375" y="1385888"/>
                </a:cubicBezTo>
                <a:close/>
                <a:moveTo>
                  <a:pt x="6429375" y="1538288"/>
                </a:moveTo>
                <a:cubicBezTo>
                  <a:pt x="6429375" y="1546178"/>
                  <a:pt x="6422978" y="1552575"/>
                  <a:pt x="6415088" y="1552575"/>
                </a:cubicBezTo>
                <a:cubicBezTo>
                  <a:pt x="6407197" y="1552575"/>
                  <a:pt x="6400800" y="1546178"/>
                  <a:pt x="6400800" y="1538288"/>
                </a:cubicBezTo>
                <a:cubicBezTo>
                  <a:pt x="6400800" y="1530397"/>
                  <a:pt x="6407197" y="1524000"/>
                  <a:pt x="6415088" y="1524000"/>
                </a:cubicBezTo>
                <a:cubicBezTo>
                  <a:pt x="6422978" y="1524000"/>
                  <a:pt x="6429375" y="1530397"/>
                  <a:pt x="6429375" y="1538288"/>
                </a:cubicBezTo>
                <a:close/>
                <a:moveTo>
                  <a:pt x="6429375" y="1690688"/>
                </a:moveTo>
                <a:cubicBezTo>
                  <a:pt x="6429375" y="1698578"/>
                  <a:pt x="6422978" y="1704975"/>
                  <a:pt x="6415088" y="1704975"/>
                </a:cubicBezTo>
                <a:cubicBezTo>
                  <a:pt x="6407197" y="1704975"/>
                  <a:pt x="6400800" y="1698578"/>
                  <a:pt x="6400800" y="1690688"/>
                </a:cubicBezTo>
                <a:cubicBezTo>
                  <a:pt x="6400800" y="1682797"/>
                  <a:pt x="6407197" y="1676400"/>
                  <a:pt x="6415088" y="1676400"/>
                </a:cubicBezTo>
                <a:cubicBezTo>
                  <a:pt x="6422978" y="1676400"/>
                  <a:pt x="6429375" y="1682797"/>
                  <a:pt x="6429375" y="1690688"/>
                </a:cubicBezTo>
                <a:close/>
                <a:moveTo>
                  <a:pt x="6429375" y="1843088"/>
                </a:moveTo>
                <a:cubicBezTo>
                  <a:pt x="6429375" y="1850978"/>
                  <a:pt x="6422978" y="1857375"/>
                  <a:pt x="6415088" y="1857375"/>
                </a:cubicBezTo>
                <a:cubicBezTo>
                  <a:pt x="6407197" y="1857375"/>
                  <a:pt x="6400800" y="1850978"/>
                  <a:pt x="6400800" y="1843088"/>
                </a:cubicBezTo>
                <a:cubicBezTo>
                  <a:pt x="6400800" y="1835197"/>
                  <a:pt x="6407197" y="1828800"/>
                  <a:pt x="6415088" y="1828800"/>
                </a:cubicBezTo>
                <a:cubicBezTo>
                  <a:pt x="6422978" y="1828800"/>
                  <a:pt x="6429375" y="1835197"/>
                  <a:pt x="6429375" y="1843088"/>
                </a:cubicBezTo>
                <a:close/>
                <a:moveTo>
                  <a:pt x="6429375" y="1995488"/>
                </a:moveTo>
                <a:cubicBezTo>
                  <a:pt x="6429375" y="2003378"/>
                  <a:pt x="6422978" y="2009775"/>
                  <a:pt x="6415088" y="2009775"/>
                </a:cubicBezTo>
                <a:cubicBezTo>
                  <a:pt x="6407197" y="2009775"/>
                  <a:pt x="6400800" y="2003378"/>
                  <a:pt x="6400800" y="1995488"/>
                </a:cubicBezTo>
                <a:cubicBezTo>
                  <a:pt x="6400800" y="1987597"/>
                  <a:pt x="6407197" y="1981200"/>
                  <a:pt x="6415088" y="1981200"/>
                </a:cubicBezTo>
                <a:cubicBezTo>
                  <a:pt x="6422978" y="1981200"/>
                  <a:pt x="6429375" y="1987597"/>
                  <a:pt x="6429375" y="1995488"/>
                </a:cubicBezTo>
                <a:close/>
                <a:moveTo>
                  <a:pt x="6429375" y="2147888"/>
                </a:moveTo>
                <a:cubicBezTo>
                  <a:pt x="6429375" y="2155778"/>
                  <a:pt x="6422978" y="2162175"/>
                  <a:pt x="6415088" y="2162175"/>
                </a:cubicBezTo>
                <a:cubicBezTo>
                  <a:pt x="6407197" y="2162175"/>
                  <a:pt x="6400800" y="2155778"/>
                  <a:pt x="6400800" y="2147888"/>
                </a:cubicBezTo>
                <a:cubicBezTo>
                  <a:pt x="6400800" y="2139997"/>
                  <a:pt x="6407197" y="2133600"/>
                  <a:pt x="6415088" y="2133600"/>
                </a:cubicBezTo>
                <a:cubicBezTo>
                  <a:pt x="6422978" y="2133600"/>
                  <a:pt x="6429375" y="2139997"/>
                  <a:pt x="6429375" y="2147888"/>
                </a:cubicBezTo>
                <a:close/>
                <a:moveTo>
                  <a:pt x="6429375" y="2300288"/>
                </a:moveTo>
                <a:cubicBezTo>
                  <a:pt x="6429375" y="2308178"/>
                  <a:pt x="6422978" y="2314575"/>
                  <a:pt x="6415088" y="2314575"/>
                </a:cubicBezTo>
                <a:cubicBezTo>
                  <a:pt x="6407197" y="2314575"/>
                  <a:pt x="6400800" y="2308178"/>
                  <a:pt x="6400800" y="2300288"/>
                </a:cubicBezTo>
                <a:cubicBezTo>
                  <a:pt x="6400800" y="2292397"/>
                  <a:pt x="6407197" y="2286000"/>
                  <a:pt x="6415088" y="2286000"/>
                </a:cubicBezTo>
                <a:cubicBezTo>
                  <a:pt x="6422978" y="2286000"/>
                  <a:pt x="6429375" y="2292397"/>
                  <a:pt x="6429375" y="2300288"/>
                </a:cubicBezTo>
                <a:close/>
                <a:moveTo>
                  <a:pt x="6429375" y="2452688"/>
                </a:moveTo>
                <a:cubicBezTo>
                  <a:pt x="6429375" y="2460578"/>
                  <a:pt x="6422978" y="2466975"/>
                  <a:pt x="6415088" y="2466975"/>
                </a:cubicBezTo>
                <a:cubicBezTo>
                  <a:pt x="6407197" y="2466975"/>
                  <a:pt x="6400800" y="2460578"/>
                  <a:pt x="6400800" y="2452688"/>
                </a:cubicBezTo>
                <a:cubicBezTo>
                  <a:pt x="6400800" y="2444797"/>
                  <a:pt x="6407197" y="2438400"/>
                  <a:pt x="6415088" y="2438400"/>
                </a:cubicBezTo>
                <a:cubicBezTo>
                  <a:pt x="6422978" y="2438400"/>
                  <a:pt x="6429375" y="2444797"/>
                  <a:pt x="6429375" y="2452688"/>
                </a:cubicBezTo>
                <a:close/>
                <a:moveTo>
                  <a:pt x="6429375" y="2605088"/>
                </a:moveTo>
                <a:cubicBezTo>
                  <a:pt x="6429375" y="2612978"/>
                  <a:pt x="6422978" y="2619375"/>
                  <a:pt x="6415088" y="2619375"/>
                </a:cubicBezTo>
                <a:cubicBezTo>
                  <a:pt x="6407197" y="2619375"/>
                  <a:pt x="6400800" y="2612978"/>
                  <a:pt x="6400800" y="2605088"/>
                </a:cubicBezTo>
                <a:cubicBezTo>
                  <a:pt x="6400800" y="2597197"/>
                  <a:pt x="6407197" y="2590800"/>
                  <a:pt x="6415088" y="2590800"/>
                </a:cubicBezTo>
                <a:cubicBezTo>
                  <a:pt x="6422978" y="2590800"/>
                  <a:pt x="6429375" y="2597197"/>
                  <a:pt x="6429375" y="2605088"/>
                </a:cubicBezTo>
                <a:close/>
                <a:moveTo>
                  <a:pt x="6429375" y="2757488"/>
                </a:moveTo>
                <a:cubicBezTo>
                  <a:pt x="6429375" y="2765378"/>
                  <a:pt x="6422978" y="2771775"/>
                  <a:pt x="6415088" y="2771775"/>
                </a:cubicBezTo>
                <a:cubicBezTo>
                  <a:pt x="6407197" y="2771775"/>
                  <a:pt x="6400800" y="2765378"/>
                  <a:pt x="6400800" y="2757488"/>
                </a:cubicBezTo>
                <a:cubicBezTo>
                  <a:pt x="6400800" y="2749597"/>
                  <a:pt x="6407197" y="2743200"/>
                  <a:pt x="6415088" y="2743200"/>
                </a:cubicBezTo>
                <a:cubicBezTo>
                  <a:pt x="6422978" y="2743200"/>
                  <a:pt x="6429375" y="2749597"/>
                  <a:pt x="6429375" y="2757488"/>
                </a:cubicBezTo>
                <a:close/>
                <a:moveTo>
                  <a:pt x="6429375" y="2909888"/>
                </a:moveTo>
                <a:cubicBezTo>
                  <a:pt x="6429375" y="2917778"/>
                  <a:pt x="6422978" y="2924175"/>
                  <a:pt x="6415088" y="2924175"/>
                </a:cubicBezTo>
                <a:cubicBezTo>
                  <a:pt x="6407197" y="2924175"/>
                  <a:pt x="6400800" y="2917778"/>
                  <a:pt x="6400800" y="2909888"/>
                </a:cubicBezTo>
                <a:cubicBezTo>
                  <a:pt x="6400800" y="2901997"/>
                  <a:pt x="6407197" y="2895600"/>
                  <a:pt x="6415088" y="2895600"/>
                </a:cubicBezTo>
                <a:cubicBezTo>
                  <a:pt x="6422978" y="2895600"/>
                  <a:pt x="6429375" y="2901997"/>
                  <a:pt x="6429375" y="2909888"/>
                </a:cubicBezTo>
                <a:close/>
                <a:moveTo>
                  <a:pt x="6429375" y="3062288"/>
                </a:moveTo>
                <a:cubicBezTo>
                  <a:pt x="6429375" y="3070178"/>
                  <a:pt x="6422978" y="3076575"/>
                  <a:pt x="6415088" y="3076575"/>
                </a:cubicBezTo>
                <a:cubicBezTo>
                  <a:pt x="6407197" y="3076575"/>
                  <a:pt x="6400800" y="3070178"/>
                  <a:pt x="6400800" y="3062288"/>
                </a:cubicBezTo>
                <a:cubicBezTo>
                  <a:pt x="6400800" y="3054397"/>
                  <a:pt x="6407197" y="3048000"/>
                  <a:pt x="6415088" y="3048000"/>
                </a:cubicBezTo>
                <a:cubicBezTo>
                  <a:pt x="6422978" y="3048000"/>
                  <a:pt x="6429375" y="3054397"/>
                  <a:pt x="6429375" y="3062288"/>
                </a:cubicBezTo>
                <a:close/>
                <a:moveTo>
                  <a:pt x="6429375" y="3214688"/>
                </a:moveTo>
                <a:cubicBezTo>
                  <a:pt x="6429375" y="3222578"/>
                  <a:pt x="6422978" y="3228975"/>
                  <a:pt x="6415088" y="3228975"/>
                </a:cubicBezTo>
                <a:cubicBezTo>
                  <a:pt x="6407197" y="3228975"/>
                  <a:pt x="6400800" y="3222578"/>
                  <a:pt x="6400800" y="3214688"/>
                </a:cubicBezTo>
                <a:cubicBezTo>
                  <a:pt x="6400800" y="3206797"/>
                  <a:pt x="6407197" y="3200400"/>
                  <a:pt x="6415088" y="3200400"/>
                </a:cubicBezTo>
                <a:cubicBezTo>
                  <a:pt x="6422978" y="3200400"/>
                  <a:pt x="6429375" y="3206797"/>
                  <a:pt x="6429375" y="3214688"/>
                </a:cubicBezTo>
                <a:close/>
                <a:moveTo>
                  <a:pt x="6429375" y="3367088"/>
                </a:moveTo>
                <a:cubicBezTo>
                  <a:pt x="6429375" y="3374978"/>
                  <a:pt x="6422978" y="3381375"/>
                  <a:pt x="6415088" y="3381375"/>
                </a:cubicBezTo>
                <a:cubicBezTo>
                  <a:pt x="6407197" y="3381375"/>
                  <a:pt x="6400800" y="3374978"/>
                  <a:pt x="6400800" y="3367088"/>
                </a:cubicBezTo>
                <a:cubicBezTo>
                  <a:pt x="6400800" y="3359197"/>
                  <a:pt x="6407197" y="3352800"/>
                  <a:pt x="6415088" y="3352800"/>
                </a:cubicBezTo>
                <a:cubicBezTo>
                  <a:pt x="6422978" y="3352800"/>
                  <a:pt x="6429375" y="3359197"/>
                  <a:pt x="6429375" y="3367088"/>
                </a:cubicBezTo>
                <a:close/>
                <a:moveTo>
                  <a:pt x="6429375" y="3519488"/>
                </a:moveTo>
                <a:cubicBezTo>
                  <a:pt x="6429375" y="3527378"/>
                  <a:pt x="6422978" y="3533775"/>
                  <a:pt x="6415088" y="3533775"/>
                </a:cubicBezTo>
                <a:cubicBezTo>
                  <a:pt x="6407197" y="3533775"/>
                  <a:pt x="6400800" y="3527378"/>
                  <a:pt x="6400800" y="3519488"/>
                </a:cubicBezTo>
                <a:cubicBezTo>
                  <a:pt x="6400800" y="3511597"/>
                  <a:pt x="6407197" y="3505200"/>
                  <a:pt x="6415088" y="3505200"/>
                </a:cubicBezTo>
                <a:cubicBezTo>
                  <a:pt x="6422978" y="3505200"/>
                  <a:pt x="6429375" y="3511597"/>
                  <a:pt x="6429375" y="3519488"/>
                </a:cubicBezTo>
                <a:close/>
                <a:moveTo>
                  <a:pt x="6429375" y="3671888"/>
                </a:moveTo>
                <a:cubicBezTo>
                  <a:pt x="6429375" y="3679778"/>
                  <a:pt x="6422978" y="3686175"/>
                  <a:pt x="6415088" y="3686175"/>
                </a:cubicBezTo>
                <a:cubicBezTo>
                  <a:pt x="6407197" y="3686175"/>
                  <a:pt x="6400800" y="3679778"/>
                  <a:pt x="6400800" y="3671888"/>
                </a:cubicBezTo>
                <a:cubicBezTo>
                  <a:pt x="6400800" y="3663997"/>
                  <a:pt x="6407197" y="3657600"/>
                  <a:pt x="6415088" y="3657600"/>
                </a:cubicBezTo>
                <a:cubicBezTo>
                  <a:pt x="6422978" y="3657600"/>
                  <a:pt x="6429375" y="3663997"/>
                  <a:pt x="6429375" y="3671888"/>
                </a:cubicBezTo>
                <a:close/>
                <a:moveTo>
                  <a:pt x="6429375" y="3824288"/>
                </a:moveTo>
                <a:cubicBezTo>
                  <a:pt x="6429375" y="3832178"/>
                  <a:pt x="6422978" y="3838575"/>
                  <a:pt x="6415088" y="3838575"/>
                </a:cubicBezTo>
                <a:cubicBezTo>
                  <a:pt x="6407197" y="3838575"/>
                  <a:pt x="6400800" y="3832178"/>
                  <a:pt x="6400800" y="3824288"/>
                </a:cubicBezTo>
                <a:cubicBezTo>
                  <a:pt x="6400800" y="3816397"/>
                  <a:pt x="6407197" y="3810000"/>
                  <a:pt x="6415088" y="3810000"/>
                </a:cubicBezTo>
                <a:cubicBezTo>
                  <a:pt x="6422978" y="3810000"/>
                  <a:pt x="6429375" y="3816397"/>
                  <a:pt x="6429375" y="3824288"/>
                </a:cubicBezTo>
                <a:close/>
                <a:moveTo>
                  <a:pt x="6429375" y="3976688"/>
                </a:moveTo>
                <a:cubicBezTo>
                  <a:pt x="6429375" y="3984578"/>
                  <a:pt x="6422978" y="3990975"/>
                  <a:pt x="6415088" y="3990975"/>
                </a:cubicBezTo>
                <a:cubicBezTo>
                  <a:pt x="6407197" y="3990975"/>
                  <a:pt x="6400800" y="3984578"/>
                  <a:pt x="6400800" y="3976688"/>
                </a:cubicBezTo>
                <a:cubicBezTo>
                  <a:pt x="6400800" y="3968797"/>
                  <a:pt x="6407197" y="3962400"/>
                  <a:pt x="6415088" y="3962400"/>
                </a:cubicBezTo>
                <a:cubicBezTo>
                  <a:pt x="6422978" y="3962400"/>
                  <a:pt x="6429375" y="3968797"/>
                  <a:pt x="6429375" y="3976688"/>
                </a:cubicBezTo>
                <a:close/>
                <a:moveTo>
                  <a:pt x="6429375" y="4129088"/>
                </a:moveTo>
                <a:cubicBezTo>
                  <a:pt x="6429375" y="4136978"/>
                  <a:pt x="6422978" y="4143375"/>
                  <a:pt x="6415088" y="4143375"/>
                </a:cubicBezTo>
                <a:cubicBezTo>
                  <a:pt x="6407197" y="4143375"/>
                  <a:pt x="6400800" y="4136978"/>
                  <a:pt x="6400800" y="4129088"/>
                </a:cubicBezTo>
                <a:cubicBezTo>
                  <a:pt x="6400800" y="4121197"/>
                  <a:pt x="6407197" y="4114800"/>
                  <a:pt x="6415088" y="4114800"/>
                </a:cubicBezTo>
                <a:cubicBezTo>
                  <a:pt x="6422978" y="4114800"/>
                  <a:pt x="6429375" y="4121197"/>
                  <a:pt x="6429375" y="4129088"/>
                </a:cubicBezTo>
                <a:close/>
                <a:moveTo>
                  <a:pt x="6429375" y="4281488"/>
                </a:moveTo>
                <a:cubicBezTo>
                  <a:pt x="6429375" y="4289378"/>
                  <a:pt x="6422978" y="4295775"/>
                  <a:pt x="6415088" y="4295775"/>
                </a:cubicBezTo>
                <a:cubicBezTo>
                  <a:pt x="6407197" y="4295775"/>
                  <a:pt x="6400800" y="4289378"/>
                  <a:pt x="6400800" y="4281488"/>
                </a:cubicBezTo>
                <a:cubicBezTo>
                  <a:pt x="6400800" y="4273597"/>
                  <a:pt x="6407197" y="4267200"/>
                  <a:pt x="6415088" y="4267200"/>
                </a:cubicBezTo>
                <a:cubicBezTo>
                  <a:pt x="6422978" y="4267200"/>
                  <a:pt x="6429375" y="4273597"/>
                  <a:pt x="6429375" y="4281488"/>
                </a:cubicBezTo>
                <a:close/>
                <a:moveTo>
                  <a:pt x="6429375" y="4433888"/>
                </a:moveTo>
                <a:cubicBezTo>
                  <a:pt x="6429375" y="4441778"/>
                  <a:pt x="6422978" y="4448175"/>
                  <a:pt x="6415088" y="4448175"/>
                </a:cubicBezTo>
                <a:cubicBezTo>
                  <a:pt x="6407197" y="4448175"/>
                  <a:pt x="6400800" y="4441778"/>
                  <a:pt x="6400800" y="4433888"/>
                </a:cubicBezTo>
                <a:cubicBezTo>
                  <a:pt x="6400800" y="4425997"/>
                  <a:pt x="6407197" y="4419600"/>
                  <a:pt x="6415088" y="4419600"/>
                </a:cubicBezTo>
                <a:cubicBezTo>
                  <a:pt x="6422978" y="4419600"/>
                  <a:pt x="6429375" y="4425997"/>
                  <a:pt x="6429375" y="4433888"/>
                </a:cubicBezTo>
                <a:close/>
                <a:moveTo>
                  <a:pt x="6429375" y="4586288"/>
                </a:moveTo>
                <a:cubicBezTo>
                  <a:pt x="6429375" y="4594178"/>
                  <a:pt x="6422978" y="4600575"/>
                  <a:pt x="6415088" y="4600575"/>
                </a:cubicBezTo>
                <a:cubicBezTo>
                  <a:pt x="6407197" y="4600575"/>
                  <a:pt x="6400800" y="4594178"/>
                  <a:pt x="6400800" y="4586288"/>
                </a:cubicBezTo>
                <a:cubicBezTo>
                  <a:pt x="6400800" y="4578397"/>
                  <a:pt x="6407197" y="4572000"/>
                  <a:pt x="6415088" y="4572000"/>
                </a:cubicBezTo>
                <a:cubicBezTo>
                  <a:pt x="6422978" y="4572000"/>
                  <a:pt x="6429375" y="4578397"/>
                  <a:pt x="6429375" y="4586288"/>
                </a:cubicBezTo>
                <a:close/>
                <a:moveTo>
                  <a:pt x="6429375" y="4738688"/>
                </a:moveTo>
                <a:cubicBezTo>
                  <a:pt x="6429375" y="4746578"/>
                  <a:pt x="6422978" y="4752975"/>
                  <a:pt x="6415088" y="4752975"/>
                </a:cubicBezTo>
                <a:cubicBezTo>
                  <a:pt x="6407197" y="4752975"/>
                  <a:pt x="6400800" y="4746578"/>
                  <a:pt x="6400800" y="4738688"/>
                </a:cubicBezTo>
                <a:cubicBezTo>
                  <a:pt x="6400800" y="4730797"/>
                  <a:pt x="6407197" y="4724400"/>
                  <a:pt x="6415088" y="4724400"/>
                </a:cubicBezTo>
                <a:cubicBezTo>
                  <a:pt x="6422978" y="4724400"/>
                  <a:pt x="6429375" y="4730797"/>
                  <a:pt x="6429375" y="4738688"/>
                </a:cubicBezTo>
                <a:close/>
                <a:moveTo>
                  <a:pt x="6581775" y="14288"/>
                </a:moveTo>
                <a:cubicBezTo>
                  <a:pt x="6581775" y="22178"/>
                  <a:pt x="6575378" y="28575"/>
                  <a:pt x="6567488" y="28575"/>
                </a:cubicBezTo>
                <a:cubicBezTo>
                  <a:pt x="6559597" y="28575"/>
                  <a:pt x="6553200" y="22178"/>
                  <a:pt x="6553200" y="14288"/>
                </a:cubicBezTo>
                <a:cubicBezTo>
                  <a:pt x="6553200" y="6397"/>
                  <a:pt x="6559597" y="0"/>
                  <a:pt x="6567488" y="0"/>
                </a:cubicBezTo>
                <a:cubicBezTo>
                  <a:pt x="6575378" y="0"/>
                  <a:pt x="6581775" y="6397"/>
                  <a:pt x="6581775" y="14288"/>
                </a:cubicBezTo>
                <a:close/>
                <a:moveTo>
                  <a:pt x="6581775" y="166688"/>
                </a:moveTo>
                <a:cubicBezTo>
                  <a:pt x="6581775" y="174578"/>
                  <a:pt x="6575378" y="180975"/>
                  <a:pt x="6567488" y="180975"/>
                </a:cubicBezTo>
                <a:cubicBezTo>
                  <a:pt x="6559597" y="180975"/>
                  <a:pt x="6553200" y="174578"/>
                  <a:pt x="6553200" y="166688"/>
                </a:cubicBezTo>
                <a:cubicBezTo>
                  <a:pt x="6553200" y="158797"/>
                  <a:pt x="6559597" y="152400"/>
                  <a:pt x="6567488" y="152400"/>
                </a:cubicBezTo>
                <a:cubicBezTo>
                  <a:pt x="6575378" y="152400"/>
                  <a:pt x="6581775" y="158797"/>
                  <a:pt x="6581775" y="166688"/>
                </a:cubicBezTo>
                <a:close/>
                <a:moveTo>
                  <a:pt x="6581775" y="319088"/>
                </a:moveTo>
                <a:cubicBezTo>
                  <a:pt x="6581775" y="326978"/>
                  <a:pt x="6575378" y="333375"/>
                  <a:pt x="6567488" y="333375"/>
                </a:cubicBezTo>
                <a:cubicBezTo>
                  <a:pt x="6559597" y="333375"/>
                  <a:pt x="6553200" y="326978"/>
                  <a:pt x="6553200" y="319088"/>
                </a:cubicBezTo>
                <a:cubicBezTo>
                  <a:pt x="6553200" y="311197"/>
                  <a:pt x="6559597" y="304800"/>
                  <a:pt x="6567488" y="304800"/>
                </a:cubicBezTo>
                <a:cubicBezTo>
                  <a:pt x="6575378" y="304800"/>
                  <a:pt x="6581775" y="311197"/>
                  <a:pt x="6581775" y="319088"/>
                </a:cubicBezTo>
                <a:close/>
                <a:moveTo>
                  <a:pt x="6581775" y="471488"/>
                </a:moveTo>
                <a:cubicBezTo>
                  <a:pt x="6581775" y="479378"/>
                  <a:pt x="6575378" y="485775"/>
                  <a:pt x="6567488" y="485775"/>
                </a:cubicBezTo>
                <a:cubicBezTo>
                  <a:pt x="6559597" y="485775"/>
                  <a:pt x="6553200" y="479378"/>
                  <a:pt x="6553200" y="471488"/>
                </a:cubicBezTo>
                <a:cubicBezTo>
                  <a:pt x="6553200" y="463597"/>
                  <a:pt x="6559597" y="457200"/>
                  <a:pt x="6567488" y="457200"/>
                </a:cubicBezTo>
                <a:cubicBezTo>
                  <a:pt x="6575378" y="457200"/>
                  <a:pt x="6581775" y="463597"/>
                  <a:pt x="6581775" y="471488"/>
                </a:cubicBezTo>
                <a:close/>
                <a:moveTo>
                  <a:pt x="6581775" y="623888"/>
                </a:moveTo>
                <a:cubicBezTo>
                  <a:pt x="6581775" y="631778"/>
                  <a:pt x="6575378" y="638175"/>
                  <a:pt x="6567488" y="638175"/>
                </a:cubicBezTo>
                <a:cubicBezTo>
                  <a:pt x="6559597" y="638175"/>
                  <a:pt x="6553200" y="631778"/>
                  <a:pt x="6553200" y="623888"/>
                </a:cubicBezTo>
                <a:cubicBezTo>
                  <a:pt x="6553200" y="615997"/>
                  <a:pt x="6559597" y="609600"/>
                  <a:pt x="6567488" y="609600"/>
                </a:cubicBezTo>
                <a:cubicBezTo>
                  <a:pt x="6575378" y="609600"/>
                  <a:pt x="6581775" y="615997"/>
                  <a:pt x="6581775" y="623888"/>
                </a:cubicBezTo>
                <a:close/>
                <a:moveTo>
                  <a:pt x="6581775" y="776288"/>
                </a:moveTo>
                <a:cubicBezTo>
                  <a:pt x="6581775" y="784178"/>
                  <a:pt x="6575378" y="790575"/>
                  <a:pt x="6567488" y="790575"/>
                </a:cubicBezTo>
                <a:cubicBezTo>
                  <a:pt x="6559597" y="790575"/>
                  <a:pt x="6553200" y="784178"/>
                  <a:pt x="6553200" y="776288"/>
                </a:cubicBezTo>
                <a:cubicBezTo>
                  <a:pt x="6553200" y="768397"/>
                  <a:pt x="6559597" y="762000"/>
                  <a:pt x="6567488" y="762000"/>
                </a:cubicBezTo>
                <a:cubicBezTo>
                  <a:pt x="6575378" y="762000"/>
                  <a:pt x="6581775" y="768397"/>
                  <a:pt x="6581775" y="776288"/>
                </a:cubicBezTo>
                <a:close/>
                <a:moveTo>
                  <a:pt x="6581775" y="928688"/>
                </a:moveTo>
                <a:cubicBezTo>
                  <a:pt x="6581775" y="936578"/>
                  <a:pt x="6575378" y="942975"/>
                  <a:pt x="6567488" y="942975"/>
                </a:cubicBezTo>
                <a:cubicBezTo>
                  <a:pt x="6559597" y="942975"/>
                  <a:pt x="6553200" y="936578"/>
                  <a:pt x="6553200" y="928688"/>
                </a:cubicBezTo>
                <a:cubicBezTo>
                  <a:pt x="6553200" y="920797"/>
                  <a:pt x="6559597" y="914400"/>
                  <a:pt x="6567488" y="914400"/>
                </a:cubicBezTo>
                <a:cubicBezTo>
                  <a:pt x="6575378" y="914400"/>
                  <a:pt x="6581775" y="920797"/>
                  <a:pt x="6581775" y="928688"/>
                </a:cubicBezTo>
                <a:close/>
                <a:moveTo>
                  <a:pt x="6581775" y="1081088"/>
                </a:moveTo>
                <a:cubicBezTo>
                  <a:pt x="6581775" y="1088978"/>
                  <a:pt x="6575378" y="1095375"/>
                  <a:pt x="6567488" y="1095375"/>
                </a:cubicBezTo>
                <a:cubicBezTo>
                  <a:pt x="6559597" y="1095375"/>
                  <a:pt x="6553200" y="1088978"/>
                  <a:pt x="6553200" y="1081088"/>
                </a:cubicBezTo>
                <a:cubicBezTo>
                  <a:pt x="6553200" y="1073197"/>
                  <a:pt x="6559597" y="1066800"/>
                  <a:pt x="6567488" y="1066800"/>
                </a:cubicBezTo>
                <a:cubicBezTo>
                  <a:pt x="6575378" y="1066800"/>
                  <a:pt x="6581775" y="1073197"/>
                  <a:pt x="6581775" y="1081088"/>
                </a:cubicBezTo>
                <a:close/>
                <a:moveTo>
                  <a:pt x="6581775" y="1233488"/>
                </a:moveTo>
                <a:cubicBezTo>
                  <a:pt x="6581775" y="1241378"/>
                  <a:pt x="6575378" y="1247775"/>
                  <a:pt x="6567488" y="1247775"/>
                </a:cubicBezTo>
                <a:cubicBezTo>
                  <a:pt x="6559597" y="1247775"/>
                  <a:pt x="6553200" y="1241378"/>
                  <a:pt x="6553200" y="1233488"/>
                </a:cubicBezTo>
                <a:cubicBezTo>
                  <a:pt x="6553200" y="1225597"/>
                  <a:pt x="6559597" y="1219200"/>
                  <a:pt x="6567488" y="1219200"/>
                </a:cubicBezTo>
                <a:cubicBezTo>
                  <a:pt x="6575378" y="1219200"/>
                  <a:pt x="6581775" y="1225597"/>
                  <a:pt x="6581775" y="1233488"/>
                </a:cubicBezTo>
                <a:close/>
                <a:moveTo>
                  <a:pt x="6581775" y="1385888"/>
                </a:moveTo>
                <a:cubicBezTo>
                  <a:pt x="6581775" y="1393778"/>
                  <a:pt x="6575378" y="1400175"/>
                  <a:pt x="6567488" y="1400175"/>
                </a:cubicBezTo>
                <a:cubicBezTo>
                  <a:pt x="6559597" y="1400175"/>
                  <a:pt x="6553200" y="1393778"/>
                  <a:pt x="6553200" y="1385888"/>
                </a:cubicBezTo>
                <a:cubicBezTo>
                  <a:pt x="6553200" y="1377997"/>
                  <a:pt x="6559597" y="1371600"/>
                  <a:pt x="6567488" y="1371600"/>
                </a:cubicBezTo>
                <a:cubicBezTo>
                  <a:pt x="6575378" y="1371600"/>
                  <a:pt x="6581775" y="1377997"/>
                  <a:pt x="6581775" y="1385888"/>
                </a:cubicBezTo>
                <a:close/>
                <a:moveTo>
                  <a:pt x="6581775" y="1538288"/>
                </a:moveTo>
                <a:cubicBezTo>
                  <a:pt x="6581775" y="1546178"/>
                  <a:pt x="6575378" y="1552575"/>
                  <a:pt x="6567488" y="1552575"/>
                </a:cubicBezTo>
                <a:cubicBezTo>
                  <a:pt x="6559597" y="1552575"/>
                  <a:pt x="6553200" y="1546178"/>
                  <a:pt x="6553200" y="1538288"/>
                </a:cubicBezTo>
                <a:cubicBezTo>
                  <a:pt x="6553200" y="1530397"/>
                  <a:pt x="6559597" y="1524000"/>
                  <a:pt x="6567488" y="1524000"/>
                </a:cubicBezTo>
                <a:cubicBezTo>
                  <a:pt x="6575378" y="1524000"/>
                  <a:pt x="6581775" y="1530397"/>
                  <a:pt x="6581775" y="1538288"/>
                </a:cubicBezTo>
                <a:close/>
                <a:moveTo>
                  <a:pt x="6581775" y="1690688"/>
                </a:moveTo>
                <a:cubicBezTo>
                  <a:pt x="6581775" y="1698578"/>
                  <a:pt x="6575378" y="1704975"/>
                  <a:pt x="6567488" y="1704975"/>
                </a:cubicBezTo>
                <a:cubicBezTo>
                  <a:pt x="6559597" y="1704975"/>
                  <a:pt x="6553200" y="1698578"/>
                  <a:pt x="6553200" y="1690688"/>
                </a:cubicBezTo>
                <a:cubicBezTo>
                  <a:pt x="6553200" y="1682797"/>
                  <a:pt x="6559597" y="1676400"/>
                  <a:pt x="6567488" y="1676400"/>
                </a:cubicBezTo>
                <a:cubicBezTo>
                  <a:pt x="6575378" y="1676400"/>
                  <a:pt x="6581775" y="1682797"/>
                  <a:pt x="6581775" y="1690688"/>
                </a:cubicBezTo>
                <a:close/>
                <a:moveTo>
                  <a:pt x="6581775" y="1843088"/>
                </a:moveTo>
                <a:cubicBezTo>
                  <a:pt x="6581775" y="1850978"/>
                  <a:pt x="6575378" y="1857375"/>
                  <a:pt x="6567488" y="1857375"/>
                </a:cubicBezTo>
                <a:cubicBezTo>
                  <a:pt x="6559597" y="1857375"/>
                  <a:pt x="6553200" y="1850978"/>
                  <a:pt x="6553200" y="1843088"/>
                </a:cubicBezTo>
                <a:cubicBezTo>
                  <a:pt x="6553200" y="1835197"/>
                  <a:pt x="6559597" y="1828800"/>
                  <a:pt x="6567488" y="1828800"/>
                </a:cubicBezTo>
                <a:cubicBezTo>
                  <a:pt x="6575378" y="1828800"/>
                  <a:pt x="6581775" y="1835197"/>
                  <a:pt x="6581775" y="1843088"/>
                </a:cubicBezTo>
                <a:close/>
                <a:moveTo>
                  <a:pt x="6581775" y="1995488"/>
                </a:moveTo>
                <a:cubicBezTo>
                  <a:pt x="6581775" y="2003378"/>
                  <a:pt x="6575378" y="2009775"/>
                  <a:pt x="6567488" y="2009775"/>
                </a:cubicBezTo>
                <a:cubicBezTo>
                  <a:pt x="6559597" y="2009775"/>
                  <a:pt x="6553200" y="2003378"/>
                  <a:pt x="6553200" y="1995488"/>
                </a:cubicBezTo>
                <a:cubicBezTo>
                  <a:pt x="6553200" y="1987597"/>
                  <a:pt x="6559597" y="1981200"/>
                  <a:pt x="6567488" y="1981200"/>
                </a:cubicBezTo>
                <a:cubicBezTo>
                  <a:pt x="6575378" y="1981200"/>
                  <a:pt x="6581775" y="1987597"/>
                  <a:pt x="6581775" y="1995488"/>
                </a:cubicBezTo>
                <a:close/>
                <a:moveTo>
                  <a:pt x="6581775" y="2147888"/>
                </a:moveTo>
                <a:cubicBezTo>
                  <a:pt x="6581775" y="2155778"/>
                  <a:pt x="6575378" y="2162175"/>
                  <a:pt x="6567488" y="2162175"/>
                </a:cubicBezTo>
                <a:cubicBezTo>
                  <a:pt x="6559597" y="2162175"/>
                  <a:pt x="6553200" y="2155778"/>
                  <a:pt x="6553200" y="2147888"/>
                </a:cubicBezTo>
                <a:cubicBezTo>
                  <a:pt x="6553200" y="2139997"/>
                  <a:pt x="6559597" y="2133600"/>
                  <a:pt x="6567488" y="2133600"/>
                </a:cubicBezTo>
                <a:cubicBezTo>
                  <a:pt x="6575378" y="2133600"/>
                  <a:pt x="6581775" y="2139997"/>
                  <a:pt x="6581775" y="2147888"/>
                </a:cubicBezTo>
                <a:close/>
                <a:moveTo>
                  <a:pt x="6581775" y="2300288"/>
                </a:moveTo>
                <a:cubicBezTo>
                  <a:pt x="6581775" y="2308178"/>
                  <a:pt x="6575378" y="2314575"/>
                  <a:pt x="6567488" y="2314575"/>
                </a:cubicBezTo>
                <a:cubicBezTo>
                  <a:pt x="6559597" y="2314575"/>
                  <a:pt x="6553200" y="2308178"/>
                  <a:pt x="6553200" y="2300288"/>
                </a:cubicBezTo>
                <a:cubicBezTo>
                  <a:pt x="6553200" y="2292397"/>
                  <a:pt x="6559597" y="2286000"/>
                  <a:pt x="6567488" y="2286000"/>
                </a:cubicBezTo>
                <a:cubicBezTo>
                  <a:pt x="6575378" y="2286000"/>
                  <a:pt x="6581775" y="2292397"/>
                  <a:pt x="6581775" y="2300288"/>
                </a:cubicBezTo>
                <a:close/>
                <a:moveTo>
                  <a:pt x="6581775" y="2452688"/>
                </a:moveTo>
                <a:cubicBezTo>
                  <a:pt x="6581775" y="2460578"/>
                  <a:pt x="6575378" y="2466975"/>
                  <a:pt x="6567488" y="2466975"/>
                </a:cubicBezTo>
                <a:cubicBezTo>
                  <a:pt x="6559597" y="2466975"/>
                  <a:pt x="6553200" y="2460578"/>
                  <a:pt x="6553200" y="2452688"/>
                </a:cubicBezTo>
                <a:cubicBezTo>
                  <a:pt x="6553200" y="2444797"/>
                  <a:pt x="6559597" y="2438400"/>
                  <a:pt x="6567488" y="2438400"/>
                </a:cubicBezTo>
                <a:cubicBezTo>
                  <a:pt x="6575378" y="2438400"/>
                  <a:pt x="6581775" y="2444797"/>
                  <a:pt x="6581775" y="2452688"/>
                </a:cubicBezTo>
                <a:close/>
                <a:moveTo>
                  <a:pt x="6581775" y="2605088"/>
                </a:moveTo>
                <a:cubicBezTo>
                  <a:pt x="6581775" y="2612978"/>
                  <a:pt x="6575378" y="2619375"/>
                  <a:pt x="6567488" y="2619375"/>
                </a:cubicBezTo>
                <a:cubicBezTo>
                  <a:pt x="6559597" y="2619375"/>
                  <a:pt x="6553200" y="2612978"/>
                  <a:pt x="6553200" y="2605088"/>
                </a:cubicBezTo>
                <a:cubicBezTo>
                  <a:pt x="6553200" y="2597197"/>
                  <a:pt x="6559597" y="2590800"/>
                  <a:pt x="6567488" y="2590800"/>
                </a:cubicBezTo>
                <a:cubicBezTo>
                  <a:pt x="6575378" y="2590800"/>
                  <a:pt x="6581775" y="2597197"/>
                  <a:pt x="6581775" y="2605088"/>
                </a:cubicBezTo>
                <a:close/>
                <a:moveTo>
                  <a:pt x="6581775" y="2757488"/>
                </a:moveTo>
                <a:cubicBezTo>
                  <a:pt x="6581775" y="2765378"/>
                  <a:pt x="6575378" y="2771775"/>
                  <a:pt x="6567488" y="2771775"/>
                </a:cubicBezTo>
                <a:cubicBezTo>
                  <a:pt x="6559597" y="2771775"/>
                  <a:pt x="6553200" y="2765378"/>
                  <a:pt x="6553200" y="2757488"/>
                </a:cubicBezTo>
                <a:cubicBezTo>
                  <a:pt x="6553200" y="2749597"/>
                  <a:pt x="6559597" y="2743200"/>
                  <a:pt x="6567488" y="2743200"/>
                </a:cubicBezTo>
                <a:cubicBezTo>
                  <a:pt x="6575378" y="2743200"/>
                  <a:pt x="6581775" y="2749597"/>
                  <a:pt x="6581775" y="2757488"/>
                </a:cubicBezTo>
                <a:close/>
                <a:moveTo>
                  <a:pt x="6581775" y="2909888"/>
                </a:moveTo>
                <a:cubicBezTo>
                  <a:pt x="6581775" y="2917778"/>
                  <a:pt x="6575378" y="2924175"/>
                  <a:pt x="6567488" y="2924175"/>
                </a:cubicBezTo>
                <a:cubicBezTo>
                  <a:pt x="6559597" y="2924175"/>
                  <a:pt x="6553200" y="2917778"/>
                  <a:pt x="6553200" y="2909888"/>
                </a:cubicBezTo>
                <a:cubicBezTo>
                  <a:pt x="6553200" y="2901997"/>
                  <a:pt x="6559597" y="2895600"/>
                  <a:pt x="6567488" y="2895600"/>
                </a:cubicBezTo>
                <a:cubicBezTo>
                  <a:pt x="6575378" y="2895600"/>
                  <a:pt x="6581775" y="2901997"/>
                  <a:pt x="6581775" y="2909888"/>
                </a:cubicBezTo>
                <a:close/>
                <a:moveTo>
                  <a:pt x="6581775" y="3062288"/>
                </a:moveTo>
                <a:cubicBezTo>
                  <a:pt x="6581775" y="3070178"/>
                  <a:pt x="6575378" y="3076575"/>
                  <a:pt x="6567488" y="3076575"/>
                </a:cubicBezTo>
                <a:cubicBezTo>
                  <a:pt x="6559597" y="3076575"/>
                  <a:pt x="6553200" y="3070178"/>
                  <a:pt x="6553200" y="3062288"/>
                </a:cubicBezTo>
                <a:cubicBezTo>
                  <a:pt x="6553200" y="3054397"/>
                  <a:pt x="6559597" y="3048000"/>
                  <a:pt x="6567488" y="3048000"/>
                </a:cubicBezTo>
                <a:cubicBezTo>
                  <a:pt x="6575378" y="3048000"/>
                  <a:pt x="6581775" y="3054397"/>
                  <a:pt x="6581775" y="3062288"/>
                </a:cubicBezTo>
                <a:close/>
                <a:moveTo>
                  <a:pt x="6581775" y="3214688"/>
                </a:moveTo>
                <a:cubicBezTo>
                  <a:pt x="6581775" y="3222578"/>
                  <a:pt x="6575378" y="3228975"/>
                  <a:pt x="6567488" y="3228975"/>
                </a:cubicBezTo>
                <a:cubicBezTo>
                  <a:pt x="6559597" y="3228975"/>
                  <a:pt x="6553200" y="3222578"/>
                  <a:pt x="6553200" y="3214688"/>
                </a:cubicBezTo>
                <a:cubicBezTo>
                  <a:pt x="6553200" y="3206797"/>
                  <a:pt x="6559597" y="3200400"/>
                  <a:pt x="6567488" y="3200400"/>
                </a:cubicBezTo>
                <a:cubicBezTo>
                  <a:pt x="6575378" y="3200400"/>
                  <a:pt x="6581775" y="3206797"/>
                  <a:pt x="6581775" y="3214688"/>
                </a:cubicBezTo>
                <a:close/>
                <a:moveTo>
                  <a:pt x="6581775" y="3367088"/>
                </a:moveTo>
                <a:cubicBezTo>
                  <a:pt x="6581775" y="3374978"/>
                  <a:pt x="6575378" y="3381375"/>
                  <a:pt x="6567488" y="3381375"/>
                </a:cubicBezTo>
                <a:cubicBezTo>
                  <a:pt x="6559597" y="3381375"/>
                  <a:pt x="6553200" y="3374978"/>
                  <a:pt x="6553200" y="3367088"/>
                </a:cubicBezTo>
                <a:cubicBezTo>
                  <a:pt x="6553200" y="3359197"/>
                  <a:pt x="6559597" y="3352800"/>
                  <a:pt x="6567488" y="3352800"/>
                </a:cubicBezTo>
                <a:cubicBezTo>
                  <a:pt x="6575378" y="3352800"/>
                  <a:pt x="6581775" y="3359197"/>
                  <a:pt x="6581775" y="3367088"/>
                </a:cubicBezTo>
                <a:close/>
                <a:moveTo>
                  <a:pt x="6581775" y="3519488"/>
                </a:moveTo>
                <a:cubicBezTo>
                  <a:pt x="6581775" y="3527378"/>
                  <a:pt x="6575378" y="3533775"/>
                  <a:pt x="6567488" y="3533775"/>
                </a:cubicBezTo>
                <a:cubicBezTo>
                  <a:pt x="6559597" y="3533775"/>
                  <a:pt x="6553200" y="3527378"/>
                  <a:pt x="6553200" y="3519488"/>
                </a:cubicBezTo>
                <a:cubicBezTo>
                  <a:pt x="6553200" y="3511597"/>
                  <a:pt x="6559597" y="3505200"/>
                  <a:pt x="6567488" y="3505200"/>
                </a:cubicBezTo>
                <a:cubicBezTo>
                  <a:pt x="6575378" y="3505200"/>
                  <a:pt x="6581775" y="3511597"/>
                  <a:pt x="6581775" y="3519488"/>
                </a:cubicBezTo>
                <a:close/>
                <a:moveTo>
                  <a:pt x="6581775" y="3671888"/>
                </a:moveTo>
                <a:cubicBezTo>
                  <a:pt x="6581775" y="3679778"/>
                  <a:pt x="6575378" y="3686175"/>
                  <a:pt x="6567488" y="3686175"/>
                </a:cubicBezTo>
                <a:cubicBezTo>
                  <a:pt x="6559597" y="3686175"/>
                  <a:pt x="6553200" y="3679778"/>
                  <a:pt x="6553200" y="3671888"/>
                </a:cubicBezTo>
                <a:cubicBezTo>
                  <a:pt x="6553200" y="3663997"/>
                  <a:pt x="6559597" y="3657600"/>
                  <a:pt x="6567488" y="3657600"/>
                </a:cubicBezTo>
                <a:cubicBezTo>
                  <a:pt x="6575378" y="3657600"/>
                  <a:pt x="6581775" y="3663997"/>
                  <a:pt x="6581775" y="3671888"/>
                </a:cubicBezTo>
                <a:close/>
                <a:moveTo>
                  <a:pt x="6581775" y="3824288"/>
                </a:moveTo>
                <a:cubicBezTo>
                  <a:pt x="6581775" y="3832178"/>
                  <a:pt x="6575378" y="3838575"/>
                  <a:pt x="6567488" y="3838575"/>
                </a:cubicBezTo>
                <a:cubicBezTo>
                  <a:pt x="6559597" y="3838575"/>
                  <a:pt x="6553200" y="3832178"/>
                  <a:pt x="6553200" y="3824288"/>
                </a:cubicBezTo>
                <a:cubicBezTo>
                  <a:pt x="6553200" y="3816397"/>
                  <a:pt x="6559597" y="3810000"/>
                  <a:pt x="6567488" y="3810000"/>
                </a:cubicBezTo>
                <a:cubicBezTo>
                  <a:pt x="6575378" y="3810000"/>
                  <a:pt x="6581775" y="3816397"/>
                  <a:pt x="6581775" y="3824288"/>
                </a:cubicBezTo>
                <a:close/>
                <a:moveTo>
                  <a:pt x="6581775" y="3976688"/>
                </a:moveTo>
                <a:cubicBezTo>
                  <a:pt x="6581775" y="3984578"/>
                  <a:pt x="6575378" y="3990975"/>
                  <a:pt x="6567488" y="3990975"/>
                </a:cubicBezTo>
                <a:cubicBezTo>
                  <a:pt x="6559597" y="3990975"/>
                  <a:pt x="6553200" y="3984578"/>
                  <a:pt x="6553200" y="3976688"/>
                </a:cubicBezTo>
                <a:cubicBezTo>
                  <a:pt x="6553200" y="3968797"/>
                  <a:pt x="6559597" y="3962400"/>
                  <a:pt x="6567488" y="3962400"/>
                </a:cubicBezTo>
                <a:cubicBezTo>
                  <a:pt x="6575378" y="3962400"/>
                  <a:pt x="6581775" y="3968797"/>
                  <a:pt x="6581775" y="3976688"/>
                </a:cubicBezTo>
                <a:close/>
                <a:moveTo>
                  <a:pt x="6581775" y="4129088"/>
                </a:moveTo>
                <a:cubicBezTo>
                  <a:pt x="6581775" y="4136978"/>
                  <a:pt x="6575378" y="4143375"/>
                  <a:pt x="6567488" y="4143375"/>
                </a:cubicBezTo>
                <a:cubicBezTo>
                  <a:pt x="6559597" y="4143375"/>
                  <a:pt x="6553200" y="4136978"/>
                  <a:pt x="6553200" y="4129088"/>
                </a:cubicBezTo>
                <a:cubicBezTo>
                  <a:pt x="6553200" y="4121197"/>
                  <a:pt x="6559597" y="4114800"/>
                  <a:pt x="6567488" y="4114800"/>
                </a:cubicBezTo>
                <a:cubicBezTo>
                  <a:pt x="6575378" y="4114800"/>
                  <a:pt x="6581775" y="4121197"/>
                  <a:pt x="6581775" y="4129088"/>
                </a:cubicBezTo>
                <a:close/>
                <a:moveTo>
                  <a:pt x="6581775" y="4281488"/>
                </a:moveTo>
                <a:cubicBezTo>
                  <a:pt x="6581775" y="4289378"/>
                  <a:pt x="6575378" y="4295775"/>
                  <a:pt x="6567488" y="4295775"/>
                </a:cubicBezTo>
                <a:cubicBezTo>
                  <a:pt x="6559597" y="4295775"/>
                  <a:pt x="6553200" y="4289378"/>
                  <a:pt x="6553200" y="4281488"/>
                </a:cubicBezTo>
                <a:cubicBezTo>
                  <a:pt x="6553200" y="4273597"/>
                  <a:pt x="6559597" y="4267200"/>
                  <a:pt x="6567488" y="4267200"/>
                </a:cubicBezTo>
                <a:cubicBezTo>
                  <a:pt x="6575378" y="4267200"/>
                  <a:pt x="6581775" y="4273597"/>
                  <a:pt x="6581775" y="4281488"/>
                </a:cubicBezTo>
                <a:close/>
                <a:moveTo>
                  <a:pt x="6581775" y="4433888"/>
                </a:moveTo>
                <a:cubicBezTo>
                  <a:pt x="6581775" y="4441778"/>
                  <a:pt x="6575378" y="4448175"/>
                  <a:pt x="6567488" y="4448175"/>
                </a:cubicBezTo>
                <a:cubicBezTo>
                  <a:pt x="6559597" y="4448175"/>
                  <a:pt x="6553200" y="4441778"/>
                  <a:pt x="6553200" y="4433888"/>
                </a:cubicBezTo>
                <a:cubicBezTo>
                  <a:pt x="6553200" y="4425997"/>
                  <a:pt x="6559597" y="4419600"/>
                  <a:pt x="6567488" y="4419600"/>
                </a:cubicBezTo>
                <a:cubicBezTo>
                  <a:pt x="6575378" y="4419600"/>
                  <a:pt x="6581775" y="4425997"/>
                  <a:pt x="6581775" y="4433888"/>
                </a:cubicBezTo>
                <a:close/>
                <a:moveTo>
                  <a:pt x="6581775" y="4586288"/>
                </a:moveTo>
                <a:cubicBezTo>
                  <a:pt x="6581775" y="4594178"/>
                  <a:pt x="6575378" y="4600575"/>
                  <a:pt x="6567488" y="4600575"/>
                </a:cubicBezTo>
                <a:cubicBezTo>
                  <a:pt x="6559597" y="4600575"/>
                  <a:pt x="6553200" y="4594178"/>
                  <a:pt x="6553200" y="4586288"/>
                </a:cubicBezTo>
                <a:cubicBezTo>
                  <a:pt x="6553200" y="4578397"/>
                  <a:pt x="6559597" y="4572000"/>
                  <a:pt x="6567488" y="4572000"/>
                </a:cubicBezTo>
                <a:cubicBezTo>
                  <a:pt x="6575378" y="4572000"/>
                  <a:pt x="6581775" y="4578397"/>
                  <a:pt x="6581775" y="4586288"/>
                </a:cubicBezTo>
                <a:close/>
                <a:moveTo>
                  <a:pt x="6581775" y="4738688"/>
                </a:moveTo>
                <a:cubicBezTo>
                  <a:pt x="6581775" y="4746578"/>
                  <a:pt x="6575378" y="4752975"/>
                  <a:pt x="6567488" y="4752975"/>
                </a:cubicBezTo>
                <a:cubicBezTo>
                  <a:pt x="6559597" y="4752975"/>
                  <a:pt x="6553200" y="4746578"/>
                  <a:pt x="6553200" y="4738688"/>
                </a:cubicBezTo>
                <a:cubicBezTo>
                  <a:pt x="6553200" y="4730797"/>
                  <a:pt x="6559597" y="4724400"/>
                  <a:pt x="6567488" y="4724400"/>
                </a:cubicBezTo>
                <a:cubicBezTo>
                  <a:pt x="6575378" y="4724400"/>
                  <a:pt x="6581775" y="4730797"/>
                  <a:pt x="6581775" y="4738688"/>
                </a:cubicBezTo>
                <a:close/>
                <a:moveTo>
                  <a:pt x="6734175" y="14288"/>
                </a:moveTo>
                <a:cubicBezTo>
                  <a:pt x="6734175" y="22178"/>
                  <a:pt x="6727778" y="28575"/>
                  <a:pt x="6719888" y="28575"/>
                </a:cubicBezTo>
                <a:cubicBezTo>
                  <a:pt x="6711997" y="28575"/>
                  <a:pt x="6705600" y="22178"/>
                  <a:pt x="6705600" y="14288"/>
                </a:cubicBezTo>
                <a:cubicBezTo>
                  <a:pt x="6705600" y="6397"/>
                  <a:pt x="6711997" y="0"/>
                  <a:pt x="6719888" y="0"/>
                </a:cubicBezTo>
                <a:cubicBezTo>
                  <a:pt x="6727778" y="0"/>
                  <a:pt x="6734175" y="6397"/>
                  <a:pt x="6734175" y="14288"/>
                </a:cubicBezTo>
                <a:close/>
                <a:moveTo>
                  <a:pt x="6734175" y="166688"/>
                </a:moveTo>
                <a:cubicBezTo>
                  <a:pt x="6734175" y="174578"/>
                  <a:pt x="6727778" y="180975"/>
                  <a:pt x="6719888" y="180975"/>
                </a:cubicBezTo>
                <a:cubicBezTo>
                  <a:pt x="6711997" y="180975"/>
                  <a:pt x="6705600" y="174578"/>
                  <a:pt x="6705600" y="166688"/>
                </a:cubicBezTo>
                <a:cubicBezTo>
                  <a:pt x="6705600" y="158797"/>
                  <a:pt x="6711997" y="152400"/>
                  <a:pt x="6719888" y="152400"/>
                </a:cubicBezTo>
                <a:cubicBezTo>
                  <a:pt x="6727778" y="152400"/>
                  <a:pt x="6734175" y="158797"/>
                  <a:pt x="6734175" y="166688"/>
                </a:cubicBezTo>
                <a:close/>
                <a:moveTo>
                  <a:pt x="6734175" y="319088"/>
                </a:moveTo>
                <a:cubicBezTo>
                  <a:pt x="6734175" y="326978"/>
                  <a:pt x="6727778" y="333375"/>
                  <a:pt x="6719888" y="333375"/>
                </a:cubicBezTo>
                <a:cubicBezTo>
                  <a:pt x="6711997" y="333375"/>
                  <a:pt x="6705600" y="326978"/>
                  <a:pt x="6705600" y="319088"/>
                </a:cubicBezTo>
                <a:cubicBezTo>
                  <a:pt x="6705600" y="311197"/>
                  <a:pt x="6711997" y="304800"/>
                  <a:pt x="6719888" y="304800"/>
                </a:cubicBezTo>
                <a:cubicBezTo>
                  <a:pt x="6727778" y="304800"/>
                  <a:pt x="6734175" y="311197"/>
                  <a:pt x="6734175" y="319088"/>
                </a:cubicBezTo>
                <a:close/>
                <a:moveTo>
                  <a:pt x="6734175" y="471488"/>
                </a:moveTo>
                <a:cubicBezTo>
                  <a:pt x="6734175" y="479378"/>
                  <a:pt x="6727778" y="485775"/>
                  <a:pt x="6719888" y="485775"/>
                </a:cubicBezTo>
                <a:cubicBezTo>
                  <a:pt x="6711997" y="485775"/>
                  <a:pt x="6705600" y="479378"/>
                  <a:pt x="6705600" y="471488"/>
                </a:cubicBezTo>
                <a:cubicBezTo>
                  <a:pt x="6705600" y="463597"/>
                  <a:pt x="6711997" y="457200"/>
                  <a:pt x="6719888" y="457200"/>
                </a:cubicBezTo>
                <a:cubicBezTo>
                  <a:pt x="6727778" y="457200"/>
                  <a:pt x="6734175" y="463597"/>
                  <a:pt x="6734175" y="471488"/>
                </a:cubicBezTo>
                <a:close/>
                <a:moveTo>
                  <a:pt x="6734175" y="623888"/>
                </a:moveTo>
                <a:cubicBezTo>
                  <a:pt x="6734175" y="631778"/>
                  <a:pt x="6727778" y="638175"/>
                  <a:pt x="6719888" y="638175"/>
                </a:cubicBezTo>
                <a:cubicBezTo>
                  <a:pt x="6711997" y="638175"/>
                  <a:pt x="6705600" y="631778"/>
                  <a:pt x="6705600" y="623888"/>
                </a:cubicBezTo>
                <a:cubicBezTo>
                  <a:pt x="6705600" y="615997"/>
                  <a:pt x="6711997" y="609600"/>
                  <a:pt x="6719888" y="609600"/>
                </a:cubicBezTo>
                <a:cubicBezTo>
                  <a:pt x="6727778" y="609600"/>
                  <a:pt x="6734175" y="615997"/>
                  <a:pt x="6734175" y="623888"/>
                </a:cubicBezTo>
                <a:close/>
                <a:moveTo>
                  <a:pt x="6734175" y="776288"/>
                </a:moveTo>
                <a:cubicBezTo>
                  <a:pt x="6734175" y="784178"/>
                  <a:pt x="6727778" y="790575"/>
                  <a:pt x="6719888" y="790575"/>
                </a:cubicBezTo>
                <a:cubicBezTo>
                  <a:pt x="6711997" y="790575"/>
                  <a:pt x="6705600" y="784178"/>
                  <a:pt x="6705600" y="776288"/>
                </a:cubicBezTo>
                <a:cubicBezTo>
                  <a:pt x="6705600" y="768397"/>
                  <a:pt x="6711997" y="762000"/>
                  <a:pt x="6719888" y="762000"/>
                </a:cubicBezTo>
                <a:cubicBezTo>
                  <a:pt x="6727778" y="762000"/>
                  <a:pt x="6734175" y="768397"/>
                  <a:pt x="6734175" y="776288"/>
                </a:cubicBezTo>
                <a:close/>
                <a:moveTo>
                  <a:pt x="6734175" y="928688"/>
                </a:moveTo>
                <a:cubicBezTo>
                  <a:pt x="6734175" y="936578"/>
                  <a:pt x="6727778" y="942975"/>
                  <a:pt x="6719888" y="942975"/>
                </a:cubicBezTo>
                <a:cubicBezTo>
                  <a:pt x="6711997" y="942975"/>
                  <a:pt x="6705600" y="936578"/>
                  <a:pt x="6705600" y="928688"/>
                </a:cubicBezTo>
                <a:cubicBezTo>
                  <a:pt x="6705600" y="920797"/>
                  <a:pt x="6711997" y="914400"/>
                  <a:pt x="6719888" y="914400"/>
                </a:cubicBezTo>
                <a:cubicBezTo>
                  <a:pt x="6727778" y="914400"/>
                  <a:pt x="6734175" y="920797"/>
                  <a:pt x="6734175" y="928688"/>
                </a:cubicBezTo>
                <a:close/>
                <a:moveTo>
                  <a:pt x="6734175" y="1081088"/>
                </a:moveTo>
                <a:cubicBezTo>
                  <a:pt x="6734175" y="1088978"/>
                  <a:pt x="6727778" y="1095375"/>
                  <a:pt x="6719888" y="1095375"/>
                </a:cubicBezTo>
                <a:cubicBezTo>
                  <a:pt x="6711997" y="1095375"/>
                  <a:pt x="6705600" y="1088978"/>
                  <a:pt x="6705600" y="1081088"/>
                </a:cubicBezTo>
                <a:cubicBezTo>
                  <a:pt x="6705600" y="1073197"/>
                  <a:pt x="6711997" y="1066800"/>
                  <a:pt x="6719888" y="1066800"/>
                </a:cubicBezTo>
                <a:cubicBezTo>
                  <a:pt x="6727778" y="1066800"/>
                  <a:pt x="6734175" y="1073197"/>
                  <a:pt x="6734175" y="1081088"/>
                </a:cubicBezTo>
                <a:close/>
                <a:moveTo>
                  <a:pt x="6734175" y="1233488"/>
                </a:moveTo>
                <a:cubicBezTo>
                  <a:pt x="6734175" y="1241378"/>
                  <a:pt x="6727778" y="1247775"/>
                  <a:pt x="6719888" y="1247775"/>
                </a:cubicBezTo>
                <a:cubicBezTo>
                  <a:pt x="6711997" y="1247775"/>
                  <a:pt x="6705600" y="1241378"/>
                  <a:pt x="6705600" y="1233488"/>
                </a:cubicBezTo>
                <a:cubicBezTo>
                  <a:pt x="6705600" y="1225597"/>
                  <a:pt x="6711997" y="1219200"/>
                  <a:pt x="6719888" y="1219200"/>
                </a:cubicBezTo>
                <a:cubicBezTo>
                  <a:pt x="6727778" y="1219200"/>
                  <a:pt x="6734175" y="1225597"/>
                  <a:pt x="6734175" y="1233488"/>
                </a:cubicBezTo>
                <a:close/>
                <a:moveTo>
                  <a:pt x="6734175" y="1385888"/>
                </a:moveTo>
                <a:cubicBezTo>
                  <a:pt x="6734175" y="1393778"/>
                  <a:pt x="6727778" y="1400175"/>
                  <a:pt x="6719888" y="1400175"/>
                </a:cubicBezTo>
                <a:cubicBezTo>
                  <a:pt x="6711997" y="1400175"/>
                  <a:pt x="6705600" y="1393778"/>
                  <a:pt x="6705600" y="1385888"/>
                </a:cubicBezTo>
                <a:cubicBezTo>
                  <a:pt x="6705600" y="1377997"/>
                  <a:pt x="6711997" y="1371600"/>
                  <a:pt x="6719888" y="1371600"/>
                </a:cubicBezTo>
                <a:cubicBezTo>
                  <a:pt x="6727778" y="1371600"/>
                  <a:pt x="6734175" y="1377997"/>
                  <a:pt x="6734175" y="1385888"/>
                </a:cubicBezTo>
                <a:close/>
                <a:moveTo>
                  <a:pt x="6734175" y="1538288"/>
                </a:moveTo>
                <a:cubicBezTo>
                  <a:pt x="6734175" y="1546178"/>
                  <a:pt x="6727778" y="1552575"/>
                  <a:pt x="6719888" y="1552575"/>
                </a:cubicBezTo>
                <a:cubicBezTo>
                  <a:pt x="6711997" y="1552575"/>
                  <a:pt x="6705600" y="1546178"/>
                  <a:pt x="6705600" y="1538288"/>
                </a:cubicBezTo>
                <a:cubicBezTo>
                  <a:pt x="6705600" y="1530397"/>
                  <a:pt x="6711997" y="1524000"/>
                  <a:pt x="6719888" y="1524000"/>
                </a:cubicBezTo>
                <a:cubicBezTo>
                  <a:pt x="6727778" y="1524000"/>
                  <a:pt x="6734175" y="1530397"/>
                  <a:pt x="6734175" y="1538288"/>
                </a:cubicBezTo>
                <a:close/>
                <a:moveTo>
                  <a:pt x="6734175" y="1690688"/>
                </a:moveTo>
                <a:cubicBezTo>
                  <a:pt x="6734175" y="1698578"/>
                  <a:pt x="6727778" y="1704975"/>
                  <a:pt x="6719888" y="1704975"/>
                </a:cubicBezTo>
                <a:cubicBezTo>
                  <a:pt x="6711997" y="1704975"/>
                  <a:pt x="6705600" y="1698578"/>
                  <a:pt x="6705600" y="1690688"/>
                </a:cubicBezTo>
                <a:cubicBezTo>
                  <a:pt x="6705600" y="1682797"/>
                  <a:pt x="6711997" y="1676400"/>
                  <a:pt x="6719888" y="1676400"/>
                </a:cubicBezTo>
                <a:cubicBezTo>
                  <a:pt x="6727778" y="1676400"/>
                  <a:pt x="6734175" y="1682797"/>
                  <a:pt x="6734175" y="1690688"/>
                </a:cubicBezTo>
                <a:close/>
                <a:moveTo>
                  <a:pt x="6734175" y="1843088"/>
                </a:moveTo>
                <a:cubicBezTo>
                  <a:pt x="6734175" y="1850978"/>
                  <a:pt x="6727778" y="1857375"/>
                  <a:pt x="6719888" y="1857375"/>
                </a:cubicBezTo>
                <a:cubicBezTo>
                  <a:pt x="6711997" y="1857375"/>
                  <a:pt x="6705600" y="1850978"/>
                  <a:pt x="6705600" y="1843088"/>
                </a:cubicBezTo>
                <a:cubicBezTo>
                  <a:pt x="6705600" y="1835197"/>
                  <a:pt x="6711997" y="1828800"/>
                  <a:pt x="6719888" y="1828800"/>
                </a:cubicBezTo>
                <a:cubicBezTo>
                  <a:pt x="6727778" y="1828800"/>
                  <a:pt x="6734175" y="1835197"/>
                  <a:pt x="6734175" y="1843088"/>
                </a:cubicBezTo>
                <a:close/>
                <a:moveTo>
                  <a:pt x="6734175" y="1995488"/>
                </a:moveTo>
                <a:cubicBezTo>
                  <a:pt x="6734175" y="2003378"/>
                  <a:pt x="6727778" y="2009775"/>
                  <a:pt x="6719888" y="2009775"/>
                </a:cubicBezTo>
                <a:cubicBezTo>
                  <a:pt x="6711997" y="2009775"/>
                  <a:pt x="6705600" y="2003378"/>
                  <a:pt x="6705600" y="1995488"/>
                </a:cubicBezTo>
                <a:cubicBezTo>
                  <a:pt x="6705600" y="1987597"/>
                  <a:pt x="6711997" y="1981200"/>
                  <a:pt x="6719888" y="1981200"/>
                </a:cubicBezTo>
                <a:cubicBezTo>
                  <a:pt x="6727778" y="1981200"/>
                  <a:pt x="6734175" y="1987597"/>
                  <a:pt x="6734175" y="1995488"/>
                </a:cubicBezTo>
                <a:close/>
                <a:moveTo>
                  <a:pt x="6734175" y="2147888"/>
                </a:moveTo>
                <a:cubicBezTo>
                  <a:pt x="6734175" y="2155778"/>
                  <a:pt x="6727778" y="2162175"/>
                  <a:pt x="6719888" y="2162175"/>
                </a:cubicBezTo>
                <a:cubicBezTo>
                  <a:pt x="6711997" y="2162175"/>
                  <a:pt x="6705600" y="2155778"/>
                  <a:pt x="6705600" y="2147888"/>
                </a:cubicBezTo>
                <a:cubicBezTo>
                  <a:pt x="6705600" y="2139997"/>
                  <a:pt x="6711997" y="2133600"/>
                  <a:pt x="6719888" y="2133600"/>
                </a:cubicBezTo>
                <a:cubicBezTo>
                  <a:pt x="6727778" y="2133600"/>
                  <a:pt x="6734175" y="2139997"/>
                  <a:pt x="6734175" y="2147888"/>
                </a:cubicBezTo>
                <a:close/>
                <a:moveTo>
                  <a:pt x="6734175" y="2300288"/>
                </a:moveTo>
                <a:cubicBezTo>
                  <a:pt x="6734175" y="2308178"/>
                  <a:pt x="6727778" y="2314575"/>
                  <a:pt x="6719888" y="2314575"/>
                </a:cubicBezTo>
                <a:cubicBezTo>
                  <a:pt x="6711997" y="2314575"/>
                  <a:pt x="6705600" y="2308178"/>
                  <a:pt x="6705600" y="2300288"/>
                </a:cubicBezTo>
                <a:cubicBezTo>
                  <a:pt x="6705600" y="2292397"/>
                  <a:pt x="6711997" y="2286000"/>
                  <a:pt x="6719888" y="2286000"/>
                </a:cubicBezTo>
                <a:cubicBezTo>
                  <a:pt x="6727778" y="2286000"/>
                  <a:pt x="6734175" y="2292397"/>
                  <a:pt x="6734175" y="2300288"/>
                </a:cubicBezTo>
                <a:close/>
                <a:moveTo>
                  <a:pt x="6734175" y="2452688"/>
                </a:moveTo>
                <a:cubicBezTo>
                  <a:pt x="6734175" y="2460578"/>
                  <a:pt x="6727778" y="2466975"/>
                  <a:pt x="6719888" y="2466975"/>
                </a:cubicBezTo>
                <a:cubicBezTo>
                  <a:pt x="6711997" y="2466975"/>
                  <a:pt x="6705600" y="2460578"/>
                  <a:pt x="6705600" y="2452688"/>
                </a:cubicBezTo>
                <a:cubicBezTo>
                  <a:pt x="6705600" y="2444797"/>
                  <a:pt x="6711997" y="2438400"/>
                  <a:pt x="6719888" y="2438400"/>
                </a:cubicBezTo>
                <a:cubicBezTo>
                  <a:pt x="6727778" y="2438400"/>
                  <a:pt x="6734175" y="2444797"/>
                  <a:pt x="6734175" y="2452688"/>
                </a:cubicBezTo>
                <a:close/>
                <a:moveTo>
                  <a:pt x="6734175" y="2605088"/>
                </a:moveTo>
                <a:cubicBezTo>
                  <a:pt x="6734175" y="2612978"/>
                  <a:pt x="6727778" y="2619375"/>
                  <a:pt x="6719888" y="2619375"/>
                </a:cubicBezTo>
                <a:cubicBezTo>
                  <a:pt x="6711997" y="2619375"/>
                  <a:pt x="6705600" y="2612978"/>
                  <a:pt x="6705600" y="2605088"/>
                </a:cubicBezTo>
                <a:cubicBezTo>
                  <a:pt x="6705600" y="2597197"/>
                  <a:pt x="6711997" y="2590800"/>
                  <a:pt x="6719888" y="2590800"/>
                </a:cubicBezTo>
                <a:cubicBezTo>
                  <a:pt x="6727778" y="2590800"/>
                  <a:pt x="6734175" y="2597197"/>
                  <a:pt x="6734175" y="2605088"/>
                </a:cubicBezTo>
                <a:close/>
                <a:moveTo>
                  <a:pt x="6734175" y="2757488"/>
                </a:moveTo>
                <a:cubicBezTo>
                  <a:pt x="6734175" y="2765378"/>
                  <a:pt x="6727778" y="2771775"/>
                  <a:pt x="6719888" y="2771775"/>
                </a:cubicBezTo>
                <a:cubicBezTo>
                  <a:pt x="6711997" y="2771775"/>
                  <a:pt x="6705600" y="2765378"/>
                  <a:pt x="6705600" y="2757488"/>
                </a:cubicBezTo>
                <a:cubicBezTo>
                  <a:pt x="6705600" y="2749597"/>
                  <a:pt x="6711997" y="2743200"/>
                  <a:pt x="6719888" y="2743200"/>
                </a:cubicBezTo>
                <a:cubicBezTo>
                  <a:pt x="6727778" y="2743200"/>
                  <a:pt x="6734175" y="2749597"/>
                  <a:pt x="6734175" y="2757488"/>
                </a:cubicBezTo>
                <a:close/>
                <a:moveTo>
                  <a:pt x="6734175" y="2909888"/>
                </a:moveTo>
                <a:cubicBezTo>
                  <a:pt x="6734175" y="2917778"/>
                  <a:pt x="6727778" y="2924175"/>
                  <a:pt x="6719888" y="2924175"/>
                </a:cubicBezTo>
                <a:cubicBezTo>
                  <a:pt x="6711997" y="2924175"/>
                  <a:pt x="6705600" y="2917778"/>
                  <a:pt x="6705600" y="2909888"/>
                </a:cubicBezTo>
                <a:cubicBezTo>
                  <a:pt x="6705600" y="2901997"/>
                  <a:pt x="6711997" y="2895600"/>
                  <a:pt x="6719888" y="2895600"/>
                </a:cubicBezTo>
                <a:cubicBezTo>
                  <a:pt x="6727778" y="2895600"/>
                  <a:pt x="6734175" y="2901997"/>
                  <a:pt x="6734175" y="2909888"/>
                </a:cubicBezTo>
                <a:close/>
                <a:moveTo>
                  <a:pt x="6734175" y="3062288"/>
                </a:moveTo>
                <a:cubicBezTo>
                  <a:pt x="6734175" y="3070178"/>
                  <a:pt x="6727778" y="3076575"/>
                  <a:pt x="6719888" y="3076575"/>
                </a:cubicBezTo>
                <a:cubicBezTo>
                  <a:pt x="6711997" y="3076575"/>
                  <a:pt x="6705600" y="3070178"/>
                  <a:pt x="6705600" y="3062288"/>
                </a:cubicBezTo>
                <a:cubicBezTo>
                  <a:pt x="6705600" y="3054397"/>
                  <a:pt x="6711997" y="3048000"/>
                  <a:pt x="6719888" y="3048000"/>
                </a:cubicBezTo>
                <a:cubicBezTo>
                  <a:pt x="6727778" y="3048000"/>
                  <a:pt x="6734175" y="3054397"/>
                  <a:pt x="6734175" y="3062288"/>
                </a:cubicBezTo>
                <a:close/>
                <a:moveTo>
                  <a:pt x="6734175" y="3214688"/>
                </a:moveTo>
                <a:cubicBezTo>
                  <a:pt x="6734175" y="3222578"/>
                  <a:pt x="6727778" y="3228975"/>
                  <a:pt x="6719888" y="3228975"/>
                </a:cubicBezTo>
                <a:cubicBezTo>
                  <a:pt x="6711997" y="3228975"/>
                  <a:pt x="6705600" y="3222578"/>
                  <a:pt x="6705600" y="3214688"/>
                </a:cubicBezTo>
                <a:cubicBezTo>
                  <a:pt x="6705600" y="3206797"/>
                  <a:pt x="6711997" y="3200400"/>
                  <a:pt x="6719888" y="3200400"/>
                </a:cubicBezTo>
                <a:cubicBezTo>
                  <a:pt x="6727778" y="3200400"/>
                  <a:pt x="6734175" y="3206797"/>
                  <a:pt x="6734175" y="3214688"/>
                </a:cubicBezTo>
                <a:close/>
                <a:moveTo>
                  <a:pt x="6734175" y="3367088"/>
                </a:moveTo>
                <a:cubicBezTo>
                  <a:pt x="6734175" y="3374978"/>
                  <a:pt x="6727778" y="3381375"/>
                  <a:pt x="6719888" y="3381375"/>
                </a:cubicBezTo>
                <a:cubicBezTo>
                  <a:pt x="6711997" y="3381375"/>
                  <a:pt x="6705600" y="3374978"/>
                  <a:pt x="6705600" y="3367088"/>
                </a:cubicBezTo>
                <a:cubicBezTo>
                  <a:pt x="6705600" y="3359197"/>
                  <a:pt x="6711997" y="3352800"/>
                  <a:pt x="6719888" y="3352800"/>
                </a:cubicBezTo>
                <a:cubicBezTo>
                  <a:pt x="6727778" y="3352800"/>
                  <a:pt x="6734175" y="3359197"/>
                  <a:pt x="6734175" y="3367088"/>
                </a:cubicBezTo>
                <a:close/>
                <a:moveTo>
                  <a:pt x="6734175" y="3519488"/>
                </a:moveTo>
                <a:cubicBezTo>
                  <a:pt x="6734175" y="3527378"/>
                  <a:pt x="6727778" y="3533775"/>
                  <a:pt x="6719888" y="3533775"/>
                </a:cubicBezTo>
                <a:cubicBezTo>
                  <a:pt x="6711997" y="3533775"/>
                  <a:pt x="6705600" y="3527378"/>
                  <a:pt x="6705600" y="3519488"/>
                </a:cubicBezTo>
                <a:cubicBezTo>
                  <a:pt x="6705600" y="3511597"/>
                  <a:pt x="6711997" y="3505200"/>
                  <a:pt x="6719888" y="3505200"/>
                </a:cubicBezTo>
                <a:cubicBezTo>
                  <a:pt x="6727778" y="3505200"/>
                  <a:pt x="6734175" y="3511597"/>
                  <a:pt x="6734175" y="3519488"/>
                </a:cubicBezTo>
                <a:close/>
                <a:moveTo>
                  <a:pt x="6734175" y="3671888"/>
                </a:moveTo>
                <a:cubicBezTo>
                  <a:pt x="6734175" y="3679778"/>
                  <a:pt x="6727778" y="3686175"/>
                  <a:pt x="6719888" y="3686175"/>
                </a:cubicBezTo>
                <a:cubicBezTo>
                  <a:pt x="6711997" y="3686175"/>
                  <a:pt x="6705600" y="3679778"/>
                  <a:pt x="6705600" y="3671888"/>
                </a:cubicBezTo>
                <a:cubicBezTo>
                  <a:pt x="6705600" y="3663997"/>
                  <a:pt x="6711997" y="3657600"/>
                  <a:pt x="6719888" y="3657600"/>
                </a:cubicBezTo>
                <a:cubicBezTo>
                  <a:pt x="6727778" y="3657600"/>
                  <a:pt x="6734175" y="3663997"/>
                  <a:pt x="6734175" y="3671888"/>
                </a:cubicBezTo>
                <a:close/>
                <a:moveTo>
                  <a:pt x="6734175" y="3824288"/>
                </a:moveTo>
                <a:cubicBezTo>
                  <a:pt x="6734175" y="3832178"/>
                  <a:pt x="6727778" y="3838575"/>
                  <a:pt x="6719888" y="3838575"/>
                </a:cubicBezTo>
                <a:cubicBezTo>
                  <a:pt x="6711997" y="3838575"/>
                  <a:pt x="6705600" y="3832178"/>
                  <a:pt x="6705600" y="3824288"/>
                </a:cubicBezTo>
                <a:cubicBezTo>
                  <a:pt x="6705600" y="3816397"/>
                  <a:pt x="6711997" y="3810000"/>
                  <a:pt x="6719888" y="3810000"/>
                </a:cubicBezTo>
                <a:cubicBezTo>
                  <a:pt x="6727778" y="3810000"/>
                  <a:pt x="6734175" y="3816397"/>
                  <a:pt x="6734175" y="3824288"/>
                </a:cubicBezTo>
                <a:close/>
                <a:moveTo>
                  <a:pt x="6734175" y="3976688"/>
                </a:moveTo>
                <a:cubicBezTo>
                  <a:pt x="6734175" y="3984578"/>
                  <a:pt x="6727778" y="3990975"/>
                  <a:pt x="6719888" y="3990975"/>
                </a:cubicBezTo>
                <a:cubicBezTo>
                  <a:pt x="6711997" y="3990975"/>
                  <a:pt x="6705600" y="3984578"/>
                  <a:pt x="6705600" y="3976688"/>
                </a:cubicBezTo>
                <a:cubicBezTo>
                  <a:pt x="6705600" y="3968797"/>
                  <a:pt x="6711997" y="3962400"/>
                  <a:pt x="6719888" y="3962400"/>
                </a:cubicBezTo>
                <a:cubicBezTo>
                  <a:pt x="6727778" y="3962400"/>
                  <a:pt x="6734175" y="3968797"/>
                  <a:pt x="6734175" y="3976688"/>
                </a:cubicBezTo>
                <a:close/>
                <a:moveTo>
                  <a:pt x="6734175" y="4129088"/>
                </a:moveTo>
                <a:cubicBezTo>
                  <a:pt x="6734175" y="4136978"/>
                  <a:pt x="6727778" y="4143375"/>
                  <a:pt x="6719888" y="4143375"/>
                </a:cubicBezTo>
                <a:cubicBezTo>
                  <a:pt x="6711997" y="4143375"/>
                  <a:pt x="6705600" y="4136978"/>
                  <a:pt x="6705600" y="4129088"/>
                </a:cubicBezTo>
                <a:cubicBezTo>
                  <a:pt x="6705600" y="4121197"/>
                  <a:pt x="6711997" y="4114800"/>
                  <a:pt x="6719888" y="4114800"/>
                </a:cubicBezTo>
                <a:cubicBezTo>
                  <a:pt x="6727778" y="4114800"/>
                  <a:pt x="6734175" y="4121197"/>
                  <a:pt x="6734175" y="4129088"/>
                </a:cubicBezTo>
                <a:close/>
                <a:moveTo>
                  <a:pt x="6734175" y="4281488"/>
                </a:moveTo>
                <a:cubicBezTo>
                  <a:pt x="6734175" y="4289378"/>
                  <a:pt x="6727778" y="4295775"/>
                  <a:pt x="6719888" y="4295775"/>
                </a:cubicBezTo>
                <a:cubicBezTo>
                  <a:pt x="6711997" y="4295775"/>
                  <a:pt x="6705600" y="4289378"/>
                  <a:pt x="6705600" y="4281488"/>
                </a:cubicBezTo>
                <a:cubicBezTo>
                  <a:pt x="6705600" y="4273597"/>
                  <a:pt x="6711997" y="4267200"/>
                  <a:pt x="6719888" y="4267200"/>
                </a:cubicBezTo>
                <a:cubicBezTo>
                  <a:pt x="6727778" y="4267200"/>
                  <a:pt x="6734175" y="4273597"/>
                  <a:pt x="6734175" y="4281488"/>
                </a:cubicBezTo>
                <a:close/>
                <a:moveTo>
                  <a:pt x="6734175" y="4433888"/>
                </a:moveTo>
                <a:cubicBezTo>
                  <a:pt x="6734175" y="4441778"/>
                  <a:pt x="6727778" y="4448175"/>
                  <a:pt x="6719888" y="4448175"/>
                </a:cubicBezTo>
                <a:cubicBezTo>
                  <a:pt x="6711997" y="4448175"/>
                  <a:pt x="6705600" y="4441778"/>
                  <a:pt x="6705600" y="4433888"/>
                </a:cubicBezTo>
                <a:cubicBezTo>
                  <a:pt x="6705600" y="4425997"/>
                  <a:pt x="6711997" y="4419600"/>
                  <a:pt x="6719888" y="4419600"/>
                </a:cubicBezTo>
                <a:cubicBezTo>
                  <a:pt x="6727778" y="4419600"/>
                  <a:pt x="6734175" y="4425997"/>
                  <a:pt x="6734175" y="4433888"/>
                </a:cubicBezTo>
                <a:close/>
                <a:moveTo>
                  <a:pt x="6734175" y="4586288"/>
                </a:moveTo>
                <a:cubicBezTo>
                  <a:pt x="6734175" y="4594178"/>
                  <a:pt x="6727778" y="4600575"/>
                  <a:pt x="6719888" y="4600575"/>
                </a:cubicBezTo>
                <a:cubicBezTo>
                  <a:pt x="6711997" y="4600575"/>
                  <a:pt x="6705600" y="4594178"/>
                  <a:pt x="6705600" y="4586288"/>
                </a:cubicBezTo>
                <a:cubicBezTo>
                  <a:pt x="6705600" y="4578397"/>
                  <a:pt x="6711997" y="4572000"/>
                  <a:pt x="6719888" y="4572000"/>
                </a:cubicBezTo>
                <a:cubicBezTo>
                  <a:pt x="6727778" y="4572000"/>
                  <a:pt x="6734175" y="4578397"/>
                  <a:pt x="6734175" y="4586288"/>
                </a:cubicBezTo>
                <a:close/>
                <a:moveTo>
                  <a:pt x="6734175" y="4738688"/>
                </a:moveTo>
                <a:cubicBezTo>
                  <a:pt x="6734175" y="4746578"/>
                  <a:pt x="6727778" y="4752975"/>
                  <a:pt x="6719888" y="4752975"/>
                </a:cubicBezTo>
                <a:cubicBezTo>
                  <a:pt x="6711997" y="4752975"/>
                  <a:pt x="6705600" y="4746578"/>
                  <a:pt x="6705600" y="4738688"/>
                </a:cubicBezTo>
                <a:cubicBezTo>
                  <a:pt x="6705600" y="4730797"/>
                  <a:pt x="6711997" y="4724400"/>
                  <a:pt x="6719888" y="4724400"/>
                </a:cubicBezTo>
                <a:cubicBezTo>
                  <a:pt x="6727778" y="4724400"/>
                  <a:pt x="6734175" y="4730797"/>
                  <a:pt x="6734175" y="4738688"/>
                </a:cubicBezTo>
                <a:close/>
                <a:moveTo>
                  <a:pt x="6886575" y="14288"/>
                </a:moveTo>
                <a:cubicBezTo>
                  <a:pt x="6886575" y="22178"/>
                  <a:pt x="6880178" y="28575"/>
                  <a:pt x="6872288" y="28575"/>
                </a:cubicBezTo>
                <a:cubicBezTo>
                  <a:pt x="6864397" y="28575"/>
                  <a:pt x="6858000" y="22178"/>
                  <a:pt x="6858000" y="14288"/>
                </a:cubicBezTo>
                <a:cubicBezTo>
                  <a:pt x="6858000" y="6397"/>
                  <a:pt x="6864397" y="0"/>
                  <a:pt x="6872288" y="0"/>
                </a:cubicBezTo>
                <a:cubicBezTo>
                  <a:pt x="6880178" y="0"/>
                  <a:pt x="6886575" y="6397"/>
                  <a:pt x="6886575" y="14288"/>
                </a:cubicBezTo>
                <a:close/>
                <a:moveTo>
                  <a:pt x="6886575" y="166688"/>
                </a:moveTo>
                <a:cubicBezTo>
                  <a:pt x="6886575" y="174578"/>
                  <a:pt x="6880178" y="180975"/>
                  <a:pt x="6872288" y="180975"/>
                </a:cubicBezTo>
                <a:cubicBezTo>
                  <a:pt x="6864397" y="180975"/>
                  <a:pt x="6858000" y="174578"/>
                  <a:pt x="6858000" y="166688"/>
                </a:cubicBezTo>
                <a:cubicBezTo>
                  <a:pt x="6858000" y="158797"/>
                  <a:pt x="6864397" y="152400"/>
                  <a:pt x="6872288" y="152400"/>
                </a:cubicBezTo>
                <a:cubicBezTo>
                  <a:pt x="6880178" y="152400"/>
                  <a:pt x="6886575" y="158797"/>
                  <a:pt x="6886575" y="166688"/>
                </a:cubicBezTo>
                <a:close/>
                <a:moveTo>
                  <a:pt x="6886575" y="319088"/>
                </a:moveTo>
                <a:cubicBezTo>
                  <a:pt x="6886575" y="326978"/>
                  <a:pt x="6880178" y="333375"/>
                  <a:pt x="6872288" y="333375"/>
                </a:cubicBezTo>
                <a:cubicBezTo>
                  <a:pt x="6864397" y="333375"/>
                  <a:pt x="6858000" y="326978"/>
                  <a:pt x="6858000" y="319088"/>
                </a:cubicBezTo>
                <a:cubicBezTo>
                  <a:pt x="6858000" y="311197"/>
                  <a:pt x="6864397" y="304800"/>
                  <a:pt x="6872288" y="304800"/>
                </a:cubicBezTo>
                <a:cubicBezTo>
                  <a:pt x="6880178" y="304800"/>
                  <a:pt x="6886575" y="311197"/>
                  <a:pt x="6886575" y="319088"/>
                </a:cubicBezTo>
                <a:close/>
                <a:moveTo>
                  <a:pt x="6886575" y="471488"/>
                </a:moveTo>
                <a:cubicBezTo>
                  <a:pt x="6886575" y="479378"/>
                  <a:pt x="6880178" y="485775"/>
                  <a:pt x="6872288" y="485775"/>
                </a:cubicBezTo>
                <a:cubicBezTo>
                  <a:pt x="6864397" y="485775"/>
                  <a:pt x="6858000" y="479378"/>
                  <a:pt x="6858000" y="471488"/>
                </a:cubicBezTo>
                <a:cubicBezTo>
                  <a:pt x="6858000" y="463597"/>
                  <a:pt x="6864397" y="457200"/>
                  <a:pt x="6872288" y="457200"/>
                </a:cubicBezTo>
                <a:cubicBezTo>
                  <a:pt x="6880178" y="457200"/>
                  <a:pt x="6886575" y="463597"/>
                  <a:pt x="6886575" y="471488"/>
                </a:cubicBezTo>
                <a:close/>
                <a:moveTo>
                  <a:pt x="6886575" y="623888"/>
                </a:moveTo>
                <a:cubicBezTo>
                  <a:pt x="6886575" y="631778"/>
                  <a:pt x="6880178" y="638175"/>
                  <a:pt x="6872288" y="638175"/>
                </a:cubicBezTo>
                <a:cubicBezTo>
                  <a:pt x="6864397" y="638175"/>
                  <a:pt x="6858000" y="631778"/>
                  <a:pt x="6858000" y="623888"/>
                </a:cubicBezTo>
                <a:cubicBezTo>
                  <a:pt x="6858000" y="615997"/>
                  <a:pt x="6864397" y="609600"/>
                  <a:pt x="6872288" y="609600"/>
                </a:cubicBezTo>
                <a:cubicBezTo>
                  <a:pt x="6880178" y="609600"/>
                  <a:pt x="6886575" y="615997"/>
                  <a:pt x="6886575" y="623888"/>
                </a:cubicBezTo>
                <a:close/>
                <a:moveTo>
                  <a:pt x="6886575" y="776288"/>
                </a:moveTo>
                <a:cubicBezTo>
                  <a:pt x="6886575" y="784178"/>
                  <a:pt x="6880178" y="790575"/>
                  <a:pt x="6872288" y="790575"/>
                </a:cubicBezTo>
                <a:cubicBezTo>
                  <a:pt x="6864397" y="790575"/>
                  <a:pt x="6858000" y="784178"/>
                  <a:pt x="6858000" y="776288"/>
                </a:cubicBezTo>
                <a:cubicBezTo>
                  <a:pt x="6858000" y="768397"/>
                  <a:pt x="6864397" y="762000"/>
                  <a:pt x="6872288" y="762000"/>
                </a:cubicBezTo>
                <a:cubicBezTo>
                  <a:pt x="6880178" y="762000"/>
                  <a:pt x="6886575" y="768397"/>
                  <a:pt x="6886575" y="776288"/>
                </a:cubicBezTo>
                <a:close/>
                <a:moveTo>
                  <a:pt x="6886575" y="928688"/>
                </a:moveTo>
                <a:cubicBezTo>
                  <a:pt x="6886575" y="936578"/>
                  <a:pt x="6880178" y="942975"/>
                  <a:pt x="6872288" y="942975"/>
                </a:cubicBezTo>
                <a:cubicBezTo>
                  <a:pt x="6864397" y="942975"/>
                  <a:pt x="6858000" y="936578"/>
                  <a:pt x="6858000" y="928688"/>
                </a:cubicBezTo>
                <a:cubicBezTo>
                  <a:pt x="6858000" y="920797"/>
                  <a:pt x="6864397" y="914400"/>
                  <a:pt x="6872288" y="914400"/>
                </a:cubicBezTo>
                <a:cubicBezTo>
                  <a:pt x="6880178" y="914400"/>
                  <a:pt x="6886575" y="920797"/>
                  <a:pt x="6886575" y="928688"/>
                </a:cubicBezTo>
                <a:close/>
                <a:moveTo>
                  <a:pt x="6886575" y="1081088"/>
                </a:moveTo>
                <a:cubicBezTo>
                  <a:pt x="6886575" y="1088978"/>
                  <a:pt x="6880178" y="1095375"/>
                  <a:pt x="6872288" y="1095375"/>
                </a:cubicBezTo>
                <a:cubicBezTo>
                  <a:pt x="6864397" y="1095375"/>
                  <a:pt x="6858000" y="1088978"/>
                  <a:pt x="6858000" y="1081088"/>
                </a:cubicBezTo>
                <a:cubicBezTo>
                  <a:pt x="6858000" y="1073197"/>
                  <a:pt x="6864397" y="1066800"/>
                  <a:pt x="6872288" y="1066800"/>
                </a:cubicBezTo>
                <a:cubicBezTo>
                  <a:pt x="6880178" y="1066800"/>
                  <a:pt x="6886575" y="1073197"/>
                  <a:pt x="6886575" y="1081088"/>
                </a:cubicBezTo>
                <a:close/>
                <a:moveTo>
                  <a:pt x="6886575" y="1233488"/>
                </a:moveTo>
                <a:cubicBezTo>
                  <a:pt x="6886575" y="1241378"/>
                  <a:pt x="6880178" y="1247775"/>
                  <a:pt x="6872288" y="1247775"/>
                </a:cubicBezTo>
                <a:cubicBezTo>
                  <a:pt x="6864397" y="1247775"/>
                  <a:pt x="6858000" y="1241378"/>
                  <a:pt x="6858000" y="1233488"/>
                </a:cubicBezTo>
                <a:cubicBezTo>
                  <a:pt x="6858000" y="1225597"/>
                  <a:pt x="6864397" y="1219200"/>
                  <a:pt x="6872288" y="1219200"/>
                </a:cubicBezTo>
                <a:cubicBezTo>
                  <a:pt x="6880178" y="1219200"/>
                  <a:pt x="6886575" y="1225597"/>
                  <a:pt x="6886575" y="1233488"/>
                </a:cubicBezTo>
                <a:close/>
                <a:moveTo>
                  <a:pt x="6886575" y="1385888"/>
                </a:moveTo>
                <a:cubicBezTo>
                  <a:pt x="6886575" y="1393778"/>
                  <a:pt x="6880178" y="1400175"/>
                  <a:pt x="6872288" y="1400175"/>
                </a:cubicBezTo>
                <a:cubicBezTo>
                  <a:pt x="6864397" y="1400175"/>
                  <a:pt x="6858000" y="1393778"/>
                  <a:pt x="6858000" y="1385888"/>
                </a:cubicBezTo>
                <a:cubicBezTo>
                  <a:pt x="6858000" y="1377997"/>
                  <a:pt x="6864397" y="1371600"/>
                  <a:pt x="6872288" y="1371600"/>
                </a:cubicBezTo>
                <a:cubicBezTo>
                  <a:pt x="6880178" y="1371600"/>
                  <a:pt x="6886575" y="1377997"/>
                  <a:pt x="6886575" y="1385888"/>
                </a:cubicBezTo>
                <a:close/>
                <a:moveTo>
                  <a:pt x="6886575" y="1538288"/>
                </a:moveTo>
                <a:cubicBezTo>
                  <a:pt x="6886575" y="1546178"/>
                  <a:pt x="6880178" y="1552575"/>
                  <a:pt x="6872288" y="1552575"/>
                </a:cubicBezTo>
                <a:cubicBezTo>
                  <a:pt x="6864397" y="1552575"/>
                  <a:pt x="6858000" y="1546178"/>
                  <a:pt x="6858000" y="1538288"/>
                </a:cubicBezTo>
                <a:cubicBezTo>
                  <a:pt x="6858000" y="1530397"/>
                  <a:pt x="6864397" y="1524000"/>
                  <a:pt x="6872288" y="1524000"/>
                </a:cubicBezTo>
                <a:cubicBezTo>
                  <a:pt x="6880178" y="1524000"/>
                  <a:pt x="6886575" y="1530397"/>
                  <a:pt x="6886575" y="1538288"/>
                </a:cubicBezTo>
                <a:close/>
                <a:moveTo>
                  <a:pt x="6886575" y="1690688"/>
                </a:moveTo>
                <a:cubicBezTo>
                  <a:pt x="6886575" y="1698578"/>
                  <a:pt x="6880178" y="1704975"/>
                  <a:pt x="6872288" y="1704975"/>
                </a:cubicBezTo>
                <a:cubicBezTo>
                  <a:pt x="6864397" y="1704975"/>
                  <a:pt x="6858000" y="1698578"/>
                  <a:pt x="6858000" y="1690688"/>
                </a:cubicBezTo>
                <a:cubicBezTo>
                  <a:pt x="6858000" y="1682797"/>
                  <a:pt x="6864397" y="1676400"/>
                  <a:pt x="6872288" y="1676400"/>
                </a:cubicBezTo>
                <a:cubicBezTo>
                  <a:pt x="6880178" y="1676400"/>
                  <a:pt x="6886575" y="1682797"/>
                  <a:pt x="6886575" y="1690688"/>
                </a:cubicBezTo>
                <a:close/>
                <a:moveTo>
                  <a:pt x="6886575" y="1843088"/>
                </a:moveTo>
                <a:cubicBezTo>
                  <a:pt x="6886575" y="1850978"/>
                  <a:pt x="6880178" y="1857375"/>
                  <a:pt x="6872288" y="1857375"/>
                </a:cubicBezTo>
                <a:cubicBezTo>
                  <a:pt x="6864397" y="1857375"/>
                  <a:pt x="6858000" y="1850978"/>
                  <a:pt x="6858000" y="1843088"/>
                </a:cubicBezTo>
                <a:cubicBezTo>
                  <a:pt x="6858000" y="1835197"/>
                  <a:pt x="6864397" y="1828800"/>
                  <a:pt x="6872288" y="1828800"/>
                </a:cubicBezTo>
                <a:cubicBezTo>
                  <a:pt x="6880178" y="1828800"/>
                  <a:pt x="6886575" y="1835197"/>
                  <a:pt x="6886575" y="1843088"/>
                </a:cubicBezTo>
                <a:close/>
                <a:moveTo>
                  <a:pt x="6886575" y="1995488"/>
                </a:moveTo>
                <a:cubicBezTo>
                  <a:pt x="6886575" y="2003378"/>
                  <a:pt x="6880178" y="2009775"/>
                  <a:pt x="6872288" y="2009775"/>
                </a:cubicBezTo>
                <a:cubicBezTo>
                  <a:pt x="6864397" y="2009775"/>
                  <a:pt x="6858000" y="2003378"/>
                  <a:pt x="6858000" y="1995488"/>
                </a:cubicBezTo>
                <a:cubicBezTo>
                  <a:pt x="6858000" y="1987597"/>
                  <a:pt x="6864397" y="1981200"/>
                  <a:pt x="6872288" y="1981200"/>
                </a:cubicBezTo>
                <a:cubicBezTo>
                  <a:pt x="6880178" y="1981200"/>
                  <a:pt x="6886575" y="1987597"/>
                  <a:pt x="6886575" y="1995488"/>
                </a:cubicBezTo>
                <a:close/>
                <a:moveTo>
                  <a:pt x="6886575" y="2147888"/>
                </a:moveTo>
                <a:cubicBezTo>
                  <a:pt x="6886575" y="2155778"/>
                  <a:pt x="6880178" y="2162175"/>
                  <a:pt x="6872288" y="2162175"/>
                </a:cubicBezTo>
                <a:cubicBezTo>
                  <a:pt x="6864397" y="2162175"/>
                  <a:pt x="6858000" y="2155778"/>
                  <a:pt x="6858000" y="2147888"/>
                </a:cubicBezTo>
                <a:cubicBezTo>
                  <a:pt x="6858000" y="2139997"/>
                  <a:pt x="6864397" y="2133600"/>
                  <a:pt x="6872288" y="2133600"/>
                </a:cubicBezTo>
                <a:cubicBezTo>
                  <a:pt x="6880178" y="2133600"/>
                  <a:pt x="6886575" y="2139997"/>
                  <a:pt x="6886575" y="2147888"/>
                </a:cubicBezTo>
                <a:close/>
                <a:moveTo>
                  <a:pt x="6886575" y="2300288"/>
                </a:moveTo>
                <a:cubicBezTo>
                  <a:pt x="6886575" y="2308178"/>
                  <a:pt x="6880178" y="2314575"/>
                  <a:pt x="6872288" y="2314575"/>
                </a:cubicBezTo>
                <a:cubicBezTo>
                  <a:pt x="6864397" y="2314575"/>
                  <a:pt x="6858000" y="2308178"/>
                  <a:pt x="6858000" y="2300288"/>
                </a:cubicBezTo>
                <a:cubicBezTo>
                  <a:pt x="6858000" y="2292397"/>
                  <a:pt x="6864397" y="2286000"/>
                  <a:pt x="6872288" y="2286000"/>
                </a:cubicBezTo>
                <a:cubicBezTo>
                  <a:pt x="6880178" y="2286000"/>
                  <a:pt x="6886575" y="2292397"/>
                  <a:pt x="6886575" y="2300288"/>
                </a:cubicBezTo>
                <a:close/>
                <a:moveTo>
                  <a:pt x="6886575" y="2452688"/>
                </a:moveTo>
                <a:cubicBezTo>
                  <a:pt x="6886575" y="2460578"/>
                  <a:pt x="6880178" y="2466975"/>
                  <a:pt x="6872288" y="2466975"/>
                </a:cubicBezTo>
                <a:cubicBezTo>
                  <a:pt x="6864397" y="2466975"/>
                  <a:pt x="6858000" y="2460578"/>
                  <a:pt x="6858000" y="2452688"/>
                </a:cubicBezTo>
                <a:cubicBezTo>
                  <a:pt x="6858000" y="2444797"/>
                  <a:pt x="6864397" y="2438400"/>
                  <a:pt x="6872288" y="2438400"/>
                </a:cubicBezTo>
                <a:cubicBezTo>
                  <a:pt x="6880178" y="2438400"/>
                  <a:pt x="6886575" y="2444797"/>
                  <a:pt x="6886575" y="2452688"/>
                </a:cubicBezTo>
                <a:close/>
                <a:moveTo>
                  <a:pt x="6886575" y="2605088"/>
                </a:moveTo>
                <a:cubicBezTo>
                  <a:pt x="6886575" y="2612978"/>
                  <a:pt x="6880178" y="2619375"/>
                  <a:pt x="6872288" y="2619375"/>
                </a:cubicBezTo>
                <a:cubicBezTo>
                  <a:pt x="6864397" y="2619375"/>
                  <a:pt x="6858000" y="2612978"/>
                  <a:pt x="6858000" y="2605088"/>
                </a:cubicBezTo>
                <a:cubicBezTo>
                  <a:pt x="6858000" y="2597197"/>
                  <a:pt x="6864397" y="2590800"/>
                  <a:pt x="6872288" y="2590800"/>
                </a:cubicBezTo>
                <a:cubicBezTo>
                  <a:pt x="6880178" y="2590800"/>
                  <a:pt x="6886575" y="2597197"/>
                  <a:pt x="6886575" y="2605088"/>
                </a:cubicBezTo>
                <a:close/>
                <a:moveTo>
                  <a:pt x="6886575" y="2757488"/>
                </a:moveTo>
                <a:cubicBezTo>
                  <a:pt x="6886575" y="2765378"/>
                  <a:pt x="6880178" y="2771775"/>
                  <a:pt x="6872288" y="2771775"/>
                </a:cubicBezTo>
                <a:cubicBezTo>
                  <a:pt x="6864397" y="2771775"/>
                  <a:pt x="6858000" y="2765378"/>
                  <a:pt x="6858000" y="2757488"/>
                </a:cubicBezTo>
                <a:cubicBezTo>
                  <a:pt x="6858000" y="2749597"/>
                  <a:pt x="6864397" y="2743200"/>
                  <a:pt x="6872288" y="2743200"/>
                </a:cubicBezTo>
                <a:cubicBezTo>
                  <a:pt x="6880178" y="2743200"/>
                  <a:pt x="6886575" y="2749597"/>
                  <a:pt x="6886575" y="2757488"/>
                </a:cubicBezTo>
                <a:close/>
                <a:moveTo>
                  <a:pt x="6886575" y="2909888"/>
                </a:moveTo>
                <a:cubicBezTo>
                  <a:pt x="6886575" y="2917778"/>
                  <a:pt x="6880178" y="2924175"/>
                  <a:pt x="6872288" y="2924175"/>
                </a:cubicBezTo>
                <a:cubicBezTo>
                  <a:pt x="6864397" y="2924175"/>
                  <a:pt x="6858000" y="2917778"/>
                  <a:pt x="6858000" y="2909888"/>
                </a:cubicBezTo>
                <a:cubicBezTo>
                  <a:pt x="6858000" y="2901997"/>
                  <a:pt x="6864397" y="2895600"/>
                  <a:pt x="6872288" y="2895600"/>
                </a:cubicBezTo>
                <a:cubicBezTo>
                  <a:pt x="6880178" y="2895600"/>
                  <a:pt x="6886575" y="2901997"/>
                  <a:pt x="6886575" y="2909888"/>
                </a:cubicBezTo>
                <a:close/>
                <a:moveTo>
                  <a:pt x="6886575" y="3062288"/>
                </a:moveTo>
                <a:cubicBezTo>
                  <a:pt x="6886575" y="3070178"/>
                  <a:pt x="6880178" y="3076575"/>
                  <a:pt x="6872288" y="3076575"/>
                </a:cubicBezTo>
                <a:cubicBezTo>
                  <a:pt x="6864397" y="3076575"/>
                  <a:pt x="6858000" y="3070178"/>
                  <a:pt x="6858000" y="3062288"/>
                </a:cubicBezTo>
                <a:cubicBezTo>
                  <a:pt x="6858000" y="3054397"/>
                  <a:pt x="6864397" y="3048000"/>
                  <a:pt x="6872288" y="3048000"/>
                </a:cubicBezTo>
                <a:cubicBezTo>
                  <a:pt x="6880178" y="3048000"/>
                  <a:pt x="6886575" y="3054397"/>
                  <a:pt x="6886575" y="3062288"/>
                </a:cubicBezTo>
                <a:close/>
                <a:moveTo>
                  <a:pt x="6886575" y="3214688"/>
                </a:moveTo>
                <a:cubicBezTo>
                  <a:pt x="6886575" y="3222578"/>
                  <a:pt x="6880178" y="3228975"/>
                  <a:pt x="6872288" y="3228975"/>
                </a:cubicBezTo>
                <a:cubicBezTo>
                  <a:pt x="6864397" y="3228975"/>
                  <a:pt x="6858000" y="3222578"/>
                  <a:pt x="6858000" y="3214688"/>
                </a:cubicBezTo>
                <a:cubicBezTo>
                  <a:pt x="6858000" y="3206797"/>
                  <a:pt x="6864397" y="3200400"/>
                  <a:pt x="6872288" y="3200400"/>
                </a:cubicBezTo>
                <a:cubicBezTo>
                  <a:pt x="6880178" y="3200400"/>
                  <a:pt x="6886575" y="3206797"/>
                  <a:pt x="6886575" y="3214688"/>
                </a:cubicBezTo>
                <a:close/>
                <a:moveTo>
                  <a:pt x="6886575" y="3367088"/>
                </a:moveTo>
                <a:cubicBezTo>
                  <a:pt x="6886575" y="3374978"/>
                  <a:pt x="6880178" y="3381375"/>
                  <a:pt x="6872288" y="3381375"/>
                </a:cubicBezTo>
                <a:cubicBezTo>
                  <a:pt x="6864397" y="3381375"/>
                  <a:pt x="6858000" y="3374978"/>
                  <a:pt x="6858000" y="3367088"/>
                </a:cubicBezTo>
                <a:cubicBezTo>
                  <a:pt x="6858000" y="3359197"/>
                  <a:pt x="6864397" y="3352800"/>
                  <a:pt x="6872288" y="3352800"/>
                </a:cubicBezTo>
                <a:cubicBezTo>
                  <a:pt x="6880178" y="3352800"/>
                  <a:pt x="6886575" y="3359197"/>
                  <a:pt x="6886575" y="3367088"/>
                </a:cubicBezTo>
                <a:close/>
                <a:moveTo>
                  <a:pt x="6886575" y="3519488"/>
                </a:moveTo>
                <a:cubicBezTo>
                  <a:pt x="6886575" y="3527378"/>
                  <a:pt x="6880178" y="3533775"/>
                  <a:pt x="6872288" y="3533775"/>
                </a:cubicBezTo>
                <a:cubicBezTo>
                  <a:pt x="6864397" y="3533775"/>
                  <a:pt x="6858000" y="3527378"/>
                  <a:pt x="6858000" y="3519488"/>
                </a:cubicBezTo>
                <a:cubicBezTo>
                  <a:pt x="6858000" y="3511597"/>
                  <a:pt x="6864397" y="3505200"/>
                  <a:pt x="6872288" y="3505200"/>
                </a:cubicBezTo>
                <a:cubicBezTo>
                  <a:pt x="6880178" y="3505200"/>
                  <a:pt x="6886575" y="3511597"/>
                  <a:pt x="6886575" y="3519488"/>
                </a:cubicBezTo>
                <a:close/>
                <a:moveTo>
                  <a:pt x="6886575" y="3671888"/>
                </a:moveTo>
                <a:cubicBezTo>
                  <a:pt x="6886575" y="3679778"/>
                  <a:pt x="6880178" y="3686175"/>
                  <a:pt x="6872288" y="3686175"/>
                </a:cubicBezTo>
                <a:cubicBezTo>
                  <a:pt x="6864397" y="3686175"/>
                  <a:pt x="6858000" y="3679778"/>
                  <a:pt x="6858000" y="3671888"/>
                </a:cubicBezTo>
                <a:cubicBezTo>
                  <a:pt x="6858000" y="3663997"/>
                  <a:pt x="6864397" y="3657600"/>
                  <a:pt x="6872288" y="3657600"/>
                </a:cubicBezTo>
                <a:cubicBezTo>
                  <a:pt x="6880178" y="3657600"/>
                  <a:pt x="6886575" y="3663997"/>
                  <a:pt x="6886575" y="3671888"/>
                </a:cubicBezTo>
                <a:close/>
                <a:moveTo>
                  <a:pt x="6886575" y="3824288"/>
                </a:moveTo>
                <a:cubicBezTo>
                  <a:pt x="6886575" y="3832178"/>
                  <a:pt x="6880178" y="3838575"/>
                  <a:pt x="6872288" y="3838575"/>
                </a:cubicBezTo>
                <a:cubicBezTo>
                  <a:pt x="6864397" y="3838575"/>
                  <a:pt x="6858000" y="3832178"/>
                  <a:pt x="6858000" y="3824288"/>
                </a:cubicBezTo>
                <a:cubicBezTo>
                  <a:pt x="6858000" y="3816397"/>
                  <a:pt x="6864397" y="3810000"/>
                  <a:pt x="6872288" y="3810000"/>
                </a:cubicBezTo>
                <a:cubicBezTo>
                  <a:pt x="6880178" y="3810000"/>
                  <a:pt x="6886575" y="3816397"/>
                  <a:pt x="6886575" y="3824288"/>
                </a:cubicBezTo>
                <a:close/>
                <a:moveTo>
                  <a:pt x="6886575" y="3976688"/>
                </a:moveTo>
                <a:cubicBezTo>
                  <a:pt x="6886575" y="3984578"/>
                  <a:pt x="6880178" y="3990975"/>
                  <a:pt x="6872288" y="3990975"/>
                </a:cubicBezTo>
                <a:cubicBezTo>
                  <a:pt x="6864397" y="3990975"/>
                  <a:pt x="6858000" y="3984578"/>
                  <a:pt x="6858000" y="3976688"/>
                </a:cubicBezTo>
                <a:cubicBezTo>
                  <a:pt x="6858000" y="3968797"/>
                  <a:pt x="6864397" y="3962400"/>
                  <a:pt x="6872288" y="3962400"/>
                </a:cubicBezTo>
                <a:cubicBezTo>
                  <a:pt x="6880178" y="3962400"/>
                  <a:pt x="6886575" y="3968797"/>
                  <a:pt x="6886575" y="3976688"/>
                </a:cubicBezTo>
                <a:close/>
                <a:moveTo>
                  <a:pt x="6886575" y="4129088"/>
                </a:moveTo>
                <a:cubicBezTo>
                  <a:pt x="6886575" y="4136978"/>
                  <a:pt x="6880178" y="4143375"/>
                  <a:pt x="6872288" y="4143375"/>
                </a:cubicBezTo>
                <a:cubicBezTo>
                  <a:pt x="6864397" y="4143375"/>
                  <a:pt x="6858000" y="4136978"/>
                  <a:pt x="6858000" y="4129088"/>
                </a:cubicBezTo>
                <a:cubicBezTo>
                  <a:pt x="6858000" y="4121197"/>
                  <a:pt x="6864397" y="4114800"/>
                  <a:pt x="6872288" y="4114800"/>
                </a:cubicBezTo>
                <a:cubicBezTo>
                  <a:pt x="6880178" y="4114800"/>
                  <a:pt x="6886575" y="4121197"/>
                  <a:pt x="6886575" y="4129088"/>
                </a:cubicBezTo>
                <a:close/>
                <a:moveTo>
                  <a:pt x="6886575" y="4281488"/>
                </a:moveTo>
                <a:cubicBezTo>
                  <a:pt x="6886575" y="4289378"/>
                  <a:pt x="6880178" y="4295775"/>
                  <a:pt x="6872288" y="4295775"/>
                </a:cubicBezTo>
                <a:cubicBezTo>
                  <a:pt x="6864397" y="4295775"/>
                  <a:pt x="6858000" y="4289378"/>
                  <a:pt x="6858000" y="4281488"/>
                </a:cubicBezTo>
                <a:cubicBezTo>
                  <a:pt x="6858000" y="4273597"/>
                  <a:pt x="6864397" y="4267200"/>
                  <a:pt x="6872288" y="4267200"/>
                </a:cubicBezTo>
                <a:cubicBezTo>
                  <a:pt x="6880178" y="4267200"/>
                  <a:pt x="6886575" y="4273597"/>
                  <a:pt x="6886575" y="4281488"/>
                </a:cubicBezTo>
                <a:close/>
                <a:moveTo>
                  <a:pt x="6886575" y="4433888"/>
                </a:moveTo>
                <a:cubicBezTo>
                  <a:pt x="6886575" y="4441778"/>
                  <a:pt x="6880178" y="4448175"/>
                  <a:pt x="6872288" y="4448175"/>
                </a:cubicBezTo>
                <a:cubicBezTo>
                  <a:pt x="6864397" y="4448175"/>
                  <a:pt x="6858000" y="4441778"/>
                  <a:pt x="6858000" y="4433888"/>
                </a:cubicBezTo>
                <a:cubicBezTo>
                  <a:pt x="6858000" y="4425997"/>
                  <a:pt x="6864397" y="4419600"/>
                  <a:pt x="6872288" y="4419600"/>
                </a:cubicBezTo>
                <a:cubicBezTo>
                  <a:pt x="6880178" y="4419600"/>
                  <a:pt x="6886575" y="4425997"/>
                  <a:pt x="6886575" y="4433888"/>
                </a:cubicBezTo>
                <a:close/>
                <a:moveTo>
                  <a:pt x="6886575" y="4586288"/>
                </a:moveTo>
                <a:cubicBezTo>
                  <a:pt x="6886575" y="4594178"/>
                  <a:pt x="6880178" y="4600575"/>
                  <a:pt x="6872288" y="4600575"/>
                </a:cubicBezTo>
                <a:cubicBezTo>
                  <a:pt x="6864397" y="4600575"/>
                  <a:pt x="6858000" y="4594178"/>
                  <a:pt x="6858000" y="4586288"/>
                </a:cubicBezTo>
                <a:cubicBezTo>
                  <a:pt x="6858000" y="4578397"/>
                  <a:pt x="6864397" y="4572000"/>
                  <a:pt x="6872288" y="4572000"/>
                </a:cubicBezTo>
                <a:cubicBezTo>
                  <a:pt x="6880178" y="4572000"/>
                  <a:pt x="6886575" y="4578397"/>
                  <a:pt x="6886575" y="4586288"/>
                </a:cubicBezTo>
                <a:close/>
                <a:moveTo>
                  <a:pt x="6886575" y="4738688"/>
                </a:moveTo>
                <a:cubicBezTo>
                  <a:pt x="6886575" y="4746578"/>
                  <a:pt x="6880178" y="4752975"/>
                  <a:pt x="6872288" y="4752975"/>
                </a:cubicBezTo>
                <a:cubicBezTo>
                  <a:pt x="6864397" y="4752975"/>
                  <a:pt x="6858000" y="4746578"/>
                  <a:pt x="6858000" y="4738688"/>
                </a:cubicBezTo>
                <a:cubicBezTo>
                  <a:pt x="6858000" y="4730797"/>
                  <a:pt x="6864397" y="4724400"/>
                  <a:pt x="6872288" y="4724400"/>
                </a:cubicBezTo>
                <a:cubicBezTo>
                  <a:pt x="6880178" y="4724400"/>
                  <a:pt x="6886575" y="4730797"/>
                  <a:pt x="6886575" y="4738688"/>
                </a:cubicBezTo>
                <a:close/>
              </a:path>
            </a:pathLst>
          </a:custGeom>
          <a:solidFill xmlns:a="http://schemas.openxmlformats.org/drawingml/2006/main">
            <a:srgbClr val="F4E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Code-driven lower halftone native pattern">
            <a:extLst xmlns:a="http://schemas.openxmlformats.org/drawingml/2006/main">
              <a:ext uri="{FF2B5EF4-FFF2-40B4-BE49-F238E27FC236}">
                <a16:creationId xmlns:a16="http://schemas.microsoft.com/office/drawing/2014/main" id="{8D6EFFED-B89C-4587-AB56-A62F8364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235" y="6263339"/>
            <a:ext cx="10850880" cy="4450080"/>
          </a:xfrm>
          <a:custGeom xmlns:a="http://schemas.openxmlformats.org/drawingml/2006/main">
            <a:pathLst>
              <a:path w="10850880" h="4450080">
                <a:moveTo>
                  <a:pt x="30480" y="15240"/>
                </a:moveTo>
                <a:cubicBezTo>
                  <a:pt x="30480" y="23657"/>
                  <a:pt x="23657" y="30480"/>
                  <a:pt x="15240" y="30480"/>
                </a:cubicBezTo>
                <a:cubicBezTo>
                  <a:pt x="6823" y="30480"/>
                  <a:pt x="0" y="23657"/>
                  <a:pt x="0" y="15240"/>
                </a:cubicBezTo>
                <a:cubicBezTo>
                  <a:pt x="0" y="6823"/>
                  <a:pt x="6823" y="0"/>
                  <a:pt x="15240" y="0"/>
                </a:cubicBezTo>
                <a:cubicBezTo>
                  <a:pt x="23657" y="0"/>
                  <a:pt x="30480" y="6823"/>
                  <a:pt x="30480" y="15240"/>
                </a:cubicBezTo>
                <a:close/>
                <a:moveTo>
                  <a:pt x="30480" y="167640"/>
                </a:moveTo>
                <a:cubicBezTo>
                  <a:pt x="30480" y="176057"/>
                  <a:pt x="23657" y="182880"/>
                  <a:pt x="15240" y="182880"/>
                </a:cubicBezTo>
                <a:cubicBezTo>
                  <a:pt x="6823" y="182880"/>
                  <a:pt x="0" y="176057"/>
                  <a:pt x="0" y="167640"/>
                </a:cubicBezTo>
                <a:cubicBezTo>
                  <a:pt x="0" y="159223"/>
                  <a:pt x="6823" y="152400"/>
                  <a:pt x="15240" y="152400"/>
                </a:cubicBezTo>
                <a:cubicBezTo>
                  <a:pt x="23657" y="152400"/>
                  <a:pt x="30480" y="159223"/>
                  <a:pt x="30480" y="167640"/>
                </a:cubicBezTo>
                <a:close/>
                <a:moveTo>
                  <a:pt x="30480" y="320040"/>
                </a:moveTo>
                <a:cubicBezTo>
                  <a:pt x="30480" y="328457"/>
                  <a:pt x="23657" y="335280"/>
                  <a:pt x="15240" y="335280"/>
                </a:cubicBezTo>
                <a:cubicBezTo>
                  <a:pt x="6823" y="335280"/>
                  <a:pt x="0" y="328457"/>
                  <a:pt x="0" y="320040"/>
                </a:cubicBezTo>
                <a:cubicBezTo>
                  <a:pt x="0" y="311623"/>
                  <a:pt x="6823" y="304800"/>
                  <a:pt x="15240" y="304800"/>
                </a:cubicBezTo>
                <a:cubicBezTo>
                  <a:pt x="23657" y="304800"/>
                  <a:pt x="30480" y="311623"/>
                  <a:pt x="30480" y="320040"/>
                </a:cubicBezTo>
                <a:close/>
                <a:moveTo>
                  <a:pt x="30480" y="472440"/>
                </a:moveTo>
                <a:cubicBezTo>
                  <a:pt x="30480" y="480857"/>
                  <a:pt x="23657" y="487680"/>
                  <a:pt x="15240" y="487680"/>
                </a:cubicBezTo>
                <a:cubicBezTo>
                  <a:pt x="6823" y="487680"/>
                  <a:pt x="0" y="480857"/>
                  <a:pt x="0" y="472440"/>
                </a:cubicBezTo>
                <a:cubicBezTo>
                  <a:pt x="0" y="464023"/>
                  <a:pt x="6823" y="457200"/>
                  <a:pt x="15240" y="457200"/>
                </a:cubicBezTo>
                <a:cubicBezTo>
                  <a:pt x="23657" y="457200"/>
                  <a:pt x="30480" y="464023"/>
                  <a:pt x="30480" y="472440"/>
                </a:cubicBezTo>
                <a:close/>
                <a:moveTo>
                  <a:pt x="30480" y="624840"/>
                </a:moveTo>
                <a:cubicBezTo>
                  <a:pt x="30480" y="633257"/>
                  <a:pt x="23657" y="640080"/>
                  <a:pt x="15240" y="640080"/>
                </a:cubicBezTo>
                <a:cubicBezTo>
                  <a:pt x="6823" y="640080"/>
                  <a:pt x="0" y="633257"/>
                  <a:pt x="0" y="624840"/>
                </a:cubicBezTo>
                <a:cubicBezTo>
                  <a:pt x="0" y="616423"/>
                  <a:pt x="6823" y="609600"/>
                  <a:pt x="15240" y="609600"/>
                </a:cubicBezTo>
                <a:cubicBezTo>
                  <a:pt x="23657" y="609600"/>
                  <a:pt x="30480" y="616423"/>
                  <a:pt x="30480" y="624840"/>
                </a:cubicBezTo>
                <a:close/>
                <a:moveTo>
                  <a:pt x="30480" y="777240"/>
                </a:moveTo>
                <a:cubicBezTo>
                  <a:pt x="30480" y="785657"/>
                  <a:pt x="23657" y="792480"/>
                  <a:pt x="15240" y="792480"/>
                </a:cubicBezTo>
                <a:cubicBezTo>
                  <a:pt x="6823" y="792480"/>
                  <a:pt x="0" y="785657"/>
                  <a:pt x="0" y="777240"/>
                </a:cubicBezTo>
                <a:cubicBezTo>
                  <a:pt x="0" y="768823"/>
                  <a:pt x="6823" y="762000"/>
                  <a:pt x="15240" y="762000"/>
                </a:cubicBezTo>
                <a:cubicBezTo>
                  <a:pt x="23657" y="762000"/>
                  <a:pt x="30480" y="768823"/>
                  <a:pt x="30480" y="777240"/>
                </a:cubicBezTo>
                <a:close/>
                <a:moveTo>
                  <a:pt x="30480" y="929640"/>
                </a:moveTo>
                <a:cubicBezTo>
                  <a:pt x="30480" y="938057"/>
                  <a:pt x="23657" y="944880"/>
                  <a:pt x="15240" y="944880"/>
                </a:cubicBezTo>
                <a:cubicBezTo>
                  <a:pt x="6823" y="944880"/>
                  <a:pt x="0" y="938057"/>
                  <a:pt x="0" y="929640"/>
                </a:cubicBezTo>
                <a:cubicBezTo>
                  <a:pt x="0" y="921223"/>
                  <a:pt x="6823" y="914400"/>
                  <a:pt x="15240" y="914400"/>
                </a:cubicBezTo>
                <a:cubicBezTo>
                  <a:pt x="23657" y="914400"/>
                  <a:pt x="30480" y="921223"/>
                  <a:pt x="30480" y="929640"/>
                </a:cubicBezTo>
                <a:close/>
                <a:moveTo>
                  <a:pt x="30480" y="1082040"/>
                </a:moveTo>
                <a:cubicBezTo>
                  <a:pt x="30480" y="1090457"/>
                  <a:pt x="23657" y="1097280"/>
                  <a:pt x="15240" y="1097280"/>
                </a:cubicBezTo>
                <a:cubicBezTo>
                  <a:pt x="6823" y="1097280"/>
                  <a:pt x="0" y="1090457"/>
                  <a:pt x="0" y="1082040"/>
                </a:cubicBezTo>
                <a:cubicBezTo>
                  <a:pt x="0" y="1073623"/>
                  <a:pt x="6823" y="1066800"/>
                  <a:pt x="15240" y="1066800"/>
                </a:cubicBezTo>
                <a:cubicBezTo>
                  <a:pt x="23657" y="1066800"/>
                  <a:pt x="30480" y="1073623"/>
                  <a:pt x="30480" y="1082040"/>
                </a:cubicBezTo>
                <a:close/>
                <a:moveTo>
                  <a:pt x="30480" y="1234440"/>
                </a:moveTo>
                <a:cubicBezTo>
                  <a:pt x="30480" y="1242857"/>
                  <a:pt x="23657" y="1249680"/>
                  <a:pt x="15240" y="1249680"/>
                </a:cubicBezTo>
                <a:cubicBezTo>
                  <a:pt x="6823" y="1249680"/>
                  <a:pt x="0" y="1242857"/>
                  <a:pt x="0" y="1234440"/>
                </a:cubicBezTo>
                <a:cubicBezTo>
                  <a:pt x="0" y="1226023"/>
                  <a:pt x="6823" y="1219200"/>
                  <a:pt x="15240" y="1219200"/>
                </a:cubicBezTo>
                <a:cubicBezTo>
                  <a:pt x="23657" y="1219200"/>
                  <a:pt x="30480" y="1226023"/>
                  <a:pt x="30480" y="1234440"/>
                </a:cubicBezTo>
                <a:close/>
                <a:moveTo>
                  <a:pt x="30480" y="1386840"/>
                </a:moveTo>
                <a:cubicBezTo>
                  <a:pt x="30480" y="1395257"/>
                  <a:pt x="23657" y="1402080"/>
                  <a:pt x="15240" y="1402080"/>
                </a:cubicBezTo>
                <a:cubicBezTo>
                  <a:pt x="6823" y="1402080"/>
                  <a:pt x="0" y="1395257"/>
                  <a:pt x="0" y="1386840"/>
                </a:cubicBezTo>
                <a:cubicBezTo>
                  <a:pt x="0" y="1378423"/>
                  <a:pt x="6823" y="1371600"/>
                  <a:pt x="15240" y="1371600"/>
                </a:cubicBezTo>
                <a:cubicBezTo>
                  <a:pt x="23657" y="1371600"/>
                  <a:pt x="30480" y="1378423"/>
                  <a:pt x="30480" y="1386840"/>
                </a:cubicBezTo>
                <a:close/>
                <a:moveTo>
                  <a:pt x="30480" y="1539240"/>
                </a:moveTo>
                <a:cubicBezTo>
                  <a:pt x="30480" y="1547657"/>
                  <a:pt x="23657" y="1554480"/>
                  <a:pt x="15240" y="1554480"/>
                </a:cubicBezTo>
                <a:cubicBezTo>
                  <a:pt x="6823" y="1554480"/>
                  <a:pt x="0" y="1547657"/>
                  <a:pt x="0" y="1539240"/>
                </a:cubicBezTo>
                <a:cubicBezTo>
                  <a:pt x="0" y="1530823"/>
                  <a:pt x="6823" y="1524000"/>
                  <a:pt x="15240" y="1524000"/>
                </a:cubicBezTo>
                <a:cubicBezTo>
                  <a:pt x="23657" y="1524000"/>
                  <a:pt x="30480" y="1530823"/>
                  <a:pt x="30480" y="1539240"/>
                </a:cubicBezTo>
                <a:close/>
                <a:moveTo>
                  <a:pt x="30480" y="1691640"/>
                </a:moveTo>
                <a:cubicBezTo>
                  <a:pt x="30480" y="1700057"/>
                  <a:pt x="23657" y="1706880"/>
                  <a:pt x="15240" y="1706880"/>
                </a:cubicBezTo>
                <a:cubicBezTo>
                  <a:pt x="6823" y="1706880"/>
                  <a:pt x="0" y="1700057"/>
                  <a:pt x="0" y="1691640"/>
                </a:cubicBezTo>
                <a:cubicBezTo>
                  <a:pt x="0" y="1683223"/>
                  <a:pt x="6823" y="1676400"/>
                  <a:pt x="15240" y="1676400"/>
                </a:cubicBezTo>
                <a:cubicBezTo>
                  <a:pt x="23657" y="1676400"/>
                  <a:pt x="30480" y="1683223"/>
                  <a:pt x="30480" y="1691640"/>
                </a:cubicBezTo>
                <a:close/>
                <a:moveTo>
                  <a:pt x="30480" y="1844040"/>
                </a:moveTo>
                <a:cubicBezTo>
                  <a:pt x="30480" y="1852457"/>
                  <a:pt x="23657" y="1859280"/>
                  <a:pt x="15240" y="1859280"/>
                </a:cubicBezTo>
                <a:cubicBezTo>
                  <a:pt x="6823" y="1859280"/>
                  <a:pt x="0" y="1852457"/>
                  <a:pt x="0" y="1844040"/>
                </a:cubicBezTo>
                <a:cubicBezTo>
                  <a:pt x="0" y="1835623"/>
                  <a:pt x="6823" y="1828800"/>
                  <a:pt x="15240" y="1828800"/>
                </a:cubicBezTo>
                <a:cubicBezTo>
                  <a:pt x="23657" y="1828800"/>
                  <a:pt x="30480" y="1835623"/>
                  <a:pt x="30480" y="1844040"/>
                </a:cubicBezTo>
                <a:close/>
                <a:moveTo>
                  <a:pt x="30480" y="1996440"/>
                </a:moveTo>
                <a:cubicBezTo>
                  <a:pt x="30480" y="2004857"/>
                  <a:pt x="23657" y="2011680"/>
                  <a:pt x="15240" y="2011680"/>
                </a:cubicBezTo>
                <a:cubicBezTo>
                  <a:pt x="6823" y="2011680"/>
                  <a:pt x="0" y="2004857"/>
                  <a:pt x="0" y="1996440"/>
                </a:cubicBezTo>
                <a:cubicBezTo>
                  <a:pt x="0" y="1988023"/>
                  <a:pt x="6823" y="1981200"/>
                  <a:pt x="15240" y="1981200"/>
                </a:cubicBezTo>
                <a:cubicBezTo>
                  <a:pt x="23657" y="1981200"/>
                  <a:pt x="30480" y="1988023"/>
                  <a:pt x="30480" y="1996440"/>
                </a:cubicBezTo>
                <a:close/>
                <a:moveTo>
                  <a:pt x="30480" y="2148840"/>
                </a:moveTo>
                <a:cubicBezTo>
                  <a:pt x="30480" y="2157257"/>
                  <a:pt x="23657" y="2164080"/>
                  <a:pt x="15240" y="2164080"/>
                </a:cubicBezTo>
                <a:cubicBezTo>
                  <a:pt x="6823" y="2164080"/>
                  <a:pt x="0" y="2157257"/>
                  <a:pt x="0" y="2148840"/>
                </a:cubicBezTo>
                <a:cubicBezTo>
                  <a:pt x="0" y="2140423"/>
                  <a:pt x="6823" y="2133600"/>
                  <a:pt x="15240" y="2133600"/>
                </a:cubicBezTo>
                <a:cubicBezTo>
                  <a:pt x="23657" y="2133600"/>
                  <a:pt x="30480" y="2140423"/>
                  <a:pt x="30480" y="2148840"/>
                </a:cubicBezTo>
                <a:close/>
                <a:moveTo>
                  <a:pt x="30480" y="2301240"/>
                </a:moveTo>
                <a:cubicBezTo>
                  <a:pt x="30480" y="2309657"/>
                  <a:pt x="23657" y="2316480"/>
                  <a:pt x="15240" y="2316480"/>
                </a:cubicBezTo>
                <a:cubicBezTo>
                  <a:pt x="6823" y="2316480"/>
                  <a:pt x="0" y="2309657"/>
                  <a:pt x="0" y="2301240"/>
                </a:cubicBezTo>
                <a:cubicBezTo>
                  <a:pt x="0" y="2292823"/>
                  <a:pt x="6823" y="2286000"/>
                  <a:pt x="15240" y="2286000"/>
                </a:cubicBezTo>
                <a:cubicBezTo>
                  <a:pt x="23657" y="2286000"/>
                  <a:pt x="30480" y="2292823"/>
                  <a:pt x="30480" y="2301240"/>
                </a:cubicBezTo>
                <a:close/>
                <a:moveTo>
                  <a:pt x="30480" y="2453640"/>
                </a:moveTo>
                <a:cubicBezTo>
                  <a:pt x="30480" y="2462057"/>
                  <a:pt x="23657" y="2468880"/>
                  <a:pt x="15240" y="2468880"/>
                </a:cubicBezTo>
                <a:cubicBezTo>
                  <a:pt x="6823" y="2468880"/>
                  <a:pt x="0" y="2462057"/>
                  <a:pt x="0" y="2453640"/>
                </a:cubicBezTo>
                <a:cubicBezTo>
                  <a:pt x="0" y="2445223"/>
                  <a:pt x="6823" y="2438400"/>
                  <a:pt x="15240" y="2438400"/>
                </a:cubicBezTo>
                <a:cubicBezTo>
                  <a:pt x="23657" y="2438400"/>
                  <a:pt x="30480" y="2445223"/>
                  <a:pt x="30480" y="2453640"/>
                </a:cubicBezTo>
                <a:close/>
                <a:moveTo>
                  <a:pt x="30480" y="2606040"/>
                </a:moveTo>
                <a:cubicBezTo>
                  <a:pt x="30480" y="2614457"/>
                  <a:pt x="23657" y="2621280"/>
                  <a:pt x="15240" y="2621280"/>
                </a:cubicBezTo>
                <a:cubicBezTo>
                  <a:pt x="6823" y="2621280"/>
                  <a:pt x="0" y="2614457"/>
                  <a:pt x="0" y="2606040"/>
                </a:cubicBezTo>
                <a:cubicBezTo>
                  <a:pt x="0" y="2597623"/>
                  <a:pt x="6823" y="2590800"/>
                  <a:pt x="15240" y="2590800"/>
                </a:cubicBezTo>
                <a:cubicBezTo>
                  <a:pt x="23657" y="2590800"/>
                  <a:pt x="30480" y="2597623"/>
                  <a:pt x="30480" y="2606040"/>
                </a:cubicBezTo>
                <a:close/>
                <a:moveTo>
                  <a:pt x="30480" y="2758440"/>
                </a:moveTo>
                <a:cubicBezTo>
                  <a:pt x="30480" y="2766857"/>
                  <a:pt x="23657" y="2773680"/>
                  <a:pt x="15240" y="2773680"/>
                </a:cubicBezTo>
                <a:cubicBezTo>
                  <a:pt x="6823" y="2773680"/>
                  <a:pt x="0" y="2766857"/>
                  <a:pt x="0" y="2758440"/>
                </a:cubicBezTo>
                <a:cubicBezTo>
                  <a:pt x="0" y="2750023"/>
                  <a:pt x="6823" y="2743200"/>
                  <a:pt x="15240" y="2743200"/>
                </a:cubicBezTo>
                <a:cubicBezTo>
                  <a:pt x="23657" y="2743200"/>
                  <a:pt x="30480" y="2750023"/>
                  <a:pt x="30480" y="2758440"/>
                </a:cubicBezTo>
                <a:close/>
                <a:moveTo>
                  <a:pt x="30480" y="2910840"/>
                </a:moveTo>
                <a:cubicBezTo>
                  <a:pt x="30480" y="2919257"/>
                  <a:pt x="23657" y="2926080"/>
                  <a:pt x="15240" y="2926080"/>
                </a:cubicBezTo>
                <a:cubicBezTo>
                  <a:pt x="6823" y="2926080"/>
                  <a:pt x="0" y="2919257"/>
                  <a:pt x="0" y="2910840"/>
                </a:cubicBezTo>
                <a:cubicBezTo>
                  <a:pt x="0" y="2902423"/>
                  <a:pt x="6823" y="2895600"/>
                  <a:pt x="15240" y="2895600"/>
                </a:cubicBezTo>
                <a:cubicBezTo>
                  <a:pt x="23657" y="2895600"/>
                  <a:pt x="30480" y="2902423"/>
                  <a:pt x="30480" y="2910840"/>
                </a:cubicBezTo>
                <a:close/>
                <a:moveTo>
                  <a:pt x="30480" y="3063240"/>
                </a:moveTo>
                <a:cubicBezTo>
                  <a:pt x="30480" y="3071657"/>
                  <a:pt x="23657" y="3078480"/>
                  <a:pt x="15240" y="3078480"/>
                </a:cubicBezTo>
                <a:cubicBezTo>
                  <a:pt x="6823" y="3078480"/>
                  <a:pt x="0" y="3071657"/>
                  <a:pt x="0" y="3063240"/>
                </a:cubicBezTo>
                <a:cubicBezTo>
                  <a:pt x="0" y="3054823"/>
                  <a:pt x="6823" y="3048000"/>
                  <a:pt x="15240" y="3048000"/>
                </a:cubicBezTo>
                <a:cubicBezTo>
                  <a:pt x="23657" y="3048000"/>
                  <a:pt x="30480" y="3054823"/>
                  <a:pt x="30480" y="3063240"/>
                </a:cubicBezTo>
                <a:close/>
                <a:moveTo>
                  <a:pt x="30480" y="3215640"/>
                </a:moveTo>
                <a:cubicBezTo>
                  <a:pt x="30480" y="3224057"/>
                  <a:pt x="23657" y="3230880"/>
                  <a:pt x="15240" y="3230880"/>
                </a:cubicBezTo>
                <a:cubicBezTo>
                  <a:pt x="6823" y="3230880"/>
                  <a:pt x="0" y="3224057"/>
                  <a:pt x="0" y="3215640"/>
                </a:cubicBezTo>
                <a:cubicBezTo>
                  <a:pt x="0" y="3207223"/>
                  <a:pt x="6823" y="3200400"/>
                  <a:pt x="15240" y="3200400"/>
                </a:cubicBezTo>
                <a:cubicBezTo>
                  <a:pt x="23657" y="3200400"/>
                  <a:pt x="30480" y="3207223"/>
                  <a:pt x="30480" y="3215640"/>
                </a:cubicBezTo>
                <a:close/>
                <a:moveTo>
                  <a:pt x="30480" y="3368040"/>
                </a:moveTo>
                <a:cubicBezTo>
                  <a:pt x="30480" y="3376457"/>
                  <a:pt x="23657" y="3383280"/>
                  <a:pt x="15240" y="3383280"/>
                </a:cubicBezTo>
                <a:cubicBezTo>
                  <a:pt x="6823" y="3383280"/>
                  <a:pt x="0" y="3376457"/>
                  <a:pt x="0" y="3368040"/>
                </a:cubicBezTo>
                <a:cubicBezTo>
                  <a:pt x="0" y="3359623"/>
                  <a:pt x="6823" y="3352800"/>
                  <a:pt x="15240" y="3352800"/>
                </a:cubicBezTo>
                <a:cubicBezTo>
                  <a:pt x="23657" y="3352800"/>
                  <a:pt x="30480" y="3359623"/>
                  <a:pt x="30480" y="3368040"/>
                </a:cubicBezTo>
                <a:close/>
                <a:moveTo>
                  <a:pt x="30480" y="3520440"/>
                </a:moveTo>
                <a:cubicBezTo>
                  <a:pt x="30480" y="3528857"/>
                  <a:pt x="23657" y="3535680"/>
                  <a:pt x="15240" y="3535680"/>
                </a:cubicBezTo>
                <a:cubicBezTo>
                  <a:pt x="6823" y="3535680"/>
                  <a:pt x="0" y="3528857"/>
                  <a:pt x="0" y="3520440"/>
                </a:cubicBezTo>
                <a:cubicBezTo>
                  <a:pt x="0" y="3512023"/>
                  <a:pt x="6823" y="3505200"/>
                  <a:pt x="15240" y="3505200"/>
                </a:cubicBezTo>
                <a:cubicBezTo>
                  <a:pt x="23657" y="3505200"/>
                  <a:pt x="30480" y="3512023"/>
                  <a:pt x="30480" y="3520440"/>
                </a:cubicBezTo>
                <a:close/>
                <a:moveTo>
                  <a:pt x="30480" y="3672840"/>
                </a:moveTo>
                <a:cubicBezTo>
                  <a:pt x="30480" y="3681257"/>
                  <a:pt x="23657" y="3688080"/>
                  <a:pt x="15240" y="3688080"/>
                </a:cubicBezTo>
                <a:cubicBezTo>
                  <a:pt x="6823" y="3688080"/>
                  <a:pt x="0" y="3681257"/>
                  <a:pt x="0" y="3672840"/>
                </a:cubicBezTo>
                <a:cubicBezTo>
                  <a:pt x="0" y="3664423"/>
                  <a:pt x="6823" y="3657600"/>
                  <a:pt x="15240" y="3657600"/>
                </a:cubicBezTo>
                <a:cubicBezTo>
                  <a:pt x="23657" y="3657600"/>
                  <a:pt x="30480" y="3664423"/>
                  <a:pt x="30480" y="3672840"/>
                </a:cubicBezTo>
                <a:close/>
                <a:moveTo>
                  <a:pt x="30480" y="3825240"/>
                </a:moveTo>
                <a:cubicBezTo>
                  <a:pt x="30480" y="3833657"/>
                  <a:pt x="23657" y="3840480"/>
                  <a:pt x="15240" y="3840480"/>
                </a:cubicBezTo>
                <a:cubicBezTo>
                  <a:pt x="6823" y="3840480"/>
                  <a:pt x="0" y="3833657"/>
                  <a:pt x="0" y="3825240"/>
                </a:cubicBezTo>
                <a:cubicBezTo>
                  <a:pt x="0" y="3816823"/>
                  <a:pt x="6823" y="3810000"/>
                  <a:pt x="15240" y="3810000"/>
                </a:cubicBezTo>
                <a:cubicBezTo>
                  <a:pt x="23657" y="3810000"/>
                  <a:pt x="30480" y="3816823"/>
                  <a:pt x="30480" y="3825240"/>
                </a:cubicBezTo>
                <a:close/>
                <a:moveTo>
                  <a:pt x="30480" y="3977640"/>
                </a:moveTo>
                <a:cubicBezTo>
                  <a:pt x="30480" y="3986057"/>
                  <a:pt x="23657" y="3992880"/>
                  <a:pt x="15240" y="3992880"/>
                </a:cubicBezTo>
                <a:cubicBezTo>
                  <a:pt x="6823" y="3992880"/>
                  <a:pt x="0" y="3986057"/>
                  <a:pt x="0" y="3977640"/>
                </a:cubicBezTo>
                <a:cubicBezTo>
                  <a:pt x="0" y="3969223"/>
                  <a:pt x="6823" y="3962400"/>
                  <a:pt x="15240" y="3962400"/>
                </a:cubicBezTo>
                <a:cubicBezTo>
                  <a:pt x="23657" y="3962400"/>
                  <a:pt x="30480" y="3969223"/>
                  <a:pt x="30480" y="3977640"/>
                </a:cubicBezTo>
                <a:close/>
                <a:moveTo>
                  <a:pt x="30480" y="4130040"/>
                </a:moveTo>
                <a:cubicBezTo>
                  <a:pt x="30480" y="4138457"/>
                  <a:pt x="23657" y="4145280"/>
                  <a:pt x="15240" y="4145280"/>
                </a:cubicBezTo>
                <a:cubicBezTo>
                  <a:pt x="6823" y="4145280"/>
                  <a:pt x="0" y="4138457"/>
                  <a:pt x="0" y="4130040"/>
                </a:cubicBezTo>
                <a:cubicBezTo>
                  <a:pt x="0" y="4121623"/>
                  <a:pt x="6823" y="4114800"/>
                  <a:pt x="15240" y="4114800"/>
                </a:cubicBezTo>
                <a:cubicBezTo>
                  <a:pt x="23657" y="4114800"/>
                  <a:pt x="30480" y="4121623"/>
                  <a:pt x="30480" y="4130040"/>
                </a:cubicBezTo>
                <a:close/>
                <a:moveTo>
                  <a:pt x="30480" y="4282440"/>
                </a:moveTo>
                <a:cubicBezTo>
                  <a:pt x="30480" y="4290857"/>
                  <a:pt x="23657" y="4297680"/>
                  <a:pt x="15240" y="4297680"/>
                </a:cubicBezTo>
                <a:cubicBezTo>
                  <a:pt x="6823" y="4297680"/>
                  <a:pt x="0" y="4290857"/>
                  <a:pt x="0" y="4282440"/>
                </a:cubicBezTo>
                <a:cubicBezTo>
                  <a:pt x="0" y="4274023"/>
                  <a:pt x="6823" y="4267200"/>
                  <a:pt x="15240" y="4267200"/>
                </a:cubicBezTo>
                <a:cubicBezTo>
                  <a:pt x="23657" y="4267200"/>
                  <a:pt x="30480" y="4274023"/>
                  <a:pt x="30480" y="4282440"/>
                </a:cubicBezTo>
                <a:close/>
                <a:moveTo>
                  <a:pt x="30480" y="4434840"/>
                </a:moveTo>
                <a:cubicBezTo>
                  <a:pt x="30480" y="4443257"/>
                  <a:pt x="23657" y="4450080"/>
                  <a:pt x="15240" y="4450080"/>
                </a:cubicBezTo>
                <a:cubicBezTo>
                  <a:pt x="6823" y="4450080"/>
                  <a:pt x="0" y="4443257"/>
                  <a:pt x="0" y="4434840"/>
                </a:cubicBezTo>
                <a:cubicBezTo>
                  <a:pt x="0" y="4426423"/>
                  <a:pt x="6823" y="4419600"/>
                  <a:pt x="15240" y="4419600"/>
                </a:cubicBezTo>
                <a:cubicBezTo>
                  <a:pt x="23657" y="4419600"/>
                  <a:pt x="30480" y="4426423"/>
                  <a:pt x="30480" y="4434840"/>
                </a:cubicBezTo>
                <a:close/>
                <a:moveTo>
                  <a:pt x="182880" y="15240"/>
                </a:moveTo>
                <a:cubicBezTo>
                  <a:pt x="182880" y="23657"/>
                  <a:pt x="176057" y="30480"/>
                  <a:pt x="167640" y="30480"/>
                </a:cubicBezTo>
                <a:cubicBezTo>
                  <a:pt x="159223" y="30480"/>
                  <a:pt x="152400" y="23657"/>
                  <a:pt x="152400" y="15240"/>
                </a:cubicBezTo>
                <a:cubicBezTo>
                  <a:pt x="152400" y="6823"/>
                  <a:pt x="159223" y="0"/>
                  <a:pt x="167640" y="0"/>
                </a:cubicBezTo>
                <a:cubicBezTo>
                  <a:pt x="176057" y="0"/>
                  <a:pt x="182880" y="6823"/>
                  <a:pt x="182880" y="15240"/>
                </a:cubicBezTo>
                <a:close/>
                <a:moveTo>
                  <a:pt x="182880" y="167640"/>
                </a:moveTo>
                <a:cubicBezTo>
                  <a:pt x="182880" y="176057"/>
                  <a:pt x="176057" y="182880"/>
                  <a:pt x="167640" y="182880"/>
                </a:cubicBezTo>
                <a:cubicBezTo>
                  <a:pt x="159223" y="182880"/>
                  <a:pt x="152400" y="176057"/>
                  <a:pt x="152400" y="167640"/>
                </a:cubicBezTo>
                <a:cubicBezTo>
                  <a:pt x="152400" y="159223"/>
                  <a:pt x="159223" y="152400"/>
                  <a:pt x="167640" y="152400"/>
                </a:cubicBezTo>
                <a:cubicBezTo>
                  <a:pt x="176057" y="152400"/>
                  <a:pt x="182880" y="159223"/>
                  <a:pt x="182880" y="167640"/>
                </a:cubicBezTo>
                <a:close/>
                <a:moveTo>
                  <a:pt x="182880" y="320040"/>
                </a:moveTo>
                <a:cubicBezTo>
                  <a:pt x="182880" y="328457"/>
                  <a:pt x="176057" y="335280"/>
                  <a:pt x="167640" y="335280"/>
                </a:cubicBezTo>
                <a:cubicBezTo>
                  <a:pt x="159223" y="335280"/>
                  <a:pt x="152400" y="328457"/>
                  <a:pt x="152400" y="320040"/>
                </a:cubicBezTo>
                <a:cubicBezTo>
                  <a:pt x="152400" y="311623"/>
                  <a:pt x="159223" y="304800"/>
                  <a:pt x="167640" y="304800"/>
                </a:cubicBezTo>
                <a:cubicBezTo>
                  <a:pt x="176057" y="304800"/>
                  <a:pt x="182880" y="311623"/>
                  <a:pt x="182880" y="320040"/>
                </a:cubicBezTo>
                <a:close/>
                <a:moveTo>
                  <a:pt x="182880" y="472440"/>
                </a:moveTo>
                <a:cubicBezTo>
                  <a:pt x="182880" y="480857"/>
                  <a:pt x="176057" y="487680"/>
                  <a:pt x="167640" y="487680"/>
                </a:cubicBezTo>
                <a:cubicBezTo>
                  <a:pt x="159223" y="487680"/>
                  <a:pt x="152400" y="480857"/>
                  <a:pt x="152400" y="472440"/>
                </a:cubicBezTo>
                <a:cubicBezTo>
                  <a:pt x="152400" y="464023"/>
                  <a:pt x="159223" y="457200"/>
                  <a:pt x="167640" y="457200"/>
                </a:cubicBezTo>
                <a:cubicBezTo>
                  <a:pt x="176057" y="457200"/>
                  <a:pt x="182880" y="464023"/>
                  <a:pt x="182880" y="472440"/>
                </a:cubicBezTo>
                <a:close/>
                <a:moveTo>
                  <a:pt x="182880" y="624840"/>
                </a:moveTo>
                <a:cubicBezTo>
                  <a:pt x="182880" y="633257"/>
                  <a:pt x="176057" y="640080"/>
                  <a:pt x="167640" y="640080"/>
                </a:cubicBezTo>
                <a:cubicBezTo>
                  <a:pt x="159223" y="640080"/>
                  <a:pt x="152400" y="633257"/>
                  <a:pt x="152400" y="624840"/>
                </a:cubicBezTo>
                <a:cubicBezTo>
                  <a:pt x="152400" y="616423"/>
                  <a:pt x="159223" y="609600"/>
                  <a:pt x="167640" y="609600"/>
                </a:cubicBezTo>
                <a:cubicBezTo>
                  <a:pt x="176057" y="609600"/>
                  <a:pt x="182880" y="616423"/>
                  <a:pt x="182880" y="624840"/>
                </a:cubicBezTo>
                <a:close/>
                <a:moveTo>
                  <a:pt x="182880" y="777240"/>
                </a:moveTo>
                <a:cubicBezTo>
                  <a:pt x="182880" y="785657"/>
                  <a:pt x="176057" y="792480"/>
                  <a:pt x="167640" y="792480"/>
                </a:cubicBezTo>
                <a:cubicBezTo>
                  <a:pt x="159223" y="792480"/>
                  <a:pt x="152400" y="785657"/>
                  <a:pt x="152400" y="777240"/>
                </a:cubicBezTo>
                <a:cubicBezTo>
                  <a:pt x="152400" y="768823"/>
                  <a:pt x="159223" y="762000"/>
                  <a:pt x="167640" y="762000"/>
                </a:cubicBezTo>
                <a:cubicBezTo>
                  <a:pt x="176057" y="762000"/>
                  <a:pt x="182880" y="768823"/>
                  <a:pt x="182880" y="777240"/>
                </a:cubicBezTo>
                <a:close/>
                <a:moveTo>
                  <a:pt x="182880" y="929640"/>
                </a:moveTo>
                <a:cubicBezTo>
                  <a:pt x="182880" y="938057"/>
                  <a:pt x="176057" y="944880"/>
                  <a:pt x="167640" y="944880"/>
                </a:cubicBezTo>
                <a:cubicBezTo>
                  <a:pt x="159223" y="944880"/>
                  <a:pt x="152400" y="938057"/>
                  <a:pt x="152400" y="929640"/>
                </a:cubicBezTo>
                <a:cubicBezTo>
                  <a:pt x="152400" y="921223"/>
                  <a:pt x="159223" y="914400"/>
                  <a:pt x="167640" y="914400"/>
                </a:cubicBezTo>
                <a:cubicBezTo>
                  <a:pt x="176057" y="914400"/>
                  <a:pt x="182880" y="921223"/>
                  <a:pt x="182880" y="929640"/>
                </a:cubicBezTo>
                <a:close/>
                <a:moveTo>
                  <a:pt x="182880" y="1082040"/>
                </a:moveTo>
                <a:cubicBezTo>
                  <a:pt x="182880" y="1090457"/>
                  <a:pt x="176057" y="1097280"/>
                  <a:pt x="167640" y="1097280"/>
                </a:cubicBezTo>
                <a:cubicBezTo>
                  <a:pt x="159223" y="1097280"/>
                  <a:pt x="152400" y="1090457"/>
                  <a:pt x="152400" y="1082040"/>
                </a:cubicBezTo>
                <a:cubicBezTo>
                  <a:pt x="152400" y="1073623"/>
                  <a:pt x="159223" y="1066800"/>
                  <a:pt x="167640" y="1066800"/>
                </a:cubicBezTo>
                <a:cubicBezTo>
                  <a:pt x="176057" y="1066800"/>
                  <a:pt x="182880" y="1073623"/>
                  <a:pt x="182880" y="1082040"/>
                </a:cubicBezTo>
                <a:close/>
                <a:moveTo>
                  <a:pt x="182880" y="1234440"/>
                </a:moveTo>
                <a:cubicBezTo>
                  <a:pt x="182880" y="1242857"/>
                  <a:pt x="176057" y="1249680"/>
                  <a:pt x="167640" y="1249680"/>
                </a:cubicBezTo>
                <a:cubicBezTo>
                  <a:pt x="159223" y="1249680"/>
                  <a:pt x="152400" y="1242857"/>
                  <a:pt x="152400" y="1234440"/>
                </a:cubicBezTo>
                <a:cubicBezTo>
                  <a:pt x="152400" y="1226023"/>
                  <a:pt x="159223" y="1219200"/>
                  <a:pt x="167640" y="1219200"/>
                </a:cubicBezTo>
                <a:cubicBezTo>
                  <a:pt x="176057" y="1219200"/>
                  <a:pt x="182880" y="1226023"/>
                  <a:pt x="182880" y="1234440"/>
                </a:cubicBezTo>
                <a:close/>
                <a:moveTo>
                  <a:pt x="182880" y="1386840"/>
                </a:moveTo>
                <a:cubicBezTo>
                  <a:pt x="182880" y="1395257"/>
                  <a:pt x="176057" y="1402080"/>
                  <a:pt x="167640" y="1402080"/>
                </a:cubicBezTo>
                <a:cubicBezTo>
                  <a:pt x="159223" y="1402080"/>
                  <a:pt x="152400" y="1395257"/>
                  <a:pt x="152400" y="1386840"/>
                </a:cubicBezTo>
                <a:cubicBezTo>
                  <a:pt x="152400" y="1378423"/>
                  <a:pt x="159223" y="1371600"/>
                  <a:pt x="167640" y="1371600"/>
                </a:cubicBezTo>
                <a:cubicBezTo>
                  <a:pt x="176057" y="1371600"/>
                  <a:pt x="182880" y="1378423"/>
                  <a:pt x="182880" y="1386840"/>
                </a:cubicBezTo>
                <a:close/>
                <a:moveTo>
                  <a:pt x="182880" y="1539240"/>
                </a:moveTo>
                <a:cubicBezTo>
                  <a:pt x="182880" y="1547657"/>
                  <a:pt x="176057" y="1554480"/>
                  <a:pt x="167640" y="1554480"/>
                </a:cubicBezTo>
                <a:cubicBezTo>
                  <a:pt x="159223" y="1554480"/>
                  <a:pt x="152400" y="1547657"/>
                  <a:pt x="152400" y="1539240"/>
                </a:cubicBezTo>
                <a:cubicBezTo>
                  <a:pt x="152400" y="1530823"/>
                  <a:pt x="159223" y="1524000"/>
                  <a:pt x="167640" y="1524000"/>
                </a:cubicBezTo>
                <a:cubicBezTo>
                  <a:pt x="176057" y="1524000"/>
                  <a:pt x="182880" y="1530823"/>
                  <a:pt x="182880" y="1539240"/>
                </a:cubicBezTo>
                <a:close/>
                <a:moveTo>
                  <a:pt x="182880" y="1691640"/>
                </a:moveTo>
                <a:cubicBezTo>
                  <a:pt x="182880" y="1700057"/>
                  <a:pt x="176057" y="1706880"/>
                  <a:pt x="167640" y="1706880"/>
                </a:cubicBezTo>
                <a:cubicBezTo>
                  <a:pt x="159223" y="1706880"/>
                  <a:pt x="152400" y="1700057"/>
                  <a:pt x="152400" y="1691640"/>
                </a:cubicBezTo>
                <a:cubicBezTo>
                  <a:pt x="152400" y="1683223"/>
                  <a:pt x="159223" y="1676400"/>
                  <a:pt x="167640" y="1676400"/>
                </a:cubicBezTo>
                <a:cubicBezTo>
                  <a:pt x="176057" y="1676400"/>
                  <a:pt x="182880" y="1683223"/>
                  <a:pt x="182880" y="1691640"/>
                </a:cubicBezTo>
                <a:close/>
                <a:moveTo>
                  <a:pt x="182880" y="1844040"/>
                </a:moveTo>
                <a:cubicBezTo>
                  <a:pt x="182880" y="1852457"/>
                  <a:pt x="176057" y="1859280"/>
                  <a:pt x="167640" y="1859280"/>
                </a:cubicBezTo>
                <a:cubicBezTo>
                  <a:pt x="159223" y="1859280"/>
                  <a:pt x="152400" y="1852457"/>
                  <a:pt x="152400" y="1844040"/>
                </a:cubicBezTo>
                <a:cubicBezTo>
                  <a:pt x="152400" y="1835623"/>
                  <a:pt x="159223" y="1828800"/>
                  <a:pt x="167640" y="1828800"/>
                </a:cubicBezTo>
                <a:cubicBezTo>
                  <a:pt x="176057" y="1828800"/>
                  <a:pt x="182880" y="1835623"/>
                  <a:pt x="182880" y="1844040"/>
                </a:cubicBezTo>
                <a:close/>
                <a:moveTo>
                  <a:pt x="182880" y="1996440"/>
                </a:moveTo>
                <a:cubicBezTo>
                  <a:pt x="182880" y="2004857"/>
                  <a:pt x="176057" y="2011680"/>
                  <a:pt x="167640" y="2011680"/>
                </a:cubicBezTo>
                <a:cubicBezTo>
                  <a:pt x="159223" y="2011680"/>
                  <a:pt x="152400" y="2004857"/>
                  <a:pt x="152400" y="1996440"/>
                </a:cubicBezTo>
                <a:cubicBezTo>
                  <a:pt x="152400" y="1988023"/>
                  <a:pt x="159223" y="1981200"/>
                  <a:pt x="167640" y="1981200"/>
                </a:cubicBezTo>
                <a:cubicBezTo>
                  <a:pt x="176057" y="1981200"/>
                  <a:pt x="182880" y="1988023"/>
                  <a:pt x="182880" y="1996440"/>
                </a:cubicBezTo>
                <a:close/>
                <a:moveTo>
                  <a:pt x="182880" y="2148840"/>
                </a:moveTo>
                <a:cubicBezTo>
                  <a:pt x="182880" y="2157257"/>
                  <a:pt x="176057" y="2164080"/>
                  <a:pt x="167640" y="2164080"/>
                </a:cubicBezTo>
                <a:cubicBezTo>
                  <a:pt x="159223" y="2164080"/>
                  <a:pt x="152400" y="2157257"/>
                  <a:pt x="152400" y="2148840"/>
                </a:cubicBezTo>
                <a:cubicBezTo>
                  <a:pt x="152400" y="2140423"/>
                  <a:pt x="159223" y="2133600"/>
                  <a:pt x="167640" y="2133600"/>
                </a:cubicBezTo>
                <a:cubicBezTo>
                  <a:pt x="176057" y="2133600"/>
                  <a:pt x="182880" y="2140423"/>
                  <a:pt x="182880" y="2148840"/>
                </a:cubicBezTo>
                <a:close/>
                <a:moveTo>
                  <a:pt x="182880" y="2301240"/>
                </a:moveTo>
                <a:cubicBezTo>
                  <a:pt x="182880" y="2309657"/>
                  <a:pt x="176057" y="2316480"/>
                  <a:pt x="167640" y="2316480"/>
                </a:cubicBezTo>
                <a:cubicBezTo>
                  <a:pt x="159223" y="2316480"/>
                  <a:pt x="152400" y="2309657"/>
                  <a:pt x="152400" y="2301240"/>
                </a:cubicBezTo>
                <a:cubicBezTo>
                  <a:pt x="152400" y="2292823"/>
                  <a:pt x="159223" y="2286000"/>
                  <a:pt x="167640" y="2286000"/>
                </a:cubicBezTo>
                <a:cubicBezTo>
                  <a:pt x="176057" y="2286000"/>
                  <a:pt x="182880" y="2292823"/>
                  <a:pt x="182880" y="2301240"/>
                </a:cubicBezTo>
                <a:close/>
                <a:moveTo>
                  <a:pt x="182880" y="2453640"/>
                </a:moveTo>
                <a:cubicBezTo>
                  <a:pt x="182880" y="2462057"/>
                  <a:pt x="176057" y="2468880"/>
                  <a:pt x="167640" y="2468880"/>
                </a:cubicBezTo>
                <a:cubicBezTo>
                  <a:pt x="159223" y="2468880"/>
                  <a:pt x="152400" y="2462057"/>
                  <a:pt x="152400" y="2453640"/>
                </a:cubicBezTo>
                <a:cubicBezTo>
                  <a:pt x="152400" y="2445223"/>
                  <a:pt x="159223" y="2438400"/>
                  <a:pt x="167640" y="2438400"/>
                </a:cubicBezTo>
                <a:cubicBezTo>
                  <a:pt x="176057" y="2438400"/>
                  <a:pt x="182880" y="2445223"/>
                  <a:pt x="182880" y="2453640"/>
                </a:cubicBezTo>
                <a:close/>
                <a:moveTo>
                  <a:pt x="182880" y="2606040"/>
                </a:moveTo>
                <a:cubicBezTo>
                  <a:pt x="182880" y="2614457"/>
                  <a:pt x="176057" y="2621280"/>
                  <a:pt x="167640" y="2621280"/>
                </a:cubicBezTo>
                <a:cubicBezTo>
                  <a:pt x="159223" y="2621280"/>
                  <a:pt x="152400" y="2614457"/>
                  <a:pt x="152400" y="2606040"/>
                </a:cubicBezTo>
                <a:cubicBezTo>
                  <a:pt x="152400" y="2597623"/>
                  <a:pt x="159223" y="2590800"/>
                  <a:pt x="167640" y="2590800"/>
                </a:cubicBezTo>
                <a:cubicBezTo>
                  <a:pt x="176057" y="2590800"/>
                  <a:pt x="182880" y="2597623"/>
                  <a:pt x="182880" y="2606040"/>
                </a:cubicBezTo>
                <a:close/>
                <a:moveTo>
                  <a:pt x="182880" y="2758440"/>
                </a:moveTo>
                <a:cubicBezTo>
                  <a:pt x="182880" y="2766857"/>
                  <a:pt x="176057" y="2773680"/>
                  <a:pt x="167640" y="2773680"/>
                </a:cubicBezTo>
                <a:cubicBezTo>
                  <a:pt x="159223" y="2773680"/>
                  <a:pt x="152400" y="2766857"/>
                  <a:pt x="152400" y="2758440"/>
                </a:cubicBezTo>
                <a:cubicBezTo>
                  <a:pt x="152400" y="2750023"/>
                  <a:pt x="159223" y="2743200"/>
                  <a:pt x="167640" y="2743200"/>
                </a:cubicBezTo>
                <a:cubicBezTo>
                  <a:pt x="176057" y="2743200"/>
                  <a:pt x="182880" y="2750023"/>
                  <a:pt x="182880" y="2758440"/>
                </a:cubicBezTo>
                <a:close/>
                <a:moveTo>
                  <a:pt x="182880" y="2910840"/>
                </a:moveTo>
                <a:cubicBezTo>
                  <a:pt x="182880" y="2919257"/>
                  <a:pt x="176057" y="2926080"/>
                  <a:pt x="167640" y="2926080"/>
                </a:cubicBezTo>
                <a:cubicBezTo>
                  <a:pt x="159223" y="2926080"/>
                  <a:pt x="152400" y="2919257"/>
                  <a:pt x="152400" y="2910840"/>
                </a:cubicBezTo>
                <a:cubicBezTo>
                  <a:pt x="152400" y="2902423"/>
                  <a:pt x="159223" y="2895600"/>
                  <a:pt x="167640" y="2895600"/>
                </a:cubicBezTo>
                <a:cubicBezTo>
                  <a:pt x="176057" y="2895600"/>
                  <a:pt x="182880" y="2902423"/>
                  <a:pt x="182880" y="2910840"/>
                </a:cubicBezTo>
                <a:close/>
                <a:moveTo>
                  <a:pt x="182880" y="3063240"/>
                </a:moveTo>
                <a:cubicBezTo>
                  <a:pt x="182880" y="3071657"/>
                  <a:pt x="176057" y="3078480"/>
                  <a:pt x="167640" y="3078480"/>
                </a:cubicBezTo>
                <a:cubicBezTo>
                  <a:pt x="159223" y="3078480"/>
                  <a:pt x="152400" y="3071657"/>
                  <a:pt x="152400" y="3063240"/>
                </a:cubicBezTo>
                <a:cubicBezTo>
                  <a:pt x="152400" y="3054823"/>
                  <a:pt x="159223" y="3048000"/>
                  <a:pt x="167640" y="3048000"/>
                </a:cubicBezTo>
                <a:cubicBezTo>
                  <a:pt x="176057" y="3048000"/>
                  <a:pt x="182880" y="3054823"/>
                  <a:pt x="182880" y="3063240"/>
                </a:cubicBezTo>
                <a:close/>
                <a:moveTo>
                  <a:pt x="182880" y="3215640"/>
                </a:moveTo>
                <a:cubicBezTo>
                  <a:pt x="182880" y="3224057"/>
                  <a:pt x="176057" y="3230880"/>
                  <a:pt x="167640" y="3230880"/>
                </a:cubicBezTo>
                <a:cubicBezTo>
                  <a:pt x="159223" y="3230880"/>
                  <a:pt x="152400" y="3224057"/>
                  <a:pt x="152400" y="3215640"/>
                </a:cubicBezTo>
                <a:cubicBezTo>
                  <a:pt x="152400" y="3207223"/>
                  <a:pt x="159223" y="3200400"/>
                  <a:pt x="167640" y="3200400"/>
                </a:cubicBezTo>
                <a:cubicBezTo>
                  <a:pt x="176057" y="3200400"/>
                  <a:pt x="182880" y="3207223"/>
                  <a:pt x="182880" y="3215640"/>
                </a:cubicBezTo>
                <a:close/>
                <a:moveTo>
                  <a:pt x="182880" y="3368040"/>
                </a:moveTo>
                <a:cubicBezTo>
                  <a:pt x="182880" y="3376457"/>
                  <a:pt x="176057" y="3383280"/>
                  <a:pt x="167640" y="3383280"/>
                </a:cubicBezTo>
                <a:cubicBezTo>
                  <a:pt x="159223" y="3383280"/>
                  <a:pt x="152400" y="3376457"/>
                  <a:pt x="152400" y="3368040"/>
                </a:cubicBezTo>
                <a:cubicBezTo>
                  <a:pt x="152400" y="3359623"/>
                  <a:pt x="159223" y="3352800"/>
                  <a:pt x="167640" y="3352800"/>
                </a:cubicBezTo>
                <a:cubicBezTo>
                  <a:pt x="176057" y="3352800"/>
                  <a:pt x="182880" y="3359623"/>
                  <a:pt x="182880" y="3368040"/>
                </a:cubicBezTo>
                <a:close/>
                <a:moveTo>
                  <a:pt x="182880" y="3520440"/>
                </a:moveTo>
                <a:cubicBezTo>
                  <a:pt x="182880" y="3528857"/>
                  <a:pt x="176057" y="3535680"/>
                  <a:pt x="167640" y="3535680"/>
                </a:cubicBezTo>
                <a:cubicBezTo>
                  <a:pt x="159223" y="3535680"/>
                  <a:pt x="152400" y="3528857"/>
                  <a:pt x="152400" y="3520440"/>
                </a:cubicBezTo>
                <a:cubicBezTo>
                  <a:pt x="152400" y="3512023"/>
                  <a:pt x="159223" y="3505200"/>
                  <a:pt x="167640" y="3505200"/>
                </a:cubicBezTo>
                <a:cubicBezTo>
                  <a:pt x="176057" y="3505200"/>
                  <a:pt x="182880" y="3512023"/>
                  <a:pt x="182880" y="3520440"/>
                </a:cubicBezTo>
                <a:close/>
                <a:moveTo>
                  <a:pt x="182880" y="3672840"/>
                </a:moveTo>
                <a:cubicBezTo>
                  <a:pt x="182880" y="3681257"/>
                  <a:pt x="176057" y="3688080"/>
                  <a:pt x="167640" y="3688080"/>
                </a:cubicBezTo>
                <a:cubicBezTo>
                  <a:pt x="159223" y="3688080"/>
                  <a:pt x="152400" y="3681257"/>
                  <a:pt x="152400" y="3672840"/>
                </a:cubicBezTo>
                <a:cubicBezTo>
                  <a:pt x="152400" y="3664423"/>
                  <a:pt x="159223" y="3657600"/>
                  <a:pt x="167640" y="3657600"/>
                </a:cubicBezTo>
                <a:cubicBezTo>
                  <a:pt x="176057" y="3657600"/>
                  <a:pt x="182880" y="3664423"/>
                  <a:pt x="182880" y="3672840"/>
                </a:cubicBezTo>
                <a:close/>
                <a:moveTo>
                  <a:pt x="182880" y="3825240"/>
                </a:moveTo>
                <a:cubicBezTo>
                  <a:pt x="182880" y="3833657"/>
                  <a:pt x="176057" y="3840480"/>
                  <a:pt x="167640" y="3840480"/>
                </a:cubicBezTo>
                <a:cubicBezTo>
                  <a:pt x="159223" y="3840480"/>
                  <a:pt x="152400" y="3833657"/>
                  <a:pt x="152400" y="3825240"/>
                </a:cubicBezTo>
                <a:cubicBezTo>
                  <a:pt x="152400" y="3816823"/>
                  <a:pt x="159223" y="3810000"/>
                  <a:pt x="167640" y="3810000"/>
                </a:cubicBezTo>
                <a:cubicBezTo>
                  <a:pt x="176057" y="3810000"/>
                  <a:pt x="182880" y="3816823"/>
                  <a:pt x="182880" y="3825240"/>
                </a:cubicBezTo>
                <a:close/>
                <a:moveTo>
                  <a:pt x="182880" y="3977640"/>
                </a:moveTo>
                <a:cubicBezTo>
                  <a:pt x="182880" y="3986057"/>
                  <a:pt x="176057" y="3992880"/>
                  <a:pt x="167640" y="3992880"/>
                </a:cubicBezTo>
                <a:cubicBezTo>
                  <a:pt x="159223" y="3992880"/>
                  <a:pt x="152400" y="3986057"/>
                  <a:pt x="152400" y="3977640"/>
                </a:cubicBezTo>
                <a:cubicBezTo>
                  <a:pt x="152400" y="3969223"/>
                  <a:pt x="159223" y="3962400"/>
                  <a:pt x="167640" y="3962400"/>
                </a:cubicBezTo>
                <a:cubicBezTo>
                  <a:pt x="176057" y="3962400"/>
                  <a:pt x="182880" y="3969223"/>
                  <a:pt x="182880" y="3977640"/>
                </a:cubicBezTo>
                <a:close/>
                <a:moveTo>
                  <a:pt x="182880" y="4130040"/>
                </a:moveTo>
                <a:cubicBezTo>
                  <a:pt x="182880" y="4138457"/>
                  <a:pt x="176057" y="4145280"/>
                  <a:pt x="167640" y="4145280"/>
                </a:cubicBezTo>
                <a:cubicBezTo>
                  <a:pt x="159223" y="4145280"/>
                  <a:pt x="152400" y="4138457"/>
                  <a:pt x="152400" y="4130040"/>
                </a:cubicBezTo>
                <a:cubicBezTo>
                  <a:pt x="152400" y="4121623"/>
                  <a:pt x="159223" y="4114800"/>
                  <a:pt x="167640" y="4114800"/>
                </a:cubicBezTo>
                <a:cubicBezTo>
                  <a:pt x="176057" y="4114800"/>
                  <a:pt x="182880" y="4121623"/>
                  <a:pt x="182880" y="4130040"/>
                </a:cubicBezTo>
                <a:close/>
                <a:moveTo>
                  <a:pt x="182880" y="4282440"/>
                </a:moveTo>
                <a:cubicBezTo>
                  <a:pt x="182880" y="4290857"/>
                  <a:pt x="176057" y="4297680"/>
                  <a:pt x="167640" y="4297680"/>
                </a:cubicBezTo>
                <a:cubicBezTo>
                  <a:pt x="159223" y="4297680"/>
                  <a:pt x="152400" y="4290857"/>
                  <a:pt x="152400" y="4282440"/>
                </a:cubicBezTo>
                <a:cubicBezTo>
                  <a:pt x="152400" y="4274023"/>
                  <a:pt x="159223" y="4267200"/>
                  <a:pt x="167640" y="4267200"/>
                </a:cubicBezTo>
                <a:cubicBezTo>
                  <a:pt x="176057" y="4267200"/>
                  <a:pt x="182880" y="4274023"/>
                  <a:pt x="182880" y="4282440"/>
                </a:cubicBezTo>
                <a:close/>
                <a:moveTo>
                  <a:pt x="182880" y="4434840"/>
                </a:moveTo>
                <a:cubicBezTo>
                  <a:pt x="182880" y="4443257"/>
                  <a:pt x="176057" y="4450080"/>
                  <a:pt x="167640" y="4450080"/>
                </a:cubicBezTo>
                <a:cubicBezTo>
                  <a:pt x="159223" y="4450080"/>
                  <a:pt x="152400" y="4443257"/>
                  <a:pt x="152400" y="4434840"/>
                </a:cubicBezTo>
                <a:cubicBezTo>
                  <a:pt x="152400" y="4426423"/>
                  <a:pt x="159223" y="4419600"/>
                  <a:pt x="167640" y="4419600"/>
                </a:cubicBezTo>
                <a:cubicBezTo>
                  <a:pt x="176057" y="4419600"/>
                  <a:pt x="182880" y="4426423"/>
                  <a:pt x="182880" y="4434840"/>
                </a:cubicBezTo>
                <a:close/>
                <a:moveTo>
                  <a:pt x="335280" y="15240"/>
                </a:moveTo>
                <a:cubicBezTo>
                  <a:pt x="335280" y="23657"/>
                  <a:pt x="328457" y="30480"/>
                  <a:pt x="320040" y="30480"/>
                </a:cubicBezTo>
                <a:cubicBezTo>
                  <a:pt x="311623" y="30480"/>
                  <a:pt x="304800" y="23657"/>
                  <a:pt x="304800" y="15240"/>
                </a:cubicBezTo>
                <a:cubicBezTo>
                  <a:pt x="304800" y="6823"/>
                  <a:pt x="311623" y="0"/>
                  <a:pt x="320040" y="0"/>
                </a:cubicBezTo>
                <a:cubicBezTo>
                  <a:pt x="328457" y="0"/>
                  <a:pt x="335280" y="6823"/>
                  <a:pt x="335280" y="15240"/>
                </a:cubicBezTo>
                <a:close/>
                <a:moveTo>
                  <a:pt x="335280" y="167640"/>
                </a:moveTo>
                <a:cubicBezTo>
                  <a:pt x="335280" y="176057"/>
                  <a:pt x="328457" y="182880"/>
                  <a:pt x="320040" y="182880"/>
                </a:cubicBezTo>
                <a:cubicBezTo>
                  <a:pt x="311623" y="182880"/>
                  <a:pt x="304800" y="176057"/>
                  <a:pt x="304800" y="167640"/>
                </a:cubicBezTo>
                <a:cubicBezTo>
                  <a:pt x="304800" y="159223"/>
                  <a:pt x="311623" y="152400"/>
                  <a:pt x="320040" y="152400"/>
                </a:cubicBezTo>
                <a:cubicBezTo>
                  <a:pt x="328457" y="152400"/>
                  <a:pt x="335280" y="159223"/>
                  <a:pt x="335280" y="167640"/>
                </a:cubicBezTo>
                <a:close/>
                <a:moveTo>
                  <a:pt x="335280" y="320040"/>
                </a:moveTo>
                <a:cubicBezTo>
                  <a:pt x="335280" y="328457"/>
                  <a:pt x="328457" y="335280"/>
                  <a:pt x="320040" y="335280"/>
                </a:cubicBezTo>
                <a:cubicBezTo>
                  <a:pt x="311623" y="335280"/>
                  <a:pt x="304800" y="328457"/>
                  <a:pt x="304800" y="320040"/>
                </a:cubicBezTo>
                <a:cubicBezTo>
                  <a:pt x="304800" y="311623"/>
                  <a:pt x="311623" y="304800"/>
                  <a:pt x="320040" y="304800"/>
                </a:cubicBezTo>
                <a:cubicBezTo>
                  <a:pt x="328457" y="304800"/>
                  <a:pt x="335280" y="311623"/>
                  <a:pt x="335280" y="320040"/>
                </a:cubicBezTo>
                <a:close/>
                <a:moveTo>
                  <a:pt x="335280" y="472440"/>
                </a:moveTo>
                <a:cubicBezTo>
                  <a:pt x="335280" y="480857"/>
                  <a:pt x="328457" y="487680"/>
                  <a:pt x="320040" y="487680"/>
                </a:cubicBezTo>
                <a:cubicBezTo>
                  <a:pt x="311623" y="487680"/>
                  <a:pt x="304800" y="480857"/>
                  <a:pt x="304800" y="472440"/>
                </a:cubicBezTo>
                <a:cubicBezTo>
                  <a:pt x="304800" y="464023"/>
                  <a:pt x="311623" y="457200"/>
                  <a:pt x="320040" y="457200"/>
                </a:cubicBezTo>
                <a:cubicBezTo>
                  <a:pt x="328457" y="457200"/>
                  <a:pt x="335280" y="464023"/>
                  <a:pt x="335280" y="472440"/>
                </a:cubicBezTo>
                <a:close/>
                <a:moveTo>
                  <a:pt x="335280" y="624840"/>
                </a:moveTo>
                <a:cubicBezTo>
                  <a:pt x="335280" y="633257"/>
                  <a:pt x="328457" y="640080"/>
                  <a:pt x="320040" y="640080"/>
                </a:cubicBezTo>
                <a:cubicBezTo>
                  <a:pt x="311623" y="640080"/>
                  <a:pt x="304800" y="633257"/>
                  <a:pt x="304800" y="624840"/>
                </a:cubicBezTo>
                <a:cubicBezTo>
                  <a:pt x="304800" y="616423"/>
                  <a:pt x="311623" y="609600"/>
                  <a:pt x="320040" y="609600"/>
                </a:cubicBezTo>
                <a:cubicBezTo>
                  <a:pt x="328457" y="609600"/>
                  <a:pt x="335280" y="616423"/>
                  <a:pt x="335280" y="624840"/>
                </a:cubicBezTo>
                <a:close/>
                <a:moveTo>
                  <a:pt x="335280" y="777240"/>
                </a:moveTo>
                <a:cubicBezTo>
                  <a:pt x="335280" y="785657"/>
                  <a:pt x="328457" y="792480"/>
                  <a:pt x="320040" y="792480"/>
                </a:cubicBezTo>
                <a:cubicBezTo>
                  <a:pt x="311623" y="792480"/>
                  <a:pt x="304800" y="785657"/>
                  <a:pt x="304800" y="777240"/>
                </a:cubicBezTo>
                <a:cubicBezTo>
                  <a:pt x="304800" y="768823"/>
                  <a:pt x="311623" y="762000"/>
                  <a:pt x="320040" y="762000"/>
                </a:cubicBezTo>
                <a:cubicBezTo>
                  <a:pt x="328457" y="762000"/>
                  <a:pt x="335280" y="768823"/>
                  <a:pt x="335280" y="777240"/>
                </a:cubicBezTo>
                <a:close/>
                <a:moveTo>
                  <a:pt x="335280" y="929640"/>
                </a:moveTo>
                <a:cubicBezTo>
                  <a:pt x="335280" y="938057"/>
                  <a:pt x="328457" y="944880"/>
                  <a:pt x="320040" y="944880"/>
                </a:cubicBezTo>
                <a:cubicBezTo>
                  <a:pt x="311623" y="944880"/>
                  <a:pt x="304800" y="938057"/>
                  <a:pt x="304800" y="929640"/>
                </a:cubicBezTo>
                <a:cubicBezTo>
                  <a:pt x="304800" y="921223"/>
                  <a:pt x="311623" y="914400"/>
                  <a:pt x="320040" y="914400"/>
                </a:cubicBezTo>
                <a:cubicBezTo>
                  <a:pt x="328457" y="914400"/>
                  <a:pt x="335280" y="921223"/>
                  <a:pt x="335280" y="929640"/>
                </a:cubicBezTo>
                <a:close/>
                <a:moveTo>
                  <a:pt x="335280" y="1082040"/>
                </a:moveTo>
                <a:cubicBezTo>
                  <a:pt x="335280" y="1090457"/>
                  <a:pt x="328457" y="1097280"/>
                  <a:pt x="320040" y="1097280"/>
                </a:cubicBezTo>
                <a:cubicBezTo>
                  <a:pt x="311623" y="1097280"/>
                  <a:pt x="304800" y="1090457"/>
                  <a:pt x="304800" y="1082040"/>
                </a:cubicBezTo>
                <a:cubicBezTo>
                  <a:pt x="304800" y="1073623"/>
                  <a:pt x="311623" y="1066800"/>
                  <a:pt x="320040" y="1066800"/>
                </a:cubicBezTo>
                <a:cubicBezTo>
                  <a:pt x="328457" y="1066800"/>
                  <a:pt x="335280" y="1073623"/>
                  <a:pt x="335280" y="1082040"/>
                </a:cubicBezTo>
                <a:close/>
                <a:moveTo>
                  <a:pt x="335280" y="1234440"/>
                </a:moveTo>
                <a:cubicBezTo>
                  <a:pt x="335280" y="1242857"/>
                  <a:pt x="328457" y="1249680"/>
                  <a:pt x="320040" y="1249680"/>
                </a:cubicBezTo>
                <a:cubicBezTo>
                  <a:pt x="311623" y="1249680"/>
                  <a:pt x="304800" y="1242857"/>
                  <a:pt x="304800" y="1234440"/>
                </a:cubicBezTo>
                <a:cubicBezTo>
                  <a:pt x="304800" y="1226023"/>
                  <a:pt x="311623" y="1219200"/>
                  <a:pt x="320040" y="1219200"/>
                </a:cubicBezTo>
                <a:cubicBezTo>
                  <a:pt x="328457" y="1219200"/>
                  <a:pt x="335280" y="1226023"/>
                  <a:pt x="335280" y="1234440"/>
                </a:cubicBezTo>
                <a:close/>
                <a:moveTo>
                  <a:pt x="335280" y="1386840"/>
                </a:moveTo>
                <a:cubicBezTo>
                  <a:pt x="335280" y="1395257"/>
                  <a:pt x="328457" y="1402080"/>
                  <a:pt x="320040" y="1402080"/>
                </a:cubicBezTo>
                <a:cubicBezTo>
                  <a:pt x="311623" y="1402080"/>
                  <a:pt x="304800" y="1395257"/>
                  <a:pt x="304800" y="1386840"/>
                </a:cubicBezTo>
                <a:cubicBezTo>
                  <a:pt x="304800" y="1378423"/>
                  <a:pt x="311623" y="1371600"/>
                  <a:pt x="320040" y="1371600"/>
                </a:cubicBezTo>
                <a:cubicBezTo>
                  <a:pt x="328457" y="1371600"/>
                  <a:pt x="335280" y="1378423"/>
                  <a:pt x="335280" y="1386840"/>
                </a:cubicBezTo>
                <a:close/>
                <a:moveTo>
                  <a:pt x="335280" y="1539240"/>
                </a:moveTo>
                <a:cubicBezTo>
                  <a:pt x="335280" y="1547657"/>
                  <a:pt x="328457" y="1554480"/>
                  <a:pt x="320040" y="1554480"/>
                </a:cubicBezTo>
                <a:cubicBezTo>
                  <a:pt x="311623" y="1554480"/>
                  <a:pt x="304800" y="1547657"/>
                  <a:pt x="304800" y="1539240"/>
                </a:cubicBezTo>
                <a:cubicBezTo>
                  <a:pt x="304800" y="1530823"/>
                  <a:pt x="311623" y="1524000"/>
                  <a:pt x="320040" y="1524000"/>
                </a:cubicBezTo>
                <a:cubicBezTo>
                  <a:pt x="328457" y="1524000"/>
                  <a:pt x="335280" y="1530823"/>
                  <a:pt x="335280" y="1539240"/>
                </a:cubicBezTo>
                <a:close/>
                <a:moveTo>
                  <a:pt x="335280" y="1691640"/>
                </a:moveTo>
                <a:cubicBezTo>
                  <a:pt x="335280" y="1700057"/>
                  <a:pt x="328457" y="1706880"/>
                  <a:pt x="320040" y="1706880"/>
                </a:cubicBezTo>
                <a:cubicBezTo>
                  <a:pt x="311623" y="1706880"/>
                  <a:pt x="304800" y="1700057"/>
                  <a:pt x="304800" y="1691640"/>
                </a:cubicBezTo>
                <a:cubicBezTo>
                  <a:pt x="304800" y="1683223"/>
                  <a:pt x="311623" y="1676400"/>
                  <a:pt x="320040" y="1676400"/>
                </a:cubicBezTo>
                <a:cubicBezTo>
                  <a:pt x="328457" y="1676400"/>
                  <a:pt x="335280" y="1683223"/>
                  <a:pt x="335280" y="1691640"/>
                </a:cubicBezTo>
                <a:close/>
                <a:moveTo>
                  <a:pt x="335280" y="1844040"/>
                </a:moveTo>
                <a:cubicBezTo>
                  <a:pt x="335280" y="1852457"/>
                  <a:pt x="328457" y="1859280"/>
                  <a:pt x="320040" y="1859280"/>
                </a:cubicBezTo>
                <a:cubicBezTo>
                  <a:pt x="311623" y="1859280"/>
                  <a:pt x="304800" y="1852457"/>
                  <a:pt x="304800" y="1844040"/>
                </a:cubicBezTo>
                <a:cubicBezTo>
                  <a:pt x="304800" y="1835623"/>
                  <a:pt x="311623" y="1828800"/>
                  <a:pt x="320040" y="1828800"/>
                </a:cubicBezTo>
                <a:cubicBezTo>
                  <a:pt x="328457" y="1828800"/>
                  <a:pt x="335280" y="1835623"/>
                  <a:pt x="335280" y="1844040"/>
                </a:cubicBezTo>
                <a:close/>
                <a:moveTo>
                  <a:pt x="335280" y="1996440"/>
                </a:moveTo>
                <a:cubicBezTo>
                  <a:pt x="335280" y="2004857"/>
                  <a:pt x="328457" y="2011680"/>
                  <a:pt x="320040" y="2011680"/>
                </a:cubicBezTo>
                <a:cubicBezTo>
                  <a:pt x="311623" y="2011680"/>
                  <a:pt x="304800" y="2004857"/>
                  <a:pt x="304800" y="1996440"/>
                </a:cubicBezTo>
                <a:cubicBezTo>
                  <a:pt x="304800" y="1988023"/>
                  <a:pt x="311623" y="1981200"/>
                  <a:pt x="320040" y="1981200"/>
                </a:cubicBezTo>
                <a:cubicBezTo>
                  <a:pt x="328457" y="1981200"/>
                  <a:pt x="335280" y="1988023"/>
                  <a:pt x="335280" y="1996440"/>
                </a:cubicBezTo>
                <a:close/>
                <a:moveTo>
                  <a:pt x="335280" y="2148840"/>
                </a:moveTo>
                <a:cubicBezTo>
                  <a:pt x="335280" y="2157257"/>
                  <a:pt x="328457" y="2164080"/>
                  <a:pt x="320040" y="2164080"/>
                </a:cubicBezTo>
                <a:cubicBezTo>
                  <a:pt x="311623" y="2164080"/>
                  <a:pt x="304800" y="2157257"/>
                  <a:pt x="304800" y="2148840"/>
                </a:cubicBezTo>
                <a:cubicBezTo>
                  <a:pt x="304800" y="2140423"/>
                  <a:pt x="311623" y="2133600"/>
                  <a:pt x="320040" y="2133600"/>
                </a:cubicBezTo>
                <a:cubicBezTo>
                  <a:pt x="328457" y="2133600"/>
                  <a:pt x="335280" y="2140423"/>
                  <a:pt x="335280" y="2148840"/>
                </a:cubicBezTo>
                <a:close/>
                <a:moveTo>
                  <a:pt x="335280" y="2301240"/>
                </a:moveTo>
                <a:cubicBezTo>
                  <a:pt x="335280" y="2309657"/>
                  <a:pt x="328457" y="2316480"/>
                  <a:pt x="320040" y="2316480"/>
                </a:cubicBezTo>
                <a:cubicBezTo>
                  <a:pt x="311623" y="2316480"/>
                  <a:pt x="304800" y="2309657"/>
                  <a:pt x="304800" y="2301240"/>
                </a:cubicBezTo>
                <a:cubicBezTo>
                  <a:pt x="304800" y="2292823"/>
                  <a:pt x="311623" y="2286000"/>
                  <a:pt x="320040" y="2286000"/>
                </a:cubicBezTo>
                <a:cubicBezTo>
                  <a:pt x="328457" y="2286000"/>
                  <a:pt x="335280" y="2292823"/>
                  <a:pt x="335280" y="2301240"/>
                </a:cubicBezTo>
                <a:close/>
                <a:moveTo>
                  <a:pt x="335280" y="2453640"/>
                </a:moveTo>
                <a:cubicBezTo>
                  <a:pt x="335280" y="2462057"/>
                  <a:pt x="328457" y="2468880"/>
                  <a:pt x="320040" y="2468880"/>
                </a:cubicBezTo>
                <a:cubicBezTo>
                  <a:pt x="311623" y="2468880"/>
                  <a:pt x="304800" y="2462057"/>
                  <a:pt x="304800" y="2453640"/>
                </a:cubicBezTo>
                <a:cubicBezTo>
                  <a:pt x="304800" y="2445223"/>
                  <a:pt x="311623" y="2438400"/>
                  <a:pt x="320040" y="2438400"/>
                </a:cubicBezTo>
                <a:cubicBezTo>
                  <a:pt x="328457" y="2438400"/>
                  <a:pt x="335280" y="2445223"/>
                  <a:pt x="335280" y="2453640"/>
                </a:cubicBezTo>
                <a:close/>
                <a:moveTo>
                  <a:pt x="335280" y="2606040"/>
                </a:moveTo>
                <a:cubicBezTo>
                  <a:pt x="335280" y="2614457"/>
                  <a:pt x="328457" y="2621280"/>
                  <a:pt x="320040" y="2621280"/>
                </a:cubicBezTo>
                <a:cubicBezTo>
                  <a:pt x="311623" y="2621280"/>
                  <a:pt x="304800" y="2614457"/>
                  <a:pt x="304800" y="2606040"/>
                </a:cubicBezTo>
                <a:cubicBezTo>
                  <a:pt x="304800" y="2597623"/>
                  <a:pt x="311623" y="2590800"/>
                  <a:pt x="320040" y="2590800"/>
                </a:cubicBezTo>
                <a:cubicBezTo>
                  <a:pt x="328457" y="2590800"/>
                  <a:pt x="335280" y="2597623"/>
                  <a:pt x="335280" y="2606040"/>
                </a:cubicBezTo>
                <a:close/>
                <a:moveTo>
                  <a:pt x="335280" y="2758440"/>
                </a:moveTo>
                <a:cubicBezTo>
                  <a:pt x="335280" y="2766857"/>
                  <a:pt x="328457" y="2773680"/>
                  <a:pt x="320040" y="2773680"/>
                </a:cubicBezTo>
                <a:cubicBezTo>
                  <a:pt x="311623" y="2773680"/>
                  <a:pt x="304800" y="2766857"/>
                  <a:pt x="304800" y="2758440"/>
                </a:cubicBezTo>
                <a:cubicBezTo>
                  <a:pt x="304800" y="2750023"/>
                  <a:pt x="311623" y="2743200"/>
                  <a:pt x="320040" y="2743200"/>
                </a:cubicBezTo>
                <a:cubicBezTo>
                  <a:pt x="328457" y="2743200"/>
                  <a:pt x="335280" y="2750023"/>
                  <a:pt x="335280" y="2758440"/>
                </a:cubicBezTo>
                <a:close/>
                <a:moveTo>
                  <a:pt x="335280" y="2910840"/>
                </a:moveTo>
                <a:cubicBezTo>
                  <a:pt x="335280" y="2919257"/>
                  <a:pt x="328457" y="2926080"/>
                  <a:pt x="320040" y="2926080"/>
                </a:cubicBezTo>
                <a:cubicBezTo>
                  <a:pt x="311623" y="2926080"/>
                  <a:pt x="304800" y="2919257"/>
                  <a:pt x="304800" y="2910840"/>
                </a:cubicBezTo>
                <a:cubicBezTo>
                  <a:pt x="304800" y="2902423"/>
                  <a:pt x="311623" y="2895600"/>
                  <a:pt x="320040" y="2895600"/>
                </a:cubicBezTo>
                <a:cubicBezTo>
                  <a:pt x="328457" y="2895600"/>
                  <a:pt x="335280" y="2902423"/>
                  <a:pt x="335280" y="2910840"/>
                </a:cubicBezTo>
                <a:close/>
                <a:moveTo>
                  <a:pt x="335280" y="3063240"/>
                </a:moveTo>
                <a:cubicBezTo>
                  <a:pt x="335280" y="3071657"/>
                  <a:pt x="328457" y="3078480"/>
                  <a:pt x="320040" y="3078480"/>
                </a:cubicBezTo>
                <a:cubicBezTo>
                  <a:pt x="311623" y="3078480"/>
                  <a:pt x="304800" y="3071657"/>
                  <a:pt x="304800" y="3063240"/>
                </a:cubicBezTo>
                <a:cubicBezTo>
                  <a:pt x="304800" y="3054823"/>
                  <a:pt x="311623" y="3048000"/>
                  <a:pt x="320040" y="3048000"/>
                </a:cubicBezTo>
                <a:cubicBezTo>
                  <a:pt x="328457" y="3048000"/>
                  <a:pt x="335280" y="3054823"/>
                  <a:pt x="335280" y="3063240"/>
                </a:cubicBezTo>
                <a:close/>
                <a:moveTo>
                  <a:pt x="335280" y="3215640"/>
                </a:moveTo>
                <a:cubicBezTo>
                  <a:pt x="335280" y="3224057"/>
                  <a:pt x="328457" y="3230880"/>
                  <a:pt x="320040" y="3230880"/>
                </a:cubicBezTo>
                <a:cubicBezTo>
                  <a:pt x="311623" y="3230880"/>
                  <a:pt x="304800" y="3224057"/>
                  <a:pt x="304800" y="3215640"/>
                </a:cubicBezTo>
                <a:cubicBezTo>
                  <a:pt x="304800" y="3207223"/>
                  <a:pt x="311623" y="3200400"/>
                  <a:pt x="320040" y="3200400"/>
                </a:cubicBezTo>
                <a:cubicBezTo>
                  <a:pt x="328457" y="3200400"/>
                  <a:pt x="335280" y="3207223"/>
                  <a:pt x="335280" y="3215640"/>
                </a:cubicBezTo>
                <a:close/>
                <a:moveTo>
                  <a:pt x="335280" y="3368040"/>
                </a:moveTo>
                <a:cubicBezTo>
                  <a:pt x="335280" y="3376457"/>
                  <a:pt x="328457" y="3383280"/>
                  <a:pt x="320040" y="3383280"/>
                </a:cubicBezTo>
                <a:cubicBezTo>
                  <a:pt x="311623" y="3383280"/>
                  <a:pt x="304800" y="3376457"/>
                  <a:pt x="304800" y="3368040"/>
                </a:cubicBezTo>
                <a:cubicBezTo>
                  <a:pt x="304800" y="3359623"/>
                  <a:pt x="311623" y="3352800"/>
                  <a:pt x="320040" y="3352800"/>
                </a:cubicBezTo>
                <a:cubicBezTo>
                  <a:pt x="328457" y="3352800"/>
                  <a:pt x="335280" y="3359623"/>
                  <a:pt x="335280" y="3368040"/>
                </a:cubicBezTo>
                <a:close/>
                <a:moveTo>
                  <a:pt x="335280" y="3520440"/>
                </a:moveTo>
                <a:cubicBezTo>
                  <a:pt x="335280" y="3528857"/>
                  <a:pt x="328457" y="3535680"/>
                  <a:pt x="320040" y="3535680"/>
                </a:cubicBezTo>
                <a:cubicBezTo>
                  <a:pt x="311623" y="3535680"/>
                  <a:pt x="304800" y="3528857"/>
                  <a:pt x="304800" y="3520440"/>
                </a:cubicBezTo>
                <a:cubicBezTo>
                  <a:pt x="304800" y="3512023"/>
                  <a:pt x="311623" y="3505200"/>
                  <a:pt x="320040" y="3505200"/>
                </a:cubicBezTo>
                <a:cubicBezTo>
                  <a:pt x="328457" y="3505200"/>
                  <a:pt x="335280" y="3512023"/>
                  <a:pt x="335280" y="3520440"/>
                </a:cubicBezTo>
                <a:close/>
                <a:moveTo>
                  <a:pt x="335280" y="3672840"/>
                </a:moveTo>
                <a:cubicBezTo>
                  <a:pt x="335280" y="3681257"/>
                  <a:pt x="328457" y="3688080"/>
                  <a:pt x="320040" y="3688080"/>
                </a:cubicBezTo>
                <a:cubicBezTo>
                  <a:pt x="311623" y="3688080"/>
                  <a:pt x="304800" y="3681257"/>
                  <a:pt x="304800" y="3672840"/>
                </a:cubicBezTo>
                <a:cubicBezTo>
                  <a:pt x="304800" y="3664423"/>
                  <a:pt x="311623" y="3657600"/>
                  <a:pt x="320040" y="3657600"/>
                </a:cubicBezTo>
                <a:cubicBezTo>
                  <a:pt x="328457" y="3657600"/>
                  <a:pt x="335280" y="3664423"/>
                  <a:pt x="335280" y="3672840"/>
                </a:cubicBezTo>
                <a:close/>
                <a:moveTo>
                  <a:pt x="335280" y="3825240"/>
                </a:moveTo>
                <a:cubicBezTo>
                  <a:pt x="335280" y="3833657"/>
                  <a:pt x="328457" y="3840480"/>
                  <a:pt x="320040" y="3840480"/>
                </a:cubicBezTo>
                <a:cubicBezTo>
                  <a:pt x="311623" y="3840480"/>
                  <a:pt x="304800" y="3833657"/>
                  <a:pt x="304800" y="3825240"/>
                </a:cubicBezTo>
                <a:cubicBezTo>
                  <a:pt x="304800" y="3816823"/>
                  <a:pt x="311623" y="3810000"/>
                  <a:pt x="320040" y="3810000"/>
                </a:cubicBezTo>
                <a:cubicBezTo>
                  <a:pt x="328457" y="3810000"/>
                  <a:pt x="335280" y="3816823"/>
                  <a:pt x="335280" y="3825240"/>
                </a:cubicBezTo>
                <a:close/>
                <a:moveTo>
                  <a:pt x="335280" y="3977640"/>
                </a:moveTo>
                <a:cubicBezTo>
                  <a:pt x="335280" y="3986057"/>
                  <a:pt x="328457" y="3992880"/>
                  <a:pt x="320040" y="3992880"/>
                </a:cubicBezTo>
                <a:cubicBezTo>
                  <a:pt x="311623" y="3992880"/>
                  <a:pt x="304800" y="3986057"/>
                  <a:pt x="304800" y="3977640"/>
                </a:cubicBezTo>
                <a:cubicBezTo>
                  <a:pt x="304800" y="3969223"/>
                  <a:pt x="311623" y="3962400"/>
                  <a:pt x="320040" y="3962400"/>
                </a:cubicBezTo>
                <a:cubicBezTo>
                  <a:pt x="328457" y="3962400"/>
                  <a:pt x="335280" y="3969223"/>
                  <a:pt x="335280" y="3977640"/>
                </a:cubicBezTo>
                <a:close/>
                <a:moveTo>
                  <a:pt x="335280" y="4130040"/>
                </a:moveTo>
                <a:cubicBezTo>
                  <a:pt x="335280" y="4138457"/>
                  <a:pt x="328457" y="4145280"/>
                  <a:pt x="320040" y="4145280"/>
                </a:cubicBezTo>
                <a:cubicBezTo>
                  <a:pt x="311623" y="4145280"/>
                  <a:pt x="304800" y="4138457"/>
                  <a:pt x="304800" y="4130040"/>
                </a:cubicBezTo>
                <a:cubicBezTo>
                  <a:pt x="304800" y="4121623"/>
                  <a:pt x="311623" y="4114800"/>
                  <a:pt x="320040" y="4114800"/>
                </a:cubicBezTo>
                <a:cubicBezTo>
                  <a:pt x="328457" y="4114800"/>
                  <a:pt x="335280" y="4121623"/>
                  <a:pt x="335280" y="4130040"/>
                </a:cubicBezTo>
                <a:close/>
                <a:moveTo>
                  <a:pt x="335280" y="4282440"/>
                </a:moveTo>
                <a:cubicBezTo>
                  <a:pt x="335280" y="4290857"/>
                  <a:pt x="328457" y="4297680"/>
                  <a:pt x="320040" y="4297680"/>
                </a:cubicBezTo>
                <a:cubicBezTo>
                  <a:pt x="311623" y="4297680"/>
                  <a:pt x="304800" y="4290857"/>
                  <a:pt x="304800" y="4282440"/>
                </a:cubicBezTo>
                <a:cubicBezTo>
                  <a:pt x="304800" y="4274023"/>
                  <a:pt x="311623" y="4267200"/>
                  <a:pt x="320040" y="4267200"/>
                </a:cubicBezTo>
                <a:cubicBezTo>
                  <a:pt x="328457" y="4267200"/>
                  <a:pt x="335280" y="4274023"/>
                  <a:pt x="335280" y="4282440"/>
                </a:cubicBezTo>
                <a:close/>
                <a:moveTo>
                  <a:pt x="335280" y="4434840"/>
                </a:moveTo>
                <a:cubicBezTo>
                  <a:pt x="335280" y="4443257"/>
                  <a:pt x="328457" y="4450080"/>
                  <a:pt x="320040" y="4450080"/>
                </a:cubicBezTo>
                <a:cubicBezTo>
                  <a:pt x="311623" y="4450080"/>
                  <a:pt x="304800" y="4443257"/>
                  <a:pt x="304800" y="4434840"/>
                </a:cubicBezTo>
                <a:cubicBezTo>
                  <a:pt x="304800" y="4426423"/>
                  <a:pt x="311623" y="4419600"/>
                  <a:pt x="320040" y="4419600"/>
                </a:cubicBezTo>
                <a:cubicBezTo>
                  <a:pt x="328457" y="4419600"/>
                  <a:pt x="335280" y="4426423"/>
                  <a:pt x="335280" y="4434840"/>
                </a:cubicBezTo>
                <a:close/>
                <a:moveTo>
                  <a:pt x="487680" y="15240"/>
                </a:moveTo>
                <a:cubicBezTo>
                  <a:pt x="487680" y="23657"/>
                  <a:pt x="480857" y="30480"/>
                  <a:pt x="472440" y="30480"/>
                </a:cubicBezTo>
                <a:cubicBezTo>
                  <a:pt x="464023" y="30480"/>
                  <a:pt x="457200" y="23657"/>
                  <a:pt x="457200" y="15240"/>
                </a:cubicBezTo>
                <a:cubicBezTo>
                  <a:pt x="457200" y="6823"/>
                  <a:pt x="464023" y="0"/>
                  <a:pt x="472440" y="0"/>
                </a:cubicBezTo>
                <a:cubicBezTo>
                  <a:pt x="480857" y="0"/>
                  <a:pt x="487680" y="6823"/>
                  <a:pt x="487680" y="15240"/>
                </a:cubicBezTo>
                <a:close/>
                <a:moveTo>
                  <a:pt x="487680" y="167640"/>
                </a:moveTo>
                <a:cubicBezTo>
                  <a:pt x="487680" y="176057"/>
                  <a:pt x="480857" y="182880"/>
                  <a:pt x="472440" y="182880"/>
                </a:cubicBezTo>
                <a:cubicBezTo>
                  <a:pt x="464023" y="182880"/>
                  <a:pt x="457200" y="176057"/>
                  <a:pt x="457200" y="167640"/>
                </a:cubicBezTo>
                <a:cubicBezTo>
                  <a:pt x="457200" y="159223"/>
                  <a:pt x="464023" y="152400"/>
                  <a:pt x="472440" y="152400"/>
                </a:cubicBezTo>
                <a:cubicBezTo>
                  <a:pt x="480857" y="152400"/>
                  <a:pt x="487680" y="159223"/>
                  <a:pt x="487680" y="167640"/>
                </a:cubicBezTo>
                <a:close/>
                <a:moveTo>
                  <a:pt x="487680" y="320040"/>
                </a:moveTo>
                <a:cubicBezTo>
                  <a:pt x="487680" y="328457"/>
                  <a:pt x="480857" y="335280"/>
                  <a:pt x="472440" y="335280"/>
                </a:cubicBezTo>
                <a:cubicBezTo>
                  <a:pt x="464023" y="335280"/>
                  <a:pt x="457200" y="328457"/>
                  <a:pt x="457200" y="320040"/>
                </a:cubicBezTo>
                <a:cubicBezTo>
                  <a:pt x="457200" y="311623"/>
                  <a:pt x="464023" y="304800"/>
                  <a:pt x="472440" y="304800"/>
                </a:cubicBezTo>
                <a:cubicBezTo>
                  <a:pt x="480857" y="304800"/>
                  <a:pt x="487680" y="311623"/>
                  <a:pt x="487680" y="320040"/>
                </a:cubicBezTo>
                <a:close/>
                <a:moveTo>
                  <a:pt x="487680" y="472440"/>
                </a:moveTo>
                <a:cubicBezTo>
                  <a:pt x="487680" y="480857"/>
                  <a:pt x="480857" y="487680"/>
                  <a:pt x="472440" y="487680"/>
                </a:cubicBezTo>
                <a:cubicBezTo>
                  <a:pt x="464023" y="487680"/>
                  <a:pt x="457200" y="480857"/>
                  <a:pt x="457200" y="472440"/>
                </a:cubicBezTo>
                <a:cubicBezTo>
                  <a:pt x="457200" y="464023"/>
                  <a:pt x="464023" y="457200"/>
                  <a:pt x="472440" y="457200"/>
                </a:cubicBezTo>
                <a:cubicBezTo>
                  <a:pt x="480857" y="457200"/>
                  <a:pt x="487680" y="464023"/>
                  <a:pt x="487680" y="472440"/>
                </a:cubicBezTo>
                <a:close/>
                <a:moveTo>
                  <a:pt x="487680" y="624840"/>
                </a:moveTo>
                <a:cubicBezTo>
                  <a:pt x="487680" y="633257"/>
                  <a:pt x="480857" y="640080"/>
                  <a:pt x="472440" y="640080"/>
                </a:cubicBezTo>
                <a:cubicBezTo>
                  <a:pt x="464023" y="640080"/>
                  <a:pt x="457200" y="633257"/>
                  <a:pt x="457200" y="624840"/>
                </a:cubicBezTo>
                <a:cubicBezTo>
                  <a:pt x="457200" y="616423"/>
                  <a:pt x="464023" y="609600"/>
                  <a:pt x="472440" y="609600"/>
                </a:cubicBezTo>
                <a:cubicBezTo>
                  <a:pt x="480857" y="609600"/>
                  <a:pt x="487680" y="616423"/>
                  <a:pt x="487680" y="624840"/>
                </a:cubicBezTo>
                <a:close/>
                <a:moveTo>
                  <a:pt x="487680" y="777240"/>
                </a:moveTo>
                <a:cubicBezTo>
                  <a:pt x="487680" y="785657"/>
                  <a:pt x="480857" y="792480"/>
                  <a:pt x="472440" y="792480"/>
                </a:cubicBezTo>
                <a:cubicBezTo>
                  <a:pt x="464023" y="792480"/>
                  <a:pt x="457200" y="785657"/>
                  <a:pt x="457200" y="777240"/>
                </a:cubicBezTo>
                <a:cubicBezTo>
                  <a:pt x="457200" y="768823"/>
                  <a:pt x="464023" y="762000"/>
                  <a:pt x="472440" y="762000"/>
                </a:cubicBezTo>
                <a:cubicBezTo>
                  <a:pt x="480857" y="762000"/>
                  <a:pt x="487680" y="768823"/>
                  <a:pt x="487680" y="777240"/>
                </a:cubicBezTo>
                <a:close/>
                <a:moveTo>
                  <a:pt x="487680" y="929640"/>
                </a:moveTo>
                <a:cubicBezTo>
                  <a:pt x="487680" y="938057"/>
                  <a:pt x="480857" y="944880"/>
                  <a:pt x="472440" y="944880"/>
                </a:cubicBezTo>
                <a:cubicBezTo>
                  <a:pt x="464023" y="944880"/>
                  <a:pt x="457200" y="938057"/>
                  <a:pt x="457200" y="929640"/>
                </a:cubicBezTo>
                <a:cubicBezTo>
                  <a:pt x="457200" y="921223"/>
                  <a:pt x="464023" y="914400"/>
                  <a:pt x="472440" y="914400"/>
                </a:cubicBezTo>
                <a:cubicBezTo>
                  <a:pt x="480857" y="914400"/>
                  <a:pt x="487680" y="921223"/>
                  <a:pt x="487680" y="929640"/>
                </a:cubicBezTo>
                <a:close/>
                <a:moveTo>
                  <a:pt x="487680" y="1082040"/>
                </a:moveTo>
                <a:cubicBezTo>
                  <a:pt x="487680" y="1090457"/>
                  <a:pt x="480857" y="1097280"/>
                  <a:pt x="472440" y="1097280"/>
                </a:cubicBezTo>
                <a:cubicBezTo>
                  <a:pt x="464023" y="1097280"/>
                  <a:pt x="457200" y="1090457"/>
                  <a:pt x="457200" y="1082040"/>
                </a:cubicBezTo>
                <a:cubicBezTo>
                  <a:pt x="457200" y="1073623"/>
                  <a:pt x="464023" y="1066800"/>
                  <a:pt x="472440" y="1066800"/>
                </a:cubicBezTo>
                <a:cubicBezTo>
                  <a:pt x="480857" y="1066800"/>
                  <a:pt x="487680" y="1073623"/>
                  <a:pt x="487680" y="1082040"/>
                </a:cubicBezTo>
                <a:close/>
                <a:moveTo>
                  <a:pt x="487680" y="1234440"/>
                </a:moveTo>
                <a:cubicBezTo>
                  <a:pt x="487680" y="1242857"/>
                  <a:pt x="480857" y="1249680"/>
                  <a:pt x="472440" y="1249680"/>
                </a:cubicBezTo>
                <a:cubicBezTo>
                  <a:pt x="464023" y="1249680"/>
                  <a:pt x="457200" y="1242857"/>
                  <a:pt x="457200" y="1234440"/>
                </a:cubicBezTo>
                <a:cubicBezTo>
                  <a:pt x="457200" y="1226023"/>
                  <a:pt x="464023" y="1219200"/>
                  <a:pt x="472440" y="1219200"/>
                </a:cubicBezTo>
                <a:cubicBezTo>
                  <a:pt x="480857" y="1219200"/>
                  <a:pt x="487680" y="1226023"/>
                  <a:pt x="487680" y="1234440"/>
                </a:cubicBezTo>
                <a:close/>
                <a:moveTo>
                  <a:pt x="487680" y="1386840"/>
                </a:moveTo>
                <a:cubicBezTo>
                  <a:pt x="487680" y="1395257"/>
                  <a:pt x="480857" y="1402080"/>
                  <a:pt x="472440" y="1402080"/>
                </a:cubicBezTo>
                <a:cubicBezTo>
                  <a:pt x="464023" y="1402080"/>
                  <a:pt x="457200" y="1395257"/>
                  <a:pt x="457200" y="1386840"/>
                </a:cubicBezTo>
                <a:cubicBezTo>
                  <a:pt x="457200" y="1378423"/>
                  <a:pt x="464023" y="1371600"/>
                  <a:pt x="472440" y="1371600"/>
                </a:cubicBezTo>
                <a:cubicBezTo>
                  <a:pt x="480857" y="1371600"/>
                  <a:pt x="487680" y="1378423"/>
                  <a:pt x="487680" y="1386840"/>
                </a:cubicBezTo>
                <a:close/>
                <a:moveTo>
                  <a:pt x="487680" y="1539240"/>
                </a:moveTo>
                <a:cubicBezTo>
                  <a:pt x="487680" y="1547657"/>
                  <a:pt x="480857" y="1554480"/>
                  <a:pt x="472440" y="1554480"/>
                </a:cubicBezTo>
                <a:cubicBezTo>
                  <a:pt x="464023" y="1554480"/>
                  <a:pt x="457200" y="1547657"/>
                  <a:pt x="457200" y="1539240"/>
                </a:cubicBezTo>
                <a:cubicBezTo>
                  <a:pt x="457200" y="1530823"/>
                  <a:pt x="464023" y="1524000"/>
                  <a:pt x="472440" y="1524000"/>
                </a:cubicBezTo>
                <a:cubicBezTo>
                  <a:pt x="480857" y="1524000"/>
                  <a:pt x="487680" y="1530823"/>
                  <a:pt x="487680" y="1539240"/>
                </a:cubicBezTo>
                <a:close/>
                <a:moveTo>
                  <a:pt x="487680" y="1691640"/>
                </a:moveTo>
                <a:cubicBezTo>
                  <a:pt x="487680" y="1700057"/>
                  <a:pt x="480857" y="1706880"/>
                  <a:pt x="472440" y="1706880"/>
                </a:cubicBezTo>
                <a:cubicBezTo>
                  <a:pt x="464023" y="1706880"/>
                  <a:pt x="457200" y="1700057"/>
                  <a:pt x="457200" y="1691640"/>
                </a:cubicBezTo>
                <a:cubicBezTo>
                  <a:pt x="457200" y="1683223"/>
                  <a:pt x="464023" y="1676400"/>
                  <a:pt x="472440" y="1676400"/>
                </a:cubicBezTo>
                <a:cubicBezTo>
                  <a:pt x="480857" y="1676400"/>
                  <a:pt x="487680" y="1683223"/>
                  <a:pt x="487680" y="1691640"/>
                </a:cubicBezTo>
                <a:close/>
                <a:moveTo>
                  <a:pt x="487680" y="1844040"/>
                </a:moveTo>
                <a:cubicBezTo>
                  <a:pt x="487680" y="1852457"/>
                  <a:pt x="480857" y="1859280"/>
                  <a:pt x="472440" y="1859280"/>
                </a:cubicBezTo>
                <a:cubicBezTo>
                  <a:pt x="464023" y="1859280"/>
                  <a:pt x="457200" y="1852457"/>
                  <a:pt x="457200" y="1844040"/>
                </a:cubicBezTo>
                <a:cubicBezTo>
                  <a:pt x="457200" y="1835623"/>
                  <a:pt x="464023" y="1828800"/>
                  <a:pt x="472440" y="1828800"/>
                </a:cubicBezTo>
                <a:cubicBezTo>
                  <a:pt x="480857" y="1828800"/>
                  <a:pt x="487680" y="1835623"/>
                  <a:pt x="487680" y="1844040"/>
                </a:cubicBezTo>
                <a:close/>
                <a:moveTo>
                  <a:pt x="487680" y="1996440"/>
                </a:moveTo>
                <a:cubicBezTo>
                  <a:pt x="487680" y="2004857"/>
                  <a:pt x="480857" y="2011680"/>
                  <a:pt x="472440" y="2011680"/>
                </a:cubicBezTo>
                <a:cubicBezTo>
                  <a:pt x="464023" y="2011680"/>
                  <a:pt x="457200" y="2004857"/>
                  <a:pt x="457200" y="1996440"/>
                </a:cubicBezTo>
                <a:cubicBezTo>
                  <a:pt x="457200" y="1988023"/>
                  <a:pt x="464023" y="1981200"/>
                  <a:pt x="472440" y="1981200"/>
                </a:cubicBezTo>
                <a:cubicBezTo>
                  <a:pt x="480857" y="1981200"/>
                  <a:pt x="487680" y="1988023"/>
                  <a:pt x="487680" y="1996440"/>
                </a:cubicBezTo>
                <a:close/>
                <a:moveTo>
                  <a:pt x="487680" y="2148840"/>
                </a:moveTo>
                <a:cubicBezTo>
                  <a:pt x="487680" y="2157257"/>
                  <a:pt x="480857" y="2164080"/>
                  <a:pt x="472440" y="2164080"/>
                </a:cubicBezTo>
                <a:cubicBezTo>
                  <a:pt x="464023" y="2164080"/>
                  <a:pt x="457200" y="2157257"/>
                  <a:pt x="457200" y="2148840"/>
                </a:cubicBezTo>
                <a:cubicBezTo>
                  <a:pt x="457200" y="2140423"/>
                  <a:pt x="464023" y="2133600"/>
                  <a:pt x="472440" y="2133600"/>
                </a:cubicBezTo>
                <a:cubicBezTo>
                  <a:pt x="480857" y="2133600"/>
                  <a:pt x="487680" y="2140423"/>
                  <a:pt x="487680" y="2148840"/>
                </a:cubicBezTo>
                <a:close/>
                <a:moveTo>
                  <a:pt x="487680" y="2301240"/>
                </a:moveTo>
                <a:cubicBezTo>
                  <a:pt x="487680" y="2309657"/>
                  <a:pt x="480857" y="2316480"/>
                  <a:pt x="472440" y="2316480"/>
                </a:cubicBezTo>
                <a:cubicBezTo>
                  <a:pt x="464023" y="2316480"/>
                  <a:pt x="457200" y="2309657"/>
                  <a:pt x="457200" y="2301240"/>
                </a:cubicBezTo>
                <a:cubicBezTo>
                  <a:pt x="457200" y="2292823"/>
                  <a:pt x="464023" y="2286000"/>
                  <a:pt x="472440" y="2286000"/>
                </a:cubicBezTo>
                <a:cubicBezTo>
                  <a:pt x="480857" y="2286000"/>
                  <a:pt x="487680" y="2292823"/>
                  <a:pt x="487680" y="2301240"/>
                </a:cubicBezTo>
                <a:close/>
                <a:moveTo>
                  <a:pt x="487680" y="2453640"/>
                </a:moveTo>
                <a:cubicBezTo>
                  <a:pt x="487680" y="2462057"/>
                  <a:pt x="480857" y="2468880"/>
                  <a:pt x="472440" y="2468880"/>
                </a:cubicBezTo>
                <a:cubicBezTo>
                  <a:pt x="464023" y="2468880"/>
                  <a:pt x="457200" y="2462057"/>
                  <a:pt x="457200" y="2453640"/>
                </a:cubicBezTo>
                <a:cubicBezTo>
                  <a:pt x="457200" y="2445223"/>
                  <a:pt x="464023" y="2438400"/>
                  <a:pt x="472440" y="2438400"/>
                </a:cubicBezTo>
                <a:cubicBezTo>
                  <a:pt x="480857" y="2438400"/>
                  <a:pt x="487680" y="2445223"/>
                  <a:pt x="487680" y="2453640"/>
                </a:cubicBezTo>
                <a:close/>
                <a:moveTo>
                  <a:pt x="487680" y="2606040"/>
                </a:moveTo>
                <a:cubicBezTo>
                  <a:pt x="487680" y="2614457"/>
                  <a:pt x="480857" y="2621280"/>
                  <a:pt x="472440" y="2621280"/>
                </a:cubicBezTo>
                <a:cubicBezTo>
                  <a:pt x="464023" y="2621280"/>
                  <a:pt x="457200" y="2614457"/>
                  <a:pt x="457200" y="2606040"/>
                </a:cubicBezTo>
                <a:cubicBezTo>
                  <a:pt x="457200" y="2597623"/>
                  <a:pt x="464023" y="2590800"/>
                  <a:pt x="472440" y="2590800"/>
                </a:cubicBezTo>
                <a:cubicBezTo>
                  <a:pt x="480857" y="2590800"/>
                  <a:pt x="487680" y="2597623"/>
                  <a:pt x="487680" y="2606040"/>
                </a:cubicBezTo>
                <a:close/>
                <a:moveTo>
                  <a:pt x="487680" y="2758440"/>
                </a:moveTo>
                <a:cubicBezTo>
                  <a:pt x="487680" y="2766857"/>
                  <a:pt x="480857" y="2773680"/>
                  <a:pt x="472440" y="2773680"/>
                </a:cubicBezTo>
                <a:cubicBezTo>
                  <a:pt x="464023" y="2773680"/>
                  <a:pt x="457200" y="2766857"/>
                  <a:pt x="457200" y="2758440"/>
                </a:cubicBezTo>
                <a:cubicBezTo>
                  <a:pt x="457200" y="2750023"/>
                  <a:pt x="464023" y="2743200"/>
                  <a:pt x="472440" y="2743200"/>
                </a:cubicBezTo>
                <a:cubicBezTo>
                  <a:pt x="480857" y="2743200"/>
                  <a:pt x="487680" y="2750023"/>
                  <a:pt x="487680" y="2758440"/>
                </a:cubicBezTo>
                <a:close/>
                <a:moveTo>
                  <a:pt x="487680" y="2910840"/>
                </a:moveTo>
                <a:cubicBezTo>
                  <a:pt x="487680" y="2919257"/>
                  <a:pt x="480857" y="2926080"/>
                  <a:pt x="472440" y="2926080"/>
                </a:cubicBezTo>
                <a:cubicBezTo>
                  <a:pt x="464023" y="2926080"/>
                  <a:pt x="457200" y="2919257"/>
                  <a:pt x="457200" y="2910840"/>
                </a:cubicBezTo>
                <a:cubicBezTo>
                  <a:pt x="457200" y="2902423"/>
                  <a:pt x="464023" y="2895600"/>
                  <a:pt x="472440" y="2895600"/>
                </a:cubicBezTo>
                <a:cubicBezTo>
                  <a:pt x="480857" y="2895600"/>
                  <a:pt x="487680" y="2902423"/>
                  <a:pt x="487680" y="2910840"/>
                </a:cubicBezTo>
                <a:close/>
                <a:moveTo>
                  <a:pt x="487680" y="3063240"/>
                </a:moveTo>
                <a:cubicBezTo>
                  <a:pt x="487680" y="3071657"/>
                  <a:pt x="480857" y="3078480"/>
                  <a:pt x="472440" y="3078480"/>
                </a:cubicBezTo>
                <a:cubicBezTo>
                  <a:pt x="464023" y="3078480"/>
                  <a:pt x="457200" y="3071657"/>
                  <a:pt x="457200" y="3063240"/>
                </a:cubicBezTo>
                <a:cubicBezTo>
                  <a:pt x="457200" y="3054823"/>
                  <a:pt x="464023" y="3048000"/>
                  <a:pt x="472440" y="3048000"/>
                </a:cubicBezTo>
                <a:cubicBezTo>
                  <a:pt x="480857" y="3048000"/>
                  <a:pt x="487680" y="3054823"/>
                  <a:pt x="487680" y="3063240"/>
                </a:cubicBezTo>
                <a:close/>
                <a:moveTo>
                  <a:pt x="487680" y="3215640"/>
                </a:moveTo>
                <a:cubicBezTo>
                  <a:pt x="487680" y="3224057"/>
                  <a:pt x="480857" y="3230880"/>
                  <a:pt x="472440" y="3230880"/>
                </a:cubicBezTo>
                <a:cubicBezTo>
                  <a:pt x="464023" y="3230880"/>
                  <a:pt x="457200" y="3224057"/>
                  <a:pt x="457200" y="3215640"/>
                </a:cubicBezTo>
                <a:cubicBezTo>
                  <a:pt x="457200" y="3207223"/>
                  <a:pt x="464023" y="3200400"/>
                  <a:pt x="472440" y="3200400"/>
                </a:cubicBezTo>
                <a:cubicBezTo>
                  <a:pt x="480857" y="3200400"/>
                  <a:pt x="487680" y="3207223"/>
                  <a:pt x="487680" y="3215640"/>
                </a:cubicBezTo>
                <a:close/>
                <a:moveTo>
                  <a:pt x="487680" y="3368040"/>
                </a:moveTo>
                <a:cubicBezTo>
                  <a:pt x="487680" y="3376457"/>
                  <a:pt x="480857" y="3383280"/>
                  <a:pt x="472440" y="3383280"/>
                </a:cubicBezTo>
                <a:cubicBezTo>
                  <a:pt x="464023" y="3383280"/>
                  <a:pt x="457200" y="3376457"/>
                  <a:pt x="457200" y="3368040"/>
                </a:cubicBezTo>
                <a:cubicBezTo>
                  <a:pt x="457200" y="3359623"/>
                  <a:pt x="464023" y="3352800"/>
                  <a:pt x="472440" y="3352800"/>
                </a:cubicBezTo>
                <a:cubicBezTo>
                  <a:pt x="480857" y="3352800"/>
                  <a:pt x="487680" y="3359623"/>
                  <a:pt x="487680" y="3368040"/>
                </a:cubicBezTo>
                <a:close/>
                <a:moveTo>
                  <a:pt x="487680" y="3520440"/>
                </a:moveTo>
                <a:cubicBezTo>
                  <a:pt x="487680" y="3528857"/>
                  <a:pt x="480857" y="3535680"/>
                  <a:pt x="472440" y="3535680"/>
                </a:cubicBezTo>
                <a:cubicBezTo>
                  <a:pt x="464023" y="3535680"/>
                  <a:pt x="457200" y="3528857"/>
                  <a:pt x="457200" y="3520440"/>
                </a:cubicBezTo>
                <a:cubicBezTo>
                  <a:pt x="457200" y="3512023"/>
                  <a:pt x="464023" y="3505200"/>
                  <a:pt x="472440" y="3505200"/>
                </a:cubicBezTo>
                <a:cubicBezTo>
                  <a:pt x="480857" y="3505200"/>
                  <a:pt x="487680" y="3512023"/>
                  <a:pt x="487680" y="3520440"/>
                </a:cubicBezTo>
                <a:close/>
                <a:moveTo>
                  <a:pt x="487680" y="3672840"/>
                </a:moveTo>
                <a:cubicBezTo>
                  <a:pt x="487680" y="3681257"/>
                  <a:pt x="480857" y="3688080"/>
                  <a:pt x="472440" y="3688080"/>
                </a:cubicBezTo>
                <a:cubicBezTo>
                  <a:pt x="464023" y="3688080"/>
                  <a:pt x="457200" y="3681257"/>
                  <a:pt x="457200" y="3672840"/>
                </a:cubicBezTo>
                <a:cubicBezTo>
                  <a:pt x="457200" y="3664423"/>
                  <a:pt x="464023" y="3657600"/>
                  <a:pt x="472440" y="3657600"/>
                </a:cubicBezTo>
                <a:cubicBezTo>
                  <a:pt x="480857" y="3657600"/>
                  <a:pt x="487680" y="3664423"/>
                  <a:pt x="487680" y="3672840"/>
                </a:cubicBezTo>
                <a:close/>
                <a:moveTo>
                  <a:pt x="487680" y="3825240"/>
                </a:moveTo>
                <a:cubicBezTo>
                  <a:pt x="487680" y="3833657"/>
                  <a:pt x="480857" y="3840480"/>
                  <a:pt x="472440" y="3840480"/>
                </a:cubicBezTo>
                <a:cubicBezTo>
                  <a:pt x="464023" y="3840480"/>
                  <a:pt x="457200" y="3833657"/>
                  <a:pt x="457200" y="3825240"/>
                </a:cubicBezTo>
                <a:cubicBezTo>
                  <a:pt x="457200" y="3816823"/>
                  <a:pt x="464023" y="3810000"/>
                  <a:pt x="472440" y="3810000"/>
                </a:cubicBezTo>
                <a:cubicBezTo>
                  <a:pt x="480857" y="3810000"/>
                  <a:pt x="487680" y="3816823"/>
                  <a:pt x="487680" y="3825240"/>
                </a:cubicBezTo>
                <a:close/>
                <a:moveTo>
                  <a:pt x="487680" y="3977640"/>
                </a:moveTo>
                <a:cubicBezTo>
                  <a:pt x="487680" y="3986057"/>
                  <a:pt x="480857" y="3992880"/>
                  <a:pt x="472440" y="3992880"/>
                </a:cubicBezTo>
                <a:cubicBezTo>
                  <a:pt x="464023" y="3992880"/>
                  <a:pt x="457200" y="3986057"/>
                  <a:pt x="457200" y="3977640"/>
                </a:cubicBezTo>
                <a:cubicBezTo>
                  <a:pt x="457200" y="3969223"/>
                  <a:pt x="464023" y="3962400"/>
                  <a:pt x="472440" y="3962400"/>
                </a:cubicBezTo>
                <a:cubicBezTo>
                  <a:pt x="480857" y="3962400"/>
                  <a:pt x="487680" y="3969223"/>
                  <a:pt x="487680" y="3977640"/>
                </a:cubicBezTo>
                <a:close/>
                <a:moveTo>
                  <a:pt x="487680" y="4130040"/>
                </a:moveTo>
                <a:cubicBezTo>
                  <a:pt x="487680" y="4138457"/>
                  <a:pt x="480857" y="4145280"/>
                  <a:pt x="472440" y="4145280"/>
                </a:cubicBezTo>
                <a:cubicBezTo>
                  <a:pt x="464023" y="4145280"/>
                  <a:pt x="457200" y="4138457"/>
                  <a:pt x="457200" y="4130040"/>
                </a:cubicBezTo>
                <a:cubicBezTo>
                  <a:pt x="457200" y="4121623"/>
                  <a:pt x="464023" y="4114800"/>
                  <a:pt x="472440" y="4114800"/>
                </a:cubicBezTo>
                <a:cubicBezTo>
                  <a:pt x="480857" y="4114800"/>
                  <a:pt x="487680" y="4121623"/>
                  <a:pt x="487680" y="4130040"/>
                </a:cubicBezTo>
                <a:close/>
                <a:moveTo>
                  <a:pt x="487680" y="4282440"/>
                </a:moveTo>
                <a:cubicBezTo>
                  <a:pt x="487680" y="4290857"/>
                  <a:pt x="480857" y="4297680"/>
                  <a:pt x="472440" y="4297680"/>
                </a:cubicBezTo>
                <a:cubicBezTo>
                  <a:pt x="464023" y="4297680"/>
                  <a:pt x="457200" y="4290857"/>
                  <a:pt x="457200" y="4282440"/>
                </a:cubicBezTo>
                <a:cubicBezTo>
                  <a:pt x="457200" y="4274023"/>
                  <a:pt x="464023" y="4267200"/>
                  <a:pt x="472440" y="4267200"/>
                </a:cubicBezTo>
                <a:cubicBezTo>
                  <a:pt x="480857" y="4267200"/>
                  <a:pt x="487680" y="4274023"/>
                  <a:pt x="487680" y="4282440"/>
                </a:cubicBezTo>
                <a:close/>
                <a:moveTo>
                  <a:pt x="487680" y="4434840"/>
                </a:moveTo>
                <a:cubicBezTo>
                  <a:pt x="487680" y="4443257"/>
                  <a:pt x="480857" y="4450080"/>
                  <a:pt x="472440" y="4450080"/>
                </a:cubicBezTo>
                <a:cubicBezTo>
                  <a:pt x="464023" y="4450080"/>
                  <a:pt x="457200" y="4443257"/>
                  <a:pt x="457200" y="4434840"/>
                </a:cubicBezTo>
                <a:cubicBezTo>
                  <a:pt x="457200" y="4426423"/>
                  <a:pt x="464023" y="4419600"/>
                  <a:pt x="472440" y="4419600"/>
                </a:cubicBezTo>
                <a:cubicBezTo>
                  <a:pt x="480857" y="4419600"/>
                  <a:pt x="487680" y="4426423"/>
                  <a:pt x="487680" y="4434840"/>
                </a:cubicBezTo>
                <a:close/>
                <a:moveTo>
                  <a:pt x="640080" y="15240"/>
                </a:moveTo>
                <a:cubicBezTo>
                  <a:pt x="640080" y="23657"/>
                  <a:pt x="633257" y="30480"/>
                  <a:pt x="624840" y="30480"/>
                </a:cubicBezTo>
                <a:cubicBezTo>
                  <a:pt x="616423" y="30480"/>
                  <a:pt x="609600" y="23657"/>
                  <a:pt x="609600" y="15240"/>
                </a:cubicBezTo>
                <a:cubicBezTo>
                  <a:pt x="609600" y="6823"/>
                  <a:pt x="616423" y="0"/>
                  <a:pt x="624840" y="0"/>
                </a:cubicBezTo>
                <a:cubicBezTo>
                  <a:pt x="633257" y="0"/>
                  <a:pt x="640080" y="6823"/>
                  <a:pt x="640080" y="15240"/>
                </a:cubicBezTo>
                <a:close/>
                <a:moveTo>
                  <a:pt x="640080" y="167640"/>
                </a:moveTo>
                <a:cubicBezTo>
                  <a:pt x="640080" y="176057"/>
                  <a:pt x="633257" y="182880"/>
                  <a:pt x="624840" y="182880"/>
                </a:cubicBezTo>
                <a:cubicBezTo>
                  <a:pt x="616423" y="182880"/>
                  <a:pt x="609600" y="176057"/>
                  <a:pt x="609600" y="167640"/>
                </a:cubicBezTo>
                <a:cubicBezTo>
                  <a:pt x="609600" y="159223"/>
                  <a:pt x="616423" y="152400"/>
                  <a:pt x="624840" y="152400"/>
                </a:cubicBezTo>
                <a:cubicBezTo>
                  <a:pt x="633257" y="152400"/>
                  <a:pt x="640080" y="159223"/>
                  <a:pt x="640080" y="167640"/>
                </a:cubicBezTo>
                <a:close/>
                <a:moveTo>
                  <a:pt x="640080" y="320040"/>
                </a:moveTo>
                <a:cubicBezTo>
                  <a:pt x="640080" y="328457"/>
                  <a:pt x="633257" y="335280"/>
                  <a:pt x="624840" y="335280"/>
                </a:cubicBezTo>
                <a:cubicBezTo>
                  <a:pt x="616423" y="335280"/>
                  <a:pt x="609600" y="328457"/>
                  <a:pt x="609600" y="320040"/>
                </a:cubicBezTo>
                <a:cubicBezTo>
                  <a:pt x="609600" y="311623"/>
                  <a:pt x="616423" y="304800"/>
                  <a:pt x="624840" y="304800"/>
                </a:cubicBezTo>
                <a:cubicBezTo>
                  <a:pt x="633257" y="304800"/>
                  <a:pt x="640080" y="311623"/>
                  <a:pt x="640080" y="320040"/>
                </a:cubicBezTo>
                <a:close/>
                <a:moveTo>
                  <a:pt x="640080" y="472440"/>
                </a:moveTo>
                <a:cubicBezTo>
                  <a:pt x="640080" y="480857"/>
                  <a:pt x="633257" y="487680"/>
                  <a:pt x="624840" y="487680"/>
                </a:cubicBezTo>
                <a:cubicBezTo>
                  <a:pt x="616423" y="487680"/>
                  <a:pt x="609600" y="480857"/>
                  <a:pt x="609600" y="472440"/>
                </a:cubicBezTo>
                <a:cubicBezTo>
                  <a:pt x="609600" y="464023"/>
                  <a:pt x="616423" y="457200"/>
                  <a:pt x="624840" y="457200"/>
                </a:cubicBezTo>
                <a:cubicBezTo>
                  <a:pt x="633257" y="457200"/>
                  <a:pt x="640080" y="464023"/>
                  <a:pt x="640080" y="472440"/>
                </a:cubicBezTo>
                <a:close/>
                <a:moveTo>
                  <a:pt x="640080" y="624840"/>
                </a:moveTo>
                <a:cubicBezTo>
                  <a:pt x="640080" y="633257"/>
                  <a:pt x="633257" y="640080"/>
                  <a:pt x="624840" y="640080"/>
                </a:cubicBezTo>
                <a:cubicBezTo>
                  <a:pt x="616423" y="640080"/>
                  <a:pt x="609600" y="633257"/>
                  <a:pt x="609600" y="624840"/>
                </a:cubicBezTo>
                <a:cubicBezTo>
                  <a:pt x="609600" y="616423"/>
                  <a:pt x="616423" y="609600"/>
                  <a:pt x="624840" y="609600"/>
                </a:cubicBezTo>
                <a:cubicBezTo>
                  <a:pt x="633257" y="609600"/>
                  <a:pt x="640080" y="616423"/>
                  <a:pt x="640080" y="624840"/>
                </a:cubicBezTo>
                <a:close/>
                <a:moveTo>
                  <a:pt x="640080" y="777240"/>
                </a:moveTo>
                <a:cubicBezTo>
                  <a:pt x="640080" y="785657"/>
                  <a:pt x="633257" y="792480"/>
                  <a:pt x="624840" y="792480"/>
                </a:cubicBezTo>
                <a:cubicBezTo>
                  <a:pt x="616423" y="792480"/>
                  <a:pt x="609600" y="785657"/>
                  <a:pt x="609600" y="777240"/>
                </a:cubicBezTo>
                <a:cubicBezTo>
                  <a:pt x="609600" y="768823"/>
                  <a:pt x="616423" y="762000"/>
                  <a:pt x="624840" y="762000"/>
                </a:cubicBezTo>
                <a:cubicBezTo>
                  <a:pt x="633257" y="762000"/>
                  <a:pt x="640080" y="768823"/>
                  <a:pt x="640080" y="777240"/>
                </a:cubicBezTo>
                <a:close/>
                <a:moveTo>
                  <a:pt x="640080" y="929640"/>
                </a:moveTo>
                <a:cubicBezTo>
                  <a:pt x="640080" y="938057"/>
                  <a:pt x="633257" y="944880"/>
                  <a:pt x="624840" y="944880"/>
                </a:cubicBezTo>
                <a:cubicBezTo>
                  <a:pt x="616423" y="944880"/>
                  <a:pt x="609600" y="938057"/>
                  <a:pt x="609600" y="929640"/>
                </a:cubicBezTo>
                <a:cubicBezTo>
                  <a:pt x="609600" y="921223"/>
                  <a:pt x="616423" y="914400"/>
                  <a:pt x="624840" y="914400"/>
                </a:cubicBezTo>
                <a:cubicBezTo>
                  <a:pt x="633257" y="914400"/>
                  <a:pt x="640080" y="921223"/>
                  <a:pt x="640080" y="929640"/>
                </a:cubicBezTo>
                <a:close/>
                <a:moveTo>
                  <a:pt x="640080" y="1082040"/>
                </a:moveTo>
                <a:cubicBezTo>
                  <a:pt x="640080" y="1090457"/>
                  <a:pt x="633257" y="1097280"/>
                  <a:pt x="624840" y="1097280"/>
                </a:cubicBezTo>
                <a:cubicBezTo>
                  <a:pt x="616423" y="1097280"/>
                  <a:pt x="609600" y="1090457"/>
                  <a:pt x="609600" y="1082040"/>
                </a:cubicBezTo>
                <a:cubicBezTo>
                  <a:pt x="609600" y="1073623"/>
                  <a:pt x="616423" y="1066800"/>
                  <a:pt x="624840" y="1066800"/>
                </a:cubicBezTo>
                <a:cubicBezTo>
                  <a:pt x="633257" y="1066800"/>
                  <a:pt x="640080" y="1073623"/>
                  <a:pt x="640080" y="1082040"/>
                </a:cubicBezTo>
                <a:close/>
                <a:moveTo>
                  <a:pt x="640080" y="1234440"/>
                </a:moveTo>
                <a:cubicBezTo>
                  <a:pt x="640080" y="1242857"/>
                  <a:pt x="633257" y="1249680"/>
                  <a:pt x="624840" y="1249680"/>
                </a:cubicBezTo>
                <a:cubicBezTo>
                  <a:pt x="616423" y="1249680"/>
                  <a:pt x="609600" y="1242857"/>
                  <a:pt x="609600" y="1234440"/>
                </a:cubicBezTo>
                <a:cubicBezTo>
                  <a:pt x="609600" y="1226023"/>
                  <a:pt x="616423" y="1219200"/>
                  <a:pt x="624840" y="1219200"/>
                </a:cubicBezTo>
                <a:cubicBezTo>
                  <a:pt x="633257" y="1219200"/>
                  <a:pt x="640080" y="1226023"/>
                  <a:pt x="640080" y="1234440"/>
                </a:cubicBezTo>
                <a:close/>
                <a:moveTo>
                  <a:pt x="640080" y="1386840"/>
                </a:moveTo>
                <a:cubicBezTo>
                  <a:pt x="640080" y="1395257"/>
                  <a:pt x="633257" y="1402080"/>
                  <a:pt x="624840" y="1402080"/>
                </a:cubicBezTo>
                <a:cubicBezTo>
                  <a:pt x="616423" y="1402080"/>
                  <a:pt x="609600" y="1395257"/>
                  <a:pt x="609600" y="1386840"/>
                </a:cubicBezTo>
                <a:cubicBezTo>
                  <a:pt x="609600" y="1378423"/>
                  <a:pt x="616423" y="1371600"/>
                  <a:pt x="624840" y="1371600"/>
                </a:cubicBezTo>
                <a:cubicBezTo>
                  <a:pt x="633257" y="1371600"/>
                  <a:pt x="640080" y="1378423"/>
                  <a:pt x="640080" y="1386840"/>
                </a:cubicBezTo>
                <a:close/>
                <a:moveTo>
                  <a:pt x="640080" y="1539240"/>
                </a:moveTo>
                <a:cubicBezTo>
                  <a:pt x="640080" y="1547657"/>
                  <a:pt x="633257" y="1554480"/>
                  <a:pt x="624840" y="1554480"/>
                </a:cubicBezTo>
                <a:cubicBezTo>
                  <a:pt x="616423" y="1554480"/>
                  <a:pt x="609600" y="1547657"/>
                  <a:pt x="609600" y="1539240"/>
                </a:cubicBezTo>
                <a:cubicBezTo>
                  <a:pt x="609600" y="1530823"/>
                  <a:pt x="616423" y="1524000"/>
                  <a:pt x="624840" y="1524000"/>
                </a:cubicBezTo>
                <a:cubicBezTo>
                  <a:pt x="633257" y="1524000"/>
                  <a:pt x="640080" y="1530823"/>
                  <a:pt x="640080" y="1539240"/>
                </a:cubicBezTo>
                <a:close/>
                <a:moveTo>
                  <a:pt x="640080" y="1691640"/>
                </a:moveTo>
                <a:cubicBezTo>
                  <a:pt x="640080" y="1700057"/>
                  <a:pt x="633257" y="1706880"/>
                  <a:pt x="624840" y="1706880"/>
                </a:cubicBezTo>
                <a:cubicBezTo>
                  <a:pt x="616423" y="1706880"/>
                  <a:pt x="609600" y="1700057"/>
                  <a:pt x="609600" y="1691640"/>
                </a:cubicBezTo>
                <a:cubicBezTo>
                  <a:pt x="609600" y="1683223"/>
                  <a:pt x="616423" y="1676400"/>
                  <a:pt x="624840" y="1676400"/>
                </a:cubicBezTo>
                <a:cubicBezTo>
                  <a:pt x="633257" y="1676400"/>
                  <a:pt x="640080" y="1683223"/>
                  <a:pt x="640080" y="1691640"/>
                </a:cubicBezTo>
                <a:close/>
                <a:moveTo>
                  <a:pt x="640080" y="1844040"/>
                </a:moveTo>
                <a:cubicBezTo>
                  <a:pt x="640080" y="1852457"/>
                  <a:pt x="633257" y="1859280"/>
                  <a:pt x="624840" y="1859280"/>
                </a:cubicBezTo>
                <a:cubicBezTo>
                  <a:pt x="616423" y="1859280"/>
                  <a:pt x="609600" y="1852457"/>
                  <a:pt x="609600" y="1844040"/>
                </a:cubicBezTo>
                <a:cubicBezTo>
                  <a:pt x="609600" y="1835623"/>
                  <a:pt x="616423" y="1828800"/>
                  <a:pt x="624840" y="1828800"/>
                </a:cubicBezTo>
                <a:cubicBezTo>
                  <a:pt x="633257" y="1828800"/>
                  <a:pt x="640080" y="1835623"/>
                  <a:pt x="640080" y="1844040"/>
                </a:cubicBezTo>
                <a:close/>
                <a:moveTo>
                  <a:pt x="640080" y="1996440"/>
                </a:moveTo>
                <a:cubicBezTo>
                  <a:pt x="640080" y="2004857"/>
                  <a:pt x="633257" y="2011680"/>
                  <a:pt x="624840" y="2011680"/>
                </a:cubicBezTo>
                <a:cubicBezTo>
                  <a:pt x="616423" y="2011680"/>
                  <a:pt x="609600" y="2004857"/>
                  <a:pt x="609600" y="1996440"/>
                </a:cubicBezTo>
                <a:cubicBezTo>
                  <a:pt x="609600" y="1988023"/>
                  <a:pt x="616423" y="1981200"/>
                  <a:pt x="624840" y="1981200"/>
                </a:cubicBezTo>
                <a:cubicBezTo>
                  <a:pt x="633257" y="1981200"/>
                  <a:pt x="640080" y="1988023"/>
                  <a:pt x="640080" y="1996440"/>
                </a:cubicBezTo>
                <a:close/>
                <a:moveTo>
                  <a:pt x="640080" y="2148840"/>
                </a:moveTo>
                <a:cubicBezTo>
                  <a:pt x="640080" y="2157257"/>
                  <a:pt x="633257" y="2164080"/>
                  <a:pt x="624840" y="2164080"/>
                </a:cubicBezTo>
                <a:cubicBezTo>
                  <a:pt x="616423" y="2164080"/>
                  <a:pt x="609600" y="2157257"/>
                  <a:pt x="609600" y="2148840"/>
                </a:cubicBezTo>
                <a:cubicBezTo>
                  <a:pt x="609600" y="2140423"/>
                  <a:pt x="616423" y="2133600"/>
                  <a:pt x="624840" y="2133600"/>
                </a:cubicBezTo>
                <a:cubicBezTo>
                  <a:pt x="633257" y="2133600"/>
                  <a:pt x="640080" y="2140423"/>
                  <a:pt x="640080" y="2148840"/>
                </a:cubicBezTo>
                <a:close/>
                <a:moveTo>
                  <a:pt x="640080" y="2301240"/>
                </a:moveTo>
                <a:cubicBezTo>
                  <a:pt x="640080" y="2309657"/>
                  <a:pt x="633257" y="2316480"/>
                  <a:pt x="624840" y="2316480"/>
                </a:cubicBezTo>
                <a:cubicBezTo>
                  <a:pt x="616423" y="2316480"/>
                  <a:pt x="609600" y="2309657"/>
                  <a:pt x="609600" y="2301240"/>
                </a:cubicBezTo>
                <a:cubicBezTo>
                  <a:pt x="609600" y="2292823"/>
                  <a:pt x="616423" y="2286000"/>
                  <a:pt x="624840" y="2286000"/>
                </a:cubicBezTo>
                <a:cubicBezTo>
                  <a:pt x="633257" y="2286000"/>
                  <a:pt x="640080" y="2292823"/>
                  <a:pt x="640080" y="2301240"/>
                </a:cubicBezTo>
                <a:close/>
                <a:moveTo>
                  <a:pt x="640080" y="2453640"/>
                </a:moveTo>
                <a:cubicBezTo>
                  <a:pt x="640080" y="2462057"/>
                  <a:pt x="633257" y="2468880"/>
                  <a:pt x="624840" y="2468880"/>
                </a:cubicBezTo>
                <a:cubicBezTo>
                  <a:pt x="616423" y="2468880"/>
                  <a:pt x="609600" y="2462057"/>
                  <a:pt x="609600" y="2453640"/>
                </a:cubicBezTo>
                <a:cubicBezTo>
                  <a:pt x="609600" y="2445223"/>
                  <a:pt x="616423" y="2438400"/>
                  <a:pt x="624840" y="2438400"/>
                </a:cubicBezTo>
                <a:cubicBezTo>
                  <a:pt x="633257" y="2438400"/>
                  <a:pt x="640080" y="2445223"/>
                  <a:pt x="640080" y="2453640"/>
                </a:cubicBezTo>
                <a:close/>
                <a:moveTo>
                  <a:pt x="640080" y="2606040"/>
                </a:moveTo>
                <a:cubicBezTo>
                  <a:pt x="640080" y="2614457"/>
                  <a:pt x="633257" y="2621280"/>
                  <a:pt x="624840" y="2621280"/>
                </a:cubicBezTo>
                <a:cubicBezTo>
                  <a:pt x="616423" y="2621280"/>
                  <a:pt x="609600" y="2614457"/>
                  <a:pt x="609600" y="2606040"/>
                </a:cubicBezTo>
                <a:cubicBezTo>
                  <a:pt x="609600" y="2597623"/>
                  <a:pt x="616423" y="2590800"/>
                  <a:pt x="624840" y="2590800"/>
                </a:cubicBezTo>
                <a:cubicBezTo>
                  <a:pt x="633257" y="2590800"/>
                  <a:pt x="640080" y="2597623"/>
                  <a:pt x="640080" y="2606040"/>
                </a:cubicBezTo>
                <a:close/>
                <a:moveTo>
                  <a:pt x="640080" y="2758440"/>
                </a:moveTo>
                <a:cubicBezTo>
                  <a:pt x="640080" y="2766857"/>
                  <a:pt x="633257" y="2773680"/>
                  <a:pt x="624840" y="2773680"/>
                </a:cubicBezTo>
                <a:cubicBezTo>
                  <a:pt x="616423" y="2773680"/>
                  <a:pt x="609600" y="2766857"/>
                  <a:pt x="609600" y="2758440"/>
                </a:cubicBezTo>
                <a:cubicBezTo>
                  <a:pt x="609600" y="2750023"/>
                  <a:pt x="616423" y="2743200"/>
                  <a:pt x="624840" y="2743200"/>
                </a:cubicBezTo>
                <a:cubicBezTo>
                  <a:pt x="633257" y="2743200"/>
                  <a:pt x="640080" y="2750023"/>
                  <a:pt x="640080" y="2758440"/>
                </a:cubicBezTo>
                <a:close/>
                <a:moveTo>
                  <a:pt x="640080" y="2910840"/>
                </a:moveTo>
                <a:cubicBezTo>
                  <a:pt x="640080" y="2919257"/>
                  <a:pt x="633257" y="2926080"/>
                  <a:pt x="624840" y="2926080"/>
                </a:cubicBezTo>
                <a:cubicBezTo>
                  <a:pt x="616423" y="2926080"/>
                  <a:pt x="609600" y="2919257"/>
                  <a:pt x="609600" y="2910840"/>
                </a:cubicBezTo>
                <a:cubicBezTo>
                  <a:pt x="609600" y="2902423"/>
                  <a:pt x="616423" y="2895600"/>
                  <a:pt x="624840" y="2895600"/>
                </a:cubicBezTo>
                <a:cubicBezTo>
                  <a:pt x="633257" y="2895600"/>
                  <a:pt x="640080" y="2902423"/>
                  <a:pt x="640080" y="2910840"/>
                </a:cubicBezTo>
                <a:close/>
                <a:moveTo>
                  <a:pt x="640080" y="3063240"/>
                </a:moveTo>
                <a:cubicBezTo>
                  <a:pt x="640080" y="3071657"/>
                  <a:pt x="633257" y="3078480"/>
                  <a:pt x="624840" y="3078480"/>
                </a:cubicBezTo>
                <a:cubicBezTo>
                  <a:pt x="616423" y="3078480"/>
                  <a:pt x="609600" y="3071657"/>
                  <a:pt x="609600" y="3063240"/>
                </a:cubicBezTo>
                <a:cubicBezTo>
                  <a:pt x="609600" y="3054823"/>
                  <a:pt x="616423" y="3048000"/>
                  <a:pt x="624840" y="3048000"/>
                </a:cubicBezTo>
                <a:cubicBezTo>
                  <a:pt x="633257" y="3048000"/>
                  <a:pt x="640080" y="3054823"/>
                  <a:pt x="640080" y="3063240"/>
                </a:cubicBezTo>
                <a:close/>
                <a:moveTo>
                  <a:pt x="640080" y="3215640"/>
                </a:moveTo>
                <a:cubicBezTo>
                  <a:pt x="640080" y="3224057"/>
                  <a:pt x="633257" y="3230880"/>
                  <a:pt x="624840" y="3230880"/>
                </a:cubicBezTo>
                <a:cubicBezTo>
                  <a:pt x="616423" y="3230880"/>
                  <a:pt x="609600" y="3224057"/>
                  <a:pt x="609600" y="3215640"/>
                </a:cubicBezTo>
                <a:cubicBezTo>
                  <a:pt x="609600" y="3207223"/>
                  <a:pt x="616423" y="3200400"/>
                  <a:pt x="624840" y="3200400"/>
                </a:cubicBezTo>
                <a:cubicBezTo>
                  <a:pt x="633257" y="3200400"/>
                  <a:pt x="640080" y="3207223"/>
                  <a:pt x="640080" y="3215640"/>
                </a:cubicBezTo>
                <a:close/>
                <a:moveTo>
                  <a:pt x="640080" y="3368040"/>
                </a:moveTo>
                <a:cubicBezTo>
                  <a:pt x="640080" y="3376457"/>
                  <a:pt x="633257" y="3383280"/>
                  <a:pt x="624840" y="3383280"/>
                </a:cubicBezTo>
                <a:cubicBezTo>
                  <a:pt x="616423" y="3383280"/>
                  <a:pt x="609600" y="3376457"/>
                  <a:pt x="609600" y="3368040"/>
                </a:cubicBezTo>
                <a:cubicBezTo>
                  <a:pt x="609600" y="3359623"/>
                  <a:pt x="616423" y="3352800"/>
                  <a:pt x="624840" y="3352800"/>
                </a:cubicBezTo>
                <a:cubicBezTo>
                  <a:pt x="633257" y="3352800"/>
                  <a:pt x="640080" y="3359623"/>
                  <a:pt x="640080" y="3368040"/>
                </a:cubicBezTo>
                <a:close/>
                <a:moveTo>
                  <a:pt x="640080" y="3520440"/>
                </a:moveTo>
                <a:cubicBezTo>
                  <a:pt x="640080" y="3528857"/>
                  <a:pt x="633257" y="3535680"/>
                  <a:pt x="624840" y="3535680"/>
                </a:cubicBezTo>
                <a:cubicBezTo>
                  <a:pt x="616423" y="3535680"/>
                  <a:pt x="609600" y="3528857"/>
                  <a:pt x="609600" y="3520440"/>
                </a:cubicBezTo>
                <a:cubicBezTo>
                  <a:pt x="609600" y="3512023"/>
                  <a:pt x="616423" y="3505200"/>
                  <a:pt x="624840" y="3505200"/>
                </a:cubicBezTo>
                <a:cubicBezTo>
                  <a:pt x="633257" y="3505200"/>
                  <a:pt x="640080" y="3512023"/>
                  <a:pt x="640080" y="3520440"/>
                </a:cubicBezTo>
                <a:close/>
                <a:moveTo>
                  <a:pt x="640080" y="3672840"/>
                </a:moveTo>
                <a:cubicBezTo>
                  <a:pt x="640080" y="3681257"/>
                  <a:pt x="633257" y="3688080"/>
                  <a:pt x="624840" y="3688080"/>
                </a:cubicBezTo>
                <a:cubicBezTo>
                  <a:pt x="616423" y="3688080"/>
                  <a:pt x="609600" y="3681257"/>
                  <a:pt x="609600" y="3672840"/>
                </a:cubicBezTo>
                <a:cubicBezTo>
                  <a:pt x="609600" y="3664423"/>
                  <a:pt x="616423" y="3657600"/>
                  <a:pt x="624840" y="3657600"/>
                </a:cubicBezTo>
                <a:cubicBezTo>
                  <a:pt x="633257" y="3657600"/>
                  <a:pt x="640080" y="3664423"/>
                  <a:pt x="640080" y="3672840"/>
                </a:cubicBezTo>
                <a:close/>
                <a:moveTo>
                  <a:pt x="640080" y="3825240"/>
                </a:moveTo>
                <a:cubicBezTo>
                  <a:pt x="640080" y="3833657"/>
                  <a:pt x="633257" y="3840480"/>
                  <a:pt x="624840" y="3840480"/>
                </a:cubicBezTo>
                <a:cubicBezTo>
                  <a:pt x="616423" y="3840480"/>
                  <a:pt x="609600" y="3833657"/>
                  <a:pt x="609600" y="3825240"/>
                </a:cubicBezTo>
                <a:cubicBezTo>
                  <a:pt x="609600" y="3816823"/>
                  <a:pt x="616423" y="3810000"/>
                  <a:pt x="624840" y="3810000"/>
                </a:cubicBezTo>
                <a:cubicBezTo>
                  <a:pt x="633257" y="3810000"/>
                  <a:pt x="640080" y="3816823"/>
                  <a:pt x="640080" y="3825240"/>
                </a:cubicBezTo>
                <a:close/>
                <a:moveTo>
                  <a:pt x="640080" y="3977640"/>
                </a:moveTo>
                <a:cubicBezTo>
                  <a:pt x="640080" y="3986057"/>
                  <a:pt x="633257" y="3992880"/>
                  <a:pt x="624840" y="3992880"/>
                </a:cubicBezTo>
                <a:cubicBezTo>
                  <a:pt x="616423" y="3992880"/>
                  <a:pt x="609600" y="3986057"/>
                  <a:pt x="609600" y="3977640"/>
                </a:cubicBezTo>
                <a:cubicBezTo>
                  <a:pt x="609600" y="3969223"/>
                  <a:pt x="616423" y="3962400"/>
                  <a:pt x="624840" y="3962400"/>
                </a:cubicBezTo>
                <a:cubicBezTo>
                  <a:pt x="633257" y="3962400"/>
                  <a:pt x="640080" y="3969223"/>
                  <a:pt x="640080" y="3977640"/>
                </a:cubicBezTo>
                <a:close/>
                <a:moveTo>
                  <a:pt x="640080" y="4130040"/>
                </a:moveTo>
                <a:cubicBezTo>
                  <a:pt x="640080" y="4138457"/>
                  <a:pt x="633257" y="4145280"/>
                  <a:pt x="624840" y="4145280"/>
                </a:cubicBezTo>
                <a:cubicBezTo>
                  <a:pt x="616423" y="4145280"/>
                  <a:pt x="609600" y="4138457"/>
                  <a:pt x="609600" y="4130040"/>
                </a:cubicBezTo>
                <a:cubicBezTo>
                  <a:pt x="609600" y="4121623"/>
                  <a:pt x="616423" y="4114800"/>
                  <a:pt x="624840" y="4114800"/>
                </a:cubicBezTo>
                <a:cubicBezTo>
                  <a:pt x="633257" y="4114800"/>
                  <a:pt x="640080" y="4121623"/>
                  <a:pt x="640080" y="4130040"/>
                </a:cubicBezTo>
                <a:close/>
                <a:moveTo>
                  <a:pt x="640080" y="4282440"/>
                </a:moveTo>
                <a:cubicBezTo>
                  <a:pt x="640080" y="4290857"/>
                  <a:pt x="633257" y="4297680"/>
                  <a:pt x="624840" y="4297680"/>
                </a:cubicBezTo>
                <a:cubicBezTo>
                  <a:pt x="616423" y="4297680"/>
                  <a:pt x="609600" y="4290857"/>
                  <a:pt x="609600" y="4282440"/>
                </a:cubicBezTo>
                <a:cubicBezTo>
                  <a:pt x="609600" y="4274023"/>
                  <a:pt x="616423" y="4267200"/>
                  <a:pt x="624840" y="4267200"/>
                </a:cubicBezTo>
                <a:cubicBezTo>
                  <a:pt x="633257" y="4267200"/>
                  <a:pt x="640080" y="4274023"/>
                  <a:pt x="640080" y="4282440"/>
                </a:cubicBezTo>
                <a:close/>
                <a:moveTo>
                  <a:pt x="640080" y="4434840"/>
                </a:moveTo>
                <a:cubicBezTo>
                  <a:pt x="640080" y="4443257"/>
                  <a:pt x="633257" y="4450080"/>
                  <a:pt x="624840" y="4450080"/>
                </a:cubicBezTo>
                <a:cubicBezTo>
                  <a:pt x="616423" y="4450080"/>
                  <a:pt x="609600" y="4443257"/>
                  <a:pt x="609600" y="4434840"/>
                </a:cubicBezTo>
                <a:cubicBezTo>
                  <a:pt x="609600" y="4426423"/>
                  <a:pt x="616423" y="4419600"/>
                  <a:pt x="624840" y="4419600"/>
                </a:cubicBezTo>
                <a:cubicBezTo>
                  <a:pt x="633257" y="4419600"/>
                  <a:pt x="640080" y="4426423"/>
                  <a:pt x="640080" y="4434840"/>
                </a:cubicBezTo>
                <a:close/>
                <a:moveTo>
                  <a:pt x="792480" y="15240"/>
                </a:moveTo>
                <a:cubicBezTo>
                  <a:pt x="792480" y="23657"/>
                  <a:pt x="785657" y="30480"/>
                  <a:pt x="777240" y="30480"/>
                </a:cubicBezTo>
                <a:cubicBezTo>
                  <a:pt x="768823" y="30480"/>
                  <a:pt x="762000" y="23657"/>
                  <a:pt x="762000" y="15240"/>
                </a:cubicBezTo>
                <a:cubicBezTo>
                  <a:pt x="762000" y="6823"/>
                  <a:pt x="768823" y="0"/>
                  <a:pt x="777240" y="0"/>
                </a:cubicBezTo>
                <a:cubicBezTo>
                  <a:pt x="785657" y="0"/>
                  <a:pt x="792480" y="6823"/>
                  <a:pt x="792480" y="15240"/>
                </a:cubicBezTo>
                <a:close/>
                <a:moveTo>
                  <a:pt x="792480" y="167640"/>
                </a:moveTo>
                <a:cubicBezTo>
                  <a:pt x="792480" y="176057"/>
                  <a:pt x="785657" y="182880"/>
                  <a:pt x="777240" y="182880"/>
                </a:cubicBezTo>
                <a:cubicBezTo>
                  <a:pt x="768823" y="182880"/>
                  <a:pt x="762000" y="176057"/>
                  <a:pt x="762000" y="167640"/>
                </a:cubicBezTo>
                <a:cubicBezTo>
                  <a:pt x="762000" y="159223"/>
                  <a:pt x="768823" y="152400"/>
                  <a:pt x="777240" y="152400"/>
                </a:cubicBezTo>
                <a:cubicBezTo>
                  <a:pt x="785657" y="152400"/>
                  <a:pt x="792480" y="159223"/>
                  <a:pt x="792480" y="167640"/>
                </a:cubicBezTo>
                <a:close/>
                <a:moveTo>
                  <a:pt x="792480" y="320040"/>
                </a:moveTo>
                <a:cubicBezTo>
                  <a:pt x="792480" y="328457"/>
                  <a:pt x="785657" y="335280"/>
                  <a:pt x="777240" y="335280"/>
                </a:cubicBezTo>
                <a:cubicBezTo>
                  <a:pt x="768823" y="335280"/>
                  <a:pt x="762000" y="328457"/>
                  <a:pt x="762000" y="320040"/>
                </a:cubicBezTo>
                <a:cubicBezTo>
                  <a:pt x="762000" y="311623"/>
                  <a:pt x="768823" y="304800"/>
                  <a:pt x="777240" y="304800"/>
                </a:cubicBezTo>
                <a:cubicBezTo>
                  <a:pt x="785657" y="304800"/>
                  <a:pt x="792480" y="311623"/>
                  <a:pt x="792480" y="320040"/>
                </a:cubicBezTo>
                <a:close/>
                <a:moveTo>
                  <a:pt x="792480" y="472440"/>
                </a:moveTo>
                <a:cubicBezTo>
                  <a:pt x="792480" y="480857"/>
                  <a:pt x="785657" y="487680"/>
                  <a:pt x="777240" y="487680"/>
                </a:cubicBezTo>
                <a:cubicBezTo>
                  <a:pt x="768823" y="487680"/>
                  <a:pt x="762000" y="480857"/>
                  <a:pt x="762000" y="472440"/>
                </a:cubicBezTo>
                <a:cubicBezTo>
                  <a:pt x="762000" y="464023"/>
                  <a:pt x="768823" y="457200"/>
                  <a:pt x="777240" y="457200"/>
                </a:cubicBezTo>
                <a:cubicBezTo>
                  <a:pt x="785657" y="457200"/>
                  <a:pt x="792480" y="464023"/>
                  <a:pt x="792480" y="472440"/>
                </a:cubicBezTo>
                <a:close/>
                <a:moveTo>
                  <a:pt x="792480" y="624840"/>
                </a:moveTo>
                <a:cubicBezTo>
                  <a:pt x="792480" y="633257"/>
                  <a:pt x="785657" y="640080"/>
                  <a:pt x="777240" y="640080"/>
                </a:cubicBezTo>
                <a:cubicBezTo>
                  <a:pt x="768823" y="640080"/>
                  <a:pt x="762000" y="633257"/>
                  <a:pt x="762000" y="624840"/>
                </a:cubicBezTo>
                <a:cubicBezTo>
                  <a:pt x="762000" y="616423"/>
                  <a:pt x="768823" y="609600"/>
                  <a:pt x="777240" y="609600"/>
                </a:cubicBezTo>
                <a:cubicBezTo>
                  <a:pt x="785657" y="609600"/>
                  <a:pt x="792480" y="616423"/>
                  <a:pt x="792480" y="624840"/>
                </a:cubicBezTo>
                <a:close/>
                <a:moveTo>
                  <a:pt x="792480" y="777240"/>
                </a:moveTo>
                <a:cubicBezTo>
                  <a:pt x="792480" y="785657"/>
                  <a:pt x="785657" y="792480"/>
                  <a:pt x="777240" y="792480"/>
                </a:cubicBezTo>
                <a:cubicBezTo>
                  <a:pt x="768823" y="792480"/>
                  <a:pt x="762000" y="785657"/>
                  <a:pt x="762000" y="777240"/>
                </a:cubicBezTo>
                <a:cubicBezTo>
                  <a:pt x="762000" y="768823"/>
                  <a:pt x="768823" y="762000"/>
                  <a:pt x="777240" y="762000"/>
                </a:cubicBezTo>
                <a:cubicBezTo>
                  <a:pt x="785657" y="762000"/>
                  <a:pt x="792480" y="768823"/>
                  <a:pt x="792480" y="777240"/>
                </a:cubicBezTo>
                <a:close/>
                <a:moveTo>
                  <a:pt x="792480" y="929640"/>
                </a:moveTo>
                <a:cubicBezTo>
                  <a:pt x="792480" y="938057"/>
                  <a:pt x="785657" y="944880"/>
                  <a:pt x="777240" y="944880"/>
                </a:cubicBezTo>
                <a:cubicBezTo>
                  <a:pt x="768823" y="944880"/>
                  <a:pt x="762000" y="938057"/>
                  <a:pt x="762000" y="929640"/>
                </a:cubicBezTo>
                <a:cubicBezTo>
                  <a:pt x="762000" y="921223"/>
                  <a:pt x="768823" y="914400"/>
                  <a:pt x="777240" y="914400"/>
                </a:cubicBezTo>
                <a:cubicBezTo>
                  <a:pt x="785657" y="914400"/>
                  <a:pt x="792480" y="921223"/>
                  <a:pt x="792480" y="929640"/>
                </a:cubicBezTo>
                <a:close/>
                <a:moveTo>
                  <a:pt x="792480" y="1082040"/>
                </a:moveTo>
                <a:cubicBezTo>
                  <a:pt x="792480" y="1090457"/>
                  <a:pt x="785657" y="1097280"/>
                  <a:pt x="777240" y="1097280"/>
                </a:cubicBezTo>
                <a:cubicBezTo>
                  <a:pt x="768823" y="1097280"/>
                  <a:pt x="762000" y="1090457"/>
                  <a:pt x="762000" y="1082040"/>
                </a:cubicBezTo>
                <a:cubicBezTo>
                  <a:pt x="762000" y="1073623"/>
                  <a:pt x="768823" y="1066800"/>
                  <a:pt x="777240" y="1066800"/>
                </a:cubicBezTo>
                <a:cubicBezTo>
                  <a:pt x="785657" y="1066800"/>
                  <a:pt x="792480" y="1073623"/>
                  <a:pt x="792480" y="1082040"/>
                </a:cubicBezTo>
                <a:close/>
                <a:moveTo>
                  <a:pt x="792480" y="1234440"/>
                </a:moveTo>
                <a:cubicBezTo>
                  <a:pt x="792480" y="1242857"/>
                  <a:pt x="785657" y="1249680"/>
                  <a:pt x="777240" y="1249680"/>
                </a:cubicBezTo>
                <a:cubicBezTo>
                  <a:pt x="768823" y="1249680"/>
                  <a:pt x="762000" y="1242857"/>
                  <a:pt x="762000" y="1234440"/>
                </a:cubicBezTo>
                <a:cubicBezTo>
                  <a:pt x="762000" y="1226023"/>
                  <a:pt x="768823" y="1219200"/>
                  <a:pt x="777240" y="1219200"/>
                </a:cubicBezTo>
                <a:cubicBezTo>
                  <a:pt x="785657" y="1219200"/>
                  <a:pt x="792480" y="1226023"/>
                  <a:pt x="792480" y="1234440"/>
                </a:cubicBezTo>
                <a:close/>
                <a:moveTo>
                  <a:pt x="792480" y="1386840"/>
                </a:moveTo>
                <a:cubicBezTo>
                  <a:pt x="792480" y="1395257"/>
                  <a:pt x="785657" y="1402080"/>
                  <a:pt x="777240" y="1402080"/>
                </a:cubicBezTo>
                <a:cubicBezTo>
                  <a:pt x="768823" y="1402080"/>
                  <a:pt x="762000" y="1395257"/>
                  <a:pt x="762000" y="1386840"/>
                </a:cubicBezTo>
                <a:cubicBezTo>
                  <a:pt x="762000" y="1378423"/>
                  <a:pt x="768823" y="1371600"/>
                  <a:pt x="777240" y="1371600"/>
                </a:cubicBezTo>
                <a:cubicBezTo>
                  <a:pt x="785657" y="1371600"/>
                  <a:pt x="792480" y="1378423"/>
                  <a:pt x="792480" y="1386840"/>
                </a:cubicBezTo>
                <a:close/>
                <a:moveTo>
                  <a:pt x="792480" y="1539240"/>
                </a:moveTo>
                <a:cubicBezTo>
                  <a:pt x="792480" y="1547657"/>
                  <a:pt x="785657" y="1554480"/>
                  <a:pt x="777240" y="1554480"/>
                </a:cubicBezTo>
                <a:cubicBezTo>
                  <a:pt x="768823" y="1554480"/>
                  <a:pt x="762000" y="1547657"/>
                  <a:pt x="762000" y="1539240"/>
                </a:cubicBezTo>
                <a:cubicBezTo>
                  <a:pt x="762000" y="1530823"/>
                  <a:pt x="768823" y="1524000"/>
                  <a:pt x="777240" y="1524000"/>
                </a:cubicBezTo>
                <a:cubicBezTo>
                  <a:pt x="785657" y="1524000"/>
                  <a:pt x="792480" y="1530823"/>
                  <a:pt x="792480" y="1539240"/>
                </a:cubicBezTo>
                <a:close/>
                <a:moveTo>
                  <a:pt x="792480" y="1691640"/>
                </a:moveTo>
                <a:cubicBezTo>
                  <a:pt x="792480" y="1700057"/>
                  <a:pt x="785657" y="1706880"/>
                  <a:pt x="777240" y="1706880"/>
                </a:cubicBezTo>
                <a:cubicBezTo>
                  <a:pt x="768823" y="1706880"/>
                  <a:pt x="762000" y="1700057"/>
                  <a:pt x="762000" y="1691640"/>
                </a:cubicBezTo>
                <a:cubicBezTo>
                  <a:pt x="762000" y="1683223"/>
                  <a:pt x="768823" y="1676400"/>
                  <a:pt x="777240" y="1676400"/>
                </a:cubicBezTo>
                <a:cubicBezTo>
                  <a:pt x="785657" y="1676400"/>
                  <a:pt x="792480" y="1683223"/>
                  <a:pt x="792480" y="1691640"/>
                </a:cubicBezTo>
                <a:close/>
                <a:moveTo>
                  <a:pt x="792480" y="1844040"/>
                </a:moveTo>
                <a:cubicBezTo>
                  <a:pt x="792480" y="1852457"/>
                  <a:pt x="785657" y="1859280"/>
                  <a:pt x="777240" y="1859280"/>
                </a:cubicBezTo>
                <a:cubicBezTo>
                  <a:pt x="768823" y="1859280"/>
                  <a:pt x="762000" y="1852457"/>
                  <a:pt x="762000" y="1844040"/>
                </a:cubicBezTo>
                <a:cubicBezTo>
                  <a:pt x="762000" y="1835623"/>
                  <a:pt x="768823" y="1828800"/>
                  <a:pt x="777240" y="1828800"/>
                </a:cubicBezTo>
                <a:cubicBezTo>
                  <a:pt x="785657" y="1828800"/>
                  <a:pt x="792480" y="1835623"/>
                  <a:pt x="792480" y="1844040"/>
                </a:cubicBezTo>
                <a:close/>
                <a:moveTo>
                  <a:pt x="792480" y="1996440"/>
                </a:moveTo>
                <a:cubicBezTo>
                  <a:pt x="792480" y="2004857"/>
                  <a:pt x="785657" y="2011680"/>
                  <a:pt x="777240" y="2011680"/>
                </a:cubicBezTo>
                <a:cubicBezTo>
                  <a:pt x="768823" y="2011680"/>
                  <a:pt x="762000" y="2004857"/>
                  <a:pt x="762000" y="1996440"/>
                </a:cubicBezTo>
                <a:cubicBezTo>
                  <a:pt x="762000" y="1988023"/>
                  <a:pt x="768823" y="1981200"/>
                  <a:pt x="777240" y="1981200"/>
                </a:cubicBezTo>
                <a:cubicBezTo>
                  <a:pt x="785657" y="1981200"/>
                  <a:pt x="792480" y="1988023"/>
                  <a:pt x="792480" y="1996440"/>
                </a:cubicBezTo>
                <a:close/>
                <a:moveTo>
                  <a:pt x="792480" y="2148840"/>
                </a:moveTo>
                <a:cubicBezTo>
                  <a:pt x="792480" y="2157257"/>
                  <a:pt x="785657" y="2164080"/>
                  <a:pt x="777240" y="2164080"/>
                </a:cubicBezTo>
                <a:cubicBezTo>
                  <a:pt x="768823" y="2164080"/>
                  <a:pt x="762000" y="2157257"/>
                  <a:pt x="762000" y="2148840"/>
                </a:cubicBezTo>
                <a:cubicBezTo>
                  <a:pt x="762000" y="2140423"/>
                  <a:pt x="768823" y="2133600"/>
                  <a:pt x="777240" y="2133600"/>
                </a:cubicBezTo>
                <a:cubicBezTo>
                  <a:pt x="785657" y="2133600"/>
                  <a:pt x="792480" y="2140423"/>
                  <a:pt x="792480" y="2148840"/>
                </a:cubicBezTo>
                <a:close/>
                <a:moveTo>
                  <a:pt x="792480" y="2301240"/>
                </a:moveTo>
                <a:cubicBezTo>
                  <a:pt x="792480" y="2309657"/>
                  <a:pt x="785657" y="2316480"/>
                  <a:pt x="777240" y="2316480"/>
                </a:cubicBezTo>
                <a:cubicBezTo>
                  <a:pt x="768823" y="2316480"/>
                  <a:pt x="762000" y="2309657"/>
                  <a:pt x="762000" y="2301240"/>
                </a:cubicBezTo>
                <a:cubicBezTo>
                  <a:pt x="762000" y="2292823"/>
                  <a:pt x="768823" y="2286000"/>
                  <a:pt x="777240" y="2286000"/>
                </a:cubicBezTo>
                <a:cubicBezTo>
                  <a:pt x="785657" y="2286000"/>
                  <a:pt x="792480" y="2292823"/>
                  <a:pt x="792480" y="2301240"/>
                </a:cubicBezTo>
                <a:close/>
                <a:moveTo>
                  <a:pt x="792480" y="2453640"/>
                </a:moveTo>
                <a:cubicBezTo>
                  <a:pt x="792480" y="2462057"/>
                  <a:pt x="785657" y="2468880"/>
                  <a:pt x="777240" y="2468880"/>
                </a:cubicBezTo>
                <a:cubicBezTo>
                  <a:pt x="768823" y="2468880"/>
                  <a:pt x="762000" y="2462057"/>
                  <a:pt x="762000" y="2453640"/>
                </a:cubicBezTo>
                <a:cubicBezTo>
                  <a:pt x="762000" y="2445223"/>
                  <a:pt x="768823" y="2438400"/>
                  <a:pt x="777240" y="2438400"/>
                </a:cubicBezTo>
                <a:cubicBezTo>
                  <a:pt x="785657" y="2438400"/>
                  <a:pt x="792480" y="2445223"/>
                  <a:pt x="792480" y="2453640"/>
                </a:cubicBezTo>
                <a:close/>
                <a:moveTo>
                  <a:pt x="792480" y="2606040"/>
                </a:moveTo>
                <a:cubicBezTo>
                  <a:pt x="792480" y="2614457"/>
                  <a:pt x="785657" y="2621280"/>
                  <a:pt x="777240" y="2621280"/>
                </a:cubicBezTo>
                <a:cubicBezTo>
                  <a:pt x="768823" y="2621280"/>
                  <a:pt x="762000" y="2614457"/>
                  <a:pt x="762000" y="2606040"/>
                </a:cubicBezTo>
                <a:cubicBezTo>
                  <a:pt x="762000" y="2597623"/>
                  <a:pt x="768823" y="2590800"/>
                  <a:pt x="777240" y="2590800"/>
                </a:cubicBezTo>
                <a:cubicBezTo>
                  <a:pt x="785657" y="2590800"/>
                  <a:pt x="792480" y="2597623"/>
                  <a:pt x="792480" y="2606040"/>
                </a:cubicBezTo>
                <a:close/>
                <a:moveTo>
                  <a:pt x="792480" y="2758440"/>
                </a:moveTo>
                <a:cubicBezTo>
                  <a:pt x="792480" y="2766857"/>
                  <a:pt x="785657" y="2773680"/>
                  <a:pt x="777240" y="2773680"/>
                </a:cubicBezTo>
                <a:cubicBezTo>
                  <a:pt x="768823" y="2773680"/>
                  <a:pt x="762000" y="2766857"/>
                  <a:pt x="762000" y="2758440"/>
                </a:cubicBezTo>
                <a:cubicBezTo>
                  <a:pt x="762000" y="2750023"/>
                  <a:pt x="768823" y="2743200"/>
                  <a:pt x="777240" y="2743200"/>
                </a:cubicBezTo>
                <a:cubicBezTo>
                  <a:pt x="785657" y="2743200"/>
                  <a:pt x="792480" y="2750023"/>
                  <a:pt x="792480" y="2758440"/>
                </a:cubicBezTo>
                <a:close/>
                <a:moveTo>
                  <a:pt x="792480" y="2910840"/>
                </a:moveTo>
                <a:cubicBezTo>
                  <a:pt x="792480" y="2919257"/>
                  <a:pt x="785657" y="2926080"/>
                  <a:pt x="777240" y="2926080"/>
                </a:cubicBezTo>
                <a:cubicBezTo>
                  <a:pt x="768823" y="2926080"/>
                  <a:pt x="762000" y="2919257"/>
                  <a:pt x="762000" y="2910840"/>
                </a:cubicBezTo>
                <a:cubicBezTo>
                  <a:pt x="762000" y="2902423"/>
                  <a:pt x="768823" y="2895600"/>
                  <a:pt x="777240" y="2895600"/>
                </a:cubicBezTo>
                <a:cubicBezTo>
                  <a:pt x="785657" y="2895600"/>
                  <a:pt x="792480" y="2902423"/>
                  <a:pt x="792480" y="2910840"/>
                </a:cubicBezTo>
                <a:close/>
                <a:moveTo>
                  <a:pt x="792480" y="3063240"/>
                </a:moveTo>
                <a:cubicBezTo>
                  <a:pt x="792480" y="3071657"/>
                  <a:pt x="785657" y="3078480"/>
                  <a:pt x="777240" y="3078480"/>
                </a:cubicBezTo>
                <a:cubicBezTo>
                  <a:pt x="768823" y="3078480"/>
                  <a:pt x="762000" y="3071657"/>
                  <a:pt x="762000" y="3063240"/>
                </a:cubicBezTo>
                <a:cubicBezTo>
                  <a:pt x="762000" y="3054823"/>
                  <a:pt x="768823" y="3048000"/>
                  <a:pt x="777240" y="3048000"/>
                </a:cubicBezTo>
                <a:cubicBezTo>
                  <a:pt x="785657" y="3048000"/>
                  <a:pt x="792480" y="3054823"/>
                  <a:pt x="792480" y="3063240"/>
                </a:cubicBezTo>
                <a:close/>
                <a:moveTo>
                  <a:pt x="792480" y="3215640"/>
                </a:moveTo>
                <a:cubicBezTo>
                  <a:pt x="792480" y="3224057"/>
                  <a:pt x="785657" y="3230880"/>
                  <a:pt x="777240" y="3230880"/>
                </a:cubicBezTo>
                <a:cubicBezTo>
                  <a:pt x="768823" y="3230880"/>
                  <a:pt x="762000" y="3224057"/>
                  <a:pt x="762000" y="3215640"/>
                </a:cubicBezTo>
                <a:cubicBezTo>
                  <a:pt x="762000" y="3207223"/>
                  <a:pt x="768823" y="3200400"/>
                  <a:pt x="777240" y="3200400"/>
                </a:cubicBezTo>
                <a:cubicBezTo>
                  <a:pt x="785657" y="3200400"/>
                  <a:pt x="792480" y="3207223"/>
                  <a:pt x="792480" y="3215640"/>
                </a:cubicBezTo>
                <a:close/>
                <a:moveTo>
                  <a:pt x="792480" y="3368040"/>
                </a:moveTo>
                <a:cubicBezTo>
                  <a:pt x="792480" y="3376457"/>
                  <a:pt x="785657" y="3383280"/>
                  <a:pt x="777240" y="3383280"/>
                </a:cubicBezTo>
                <a:cubicBezTo>
                  <a:pt x="768823" y="3383280"/>
                  <a:pt x="762000" y="3376457"/>
                  <a:pt x="762000" y="3368040"/>
                </a:cubicBezTo>
                <a:cubicBezTo>
                  <a:pt x="762000" y="3359623"/>
                  <a:pt x="768823" y="3352800"/>
                  <a:pt x="777240" y="3352800"/>
                </a:cubicBezTo>
                <a:cubicBezTo>
                  <a:pt x="785657" y="3352800"/>
                  <a:pt x="792480" y="3359623"/>
                  <a:pt x="792480" y="3368040"/>
                </a:cubicBezTo>
                <a:close/>
                <a:moveTo>
                  <a:pt x="792480" y="3520440"/>
                </a:moveTo>
                <a:cubicBezTo>
                  <a:pt x="792480" y="3528857"/>
                  <a:pt x="785657" y="3535680"/>
                  <a:pt x="777240" y="3535680"/>
                </a:cubicBezTo>
                <a:cubicBezTo>
                  <a:pt x="768823" y="3535680"/>
                  <a:pt x="762000" y="3528857"/>
                  <a:pt x="762000" y="3520440"/>
                </a:cubicBezTo>
                <a:cubicBezTo>
                  <a:pt x="762000" y="3512023"/>
                  <a:pt x="768823" y="3505200"/>
                  <a:pt x="777240" y="3505200"/>
                </a:cubicBezTo>
                <a:cubicBezTo>
                  <a:pt x="785657" y="3505200"/>
                  <a:pt x="792480" y="3512023"/>
                  <a:pt x="792480" y="3520440"/>
                </a:cubicBezTo>
                <a:close/>
                <a:moveTo>
                  <a:pt x="792480" y="3672840"/>
                </a:moveTo>
                <a:cubicBezTo>
                  <a:pt x="792480" y="3681257"/>
                  <a:pt x="785657" y="3688080"/>
                  <a:pt x="777240" y="3688080"/>
                </a:cubicBezTo>
                <a:cubicBezTo>
                  <a:pt x="768823" y="3688080"/>
                  <a:pt x="762000" y="3681257"/>
                  <a:pt x="762000" y="3672840"/>
                </a:cubicBezTo>
                <a:cubicBezTo>
                  <a:pt x="762000" y="3664423"/>
                  <a:pt x="768823" y="3657600"/>
                  <a:pt x="777240" y="3657600"/>
                </a:cubicBezTo>
                <a:cubicBezTo>
                  <a:pt x="785657" y="3657600"/>
                  <a:pt x="792480" y="3664423"/>
                  <a:pt x="792480" y="3672840"/>
                </a:cubicBezTo>
                <a:close/>
                <a:moveTo>
                  <a:pt x="792480" y="3825240"/>
                </a:moveTo>
                <a:cubicBezTo>
                  <a:pt x="792480" y="3833657"/>
                  <a:pt x="785657" y="3840480"/>
                  <a:pt x="777240" y="3840480"/>
                </a:cubicBezTo>
                <a:cubicBezTo>
                  <a:pt x="768823" y="3840480"/>
                  <a:pt x="762000" y="3833657"/>
                  <a:pt x="762000" y="3825240"/>
                </a:cubicBezTo>
                <a:cubicBezTo>
                  <a:pt x="762000" y="3816823"/>
                  <a:pt x="768823" y="3810000"/>
                  <a:pt x="777240" y="3810000"/>
                </a:cubicBezTo>
                <a:cubicBezTo>
                  <a:pt x="785657" y="3810000"/>
                  <a:pt x="792480" y="3816823"/>
                  <a:pt x="792480" y="3825240"/>
                </a:cubicBezTo>
                <a:close/>
                <a:moveTo>
                  <a:pt x="792480" y="3977640"/>
                </a:moveTo>
                <a:cubicBezTo>
                  <a:pt x="792480" y="3986057"/>
                  <a:pt x="785657" y="3992880"/>
                  <a:pt x="777240" y="3992880"/>
                </a:cubicBezTo>
                <a:cubicBezTo>
                  <a:pt x="768823" y="3992880"/>
                  <a:pt x="762000" y="3986057"/>
                  <a:pt x="762000" y="3977640"/>
                </a:cubicBezTo>
                <a:cubicBezTo>
                  <a:pt x="762000" y="3969223"/>
                  <a:pt x="768823" y="3962400"/>
                  <a:pt x="777240" y="3962400"/>
                </a:cubicBezTo>
                <a:cubicBezTo>
                  <a:pt x="785657" y="3962400"/>
                  <a:pt x="792480" y="3969223"/>
                  <a:pt x="792480" y="3977640"/>
                </a:cubicBezTo>
                <a:close/>
                <a:moveTo>
                  <a:pt x="792480" y="4130040"/>
                </a:moveTo>
                <a:cubicBezTo>
                  <a:pt x="792480" y="4138457"/>
                  <a:pt x="785657" y="4145280"/>
                  <a:pt x="777240" y="4145280"/>
                </a:cubicBezTo>
                <a:cubicBezTo>
                  <a:pt x="768823" y="4145280"/>
                  <a:pt x="762000" y="4138457"/>
                  <a:pt x="762000" y="4130040"/>
                </a:cubicBezTo>
                <a:cubicBezTo>
                  <a:pt x="762000" y="4121623"/>
                  <a:pt x="768823" y="4114800"/>
                  <a:pt x="777240" y="4114800"/>
                </a:cubicBezTo>
                <a:cubicBezTo>
                  <a:pt x="785657" y="4114800"/>
                  <a:pt x="792480" y="4121623"/>
                  <a:pt x="792480" y="4130040"/>
                </a:cubicBezTo>
                <a:close/>
                <a:moveTo>
                  <a:pt x="792480" y="4282440"/>
                </a:moveTo>
                <a:cubicBezTo>
                  <a:pt x="792480" y="4290857"/>
                  <a:pt x="785657" y="4297680"/>
                  <a:pt x="777240" y="4297680"/>
                </a:cubicBezTo>
                <a:cubicBezTo>
                  <a:pt x="768823" y="4297680"/>
                  <a:pt x="762000" y="4290857"/>
                  <a:pt x="762000" y="4282440"/>
                </a:cubicBezTo>
                <a:cubicBezTo>
                  <a:pt x="762000" y="4274023"/>
                  <a:pt x="768823" y="4267200"/>
                  <a:pt x="777240" y="4267200"/>
                </a:cubicBezTo>
                <a:cubicBezTo>
                  <a:pt x="785657" y="4267200"/>
                  <a:pt x="792480" y="4274023"/>
                  <a:pt x="792480" y="4282440"/>
                </a:cubicBezTo>
                <a:close/>
                <a:moveTo>
                  <a:pt x="792480" y="4434840"/>
                </a:moveTo>
                <a:cubicBezTo>
                  <a:pt x="792480" y="4443257"/>
                  <a:pt x="785657" y="4450080"/>
                  <a:pt x="777240" y="4450080"/>
                </a:cubicBezTo>
                <a:cubicBezTo>
                  <a:pt x="768823" y="4450080"/>
                  <a:pt x="762000" y="4443257"/>
                  <a:pt x="762000" y="4434840"/>
                </a:cubicBezTo>
                <a:cubicBezTo>
                  <a:pt x="762000" y="4426423"/>
                  <a:pt x="768823" y="4419600"/>
                  <a:pt x="777240" y="4419600"/>
                </a:cubicBezTo>
                <a:cubicBezTo>
                  <a:pt x="785657" y="4419600"/>
                  <a:pt x="792480" y="4426423"/>
                  <a:pt x="792480" y="4434840"/>
                </a:cubicBezTo>
                <a:close/>
                <a:moveTo>
                  <a:pt x="944880" y="15240"/>
                </a:moveTo>
                <a:cubicBezTo>
                  <a:pt x="944880" y="23657"/>
                  <a:pt x="938057" y="30480"/>
                  <a:pt x="929640" y="30480"/>
                </a:cubicBezTo>
                <a:cubicBezTo>
                  <a:pt x="921223" y="30480"/>
                  <a:pt x="914400" y="23657"/>
                  <a:pt x="914400" y="15240"/>
                </a:cubicBezTo>
                <a:cubicBezTo>
                  <a:pt x="914400" y="6823"/>
                  <a:pt x="921223" y="0"/>
                  <a:pt x="929640" y="0"/>
                </a:cubicBezTo>
                <a:cubicBezTo>
                  <a:pt x="938057" y="0"/>
                  <a:pt x="944880" y="6823"/>
                  <a:pt x="944880" y="15240"/>
                </a:cubicBezTo>
                <a:close/>
                <a:moveTo>
                  <a:pt x="944880" y="167640"/>
                </a:moveTo>
                <a:cubicBezTo>
                  <a:pt x="944880" y="176057"/>
                  <a:pt x="938057" y="182880"/>
                  <a:pt x="929640" y="182880"/>
                </a:cubicBezTo>
                <a:cubicBezTo>
                  <a:pt x="921223" y="182880"/>
                  <a:pt x="914400" y="176057"/>
                  <a:pt x="914400" y="167640"/>
                </a:cubicBezTo>
                <a:cubicBezTo>
                  <a:pt x="914400" y="159223"/>
                  <a:pt x="921223" y="152400"/>
                  <a:pt x="929640" y="152400"/>
                </a:cubicBezTo>
                <a:cubicBezTo>
                  <a:pt x="938057" y="152400"/>
                  <a:pt x="944880" y="159223"/>
                  <a:pt x="944880" y="167640"/>
                </a:cubicBezTo>
                <a:close/>
                <a:moveTo>
                  <a:pt x="944880" y="320040"/>
                </a:moveTo>
                <a:cubicBezTo>
                  <a:pt x="944880" y="328457"/>
                  <a:pt x="938057" y="335280"/>
                  <a:pt x="929640" y="335280"/>
                </a:cubicBezTo>
                <a:cubicBezTo>
                  <a:pt x="921223" y="335280"/>
                  <a:pt x="914400" y="328457"/>
                  <a:pt x="914400" y="320040"/>
                </a:cubicBezTo>
                <a:cubicBezTo>
                  <a:pt x="914400" y="311623"/>
                  <a:pt x="921223" y="304800"/>
                  <a:pt x="929640" y="304800"/>
                </a:cubicBezTo>
                <a:cubicBezTo>
                  <a:pt x="938057" y="304800"/>
                  <a:pt x="944880" y="311623"/>
                  <a:pt x="944880" y="320040"/>
                </a:cubicBezTo>
                <a:close/>
                <a:moveTo>
                  <a:pt x="944880" y="472440"/>
                </a:moveTo>
                <a:cubicBezTo>
                  <a:pt x="944880" y="480857"/>
                  <a:pt x="938057" y="487680"/>
                  <a:pt x="929640" y="487680"/>
                </a:cubicBezTo>
                <a:cubicBezTo>
                  <a:pt x="921223" y="487680"/>
                  <a:pt x="914400" y="480857"/>
                  <a:pt x="914400" y="472440"/>
                </a:cubicBezTo>
                <a:cubicBezTo>
                  <a:pt x="914400" y="464023"/>
                  <a:pt x="921223" y="457200"/>
                  <a:pt x="929640" y="457200"/>
                </a:cubicBezTo>
                <a:cubicBezTo>
                  <a:pt x="938057" y="457200"/>
                  <a:pt x="944880" y="464023"/>
                  <a:pt x="944880" y="472440"/>
                </a:cubicBezTo>
                <a:close/>
                <a:moveTo>
                  <a:pt x="944880" y="624840"/>
                </a:moveTo>
                <a:cubicBezTo>
                  <a:pt x="944880" y="633257"/>
                  <a:pt x="938057" y="640080"/>
                  <a:pt x="929640" y="640080"/>
                </a:cubicBezTo>
                <a:cubicBezTo>
                  <a:pt x="921223" y="640080"/>
                  <a:pt x="914400" y="633257"/>
                  <a:pt x="914400" y="624840"/>
                </a:cubicBezTo>
                <a:cubicBezTo>
                  <a:pt x="914400" y="616423"/>
                  <a:pt x="921223" y="609600"/>
                  <a:pt x="929640" y="609600"/>
                </a:cubicBezTo>
                <a:cubicBezTo>
                  <a:pt x="938057" y="609600"/>
                  <a:pt x="944880" y="616423"/>
                  <a:pt x="944880" y="624840"/>
                </a:cubicBezTo>
                <a:close/>
                <a:moveTo>
                  <a:pt x="944880" y="777240"/>
                </a:moveTo>
                <a:cubicBezTo>
                  <a:pt x="944880" y="785657"/>
                  <a:pt x="938057" y="792480"/>
                  <a:pt x="929640" y="792480"/>
                </a:cubicBezTo>
                <a:cubicBezTo>
                  <a:pt x="921223" y="792480"/>
                  <a:pt x="914400" y="785657"/>
                  <a:pt x="914400" y="777240"/>
                </a:cubicBezTo>
                <a:cubicBezTo>
                  <a:pt x="914400" y="768823"/>
                  <a:pt x="921223" y="762000"/>
                  <a:pt x="929640" y="762000"/>
                </a:cubicBezTo>
                <a:cubicBezTo>
                  <a:pt x="938057" y="762000"/>
                  <a:pt x="944880" y="768823"/>
                  <a:pt x="944880" y="777240"/>
                </a:cubicBezTo>
                <a:close/>
                <a:moveTo>
                  <a:pt x="944880" y="929640"/>
                </a:moveTo>
                <a:cubicBezTo>
                  <a:pt x="944880" y="938057"/>
                  <a:pt x="938057" y="944880"/>
                  <a:pt x="929640" y="944880"/>
                </a:cubicBezTo>
                <a:cubicBezTo>
                  <a:pt x="921223" y="944880"/>
                  <a:pt x="914400" y="938057"/>
                  <a:pt x="914400" y="929640"/>
                </a:cubicBezTo>
                <a:cubicBezTo>
                  <a:pt x="914400" y="921223"/>
                  <a:pt x="921223" y="914400"/>
                  <a:pt x="929640" y="914400"/>
                </a:cubicBezTo>
                <a:cubicBezTo>
                  <a:pt x="938057" y="914400"/>
                  <a:pt x="944880" y="921223"/>
                  <a:pt x="944880" y="929640"/>
                </a:cubicBezTo>
                <a:close/>
                <a:moveTo>
                  <a:pt x="944880" y="1082040"/>
                </a:moveTo>
                <a:cubicBezTo>
                  <a:pt x="944880" y="1090457"/>
                  <a:pt x="938057" y="1097280"/>
                  <a:pt x="929640" y="1097280"/>
                </a:cubicBezTo>
                <a:cubicBezTo>
                  <a:pt x="921223" y="1097280"/>
                  <a:pt x="914400" y="1090457"/>
                  <a:pt x="914400" y="1082040"/>
                </a:cubicBezTo>
                <a:cubicBezTo>
                  <a:pt x="914400" y="1073623"/>
                  <a:pt x="921223" y="1066800"/>
                  <a:pt x="929640" y="1066800"/>
                </a:cubicBezTo>
                <a:cubicBezTo>
                  <a:pt x="938057" y="1066800"/>
                  <a:pt x="944880" y="1073623"/>
                  <a:pt x="944880" y="1082040"/>
                </a:cubicBezTo>
                <a:close/>
                <a:moveTo>
                  <a:pt x="944880" y="1234440"/>
                </a:moveTo>
                <a:cubicBezTo>
                  <a:pt x="944880" y="1242857"/>
                  <a:pt x="938057" y="1249680"/>
                  <a:pt x="929640" y="1249680"/>
                </a:cubicBezTo>
                <a:cubicBezTo>
                  <a:pt x="921223" y="1249680"/>
                  <a:pt x="914400" y="1242857"/>
                  <a:pt x="914400" y="1234440"/>
                </a:cubicBezTo>
                <a:cubicBezTo>
                  <a:pt x="914400" y="1226023"/>
                  <a:pt x="921223" y="1219200"/>
                  <a:pt x="929640" y="1219200"/>
                </a:cubicBezTo>
                <a:cubicBezTo>
                  <a:pt x="938057" y="1219200"/>
                  <a:pt x="944880" y="1226023"/>
                  <a:pt x="944880" y="1234440"/>
                </a:cubicBezTo>
                <a:close/>
                <a:moveTo>
                  <a:pt x="944880" y="1386840"/>
                </a:moveTo>
                <a:cubicBezTo>
                  <a:pt x="944880" y="1395257"/>
                  <a:pt x="938057" y="1402080"/>
                  <a:pt x="929640" y="1402080"/>
                </a:cubicBezTo>
                <a:cubicBezTo>
                  <a:pt x="921223" y="1402080"/>
                  <a:pt x="914400" y="1395257"/>
                  <a:pt x="914400" y="1386840"/>
                </a:cubicBezTo>
                <a:cubicBezTo>
                  <a:pt x="914400" y="1378423"/>
                  <a:pt x="921223" y="1371600"/>
                  <a:pt x="929640" y="1371600"/>
                </a:cubicBezTo>
                <a:cubicBezTo>
                  <a:pt x="938057" y="1371600"/>
                  <a:pt x="944880" y="1378423"/>
                  <a:pt x="944880" y="1386840"/>
                </a:cubicBezTo>
                <a:close/>
                <a:moveTo>
                  <a:pt x="944880" y="1539240"/>
                </a:moveTo>
                <a:cubicBezTo>
                  <a:pt x="944880" y="1547657"/>
                  <a:pt x="938057" y="1554480"/>
                  <a:pt x="929640" y="1554480"/>
                </a:cubicBezTo>
                <a:cubicBezTo>
                  <a:pt x="921223" y="1554480"/>
                  <a:pt x="914400" y="1547657"/>
                  <a:pt x="914400" y="1539240"/>
                </a:cubicBezTo>
                <a:cubicBezTo>
                  <a:pt x="914400" y="1530823"/>
                  <a:pt x="921223" y="1524000"/>
                  <a:pt x="929640" y="1524000"/>
                </a:cubicBezTo>
                <a:cubicBezTo>
                  <a:pt x="938057" y="1524000"/>
                  <a:pt x="944880" y="1530823"/>
                  <a:pt x="944880" y="1539240"/>
                </a:cubicBezTo>
                <a:close/>
                <a:moveTo>
                  <a:pt x="944880" y="1691640"/>
                </a:moveTo>
                <a:cubicBezTo>
                  <a:pt x="944880" y="1700057"/>
                  <a:pt x="938057" y="1706880"/>
                  <a:pt x="929640" y="1706880"/>
                </a:cubicBezTo>
                <a:cubicBezTo>
                  <a:pt x="921223" y="1706880"/>
                  <a:pt x="914400" y="1700057"/>
                  <a:pt x="914400" y="1691640"/>
                </a:cubicBezTo>
                <a:cubicBezTo>
                  <a:pt x="914400" y="1683223"/>
                  <a:pt x="921223" y="1676400"/>
                  <a:pt x="929640" y="1676400"/>
                </a:cubicBezTo>
                <a:cubicBezTo>
                  <a:pt x="938057" y="1676400"/>
                  <a:pt x="944880" y="1683223"/>
                  <a:pt x="944880" y="1691640"/>
                </a:cubicBezTo>
                <a:close/>
                <a:moveTo>
                  <a:pt x="944880" y="1844040"/>
                </a:moveTo>
                <a:cubicBezTo>
                  <a:pt x="944880" y="1852457"/>
                  <a:pt x="938057" y="1859280"/>
                  <a:pt x="929640" y="1859280"/>
                </a:cubicBezTo>
                <a:cubicBezTo>
                  <a:pt x="921223" y="1859280"/>
                  <a:pt x="914400" y="1852457"/>
                  <a:pt x="914400" y="1844040"/>
                </a:cubicBezTo>
                <a:cubicBezTo>
                  <a:pt x="914400" y="1835623"/>
                  <a:pt x="921223" y="1828800"/>
                  <a:pt x="929640" y="1828800"/>
                </a:cubicBezTo>
                <a:cubicBezTo>
                  <a:pt x="938057" y="1828800"/>
                  <a:pt x="944880" y="1835623"/>
                  <a:pt x="944880" y="1844040"/>
                </a:cubicBezTo>
                <a:close/>
                <a:moveTo>
                  <a:pt x="944880" y="1996440"/>
                </a:moveTo>
                <a:cubicBezTo>
                  <a:pt x="944880" y="2004857"/>
                  <a:pt x="938057" y="2011680"/>
                  <a:pt x="929640" y="2011680"/>
                </a:cubicBezTo>
                <a:cubicBezTo>
                  <a:pt x="921223" y="2011680"/>
                  <a:pt x="914400" y="2004857"/>
                  <a:pt x="914400" y="1996440"/>
                </a:cubicBezTo>
                <a:cubicBezTo>
                  <a:pt x="914400" y="1988023"/>
                  <a:pt x="921223" y="1981200"/>
                  <a:pt x="929640" y="1981200"/>
                </a:cubicBezTo>
                <a:cubicBezTo>
                  <a:pt x="938057" y="1981200"/>
                  <a:pt x="944880" y="1988023"/>
                  <a:pt x="944880" y="1996440"/>
                </a:cubicBezTo>
                <a:close/>
                <a:moveTo>
                  <a:pt x="944880" y="2148840"/>
                </a:moveTo>
                <a:cubicBezTo>
                  <a:pt x="944880" y="2157257"/>
                  <a:pt x="938057" y="2164080"/>
                  <a:pt x="929640" y="2164080"/>
                </a:cubicBezTo>
                <a:cubicBezTo>
                  <a:pt x="921223" y="2164080"/>
                  <a:pt x="914400" y="2157257"/>
                  <a:pt x="914400" y="2148840"/>
                </a:cubicBezTo>
                <a:cubicBezTo>
                  <a:pt x="914400" y="2140423"/>
                  <a:pt x="921223" y="2133600"/>
                  <a:pt x="929640" y="2133600"/>
                </a:cubicBezTo>
                <a:cubicBezTo>
                  <a:pt x="938057" y="2133600"/>
                  <a:pt x="944880" y="2140423"/>
                  <a:pt x="944880" y="2148840"/>
                </a:cubicBezTo>
                <a:close/>
                <a:moveTo>
                  <a:pt x="944880" y="2301240"/>
                </a:moveTo>
                <a:cubicBezTo>
                  <a:pt x="944880" y="2309657"/>
                  <a:pt x="938057" y="2316480"/>
                  <a:pt x="929640" y="2316480"/>
                </a:cubicBezTo>
                <a:cubicBezTo>
                  <a:pt x="921223" y="2316480"/>
                  <a:pt x="914400" y="2309657"/>
                  <a:pt x="914400" y="2301240"/>
                </a:cubicBezTo>
                <a:cubicBezTo>
                  <a:pt x="914400" y="2292823"/>
                  <a:pt x="921223" y="2286000"/>
                  <a:pt x="929640" y="2286000"/>
                </a:cubicBezTo>
                <a:cubicBezTo>
                  <a:pt x="938057" y="2286000"/>
                  <a:pt x="944880" y="2292823"/>
                  <a:pt x="944880" y="2301240"/>
                </a:cubicBezTo>
                <a:close/>
                <a:moveTo>
                  <a:pt x="944880" y="2453640"/>
                </a:moveTo>
                <a:cubicBezTo>
                  <a:pt x="944880" y="2462057"/>
                  <a:pt x="938057" y="2468880"/>
                  <a:pt x="929640" y="2468880"/>
                </a:cubicBezTo>
                <a:cubicBezTo>
                  <a:pt x="921223" y="2468880"/>
                  <a:pt x="914400" y="2462057"/>
                  <a:pt x="914400" y="2453640"/>
                </a:cubicBezTo>
                <a:cubicBezTo>
                  <a:pt x="914400" y="2445223"/>
                  <a:pt x="921223" y="2438400"/>
                  <a:pt x="929640" y="2438400"/>
                </a:cubicBezTo>
                <a:cubicBezTo>
                  <a:pt x="938057" y="2438400"/>
                  <a:pt x="944880" y="2445223"/>
                  <a:pt x="944880" y="2453640"/>
                </a:cubicBezTo>
                <a:close/>
                <a:moveTo>
                  <a:pt x="944880" y="2606040"/>
                </a:moveTo>
                <a:cubicBezTo>
                  <a:pt x="944880" y="2614457"/>
                  <a:pt x="938057" y="2621280"/>
                  <a:pt x="929640" y="2621280"/>
                </a:cubicBezTo>
                <a:cubicBezTo>
                  <a:pt x="921223" y="2621280"/>
                  <a:pt x="914400" y="2614457"/>
                  <a:pt x="914400" y="2606040"/>
                </a:cubicBezTo>
                <a:cubicBezTo>
                  <a:pt x="914400" y="2597623"/>
                  <a:pt x="921223" y="2590800"/>
                  <a:pt x="929640" y="2590800"/>
                </a:cubicBezTo>
                <a:cubicBezTo>
                  <a:pt x="938057" y="2590800"/>
                  <a:pt x="944880" y="2597623"/>
                  <a:pt x="944880" y="2606040"/>
                </a:cubicBezTo>
                <a:close/>
                <a:moveTo>
                  <a:pt x="944880" y="2758440"/>
                </a:moveTo>
                <a:cubicBezTo>
                  <a:pt x="944880" y="2766857"/>
                  <a:pt x="938057" y="2773680"/>
                  <a:pt x="929640" y="2773680"/>
                </a:cubicBezTo>
                <a:cubicBezTo>
                  <a:pt x="921223" y="2773680"/>
                  <a:pt x="914400" y="2766857"/>
                  <a:pt x="914400" y="2758440"/>
                </a:cubicBezTo>
                <a:cubicBezTo>
                  <a:pt x="914400" y="2750023"/>
                  <a:pt x="921223" y="2743200"/>
                  <a:pt x="929640" y="2743200"/>
                </a:cubicBezTo>
                <a:cubicBezTo>
                  <a:pt x="938057" y="2743200"/>
                  <a:pt x="944880" y="2750023"/>
                  <a:pt x="944880" y="2758440"/>
                </a:cubicBezTo>
                <a:close/>
                <a:moveTo>
                  <a:pt x="944880" y="2910840"/>
                </a:moveTo>
                <a:cubicBezTo>
                  <a:pt x="944880" y="2919257"/>
                  <a:pt x="938057" y="2926080"/>
                  <a:pt x="929640" y="2926080"/>
                </a:cubicBezTo>
                <a:cubicBezTo>
                  <a:pt x="921223" y="2926080"/>
                  <a:pt x="914400" y="2919257"/>
                  <a:pt x="914400" y="2910840"/>
                </a:cubicBezTo>
                <a:cubicBezTo>
                  <a:pt x="914400" y="2902423"/>
                  <a:pt x="921223" y="2895600"/>
                  <a:pt x="929640" y="2895600"/>
                </a:cubicBezTo>
                <a:cubicBezTo>
                  <a:pt x="938057" y="2895600"/>
                  <a:pt x="944880" y="2902423"/>
                  <a:pt x="944880" y="2910840"/>
                </a:cubicBezTo>
                <a:close/>
                <a:moveTo>
                  <a:pt x="944880" y="3063240"/>
                </a:moveTo>
                <a:cubicBezTo>
                  <a:pt x="944880" y="3071657"/>
                  <a:pt x="938057" y="3078480"/>
                  <a:pt x="929640" y="3078480"/>
                </a:cubicBezTo>
                <a:cubicBezTo>
                  <a:pt x="921223" y="3078480"/>
                  <a:pt x="914400" y="3071657"/>
                  <a:pt x="914400" y="3063240"/>
                </a:cubicBezTo>
                <a:cubicBezTo>
                  <a:pt x="914400" y="3054823"/>
                  <a:pt x="921223" y="3048000"/>
                  <a:pt x="929640" y="3048000"/>
                </a:cubicBezTo>
                <a:cubicBezTo>
                  <a:pt x="938057" y="3048000"/>
                  <a:pt x="944880" y="3054823"/>
                  <a:pt x="944880" y="3063240"/>
                </a:cubicBezTo>
                <a:close/>
                <a:moveTo>
                  <a:pt x="944880" y="3215640"/>
                </a:moveTo>
                <a:cubicBezTo>
                  <a:pt x="944880" y="3224057"/>
                  <a:pt x="938057" y="3230880"/>
                  <a:pt x="929640" y="3230880"/>
                </a:cubicBezTo>
                <a:cubicBezTo>
                  <a:pt x="921223" y="3230880"/>
                  <a:pt x="914400" y="3224057"/>
                  <a:pt x="914400" y="3215640"/>
                </a:cubicBezTo>
                <a:cubicBezTo>
                  <a:pt x="914400" y="3207223"/>
                  <a:pt x="921223" y="3200400"/>
                  <a:pt x="929640" y="3200400"/>
                </a:cubicBezTo>
                <a:cubicBezTo>
                  <a:pt x="938057" y="3200400"/>
                  <a:pt x="944880" y="3207223"/>
                  <a:pt x="944880" y="3215640"/>
                </a:cubicBezTo>
                <a:close/>
                <a:moveTo>
                  <a:pt x="944880" y="3368040"/>
                </a:moveTo>
                <a:cubicBezTo>
                  <a:pt x="944880" y="3376457"/>
                  <a:pt x="938057" y="3383280"/>
                  <a:pt x="929640" y="3383280"/>
                </a:cubicBezTo>
                <a:cubicBezTo>
                  <a:pt x="921223" y="3383280"/>
                  <a:pt x="914400" y="3376457"/>
                  <a:pt x="914400" y="3368040"/>
                </a:cubicBezTo>
                <a:cubicBezTo>
                  <a:pt x="914400" y="3359623"/>
                  <a:pt x="921223" y="3352800"/>
                  <a:pt x="929640" y="3352800"/>
                </a:cubicBezTo>
                <a:cubicBezTo>
                  <a:pt x="938057" y="3352800"/>
                  <a:pt x="944880" y="3359623"/>
                  <a:pt x="944880" y="3368040"/>
                </a:cubicBezTo>
                <a:close/>
                <a:moveTo>
                  <a:pt x="944880" y="3520440"/>
                </a:moveTo>
                <a:cubicBezTo>
                  <a:pt x="944880" y="3528857"/>
                  <a:pt x="938057" y="3535680"/>
                  <a:pt x="929640" y="3535680"/>
                </a:cubicBezTo>
                <a:cubicBezTo>
                  <a:pt x="921223" y="3535680"/>
                  <a:pt x="914400" y="3528857"/>
                  <a:pt x="914400" y="3520440"/>
                </a:cubicBezTo>
                <a:cubicBezTo>
                  <a:pt x="914400" y="3512023"/>
                  <a:pt x="921223" y="3505200"/>
                  <a:pt x="929640" y="3505200"/>
                </a:cubicBezTo>
                <a:cubicBezTo>
                  <a:pt x="938057" y="3505200"/>
                  <a:pt x="944880" y="3512023"/>
                  <a:pt x="944880" y="3520440"/>
                </a:cubicBezTo>
                <a:close/>
                <a:moveTo>
                  <a:pt x="944880" y="3672840"/>
                </a:moveTo>
                <a:cubicBezTo>
                  <a:pt x="944880" y="3681257"/>
                  <a:pt x="938057" y="3688080"/>
                  <a:pt x="929640" y="3688080"/>
                </a:cubicBezTo>
                <a:cubicBezTo>
                  <a:pt x="921223" y="3688080"/>
                  <a:pt x="914400" y="3681257"/>
                  <a:pt x="914400" y="3672840"/>
                </a:cubicBezTo>
                <a:cubicBezTo>
                  <a:pt x="914400" y="3664423"/>
                  <a:pt x="921223" y="3657600"/>
                  <a:pt x="929640" y="3657600"/>
                </a:cubicBezTo>
                <a:cubicBezTo>
                  <a:pt x="938057" y="3657600"/>
                  <a:pt x="944880" y="3664423"/>
                  <a:pt x="944880" y="3672840"/>
                </a:cubicBezTo>
                <a:close/>
                <a:moveTo>
                  <a:pt x="944880" y="3825240"/>
                </a:moveTo>
                <a:cubicBezTo>
                  <a:pt x="944880" y="3833657"/>
                  <a:pt x="938057" y="3840480"/>
                  <a:pt x="929640" y="3840480"/>
                </a:cubicBezTo>
                <a:cubicBezTo>
                  <a:pt x="921223" y="3840480"/>
                  <a:pt x="914400" y="3833657"/>
                  <a:pt x="914400" y="3825240"/>
                </a:cubicBezTo>
                <a:cubicBezTo>
                  <a:pt x="914400" y="3816823"/>
                  <a:pt x="921223" y="3810000"/>
                  <a:pt x="929640" y="3810000"/>
                </a:cubicBezTo>
                <a:cubicBezTo>
                  <a:pt x="938057" y="3810000"/>
                  <a:pt x="944880" y="3816823"/>
                  <a:pt x="944880" y="3825240"/>
                </a:cubicBezTo>
                <a:close/>
                <a:moveTo>
                  <a:pt x="944880" y="3977640"/>
                </a:moveTo>
                <a:cubicBezTo>
                  <a:pt x="944880" y="3986057"/>
                  <a:pt x="938057" y="3992880"/>
                  <a:pt x="929640" y="3992880"/>
                </a:cubicBezTo>
                <a:cubicBezTo>
                  <a:pt x="921223" y="3992880"/>
                  <a:pt x="914400" y="3986057"/>
                  <a:pt x="914400" y="3977640"/>
                </a:cubicBezTo>
                <a:cubicBezTo>
                  <a:pt x="914400" y="3969223"/>
                  <a:pt x="921223" y="3962400"/>
                  <a:pt x="929640" y="3962400"/>
                </a:cubicBezTo>
                <a:cubicBezTo>
                  <a:pt x="938057" y="3962400"/>
                  <a:pt x="944880" y="3969223"/>
                  <a:pt x="944880" y="3977640"/>
                </a:cubicBezTo>
                <a:close/>
                <a:moveTo>
                  <a:pt x="944880" y="4130040"/>
                </a:moveTo>
                <a:cubicBezTo>
                  <a:pt x="944880" y="4138457"/>
                  <a:pt x="938057" y="4145280"/>
                  <a:pt x="929640" y="4145280"/>
                </a:cubicBezTo>
                <a:cubicBezTo>
                  <a:pt x="921223" y="4145280"/>
                  <a:pt x="914400" y="4138457"/>
                  <a:pt x="914400" y="4130040"/>
                </a:cubicBezTo>
                <a:cubicBezTo>
                  <a:pt x="914400" y="4121623"/>
                  <a:pt x="921223" y="4114800"/>
                  <a:pt x="929640" y="4114800"/>
                </a:cubicBezTo>
                <a:cubicBezTo>
                  <a:pt x="938057" y="4114800"/>
                  <a:pt x="944880" y="4121623"/>
                  <a:pt x="944880" y="4130040"/>
                </a:cubicBezTo>
                <a:close/>
                <a:moveTo>
                  <a:pt x="944880" y="4282440"/>
                </a:moveTo>
                <a:cubicBezTo>
                  <a:pt x="944880" y="4290857"/>
                  <a:pt x="938057" y="4297680"/>
                  <a:pt x="929640" y="4297680"/>
                </a:cubicBezTo>
                <a:cubicBezTo>
                  <a:pt x="921223" y="4297680"/>
                  <a:pt x="914400" y="4290857"/>
                  <a:pt x="914400" y="4282440"/>
                </a:cubicBezTo>
                <a:cubicBezTo>
                  <a:pt x="914400" y="4274023"/>
                  <a:pt x="921223" y="4267200"/>
                  <a:pt x="929640" y="4267200"/>
                </a:cubicBezTo>
                <a:cubicBezTo>
                  <a:pt x="938057" y="4267200"/>
                  <a:pt x="944880" y="4274023"/>
                  <a:pt x="944880" y="4282440"/>
                </a:cubicBezTo>
                <a:close/>
                <a:moveTo>
                  <a:pt x="944880" y="4434840"/>
                </a:moveTo>
                <a:cubicBezTo>
                  <a:pt x="944880" y="4443257"/>
                  <a:pt x="938057" y="4450080"/>
                  <a:pt x="929640" y="4450080"/>
                </a:cubicBezTo>
                <a:cubicBezTo>
                  <a:pt x="921223" y="4450080"/>
                  <a:pt x="914400" y="4443257"/>
                  <a:pt x="914400" y="4434840"/>
                </a:cubicBezTo>
                <a:cubicBezTo>
                  <a:pt x="914400" y="4426423"/>
                  <a:pt x="921223" y="4419600"/>
                  <a:pt x="929640" y="4419600"/>
                </a:cubicBezTo>
                <a:cubicBezTo>
                  <a:pt x="938057" y="4419600"/>
                  <a:pt x="944880" y="4426423"/>
                  <a:pt x="944880" y="4434840"/>
                </a:cubicBezTo>
                <a:close/>
                <a:moveTo>
                  <a:pt x="1097280" y="15240"/>
                </a:moveTo>
                <a:cubicBezTo>
                  <a:pt x="1097280" y="23657"/>
                  <a:pt x="1090457" y="30480"/>
                  <a:pt x="1082040" y="30480"/>
                </a:cubicBezTo>
                <a:cubicBezTo>
                  <a:pt x="1073623" y="30480"/>
                  <a:pt x="1066800" y="23657"/>
                  <a:pt x="1066800" y="15240"/>
                </a:cubicBezTo>
                <a:cubicBezTo>
                  <a:pt x="1066800" y="6823"/>
                  <a:pt x="1073623" y="0"/>
                  <a:pt x="1082040" y="0"/>
                </a:cubicBezTo>
                <a:cubicBezTo>
                  <a:pt x="1090457" y="0"/>
                  <a:pt x="1097280" y="6823"/>
                  <a:pt x="1097280" y="15240"/>
                </a:cubicBezTo>
                <a:close/>
                <a:moveTo>
                  <a:pt x="1097280" y="167640"/>
                </a:moveTo>
                <a:cubicBezTo>
                  <a:pt x="1097280" y="176057"/>
                  <a:pt x="1090457" y="182880"/>
                  <a:pt x="1082040" y="182880"/>
                </a:cubicBezTo>
                <a:cubicBezTo>
                  <a:pt x="1073623" y="182880"/>
                  <a:pt x="1066800" y="176057"/>
                  <a:pt x="1066800" y="167640"/>
                </a:cubicBezTo>
                <a:cubicBezTo>
                  <a:pt x="1066800" y="159223"/>
                  <a:pt x="1073623" y="152400"/>
                  <a:pt x="1082040" y="152400"/>
                </a:cubicBezTo>
                <a:cubicBezTo>
                  <a:pt x="1090457" y="152400"/>
                  <a:pt x="1097280" y="159223"/>
                  <a:pt x="1097280" y="167640"/>
                </a:cubicBezTo>
                <a:close/>
                <a:moveTo>
                  <a:pt x="1097280" y="320040"/>
                </a:moveTo>
                <a:cubicBezTo>
                  <a:pt x="1097280" y="328457"/>
                  <a:pt x="1090457" y="335280"/>
                  <a:pt x="1082040" y="335280"/>
                </a:cubicBezTo>
                <a:cubicBezTo>
                  <a:pt x="1073623" y="335280"/>
                  <a:pt x="1066800" y="328457"/>
                  <a:pt x="1066800" y="320040"/>
                </a:cubicBezTo>
                <a:cubicBezTo>
                  <a:pt x="1066800" y="311623"/>
                  <a:pt x="1073623" y="304800"/>
                  <a:pt x="1082040" y="304800"/>
                </a:cubicBezTo>
                <a:cubicBezTo>
                  <a:pt x="1090457" y="304800"/>
                  <a:pt x="1097280" y="311623"/>
                  <a:pt x="1097280" y="320040"/>
                </a:cubicBezTo>
                <a:close/>
                <a:moveTo>
                  <a:pt x="1097280" y="472440"/>
                </a:moveTo>
                <a:cubicBezTo>
                  <a:pt x="1097280" y="480857"/>
                  <a:pt x="1090457" y="487680"/>
                  <a:pt x="1082040" y="487680"/>
                </a:cubicBezTo>
                <a:cubicBezTo>
                  <a:pt x="1073623" y="487680"/>
                  <a:pt x="1066800" y="480857"/>
                  <a:pt x="1066800" y="472440"/>
                </a:cubicBezTo>
                <a:cubicBezTo>
                  <a:pt x="1066800" y="464023"/>
                  <a:pt x="1073623" y="457200"/>
                  <a:pt x="1082040" y="457200"/>
                </a:cubicBezTo>
                <a:cubicBezTo>
                  <a:pt x="1090457" y="457200"/>
                  <a:pt x="1097280" y="464023"/>
                  <a:pt x="1097280" y="472440"/>
                </a:cubicBezTo>
                <a:close/>
                <a:moveTo>
                  <a:pt x="1097280" y="624840"/>
                </a:moveTo>
                <a:cubicBezTo>
                  <a:pt x="1097280" y="633257"/>
                  <a:pt x="1090457" y="640080"/>
                  <a:pt x="1082040" y="640080"/>
                </a:cubicBezTo>
                <a:cubicBezTo>
                  <a:pt x="1073623" y="640080"/>
                  <a:pt x="1066800" y="633257"/>
                  <a:pt x="1066800" y="624840"/>
                </a:cubicBezTo>
                <a:cubicBezTo>
                  <a:pt x="1066800" y="616423"/>
                  <a:pt x="1073623" y="609600"/>
                  <a:pt x="1082040" y="609600"/>
                </a:cubicBezTo>
                <a:cubicBezTo>
                  <a:pt x="1090457" y="609600"/>
                  <a:pt x="1097280" y="616423"/>
                  <a:pt x="1097280" y="624840"/>
                </a:cubicBezTo>
                <a:close/>
                <a:moveTo>
                  <a:pt x="1097280" y="777240"/>
                </a:moveTo>
                <a:cubicBezTo>
                  <a:pt x="1097280" y="785657"/>
                  <a:pt x="1090457" y="792480"/>
                  <a:pt x="1082040" y="792480"/>
                </a:cubicBezTo>
                <a:cubicBezTo>
                  <a:pt x="1073623" y="792480"/>
                  <a:pt x="1066800" y="785657"/>
                  <a:pt x="1066800" y="777240"/>
                </a:cubicBezTo>
                <a:cubicBezTo>
                  <a:pt x="1066800" y="768823"/>
                  <a:pt x="1073623" y="762000"/>
                  <a:pt x="1082040" y="762000"/>
                </a:cubicBezTo>
                <a:cubicBezTo>
                  <a:pt x="1090457" y="762000"/>
                  <a:pt x="1097280" y="768823"/>
                  <a:pt x="1097280" y="777240"/>
                </a:cubicBezTo>
                <a:close/>
                <a:moveTo>
                  <a:pt x="1097280" y="929640"/>
                </a:moveTo>
                <a:cubicBezTo>
                  <a:pt x="1097280" y="938057"/>
                  <a:pt x="1090457" y="944880"/>
                  <a:pt x="1082040" y="944880"/>
                </a:cubicBezTo>
                <a:cubicBezTo>
                  <a:pt x="1073623" y="944880"/>
                  <a:pt x="1066800" y="938057"/>
                  <a:pt x="1066800" y="929640"/>
                </a:cubicBezTo>
                <a:cubicBezTo>
                  <a:pt x="1066800" y="921223"/>
                  <a:pt x="1073623" y="914400"/>
                  <a:pt x="1082040" y="914400"/>
                </a:cubicBezTo>
                <a:cubicBezTo>
                  <a:pt x="1090457" y="914400"/>
                  <a:pt x="1097280" y="921223"/>
                  <a:pt x="1097280" y="929640"/>
                </a:cubicBezTo>
                <a:close/>
                <a:moveTo>
                  <a:pt x="1097280" y="1082040"/>
                </a:moveTo>
                <a:cubicBezTo>
                  <a:pt x="1097280" y="1090457"/>
                  <a:pt x="1090457" y="1097280"/>
                  <a:pt x="1082040" y="1097280"/>
                </a:cubicBezTo>
                <a:cubicBezTo>
                  <a:pt x="1073623" y="1097280"/>
                  <a:pt x="1066800" y="1090457"/>
                  <a:pt x="1066800" y="1082040"/>
                </a:cubicBezTo>
                <a:cubicBezTo>
                  <a:pt x="1066800" y="1073623"/>
                  <a:pt x="1073623" y="1066800"/>
                  <a:pt x="1082040" y="1066800"/>
                </a:cubicBezTo>
                <a:cubicBezTo>
                  <a:pt x="1090457" y="1066800"/>
                  <a:pt x="1097280" y="1073623"/>
                  <a:pt x="1097280" y="1082040"/>
                </a:cubicBezTo>
                <a:close/>
                <a:moveTo>
                  <a:pt x="1097280" y="1234440"/>
                </a:moveTo>
                <a:cubicBezTo>
                  <a:pt x="1097280" y="1242857"/>
                  <a:pt x="1090457" y="1249680"/>
                  <a:pt x="1082040" y="1249680"/>
                </a:cubicBezTo>
                <a:cubicBezTo>
                  <a:pt x="1073623" y="1249680"/>
                  <a:pt x="1066800" y="1242857"/>
                  <a:pt x="1066800" y="1234440"/>
                </a:cubicBezTo>
                <a:cubicBezTo>
                  <a:pt x="1066800" y="1226023"/>
                  <a:pt x="1073623" y="1219200"/>
                  <a:pt x="1082040" y="1219200"/>
                </a:cubicBezTo>
                <a:cubicBezTo>
                  <a:pt x="1090457" y="1219200"/>
                  <a:pt x="1097280" y="1226023"/>
                  <a:pt x="1097280" y="1234440"/>
                </a:cubicBezTo>
                <a:close/>
                <a:moveTo>
                  <a:pt x="1097280" y="1386840"/>
                </a:moveTo>
                <a:cubicBezTo>
                  <a:pt x="1097280" y="1395257"/>
                  <a:pt x="1090457" y="1402080"/>
                  <a:pt x="1082040" y="1402080"/>
                </a:cubicBezTo>
                <a:cubicBezTo>
                  <a:pt x="1073623" y="1402080"/>
                  <a:pt x="1066800" y="1395257"/>
                  <a:pt x="1066800" y="1386840"/>
                </a:cubicBezTo>
                <a:cubicBezTo>
                  <a:pt x="1066800" y="1378423"/>
                  <a:pt x="1073623" y="1371600"/>
                  <a:pt x="1082040" y="1371600"/>
                </a:cubicBezTo>
                <a:cubicBezTo>
                  <a:pt x="1090457" y="1371600"/>
                  <a:pt x="1097280" y="1378423"/>
                  <a:pt x="1097280" y="1386840"/>
                </a:cubicBezTo>
                <a:close/>
                <a:moveTo>
                  <a:pt x="1097280" y="1539240"/>
                </a:moveTo>
                <a:cubicBezTo>
                  <a:pt x="1097280" y="1547657"/>
                  <a:pt x="1090457" y="1554480"/>
                  <a:pt x="1082040" y="1554480"/>
                </a:cubicBezTo>
                <a:cubicBezTo>
                  <a:pt x="1073623" y="1554480"/>
                  <a:pt x="1066800" y="1547657"/>
                  <a:pt x="1066800" y="1539240"/>
                </a:cubicBezTo>
                <a:cubicBezTo>
                  <a:pt x="1066800" y="1530823"/>
                  <a:pt x="1073623" y="1524000"/>
                  <a:pt x="1082040" y="1524000"/>
                </a:cubicBezTo>
                <a:cubicBezTo>
                  <a:pt x="1090457" y="1524000"/>
                  <a:pt x="1097280" y="1530823"/>
                  <a:pt x="1097280" y="1539240"/>
                </a:cubicBezTo>
                <a:close/>
                <a:moveTo>
                  <a:pt x="1097280" y="1691640"/>
                </a:moveTo>
                <a:cubicBezTo>
                  <a:pt x="1097280" y="1700057"/>
                  <a:pt x="1090457" y="1706880"/>
                  <a:pt x="1082040" y="1706880"/>
                </a:cubicBezTo>
                <a:cubicBezTo>
                  <a:pt x="1073623" y="1706880"/>
                  <a:pt x="1066800" y="1700057"/>
                  <a:pt x="1066800" y="1691640"/>
                </a:cubicBezTo>
                <a:cubicBezTo>
                  <a:pt x="1066800" y="1683223"/>
                  <a:pt x="1073623" y="1676400"/>
                  <a:pt x="1082040" y="1676400"/>
                </a:cubicBezTo>
                <a:cubicBezTo>
                  <a:pt x="1090457" y="1676400"/>
                  <a:pt x="1097280" y="1683223"/>
                  <a:pt x="1097280" y="1691640"/>
                </a:cubicBezTo>
                <a:close/>
                <a:moveTo>
                  <a:pt x="1097280" y="1844040"/>
                </a:moveTo>
                <a:cubicBezTo>
                  <a:pt x="1097280" y="1852457"/>
                  <a:pt x="1090457" y="1859280"/>
                  <a:pt x="1082040" y="1859280"/>
                </a:cubicBezTo>
                <a:cubicBezTo>
                  <a:pt x="1073623" y="1859280"/>
                  <a:pt x="1066800" y="1852457"/>
                  <a:pt x="1066800" y="1844040"/>
                </a:cubicBezTo>
                <a:cubicBezTo>
                  <a:pt x="1066800" y="1835623"/>
                  <a:pt x="1073623" y="1828800"/>
                  <a:pt x="1082040" y="1828800"/>
                </a:cubicBezTo>
                <a:cubicBezTo>
                  <a:pt x="1090457" y="1828800"/>
                  <a:pt x="1097280" y="1835623"/>
                  <a:pt x="1097280" y="1844040"/>
                </a:cubicBezTo>
                <a:close/>
                <a:moveTo>
                  <a:pt x="1097280" y="1996440"/>
                </a:moveTo>
                <a:cubicBezTo>
                  <a:pt x="1097280" y="2004857"/>
                  <a:pt x="1090457" y="2011680"/>
                  <a:pt x="1082040" y="2011680"/>
                </a:cubicBezTo>
                <a:cubicBezTo>
                  <a:pt x="1073623" y="2011680"/>
                  <a:pt x="1066800" y="2004857"/>
                  <a:pt x="1066800" y="1996440"/>
                </a:cubicBezTo>
                <a:cubicBezTo>
                  <a:pt x="1066800" y="1988023"/>
                  <a:pt x="1073623" y="1981200"/>
                  <a:pt x="1082040" y="1981200"/>
                </a:cubicBezTo>
                <a:cubicBezTo>
                  <a:pt x="1090457" y="1981200"/>
                  <a:pt x="1097280" y="1988023"/>
                  <a:pt x="1097280" y="1996440"/>
                </a:cubicBezTo>
                <a:close/>
                <a:moveTo>
                  <a:pt x="1097280" y="2148840"/>
                </a:moveTo>
                <a:cubicBezTo>
                  <a:pt x="1097280" y="2157257"/>
                  <a:pt x="1090457" y="2164080"/>
                  <a:pt x="1082040" y="2164080"/>
                </a:cubicBezTo>
                <a:cubicBezTo>
                  <a:pt x="1073623" y="2164080"/>
                  <a:pt x="1066800" y="2157257"/>
                  <a:pt x="1066800" y="2148840"/>
                </a:cubicBezTo>
                <a:cubicBezTo>
                  <a:pt x="1066800" y="2140423"/>
                  <a:pt x="1073623" y="2133600"/>
                  <a:pt x="1082040" y="2133600"/>
                </a:cubicBezTo>
                <a:cubicBezTo>
                  <a:pt x="1090457" y="2133600"/>
                  <a:pt x="1097280" y="2140423"/>
                  <a:pt x="1097280" y="2148840"/>
                </a:cubicBezTo>
                <a:close/>
                <a:moveTo>
                  <a:pt x="1097280" y="2301240"/>
                </a:moveTo>
                <a:cubicBezTo>
                  <a:pt x="1097280" y="2309657"/>
                  <a:pt x="1090457" y="2316480"/>
                  <a:pt x="1082040" y="2316480"/>
                </a:cubicBezTo>
                <a:cubicBezTo>
                  <a:pt x="1073623" y="2316480"/>
                  <a:pt x="1066800" y="2309657"/>
                  <a:pt x="1066800" y="2301240"/>
                </a:cubicBezTo>
                <a:cubicBezTo>
                  <a:pt x="1066800" y="2292823"/>
                  <a:pt x="1073623" y="2286000"/>
                  <a:pt x="1082040" y="2286000"/>
                </a:cubicBezTo>
                <a:cubicBezTo>
                  <a:pt x="1090457" y="2286000"/>
                  <a:pt x="1097280" y="2292823"/>
                  <a:pt x="1097280" y="2301240"/>
                </a:cubicBezTo>
                <a:close/>
                <a:moveTo>
                  <a:pt x="1097280" y="2453640"/>
                </a:moveTo>
                <a:cubicBezTo>
                  <a:pt x="1097280" y="2462057"/>
                  <a:pt x="1090457" y="2468880"/>
                  <a:pt x="1082040" y="2468880"/>
                </a:cubicBezTo>
                <a:cubicBezTo>
                  <a:pt x="1073623" y="2468880"/>
                  <a:pt x="1066800" y="2462057"/>
                  <a:pt x="1066800" y="2453640"/>
                </a:cubicBezTo>
                <a:cubicBezTo>
                  <a:pt x="1066800" y="2445223"/>
                  <a:pt x="1073623" y="2438400"/>
                  <a:pt x="1082040" y="2438400"/>
                </a:cubicBezTo>
                <a:cubicBezTo>
                  <a:pt x="1090457" y="2438400"/>
                  <a:pt x="1097280" y="2445223"/>
                  <a:pt x="1097280" y="2453640"/>
                </a:cubicBezTo>
                <a:close/>
                <a:moveTo>
                  <a:pt x="1097280" y="2606040"/>
                </a:moveTo>
                <a:cubicBezTo>
                  <a:pt x="1097280" y="2614457"/>
                  <a:pt x="1090457" y="2621280"/>
                  <a:pt x="1082040" y="2621280"/>
                </a:cubicBezTo>
                <a:cubicBezTo>
                  <a:pt x="1073623" y="2621280"/>
                  <a:pt x="1066800" y="2614457"/>
                  <a:pt x="1066800" y="2606040"/>
                </a:cubicBezTo>
                <a:cubicBezTo>
                  <a:pt x="1066800" y="2597623"/>
                  <a:pt x="1073623" y="2590800"/>
                  <a:pt x="1082040" y="2590800"/>
                </a:cubicBezTo>
                <a:cubicBezTo>
                  <a:pt x="1090457" y="2590800"/>
                  <a:pt x="1097280" y="2597623"/>
                  <a:pt x="1097280" y="2606040"/>
                </a:cubicBezTo>
                <a:close/>
                <a:moveTo>
                  <a:pt x="1097280" y="2758440"/>
                </a:moveTo>
                <a:cubicBezTo>
                  <a:pt x="1097280" y="2766857"/>
                  <a:pt x="1090457" y="2773680"/>
                  <a:pt x="1082040" y="2773680"/>
                </a:cubicBezTo>
                <a:cubicBezTo>
                  <a:pt x="1073623" y="2773680"/>
                  <a:pt x="1066800" y="2766857"/>
                  <a:pt x="1066800" y="2758440"/>
                </a:cubicBezTo>
                <a:cubicBezTo>
                  <a:pt x="1066800" y="2750023"/>
                  <a:pt x="1073623" y="2743200"/>
                  <a:pt x="1082040" y="2743200"/>
                </a:cubicBezTo>
                <a:cubicBezTo>
                  <a:pt x="1090457" y="2743200"/>
                  <a:pt x="1097280" y="2750023"/>
                  <a:pt x="1097280" y="2758440"/>
                </a:cubicBezTo>
                <a:close/>
                <a:moveTo>
                  <a:pt x="1097280" y="2910840"/>
                </a:moveTo>
                <a:cubicBezTo>
                  <a:pt x="1097280" y="2919257"/>
                  <a:pt x="1090457" y="2926080"/>
                  <a:pt x="1082040" y="2926080"/>
                </a:cubicBezTo>
                <a:cubicBezTo>
                  <a:pt x="1073623" y="2926080"/>
                  <a:pt x="1066800" y="2919257"/>
                  <a:pt x="1066800" y="2910840"/>
                </a:cubicBezTo>
                <a:cubicBezTo>
                  <a:pt x="1066800" y="2902423"/>
                  <a:pt x="1073623" y="2895600"/>
                  <a:pt x="1082040" y="2895600"/>
                </a:cubicBezTo>
                <a:cubicBezTo>
                  <a:pt x="1090457" y="2895600"/>
                  <a:pt x="1097280" y="2902423"/>
                  <a:pt x="1097280" y="2910840"/>
                </a:cubicBezTo>
                <a:close/>
                <a:moveTo>
                  <a:pt x="1097280" y="3063240"/>
                </a:moveTo>
                <a:cubicBezTo>
                  <a:pt x="1097280" y="3071657"/>
                  <a:pt x="1090457" y="3078480"/>
                  <a:pt x="1082040" y="3078480"/>
                </a:cubicBezTo>
                <a:cubicBezTo>
                  <a:pt x="1073623" y="3078480"/>
                  <a:pt x="1066800" y="3071657"/>
                  <a:pt x="1066800" y="3063240"/>
                </a:cubicBezTo>
                <a:cubicBezTo>
                  <a:pt x="1066800" y="3054823"/>
                  <a:pt x="1073623" y="3048000"/>
                  <a:pt x="1082040" y="3048000"/>
                </a:cubicBezTo>
                <a:cubicBezTo>
                  <a:pt x="1090457" y="3048000"/>
                  <a:pt x="1097280" y="3054823"/>
                  <a:pt x="1097280" y="3063240"/>
                </a:cubicBezTo>
                <a:close/>
                <a:moveTo>
                  <a:pt x="1097280" y="3215640"/>
                </a:moveTo>
                <a:cubicBezTo>
                  <a:pt x="1097280" y="3224057"/>
                  <a:pt x="1090457" y="3230880"/>
                  <a:pt x="1082040" y="3230880"/>
                </a:cubicBezTo>
                <a:cubicBezTo>
                  <a:pt x="1073623" y="3230880"/>
                  <a:pt x="1066800" y="3224057"/>
                  <a:pt x="1066800" y="3215640"/>
                </a:cubicBezTo>
                <a:cubicBezTo>
                  <a:pt x="1066800" y="3207223"/>
                  <a:pt x="1073623" y="3200400"/>
                  <a:pt x="1082040" y="3200400"/>
                </a:cubicBezTo>
                <a:cubicBezTo>
                  <a:pt x="1090457" y="3200400"/>
                  <a:pt x="1097280" y="3207223"/>
                  <a:pt x="1097280" y="3215640"/>
                </a:cubicBezTo>
                <a:close/>
                <a:moveTo>
                  <a:pt x="1097280" y="3368040"/>
                </a:moveTo>
                <a:cubicBezTo>
                  <a:pt x="1097280" y="3376457"/>
                  <a:pt x="1090457" y="3383280"/>
                  <a:pt x="1082040" y="3383280"/>
                </a:cubicBezTo>
                <a:cubicBezTo>
                  <a:pt x="1073623" y="3383280"/>
                  <a:pt x="1066800" y="3376457"/>
                  <a:pt x="1066800" y="3368040"/>
                </a:cubicBezTo>
                <a:cubicBezTo>
                  <a:pt x="1066800" y="3359623"/>
                  <a:pt x="1073623" y="3352800"/>
                  <a:pt x="1082040" y="3352800"/>
                </a:cubicBezTo>
                <a:cubicBezTo>
                  <a:pt x="1090457" y="3352800"/>
                  <a:pt x="1097280" y="3359623"/>
                  <a:pt x="1097280" y="3368040"/>
                </a:cubicBezTo>
                <a:close/>
                <a:moveTo>
                  <a:pt x="1097280" y="3520440"/>
                </a:moveTo>
                <a:cubicBezTo>
                  <a:pt x="1097280" y="3528857"/>
                  <a:pt x="1090457" y="3535680"/>
                  <a:pt x="1082040" y="3535680"/>
                </a:cubicBezTo>
                <a:cubicBezTo>
                  <a:pt x="1073623" y="3535680"/>
                  <a:pt x="1066800" y="3528857"/>
                  <a:pt x="1066800" y="3520440"/>
                </a:cubicBezTo>
                <a:cubicBezTo>
                  <a:pt x="1066800" y="3512023"/>
                  <a:pt x="1073623" y="3505200"/>
                  <a:pt x="1082040" y="3505200"/>
                </a:cubicBezTo>
                <a:cubicBezTo>
                  <a:pt x="1090457" y="3505200"/>
                  <a:pt x="1097280" y="3512023"/>
                  <a:pt x="1097280" y="3520440"/>
                </a:cubicBezTo>
                <a:close/>
                <a:moveTo>
                  <a:pt x="1097280" y="3672840"/>
                </a:moveTo>
                <a:cubicBezTo>
                  <a:pt x="1097280" y="3681257"/>
                  <a:pt x="1090457" y="3688080"/>
                  <a:pt x="1082040" y="3688080"/>
                </a:cubicBezTo>
                <a:cubicBezTo>
                  <a:pt x="1073623" y="3688080"/>
                  <a:pt x="1066800" y="3681257"/>
                  <a:pt x="1066800" y="3672840"/>
                </a:cubicBezTo>
                <a:cubicBezTo>
                  <a:pt x="1066800" y="3664423"/>
                  <a:pt x="1073623" y="3657600"/>
                  <a:pt x="1082040" y="3657600"/>
                </a:cubicBezTo>
                <a:cubicBezTo>
                  <a:pt x="1090457" y="3657600"/>
                  <a:pt x="1097280" y="3664423"/>
                  <a:pt x="1097280" y="3672840"/>
                </a:cubicBezTo>
                <a:close/>
                <a:moveTo>
                  <a:pt x="1097280" y="3825240"/>
                </a:moveTo>
                <a:cubicBezTo>
                  <a:pt x="1097280" y="3833657"/>
                  <a:pt x="1090457" y="3840480"/>
                  <a:pt x="1082040" y="3840480"/>
                </a:cubicBezTo>
                <a:cubicBezTo>
                  <a:pt x="1073623" y="3840480"/>
                  <a:pt x="1066800" y="3833657"/>
                  <a:pt x="1066800" y="3825240"/>
                </a:cubicBezTo>
                <a:cubicBezTo>
                  <a:pt x="1066800" y="3816823"/>
                  <a:pt x="1073623" y="3810000"/>
                  <a:pt x="1082040" y="3810000"/>
                </a:cubicBezTo>
                <a:cubicBezTo>
                  <a:pt x="1090457" y="3810000"/>
                  <a:pt x="1097280" y="3816823"/>
                  <a:pt x="1097280" y="3825240"/>
                </a:cubicBezTo>
                <a:close/>
                <a:moveTo>
                  <a:pt x="1097280" y="3977640"/>
                </a:moveTo>
                <a:cubicBezTo>
                  <a:pt x="1097280" y="3986057"/>
                  <a:pt x="1090457" y="3992880"/>
                  <a:pt x="1082040" y="3992880"/>
                </a:cubicBezTo>
                <a:cubicBezTo>
                  <a:pt x="1073623" y="3992880"/>
                  <a:pt x="1066800" y="3986057"/>
                  <a:pt x="1066800" y="3977640"/>
                </a:cubicBezTo>
                <a:cubicBezTo>
                  <a:pt x="1066800" y="3969223"/>
                  <a:pt x="1073623" y="3962400"/>
                  <a:pt x="1082040" y="3962400"/>
                </a:cubicBezTo>
                <a:cubicBezTo>
                  <a:pt x="1090457" y="3962400"/>
                  <a:pt x="1097280" y="3969223"/>
                  <a:pt x="1097280" y="3977640"/>
                </a:cubicBezTo>
                <a:close/>
                <a:moveTo>
                  <a:pt x="1097280" y="4130040"/>
                </a:moveTo>
                <a:cubicBezTo>
                  <a:pt x="1097280" y="4138457"/>
                  <a:pt x="1090457" y="4145280"/>
                  <a:pt x="1082040" y="4145280"/>
                </a:cubicBezTo>
                <a:cubicBezTo>
                  <a:pt x="1073623" y="4145280"/>
                  <a:pt x="1066800" y="4138457"/>
                  <a:pt x="1066800" y="4130040"/>
                </a:cubicBezTo>
                <a:cubicBezTo>
                  <a:pt x="1066800" y="4121623"/>
                  <a:pt x="1073623" y="4114800"/>
                  <a:pt x="1082040" y="4114800"/>
                </a:cubicBezTo>
                <a:cubicBezTo>
                  <a:pt x="1090457" y="4114800"/>
                  <a:pt x="1097280" y="4121623"/>
                  <a:pt x="1097280" y="4130040"/>
                </a:cubicBezTo>
                <a:close/>
                <a:moveTo>
                  <a:pt x="1097280" y="4282440"/>
                </a:moveTo>
                <a:cubicBezTo>
                  <a:pt x="1097280" y="4290857"/>
                  <a:pt x="1090457" y="4297680"/>
                  <a:pt x="1082040" y="4297680"/>
                </a:cubicBezTo>
                <a:cubicBezTo>
                  <a:pt x="1073623" y="4297680"/>
                  <a:pt x="1066800" y="4290857"/>
                  <a:pt x="1066800" y="4282440"/>
                </a:cubicBezTo>
                <a:cubicBezTo>
                  <a:pt x="1066800" y="4274023"/>
                  <a:pt x="1073623" y="4267200"/>
                  <a:pt x="1082040" y="4267200"/>
                </a:cubicBezTo>
                <a:cubicBezTo>
                  <a:pt x="1090457" y="4267200"/>
                  <a:pt x="1097280" y="4274023"/>
                  <a:pt x="1097280" y="4282440"/>
                </a:cubicBezTo>
                <a:close/>
                <a:moveTo>
                  <a:pt x="1097280" y="4434840"/>
                </a:moveTo>
                <a:cubicBezTo>
                  <a:pt x="1097280" y="4443257"/>
                  <a:pt x="1090457" y="4450080"/>
                  <a:pt x="1082040" y="4450080"/>
                </a:cubicBezTo>
                <a:cubicBezTo>
                  <a:pt x="1073623" y="4450080"/>
                  <a:pt x="1066800" y="4443257"/>
                  <a:pt x="1066800" y="4434840"/>
                </a:cubicBezTo>
                <a:cubicBezTo>
                  <a:pt x="1066800" y="4426423"/>
                  <a:pt x="1073623" y="4419600"/>
                  <a:pt x="1082040" y="4419600"/>
                </a:cubicBezTo>
                <a:cubicBezTo>
                  <a:pt x="1090457" y="4419600"/>
                  <a:pt x="1097280" y="4426423"/>
                  <a:pt x="1097280" y="4434840"/>
                </a:cubicBezTo>
                <a:close/>
                <a:moveTo>
                  <a:pt x="1249680" y="15240"/>
                </a:moveTo>
                <a:cubicBezTo>
                  <a:pt x="1249680" y="23657"/>
                  <a:pt x="1242857" y="30480"/>
                  <a:pt x="1234440" y="30480"/>
                </a:cubicBezTo>
                <a:cubicBezTo>
                  <a:pt x="1226023" y="30480"/>
                  <a:pt x="1219200" y="23657"/>
                  <a:pt x="1219200" y="15240"/>
                </a:cubicBezTo>
                <a:cubicBezTo>
                  <a:pt x="1219200" y="6823"/>
                  <a:pt x="1226023" y="0"/>
                  <a:pt x="1234440" y="0"/>
                </a:cubicBezTo>
                <a:cubicBezTo>
                  <a:pt x="1242857" y="0"/>
                  <a:pt x="1249680" y="6823"/>
                  <a:pt x="1249680" y="15240"/>
                </a:cubicBezTo>
                <a:close/>
                <a:moveTo>
                  <a:pt x="1249680" y="167640"/>
                </a:moveTo>
                <a:cubicBezTo>
                  <a:pt x="1249680" y="176057"/>
                  <a:pt x="1242857" y="182880"/>
                  <a:pt x="1234440" y="182880"/>
                </a:cubicBezTo>
                <a:cubicBezTo>
                  <a:pt x="1226023" y="182880"/>
                  <a:pt x="1219200" y="176057"/>
                  <a:pt x="1219200" y="167640"/>
                </a:cubicBezTo>
                <a:cubicBezTo>
                  <a:pt x="1219200" y="159223"/>
                  <a:pt x="1226023" y="152400"/>
                  <a:pt x="1234440" y="152400"/>
                </a:cubicBezTo>
                <a:cubicBezTo>
                  <a:pt x="1242857" y="152400"/>
                  <a:pt x="1249680" y="159223"/>
                  <a:pt x="1249680" y="167640"/>
                </a:cubicBezTo>
                <a:close/>
                <a:moveTo>
                  <a:pt x="1249680" y="320040"/>
                </a:moveTo>
                <a:cubicBezTo>
                  <a:pt x="1249680" y="328457"/>
                  <a:pt x="1242857" y="335280"/>
                  <a:pt x="1234440" y="335280"/>
                </a:cubicBezTo>
                <a:cubicBezTo>
                  <a:pt x="1226023" y="335280"/>
                  <a:pt x="1219200" y="328457"/>
                  <a:pt x="1219200" y="320040"/>
                </a:cubicBezTo>
                <a:cubicBezTo>
                  <a:pt x="1219200" y="311623"/>
                  <a:pt x="1226023" y="304800"/>
                  <a:pt x="1234440" y="304800"/>
                </a:cubicBezTo>
                <a:cubicBezTo>
                  <a:pt x="1242857" y="304800"/>
                  <a:pt x="1249680" y="311623"/>
                  <a:pt x="1249680" y="320040"/>
                </a:cubicBezTo>
                <a:close/>
                <a:moveTo>
                  <a:pt x="1249680" y="472440"/>
                </a:moveTo>
                <a:cubicBezTo>
                  <a:pt x="1249680" y="480857"/>
                  <a:pt x="1242857" y="487680"/>
                  <a:pt x="1234440" y="487680"/>
                </a:cubicBezTo>
                <a:cubicBezTo>
                  <a:pt x="1226023" y="487680"/>
                  <a:pt x="1219200" y="480857"/>
                  <a:pt x="1219200" y="472440"/>
                </a:cubicBezTo>
                <a:cubicBezTo>
                  <a:pt x="1219200" y="464023"/>
                  <a:pt x="1226023" y="457200"/>
                  <a:pt x="1234440" y="457200"/>
                </a:cubicBezTo>
                <a:cubicBezTo>
                  <a:pt x="1242857" y="457200"/>
                  <a:pt x="1249680" y="464023"/>
                  <a:pt x="1249680" y="472440"/>
                </a:cubicBezTo>
                <a:close/>
                <a:moveTo>
                  <a:pt x="1249680" y="624840"/>
                </a:moveTo>
                <a:cubicBezTo>
                  <a:pt x="1249680" y="633257"/>
                  <a:pt x="1242857" y="640080"/>
                  <a:pt x="1234440" y="640080"/>
                </a:cubicBezTo>
                <a:cubicBezTo>
                  <a:pt x="1226023" y="640080"/>
                  <a:pt x="1219200" y="633257"/>
                  <a:pt x="1219200" y="624840"/>
                </a:cubicBezTo>
                <a:cubicBezTo>
                  <a:pt x="1219200" y="616423"/>
                  <a:pt x="1226023" y="609600"/>
                  <a:pt x="1234440" y="609600"/>
                </a:cubicBezTo>
                <a:cubicBezTo>
                  <a:pt x="1242857" y="609600"/>
                  <a:pt x="1249680" y="616423"/>
                  <a:pt x="1249680" y="624840"/>
                </a:cubicBezTo>
                <a:close/>
                <a:moveTo>
                  <a:pt x="1249680" y="777240"/>
                </a:moveTo>
                <a:cubicBezTo>
                  <a:pt x="1249680" y="785657"/>
                  <a:pt x="1242857" y="792480"/>
                  <a:pt x="1234440" y="792480"/>
                </a:cubicBezTo>
                <a:cubicBezTo>
                  <a:pt x="1226023" y="792480"/>
                  <a:pt x="1219200" y="785657"/>
                  <a:pt x="1219200" y="777240"/>
                </a:cubicBezTo>
                <a:cubicBezTo>
                  <a:pt x="1219200" y="768823"/>
                  <a:pt x="1226023" y="762000"/>
                  <a:pt x="1234440" y="762000"/>
                </a:cubicBezTo>
                <a:cubicBezTo>
                  <a:pt x="1242857" y="762000"/>
                  <a:pt x="1249680" y="768823"/>
                  <a:pt x="1249680" y="777240"/>
                </a:cubicBezTo>
                <a:close/>
                <a:moveTo>
                  <a:pt x="1249680" y="929640"/>
                </a:moveTo>
                <a:cubicBezTo>
                  <a:pt x="1249680" y="938057"/>
                  <a:pt x="1242857" y="944880"/>
                  <a:pt x="1234440" y="944880"/>
                </a:cubicBezTo>
                <a:cubicBezTo>
                  <a:pt x="1226023" y="944880"/>
                  <a:pt x="1219200" y="938057"/>
                  <a:pt x="1219200" y="929640"/>
                </a:cubicBezTo>
                <a:cubicBezTo>
                  <a:pt x="1219200" y="921223"/>
                  <a:pt x="1226023" y="914400"/>
                  <a:pt x="1234440" y="914400"/>
                </a:cubicBezTo>
                <a:cubicBezTo>
                  <a:pt x="1242857" y="914400"/>
                  <a:pt x="1249680" y="921223"/>
                  <a:pt x="1249680" y="929640"/>
                </a:cubicBezTo>
                <a:close/>
                <a:moveTo>
                  <a:pt x="1249680" y="1082040"/>
                </a:moveTo>
                <a:cubicBezTo>
                  <a:pt x="1249680" y="1090457"/>
                  <a:pt x="1242857" y="1097280"/>
                  <a:pt x="1234440" y="1097280"/>
                </a:cubicBezTo>
                <a:cubicBezTo>
                  <a:pt x="1226023" y="1097280"/>
                  <a:pt x="1219200" y="1090457"/>
                  <a:pt x="1219200" y="1082040"/>
                </a:cubicBezTo>
                <a:cubicBezTo>
                  <a:pt x="1219200" y="1073623"/>
                  <a:pt x="1226023" y="1066800"/>
                  <a:pt x="1234440" y="1066800"/>
                </a:cubicBezTo>
                <a:cubicBezTo>
                  <a:pt x="1242857" y="1066800"/>
                  <a:pt x="1249680" y="1073623"/>
                  <a:pt x="1249680" y="1082040"/>
                </a:cubicBezTo>
                <a:close/>
                <a:moveTo>
                  <a:pt x="1249680" y="1234440"/>
                </a:moveTo>
                <a:cubicBezTo>
                  <a:pt x="1249680" y="1242857"/>
                  <a:pt x="1242857" y="1249680"/>
                  <a:pt x="1234440" y="1249680"/>
                </a:cubicBezTo>
                <a:cubicBezTo>
                  <a:pt x="1226023" y="1249680"/>
                  <a:pt x="1219200" y="1242857"/>
                  <a:pt x="1219200" y="1234440"/>
                </a:cubicBezTo>
                <a:cubicBezTo>
                  <a:pt x="1219200" y="1226023"/>
                  <a:pt x="1226023" y="1219200"/>
                  <a:pt x="1234440" y="1219200"/>
                </a:cubicBezTo>
                <a:cubicBezTo>
                  <a:pt x="1242857" y="1219200"/>
                  <a:pt x="1249680" y="1226023"/>
                  <a:pt x="1249680" y="1234440"/>
                </a:cubicBezTo>
                <a:close/>
                <a:moveTo>
                  <a:pt x="1249680" y="1386840"/>
                </a:moveTo>
                <a:cubicBezTo>
                  <a:pt x="1249680" y="1395257"/>
                  <a:pt x="1242857" y="1402080"/>
                  <a:pt x="1234440" y="1402080"/>
                </a:cubicBezTo>
                <a:cubicBezTo>
                  <a:pt x="1226023" y="1402080"/>
                  <a:pt x="1219200" y="1395257"/>
                  <a:pt x="1219200" y="1386840"/>
                </a:cubicBezTo>
                <a:cubicBezTo>
                  <a:pt x="1219200" y="1378423"/>
                  <a:pt x="1226023" y="1371600"/>
                  <a:pt x="1234440" y="1371600"/>
                </a:cubicBezTo>
                <a:cubicBezTo>
                  <a:pt x="1242857" y="1371600"/>
                  <a:pt x="1249680" y="1378423"/>
                  <a:pt x="1249680" y="1386840"/>
                </a:cubicBezTo>
                <a:close/>
                <a:moveTo>
                  <a:pt x="1249680" y="1539240"/>
                </a:moveTo>
                <a:cubicBezTo>
                  <a:pt x="1249680" y="1547657"/>
                  <a:pt x="1242857" y="1554480"/>
                  <a:pt x="1234440" y="1554480"/>
                </a:cubicBezTo>
                <a:cubicBezTo>
                  <a:pt x="1226023" y="1554480"/>
                  <a:pt x="1219200" y="1547657"/>
                  <a:pt x="1219200" y="1539240"/>
                </a:cubicBezTo>
                <a:cubicBezTo>
                  <a:pt x="1219200" y="1530823"/>
                  <a:pt x="1226023" y="1524000"/>
                  <a:pt x="1234440" y="1524000"/>
                </a:cubicBezTo>
                <a:cubicBezTo>
                  <a:pt x="1242857" y="1524000"/>
                  <a:pt x="1249680" y="1530823"/>
                  <a:pt x="1249680" y="1539240"/>
                </a:cubicBezTo>
                <a:close/>
                <a:moveTo>
                  <a:pt x="1249680" y="1691640"/>
                </a:moveTo>
                <a:cubicBezTo>
                  <a:pt x="1249680" y="1700057"/>
                  <a:pt x="1242857" y="1706880"/>
                  <a:pt x="1234440" y="1706880"/>
                </a:cubicBezTo>
                <a:cubicBezTo>
                  <a:pt x="1226023" y="1706880"/>
                  <a:pt x="1219200" y="1700057"/>
                  <a:pt x="1219200" y="1691640"/>
                </a:cubicBezTo>
                <a:cubicBezTo>
                  <a:pt x="1219200" y="1683223"/>
                  <a:pt x="1226023" y="1676400"/>
                  <a:pt x="1234440" y="1676400"/>
                </a:cubicBezTo>
                <a:cubicBezTo>
                  <a:pt x="1242857" y="1676400"/>
                  <a:pt x="1249680" y="1683223"/>
                  <a:pt x="1249680" y="1691640"/>
                </a:cubicBezTo>
                <a:close/>
                <a:moveTo>
                  <a:pt x="1249680" y="1844040"/>
                </a:moveTo>
                <a:cubicBezTo>
                  <a:pt x="1249680" y="1852457"/>
                  <a:pt x="1242857" y="1859280"/>
                  <a:pt x="1234440" y="1859280"/>
                </a:cubicBezTo>
                <a:cubicBezTo>
                  <a:pt x="1226023" y="1859280"/>
                  <a:pt x="1219200" y="1852457"/>
                  <a:pt x="1219200" y="1844040"/>
                </a:cubicBezTo>
                <a:cubicBezTo>
                  <a:pt x="1219200" y="1835623"/>
                  <a:pt x="1226023" y="1828800"/>
                  <a:pt x="1234440" y="1828800"/>
                </a:cubicBezTo>
                <a:cubicBezTo>
                  <a:pt x="1242857" y="1828800"/>
                  <a:pt x="1249680" y="1835623"/>
                  <a:pt x="1249680" y="1844040"/>
                </a:cubicBezTo>
                <a:close/>
                <a:moveTo>
                  <a:pt x="1249680" y="1996440"/>
                </a:moveTo>
                <a:cubicBezTo>
                  <a:pt x="1249680" y="2004857"/>
                  <a:pt x="1242857" y="2011680"/>
                  <a:pt x="1234440" y="2011680"/>
                </a:cubicBezTo>
                <a:cubicBezTo>
                  <a:pt x="1226023" y="2011680"/>
                  <a:pt x="1219200" y="2004857"/>
                  <a:pt x="1219200" y="1996440"/>
                </a:cubicBezTo>
                <a:cubicBezTo>
                  <a:pt x="1219200" y="1988023"/>
                  <a:pt x="1226023" y="1981200"/>
                  <a:pt x="1234440" y="1981200"/>
                </a:cubicBezTo>
                <a:cubicBezTo>
                  <a:pt x="1242857" y="1981200"/>
                  <a:pt x="1249680" y="1988023"/>
                  <a:pt x="1249680" y="1996440"/>
                </a:cubicBezTo>
                <a:close/>
                <a:moveTo>
                  <a:pt x="1249680" y="2148840"/>
                </a:moveTo>
                <a:cubicBezTo>
                  <a:pt x="1249680" y="2157257"/>
                  <a:pt x="1242857" y="2164080"/>
                  <a:pt x="1234440" y="2164080"/>
                </a:cubicBezTo>
                <a:cubicBezTo>
                  <a:pt x="1226023" y="2164080"/>
                  <a:pt x="1219200" y="2157257"/>
                  <a:pt x="1219200" y="2148840"/>
                </a:cubicBezTo>
                <a:cubicBezTo>
                  <a:pt x="1219200" y="2140423"/>
                  <a:pt x="1226023" y="2133600"/>
                  <a:pt x="1234440" y="2133600"/>
                </a:cubicBezTo>
                <a:cubicBezTo>
                  <a:pt x="1242857" y="2133600"/>
                  <a:pt x="1249680" y="2140423"/>
                  <a:pt x="1249680" y="2148840"/>
                </a:cubicBezTo>
                <a:close/>
                <a:moveTo>
                  <a:pt x="1249680" y="2301240"/>
                </a:moveTo>
                <a:cubicBezTo>
                  <a:pt x="1249680" y="2309657"/>
                  <a:pt x="1242857" y="2316480"/>
                  <a:pt x="1234440" y="2316480"/>
                </a:cubicBezTo>
                <a:cubicBezTo>
                  <a:pt x="1226023" y="2316480"/>
                  <a:pt x="1219200" y="2309657"/>
                  <a:pt x="1219200" y="2301240"/>
                </a:cubicBezTo>
                <a:cubicBezTo>
                  <a:pt x="1219200" y="2292823"/>
                  <a:pt x="1226023" y="2286000"/>
                  <a:pt x="1234440" y="2286000"/>
                </a:cubicBezTo>
                <a:cubicBezTo>
                  <a:pt x="1242857" y="2286000"/>
                  <a:pt x="1249680" y="2292823"/>
                  <a:pt x="1249680" y="2301240"/>
                </a:cubicBezTo>
                <a:close/>
                <a:moveTo>
                  <a:pt x="1249680" y="2453640"/>
                </a:moveTo>
                <a:cubicBezTo>
                  <a:pt x="1249680" y="2462057"/>
                  <a:pt x="1242857" y="2468880"/>
                  <a:pt x="1234440" y="2468880"/>
                </a:cubicBezTo>
                <a:cubicBezTo>
                  <a:pt x="1226023" y="2468880"/>
                  <a:pt x="1219200" y="2462057"/>
                  <a:pt x="1219200" y="2453640"/>
                </a:cubicBezTo>
                <a:cubicBezTo>
                  <a:pt x="1219200" y="2445223"/>
                  <a:pt x="1226023" y="2438400"/>
                  <a:pt x="1234440" y="2438400"/>
                </a:cubicBezTo>
                <a:cubicBezTo>
                  <a:pt x="1242857" y="2438400"/>
                  <a:pt x="1249680" y="2445223"/>
                  <a:pt x="1249680" y="2453640"/>
                </a:cubicBezTo>
                <a:close/>
                <a:moveTo>
                  <a:pt x="1249680" y="2606040"/>
                </a:moveTo>
                <a:cubicBezTo>
                  <a:pt x="1249680" y="2614457"/>
                  <a:pt x="1242857" y="2621280"/>
                  <a:pt x="1234440" y="2621280"/>
                </a:cubicBezTo>
                <a:cubicBezTo>
                  <a:pt x="1226023" y="2621280"/>
                  <a:pt x="1219200" y="2614457"/>
                  <a:pt x="1219200" y="2606040"/>
                </a:cubicBezTo>
                <a:cubicBezTo>
                  <a:pt x="1219200" y="2597623"/>
                  <a:pt x="1226023" y="2590800"/>
                  <a:pt x="1234440" y="2590800"/>
                </a:cubicBezTo>
                <a:cubicBezTo>
                  <a:pt x="1242857" y="2590800"/>
                  <a:pt x="1249680" y="2597623"/>
                  <a:pt x="1249680" y="2606040"/>
                </a:cubicBezTo>
                <a:close/>
                <a:moveTo>
                  <a:pt x="1249680" y="2758440"/>
                </a:moveTo>
                <a:cubicBezTo>
                  <a:pt x="1249680" y="2766857"/>
                  <a:pt x="1242857" y="2773680"/>
                  <a:pt x="1234440" y="2773680"/>
                </a:cubicBezTo>
                <a:cubicBezTo>
                  <a:pt x="1226023" y="2773680"/>
                  <a:pt x="1219200" y="2766857"/>
                  <a:pt x="1219200" y="2758440"/>
                </a:cubicBezTo>
                <a:cubicBezTo>
                  <a:pt x="1219200" y="2750023"/>
                  <a:pt x="1226023" y="2743200"/>
                  <a:pt x="1234440" y="2743200"/>
                </a:cubicBezTo>
                <a:cubicBezTo>
                  <a:pt x="1242857" y="2743200"/>
                  <a:pt x="1249680" y="2750023"/>
                  <a:pt x="1249680" y="2758440"/>
                </a:cubicBezTo>
                <a:close/>
                <a:moveTo>
                  <a:pt x="1249680" y="2910840"/>
                </a:moveTo>
                <a:cubicBezTo>
                  <a:pt x="1249680" y="2919257"/>
                  <a:pt x="1242857" y="2926080"/>
                  <a:pt x="1234440" y="2926080"/>
                </a:cubicBezTo>
                <a:cubicBezTo>
                  <a:pt x="1226023" y="2926080"/>
                  <a:pt x="1219200" y="2919257"/>
                  <a:pt x="1219200" y="2910840"/>
                </a:cubicBezTo>
                <a:cubicBezTo>
                  <a:pt x="1219200" y="2902423"/>
                  <a:pt x="1226023" y="2895600"/>
                  <a:pt x="1234440" y="2895600"/>
                </a:cubicBezTo>
                <a:cubicBezTo>
                  <a:pt x="1242857" y="2895600"/>
                  <a:pt x="1249680" y="2902423"/>
                  <a:pt x="1249680" y="2910840"/>
                </a:cubicBezTo>
                <a:close/>
                <a:moveTo>
                  <a:pt x="1249680" y="3063240"/>
                </a:moveTo>
                <a:cubicBezTo>
                  <a:pt x="1249680" y="3071657"/>
                  <a:pt x="1242857" y="3078480"/>
                  <a:pt x="1234440" y="3078480"/>
                </a:cubicBezTo>
                <a:cubicBezTo>
                  <a:pt x="1226023" y="3078480"/>
                  <a:pt x="1219200" y="3071657"/>
                  <a:pt x="1219200" y="3063240"/>
                </a:cubicBezTo>
                <a:cubicBezTo>
                  <a:pt x="1219200" y="3054823"/>
                  <a:pt x="1226023" y="3048000"/>
                  <a:pt x="1234440" y="3048000"/>
                </a:cubicBezTo>
                <a:cubicBezTo>
                  <a:pt x="1242857" y="3048000"/>
                  <a:pt x="1249680" y="3054823"/>
                  <a:pt x="1249680" y="3063240"/>
                </a:cubicBezTo>
                <a:close/>
                <a:moveTo>
                  <a:pt x="1249680" y="3215640"/>
                </a:moveTo>
                <a:cubicBezTo>
                  <a:pt x="1249680" y="3224057"/>
                  <a:pt x="1242857" y="3230880"/>
                  <a:pt x="1234440" y="3230880"/>
                </a:cubicBezTo>
                <a:cubicBezTo>
                  <a:pt x="1226023" y="3230880"/>
                  <a:pt x="1219200" y="3224057"/>
                  <a:pt x="1219200" y="3215640"/>
                </a:cubicBezTo>
                <a:cubicBezTo>
                  <a:pt x="1219200" y="3207223"/>
                  <a:pt x="1226023" y="3200400"/>
                  <a:pt x="1234440" y="3200400"/>
                </a:cubicBezTo>
                <a:cubicBezTo>
                  <a:pt x="1242857" y="3200400"/>
                  <a:pt x="1249680" y="3207223"/>
                  <a:pt x="1249680" y="3215640"/>
                </a:cubicBezTo>
                <a:close/>
                <a:moveTo>
                  <a:pt x="1249680" y="3368040"/>
                </a:moveTo>
                <a:cubicBezTo>
                  <a:pt x="1249680" y="3376457"/>
                  <a:pt x="1242857" y="3383280"/>
                  <a:pt x="1234440" y="3383280"/>
                </a:cubicBezTo>
                <a:cubicBezTo>
                  <a:pt x="1226023" y="3383280"/>
                  <a:pt x="1219200" y="3376457"/>
                  <a:pt x="1219200" y="3368040"/>
                </a:cubicBezTo>
                <a:cubicBezTo>
                  <a:pt x="1219200" y="3359623"/>
                  <a:pt x="1226023" y="3352800"/>
                  <a:pt x="1234440" y="3352800"/>
                </a:cubicBezTo>
                <a:cubicBezTo>
                  <a:pt x="1242857" y="3352800"/>
                  <a:pt x="1249680" y="3359623"/>
                  <a:pt x="1249680" y="3368040"/>
                </a:cubicBezTo>
                <a:close/>
                <a:moveTo>
                  <a:pt x="1249680" y="3520440"/>
                </a:moveTo>
                <a:cubicBezTo>
                  <a:pt x="1249680" y="3528857"/>
                  <a:pt x="1242857" y="3535680"/>
                  <a:pt x="1234440" y="3535680"/>
                </a:cubicBezTo>
                <a:cubicBezTo>
                  <a:pt x="1226023" y="3535680"/>
                  <a:pt x="1219200" y="3528857"/>
                  <a:pt x="1219200" y="3520440"/>
                </a:cubicBezTo>
                <a:cubicBezTo>
                  <a:pt x="1219200" y="3512023"/>
                  <a:pt x="1226023" y="3505200"/>
                  <a:pt x="1234440" y="3505200"/>
                </a:cubicBezTo>
                <a:cubicBezTo>
                  <a:pt x="1242857" y="3505200"/>
                  <a:pt x="1249680" y="3512023"/>
                  <a:pt x="1249680" y="3520440"/>
                </a:cubicBezTo>
                <a:close/>
                <a:moveTo>
                  <a:pt x="1249680" y="3672840"/>
                </a:moveTo>
                <a:cubicBezTo>
                  <a:pt x="1249680" y="3681257"/>
                  <a:pt x="1242857" y="3688080"/>
                  <a:pt x="1234440" y="3688080"/>
                </a:cubicBezTo>
                <a:cubicBezTo>
                  <a:pt x="1226023" y="3688080"/>
                  <a:pt x="1219200" y="3681257"/>
                  <a:pt x="1219200" y="3672840"/>
                </a:cubicBezTo>
                <a:cubicBezTo>
                  <a:pt x="1219200" y="3664423"/>
                  <a:pt x="1226023" y="3657600"/>
                  <a:pt x="1234440" y="3657600"/>
                </a:cubicBezTo>
                <a:cubicBezTo>
                  <a:pt x="1242857" y="3657600"/>
                  <a:pt x="1249680" y="3664423"/>
                  <a:pt x="1249680" y="3672840"/>
                </a:cubicBezTo>
                <a:close/>
                <a:moveTo>
                  <a:pt x="1249680" y="3825240"/>
                </a:moveTo>
                <a:cubicBezTo>
                  <a:pt x="1249680" y="3833657"/>
                  <a:pt x="1242857" y="3840480"/>
                  <a:pt x="1234440" y="3840480"/>
                </a:cubicBezTo>
                <a:cubicBezTo>
                  <a:pt x="1226023" y="3840480"/>
                  <a:pt x="1219200" y="3833657"/>
                  <a:pt x="1219200" y="3825240"/>
                </a:cubicBezTo>
                <a:cubicBezTo>
                  <a:pt x="1219200" y="3816823"/>
                  <a:pt x="1226023" y="3810000"/>
                  <a:pt x="1234440" y="3810000"/>
                </a:cubicBezTo>
                <a:cubicBezTo>
                  <a:pt x="1242857" y="3810000"/>
                  <a:pt x="1249680" y="3816823"/>
                  <a:pt x="1249680" y="3825240"/>
                </a:cubicBezTo>
                <a:close/>
                <a:moveTo>
                  <a:pt x="1249680" y="3977640"/>
                </a:moveTo>
                <a:cubicBezTo>
                  <a:pt x="1249680" y="3986057"/>
                  <a:pt x="1242857" y="3992880"/>
                  <a:pt x="1234440" y="3992880"/>
                </a:cubicBezTo>
                <a:cubicBezTo>
                  <a:pt x="1226023" y="3992880"/>
                  <a:pt x="1219200" y="3986057"/>
                  <a:pt x="1219200" y="3977640"/>
                </a:cubicBezTo>
                <a:cubicBezTo>
                  <a:pt x="1219200" y="3969223"/>
                  <a:pt x="1226023" y="3962400"/>
                  <a:pt x="1234440" y="3962400"/>
                </a:cubicBezTo>
                <a:cubicBezTo>
                  <a:pt x="1242857" y="3962400"/>
                  <a:pt x="1249680" y="3969223"/>
                  <a:pt x="1249680" y="3977640"/>
                </a:cubicBezTo>
                <a:close/>
                <a:moveTo>
                  <a:pt x="1249680" y="4130040"/>
                </a:moveTo>
                <a:cubicBezTo>
                  <a:pt x="1249680" y="4138457"/>
                  <a:pt x="1242857" y="4145280"/>
                  <a:pt x="1234440" y="4145280"/>
                </a:cubicBezTo>
                <a:cubicBezTo>
                  <a:pt x="1226023" y="4145280"/>
                  <a:pt x="1219200" y="4138457"/>
                  <a:pt x="1219200" y="4130040"/>
                </a:cubicBezTo>
                <a:cubicBezTo>
                  <a:pt x="1219200" y="4121623"/>
                  <a:pt x="1226023" y="4114800"/>
                  <a:pt x="1234440" y="4114800"/>
                </a:cubicBezTo>
                <a:cubicBezTo>
                  <a:pt x="1242857" y="4114800"/>
                  <a:pt x="1249680" y="4121623"/>
                  <a:pt x="1249680" y="4130040"/>
                </a:cubicBezTo>
                <a:close/>
                <a:moveTo>
                  <a:pt x="1249680" y="4282440"/>
                </a:moveTo>
                <a:cubicBezTo>
                  <a:pt x="1249680" y="4290857"/>
                  <a:pt x="1242857" y="4297680"/>
                  <a:pt x="1234440" y="4297680"/>
                </a:cubicBezTo>
                <a:cubicBezTo>
                  <a:pt x="1226023" y="4297680"/>
                  <a:pt x="1219200" y="4290857"/>
                  <a:pt x="1219200" y="4282440"/>
                </a:cubicBezTo>
                <a:cubicBezTo>
                  <a:pt x="1219200" y="4274023"/>
                  <a:pt x="1226023" y="4267200"/>
                  <a:pt x="1234440" y="4267200"/>
                </a:cubicBezTo>
                <a:cubicBezTo>
                  <a:pt x="1242857" y="4267200"/>
                  <a:pt x="1249680" y="4274023"/>
                  <a:pt x="1249680" y="4282440"/>
                </a:cubicBezTo>
                <a:close/>
                <a:moveTo>
                  <a:pt x="1249680" y="4434840"/>
                </a:moveTo>
                <a:cubicBezTo>
                  <a:pt x="1249680" y="4443257"/>
                  <a:pt x="1242857" y="4450080"/>
                  <a:pt x="1234440" y="4450080"/>
                </a:cubicBezTo>
                <a:cubicBezTo>
                  <a:pt x="1226023" y="4450080"/>
                  <a:pt x="1219200" y="4443257"/>
                  <a:pt x="1219200" y="4434840"/>
                </a:cubicBezTo>
                <a:cubicBezTo>
                  <a:pt x="1219200" y="4426423"/>
                  <a:pt x="1226023" y="4419600"/>
                  <a:pt x="1234440" y="4419600"/>
                </a:cubicBezTo>
                <a:cubicBezTo>
                  <a:pt x="1242857" y="4419600"/>
                  <a:pt x="1249680" y="4426423"/>
                  <a:pt x="1249680" y="4434840"/>
                </a:cubicBezTo>
                <a:close/>
                <a:moveTo>
                  <a:pt x="1402080" y="15240"/>
                </a:moveTo>
                <a:cubicBezTo>
                  <a:pt x="1402080" y="23657"/>
                  <a:pt x="1395257" y="30480"/>
                  <a:pt x="1386840" y="30480"/>
                </a:cubicBezTo>
                <a:cubicBezTo>
                  <a:pt x="1378423" y="30480"/>
                  <a:pt x="1371600" y="23657"/>
                  <a:pt x="1371600" y="15240"/>
                </a:cubicBezTo>
                <a:cubicBezTo>
                  <a:pt x="1371600" y="6823"/>
                  <a:pt x="1378423" y="0"/>
                  <a:pt x="1386840" y="0"/>
                </a:cubicBezTo>
                <a:cubicBezTo>
                  <a:pt x="1395257" y="0"/>
                  <a:pt x="1402080" y="6823"/>
                  <a:pt x="1402080" y="15240"/>
                </a:cubicBezTo>
                <a:close/>
                <a:moveTo>
                  <a:pt x="1402080" y="167640"/>
                </a:moveTo>
                <a:cubicBezTo>
                  <a:pt x="1402080" y="176057"/>
                  <a:pt x="1395257" y="182880"/>
                  <a:pt x="1386840" y="182880"/>
                </a:cubicBezTo>
                <a:cubicBezTo>
                  <a:pt x="1378423" y="182880"/>
                  <a:pt x="1371600" y="176057"/>
                  <a:pt x="1371600" y="167640"/>
                </a:cubicBezTo>
                <a:cubicBezTo>
                  <a:pt x="1371600" y="159223"/>
                  <a:pt x="1378423" y="152400"/>
                  <a:pt x="1386840" y="152400"/>
                </a:cubicBezTo>
                <a:cubicBezTo>
                  <a:pt x="1395257" y="152400"/>
                  <a:pt x="1402080" y="159223"/>
                  <a:pt x="1402080" y="167640"/>
                </a:cubicBezTo>
                <a:close/>
                <a:moveTo>
                  <a:pt x="1402080" y="320040"/>
                </a:moveTo>
                <a:cubicBezTo>
                  <a:pt x="1402080" y="328457"/>
                  <a:pt x="1395257" y="335280"/>
                  <a:pt x="1386840" y="335280"/>
                </a:cubicBezTo>
                <a:cubicBezTo>
                  <a:pt x="1378423" y="335280"/>
                  <a:pt x="1371600" y="328457"/>
                  <a:pt x="1371600" y="320040"/>
                </a:cubicBezTo>
                <a:cubicBezTo>
                  <a:pt x="1371600" y="311623"/>
                  <a:pt x="1378423" y="304800"/>
                  <a:pt x="1386840" y="304800"/>
                </a:cubicBezTo>
                <a:cubicBezTo>
                  <a:pt x="1395257" y="304800"/>
                  <a:pt x="1402080" y="311623"/>
                  <a:pt x="1402080" y="320040"/>
                </a:cubicBezTo>
                <a:close/>
                <a:moveTo>
                  <a:pt x="1402080" y="472440"/>
                </a:moveTo>
                <a:cubicBezTo>
                  <a:pt x="1402080" y="480857"/>
                  <a:pt x="1395257" y="487680"/>
                  <a:pt x="1386840" y="487680"/>
                </a:cubicBezTo>
                <a:cubicBezTo>
                  <a:pt x="1378423" y="487680"/>
                  <a:pt x="1371600" y="480857"/>
                  <a:pt x="1371600" y="472440"/>
                </a:cubicBezTo>
                <a:cubicBezTo>
                  <a:pt x="1371600" y="464023"/>
                  <a:pt x="1378423" y="457200"/>
                  <a:pt x="1386840" y="457200"/>
                </a:cubicBezTo>
                <a:cubicBezTo>
                  <a:pt x="1395257" y="457200"/>
                  <a:pt x="1402080" y="464023"/>
                  <a:pt x="1402080" y="472440"/>
                </a:cubicBezTo>
                <a:close/>
                <a:moveTo>
                  <a:pt x="1402080" y="624840"/>
                </a:moveTo>
                <a:cubicBezTo>
                  <a:pt x="1402080" y="633257"/>
                  <a:pt x="1395257" y="640080"/>
                  <a:pt x="1386840" y="640080"/>
                </a:cubicBezTo>
                <a:cubicBezTo>
                  <a:pt x="1378423" y="640080"/>
                  <a:pt x="1371600" y="633257"/>
                  <a:pt x="1371600" y="624840"/>
                </a:cubicBezTo>
                <a:cubicBezTo>
                  <a:pt x="1371600" y="616423"/>
                  <a:pt x="1378423" y="609600"/>
                  <a:pt x="1386840" y="609600"/>
                </a:cubicBezTo>
                <a:cubicBezTo>
                  <a:pt x="1395257" y="609600"/>
                  <a:pt x="1402080" y="616423"/>
                  <a:pt x="1402080" y="624840"/>
                </a:cubicBezTo>
                <a:close/>
                <a:moveTo>
                  <a:pt x="1402080" y="777240"/>
                </a:moveTo>
                <a:cubicBezTo>
                  <a:pt x="1402080" y="785657"/>
                  <a:pt x="1395257" y="792480"/>
                  <a:pt x="1386840" y="792480"/>
                </a:cubicBezTo>
                <a:cubicBezTo>
                  <a:pt x="1378423" y="792480"/>
                  <a:pt x="1371600" y="785657"/>
                  <a:pt x="1371600" y="777240"/>
                </a:cubicBezTo>
                <a:cubicBezTo>
                  <a:pt x="1371600" y="768823"/>
                  <a:pt x="1378423" y="762000"/>
                  <a:pt x="1386840" y="762000"/>
                </a:cubicBezTo>
                <a:cubicBezTo>
                  <a:pt x="1395257" y="762000"/>
                  <a:pt x="1402080" y="768823"/>
                  <a:pt x="1402080" y="777240"/>
                </a:cubicBezTo>
                <a:close/>
                <a:moveTo>
                  <a:pt x="1402080" y="929640"/>
                </a:moveTo>
                <a:cubicBezTo>
                  <a:pt x="1402080" y="938057"/>
                  <a:pt x="1395257" y="944880"/>
                  <a:pt x="1386840" y="944880"/>
                </a:cubicBezTo>
                <a:cubicBezTo>
                  <a:pt x="1378423" y="944880"/>
                  <a:pt x="1371600" y="938057"/>
                  <a:pt x="1371600" y="929640"/>
                </a:cubicBezTo>
                <a:cubicBezTo>
                  <a:pt x="1371600" y="921223"/>
                  <a:pt x="1378423" y="914400"/>
                  <a:pt x="1386840" y="914400"/>
                </a:cubicBezTo>
                <a:cubicBezTo>
                  <a:pt x="1395257" y="914400"/>
                  <a:pt x="1402080" y="921223"/>
                  <a:pt x="1402080" y="929640"/>
                </a:cubicBezTo>
                <a:close/>
                <a:moveTo>
                  <a:pt x="1402080" y="1082040"/>
                </a:moveTo>
                <a:cubicBezTo>
                  <a:pt x="1402080" y="1090457"/>
                  <a:pt x="1395257" y="1097280"/>
                  <a:pt x="1386840" y="1097280"/>
                </a:cubicBezTo>
                <a:cubicBezTo>
                  <a:pt x="1378423" y="1097280"/>
                  <a:pt x="1371600" y="1090457"/>
                  <a:pt x="1371600" y="1082040"/>
                </a:cubicBezTo>
                <a:cubicBezTo>
                  <a:pt x="1371600" y="1073623"/>
                  <a:pt x="1378423" y="1066800"/>
                  <a:pt x="1386840" y="1066800"/>
                </a:cubicBezTo>
                <a:cubicBezTo>
                  <a:pt x="1395257" y="1066800"/>
                  <a:pt x="1402080" y="1073623"/>
                  <a:pt x="1402080" y="1082040"/>
                </a:cubicBezTo>
                <a:close/>
                <a:moveTo>
                  <a:pt x="1402080" y="1234440"/>
                </a:moveTo>
                <a:cubicBezTo>
                  <a:pt x="1402080" y="1242857"/>
                  <a:pt x="1395257" y="1249680"/>
                  <a:pt x="1386840" y="1249680"/>
                </a:cubicBezTo>
                <a:cubicBezTo>
                  <a:pt x="1378423" y="1249680"/>
                  <a:pt x="1371600" y="1242857"/>
                  <a:pt x="1371600" y="1234440"/>
                </a:cubicBezTo>
                <a:cubicBezTo>
                  <a:pt x="1371600" y="1226023"/>
                  <a:pt x="1378423" y="1219200"/>
                  <a:pt x="1386840" y="1219200"/>
                </a:cubicBezTo>
                <a:cubicBezTo>
                  <a:pt x="1395257" y="1219200"/>
                  <a:pt x="1402080" y="1226023"/>
                  <a:pt x="1402080" y="1234440"/>
                </a:cubicBezTo>
                <a:close/>
                <a:moveTo>
                  <a:pt x="1402080" y="1386840"/>
                </a:moveTo>
                <a:cubicBezTo>
                  <a:pt x="1402080" y="1395257"/>
                  <a:pt x="1395257" y="1402080"/>
                  <a:pt x="1386840" y="1402080"/>
                </a:cubicBezTo>
                <a:cubicBezTo>
                  <a:pt x="1378423" y="1402080"/>
                  <a:pt x="1371600" y="1395257"/>
                  <a:pt x="1371600" y="1386840"/>
                </a:cubicBezTo>
                <a:cubicBezTo>
                  <a:pt x="1371600" y="1378423"/>
                  <a:pt x="1378423" y="1371600"/>
                  <a:pt x="1386840" y="1371600"/>
                </a:cubicBezTo>
                <a:cubicBezTo>
                  <a:pt x="1395257" y="1371600"/>
                  <a:pt x="1402080" y="1378423"/>
                  <a:pt x="1402080" y="1386840"/>
                </a:cubicBezTo>
                <a:close/>
                <a:moveTo>
                  <a:pt x="1402080" y="1539240"/>
                </a:moveTo>
                <a:cubicBezTo>
                  <a:pt x="1402080" y="1547657"/>
                  <a:pt x="1395257" y="1554480"/>
                  <a:pt x="1386840" y="1554480"/>
                </a:cubicBezTo>
                <a:cubicBezTo>
                  <a:pt x="1378423" y="1554480"/>
                  <a:pt x="1371600" y="1547657"/>
                  <a:pt x="1371600" y="1539240"/>
                </a:cubicBezTo>
                <a:cubicBezTo>
                  <a:pt x="1371600" y="1530823"/>
                  <a:pt x="1378423" y="1524000"/>
                  <a:pt x="1386840" y="1524000"/>
                </a:cubicBezTo>
                <a:cubicBezTo>
                  <a:pt x="1395257" y="1524000"/>
                  <a:pt x="1402080" y="1530823"/>
                  <a:pt x="1402080" y="1539240"/>
                </a:cubicBezTo>
                <a:close/>
                <a:moveTo>
                  <a:pt x="1402080" y="1691640"/>
                </a:moveTo>
                <a:cubicBezTo>
                  <a:pt x="1402080" y="1700057"/>
                  <a:pt x="1395257" y="1706880"/>
                  <a:pt x="1386840" y="1706880"/>
                </a:cubicBezTo>
                <a:cubicBezTo>
                  <a:pt x="1378423" y="1706880"/>
                  <a:pt x="1371600" y="1700057"/>
                  <a:pt x="1371600" y="1691640"/>
                </a:cubicBezTo>
                <a:cubicBezTo>
                  <a:pt x="1371600" y="1683223"/>
                  <a:pt x="1378423" y="1676400"/>
                  <a:pt x="1386840" y="1676400"/>
                </a:cubicBezTo>
                <a:cubicBezTo>
                  <a:pt x="1395257" y="1676400"/>
                  <a:pt x="1402080" y="1683223"/>
                  <a:pt x="1402080" y="1691640"/>
                </a:cubicBezTo>
                <a:close/>
                <a:moveTo>
                  <a:pt x="1402080" y="1844040"/>
                </a:moveTo>
                <a:cubicBezTo>
                  <a:pt x="1402080" y="1852457"/>
                  <a:pt x="1395257" y="1859280"/>
                  <a:pt x="1386840" y="1859280"/>
                </a:cubicBezTo>
                <a:cubicBezTo>
                  <a:pt x="1378423" y="1859280"/>
                  <a:pt x="1371600" y="1852457"/>
                  <a:pt x="1371600" y="1844040"/>
                </a:cubicBezTo>
                <a:cubicBezTo>
                  <a:pt x="1371600" y="1835623"/>
                  <a:pt x="1378423" y="1828800"/>
                  <a:pt x="1386840" y="1828800"/>
                </a:cubicBezTo>
                <a:cubicBezTo>
                  <a:pt x="1395257" y="1828800"/>
                  <a:pt x="1402080" y="1835623"/>
                  <a:pt x="1402080" y="1844040"/>
                </a:cubicBezTo>
                <a:close/>
                <a:moveTo>
                  <a:pt x="1402080" y="1996440"/>
                </a:moveTo>
                <a:cubicBezTo>
                  <a:pt x="1402080" y="2004857"/>
                  <a:pt x="1395257" y="2011680"/>
                  <a:pt x="1386840" y="2011680"/>
                </a:cubicBezTo>
                <a:cubicBezTo>
                  <a:pt x="1378423" y="2011680"/>
                  <a:pt x="1371600" y="2004857"/>
                  <a:pt x="1371600" y="1996440"/>
                </a:cubicBezTo>
                <a:cubicBezTo>
                  <a:pt x="1371600" y="1988023"/>
                  <a:pt x="1378423" y="1981200"/>
                  <a:pt x="1386840" y="1981200"/>
                </a:cubicBezTo>
                <a:cubicBezTo>
                  <a:pt x="1395257" y="1981200"/>
                  <a:pt x="1402080" y="1988023"/>
                  <a:pt x="1402080" y="1996440"/>
                </a:cubicBezTo>
                <a:close/>
                <a:moveTo>
                  <a:pt x="1402080" y="2148840"/>
                </a:moveTo>
                <a:cubicBezTo>
                  <a:pt x="1402080" y="2157257"/>
                  <a:pt x="1395257" y="2164080"/>
                  <a:pt x="1386840" y="2164080"/>
                </a:cubicBezTo>
                <a:cubicBezTo>
                  <a:pt x="1378423" y="2164080"/>
                  <a:pt x="1371600" y="2157257"/>
                  <a:pt x="1371600" y="2148840"/>
                </a:cubicBezTo>
                <a:cubicBezTo>
                  <a:pt x="1371600" y="2140423"/>
                  <a:pt x="1378423" y="2133600"/>
                  <a:pt x="1386840" y="2133600"/>
                </a:cubicBezTo>
                <a:cubicBezTo>
                  <a:pt x="1395257" y="2133600"/>
                  <a:pt x="1402080" y="2140423"/>
                  <a:pt x="1402080" y="2148840"/>
                </a:cubicBezTo>
                <a:close/>
                <a:moveTo>
                  <a:pt x="1402080" y="2301240"/>
                </a:moveTo>
                <a:cubicBezTo>
                  <a:pt x="1402080" y="2309657"/>
                  <a:pt x="1395257" y="2316480"/>
                  <a:pt x="1386840" y="2316480"/>
                </a:cubicBezTo>
                <a:cubicBezTo>
                  <a:pt x="1378423" y="2316480"/>
                  <a:pt x="1371600" y="2309657"/>
                  <a:pt x="1371600" y="2301240"/>
                </a:cubicBezTo>
                <a:cubicBezTo>
                  <a:pt x="1371600" y="2292823"/>
                  <a:pt x="1378423" y="2286000"/>
                  <a:pt x="1386840" y="2286000"/>
                </a:cubicBezTo>
                <a:cubicBezTo>
                  <a:pt x="1395257" y="2286000"/>
                  <a:pt x="1402080" y="2292823"/>
                  <a:pt x="1402080" y="2301240"/>
                </a:cubicBezTo>
                <a:close/>
                <a:moveTo>
                  <a:pt x="1402080" y="2453640"/>
                </a:moveTo>
                <a:cubicBezTo>
                  <a:pt x="1402080" y="2462057"/>
                  <a:pt x="1395257" y="2468880"/>
                  <a:pt x="1386840" y="2468880"/>
                </a:cubicBezTo>
                <a:cubicBezTo>
                  <a:pt x="1378423" y="2468880"/>
                  <a:pt x="1371600" y="2462057"/>
                  <a:pt x="1371600" y="2453640"/>
                </a:cubicBezTo>
                <a:cubicBezTo>
                  <a:pt x="1371600" y="2445223"/>
                  <a:pt x="1378423" y="2438400"/>
                  <a:pt x="1386840" y="2438400"/>
                </a:cubicBezTo>
                <a:cubicBezTo>
                  <a:pt x="1395257" y="2438400"/>
                  <a:pt x="1402080" y="2445223"/>
                  <a:pt x="1402080" y="2453640"/>
                </a:cubicBezTo>
                <a:close/>
                <a:moveTo>
                  <a:pt x="1402080" y="2606040"/>
                </a:moveTo>
                <a:cubicBezTo>
                  <a:pt x="1402080" y="2614457"/>
                  <a:pt x="1395257" y="2621280"/>
                  <a:pt x="1386840" y="2621280"/>
                </a:cubicBezTo>
                <a:cubicBezTo>
                  <a:pt x="1378423" y="2621280"/>
                  <a:pt x="1371600" y="2614457"/>
                  <a:pt x="1371600" y="2606040"/>
                </a:cubicBezTo>
                <a:cubicBezTo>
                  <a:pt x="1371600" y="2597623"/>
                  <a:pt x="1378423" y="2590800"/>
                  <a:pt x="1386840" y="2590800"/>
                </a:cubicBezTo>
                <a:cubicBezTo>
                  <a:pt x="1395257" y="2590800"/>
                  <a:pt x="1402080" y="2597623"/>
                  <a:pt x="1402080" y="2606040"/>
                </a:cubicBezTo>
                <a:close/>
                <a:moveTo>
                  <a:pt x="1402080" y="2758440"/>
                </a:moveTo>
                <a:cubicBezTo>
                  <a:pt x="1402080" y="2766857"/>
                  <a:pt x="1395257" y="2773680"/>
                  <a:pt x="1386840" y="2773680"/>
                </a:cubicBezTo>
                <a:cubicBezTo>
                  <a:pt x="1378423" y="2773680"/>
                  <a:pt x="1371600" y="2766857"/>
                  <a:pt x="1371600" y="2758440"/>
                </a:cubicBezTo>
                <a:cubicBezTo>
                  <a:pt x="1371600" y="2750023"/>
                  <a:pt x="1378423" y="2743200"/>
                  <a:pt x="1386840" y="2743200"/>
                </a:cubicBezTo>
                <a:cubicBezTo>
                  <a:pt x="1395257" y="2743200"/>
                  <a:pt x="1402080" y="2750023"/>
                  <a:pt x="1402080" y="2758440"/>
                </a:cubicBezTo>
                <a:close/>
                <a:moveTo>
                  <a:pt x="1402080" y="2910840"/>
                </a:moveTo>
                <a:cubicBezTo>
                  <a:pt x="1402080" y="2919257"/>
                  <a:pt x="1395257" y="2926080"/>
                  <a:pt x="1386840" y="2926080"/>
                </a:cubicBezTo>
                <a:cubicBezTo>
                  <a:pt x="1378423" y="2926080"/>
                  <a:pt x="1371600" y="2919257"/>
                  <a:pt x="1371600" y="2910840"/>
                </a:cubicBezTo>
                <a:cubicBezTo>
                  <a:pt x="1371600" y="2902423"/>
                  <a:pt x="1378423" y="2895600"/>
                  <a:pt x="1386840" y="2895600"/>
                </a:cubicBezTo>
                <a:cubicBezTo>
                  <a:pt x="1395257" y="2895600"/>
                  <a:pt x="1402080" y="2902423"/>
                  <a:pt x="1402080" y="2910840"/>
                </a:cubicBezTo>
                <a:close/>
                <a:moveTo>
                  <a:pt x="1402080" y="3063240"/>
                </a:moveTo>
                <a:cubicBezTo>
                  <a:pt x="1402080" y="3071657"/>
                  <a:pt x="1395257" y="3078480"/>
                  <a:pt x="1386840" y="3078480"/>
                </a:cubicBezTo>
                <a:cubicBezTo>
                  <a:pt x="1378423" y="3078480"/>
                  <a:pt x="1371600" y="3071657"/>
                  <a:pt x="1371600" y="3063240"/>
                </a:cubicBezTo>
                <a:cubicBezTo>
                  <a:pt x="1371600" y="3054823"/>
                  <a:pt x="1378423" y="3048000"/>
                  <a:pt x="1386840" y="3048000"/>
                </a:cubicBezTo>
                <a:cubicBezTo>
                  <a:pt x="1395257" y="3048000"/>
                  <a:pt x="1402080" y="3054823"/>
                  <a:pt x="1402080" y="3063240"/>
                </a:cubicBezTo>
                <a:close/>
                <a:moveTo>
                  <a:pt x="1402080" y="3215640"/>
                </a:moveTo>
                <a:cubicBezTo>
                  <a:pt x="1402080" y="3224057"/>
                  <a:pt x="1395257" y="3230880"/>
                  <a:pt x="1386840" y="3230880"/>
                </a:cubicBezTo>
                <a:cubicBezTo>
                  <a:pt x="1378423" y="3230880"/>
                  <a:pt x="1371600" y="3224057"/>
                  <a:pt x="1371600" y="3215640"/>
                </a:cubicBezTo>
                <a:cubicBezTo>
                  <a:pt x="1371600" y="3207223"/>
                  <a:pt x="1378423" y="3200400"/>
                  <a:pt x="1386840" y="3200400"/>
                </a:cubicBezTo>
                <a:cubicBezTo>
                  <a:pt x="1395257" y="3200400"/>
                  <a:pt x="1402080" y="3207223"/>
                  <a:pt x="1402080" y="3215640"/>
                </a:cubicBezTo>
                <a:close/>
                <a:moveTo>
                  <a:pt x="1402080" y="3368040"/>
                </a:moveTo>
                <a:cubicBezTo>
                  <a:pt x="1402080" y="3376457"/>
                  <a:pt x="1395257" y="3383280"/>
                  <a:pt x="1386840" y="3383280"/>
                </a:cubicBezTo>
                <a:cubicBezTo>
                  <a:pt x="1378423" y="3383280"/>
                  <a:pt x="1371600" y="3376457"/>
                  <a:pt x="1371600" y="3368040"/>
                </a:cubicBezTo>
                <a:cubicBezTo>
                  <a:pt x="1371600" y="3359623"/>
                  <a:pt x="1378423" y="3352800"/>
                  <a:pt x="1386840" y="3352800"/>
                </a:cubicBezTo>
                <a:cubicBezTo>
                  <a:pt x="1395257" y="3352800"/>
                  <a:pt x="1402080" y="3359623"/>
                  <a:pt x="1402080" y="3368040"/>
                </a:cubicBezTo>
                <a:close/>
                <a:moveTo>
                  <a:pt x="1402080" y="3520440"/>
                </a:moveTo>
                <a:cubicBezTo>
                  <a:pt x="1402080" y="3528857"/>
                  <a:pt x="1395257" y="3535680"/>
                  <a:pt x="1386840" y="3535680"/>
                </a:cubicBezTo>
                <a:cubicBezTo>
                  <a:pt x="1378423" y="3535680"/>
                  <a:pt x="1371600" y="3528857"/>
                  <a:pt x="1371600" y="3520440"/>
                </a:cubicBezTo>
                <a:cubicBezTo>
                  <a:pt x="1371600" y="3512023"/>
                  <a:pt x="1378423" y="3505200"/>
                  <a:pt x="1386840" y="3505200"/>
                </a:cubicBezTo>
                <a:cubicBezTo>
                  <a:pt x="1395257" y="3505200"/>
                  <a:pt x="1402080" y="3512023"/>
                  <a:pt x="1402080" y="3520440"/>
                </a:cubicBezTo>
                <a:close/>
                <a:moveTo>
                  <a:pt x="1402080" y="3672840"/>
                </a:moveTo>
                <a:cubicBezTo>
                  <a:pt x="1402080" y="3681257"/>
                  <a:pt x="1395257" y="3688080"/>
                  <a:pt x="1386840" y="3688080"/>
                </a:cubicBezTo>
                <a:cubicBezTo>
                  <a:pt x="1378423" y="3688080"/>
                  <a:pt x="1371600" y="3681257"/>
                  <a:pt x="1371600" y="3672840"/>
                </a:cubicBezTo>
                <a:cubicBezTo>
                  <a:pt x="1371600" y="3664423"/>
                  <a:pt x="1378423" y="3657600"/>
                  <a:pt x="1386840" y="3657600"/>
                </a:cubicBezTo>
                <a:cubicBezTo>
                  <a:pt x="1395257" y="3657600"/>
                  <a:pt x="1402080" y="3664423"/>
                  <a:pt x="1402080" y="3672840"/>
                </a:cubicBezTo>
                <a:close/>
                <a:moveTo>
                  <a:pt x="1402080" y="3825240"/>
                </a:moveTo>
                <a:cubicBezTo>
                  <a:pt x="1402080" y="3833657"/>
                  <a:pt x="1395257" y="3840480"/>
                  <a:pt x="1386840" y="3840480"/>
                </a:cubicBezTo>
                <a:cubicBezTo>
                  <a:pt x="1378423" y="3840480"/>
                  <a:pt x="1371600" y="3833657"/>
                  <a:pt x="1371600" y="3825240"/>
                </a:cubicBezTo>
                <a:cubicBezTo>
                  <a:pt x="1371600" y="3816823"/>
                  <a:pt x="1378423" y="3810000"/>
                  <a:pt x="1386840" y="3810000"/>
                </a:cubicBezTo>
                <a:cubicBezTo>
                  <a:pt x="1395257" y="3810000"/>
                  <a:pt x="1402080" y="3816823"/>
                  <a:pt x="1402080" y="3825240"/>
                </a:cubicBezTo>
                <a:close/>
                <a:moveTo>
                  <a:pt x="1402080" y="3977640"/>
                </a:moveTo>
                <a:cubicBezTo>
                  <a:pt x="1402080" y="3986057"/>
                  <a:pt x="1395257" y="3992880"/>
                  <a:pt x="1386840" y="3992880"/>
                </a:cubicBezTo>
                <a:cubicBezTo>
                  <a:pt x="1378423" y="3992880"/>
                  <a:pt x="1371600" y="3986057"/>
                  <a:pt x="1371600" y="3977640"/>
                </a:cubicBezTo>
                <a:cubicBezTo>
                  <a:pt x="1371600" y="3969223"/>
                  <a:pt x="1378423" y="3962400"/>
                  <a:pt x="1386840" y="3962400"/>
                </a:cubicBezTo>
                <a:cubicBezTo>
                  <a:pt x="1395257" y="3962400"/>
                  <a:pt x="1402080" y="3969223"/>
                  <a:pt x="1402080" y="3977640"/>
                </a:cubicBezTo>
                <a:close/>
                <a:moveTo>
                  <a:pt x="1402080" y="4130040"/>
                </a:moveTo>
                <a:cubicBezTo>
                  <a:pt x="1402080" y="4138457"/>
                  <a:pt x="1395257" y="4145280"/>
                  <a:pt x="1386840" y="4145280"/>
                </a:cubicBezTo>
                <a:cubicBezTo>
                  <a:pt x="1378423" y="4145280"/>
                  <a:pt x="1371600" y="4138457"/>
                  <a:pt x="1371600" y="4130040"/>
                </a:cubicBezTo>
                <a:cubicBezTo>
                  <a:pt x="1371600" y="4121623"/>
                  <a:pt x="1378423" y="4114800"/>
                  <a:pt x="1386840" y="4114800"/>
                </a:cubicBezTo>
                <a:cubicBezTo>
                  <a:pt x="1395257" y="4114800"/>
                  <a:pt x="1402080" y="4121623"/>
                  <a:pt x="1402080" y="4130040"/>
                </a:cubicBezTo>
                <a:close/>
                <a:moveTo>
                  <a:pt x="1402080" y="4282440"/>
                </a:moveTo>
                <a:cubicBezTo>
                  <a:pt x="1402080" y="4290857"/>
                  <a:pt x="1395257" y="4297680"/>
                  <a:pt x="1386840" y="4297680"/>
                </a:cubicBezTo>
                <a:cubicBezTo>
                  <a:pt x="1378423" y="4297680"/>
                  <a:pt x="1371600" y="4290857"/>
                  <a:pt x="1371600" y="4282440"/>
                </a:cubicBezTo>
                <a:cubicBezTo>
                  <a:pt x="1371600" y="4274023"/>
                  <a:pt x="1378423" y="4267200"/>
                  <a:pt x="1386840" y="4267200"/>
                </a:cubicBezTo>
                <a:cubicBezTo>
                  <a:pt x="1395257" y="4267200"/>
                  <a:pt x="1402080" y="4274023"/>
                  <a:pt x="1402080" y="4282440"/>
                </a:cubicBezTo>
                <a:close/>
                <a:moveTo>
                  <a:pt x="1402080" y="4434840"/>
                </a:moveTo>
                <a:cubicBezTo>
                  <a:pt x="1402080" y="4443257"/>
                  <a:pt x="1395257" y="4450080"/>
                  <a:pt x="1386840" y="4450080"/>
                </a:cubicBezTo>
                <a:cubicBezTo>
                  <a:pt x="1378423" y="4450080"/>
                  <a:pt x="1371600" y="4443257"/>
                  <a:pt x="1371600" y="4434840"/>
                </a:cubicBezTo>
                <a:cubicBezTo>
                  <a:pt x="1371600" y="4426423"/>
                  <a:pt x="1378423" y="4419600"/>
                  <a:pt x="1386840" y="4419600"/>
                </a:cubicBezTo>
                <a:cubicBezTo>
                  <a:pt x="1395257" y="4419600"/>
                  <a:pt x="1402080" y="4426423"/>
                  <a:pt x="1402080" y="4434840"/>
                </a:cubicBezTo>
                <a:close/>
                <a:moveTo>
                  <a:pt x="1554480" y="15240"/>
                </a:moveTo>
                <a:cubicBezTo>
                  <a:pt x="1554480" y="23657"/>
                  <a:pt x="1547657" y="30480"/>
                  <a:pt x="1539240" y="30480"/>
                </a:cubicBezTo>
                <a:cubicBezTo>
                  <a:pt x="1530823" y="30480"/>
                  <a:pt x="1524000" y="23657"/>
                  <a:pt x="1524000" y="15240"/>
                </a:cubicBezTo>
                <a:cubicBezTo>
                  <a:pt x="1524000" y="6823"/>
                  <a:pt x="1530823" y="0"/>
                  <a:pt x="1539240" y="0"/>
                </a:cubicBezTo>
                <a:cubicBezTo>
                  <a:pt x="1547657" y="0"/>
                  <a:pt x="1554480" y="6823"/>
                  <a:pt x="1554480" y="15240"/>
                </a:cubicBezTo>
                <a:close/>
                <a:moveTo>
                  <a:pt x="1554480" y="167640"/>
                </a:moveTo>
                <a:cubicBezTo>
                  <a:pt x="1554480" y="176057"/>
                  <a:pt x="1547657" y="182880"/>
                  <a:pt x="1539240" y="182880"/>
                </a:cubicBezTo>
                <a:cubicBezTo>
                  <a:pt x="1530823" y="182880"/>
                  <a:pt x="1524000" y="176057"/>
                  <a:pt x="1524000" y="167640"/>
                </a:cubicBezTo>
                <a:cubicBezTo>
                  <a:pt x="1524000" y="159223"/>
                  <a:pt x="1530823" y="152400"/>
                  <a:pt x="1539240" y="152400"/>
                </a:cubicBezTo>
                <a:cubicBezTo>
                  <a:pt x="1547657" y="152400"/>
                  <a:pt x="1554480" y="159223"/>
                  <a:pt x="1554480" y="167640"/>
                </a:cubicBezTo>
                <a:close/>
                <a:moveTo>
                  <a:pt x="1554480" y="320040"/>
                </a:moveTo>
                <a:cubicBezTo>
                  <a:pt x="1554480" y="328457"/>
                  <a:pt x="1547657" y="335280"/>
                  <a:pt x="1539240" y="335280"/>
                </a:cubicBezTo>
                <a:cubicBezTo>
                  <a:pt x="1530823" y="335280"/>
                  <a:pt x="1524000" y="328457"/>
                  <a:pt x="1524000" y="320040"/>
                </a:cubicBezTo>
                <a:cubicBezTo>
                  <a:pt x="1524000" y="311623"/>
                  <a:pt x="1530823" y="304800"/>
                  <a:pt x="1539240" y="304800"/>
                </a:cubicBezTo>
                <a:cubicBezTo>
                  <a:pt x="1547657" y="304800"/>
                  <a:pt x="1554480" y="311623"/>
                  <a:pt x="1554480" y="320040"/>
                </a:cubicBezTo>
                <a:close/>
                <a:moveTo>
                  <a:pt x="1554480" y="472440"/>
                </a:moveTo>
                <a:cubicBezTo>
                  <a:pt x="1554480" y="480857"/>
                  <a:pt x="1547657" y="487680"/>
                  <a:pt x="1539240" y="487680"/>
                </a:cubicBezTo>
                <a:cubicBezTo>
                  <a:pt x="1530823" y="487680"/>
                  <a:pt x="1524000" y="480857"/>
                  <a:pt x="1524000" y="472440"/>
                </a:cubicBezTo>
                <a:cubicBezTo>
                  <a:pt x="1524000" y="464023"/>
                  <a:pt x="1530823" y="457200"/>
                  <a:pt x="1539240" y="457200"/>
                </a:cubicBezTo>
                <a:cubicBezTo>
                  <a:pt x="1547657" y="457200"/>
                  <a:pt x="1554480" y="464023"/>
                  <a:pt x="1554480" y="472440"/>
                </a:cubicBezTo>
                <a:close/>
                <a:moveTo>
                  <a:pt x="1554480" y="624840"/>
                </a:moveTo>
                <a:cubicBezTo>
                  <a:pt x="1554480" y="633257"/>
                  <a:pt x="1547657" y="640080"/>
                  <a:pt x="1539240" y="640080"/>
                </a:cubicBezTo>
                <a:cubicBezTo>
                  <a:pt x="1530823" y="640080"/>
                  <a:pt x="1524000" y="633257"/>
                  <a:pt x="1524000" y="624840"/>
                </a:cubicBezTo>
                <a:cubicBezTo>
                  <a:pt x="1524000" y="616423"/>
                  <a:pt x="1530823" y="609600"/>
                  <a:pt x="1539240" y="609600"/>
                </a:cubicBezTo>
                <a:cubicBezTo>
                  <a:pt x="1547657" y="609600"/>
                  <a:pt x="1554480" y="616423"/>
                  <a:pt x="1554480" y="624840"/>
                </a:cubicBezTo>
                <a:close/>
                <a:moveTo>
                  <a:pt x="1554480" y="777240"/>
                </a:moveTo>
                <a:cubicBezTo>
                  <a:pt x="1554480" y="785657"/>
                  <a:pt x="1547657" y="792480"/>
                  <a:pt x="1539240" y="792480"/>
                </a:cubicBezTo>
                <a:cubicBezTo>
                  <a:pt x="1530823" y="792480"/>
                  <a:pt x="1524000" y="785657"/>
                  <a:pt x="1524000" y="777240"/>
                </a:cubicBezTo>
                <a:cubicBezTo>
                  <a:pt x="1524000" y="768823"/>
                  <a:pt x="1530823" y="762000"/>
                  <a:pt x="1539240" y="762000"/>
                </a:cubicBezTo>
                <a:cubicBezTo>
                  <a:pt x="1547657" y="762000"/>
                  <a:pt x="1554480" y="768823"/>
                  <a:pt x="1554480" y="777240"/>
                </a:cubicBezTo>
                <a:close/>
                <a:moveTo>
                  <a:pt x="1554480" y="929640"/>
                </a:moveTo>
                <a:cubicBezTo>
                  <a:pt x="1554480" y="938057"/>
                  <a:pt x="1547657" y="944880"/>
                  <a:pt x="1539240" y="944880"/>
                </a:cubicBezTo>
                <a:cubicBezTo>
                  <a:pt x="1530823" y="944880"/>
                  <a:pt x="1524000" y="938057"/>
                  <a:pt x="1524000" y="929640"/>
                </a:cubicBezTo>
                <a:cubicBezTo>
                  <a:pt x="1524000" y="921223"/>
                  <a:pt x="1530823" y="914400"/>
                  <a:pt x="1539240" y="914400"/>
                </a:cubicBezTo>
                <a:cubicBezTo>
                  <a:pt x="1547657" y="914400"/>
                  <a:pt x="1554480" y="921223"/>
                  <a:pt x="1554480" y="929640"/>
                </a:cubicBezTo>
                <a:close/>
                <a:moveTo>
                  <a:pt x="1554480" y="1082040"/>
                </a:moveTo>
                <a:cubicBezTo>
                  <a:pt x="1554480" y="1090457"/>
                  <a:pt x="1547657" y="1097280"/>
                  <a:pt x="1539240" y="1097280"/>
                </a:cubicBezTo>
                <a:cubicBezTo>
                  <a:pt x="1530823" y="1097280"/>
                  <a:pt x="1524000" y="1090457"/>
                  <a:pt x="1524000" y="1082040"/>
                </a:cubicBezTo>
                <a:cubicBezTo>
                  <a:pt x="1524000" y="1073623"/>
                  <a:pt x="1530823" y="1066800"/>
                  <a:pt x="1539240" y="1066800"/>
                </a:cubicBezTo>
                <a:cubicBezTo>
                  <a:pt x="1547657" y="1066800"/>
                  <a:pt x="1554480" y="1073623"/>
                  <a:pt x="1554480" y="1082040"/>
                </a:cubicBezTo>
                <a:close/>
                <a:moveTo>
                  <a:pt x="1554480" y="1234440"/>
                </a:moveTo>
                <a:cubicBezTo>
                  <a:pt x="1554480" y="1242857"/>
                  <a:pt x="1547657" y="1249680"/>
                  <a:pt x="1539240" y="1249680"/>
                </a:cubicBezTo>
                <a:cubicBezTo>
                  <a:pt x="1530823" y="1249680"/>
                  <a:pt x="1524000" y="1242857"/>
                  <a:pt x="1524000" y="1234440"/>
                </a:cubicBezTo>
                <a:cubicBezTo>
                  <a:pt x="1524000" y="1226023"/>
                  <a:pt x="1530823" y="1219200"/>
                  <a:pt x="1539240" y="1219200"/>
                </a:cubicBezTo>
                <a:cubicBezTo>
                  <a:pt x="1547657" y="1219200"/>
                  <a:pt x="1554480" y="1226023"/>
                  <a:pt x="1554480" y="1234440"/>
                </a:cubicBezTo>
                <a:close/>
                <a:moveTo>
                  <a:pt x="1554480" y="1386840"/>
                </a:moveTo>
                <a:cubicBezTo>
                  <a:pt x="1554480" y="1395257"/>
                  <a:pt x="1547657" y="1402080"/>
                  <a:pt x="1539240" y="1402080"/>
                </a:cubicBezTo>
                <a:cubicBezTo>
                  <a:pt x="1530823" y="1402080"/>
                  <a:pt x="1524000" y="1395257"/>
                  <a:pt x="1524000" y="1386840"/>
                </a:cubicBezTo>
                <a:cubicBezTo>
                  <a:pt x="1524000" y="1378423"/>
                  <a:pt x="1530823" y="1371600"/>
                  <a:pt x="1539240" y="1371600"/>
                </a:cubicBezTo>
                <a:cubicBezTo>
                  <a:pt x="1547657" y="1371600"/>
                  <a:pt x="1554480" y="1378423"/>
                  <a:pt x="1554480" y="1386840"/>
                </a:cubicBezTo>
                <a:close/>
                <a:moveTo>
                  <a:pt x="1554480" y="1539240"/>
                </a:moveTo>
                <a:cubicBezTo>
                  <a:pt x="1554480" y="1547657"/>
                  <a:pt x="1547657" y="1554480"/>
                  <a:pt x="1539240" y="1554480"/>
                </a:cubicBezTo>
                <a:cubicBezTo>
                  <a:pt x="1530823" y="1554480"/>
                  <a:pt x="1524000" y="1547657"/>
                  <a:pt x="1524000" y="1539240"/>
                </a:cubicBezTo>
                <a:cubicBezTo>
                  <a:pt x="1524000" y="1530823"/>
                  <a:pt x="1530823" y="1524000"/>
                  <a:pt x="1539240" y="1524000"/>
                </a:cubicBezTo>
                <a:cubicBezTo>
                  <a:pt x="1547657" y="1524000"/>
                  <a:pt x="1554480" y="1530823"/>
                  <a:pt x="1554480" y="1539240"/>
                </a:cubicBezTo>
                <a:close/>
                <a:moveTo>
                  <a:pt x="1554480" y="1691640"/>
                </a:moveTo>
                <a:cubicBezTo>
                  <a:pt x="1554480" y="1700057"/>
                  <a:pt x="1547657" y="1706880"/>
                  <a:pt x="1539240" y="1706880"/>
                </a:cubicBezTo>
                <a:cubicBezTo>
                  <a:pt x="1530823" y="1706880"/>
                  <a:pt x="1524000" y="1700057"/>
                  <a:pt x="1524000" y="1691640"/>
                </a:cubicBezTo>
                <a:cubicBezTo>
                  <a:pt x="1524000" y="1683223"/>
                  <a:pt x="1530823" y="1676400"/>
                  <a:pt x="1539240" y="1676400"/>
                </a:cubicBezTo>
                <a:cubicBezTo>
                  <a:pt x="1547657" y="1676400"/>
                  <a:pt x="1554480" y="1683223"/>
                  <a:pt x="1554480" y="1691640"/>
                </a:cubicBezTo>
                <a:close/>
                <a:moveTo>
                  <a:pt x="1554480" y="1844040"/>
                </a:moveTo>
                <a:cubicBezTo>
                  <a:pt x="1554480" y="1852457"/>
                  <a:pt x="1547657" y="1859280"/>
                  <a:pt x="1539240" y="1859280"/>
                </a:cubicBezTo>
                <a:cubicBezTo>
                  <a:pt x="1530823" y="1859280"/>
                  <a:pt x="1524000" y="1852457"/>
                  <a:pt x="1524000" y="1844040"/>
                </a:cubicBezTo>
                <a:cubicBezTo>
                  <a:pt x="1524000" y="1835623"/>
                  <a:pt x="1530823" y="1828800"/>
                  <a:pt x="1539240" y="1828800"/>
                </a:cubicBezTo>
                <a:cubicBezTo>
                  <a:pt x="1547657" y="1828800"/>
                  <a:pt x="1554480" y="1835623"/>
                  <a:pt x="1554480" y="1844040"/>
                </a:cubicBezTo>
                <a:close/>
                <a:moveTo>
                  <a:pt x="1554480" y="1996440"/>
                </a:moveTo>
                <a:cubicBezTo>
                  <a:pt x="1554480" y="2004857"/>
                  <a:pt x="1547657" y="2011680"/>
                  <a:pt x="1539240" y="2011680"/>
                </a:cubicBezTo>
                <a:cubicBezTo>
                  <a:pt x="1530823" y="2011680"/>
                  <a:pt x="1524000" y="2004857"/>
                  <a:pt x="1524000" y="1996440"/>
                </a:cubicBezTo>
                <a:cubicBezTo>
                  <a:pt x="1524000" y="1988023"/>
                  <a:pt x="1530823" y="1981200"/>
                  <a:pt x="1539240" y="1981200"/>
                </a:cubicBezTo>
                <a:cubicBezTo>
                  <a:pt x="1547657" y="1981200"/>
                  <a:pt x="1554480" y="1988023"/>
                  <a:pt x="1554480" y="1996440"/>
                </a:cubicBezTo>
                <a:close/>
                <a:moveTo>
                  <a:pt x="1554480" y="2148840"/>
                </a:moveTo>
                <a:cubicBezTo>
                  <a:pt x="1554480" y="2157257"/>
                  <a:pt x="1547657" y="2164080"/>
                  <a:pt x="1539240" y="2164080"/>
                </a:cubicBezTo>
                <a:cubicBezTo>
                  <a:pt x="1530823" y="2164080"/>
                  <a:pt x="1524000" y="2157257"/>
                  <a:pt x="1524000" y="2148840"/>
                </a:cubicBezTo>
                <a:cubicBezTo>
                  <a:pt x="1524000" y="2140423"/>
                  <a:pt x="1530823" y="2133600"/>
                  <a:pt x="1539240" y="2133600"/>
                </a:cubicBezTo>
                <a:cubicBezTo>
                  <a:pt x="1547657" y="2133600"/>
                  <a:pt x="1554480" y="2140423"/>
                  <a:pt x="1554480" y="2148840"/>
                </a:cubicBezTo>
                <a:close/>
                <a:moveTo>
                  <a:pt x="1554480" y="2301240"/>
                </a:moveTo>
                <a:cubicBezTo>
                  <a:pt x="1554480" y="2309657"/>
                  <a:pt x="1547657" y="2316480"/>
                  <a:pt x="1539240" y="2316480"/>
                </a:cubicBezTo>
                <a:cubicBezTo>
                  <a:pt x="1530823" y="2316480"/>
                  <a:pt x="1524000" y="2309657"/>
                  <a:pt x="1524000" y="2301240"/>
                </a:cubicBezTo>
                <a:cubicBezTo>
                  <a:pt x="1524000" y="2292823"/>
                  <a:pt x="1530823" y="2286000"/>
                  <a:pt x="1539240" y="2286000"/>
                </a:cubicBezTo>
                <a:cubicBezTo>
                  <a:pt x="1547657" y="2286000"/>
                  <a:pt x="1554480" y="2292823"/>
                  <a:pt x="1554480" y="2301240"/>
                </a:cubicBezTo>
                <a:close/>
                <a:moveTo>
                  <a:pt x="1554480" y="2453640"/>
                </a:moveTo>
                <a:cubicBezTo>
                  <a:pt x="1554480" y="2462057"/>
                  <a:pt x="1547657" y="2468880"/>
                  <a:pt x="1539240" y="2468880"/>
                </a:cubicBezTo>
                <a:cubicBezTo>
                  <a:pt x="1530823" y="2468880"/>
                  <a:pt x="1524000" y="2462057"/>
                  <a:pt x="1524000" y="2453640"/>
                </a:cubicBezTo>
                <a:cubicBezTo>
                  <a:pt x="1524000" y="2445223"/>
                  <a:pt x="1530823" y="2438400"/>
                  <a:pt x="1539240" y="2438400"/>
                </a:cubicBezTo>
                <a:cubicBezTo>
                  <a:pt x="1547657" y="2438400"/>
                  <a:pt x="1554480" y="2445223"/>
                  <a:pt x="1554480" y="2453640"/>
                </a:cubicBezTo>
                <a:close/>
                <a:moveTo>
                  <a:pt x="1554480" y="2606040"/>
                </a:moveTo>
                <a:cubicBezTo>
                  <a:pt x="1554480" y="2614457"/>
                  <a:pt x="1547657" y="2621280"/>
                  <a:pt x="1539240" y="2621280"/>
                </a:cubicBezTo>
                <a:cubicBezTo>
                  <a:pt x="1530823" y="2621280"/>
                  <a:pt x="1524000" y="2614457"/>
                  <a:pt x="1524000" y="2606040"/>
                </a:cubicBezTo>
                <a:cubicBezTo>
                  <a:pt x="1524000" y="2597623"/>
                  <a:pt x="1530823" y="2590800"/>
                  <a:pt x="1539240" y="2590800"/>
                </a:cubicBezTo>
                <a:cubicBezTo>
                  <a:pt x="1547657" y="2590800"/>
                  <a:pt x="1554480" y="2597623"/>
                  <a:pt x="1554480" y="2606040"/>
                </a:cubicBezTo>
                <a:close/>
                <a:moveTo>
                  <a:pt x="1554480" y="2758440"/>
                </a:moveTo>
                <a:cubicBezTo>
                  <a:pt x="1554480" y="2766857"/>
                  <a:pt x="1547657" y="2773680"/>
                  <a:pt x="1539240" y="2773680"/>
                </a:cubicBezTo>
                <a:cubicBezTo>
                  <a:pt x="1530823" y="2773680"/>
                  <a:pt x="1524000" y="2766857"/>
                  <a:pt x="1524000" y="2758440"/>
                </a:cubicBezTo>
                <a:cubicBezTo>
                  <a:pt x="1524000" y="2750023"/>
                  <a:pt x="1530823" y="2743200"/>
                  <a:pt x="1539240" y="2743200"/>
                </a:cubicBezTo>
                <a:cubicBezTo>
                  <a:pt x="1547657" y="2743200"/>
                  <a:pt x="1554480" y="2750023"/>
                  <a:pt x="1554480" y="2758440"/>
                </a:cubicBezTo>
                <a:close/>
                <a:moveTo>
                  <a:pt x="1554480" y="2910840"/>
                </a:moveTo>
                <a:cubicBezTo>
                  <a:pt x="1554480" y="2919257"/>
                  <a:pt x="1547657" y="2926080"/>
                  <a:pt x="1539240" y="2926080"/>
                </a:cubicBezTo>
                <a:cubicBezTo>
                  <a:pt x="1530823" y="2926080"/>
                  <a:pt x="1524000" y="2919257"/>
                  <a:pt x="1524000" y="2910840"/>
                </a:cubicBezTo>
                <a:cubicBezTo>
                  <a:pt x="1524000" y="2902423"/>
                  <a:pt x="1530823" y="2895600"/>
                  <a:pt x="1539240" y="2895600"/>
                </a:cubicBezTo>
                <a:cubicBezTo>
                  <a:pt x="1547657" y="2895600"/>
                  <a:pt x="1554480" y="2902423"/>
                  <a:pt x="1554480" y="2910840"/>
                </a:cubicBezTo>
                <a:close/>
                <a:moveTo>
                  <a:pt x="1554480" y="3063240"/>
                </a:moveTo>
                <a:cubicBezTo>
                  <a:pt x="1554480" y="3071657"/>
                  <a:pt x="1547657" y="3078480"/>
                  <a:pt x="1539240" y="3078480"/>
                </a:cubicBezTo>
                <a:cubicBezTo>
                  <a:pt x="1530823" y="3078480"/>
                  <a:pt x="1524000" y="3071657"/>
                  <a:pt x="1524000" y="3063240"/>
                </a:cubicBezTo>
                <a:cubicBezTo>
                  <a:pt x="1524000" y="3054823"/>
                  <a:pt x="1530823" y="3048000"/>
                  <a:pt x="1539240" y="3048000"/>
                </a:cubicBezTo>
                <a:cubicBezTo>
                  <a:pt x="1547657" y="3048000"/>
                  <a:pt x="1554480" y="3054823"/>
                  <a:pt x="1554480" y="3063240"/>
                </a:cubicBezTo>
                <a:close/>
                <a:moveTo>
                  <a:pt x="1554480" y="3215640"/>
                </a:moveTo>
                <a:cubicBezTo>
                  <a:pt x="1554480" y="3224057"/>
                  <a:pt x="1547657" y="3230880"/>
                  <a:pt x="1539240" y="3230880"/>
                </a:cubicBezTo>
                <a:cubicBezTo>
                  <a:pt x="1530823" y="3230880"/>
                  <a:pt x="1524000" y="3224057"/>
                  <a:pt x="1524000" y="3215640"/>
                </a:cubicBezTo>
                <a:cubicBezTo>
                  <a:pt x="1524000" y="3207223"/>
                  <a:pt x="1530823" y="3200400"/>
                  <a:pt x="1539240" y="3200400"/>
                </a:cubicBezTo>
                <a:cubicBezTo>
                  <a:pt x="1547657" y="3200400"/>
                  <a:pt x="1554480" y="3207223"/>
                  <a:pt x="1554480" y="3215640"/>
                </a:cubicBezTo>
                <a:close/>
                <a:moveTo>
                  <a:pt x="1554480" y="3368040"/>
                </a:moveTo>
                <a:cubicBezTo>
                  <a:pt x="1554480" y="3376457"/>
                  <a:pt x="1547657" y="3383280"/>
                  <a:pt x="1539240" y="3383280"/>
                </a:cubicBezTo>
                <a:cubicBezTo>
                  <a:pt x="1530823" y="3383280"/>
                  <a:pt x="1524000" y="3376457"/>
                  <a:pt x="1524000" y="3368040"/>
                </a:cubicBezTo>
                <a:cubicBezTo>
                  <a:pt x="1524000" y="3359623"/>
                  <a:pt x="1530823" y="3352800"/>
                  <a:pt x="1539240" y="3352800"/>
                </a:cubicBezTo>
                <a:cubicBezTo>
                  <a:pt x="1547657" y="3352800"/>
                  <a:pt x="1554480" y="3359623"/>
                  <a:pt x="1554480" y="3368040"/>
                </a:cubicBezTo>
                <a:close/>
                <a:moveTo>
                  <a:pt x="1554480" y="3520440"/>
                </a:moveTo>
                <a:cubicBezTo>
                  <a:pt x="1554480" y="3528857"/>
                  <a:pt x="1547657" y="3535680"/>
                  <a:pt x="1539240" y="3535680"/>
                </a:cubicBezTo>
                <a:cubicBezTo>
                  <a:pt x="1530823" y="3535680"/>
                  <a:pt x="1524000" y="3528857"/>
                  <a:pt x="1524000" y="3520440"/>
                </a:cubicBezTo>
                <a:cubicBezTo>
                  <a:pt x="1524000" y="3512023"/>
                  <a:pt x="1530823" y="3505200"/>
                  <a:pt x="1539240" y="3505200"/>
                </a:cubicBezTo>
                <a:cubicBezTo>
                  <a:pt x="1547657" y="3505200"/>
                  <a:pt x="1554480" y="3512023"/>
                  <a:pt x="1554480" y="3520440"/>
                </a:cubicBezTo>
                <a:close/>
                <a:moveTo>
                  <a:pt x="1554480" y="3672840"/>
                </a:moveTo>
                <a:cubicBezTo>
                  <a:pt x="1554480" y="3681257"/>
                  <a:pt x="1547657" y="3688080"/>
                  <a:pt x="1539240" y="3688080"/>
                </a:cubicBezTo>
                <a:cubicBezTo>
                  <a:pt x="1530823" y="3688080"/>
                  <a:pt x="1524000" y="3681257"/>
                  <a:pt x="1524000" y="3672840"/>
                </a:cubicBezTo>
                <a:cubicBezTo>
                  <a:pt x="1524000" y="3664423"/>
                  <a:pt x="1530823" y="3657600"/>
                  <a:pt x="1539240" y="3657600"/>
                </a:cubicBezTo>
                <a:cubicBezTo>
                  <a:pt x="1547657" y="3657600"/>
                  <a:pt x="1554480" y="3664423"/>
                  <a:pt x="1554480" y="3672840"/>
                </a:cubicBezTo>
                <a:close/>
                <a:moveTo>
                  <a:pt x="1554480" y="3825240"/>
                </a:moveTo>
                <a:cubicBezTo>
                  <a:pt x="1554480" y="3833657"/>
                  <a:pt x="1547657" y="3840480"/>
                  <a:pt x="1539240" y="3840480"/>
                </a:cubicBezTo>
                <a:cubicBezTo>
                  <a:pt x="1530823" y="3840480"/>
                  <a:pt x="1524000" y="3833657"/>
                  <a:pt x="1524000" y="3825240"/>
                </a:cubicBezTo>
                <a:cubicBezTo>
                  <a:pt x="1524000" y="3816823"/>
                  <a:pt x="1530823" y="3810000"/>
                  <a:pt x="1539240" y="3810000"/>
                </a:cubicBezTo>
                <a:cubicBezTo>
                  <a:pt x="1547657" y="3810000"/>
                  <a:pt x="1554480" y="3816823"/>
                  <a:pt x="1554480" y="3825240"/>
                </a:cubicBezTo>
                <a:close/>
                <a:moveTo>
                  <a:pt x="1554480" y="3977640"/>
                </a:moveTo>
                <a:cubicBezTo>
                  <a:pt x="1554480" y="3986057"/>
                  <a:pt x="1547657" y="3992880"/>
                  <a:pt x="1539240" y="3992880"/>
                </a:cubicBezTo>
                <a:cubicBezTo>
                  <a:pt x="1530823" y="3992880"/>
                  <a:pt x="1524000" y="3986057"/>
                  <a:pt x="1524000" y="3977640"/>
                </a:cubicBezTo>
                <a:cubicBezTo>
                  <a:pt x="1524000" y="3969223"/>
                  <a:pt x="1530823" y="3962400"/>
                  <a:pt x="1539240" y="3962400"/>
                </a:cubicBezTo>
                <a:cubicBezTo>
                  <a:pt x="1547657" y="3962400"/>
                  <a:pt x="1554480" y="3969223"/>
                  <a:pt x="1554480" y="3977640"/>
                </a:cubicBezTo>
                <a:close/>
                <a:moveTo>
                  <a:pt x="1554480" y="4130040"/>
                </a:moveTo>
                <a:cubicBezTo>
                  <a:pt x="1554480" y="4138457"/>
                  <a:pt x="1547657" y="4145280"/>
                  <a:pt x="1539240" y="4145280"/>
                </a:cubicBezTo>
                <a:cubicBezTo>
                  <a:pt x="1530823" y="4145280"/>
                  <a:pt x="1524000" y="4138457"/>
                  <a:pt x="1524000" y="4130040"/>
                </a:cubicBezTo>
                <a:cubicBezTo>
                  <a:pt x="1524000" y="4121623"/>
                  <a:pt x="1530823" y="4114800"/>
                  <a:pt x="1539240" y="4114800"/>
                </a:cubicBezTo>
                <a:cubicBezTo>
                  <a:pt x="1547657" y="4114800"/>
                  <a:pt x="1554480" y="4121623"/>
                  <a:pt x="1554480" y="4130040"/>
                </a:cubicBezTo>
                <a:close/>
                <a:moveTo>
                  <a:pt x="1554480" y="4282440"/>
                </a:moveTo>
                <a:cubicBezTo>
                  <a:pt x="1554480" y="4290857"/>
                  <a:pt x="1547657" y="4297680"/>
                  <a:pt x="1539240" y="4297680"/>
                </a:cubicBezTo>
                <a:cubicBezTo>
                  <a:pt x="1530823" y="4297680"/>
                  <a:pt x="1524000" y="4290857"/>
                  <a:pt x="1524000" y="4282440"/>
                </a:cubicBezTo>
                <a:cubicBezTo>
                  <a:pt x="1524000" y="4274023"/>
                  <a:pt x="1530823" y="4267200"/>
                  <a:pt x="1539240" y="4267200"/>
                </a:cubicBezTo>
                <a:cubicBezTo>
                  <a:pt x="1547657" y="4267200"/>
                  <a:pt x="1554480" y="4274023"/>
                  <a:pt x="1554480" y="4282440"/>
                </a:cubicBezTo>
                <a:close/>
                <a:moveTo>
                  <a:pt x="1554480" y="4434840"/>
                </a:moveTo>
                <a:cubicBezTo>
                  <a:pt x="1554480" y="4443257"/>
                  <a:pt x="1547657" y="4450080"/>
                  <a:pt x="1539240" y="4450080"/>
                </a:cubicBezTo>
                <a:cubicBezTo>
                  <a:pt x="1530823" y="4450080"/>
                  <a:pt x="1524000" y="4443257"/>
                  <a:pt x="1524000" y="4434840"/>
                </a:cubicBezTo>
                <a:cubicBezTo>
                  <a:pt x="1524000" y="4426423"/>
                  <a:pt x="1530823" y="4419600"/>
                  <a:pt x="1539240" y="4419600"/>
                </a:cubicBezTo>
                <a:cubicBezTo>
                  <a:pt x="1547657" y="4419600"/>
                  <a:pt x="1554480" y="4426423"/>
                  <a:pt x="1554480" y="4434840"/>
                </a:cubicBezTo>
                <a:close/>
                <a:moveTo>
                  <a:pt x="1706880" y="15240"/>
                </a:moveTo>
                <a:cubicBezTo>
                  <a:pt x="1706880" y="23657"/>
                  <a:pt x="1700057" y="30480"/>
                  <a:pt x="1691640" y="30480"/>
                </a:cubicBezTo>
                <a:cubicBezTo>
                  <a:pt x="1683223" y="30480"/>
                  <a:pt x="1676400" y="23657"/>
                  <a:pt x="1676400" y="15240"/>
                </a:cubicBezTo>
                <a:cubicBezTo>
                  <a:pt x="1676400" y="6823"/>
                  <a:pt x="1683223" y="0"/>
                  <a:pt x="1691640" y="0"/>
                </a:cubicBezTo>
                <a:cubicBezTo>
                  <a:pt x="1700057" y="0"/>
                  <a:pt x="1706880" y="6823"/>
                  <a:pt x="1706880" y="15240"/>
                </a:cubicBezTo>
                <a:close/>
                <a:moveTo>
                  <a:pt x="1706880" y="167640"/>
                </a:moveTo>
                <a:cubicBezTo>
                  <a:pt x="1706880" y="176057"/>
                  <a:pt x="1700057" y="182880"/>
                  <a:pt x="1691640" y="182880"/>
                </a:cubicBezTo>
                <a:cubicBezTo>
                  <a:pt x="1683223" y="182880"/>
                  <a:pt x="1676400" y="176057"/>
                  <a:pt x="1676400" y="167640"/>
                </a:cubicBezTo>
                <a:cubicBezTo>
                  <a:pt x="1676400" y="159223"/>
                  <a:pt x="1683223" y="152400"/>
                  <a:pt x="1691640" y="152400"/>
                </a:cubicBezTo>
                <a:cubicBezTo>
                  <a:pt x="1700057" y="152400"/>
                  <a:pt x="1706880" y="159223"/>
                  <a:pt x="1706880" y="167640"/>
                </a:cubicBezTo>
                <a:close/>
                <a:moveTo>
                  <a:pt x="1706880" y="320040"/>
                </a:moveTo>
                <a:cubicBezTo>
                  <a:pt x="1706880" y="328457"/>
                  <a:pt x="1700057" y="335280"/>
                  <a:pt x="1691640" y="335280"/>
                </a:cubicBezTo>
                <a:cubicBezTo>
                  <a:pt x="1683223" y="335280"/>
                  <a:pt x="1676400" y="328457"/>
                  <a:pt x="1676400" y="320040"/>
                </a:cubicBezTo>
                <a:cubicBezTo>
                  <a:pt x="1676400" y="311623"/>
                  <a:pt x="1683223" y="304800"/>
                  <a:pt x="1691640" y="304800"/>
                </a:cubicBezTo>
                <a:cubicBezTo>
                  <a:pt x="1700057" y="304800"/>
                  <a:pt x="1706880" y="311623"/>
                  <a:pt x="1706880" y="320040"/>
                </a:cubicBezTo>
                <a:close/>
                <a:moveTo>
                  <a:pt x="1706880" y="472440"/>
                </a:moveTo>
                <a:cubicBezTo>
                  <a:pt x="1706880" y="480857"/>
                  <a:pt x="1700057" y="487680"/>
                  <a:pt x="1691640" y="487680"/>
                </a:cubicBezTo>
                <a:cubicBezTo>
                  <a:pt x="1683223" y="487680"/>
                  <a:pt x="1676400" y="480857"/>
                  <a:pt x="1676400" y="472440"/>
                </a:cubicBezTo>
                <a:cubicBezTo>
                  <a:pt x="1676400" y="464023"/>
                  <a:pt x="1683223" y="457200"/>
                  <a:pt x="1691640" y="457200"/>
                </a:cubicBezTo>
                <a:cubicBezTo>
                  <a:pt x="1700057" y="457200"/>
                  <a:pt x="1706880" y="464023"/>
                  <a:pt x="1706880" y="472440"/>
                </a:cubicBezTo>
                <a:close/>
                <a:moveTo>
                  <a:pt x="1706880" y="624840"/>
                </a:moveTo>
                <a:cubicBezTo>
                  <a:pt x="1706880" y="633257"/>
                  <a:pt x="1700057" y="640080"/>
                  <a:pt x="1691640" y="640080"/>
                </a:cubicBezTo>
                <a:cubicBezTo>
                  <a:pt x="1683223" y="640080"/>
                  <a:pt x="1676400" y="633257"/>
                  <a:pt x="1676400" y="624840"/>
                </a:cubicBezTo>
                <a:cubicBezTo>
                  <a:pt x="1676400" y="616423"/>
                  <a:pt x="1683223" y="609600"/>
                  <a:pt x="1691640" y="609600"/>
                </a:cubicBezTo>
                <a:cubicBezTo>
                  <a:pt x="1700057" y="609600"/>
                  <a:pt x="1706880" y="616423"/>
                  <a:pt x="1706880" y="624840"/>
                </a:cubicBezTo>
                <a:close/>
                <a:moveTo>
                  <a:pt x="1706880" y="777240"/>
                </a:moveTo>
                <a:cubicBezTo>
                  <a:pt x="1706880" y="785657"/>
                  <a:pt x="1700057" y="792480"/>
                  <a:pt x="1691640" y="792480"/>
                </a:cubicBezTo>
                <a:cubicBezTo>
                  <a:pt x="1683223" y="792480"/>
                  <a:pt x="1676400" y="785657"/>
                  <a:pt x="1676400" y="777240"/>
                </a:cubicBezTo>
                <a:cubicBezTo>
                  <a:pt x="1676400" y="768823"/>
                  <a:pt x="1683223" y="762000"/>
                  <a:pt x="1691640" y="762000"/>
                </a:cubicBezTo>
                <a:cubicBezTo>
                  <a:pt x="1700057" y="762000"/>
                  <a:pt x="1706880" y="768823"/>
                  <a:pt x="1706880" y="777240"/>
                </a:cubicBezTo>
                <a:close/>
                <a:moveTo>
                  <a:pt x="1706880" y="929640"/>
                </a:moveTo>
                <a:cubicBezTo>
                  <a:pt x="1706880" y="938057"/>
                  <a:pt x="1700057" y="944880"/>
                  <a:pt x="1691640" y="944880"/>
                </a:cubicBezTo>
                <a:cubicBezTo>
                  <a:pt x="1683223" y="944880"/>
                  <a:pt x="1676400" y="938057"/>
                  <a:pt x="1676400" y="929640"/>
                </a:cubicBezTo>
                <a:cubicBezTo>
                  <a:pt x="1676400" y="921223"/>
                  <a:pt x="1683223" y="914400"/>
                  <a:pt x="1691640" y="914400"/>
                </a:cubicBezTo>
                <a:cubicBezTo>
                  <a:pt x="1700057" y="914400"/>
                  <a:pt x="1706880" y="921223"/>
                  <a:pt x="1706880" y="929640"/>
                </a:cubicBezTo>
                <a:close/>
                <a:moveTo>
                  <a:pt x="1706880" y="1082040"/>
                </a:moveTo>
                <a:cubicBezTo>
                  <a:pt x="1706880" y="1090457"/>
                  <a:pt x="1700057" y="1097280"/>
                  <a:pt x="1691640" y="1097280"/>
                </a:cubicBezTo>
                <a:cubicBezTo>
                  <a:pt x="1683223" y="1097280"/>
                  <a:pt x="1676400" y="1090457"/>
                  <a:pt x="1676400" y="1082040"/>
                </a:cubicBezTo>
                <a:cubicBezTo>
                  <a:pt x="1676400" y="1073623"/>
                  <a:pt x="1683223" y="1066800"/>
                  <a:pt x="1691640" y="1066800"/>
                </a:cubicBezTo>
                <a:cubicBezTo>
                  <a:pt x="1700057" y="1066800"/>
                  <a:pt x="1706880" y="1073623"/>
                  <a:pt x="1706880" y="1082040"/>
                </a:cubicBezTo>
                <a:close/>
                <a:moveTo>
                  <a:pt x="1706880" y="1234440"/>
                </a:moveTo>
                <a:cubicBezTo>
                  <a:pt x="1706880" y="1242857"/>
                  <a:pt x="1700057" y="1249680"/>
                  <a:pt x="1691640" y="1249680"/>
                </a:cubicBezTo>
                <a:cubicBezTo>
                  <a:pt x="1683223" y="1249680"/>
                  <a:pt x="1676400" y="1242857"/>
                  <a:pt x="1676400" y="1234440"/>
                </a:cubicBezTo>
                <a:cubicBezTo>
                  <a:pt x="1676400" y="1226023"/>
                  <a:pt x="1683223" y="1219200"/>
                  <a:pt x="1691640" y="1219200"/>
                </a:cubicBezTo>
                <a:cubicBezTo>
                  <a:pt x="1700057" y="1219200"/>
                  <a:pt x="1706880" y="1226023"/>
                  <a:pt x="1706880" y="1234440"/>
                </a:cubicBezTo>
                <a:close/>
                <a:moveTo>
                  <a:pt x="1706880" y="1386840"/>
                </a:moveTo>
                <a:cubicBezTo>
                  <a:pt x="1706880" y="1395257"/>
                  <a:pt x="1700057" y="1402080"/>
                  <a:pt x="1691640" y="1402080"/>
                </a:cubicBezTo>
                <a:cubicBezTo>
                  <a:pt x="1683223" y="1402080"/>
                  <a:pt x="1676400" y="1395257"/>
                  <a:pt x="1676400" y="1386840"/>
                </a:cubicBezTo>
                <a:cubicBezTo>
                  <a:pt x="1676400" y="1378423"/>
                  <a:pt x="1683223" y="1371600"/>
                  <a:pt x="1691640" y="1371600"/>
                </a:cubicBezTo>
                <a:cubicBezTo>
                  <a:pt x="1700057" y="1371600"/>
                  <a:pt x="1706880" y="1378423"/>
                  <a:pt x="1706880" y="1386840"/>
                </a:cubicBezTo>
                <a:close/>
                <a:moveTo>
                  <a:pt x="1706880" y="1539240"/>
                </a:moveTo>
                <a:cubicBezTo>
                  <a:pt x="1706880" y="1547657"/>
                  <a:pt x="1700057" y="1554480"/>
                  <a:pt x="1691640" y="1554480"/>
                </a:cubicBezTo>
                <a:cubicBezTo>
                  <a:pt x="1683223" y="1554480"/>
                  <a:pt x="1676400" y="1547657"/>
                  <a:pt x="1676400" y="1539240"/>
                </a:cubicBezTo>
                <a:cubicBezTo>
                  <a:pt x="1676400" y="1530823"/>
                  <a:pt x="1683223" y="1524000"/>
                  <a:pt x="1691640" y="1524000"/>
                </a:cubicBezTo>
                <a:cubicBezTo>
                  <a:pt x="1700057" y="1524000"/>
                  <a:pt x="1706880" y="1530823"/>
                  <a:pt x="1706880" y="1539240"/>
                </a:cubicBezTo>
                <a:close/>
                <a:moveTo>
                  <a:pt x="1706880" y="1691640"/>
                </a:moveTo>
                <a:cubicBezTo>
                  <a:pt x="1706880" y="1700057"/>
                  <a:pt x="1700057" y="1706880"/>
                  <a:pt x="1691640" y="1706880"/>
                </a:cubicBezTo>
                <a:cubicBezTo>
                  <a:pt x="1683223" y="1706880"/>
                  <a:pt x="1676400" y="1700057"/>
                  <a:pt x="1676400" y="1691640"/>
                </a:cubicBezTo>
                <a:cubicBezTo>
                  <a:pt x="1676400" y="1683223"/>
                  <a:pt x="1683223" y="1676400"/>
                  <a:pt x="1691640" y="1676400"/>
                </a:cubicBezTo>
                <a:cubicBezTo>
                  <a:pt x="1700057" y="1676400"/>
                  <a:pt x="1706880" y="1683223"/>
                  <a:pt x="1706880" y="1691640"/>
                </a:cubicBezTo>
                <a:close/>
                <a:moveTo>
                  <a:pt x="1706880" y="1844040"/>
                </a:moveTo>
                <a:cubicBezTo>
                  <a:pt x="1706880" y="1852457"/>
                  <a:pt x="1700057" y="1859280"/>
                  <a:pt x="1691640" y="1859280"/>
                </a:cubicBezTo>
                <a:cubicBezTo>
                  <a:pt x="1683223" y="1859280"/>
                  <a:pt x="1676400" y="1852457"/>
                  <a:pt x="1676400" y="1844040"/>
                </a:cubicBezTo>
                <a:cubicBezTo>
                  <a:pt x="1676400" y="1835623"/>
                  <a:pt x="1683223" y="1828800"/>
                  <a:pt x="1691640" y="1828800"/>
                </a:cubicBezTo>
                <a:cubicBezTo>
                  <a:pt x="1700057" y="1828800"/>
                  <a:pt x="1706880" y="1835623"/>
                  <a:pt x="1706880" y="1844040"/>
                </a:cubicBezTo>
                <a:close/>
                <a:moveTo>
                  <a:pt x="1706880" y="1996440"/>
                </a:moveTo>
                <a:cubicBezTo>
                  <a:pt x="1706880" y="2004857"/>
                  <a:pt x="1700057" y="2011680"/>
                  <a:pt x="1691640" y="2011680"/>
                </a:cubicBezTo>
                <a:cubicBezTo>
                  <a:pt x="1683223" y="2011680"/>
                  <a:pt x="1676400" y="2004857"/>
                  <a:pt x="1676400" y="1996440"/>
                </a:cubicBezTo>
                <a:cubicBezTo>
                  <a:pt x="1676400" y="1988023"/>
                  <a:pt x="1683223" y="1981200"/>
                  <a:pt x="1691640" y="1981200"/>
                </a:cubicBezTo>
                <a:cubicBezTo>
                  <a:pt x="1700057" y="1981200"/>
                  <a:pt x="1706880" y="1988023"/>
                  <a:pt x="1706880" y="1996440"/>
                </a:cubicBezTo>
                <a:close/>
                <a:moveTo>
                  <a:pt x="1706880" y="2148840"/>
                </a:moveTo>
                <a:cubicBezTo>
                  <a:pt x="1706880" y="2157257"/>
                  <a:pt x="1700057" y="2164080"/>
                  <a:pt x="1691640" y="2164080"/>
                </a:cubicBezTo>
                <a:cubicBezTo>
                  <a:pt x="1683223" y="2164080"/>
                  <a:pt x="1676400" y="2157257"/>
                  <a:pt x="1676400" y="2148840"/>
                </a:cubicBezTo>
                <a:cubicBezTo>
                  <a:pt x="1676400" y="2140423"/>
                  <a:pt x="1683223" y="2133600"/>
                  <a:pt x="1691640" y="2133600"/>
                </a:cubicBezTo>
                <a:cubicBezTo>
                  <a:pt x="1700057" y="2133600"/>
                  <a:pt x="1706880" y="2140423"/>
                  <a:pt x="1706880" y="2148840"/>
                </a:cubicBezTo>
                <a:close/>
                <a:moveTo>
                  <a:pt x="1706880" y="2301240"/>
                </a:moveTo>
                <a:cubicBezTo>
                  <a:pt x="1706880" y="2309657"/>
                  <a:pt x="1700057" y="2316480"/>
                  <a:pt x="1691640" y="2316480"/>
                </a:cubicBezTo>
                <a:cubicBezTo>
                  <a:pt x="1683223" y="2316480"/>
                  <a:pt x="1676400" y="2309657"/>
                  <a:pt x="1676400" y="2301240"/>
                </a:cubicBezTo>
                <a:cubicBezTo>
                  <a:pt x="1676400" y="2292823"/>
                  <a:pt x="1683223" y="2286000"/>
                  <a:pt x="1691640" y="2286000"/>
                </a:cubicBezTo>
                <a:cubicBezTo>
                  <a:pt x="1700057" y="2286000"/>
                  <a:pt x="1706880" y="2292823"/>
                  <a:pt x="1706880" y="2301240"/>
                </a:cubicBezTo>
                <a:close/>
                <a:moveTo>
                  <a:pt x="1706880" y="2453640"/>
                </a:moveTo>
                <a:cubicBezTo>
                  <a:pt x="1706880" y="2462057"/>
                  <a:pt x="1700057" y="2468880"/>
                  <a:pt x="1691640" y="2468880"/>
                </a:cubicBezTo>
                <a:cubicBezTo>
                  <a:pt x="1683223" y="2468880"/>
                  <a:pt x="1676400" y="2462057"/>
                  <a:pt x="1676400" y="2453640"/>
                </a:cubicBezTo>
                <a:cubicBezTo>
                  <a:pt x="1676400" y="2445223"/>
                  <a:pt x="1683223" y="2438400"/>
                  <a:pt x="1691640" y="2438400"/>
                </a:cubicBezTo>
                <a:cubicBezTo>
                  <a:pt x="1700057" y="2438400"/>
                  <a:pt x="1706880" y="2445223"/>
                  <a:pt x="1706880" y="2453640"/>
                </a:cubicBezTo>
                <a:close/>
                <a:moveTo>
                  <a:pt x="1706880" y="2606040"/>
                </a:moveTo>
                <a:cubicBezTo>
                  <a:pt x="1706880" y="2614457"/>
                  <a:pt x="1700057" y="2621280"/>
                  <a:pt x="1691640" y="2621280"/>
                </a:cubicBezTo>
                <a:cubicBezTo>
                  <a:pt x="1683223" y="2621280"/>
                  <a:pt x="1676400" y="2614457"/>
                  <a:pt x="1676400" y="2606040"/>
                </a:cubicBezTo>
                <a:cubicBezTo>
                  <a:pt x="1676400" y="2597623"/>
                  <a:pt x="1683223" y="2590800"/>
                  <a:pt x="1691640" y="2590800"/>
                </a:cubicBezTo>
                <a:cubicBezTo>
                  <a:pt x="1700057" y="2590800"/>
                  <a:pt x="1706880" y="2597623"/>
                  <a:pt x="1706880" y="2606040"/>
                </a:cubicBezTo>
                <a:close/>
                <a:moveTo>
                  <a:pt x="1706880" y="2758440"/>
                </a:moveTo>
                <a:cubicBezTo>
                  <a:pt x="1706880" y="2766857"/>
                  <a:pt x="1700057" y="2773680"/>
                  <a:pt x="1691640" y="2773680"/>
                </a:cubicBezTo>
                <a:cubicBezTo>
                  <a:pt x="1683223" y="2773680"/>
                  <a:pt x="1676400" y="2766857"/>
                  <a:pt x="1676400" y="2758440"/>
                </a:cubicBezTo>
                <a:cubicBezTo>
                  <a:pt x="1676400" y="2750023"/>
                  <a:pt x="1683223" y="2743200"/>
                  <a:pt x="1691640" y="2743200"/>
                </a:cubicBezTo>
                <a:cubicBezTo>
                  <a:pt x="1700057" y="2743200"/>
                  <a:pt x="1706880" y="2750023"/>
                  <a:pt x="1706880" y="2758440"/>
                </a:cubicBezTo>
                <a:close/>
                <a:moveTo>
                  <a:pt x="1706880" y="2910840"/>
                </a:moveTo>
                <a:cubicBezTo>
                  <a:pt x="1706880" y="2919257"/>
                  <a:pt x="1700057" y="2926080"/>
                  <a:pt x="1691640" y="2926080"/>
                </a:cubicBezTo>
                <a:cubicBezTo>
                  <a:pt x="1683223" y="2926080"/>
                  <a:pt x="1676400" y="2919257"/>
                  <a:pt x="1676400" y="2910840"/>
                </a:cubicBezTo>
                <a:cubicBezTo>
                  <a:pt x="1676400" y="2902423"/>
                  <a:pt x="1683223" y="2895600"/>
                  <a:pt x="1691640" y="2895600"/>
                </a:cubicBezTo>
                <a:cubicBezTo>
                  <a:pt x="1700057" y="2895600"/>
                  <a:pt x="1706880" y="2902423"/>
                  <a:pt x="1706880" y="2910840"/>
                </a:cubicBezTo>
                <a:close/>
                <a:moveTo>
                  <a:pt x="1706880" y="3063240"/>
                </a:moveTo>
                <a:cubicBezTo>
                  <a:pt x="1706880" y="3071657"/>
                  <a:pt x="1700057" y="3078480"/>
                  <a:pt x="1691640" y="3078480"/>
                </a:cubicBezTo>
                <a:cubicBezTo>
                  <a:pt x="1683223" y="3078480"/>
                  <a:pt x="1676400" y="3071657"/>
                  <a:pt x="1676400" y="3063240"/>
                </a:cubicBezTo>
                <a:cubicBezTo>
                  <a:pt x="1676400" y="3054823"/>
                  <a:pt x="1683223" y="3048000"/>
                  <a:pt x="1691640" y="3048000"/>
                </a:cubicBezTo>
                <a:cubicBezTo>
                  <a:pt x="1700057" y="3048000"/>
                  <a:pt x="1706880" y="3054823"/>
                  <a:pt x="1706880" y="3063240"/>
                </a:cubicBezTo>
                <a:close/>
                <a:moveTo>
                  <a:pt x="1706880" y="3215640"/>
                </a:moveTo>
                <a:cubicBezTo>
                  <a:pt x="1706880" y="3224057"/>
                  <a:pt x="1700057" y="3230880"/>
                  <a:pt x="1691640" y="3230880"/>
                </a:cubicBezTo>
                <a:cubicBezTo>
                  <a:pt x="1683223" y="3230880"/>
                  <a:pt x="1676400" y="3224057"/>
                  <a:pt x="1676400" y="3215640"/>
                </a:cubicBezTo>
                <a:cubicBezTo>
                  <a:pt x="1676400" y="3207223"/>
                  <a:pt x="1683223" y="3200400"/>
                  <a:pt x="1691640" y="3200400"/>
                </a:cubicBezTo>
                <a:cubicBezTo>
                  <a:pt x="1700057" y="3200400"/>
                  <a:pt x="1706880" y="3207223"/>
                  <a:pt x="1706880" y="3215640"/>
                </a:cubicBezTo>
                <a:close/>
                <a:moveTo>
                  <a:pt x="1706880" y="3368040"/>
                </a:moveTo>
                <a:cubicBezTo>
                  <a:pt x="1706880" y="3376457"/>
                  <a:pt x="1700057" y="3383280"/>
                  <a:pt x="1691640" y="3383280"/>
                </a:cubicBezTo>
                <a:cubicBezTo>
                  <a:pt x="1683223" y="3383280"/>
                  <a:pt x="1676400" y="3376457"/>
                  <a:pt x="1676400" y="3368040"/>
                </a:cubicBezTo>
                <a:cubicBezTo>
                  <a:pt x="1676400" y="3359623"/>
                  <a:pt x="1683223" y="3352800"/>
                  <a:pt x="1691640" y="3352800"/>
                </a:cubicBezTo>
                <a:cubicBezTo>
                  <a:pt x="1700057" y="3352800"/>
                  <a:pt x="1706880" y="3359623"/>
                  <a:pt x="1706880" y="3368040"/>
                </a:cubicBezTo>
                <a:close/>
                <a:moveTo>
                  <a:pt x="1706880" y="3520440"/>
                </a:moveTo>
                <a:cubicBezTo>
                  <a:pt x="1706880" y="3528857"/>
                  <a:pt x="1700057" y="3535680"/>
                  <a:pt x="1691640" y="3535680"/>
                </a:cubicBezTo>
                <a:cubicBezTo>
                  <a:pt x="1683223" y="3535680"/>
                  <a:pt x="1676400" y="3528857"/>
                  <a:pt x="1676400" y="3520440"/>
                </a:cubicBezTo>
                <a:cubicBezTo>
                  <a:pt x="1676400" y="3512023"/>
                  <a:pt x="1683223" y="3505200"/>
                  <a:pt x="1691640" y="3505200"/>
                </a:cubicBezTo>
                <a:cubicBezTo>
                  <a:pt x="1700057" y="3505200"/>
                  <a:pt x="1706880" y="3512023"/>
                  <a:pt x="1706880" y="3520440"/>
                </a:cubicBezTo>
                <a:close/>
                <a:moveTo>
                  <a:pt x="1706880" y="3672840"/>
                </a:moveTo>
                <a:cubicBezTo>
                  <a:pt x="1706880" y="3681257"/>
                  <a:pt x="1700057" y="3688080"/>
                  <a:pt x="1691640" y="3688080"/>
                </a:cubicBezTo>
                <a:cubicBezTo>
                  <a:pt x="1683223" y="3688080"/>
                  <a:pt x="1676400" y="3681257"/>
                  <a:pt x="1676400" y="3672840"/>
                </a:cubicBezTo>
                <a:cubicBezTo>
                  <a:pt x="1676400" y="3664423"/>
                  <a:pt x="1683223" y="3657600"/>
                  <a:pt x="1691640" y="3657600"/>
                </a:cubicBezTo>
                <a:cubicBezTo>
                  <a:pt x="1700057" y="3657600"/>
                  <a:pt x="1706880" y="3664423"/>
                  <a:pt x="1706880" y="3672840"/>
                </a:cubicBezTo>
                <a:close/>
                <a:moveTo>
                  <a:pt x="1706880" y="3825240"/>
                </a:moveTo>
                <a:cubicBezTo>
                  <a:pt x="1706880" y="3833657"/>
                  <a:pt x="1700057" y="3840480"/>
                  <a:pt x="1691640" y="3840480"/>
                </a:cubicBezTo>
                <a:cubicBezTo>
                  <a:pt x="1683223" y="3840480"/>
                  <a:pt x="1676400" y="3833657"/>
                  <a:pt x="1676400" y="3825240"/>
                </a:cubicBezTo>
                <a:cubicBezTo>
                  <a:pt x="1676400" y="3816823"/>
                  <a:pt x="1683223" y="3810000"/>
                  <a:pt x="1691640" y="3810000"/>
                </a:cubicBezTo>
                <a:cubicBezTo>
                  <a:pt x="1700057" y="3810000"/>
                  <a:pt x="1706880" y="3816823"/>
                  <a:pt x="1706880" y="3825240"/>
                </a:cubicBezTo>
                <a:close/>
                <a:moveTo>
                  <a:pt x="1706880" y="3977640"/>
                </a:moveTo>
                <a:cubicBezTo>
                  <a:pt x="1706880" y="3986057"/>
                  <a:pt x="1700057" y="3992880"/>
                  <a:pt x="1691640" y="3992880"/>
                </a:cubicBezTo>
                <a:cubicBezTo>
                  <a:pt x="1683223" y="3992880"/>
                  <a:pt x="1676400" y="3986057"/>
                  <a:pt x="1676400" y="3977640"/>
                </a:cubicBezTo>
                <a:cubicBezTo>
                  <a:pt x="1676400" y="3969223"/>
                  <a:pt x="1683223" y="3962400"/>
                  <a:pt x="1691640" y="3962400"/>
                </a:cubicBezTo>
                <a:cubicBezTo>
                  <a:pt x="1700057" y="3962400"/>
                  <a:pt x="1706880" y="3969223"/>
                  <a:pt x="1706880" y="3977640"/>
                </a:cubicBezTo>
                <a:close/>
                <a:moveTo>
                  <a:pt x="1706880" y="4130040"/>
                </a:moveTo>
                <a:cubicBezTo>
                  <a:pt x="1706880" y="4138457"/>
                  <a:pt x="1700057" y="4145280"/>
                  <a:pt x="1691640" y="4145280"/>
                </a:cubicBezTo>
                <a:cubicBezTo>
                  <a:pt x="1683223" y="4145280"/>
                  <a:pt x="1676400" y="4138457"/>
                  <a:pt x="1676400" y="4130040"/>
                </a:cubicBezTo>
                <a:cubicBezTo>
                  <a:pt x="1676400" y="4121623"/>
                  <a:pt x="1683223" y="4114800"/>
                  <a:pt x="1691640" y="4114800"/>
                </a:cubicBezTo>
                <a:cubicBezTo>
                  <a:pt x="1700057" y="4114800"/>
                  <a:pt x="1706880" y="4121623"/>
                  <a:pt x="1706880" y="4130040"/>
                </a:cubicBezTo>
                <a:close/>
                <a:moveTo>
                  <a:pt x="1706880" y="4282440"/>
                </a:moveTo>
                <a:cubicBezTo>
                  <a:pt x="1706880" y="4290857"/>
                  <a:pt x="1700057" y="4297680"/>
                  <a:pt x="1691640" y="4297680"/>
                </a:cubicBezTo>
                <a:cubicBezTo>
                  <a:pt x="1683223" y="4297680"/>
                  <a:pt x="1676400" y="4290857"/>
                  <a:pt x="1676400" y="4282440"/>
                </a:cubicBezTo>
                <a:cubicBezTo>
                  <a:pt x="1676400" y="4274023"/>
                  <a:pt x="1683223" y="4267200"/>
                  <a:pt x="1691640" y="4267200"/>
                </a:cubicBezTo>
                <a:cubicBezTo>
                  <a:pt x="1700057" y="4267200"/>
                  <a:pt x="1706880" y="4274023"/>
                  <a:pt x="1706880" y="4282440"/>
                </a:cubicBezTo>
                <a:close/>
                <a:moveTo>
                  <a:pt x="1706880" y="4434840"/>
                </a:moveTo>
                <a:cubicBezTo>
                  <a:pt x="1706880" y="4443257"/>
                  <a:pt x="1700057" y="4450080"/>
                  <a:pt x="1691640" y="4450080"/>
                </a:cubicBezTo>
                <a:cubicBezTo>
                  <a:pt x="1683223" y="4450080"/>
                  <a:pt x="1676400" y="4443257"/>
                  <a:pt x="1676400" y="4434840"/>
                </a:cubicBezTo>
                <a:cubicBezTo>
                  <a:pt x="1676400" y="4426423"/>
                  <a:pt x="1683223" y="4419600"/>
                  <a:pt x="1691640" y="4419600"/>
                </a:cubicBezTo>
                <a:cubicBezTo>
                  <a:pt x="1700057" y="4419600"/>
                  <a:pt x="1706880" y="4426423"/>
                  <a:pt x="1706880" y="4434840"/>
                </a:cubicBezTo>
                <a:close/>
                <a:moveTo>
                  <a:pt x="1859280" y="15240"/>
                </a:moveTo>
                <a:cubicBezTo>
                  <a:pt x="1859280" y="23657"/>
                  <a:pt x="1852457" y="30480"/>
                  <a:pt x="1844040" y="30480"/>
                </a:cubicBezTo>
                <a:cubicBezTo>
                  <a:pt x="1835623" y="30480"/>
                  <a:pt x="1828800" y="23657"/>
                  <a:pt x="1828800" y="15240"/>
                </a:cubicBezTo>
                <a:cubicBezTo>
                  <a:pt x="1828800" y="6823"/>
                  <a:pt x="1835623" y="0"/>
                  <a:pt x="1844040" y="0"/>
                </a:cubicBezTo>
                <a:cubicBezTo>
                  <a:pt x="1852457" y="0"/>
                  <a:pt x="1859280" y="6823"/>
                  <a:pt x="1859280" y="15240"/>
                </a:cubicBezTo>
                <a:close/>
                <a:moveTo>
                  <a:pt x="1859280" y="167640"/>
                </a:moveTo>
                <a:cubicBezTo>
                  <a:pt x="1859280" y="176057"/>
                  <a:pt x="1852457" y="182880"/>
                  <a:pt x="1844040" y="182880"/>
                </a:cubicBezTo>
                <a:cubicBezTo>
                  <a:pt x="1835623" y="182880"/>
                  <a:pt x="1828800" y="176057"/>
                  <a:pt x="1828800" y="167640"/>
                </a:cubicBezTo>
                <a:cubicBezTo>
                  <a:pt x="1828800" y="159223"/>
                  <a:pt x="1835623" y="152400"/>
                  <a:pt x="1844040" y="152400"/>
                </a:cubicBezTo>
                <a:cubicBezTo>
                  <a:pt x="1852457" y="152400"/>
                  <a:pt x="1859280" y="159223"/>
                  <a:pt x="1859280" y="167640"/>
                </a:cubicBezTo>
                <a:close/>
                <a:moveTo>
                  <a:pt x="1859280" y="320040"/>
                </a:moveTo>
                <a:cubicBezTo>
                  <a:pt x="1859280" y="328457"/>
                  <a:pt x="1852457" y="335280"/>
                  <a:pt x="1844040" y="335280"/>
                </a:cubicBezTo>
                <a:cubicBezTo>
                  <a:pt x="1835623" y="335280"/>
                  <a:pt x="1828800" y="328457"/>
                  <a:pt x="1828800" y="320040"/>
                </a:cubicBezTo>
                <a:cubicBezTo>
                  <a:pt x="1828800" y="311623"/>
                  <a:pt x="1835623" y="304800"/>
                  <a:pt x="1844040" y="304800"/>
                </a:cubicBezTo>
                <a:cubicBezTo>
                  <a:pt x="1852457" y="304800"/>
                  <a:pt x="1859280" y="311623"/>
                  <a:pt x="1859280" y="320040"/>
                </a:cubicBezTo>
                <a:close/>
                <a:moveTo>
                  <a:pt x="1859280" y="472440"/>
                </a:moveTo>
                <a:cubicBezTo>
                  <a:pt x="1859280" y="480857"/>
                  <a:pt x="1852457" y="487680"/>
                  <a:pt x="1844040" y="487680"/>
                </a:cubicBezTo>
                <a:cubicBezTo>
                  <a:pt x="1835623" y="487680"/>
                  <a:pt x="1828800" y="480857"/>
                  <a:pt x="1828800" y="472440"/>
                </a:cubicBezTo>
                <a:cubicBezTo>
                  <a:pt x="1828800" y="464023"/>
                  <a:pt x="1835623" y="457200"/>
                  <a:pt x="1844040" y="457200"/>
                </a:cubicBezTo>
                <a:cubicBezTo>
                  <a:pt x="1852457" y="457200"/>
                  <a:pt x="1859280" y="464023"/>
                  <a:pt x="1859280" y="472440"/>
                </a:cubicBezTo>
                <a:close/>
                <a:moveTo>
                  <a:pt x="1859280" y="624840"/>
                </a:moveTo>
                <a:cubicBezTo>
                  <a:pt x="1859280" y="633257"/>
                  <a:pt x="1852457" y="640080"/>
                  <a:pt x="1844040" y="640080"/>
                </a:cubicBezTo>
                <a:cubicBezTo>
                  <a:pt x="1835623" y="640080"/>
                  <a:pt x="1828800" y="633257"/>
                  <a:pt x="1828800" y="624840"/>
                </a:cubicBezTo>
                <a:cubicBezTo>
                  <a:pt x="1828800" y="616423"/>
                  <a:pt x="1835623" y="609600"/>
                  <a:pt x="1844040" y="609600"/>
                </a:cubicBezTo>
                <a:cubicBezTo>
                  <a:pt x="1852457" y="609600"/>
                  <a:pt x="1859280" y="616423"/>
                  <a:pt x="1859280" y="624840"/>
                </a:cubicBezTo>
                <a:close/>
                <a:moveTo>
                  <a:pt x="1859280" y="777240"/>
                </a:moveTo>
                <a:cubicBezTo>
                  <a:pt x="1859280" y="785657"/>
                  <a:pt x="1852457" y="792480"/>
                  <a:pt x="1844040" y="792480"/>
                </a:cubicBezTo>
                <a:cubicBezTo>
                  <a:pt x="1835623" y="792480"/>
                  <a:pt x="1828800" y="785657"/>
                  <a:pt x="1828800" y="777240"/>
                </a:cubicBezTo>
                <a:cubicBezTo>
                  <a:pt x="1828800" y="768823"/>
                  <a:pt x="1835623" y="762000"/>
                  <a:pt x="1844040" y="762000"/>
                </a:cubicBezTo>
                <a:cubicBezTo>
                  <a:pt x="1852457" y="762000"/>
                  <a:pt x="1859280" y="768823"/>
                  <a:pt x="1859280" y="777240"/>
                </a:cubicBezTo>
                <a:close/>
                <a:moveTo>
                  <a:pt x="1859280" y="929640"/>
                </a:moveTo>
                <a:cubicBezTo>
                  <a:pt x="1859280" y="938057"/>
                  <a:pt x="1852457" y="944880"/>
                  <a:pt x="1844040" y="944880"/>
                </a:cubicBezTo>
                <a:cubicBezTo>
                  <a:pt x="1835623" y="944880"/>
                  <a:pt x="1828800" y="938057"/>
                  <a:pt x="1828800" y="929640"/>
                </a:cubicBezTo>
                <a:cubicBezTo>
                  <a:pt x="1828800" y="921223"/>
                  <a:pt x="1835623" y="914400"/>
                  <a:pt x="1844040" y="914400"/>
                </a:cubicBezTo>
                <a:cubicBezTo>
                  <a:pt x="1852457" y="914400"/>
                  <a:pt x="1859280" y="921223"/>
                  <a:pt x="1859280" y="929640"/>
                </a:cubicBezTo>
                <a:close/>
                <a:moveTo>
                  <a:pt x="1859280" y="1082040"/>
                </a:moveTo>
                <a:cubicBezTo>
                  <a:pt x="1859280" y="1090457"/>
                  <a:pt x="1852457" y="1097280"/>
                  <a:pt x="1844040" y="1097280"/>
                </a:cubicBezTo>
                <a:cubicBezTo>
                  <a:pt x="1835623" y="1097280"/>
                  <a:pt x="1828800" y="1090457"/>
                  <a:pt x="1828800" y="1082040"/>
                </a:cubicBezTo>
                <a:cubicBezTo>
                  <a:pt x="1828800" y="1073623"/>
                  <a:pt x="1835623" y="1066800"/>
                  <a:pt x="1844040" y="1066800"/>
                </a:cubicBezTo>
                <a:cubicBezTo>
                  <a:pt x="1852457" y="1066800"/>
                  <a:pt x="1859280" y="1073623"/>
                  <a:pt x="1859280" y="1082040"/>
                </a:cubicBezTo>
                <a:close/>
                <a:moveTo>
                  <a:pt x="1859280" y="1234440"/>
                </a:moveTo>
                <a:cubicBezTo>
                  <a:pt x="1859280" y="1242857"/>
                  <a:pt x="1852457" y="1249680"/>
                  <a:pt x="1844040" y="1249680"/>
                </a:cubicBezTo>
                <a:cubicBezTo>
                  <a:pt x="1835623" y="1249680"/>
                  <a:pt x="1828800" y="1242857"/>
                  <a:pt x="1828800" y="1234440"/>
                </a:cubicBezTo>
                <a:cubicBezTo>
                  <a:pt x="1828800" y="1226023"/>
                  <a:pt x="1835623" y="1219200"/>
                  <a:pt x="1844040" y="1219200"/>
                </a:cubicBezTo>
                <a:cubicBezTo>
                  <a:pt x="1852457" y="1219200"/>
                  <a:pt x="1859280" y="1226023"/>
                  <a:pt x="1859280" y="1234440"/>
                </a:cubicBezTo>
                <a:close/>
                <a:moveTo>
                  <a:pt x="1859280" y="1386840"/>
                </a:moveTo>
                <a:cubicBezTo>
                  <a:pt x="1859280" y="1395257"/>
                  <a:pt x="1852457" y="1402080"/>
                  <a:pt x="1844040" y="1402080"/>
                </a:cubicBezTo>
                <a:cubicBezTo>
                  <a:pt x="1835623" y="1402080"/>
                  <a:pt x="1828800" y="1395257"/>
                  <a:pt x="1828800" y="1386840"/>
                </a:cubicBezTo>
                <a:cubicBezTo>
                  <a:pt x="1828800" y="1378423"/>
                  <a:pt x="1835623" y="1371600"/>
                  <a:pt x="1844040" y="1371600"/>
                </a:cubicBezTo>
                <a:cubicBezTo>
                  <a:pt x="1852457" y="1371600"/>
                  <a:pt x="1859280" y="1378423"/>
                  <a:pt x="1859280" y="1386840"/>
                </a:cubicBezTo>
                <a:close/>
                <a:moveTo>
                  <a:pt x="1859280" y="1539240"/>
                </a:moveTo>
                <a:cubicBezTo>
                  <a:pt x="1859280" y="1547657"/>
                  <a:pt x="1852457" y="1554480"/>
                  <a:pt x="1844040" y="1554480"/>
                </a:cubicBezTo>
                <a:cubicBezTo>
                  <a:pt x="1835623" y="1554480"/>
                  <a:pt x="1828800" y="1547657"/>
                  <a:pt x="1828800" y="1539240"/>
                </a:cubicBezTo>
                <a:cubicBezTo>
                  <a:pt x="1828800" y="1530823"/>
                  <a:pt x="1835623" y="1524000"/>
                  <a:pt x="1844040" y="1524000"/>
                </a:cubicBezTo>
                <a:cubicBezTo>
                  <a:pt x="1852457" y="1524000"/>
                  <a:pt x="1859280" y="1530823"/>
                  <a:pt x="1859280" y="1539240"/>
                </a:cubicBezTo>
                <a:close/>
                <a:moveTo>
                  <a:pt x="1859280" y="1691640"/>
                </a:moveTo>
                <a:cubicBezTo>
                  <a:pt x="1859280" y="1700057"/>
                  <a:pt x="1852457" y="1706880"/>
                  <a:pt x="1844040" y="1706880"/>
                </a:cubicBezTo>
                <a:cubicBezTo>
                  <a:pt x="1835623" y="1706880"/>
                  <a:pt x="1828800" y="1700057"/>
                  <a:pt x="1828800" y="1691640"/>
                </a:cubicBezTo>
                <a:cubicBezTo>
                  <a:pt x="1828800" y="1683223"/>
                  <a:pt x="1835623" y="1676400"/>
                  <a:pt x="1844040" y="1676400"/>
                </a:cubicBezTo>
                <a:cubicBezTo>
                  <a:pt x="1852457" y="1676400"/>
                  <a:pt x="1859280" y="1683223"/>
                  <a:pt x="1859280" y="1691640"/>
                </a:cubicBezTo>
                <a:close/>
                <a:moveTo>
                  <a:pt x="1859280" y="1844040"/>
                </a:moveTo>
                <a:cubicBezTo>
                  <a:pt x="1859280" y="1852457"/>
                  <a:pt x="1852457" y="1859280"/>
                  <a:pt x="1844040" y="1859280"/>
                </a:cubicBezTo>
                <a:cubicBezTo>
                  <a:pt x="1835623" y="1859280"/>
                  <a:pt x="1828800" y="1852457"/>
                  <a:pt x="1828800" y="1844040"/>
                </a:cubicBezTo>
                <a:cubicBezTo>
                  <a:pt x="1828800" y="1835623"/>
                  <a:pt x="1835623" y="1828800"/>
                  <a:pt x="1844040" y="1828800"/>
                </a:cubicBezTo>
                <a:cubicBezTo>
                  <a:pt x="1852457" y="1828800"/>
                  <a:pt x="1859280" y="1835623"/>
                  <a:pt x="1859280" y="1844040"/>
                </a:cubicBezTo>
                <a:close/>
                <a:moveTo>
                  <a:pt x="1859280" y="1996440"/>
                </a:moveTo>
                <a:cubicBezTo>
                  <a:pt x="1859280" y="2004857"/>
                  <a:pt x="1852457" y="2011680"/>
                  <a:pt x="1844040" y="2011680"/>
                </a:cubicBezTo>
                <a:cubicBezTo>
                  <a:pt x="1835623" y="2011680"/>
                  <a:pt x="1828800" y="2004857"/>
                  <a:pt x="1828800" y="1996440"/>
                </a:cubicBezTo>
                <a:cubicBezTo>
                  <a:pt x="1828800" y="1988023"/>
                  <a:pt x="1835623" y="1981200"/>
                  <a:pt x="1844040" y="1981200"/>
                </a:cubicBezTo>
                <a:cubicBezTo>
                  <a:pt x="1852457" y="1981200"/>
                  <a:pt x="1859280" y="1988023"/>
                  <a:pt x="1859280" y="1996440"/>
                </a:cubicBezTo>
                <a:close/>
                <a:moveTo>
                  <a:pt x="1859280" y="2148840"/>
                </a:moveTo>
                <a:cubicBezTo>
                  <a:pt x="1859280" y="2157257"/>
                  <a:pt x="1852457" y="2164080"/>
                  <a:pt x="1844040" y="2164080"/>
                </a:cubicBezTo>
                <a:cubicBezTo>
                  <a:pt x="1835623" y="2164080"/>
                  <a:pt x="1828800" y="2157257"/>
                  <a:pt x="1828800" y="2148840"/>
                </a:cubicBezTo>
                <a:cubicBezTo>
                  <a:pt x="1828800" y="2140423"/>
                  <a:pt x="1835623" y="2133600"/>
                  <a:pt x="1844040" y="2133600"/>
                </a:cubicBezTo>
                <a:cubicBezTo>
                  <a:pt x="1852457" y="2133600"/>
                  <a:pt x="1859280" y="2140423"/>
                  <a:pt x="1859280" y="2148840"/>
                </a:cubicBezTo>
                <a:close/>
                <a:moveTo>
                  <a:pt x="1859280" y="2301240"/>
                </a:moveTo>
                <a:cubicBezTo>
                  <a:pt x="1859280" y="2309657"/>
                  <a:pt x="1852457" y="2316480"/>
                  <a:pt x="1844040" y="2316480"/>
                </a:cubicBezTo>
                <a:cubicBezTo>
                  <a:pt x="1835623" y="2316480"/>
                  <a:pt x="1828800" y="2309657"/>
                  <a:pt x="1828800" y="2301240"/>
                </a:cubicBezTo>
                <a:cubicBezTo>
                  <a:pt x="1828800" y="2292823"/>
                  <a:pt x="1835623" y="2286000"/>
                  <a:pt x="1844040" y="2286000"/>
                </a:cubicBezTo>
                <a:cubicBezTo>
                  <a:pt x="1852457" y="2286000"/>
                  <a:pt x="1859280" y="2292823"/>
                  <a:pt x="1859280" y="2301240"/>
                </a:cubicBezTo>
                <a:close/>
                <a:moveTo>
                  <a:pt x="1859280" y="2453640"/>
                </a:moveTo>
                <a:cubicBezTo>
                  <a:pt x="1859280" y="2462057"/>
                  <a:pt x="1852457" y="2468880"/>
                  <a:pt x="1844040" y="2468880"/>
                </a:cubicBezTo>
                <a:cubicBezTo>
                  <a:pt x="1835623" y="2468880"/>
                  <a:pt x="1828800" y="2462057"/>
                  <a:pt x="1828800" y="2453640"/>
                </a:cubicBezTo>
                <a:cubicBezTo>
                  <a:pt x="1828800" y="2445223"/>
                  <a:pt x="1835623" y="2438400"/>
                  <a:pt x="1844040" y="2438400"/>
                </a:cubicBezTo>
                <a:cubicBezTo>
                  <a:pt x="1852457" y="2438400"/>
                  <a:pt x="1859280" y="2445223"/>
                  <a:pt x="1859280" y="2453640"/>
                </a:cubicBezTo>
                <a:close/>
                <a:moveTo>
                  <a:pt x="1859280" y="2606040"/>
                </a:moveTo>
                <a:cubicBezTo>
                  <a:pt x="1859280" y="2614457"/>
                  <a:pt x="1852457" y="2621280"/>
                  <a:pt x="1844040" y="2621280"/>
                </a:cubicBezTo>
                <a:cubicBezTo>
                  <a:pt x="1835623" y="2621280"/>
                  <a:pt x="1828800" y="2614457"/>
                  <a:pt x="1828800" y="2606040"/>
                </a:cubicBezTo>
                <a:cubicBezTo>
                  <a:pt x="1828800" y="2597623"/>
                  <a:pt x="1835623" y="2590800"/>
                  <a:pt x="1844040" y="2590800"/>
                </a:cubicBezTo>
                <a:cubicBezTo>
                  <a:pt x="1852457" y="2590800"/>
                  <a:pt x="1859280" y="2597623"/>
                  <a:pt x="1859280" y="2606040"/>
                </a:cubicBezTo>
                <a:close/>
                <a:moveTo>
                  <a:pt x="1859280" y="2758440"/>
                </a:moveTo>
                <a:cubicBezTo>
                  <a:pt x="1859280" y="2766857"/>
                  <a:pt x="1852457" y="2773680"/>
                  <a:pt x="1844040" y="2773680"/>
                </a:cubicBezTo>
                <a:cubicBezTo>
                  <a:pt x="1835623" y="2773680"/>
                  <a:pt x="1828800" y="2766857"/>
                  <a:pt x="1828800" y="2758440"/>
                </a:cubicBezTo>
                <a:cubicBezTo>
                  <a:pt x="1828800" y="2750023"/>
                  <a:pt x="1835623" y="2743200"/>
                  <a:pt x="1844040" y="2743200"/>
                </a:cubicBezTo>
                <a:cubicBezTo>
                  <a:pt x="1852457" y="2743200"/>
                  <a:pt x="1859280" y="2750023"/>
                  <a:pt x="1859280" y="2758440"/>
                </a:cubicBezTo>
                <a:close/>
                <a:moveTo>
                  <a:pt x="1859280" y="2910840"/>
                </a:moveTo>
                <a:cubicBezTo>
                  <a:pt x="1859280" y="2919257"/>
                  <a:pt x="1852457" y="2926080"/>
                  <a:pt x="1844040" y="2926080"/>
                </a:cubicBezTo>
                <a:cubicBezTo>
                  <a:pt x="1835623" y="2926080"/>
                  <a:pt x="1828800" y="2919257"/>
                  <a:pt x="1828800" y="2910840"/>
                </a:cubicBezTo>
                <a:cubicBezTo>
                  <a:pt x="1828800" y="2902423"/>
                  <a:pt x="1835623" y="2895600"/>
                  <a:pt x="1844040" y="2895600"/>
                </a:cubicBezTo>
                <a:cubicBezTo>
                  <a:pt x="1852457" y="2895600"/>
                  <a:pt x="1859280" y="2902423"/>
                  <a:pt x="1859280" y="2910840"/>
                </a:cubicBezTo>
                <a:close/>
                <a:moveTo>
                  <a:pt x="1859280" y="3063240"/>
                </a:moveTo>
                <a:cubicBezTo>
                  <a:pt x="1859280" y="3071657"/>
                  <a:pt x="1852457" y="3078480"/>
                  <a:pt x="1844040" y="3078480"/>
                </a:cubicBezTo>
                <a:cubicBezTo>
                  <a:pt x="1835623" y="3078480"/>
                  <a:pt x="1828800" y="3071657"/>
                  <a:pt x="1828800" y="3063240"/>
                </a:cubicBezTo>
                <a:cubicBezTo>
                  <a:pt x="1828800" y="3054823"/>
                  <a:pt x="1835623" y="3048000"/>
                  <a:pt x="1844040" y="3048000"/>
                </a:cubicBezTo>
                <a:cubicBezTo>
                  <a:pt x="1852457" y="3048000"/>
                  <a:pt x="1859280" y="3054823"/>
                  <a:pt x="1859280" y="3063240"/>
                </a:cubicBezTo>
                <a:close/>
                <a:moveTo>
                  <a:pt x="1859280" y="3215640"/>
                </a:moveTo>
                <a:cubicBezTo>
                  <a:pt x="1859280" y="3224057"/>
                  <a:pt x="1852457" y="3230880"/>
                  <a:pt x="1844040" y="3230880"/>
                </a:cubicBezTo>
                <a:cubicBezTo>
                  <a:pt x="1835623" y="3230880"/>
                  <a:pt x="1828800" y="3224057"/>
                  <a:pt x="1828800" y="3215640"/>
                </a:cubicBezTo>
                <a:cubicBezTo>
                  <a:pt x="1828800" y="3207223"/>
                  <a:pt x="1835623" y="3200400"/>
                  <a:pt x="1844040" y="3200400"/>
                </a:cubicBezTo>
                <a:cubicBezTo>
                  <a:pt x="1852457" y="3200400"/>
                  <a:pt x="1859280" y="3207223"/>
                  <a:pt x="1859280" y="3215640"/>
                </a:cubicBezTo>
                <a:close/>
                <a:moveTo>
                  <a:pt x="1859280" y="3368040"/>
                </a:moveTo>
                <a:cubicBezTo>
                  <a:pt x="1859280" y="3376457"/>
                  <a:pt x="1852457" y="3383280"/>
                  <a:pt x="1844040" y="3383280"/>
                </a:cubicBezTo>
                <a:cubicBezTo>
                  <a:pt x="1835623" y="3383280"/>
                  <a:pt x="1828800" y="3376457"/>
                  <a:pt x="1828800" y="3368040"/>
                </a:cubicBezTo>
                <a:cubicBezTo>
                  <a:pt x="1828800" y="3359623"/>
                  <a:pt x="1835623" y="3352800"/>
                  <a:pt x="1844040" y="3352800"/>
                </a:cubicBezTo>
                <a:cubicBezTo>
                  <a:pt x="1852457" y="3352800"/>
                  <a:pt x="1859280" y="3359623"/>
                  <a:pt x="1859280" y="3368040"/>
                </a:cubicBezTo>
                <a:close/>
                <a:moveTo>
                  <a:pt x="1859280" y="3520440"/>
                </a:moveTo>
                <a:cubicBezTo>
                  <a:pt x="1859280" y="3528857"/>
                  <a:pt x="1852457" y="3535680"/>
                  <a:pt x="1844040" y="3535680"/>
                </a:cubicBezTo>
                <a:cubicBezTo>
                  <a:pt x="1835623" y="3535680"/>
                  <a:pt x="1828800" y="3528857"/>
                  <a:pt x="1828800" y="3520440"/>
                </a:cubicBezTo>
                <a:cubicBezTo>
                  <a:pt x="1828800" y="3512023"/>
                  <a:pt x="1835623" y="3505200"/>
                  <a:pt x="1844040" y="3505200"/>
                </a:cubicBezTo>
                <a:cubicBezTo>
                  <a:pt x="1852457" y="3505200"/>
                  <a:pt x="1859280" y="3512023"/>
                  <a:pt x="1859280" y="3520440"/>
                </a:cubicBezTo>
                <a:close/>
                <a:moveTo>
                  <a:pt x="1859280" y="3672840"/>
                </a:moveTo>
                <a:cubicBezTo>
                  <a:pt x="1859280" y="3681257"/>
                  <a:pt x="1852457" y="3688080"/>
                  <a:pt x="1844040" y="3688080"/>
                </a:cubicBezTo>
                <a:cubicBezTo>
                  <a:pt x="1835623" y="3688080"/>
                  <a:pt x="1828800" y="3681257"/>
                  <a:pt x="1828800" y="3672840"/>
                </a:cubicBezTo>
                <a:cubicBezTo>
                  <a:pt x="1828800" y="3664423"/>
                  <a:pt x="1835623" y="3657600"/>
                  <a:pt x="1844040" y="3657600"/>
                </a:cubicBezTo>
                <a:cubicBezTo>
                  <a:pt x="1852457" y="3657600"/>
                  <a:pt x="1859280" y="3664423"/>
                  <a:pt x="1859280" y="3672840"/>
                </a:cubicBezTo>
                <a:close/>
                <a:moveTo>
                  <a:pt x="1859280" y="3825240"/>
                </a:moveTo>
                <a:cubicBezTo>
                  <a:pt x="1859280" y="3833657"/>
                  <a:pt x="1852457" y="3840480"/>
                  <a:pt x="1844040" y="3840480"/>
                </a:cubicBezTo>
                <a:cubicBezTo>
                  <a:pt x="1835623" y="3840480"/>
                  <a:pt x="1828800" y="3833657"/>
                  <a:pt x="1828800" y="3825240"/>
                </a:cubicBezTo>
                <a:cubicBezTo>
                  <a:pt x="1828800" y="3816823"/>
                  <a:pt x="1835623" y="3810000"/>
                  <a:pt x="1844040" y="3810000"/>
                </a:cubicBezTo>
                <a:cubicBezTo>
                  <a:pt x="1852457" y="3810000"/>
                  <a:pt x="1859280" y="3816823"/>
                  <a:pt x="1859280" y="3825240"/>
                </a:cubicBezTo>
                <a:close/>
                <a:moveTo>
                  <a:pt x="1859280" y="3977640"/>
                </a:moveTo>
                <a:cubicBezTo>
                  <a:pt x="1859280" y="3986057"/>
                  <a:pt x="1852457" y="3992880"/>
                  <a:pt x="1844040" y="3992880"/>
                </a:cubicBezTo>
                <a:cubicBezTo>
                  <a:pt x="1835623" y="3992880"/>
                  <a:pt x="1828800" y="3986057"/>
                  <a:pt x="1828800" y="3977640"/>
                </a:cubicBezTo>
                <a:cubicBezTo>
                  <a:pt x="1828800" y="3969223"/>
                  <a:pt x="1835623" y="3962400"/>
                  <a:pt x="1844040" y="3962400"/>
                </a:cubicBezTo>
                <a:cubicBezTo>
                  <a:pt x="1852457" y="3962400"/>
                  <a:pt x="1859280" y="3969223"/>
                  <a:pt x="1859280" y="3977640"/>
                </a:cubicBezTo>
                <a:close/>
                <a:moveTo>
                  <a:pt x="1859280" y="4130040"/>
                </a:moveTo>
                <a:cubicBezTo>
                  <a:pt x="1859280" y="4138457"/>
                  <a:pt x="1852457" y="4145280"/>
                  <a:pt x="1844040" y="4145280"/>
                </a:cubicBezTo>
                <a:cubicBezTo>
                  <a:pt x="1835623" y="4145280"/>
                  <a:pt x="1828800" y="4138457"/>
                  <a:pt x="1828800" y="4130040"/>
                </a:cubicBezTo>
                <a:cubicBezTo>
                  <a:pt x="1828800" y="4121623"/>
                  <a:pt x="1835623" y="4114800"/>
                  <a:pt x="1844040" y="4114800"/>
                </a:cubicBezTo>
                <a:cubicBezTo>
                  <a:pt x="1852457" y="4114800"/>
                  <a:pt x="1859280" y="4121623"/>
                  <a:pt x="1859280" y="4130040"/>
                </a:cubicBezTo>
                <a:close/>
                <a:moveTo>
                  <a:pt x="1859280" y="4282440"/>
                </a:moveTo>
                <a:cubicBezTo>
                  <a:pt x="1859280" y="4290857"/>
                  <a:pt x="1852457" y="4297680"/>
                  <a:pt x="1844040" y="4297680"/>
                </a:cubicBezTo>
                <a:cubicBezTo>
                  <a:pt x="1835623" y="4297680"/>
                  <a:pt x="1828800" y="4290857"/>
                  <a:pt x="1828800" y="4282440"/>
                </a:cubicBezTo>
                <a:cubicBezTo>
                  <a:pt x="1828800" y="4274023"/>
                  <a:pt x="1835623" y="4267200"/>
                  <a:pt x="1844040" y="4267200"/>
                </a:cubicBezTo>
                <a:cubicBezTo>
                  <a:pt x="1852457" y="4267200"/>
                  <a:pt x="1859280" y="4274023"/>
                  <a:pt x="1859280" y="4282440"/>
                </a:cubicBezTo>
                <a:close/>
                <a:moveTo>
                  <a:pt x="1859280" y="4434840"/>
                </a:moveTo>
                <a:cubicBezTo>
                  <a:pt x="1859280" y="4443257"/>
                  <a:pt x="1852457" y="4450080"/>
                  <a:pt x="1844040" y="4450080"/>
                </a:cubicBezTo>
                <a:cubicBezTo>
                  <a:pt x="1835623" y="4450080"/>
                  <a:pt x="1828800" y="4443257"/>
                  <a:pt x="1828800" y="4434840"/>
                </a:cubicBezTo>
                <a:cubicBezTo>
                  <a:pt x="1828800" y="4426423"/>
                  <a:pt x="1835623" y="4419600"/>
                  <a:pt x="1844040" y="4419600"/>
                </a:cubicBezTo>
                <a:cubicBezTo>
                  <a:pt x="1852457" y="4419600"/>
                  <a:pt x="1859280" y="4426423"/>
                  <a:pt x="1859280" y="4434840"/>
                </a:cubicBezTo>
                <a:close/>
                <a:moveTo>
                  <a:pt x="2011680" y="15240"/>
                </a:moveTo>
                <a:cubicBezTo>
                  <a:pt x="2011680" y="23657"/>
                  <a:pt x="2004857" y="30480"/>
                  <a:pt x="1996440" y="30480"/>
                </a:cubicBezTo>
                <a:cubicBezTo>
                  <a:pt x="1988023" y="30480"/>
                  <a:pt x="1981200" y="23657"/>
                  <a:pt x="1981200" y="15240"/>
                </a:cubicBezTo>
                <a:cubicBezTo>
                  <a:pt x="1981200" y="6823"/>
                  <a:pt x="1988023" y="0"/>
                  <a:pt x="1996440" y="0"/>
                </a:cubicBezTo>
                <a:cubicBezTo>
                  <a:pt x="2004857" y="0"/>
                  <a:pt x="2011680" y="6823"/>
                  <a:pt x="2011680" y="15240"/>
                </a:cubicBezTo>
                <a:close/>
                <a:moveTo>
                  <a:pt x="2011680" y="167640"/>
                </a:moveTo>
                <a:cubicBezTo>
                  <a:pt x="2011680" y="176057"/>
                  <a:pt x="2004857" y="182880"/>
                  <a:pt x="1996440" y="182880"/>
                </a:cubicBezTo>
                <a:cubicBezTo>
                  <a:pt x="1988023" y="182880"/>
                  <a:pt x="1981200" y="176057"/>
                  <a:pt x="1981200" y="167640"/>
                </a:cubicBezTo>
                <a:cubicBezTo>
                  <a:pt x="1981200" y="159223"/>
                  <a:pt x="1988023" y="152400"/>
                  <a:pt x="1996440" y="152400"/>
                </a:cubicBezTo>
                <a:cubicBezTo>
                  <a:pt x="2004857" y="152400"/>
                  <a:pt x="2011680" y="159223"/>
                  <a:pt x="2011680" y="167640"/>
                </a:cubicBezTo>
                <a:close/>
                <a:moveTo>
                  <a:pt x="2011680" y="320040"/>
                </a:moveTo>
                <a:cubicBezTo>
                  <a:pt x="2011680" y="328457"/>
                  <a:pt x="2004857" y="335280"/>
                  <a:pt x="1996440" y="335280"/>
                </a:cubicBezTo>
                <a:cubicBezTo>
                  <a:pt x="1988023" y="335280"/>
                  <a:pt x="1981200" y="328457"/>
                  <a:pt x="1981200" y="320040"/>
                </a:cubicBezTo>
                <a:cubicBezTo>
                  <a:pt x="1981200" y="311623"/>
                  <a:pt x="1988023" y="304800"/>
                  <a:pt x="1996440" y="304800"/>
                </a:cubicBezTo>
                <a:cubicBezTo>
                  <a:pt x="2004857" y="304800"/>
                  <a:pt x="2011680" y="311623"/>
                  <a:pt x="2011680" y="320040"/>
                </a:cubicBezTo>
                <a:close/>
                <a:moveTo>
                  <a:pt x="2011680" y="472440"/>
                </a:moveTo>
                <a:cubicBezTo>
                  <a:pt x="2011680" y="480857"/>
                  <a:pt x="2004857" y="487680"/>
                  <a:pt x="1996440" y="487680"/>
                </a:cubicBezTo>
                <a:cubicBezTo>
                  <a:pt x="1988023" y="487680"/>
                  <a:pt x="1981200" y="480857"/>
                  <a:pt x="1981200" y="472440"/>
                </a:cubicBezTo>
                <a:cubicBezTo>
                  <a:pt x="1981200" y="464023"/>
                  <a:pt x="1988023" y="457200"/>
                  <a:pt x="1996440" y="457200"/>
                </a:cubicBezTo>
                <a:cubicBezTo>
                  <a:pt x="2004857" y="457200"/>
                  <a:pt x="2011680" y="464023"/>
                  <a:pt x="2011680" y="472440"/>
                </a:cubicBezTo>
                <a:close/>
                <a:moveTo>
                  <a:pt x="2011680" y="624840"/>
                </a:moveTo>
                <a:cubicBezTo>
                  <a:pt x="2011680" y="633257"/>
                  <a:pt x="2004857" y="640080"/>
                  <a:pt x="1996440" y="640080"/>
                </a:cubicBezTo>
                <a:cubicBezTo>
                  <a:pt x="1988023" y="640080"/>
                  <a:pt x="1981200" y="633257"/>
                  <a:pt x="1981200" y="624840"/>
                </a:cubicBezTo>
                <a:cubicBezTo>
                  <a:pt x="1981200" y="616423"/>
                  <a:pt x="1988023" y="609600"/>
                  <a:pt x="1996440" y="609600"/>
                </a:cubicBezTo>
                <a:cubicBezTo>
                  <a:pt x="2004857" y="609600"/>
                  <a:pt x="2011680" y="616423"/>
                  <a:pt x="2011680" y="624840"/>
                </a:cubicBezTo>
                <a:close/>
                <a:moveTo>
                  <a:pt x="2011680" y="777240"/>
                </a:moveTo>
                <a:cubicBezTo>
                  <a:pt x="2011680" y="785657"/>
                  <a:pt x="2004857" y="792480"/>
                  <a:pt x="1996440" y="792480"/>
                </a:cubicBezTo>
                <a:cubicBezTo>
                  <a:pt x="1988023" y="792480"/>
                  <a:pt x="1981200" y="785657"/>
                  <a:pt x="1981200" y="777240"/>
                </a:cubicBezTo>
                <a:cubicBezTo>
                  <a:pt x="1981200" y="768823"/>
                  <a:pt x="1988023" y="762000"/>
                  <a:pt x="1996440" y="762000"/>
                </a:cubicBezTo>
                <a:cubicBezTo>
                  <a:pt x="2004857" y="762000"/>
                  <a:pt x="2011680" y="768823"/>
                  <a:pt x="2011680" y="777240"/>
                </a:cubicBezTo>
                <a:close/>
                <a:moveTo>
                  <a:pt x="2011680" y="929640"/>
                </a:moveTo>
                <a:cubicBezTo>
                  <a:pt x="2011680" y="938057"/>
                  <a:pt x="2004857" y="944880"/>
                  <a:pt x="1996440" y="944880"/>
                </a:cubicBezTo>
                <a:cubicBezTo>
                  <a:pt x="1988023" y="944880"/>
                  <a:pt x="1981200" y="938057"/>
                  <a:pt x="1981200" y="929640"/>
                </a:cubicBezTo>
                <a:cubicBezTo>
                  <a:pt x="1981200" y="921223"/>
                  <a:pt x="1988023" y="914400"/>
                  <a:pt x="1996440" y="914400"/>
                </a:cubicBezTo>
                <a:cubicBezTo>
                  <a:pt x="2004857" y="914400"/>
                  <a:pt x="2011680" y="921223"/>
                  <a:pt x="2011680" y="929640"/>
                </a:cubicBezTo>
                <a:close/>
                <a:moveTo>
                  <a:pt x="2011680" y="1082040"/>
                </a:moveTo>
                <a:cubicBezTo>
                  <a:pt x="2011680" y="1090457"/>
                  <a:pt x="2004857" y="1097280"/>
                  <a:pt x="1996440" y="1097280"/>
                </a:cubicBezTo>
                <a:cubicBezTo>
                  <a:pt x="1988023" y="1097280"/>
                  <a:pt x="1981200" y="1090457"/>
                  <a:pt x="1981200" y="1082040"/>
                </a:cubicBezTo>
                <a:cubicBezTo>
                  <a:pt x="1981200" y="1073623"/>
                  <a:pt x="1988023" y="1066800"/>
                  <a:pt x="1996440" y="1066800"/>
                </a:cubicBezTo>
                <a:cubicBezTo>
                  <a:pt x="2004857" y="1066800"/>
                  <a:pt x="2011680" y="1073623"/>
                  <a:pt x="2011680" y="1082040"/>
                </a:cubicBezTo>
                <a:close/>
                <a:moveTo>
                  <a:pt x="2011680" y="1234440"/>
                </a:moveTo>
                <a:cubicBezTo>
                  <a:pt x="2011680" y="1242857"/>
                  <a:pt x="2004857" y="1249680"/>
                  <a:pt x="1996440" y="1249680"/>
                </a:cubicBezTo>
                <a:cubicBezTo>
                  <a:pt x="1988023" y="1249680"/>
                  <a:pt x="1981200" y="1242857"/>
                  <a:pt x="1981200" y="1234440"/>
                </a:cubicBezTo>
                <a:cubicBezTo>
                  <a:pt x="1981200" y="1226023"/>
                  <a:pt x="1988023" y="1219200"/>
                  <a:pt x="1996440" y="1219200"/>
                </a:cubicBezTo>
                <a:cubicBezTo>
                  <a:pt x="2004857" y="1219200"/>
                  <a:pt x="2011680" y="1226023"/>
                  <a:pt x="2011680" y="1234440"/>
                </a:cubicBezTo>
                <a:close/>
                <a:moveTo>
                  <a:pt x="2011680" y="1386840"/>
                </a:moveTo>
                <a:cubicBezTo>
                  <a:pt x="2011680" y="1395257"/>
                  <a:pt x="2004857" y="1402080"/>
                  <a:pt x="1996440" y="1402080"/>
                </a:cubicBezTo>
                <a:cubicBezTo>
                  <a:pt x="1988023" y="1402080"/>
                  <a:pt x="1981200" y="1395257"/>
                  <a:pt x="1981200" y="1386840"/>
                </a:cubicBezTo>
                <a:cubicBezTo>
                  <a:pt x="1981200" y="1378423"/>
                  <a:pt x="1988023" y="1371600"/>
                  <a:pt x="1996440" y="1371600"/>
                </a:cubicBezTo>
                <a:cubicBezTo>
                  <a:pt x="2004857" y="1371600"/>
                  <a:pt x="2011680" y="1378423"/>
                  <a:pt x="2011680" y="1386840"/>
                </a:cubicBezTo>
                <a:close/>
                <a:moveTo>
                  <a:pt x="2011680" y="1539240"/>
                </a:moveTo>
                <a:cubicBezTo>
                  <a:pt x="2011680" y="1547657"/>
                  <a:pt x="2004857" y="1554480"/>
                  <a:pt x="1996440" y="1554480"/>
                </a:cubicBezTo>
                <a:cubicBezTo>
                  <a:pt x="1988023" y="1554480"/>
                  <a:pt x="1981200" y="1547657"/>
                  <a:pt x="1981200" y="1539240"/>
                </a:cubicBezTo>
                <a:cubicBezTo>
                  <a:pt x="1981200" y="1530823"/>
                  <a:pt x="1988023" y="1524000"/>
                  <a:pt x="1996440" y="1524000"/>
                </a:cubicBezTo>
                <a:cubicBezTo>
                  <a:pt x="2004857" y="1524000"/>
                  <a:pt x="2011680" y="1530823"/>
                  <a:pt x="2011680" y="1539240"/>
                </a:cubicBezTo>
                <a:close/>
                <a:moveTo>
                  <a:pt x="2011680" y="1691640"/>
                </a:moveTo>
                <a:cubicBezTo>
                  <a:pt x="2011680" y="1700057"/>
                  <a:pt x="2004857" y="1706880"/>
                  <a:pt x="1996440" y="1706880"/>
                </a:cubicBezTo>
                <a:cubicBezTo>
                  <a:pt x="1988023" y="1706880"/>
                  <a:pt x="1981200" y="1700057"/>
                  <a:pt x="1981200" y="1691640"/>
                </a:cubicBezTo>
                <a:cubicBezTo>
                  <a:pt x="1981200" y="1683223"/>
                  <a:pt x="1988023" y="1676400"/>
                  <a:pt x="1996440" y="1676400"/>
                </a:cubicBezTo>
                <a:cubicBezTo>
                  <a:pt x="2004857" y="1676400"/>
                  <a:pt x="2011680" y="1683223"/>
                  <a:pt x="2011680" y="1691640"/>
                </a:cubicBezTo>
                <a:close/>
                <a:moveTo>
                  <a:pt x="2011680" y="1844040"/>
                </a:moveTo>
                <a:cubicBezTo>
                  <a:pt x="2011680" y="1852457"/>
                  <a:pt x="2004857" y="1859280"/>
                  <a:pt x="1996440" y="1859280"/>
                </a:cubicBezTo>
                <a:cubicBezTo>
                  <a:pt x="1988023" y="1859280"/>
                  <a:pt x="1981200" y="1852457"/>
                  <a:pt x="1981200" y="1844040"/>
                </a:cubicBezTo>
                <a:cubicBezTo>
                  <a:pt x="1981200" y="1835623"/>
                  <a:pt x="1988023" y="1828800"/>
                  <a:pt x="1996440" y="1828800"/>
                </a:cubicBezTo>
                <a:cubicBezTo>
                  <a:pt x="2004857" y="1828800"/>
                  <a:pt x="2011680" y="1835623"/>
                  <a:pt x="2011680" y="1844040"/>
                </a:cubicBezTo>
                <a:close/>
                <a:moveTo>
                  <a:pt x="2011680" y="1996440"/>
                </a:moveTo>
                <a:cubicBezTo>
                  <a:pt x="2011680" y="2004857"/>
                  <a:pt x="2004857" y="2011680"/>
                  <a:pt x="1996440" y="2011680"/>
                </a:cubicBezTo>
                <a:cubicBezTo>
                  <a:pt x="1988023" y="2011680"/>
                  <a:pt x="1981200" y="2004857"/>
                  <a:pt x="1981200" y="1996440"/>
                </a:cubicBezTo>
                <a:cubicBezTo>
                  <a:pt x="1981200" y="1988023"/>
                  <a:pt x="1988023" y="1981200"/>
                  <a:pt x="1996440" y="1981200"/>
                </a:cubicBezTo>
                <a:cubicBezTo>
                  <a:pt x="2004857" y="1981200"/>
                  <a:pt x="2011680" y="1988023"/>
                  <a:pt x="2011680" y="1996440"/>
                </a:cubicBezTo>
                <a:close/>
                <a:moveTo>
                  <a:pt x="2011680" y="2148840"/>
                </a:moveTo>
                <a:cubicBezTo>
                  <a:pt x="2011680" y="2157257"/>
                  <a:pt x="2004857" y="2164080"/>
                  <a:pt x="1996440" y="2164080"/>
                </a:cubicBezTo>
                <a:cubicBezTo>
                  <a:pt x="1988023" y="2164080"/>
                  <a:pt x="1981200" y="2157257"/>
                  <a:pt x="1981200" y="2148840"/>
                </a:cubicBezTo>
                <a:cubicBezTo>
                  <a:pt x="1981200" y="2140423"/>
                  <a:pt x="1988023" y="2133600"/>
                  <a:pt x="1996440" y="2133600"/>
                </a:cubicBezTo>
                <a:cubicBezTo>
                  <a:pt x="2004857" y="2133600"/>
                  <a:pt x="2011680" y="2140423"/>
                  <a:pt x="2011680" y="2148840"/>
                </a:cubicBezTo>
                <a:close/>
                <a:moveTo>
                  <a:pt x="2011680" y="2301240"/>
                </a:moveTo>
                <a:cubicBezTo>
                  <a:pt x="2011680" y="2309657"/>
                  <a:pt x="2004857" y="2316480"/>
                  <a:pt x="1996440" y="2316480"/>
                </a:cubicBezTo>
                <a:cubicBezTo>
                  <a:pt x="1988023" y="2316480"/>
                  <a:pt x="1981200" y="2309657"/>
                  <a:pt x="1981200" y="2301240"/>
                </a:cubicBezTo>
                <a:cubicBezTo>
                  <a:pt x="1981200" y="2292823"/>
                  <a:pt x="1988023" y="2286000"/>
                  <a:pt x="1996440" y="2286000"/>
                </a:cubicBezTo>
                <a:cubicBezTo>
                  <a:pt x="2004857" y="2286000"/>
                  <a:pt x="2011680" y="2292823"/>
                  <a:pt x="2011680" y="2301240"/>
                </a:cubicBezTo>
                <a:close/>
                <a:moveTo>
                  <a:pt x="2011680" y="2453640"/>
                </a:moveTo>
                <a:cubicBezTo>
                  <a:pt x="2011680" y="2462057"/>
                  <a:pt x="2004857" y="2468880"/>
                  <a:pt x="1996440" y="2468880"/>
                </a:cubicBezTo>
                <a:cubicBezTo>
                  <a:pt x="1988023" y="2468880"/>
                  <a:pt x="1981200" y="2462057"/>
                  <a:pt x="1981200" y="2453640"/>
                </a:cubicBezTo>
                <a:cubicBezTo>
                  <a:pt x="1981200" y="2445223"/>
                  <a:pt x="1988023" y="2438400"/>
                  <a:pt x="1996440" y="2438400"/>
                </a:cubicBezTo>
                <a:cubicBezTo>
                  <a:pt x="2004857" y="2438400"/>
                  <a:pt x="2011680" y="2445223"/>
                  <a:pt x="2011680" y="2453640"/>
                </a:cubicBezTo>
                <a:close/>
                <a:moveTo>
                  <a:pt x="2011680" y="2606040"/>
                </a:moveTo>
                <a:cubicBezTo>
                  <a:pt x="2011680" y="2614457"/>
                  <a:pt x="2004857" y="2621280"/>
                  <a:pt x="1996440" y="2621280"/>
                </a:cubicBezTo>
                <a:cubicBezTo>
                  <a:pt x="1988023" y="2621280"/>
                  <a:pt x="1981200" y="2614457"/>
                  <a:pt x="1981200" y="2606040"/>
                </a:cubicBezTo>
                <a:cubicBezTo>
                  <a:pt x="1981200" y="2597623"/>
                  <a:pt x="1988023" y="2590800"/>
                  <a:pt x="1996440" y="2590800"/>
                </a:cubicBezTo>
                <a:cubicBezTo>
                  <a:pt x="2004857" y="2590800"/>
                  <a:pt x="2011680" y="2597623"/>
                  <a:pt x="2011680" y="2606040"/>
                </a:cubicBezTo>
                <a:close/>
                <a:moveTo>
                  <a:pt x="2011680" y="2758440"/>
                </a:moveTo>
                <a:cubicBezTo>
                  <a:pt x="2011680" y="2766857"/>
                  <a:pt x="2004857" y="2773680"/>
                  <a:pt x="1996440" y="2773680"/>
                </a:cubicBezTo>
                <a:cubicBezTo>
                  <a:pt x="1988023" y="2773680"/>
                  <a:pt x="1981200" y="2766857"/>
                  <a:pt x="1981200" y="2758440"/>
                </a:cubicBezTo>
                <a:cubicBezTo>
                  <a:pt x="1981200" y="2750023"/>
                  <a:pt x="1988023" y="2743200"/>
                  <a:pt x="1996440" y="2743200"/>
                </a:cubicBezTo>
                <a:cubicBezTo>
                  <a:pt x="2004857" y="2743200"/>
                  <a:pt x="2011680" y="2750023"/>
                  <a:pt x="2011680" y="2758440"/>
                </a:cubicBezTo>
                <a:close/>
                <a:moveTo>
                  <a:pt x="2011680" y="2910840"/>
                </a:moveTo>
                <a:cubicBezTo>
                  <a:pt x="2011680" y="2919257"/>
                  <a:pt x="2004857" y="2926080"/>
                  <a:pt x="1996440" y="2926080"/>
                </a:cubicBezTo>
                <a:cubicBezTo>
                  <a:pt x="1988023" y="2926080"/>
                  <a:pt x="1981200" y="2919257"/>
                  <a:pt x="1981200" y="2910840"/>
                </a:cubicBezTo>
                <a:cubicBezTo>
                  <a:pt x="1981200" y="2902423"/>
                  <a:pt x="1988023" y="2895600"/>
                  <a:pt x="1996440" y="2895600"/>
                </a:cubicBezTo>
                <a:cubicBezTo>
                  <a:pt x="2004857" y="2895600"/>
                  <a:pt x="2011680" y="2902423"/>
                  <a:pt x="2011680" y="2910840"/>
                </a:cubicBezTo>
                <a:close/>
                <a:moveTo>
                  <a:pt x="2011680" y="3063240"/>
                </a:moveTo>
                <a:cubicBezTo>
                  <a:pt x="2011680" y="3071657"/>
                  <a:pt x="2004857" y="3078480"/>
                  <a:pt x="1996440" y="3078480"/>
                </a:cubicBezTo>
                <a:cubicBezTo>
                  <a:pt x="1988023" y="3078480"/>
                  <a:pt x="1981200" y="3071657"/>
                  <a:pt x="1981200" y="3063240"/>
                </a:cubicBezTo>
                <a:cubicBezTo>
                  <a:pt x="1981200" y="3054823"/>
                  <a:pt x="1988023" y="3048000"/>
                  <a:pt x="1996440" y="3048000"/>
                </a:cubicBezTo>
                <a:cubicBezTo>
                  <a:pt x="2004857" y="3048000"/>
                  <a:pt x="2011680" y="3054823"/>
                  <a:pt x="2011680" y="3063240"/>
                </a:cubicBezTo>
                <a:close/>
                <a:moveTo>
                  <a:pt x="2011680" y="3215640"/>
                </a:moveTo>
                <a:cubicBezTo>
                  <a:pt x="2011680" y="3224057"/>
                  <a:pt x="2004857" y="3230880"/>
                  <a:pt x="1996440" y="3230880"/>
                </a:cubicBezTo>
                <a:cubicBezTo>
                  <a:pt x="1988023" y="3230880"/>
                  <a:pt x="1981200" y="3224057"/>
                  <a:pt x="1981200" y="3215640"/>
                </a:cubicBezTo>
                <a:cubicBezTo>
                  <a:pt x="1981200" y="3207223"/>
                  <a:pt x="1988023" y="3200400"/>
                  <a:pt x="1996440" y="3200400"/>
                </a:cubicBezTo>
                <a:cubicBezTo>
                  <a:pt x="2004857" y="3200400"/>
                  <a:pt x="2011680" y="3207223"/>
                  <a:pt x="2011680" y="3215640"/>
                </a:cubicBezTo>
                <a:close/>
                <a:moveTo>
                  <a:pt x="2011680" y="3368040"/>
                </a:moveTo>
                <a:cubicBezTo>
                  <a:pt x="2011680" y="3376457"/>
                  <a:pt x="2004857" y="3383280"/>
                  <a:pt x="1996440" y="3383280"/>
                </a:cubicBezTo>
                <a:cubicBezTo>
                  <a:pt x="1988023" y="3383280"/>
                  <a:pt x="1981200" y="3376457"/>
                  <a:pt x="1981200" y="3368040"/>
                </a:cubicBezTo>
                <a:cubicBezTo>
                  <a:pt x="1981200" y="3359623"/>
                  <a:pt x="1988023" y="3352800"/>
                  <a:pt x="1996440" y="3352800"/>
                </a:cubicBezTo>
                <a:cubicBezTo>
                  <a:pt x="2004857" y="3352800"/>
                  <a:pt x="2011680" y="3359623"/>
                  <a:pt x="2011680" y="3368040"/>
                </a:cubicBezTo>
                <a:close/>
                <a:moveTo>
                  <a:pt x="2011680" y="3520440"/>
                </a:moveTo>
                <a:cubicBezTo>
                  <a:pt x="2011680" y="3528857"/>
                  <a:pt x="2004857" y="3535680"/>
                  <a:pt x="1996440" y="3535680"/>
                </a:cubicBezTo>
                <a:cubicBezTo>
                  <a:pt x="1988023" y="3535680"/>
                  <a:pt x="1981200" y="3528857"/>
                  <a:pt x="1981200" y="3520440"/>
                </a:cubicBezTo>
                <a:cubicBezTo>
                  <a:pt x="1981200" y="3512023"/>
                  <a:pt x="1988023" y="3505200"/>
                  <a:pt x="1996440" y="3505200"/>
                </a:cubicBezTo>
                <a:cubicBezTo>
                  <a:pt x="2004857" y="3505200"/>
                  <a:pt x="2011680" y="3512023"/>
                  <a:pt x="2011680" y="3520440"/>
                </a:cubicBezTo>
                <a:close/>
                <a:moveTo>
                  <a:pt x="2011680" y="3672840"/>
                </a:moveTo>
                <a:cubicBezTo>
                  <a:pt x="2011680" y="3681257"/>
                  <a:pt x="2004857" y="3688080"/>
                  <a:pt x="1996440" y="3688080"/>
                </a:cubicBezTo>
                <a:cubicBezTo>
                  <a:pt x="1988023" y="3688080"/>
                  <a:pt x="1981200" y="3681257"/>
                  <a:pt x="1981200" y="3672840"/>
                </a:cubicBezTo>
                <a:cubicBezTo>
                  <a:pt x="1981200" y="3664423"/>
                  <a:pt x="1988023" y="3657600"/>
                  <a:pt x="1996440" y="3657600"/>
                </a:cubicBezTo>
                <a:cubicBezTo>
                  <a:pt x="2004857" y="3657600"/>
                  <a:pt x="2011680" y="3664423"/>
                  <a:pt x="2011680" y="3672840"/>
                </a:cubicBezTo>
                <a:close/>
                <a:moveTo>
                  <a:pt x="2011680" y="3825240"/>
                </a:moveTo>
                <a:cubicBezTo>
                  <a:pt x="2011680" y="3833657"/>
                  <a:pt x="2004857" y="3840480"/>
                  <a:pt x="1996440" y="3840480"/>
                </a:cubicBezTo>
                <a:cubicBezTo>
                  <a:pt x="1988023" y="3840480"/>
                  <a:pt x="1981200" y="3833657"/>
                  <a:pt x="1981200" y="3825240"/>
                </a:cubicBezTo>
                <a:cubicBezTo>
                  <a:pt x="1981200" y="3816823"/>
                  <a:pt x="1988023" y="3810000"/>
                  <a:pt x="1996440" y="3810000"/>
                </a:cubicBezTo>
                <a:cubicBezTo>
                  <a:pt x="2004857" y="3810000"/>
                  <a:pt x="2011680" y="3816823"/>
                  <a:pt x="2011680" y="3825240"/>
                </a:cubicBezTo>
                <a:close/>
                <a:moveTo>
                  <a:pt x="2011680" y="3977640"/>
                </a:moveTo>
                <a:cubicBezTo>
                  <a:pt x="2011680" y="3986057"/>
                  <a:pt x="2004857" y="3992880"/>
                  <a:pt x="1996440" y="3992880"/>
                </a:cubicBezTo>
                <a:cubicBezTo>
                  <a:pt x="1988023" y="3992880"/>
                  <a:pt x="1981200" y="3986057"/>
                  <a:pt x="1981200" y="3977640"/>
                </a:cubicBezTo>
                <a:cubicBezTo>
                  <a:pt x="1981200" y="3969223"/>
                  <a:pt x="1988023" y="3962400"/>
                  <a:pt x="1996440" y="3962400"/>
                </a:cubicBezTo>
                <a:cubicBezTo>
                  <a:pt x="2004857" y="3962400"/>
                  <a:pt x="2011680" y="3969223"/>
                  <a:pt x="2011680" y="3977640"/>
                </a:cubicBezTo>
                <a:close/>
                <a:moveTo>
                  <a:pt x="2011680" y="4130040"/>
                </a:moveTo>
                <a:cubicBezTo>
                  <a:pt x="2011680" y="4138457"/>
                  <a:pt x="2004857" y="4145280"/>
                  <a:pt x="1996440" y="4145280"/>
                </a:cubicBezTo>
                <a:cubicBezTo>
                  <a:pt x="1988023" y="4145280"/>
                  <a:pt x="1981200" y="4138457"/>
                  <a:pt x="1981200" y="4130040"/>
                </a:cubicBezTo>
                <a:cubicBezTo>
                  <a:pt x="1981200" y="4121623"/>
                  <a:pt x="1988023" y="4114800"/>
                  <a:pt x="1996440" y="4114800"/>
                </a:cubicBezTo>
                <a:cubicBezTo>
                  <a:pt x="2004857" y="4114800"/>
                  <a:pt x="2011680" y="4121623"/>
                  <a:pt x="2011680" y="4130040"/>
                </a:cubicBezTo>
                <a:close/>
                <a:moveTo>
                  <a:pt x="2011680" y="4282440"/>
                </a:moveTo>
                <a:cubicBezTo>
                  <a:pt x="2011680" y="4290857"/>
                  <a:pt x="2004857" y="4297680"/>
                  <a:pt x="1996440" y="4297680"/>
                </a:cubicBezTo>
                <a:cubicBezTo>
                  <a:pt x="1988023" y="4297680"/>
                  <a:pt x="1981200" y="4290857"/>
                  <a:pt x="1981200" y="4282440"/>
                </a:cubicBezTo>
                <a:cubicBezTo>
                  <a:pt x="1981200" y="4274023"/>
                  <a:pt x="1988023" y="4267200"/>
                  <a:pt x="1996440" y="4267200"/>
                </a:cubicBezTo>
                <a:cubicBezTo>
                  <a:pt x="2004857" y="4267200"/>
                  <a:pt x="2011680" y="4274023"/>
                  <a:pt x="2011680" y="4282440"/>
                </a:cubicBezTo>
                <a:close/>
                <a:moveTo>
                  <a:pt x="2011680" y="4434840"/>
                </a:moveTo>
                <a:cubicBezTo>
                  <a:pt x="2011680" y="4443257"/>
                  <a:pt x="2004857" y="4450080"/>
                  <a:pt x="1996440" y="4450080"/>
                </a:cubicBezTo>
                <a:cubicBezTo>
                  <a:pt x="1988023" y="4450080"/>
                  <a:pt x="1981200" y="4443257"/>
                  <a:pt x="1981200" y="4434840"/>
                </a:cubicBezTo>
                <a:cubicBezTo>
                  <a:pt x="1981200" y="4426423"/>
                  <a:pt x="1988023" y="4419600"/>
                  <a:pt x="1996440" y="4419600"/>
                </a:cubicBezTo>
                <a:cubicBezTo>
                  <a:pt x="2004857" y="4419600"/>
                  <a:pt x="2011680" y="4426423"/>
                  <a:pt x="2011680" y="4434840"/>
                </a:cubicBezTo>
                <a:close/>
                <a:moveTo>
                  <a:pt x="2164080" y="15240"/>
                </a:moveTo>
                <a:cubicBezTo>
                  <a:pt x="2164080" y="23657"/>
                  <a:pt x="2157257" y="30480"/>
                  <a:pt x="2148840" y="30480"/>
                </a:cubicBezTo>
                <a:cubicBezTo>
                  <a:pt x="2140423" y="30480"/>
                  <a:pt x="2133600" y="23657"/>
                  <a:pt x="2133600" y="15240"/>
                </a:cubicBezTo>
                <a:cubicBezTo>
                  <a:pt x="2133600" y="6823"/>
                  <a:pt x="2140423" y="0"/>
                  <a:pt x="2148840" y="0"/>
                </a:cubicBezTo>
                <a:cubicBezTo>
                  <a:pt x="2157257" y="0"/>
                  <a:pt x="2164080" y="6823"/>
                  <a:pt x="2164080" y="15240"/>
                </a:cubicBezTo>
                <a:close/>
                <a:moveTo>
                  <a:pt x="2164080" y="167640"/>
                </a:moveTo>
                <a:cubicBezTo>
                  <a:pt x="2164080" y="176057"/>
                  <a:pt x="2157257" y="182880"/>
                  <a:pt x="2148840" y="182880"/>
                </a:cubicBezTo>
                <a:cubicBezTo>
                  <a:pt x="2140423" y="182880"/>
                  <a:pt x="2133600" y="176057"/>
                  <a:pt x="2133600" y="167640"/>
                </a:cubicBezTo>
                <a:cubicBezTo>
                  <a:pt x="2133600" y="159223"/>
                  <a:pt x="2140423" y="152400"/>
                  <a:pt x="2148840" y="152400"/>
                </a:cubicBezTo>
                <a:cubicBezTo>
                  <a:pt x="2157257" y="152400"/>
                  <a:pt x="2164080" y="159223"/>
                  <a:pt x="2164080" y="167640"/>
                </a:cubicBezTo>
                <a:close/>
                <a:moveTo>
                  <a:pt x="2164080" y="320040"/>
                </a:moveTo>
                <a:cubicBezTo>
                  <a:pt x="2164080" y="328457"/>
                  <a:pt x="2157257" y="335280"/>
                  <a:pt x="2148840" y="335280"/>
                </a:cubicBezTo>
                <a:cubicBezTo>
                  <a:pt x="2140423" y="335280"/>
                  <a:pt x="2133600" y="328457"/>
                  <a:pt x="2133600" y="320040"/>
                </a:cubicBezTo>
                <a:cubicBezTo>
                  <a:pt x="2133600" y="311623"/>
                  <a:pt x="2140423" y="304800"/>
                  <a:pt x="2148840" y="304800"/>
                </a:cubicBezTo>
                <a:cubicBezTo>
                  <a:pt x="2157257" y="304800"/>
                  <a:pt x="2164080" y="311623"/>
                  <a:pt x="2164080" y="320040"/>
                </a:cubicBezTo>
                <a:close/>
                <a:moveTo>
                  <a:pt x="2164080" y="472440"/>
                </a:moveTo>
                <a:cubicBezTo>
                  <a:pt x="2164080" y="480857"/>
                  <a:pt x="2157257" y="487680"/>
                  <a:pt x="2148840" y="487680"/>
                </a:cubicBezTo>
                <a:cubicBezTo>
                  <a:pt x="2140423" y="487680"/>
                  <a:pt x="2133600" y="480857"/>
                  <a:pt x="2133600" y="472440"/>
                </a:cubicBezTo>
                <a:cubicBezTo>
                  <a:pt x="2133600" y="464023"/>
                  <a:pt x="2140423" y="457200"/>
                  <a:pt x="2148840" y="457200"/>
                </a:cubicBezTo>
                <a:cubicBezTo>
                  <a:pt x="2157257" y="457200"/>
                  <a:pt x="2164080" y="464023"/>
                  <a:pt x="2164080" y="472440"/>
                </a:cubicBezTo>
                <a:close/>
                <a:moveTo>
                  <a:pt x="2164080" y="624840"/>
                </a:moveTo>
                <a:cubicBezTo>
                  <a:pt x="2164080" y="633257"/>
                  <a:pt x="2157257" y="640080"/>
                  <a:pt x="2148840" y="640080"/>
                </a:cubicBezTo>
                <a:cubicBezTo>
                  <a:pt x="2140423" y="640080"/>
                  <a:pt x="2133600" y="633257"/>
                  <a:pt x="2133600" y="624840"/>
                </a:cubicBezTo>
                <a:cubicBezTo>
                  <a:pt x="2133600" y="616423"/>
                  <a:pt x="2140423" y="609600"/>
                  <a:pt x="2148840" y="609600"/>
                </a:cubicBezTo>
                <a:cubicBezTo>
                  <a:pt x="2157257" y="609600"/>
                  <a:pt x="2164080" y="616423"/>
                  <a:pt x="2164080" y="624840"/>
                </a:cubicBezTo>
                <a:close/>
                <a:moveTo>
                  <a:pt x="2164080" y="777240"/>
                </a:moveTo>
                <a:cubicBezTo>
                  <a:pt x="2164080" y="785657"/>
                  <a:pt x="2157257" y="792480"/>
                  <a:pt x="2148840" y="792480"/>
                </a:cubicBezTo>
                <a:cubicBezTo>
                  <a:pt x="2140423" y="792480"/>
                  <a:pt x="2133600" y="785657"/>
                  <a:pt x="2133600" y="777240"/>
                </a:cubicBezTo>
                <a:cubicBezTo>
                  <a:pt x="2133600" y="768823"/>
                  <a:pt x="2140423" y="762000"/>
                  <a:pt x="2148840" y="762000"/>
                </a:cubicBezTo>
                <a:cubicBezTo>
                  <a:pt x="2157257" y="762000"/>
                  <a:pt x="2164080" y="768823"/>
                  <a:pt x="2164080" y="777240"/>
                </a:cubicBezTo>
                <a:close/>
                <a:moveTo>
                  <a:pt x="2164080" y="929640"/>
                </a:moveTo>
                <a:cubicBezTo>
                  <a:pt x="2164080" y="938057"/>
                  <a:pt x="2157257" y="944880"/>
                  <a:pt x="2148840" y="944880"/>
                </a:cubicBezTo>
                <a:cubicBezTo>
                  <a:pt x="2140423" y="944880"/>
                  <a:pt x="2133600" y="938057"/>
                  <a:pt x="2133600" y="929640"/>
                </a:cubicBezTo>
                <a:cubicBezTo>
                  <a:pt x="2133600" y="921223"/>
                  <a:pt x="2140423" y="914400"/>
                  <a:pt x="2148840" y="914400"/>
                </a:cubicBezTo>
                <a:cubicBezTo>
                  <a:pt x="2157257" y="914400"/>
                  <a:pt x="2164080" y="921223"/>
                  <a:pt x="2164080" y="929640"/>
                </a:cubicBezTo>
                <a:close/>
                <a:moveTo>
                  <a:pt x="2164080" y="1082040"/>
                </a:moveTo>
                <a:cubicBezTo>
                  <a:pt x="2164080" y="1090457"/>
                  <a:pt x="2157257" y="1097280"/>
                  <a:pt x="2148840" y="1097280"/>
                </a:cubicBezTo>
                <a:cubicBezTo>
                  <a:pt x="2140423" y="1097280"/>
                  <a:pt x="2133600" y="1090457"/>
                  <a:pt x="2133600" y="1082040"/>
                </a:cubicBezTo>
                <a:cubicBezTo>
                  <a:pt x="2133600" y="1073623"/>
                  <a:pt x="2140423" y="1066800"/>
                  <a:pt x="2148840" y="1066800"/>
                </a:cubicBezTo>
                <a:cubicBezTo>
                  <a:pt x="2157257" y="1066800"/>
                  <a:pt x="2164080" y="1073623"/>
                  <a:pt x="2164080" y="1082040"/>
                </a:cubicBezTo>
                <a:close/>
                <a:moveTo>
                  <a:pt x="2164080" y="1234440"/>
                </a:moveTo>
                <a:cubicBezTo>
                  <a:pt x="2164080" y="1242857"/>
                  <a:pt x="2157257" y="1249680"/>
                  <a:pt x="2148840" y="1249680"/>
                </a:cubicBezTo>
                <a:cubicBezTo>
                  <a:pt x="2140423" y="1249680"/>
                  <a:pt x="2133600" y="1242857"/>
                  <a:pt x="2133600" y="1234440"/>
                </a:cubicBezTo>
                <a:cubicBezTo>
                  <a:pt x="2133600" y="1226023"/>
                  <a:pt x="2140423" y="1219200"/>
                  <a:pt x="2148840" y="1219200"/>
                </a:cubicBezTo>
                <a:cubicBezTo>
                  <a:pt x="2157257" y="1219200"/>
                  <a:pt x="2164080" y="1226023"/>
                  <a:pt x="2164080" y="1234440"/>
                </a:cubicBezTo>
                <a:close/>
                <a:moveTo>
                  <a:pt x="2164080" y="1386840"/>
                </a:moveTo>
                <a:cubicBezTo>
                  <a:pt x="2164080" y="1395257"/>
                  <a:pt x="2157257" y="1402080"/>
                  <a:pt x="2148840" y="1402080"/>
                </a:cubicBezTo>
                <a:cubicBezTo>
                  <a:pt x="2140423" y="1402080"/>
                  <a:pt x="2133600" y="1395257"/>
                  <a:pt x="2133600" y="1386840"/>
                </a:cubicBezTo>
                <a:cubicBezTo>
                  <a:pt x="2133600" y="1378423"/>
                  <a:pt x="2140423" y="1371600"/>
                  <a:pt x="2148840" y="1371600"/>
                </a:cubicBezTo>
                <a:cubicBezTo>
                  <a:pt x="2157257" y="1371600"/>
                  <a:pt x="2164080" y="1378423"/>
                  <a:pt x="2164080" y="1386840"/>
                </a:cubicBezTo>
                <a:close/>
                <a:moveTo>
                  <a:pt x="2164080" y="1539240"/>
                </a:moveTo>
                <a:cubicBezTo>
                  <a:pt x="2164080" y="1547657"/>
                  <a:pt x="2157257" y="1554480"/>
                  <a:pt x="2148840" y="1554480"/>
                </a:cubicBezTo>
                <a:cubicBezTo>
                  <a:pt x="2140423" y="1554480"/>
                  <a:pt x="2133600" y="1547657"/>
                  <a:pt x="2133600" y="1539240"/>
                </a:cubicBezTo>
                <a:cubicBezTo>
                  <a:pt x="2133600" y="1530823"/>
                  <a:pt x="2140423" y="1524000"/>
                  <a:pt x="2148840" y="1524000"/>
                </a:cubicBezTo>
                <a:cubicBezTo>
                  <a:pt x="2157257" y="1524000"/>
                  <a:pt x="2164080" y="1530823"/>
                  <a:pt x="2164080" y="1539240"/>
                </a:cubicBezTo>
                <a:close/>
                <a:moveTo>
                  <a:pt x="2164080" y="1691640"/>
                </a:moveTo>
                <a:cubicBezTo>
                  <a:pt x="2164080" y="1700057"/>
                  <a:pt x="2157257" y="1706880"/>
                  <a:pt x="2148840" y="1706880"/>
                </a:cubicBezTo>
                <a:cubicBezTo>
                  <a:pt x="2140423" y="1706880"/>
                  <a:pt x="2133600" y="1700057"/>
                  <a:pt x="2133600" y="1691640"/>
                </a:cubicBezTo>
                <a:cubicBezTo>
                  <a:pt x="2133600" y="1683223"/>
                  <a:pt x="2140423" y="1676400"/>
                  <a:pt x="2148840" y="1676400"/>
                </a:cubicBezTo>
                <a:cubicBezTo>
                  <a:pt x="2157257" y="1676400"/>
                  <a:pt x="2164080" y="1683223"/>
                  <a:pt x="2164080" y="1691640"/>
                </a:cubicBezTo>
                <a:close/>
                <a:moveTo>
                  <a:pt x="2164080" y="1844040"/>
                </a:moveTo>
                <a:cubicBezTo>
                  <a:pt x="2164080" y="1852457"/>
                  <a:pt x="2157257" y="1859280"/>
                  <a:pt x="2148840" y="1859280"/>
                </a:cubicBezTo>
                <a:cubicBezTo>
                  <a:pt x="2140423" y="1859280"/>
                  <a:pt x="2133600" y="1852457"/>
                  <a:pt x="2133600" y="1844040"/>
                </a:cubicBezTo>
                <a:cubicBezTo>
                  <a:pt x="2133600" y="1835623"/>
                  <a:pt x="2140423" y="1828800"/>
                  <a:pt x="2148840" y="1828800"/>
                </a:cubicBezTo>
                <a:cubicBezTo>
                  <a:pt x="2157257" y="1828800"/>
                  <a:pt x="2164080" y="1835623"/>
                  <a:pt x="2164080" y="1844040"/>
                </a:cubicBezTo>
                <a:close/>
                <a:moveTo>
                  <a:pt x="2164080" y="1996440"/>
                </a:moveTo>
                <a:cubicBezTo>
                  <a:pt x="2164080" y="2004857"/>
                  <a:pt x="2157257" y="2011680"/>
                  <a:pt x="2148840" y="2011680"/>
                </a:cubicBezTo>
                <a:cubicBezTo>
                  <a:pt x="2140423" y="2011680"/>
                  <a:pt x="2133600" y="2004857"/>
                  <a:pt x="2133600" y="1996440"/>
                </a:cubicBezTo>
                <a:cubicBezTo>
                  <a:pt x="2133600" y="1988023"/>
                  <a:pt x="2140423" y="1981200"/>
                  <a:pt x="2148840" y="1981200"/>
                </a:cubicBezTo>
                <a:cubicBezTo>
                  <a:pt x="2157257" y="1981200"/>
                  <a:pt x="2164080" y="1988023"/>
                  <a:pt x="2164080" y="1996440"/>
                </a:cubicBezTo>
                <a:close/>
                <a:moveTo>
                  <a:pt x="2164080" y="2148840"/>
                </a:moveTo>
                <a:cubicBezTo>
                  <a:pt x="2164080" y="2157257"/>
                  <a:pt x="2157257" y="2164080"/>
                  <a:pt x="2148840" y="2164080"/>
                </a:cubicBezTo>
                <a:cubicBezTo>
                  <a:pt x="2140423" y="2164080"/>
                  <a:pt x="2133600" y="2157257"/>
                  <a:pt x="2133600" y="2148840"/>
                </a:cubicBezTo>
                <a:cubicBezTo>
                  <a:pt x="2133600" y="2140423"/>
                  <a:pt x="2140423" y="2133600"/>
                  <a:pt x="2148840" y="2133600"/>
                </a:cubicBezTo>
                <a:cubicBezTo>
                  <a:pt x="2157257" y="2133600"/>
                  <a:pt x="2164080" y="2140423"/>
                  <a:pt x="2164080" y="2148840"/>
                </a:cubicBezTo>
                <a:close/>
                <a:moveTo>
                  <a:pt x="2164080" y="2301240"/>
                </a:moveTo>
                <a:cubicBezTo>
                  <a:pt x="2164080" y="2309657"/>
                  <a:pt x="2157257" y="2316480"/>
                  <a:pt x="2148840" y="2316480"/>
                </a:cubicBezTo>
                <a:cubicBezTo>
                  <a:pt x="2140423" y="2316480"/>
                  <a:pt x="2133600" y="2309657"/>
                  <a:pt x="2133600" y="2301240"/>
                </a:cubicBezTo>
                <a:cubicBezTo>
                  <a:pt x="2133600" y="2292823"/>
                  <a:pt x="2140423" y="2286000"/>
                  <a:pt x="2148840" y="2286000"/>
                </a:cubicBezTo>
                <a:cubicBezTo>
                  <a:pt x="2157257" y="2286000"/>
                  <a:pt x="2164080" y="2292823"/>
                  <a:pt x="2164080" y="2301240"/>
                </a:cubicBezTo>
                <a:close/>
                <a:moveTo>
                  <a:pt x="2164080" y="2453640"/>
                </a:moveTo>
                <a:cubicBezTo>
                  <a:pt x="2164080" y="2462057"/>
                  <a:pt x="2157257" y="2468880"/>
                  <a:pt x="2148840" y="2468880"/>
                </a:cubicBezTo>
                <a:cubicBezTo>
                  <a:pt x="2140423" y="2468880"/>
                  <a:pt x="2133600" y="2462057"/>
                  <a:pt x="2133600" y="2453640"/>
                </a:cubicBezTo>
                <a:cubicBezTo>
                  <a:pt x="2133600" y="2445223"/>
                  <a:pt x="2140423" y="2438400"/>
                  <a:pt x="2148840" y="2438400"/>
                </a:cubicBezTo>
                <a:cubicBezTo>
                  <a:pt x="2157257" y="2438400"/>
                  <a:pt x="2164080" y="2445223"/>
                  <a:pt x="2164080" y="2453640"/>
                </a:cubicBezTo>
                <a:close/>
                <a:moveTo>
                  <a:pt x="2164080" y="2606040"/>
                </a:moveTo>
                <a:cubicBezTo>
                  <a:pt x="2164080" y="2614457"/>
                  <a:pt x="2157257" y="2621280"/>
                  <a:pt x="2148840" y="2621280"/>
                </a:cubicBezTo>
                <a:cubicBezTo>
                  <a:pt x="2140423" y="2621280"/>
                  <a:pt x="2133600" y="2614457"/>
                  <a:pt x="2133600" y="2606040"/>
                </a:cubicBezTo>
                <a:cubicBezTo>
                  <a:pt x="2133600" y="2597623"/>
                  <a:pt x="2140423" y="2590800"/>
                  <a:pt x="2148840" y="2590800"/>
                </a:cubicBezTo>
                <a:cubicBezTo>
                  <a:pt x="2157257" y="2590800"/>
                  <a:pt x="2164080" y="2597623"/>
                  <a:pt x="2164080" y="2606040"/>
                </a:cubicBezTo>
                <a:close/>
                <a:moveTo>
                  <a:pt x="2164080" y="2758440"/>
                </a:moveTo>
                <a:cubicBezTo>
                  <a:pt x="2164080" y="2766857"/>
                  <a:pt x="2157257" y="2773680"/>
                  <a:pt x="2148840" y="2773680"/>
                </a:cubicBezTo>
                <a:cubicBezTo>
                  <a:pt x="2140423" y="2773680"/>
                  <a:pt x="2133600" y="2766857"/>
                  <a:pt x="2133600" y="2758440"/>
                </a:cubicBezTo>
                <a:cubicBezTo>
                  <a:pt x="2133600" y="2750023"/>
                  <a:pt x="2140423" y="2743200"/>
                  <a:pt x="2148840" y="2743200"/>
                </a:cubicBezTo>
                <a:cubicBezTo>
                  <a:pt x="2157257" y="2743200"/>
                  <a:pt x="2164080" y="2750023"/>
                  <a:pt x="2164080" y="2758440"/>
                </a:cubicBezTo>
                <a:close/>
                <a:moveTo>
                  <a:pt x="2164080" y="2910840"/>
                </a:moveTo>
                <a:cubicBezTo>
                  <a:pt x="2164080" y="2919257"/>
                  <a:pt x="2157257" y="2926080"/>
                  <a:pt x="2148840" y="2926080"/>
                </a:cubicBezTo>
                <a:cubicBezTo>
                  <a:pt x="2140423" y="2926080"/>
                  <a:pt x="2133600" y="2919257"/>
                  <a:pt x="2133600" y="2910840"/>
                </a:cubicBezTo>
                <a:cubicBezTo>
                  <a:pt x="2133600" y="2902423"/>
                  <a:pt x="2140423" y="2895600"/>
                  <a:pt x="2148840" y="2895600"/>
                </a:cubicBezTo>
                <a:cubicBezTo>
                  <a:pt x="2157257" y="2895600"/>
                  <a:pt x="2164080" y="2902423"/>
                  <a:pt x="2164080" y="2910840"/>
                </a:cubicBezTo>
                <a:close/>
                <a:moveTo>
                  <a:pt x="2164080" y="3063240"/>
                </a:moveTo>
                <a:cubicBezTo>
                  <a:pt x="2164080" y="3071657"/>
                  <a:pt x="2157257" y="3078480"/>
                  <a:pt x="2148840" y="3078480"/>
                </a:cubicBezTo>
                <a:cubicBezTo>
                  <a:pt x="2140423" y="3078480"/>
                  <a:pt x="2133600" y="3071657"/>
                  <a:pt x="2133600" y="3063240"/>
                </a:cubicBezTo>
                <a:cubicBezTo>
                  <a:pt x="2133600" y="3054823"/>
                  <a:pt x="2140423" y="3048000"/>
                  <a:pt x="2148840" y="3048000"/>
                </a:cubicBezTo>
                <a:cubicBezTo>
                  <a:pt x="2157257" y="3048000"/>
                  <a:pt x="2164080" y="3054823"/>
                  <a:pt x="2164080" y="3063240"/>
                </a:cubicBezTo>
                <a:close/>
                <a:moveTo>
                  <a:pt x="2164080" y="3215640"/>
                </a:moveTo>
                <a:cubicBezTo>
                  <a:pt x="2164080" y="3224057"/>
                  <a:pt x="2157257" y="3230880"/>
                  <a:pt x="2148840" y="3230880"/>
                </a:cubicBezTo>
                <a:cubicBezTo>
                  <a:pt x="2140423" y="3230880"/>
                  <a:pt x="2133600" y="3224057"/>
                  <a:pt x="2133600" y="3215640"/>
                </a:cubicBezTo>
                <a:cubicBezTo>
                  <a:pt x="2133600" y="3207223"/>
                  <a:pt x="2140423" y="3200400"/>
                  <a:pt x="2148840" y="3200400"/>
                </a:cubicBezTo>
                <a:cubicBezTo>
                  <a:pt x="2157257" y="3200400"/>
                  <a:pt x="2164080" y="3207223"/>
                  <a:pt x="2164080" y="3215640"/>
                </a:cubicBezTo>
                <a:close/>
                <a:moveTo>
                  <a:pt x="2164080" y="3368040"/>
                </a:moveTo>
                <a:cubicBezTo>
                  <a:pt x="2164080" y="3376457"/>
                  <a:pt x="2157257" y="3383280"/>
                  <a:pt x="2148840" y="3383280"/>
                </a:cubicBezTo>
                <a:cubicBezTo>
                  <a:pt x="2140423" y="3383280"/>
                  <a:pt x="2133600" y="3376457"/>
                  <a:pt x="2133600" y="3368040"/>
                </a:cubicBezTo>
                <a:cubicBezTo>
                  <a:pt x="2133600" y="3359623"/>
                  <a:pt x="2140423" y="3352800"/>
                  <a:pt x="2148840" y="3352800"/>
                </a:cubicBezTo>
                <a:cubicBezTo>
                  <a:pt x="2157257" y="3352800"/>
                  <a:pt x="2164080" y="3359623"/>
                  <a:pt x="2164080" y="3368040"/>
                </a:cubicBezTo>
                <a:close/>
                <a:moveTo>
                  <a:pt x="2164080" y="3520440"/>
                </a:moveTo>
                <a:cubicBezTo>
                  <a:pt x="2164080" y="3528857"/>
                  <a:pt x="2157257" y="3535680"/>
                  <a:pt x="2148840" y="3535680"/>
                </a:cubicBezTo>
                <a:cubicBezTo>
                  <a:pt x="2140423" y="3535680"/>
                  <a:pt x="2133600" y="3528857"/>
                  <a:pt x="2133600" y="3520440"/>
                </a:cubicBezTo>
                <a:cubicBezTo>
                  <a:pt x="2133600" y="3512023"/>
                  <a:pt x="2140423" y="3505200"/>
                  <a:pt x="2148840" y="3505200"/>
                </a:cubicBezTo>
                <a:cubicBezTo>
                  <a:pt x="2157257" y="3505200"/>
                  <a:pt x="2164080" y="3512023"/>
                  <a:pt x="2164080" y="3520440"/>
                </a:cubicBezTo>
                <a:close/>
                <a:moveTo>
                  <a:pt x="2164080" y="3672840"/>
                </a:moveTo>
                <a:cubicBezTo>
                  <a:pt x="2164080" y="3681257"/>
                  <a:pt x="2157257" y="3688080"/>
                  <a:pt x="2148840" y="3688080"/>
                </a:cubicBezTo>
                <a:cubicBezTo>
                  <a:pt x="2140423" y="3688080"/>
                  <a:pt x="2133600" y="3681257"/>
                  <a:pt x="2133600" y="3672840"/>
                </a:cubicBezTo>
                <a:cubicBezTo>
                  <a:pt x="2133600" y="3664423"/>
                  <a:pt x="2140423" y="3657600"/>
                  <a:pt x="2148840" y="3657600"/>
                </a:cubicBezTo>
                <a:cubicBezTo>
                  <a:pt x="2157257" y="3657600"/>
                  <a:pt x="2164080" y="3664423"/>
                  <a:pt x="2164080" y="3672840"/>
                </a:cubicBezTo>
                <a:close/>
                <a:moveTo>
                  <a:pt x="2164080" y="3825240"/>
                </a:moveTo>
                <a:cubicBezTo>
                  <a:pt x="2164080" y="3833657"/>
                  <a:pt x="2157257" y="3840480"/>
                  <a:pt x="2148840" y="3840480"/>
                </a:cubicBezTo>
                <a:cubicBezTo>
                  <a:pt x="2140423" y="3840480"/>
                  <a:pt x="2133600" y="3833657"/>
                  <a:pt x="2133600" y="3825240"/>
                </a:cubicBezTo>
                <a:cubicBezTo>
                  <a:pt x="2133600" y="3816823"/>
                  <a:pt x="2140423" y="3810000"/>
                  <a:pt x="2148840" y="3810000"/>
                </a:cubicBezTo>
                <a:cubicBezTo>
                  <a:pt x="2157257" y="3810000"/>
                  <a:pt x="2164080" y="3816823"/>
                  <a:pt x="2164080" y="3825240"/>
                </a:cubicBezTo>
                <a:close/>
                <a:moveTo>
                  <a:pt x="2164080" y="3977640"/>
                </a:moveTo>
                <a:cubicBezTo>
                  <a:pt x="2164080" y="3986057"/>
                  <a:pt x="2157257" y="3992880"/>
                  <a:pt x="2148840" y="3992880"/>
                </a:cubicBezTo>
                <a:cubicBezTo>
                  <a:pt x="2140423" y="3992880"/>
                  <a:pt x="2133600" y="3986057"/>
                  <a:pt x="2133600" y="3977640"/>
                </a:cubicBezTo>
                <a:cubicBezTo>
                  <a:pt x="2133600" y="3969223"/>
                  <a:pt x="2140423" y="3962400"/>
                  <a:pt x="2148840" y="3962400"/>
                </a:cubicBezTo>
                <a:cubicBezTo>
                  <a:pt x="2157257" y="3962400"/>
                  <a:pt x="2164080" y="3969223"/>
                  <a:pt x="2164080" y="3977640"/>
                </a:cubicBezTo>
                <a:close/>
                <a:moveTo>
                  <a:pt x="2164080" y="4130040"/>
                </a:moveTo>
                <a:cubicBezTo>
                  <a:pt x="2164080" y="4138457"/>
                  <a:pt x="2157257" y="4145280"/>
                  <a:pt x="2148840" y="4145280"/>
                </a:cubicBezTo>
                <a:cubicBezTo>
                  <a:pt x="2140423" y="4145280"/>
                  <a:pt x="2133600" y="4138457"/>
                  <a:pt x="2133600" y="4130040"/>
                </a:cubicBezTo>
                <a:cubicBezTo>
                  <a:pt x="2133600" y="4121623"/>
                  <a:pt x="2140423" y="4114800"/>
                  <a:pt x="2148840" y="4114800"/>
                </a:cubicBezTo>
                <a:cubicBezTo>
                  <a:pt x="2157257" y="4114800"/>
                  <a:pt x="2164080" y="4121623"/>
                  <a:pt x="2164080" y="4130040"/>
                </a:cubicBezTo>
                <a:close/>
                <a:moveTo>
                  <a:pt x="2164080" y="4282440"/>
                </a:moveTo>
                <a:cubicBezTo>
                  <a:pt x="2164080" y="4290857"/>
                  <a:pt x="2157257" y="4297680"/>
                  <a:pt x="2148840" y="4297680"/>
                </a:cubicBezTo>
                <a:cubicBezTo>
                  <a:pt x="2140423" y="4297680"/>
                  <a:pt x="2133600" y="4290857"/>
                  <a:pt x="2133600" y="4282440"/>
                </a:cubicBezTo>
                <a:cubicBezTo>
                  <a:pt x="2133600" y="4274023"/>
                  <a:pt x="2140423" y="4267200"/>
                  <a:pt x="2148840" y="4267200"/>
                </a:cubicBezTo>
                <a:cubicBezTo>
                  <a:pt x="2157257" y="4267200"/>
                  <a:pt x="2164080" y="4274023"/>
                  <a:pt x="2164080" y="4282440"/>
                </a:cubicBezTo>
                <a:close/>
                <a:moveTo>
                  <a:pt x="2164080" y="4434840"/>
                </a:moveTo>
                <a:cubicBezTo>
                  <a:pt x="2164080" y="4443257"/>
                  <a:pt x="2157257" y="4450080"/>
                  <a:pt x="2148840" y="4450080"/>
                </a:cubicBezTo>
                <a:cubicBezTo>
                  <a:pt x="2140423" y="4450080"/>
                  <a:pt x="2133600" y="4443257"/>
                  <a:pt x="2133600" y="4434840"/>
                </a:cubicBezTo>
                <a:cubicBezTo>
                  <a:pt x="2133600" y="4426423"/>
                  <a:pt x="2140423" y="4419600"/>
                  <a:pt x="2148840" y="4419600"/>
                </a:cubicBezTo>
                <a:cubicBezTo>
                  <a:pt x="2157257" y="4419600"/>
                  <a:pt x="2164080" y="4426423"/>
                  <a:pt x="2164080" y="4434840"/>
                </a:cubicBezTo>
                <a:close/>
                <a:moveTo>
                  <a:pt x="2316480" y="15240"/>
                </a:moveTo>
                <a:cubicBezTo>
                  <a:pt x="2316480" y="23657"/>
                  <a:pt x="2309657" y="30480"/>
                  <a:pt x="2301240" y="30480"/>
                </a:cubicBezTo>
                <a:cubicBezTo>
                  <a:pt x="2292823" y="30480"/>
                  <a:pt x="2286000" y="23657"/>
                  <a:pt x="2286000" y="15240"/>
                </a:cubicBezTo>
                <a:cubicBezTo>
                  <a:pt x="2286000" y="6823"/>
                  <a:pt x="2292823" y="0"/>
                  <a:pt x="2301240" y="0"/>
                </a:cubicBezTo>
                <a:cubicBezTo>
                  <a:pt x="2309657" y="0"/>
                  <a:pt x="2316480" y="6823"/>
                  <a:pt x="2316480" y="15240"/>
                </a:cubicBezTo>
                <a:close/>
                <a:moveTo>
                  <a:pt x="2316480" y="167640"/>
                </a:moveTo>
                <a:cubicBezTo>
                  <a:pt x="2316480" y="176057"/>
                  <a:pt x="2309657" y="182880"/>
                  <a:pt x="2301240" y="182880"/>
                </a:cubicBezTo>
                <a:cubicBezTo>
                  <a:pt x="2292823" y="182880"/>
                  <a:pt x="2286000" y="176057"/>
                  <a:pt x="2286000" y="167640"/>
                </a:cubicBezTo>
                <a:cubicBezTo>
                  <a:pt x="2286000" y="159223"/>
                  <a:pt x="2292823" y="152400"/>
                  <a:pt x="2301240" y="152400"/>
                </a:cubicBezTo>
                <a:cubicBezTo>
                  <a:pt x="2309657" y="152400"/>
                  <a:pt x="2316480" y="159223"/>
                  <a:pt x="2316480" y="167640"/>
                </a:cubicBezTo>
                <a:close/>
                <a:moveTo>
                  <a:pt x="2316480" y="320040"/>
                </a:moveTo>
                <a:cubicBezTo>
                  <a:pt x="2316480" y="328457"/>
                  <a:pt x="2309657" y="335280"/>
                  <a:pt x="2301240" y="335280"/>
                </a:cubicBezTo>
                <a:cubicBezTo>
                  <a:pt x="2292823" y="335280"/>
                  <a:pt x="2286000" y="328457"/>
                  <a:pt x="2286000" y="320040"/>
                </a:cubicBezTo>
                <a:cubicBezTo>
                  <a:pt x="2286000" y="311623"/>
                  <a:pt x="2292823" y="304800"/>
                  <a:pt x="2301240" y="304800"/>
                </a:cubicBezTo>
                <a:cubicBezTo>
                  <a:pt x="2309657" y="304800"/>
                  <a:pt x="2316480" y="311623"/>
                  <a:pt x="2316480" y="320040"/>
                </a:cubicBezTo>
                <a:close/>
                <a:moveTo>
                  <a:pt x="2316480" y="472440"/>
                </a:moveTo>
                <a:cubicBezTo>
                  <a:pt x="2316480" y="480857"/>
                  <a:pt x="2309657" y="487680"/>
                  <a:pt x="2301240" y="487680"/>
                </a:cubicBezTo>
                <a:cubicBezTo>
                  <a:pt x="2292823" y="487680"/>
                  <a:pt x="2286000" y="480857"/>
                  <a:pt x="2286000" y="472440"/>
                </a:cubicBezTo>
                <a:cubicBezTo>
                  <a:pt x="2286000" y="464023"/>
                  <a:pt x="2292823" y="457200"/>
                  <a:pt x="2301240" y="457200"/>
                </a:cubicBezTo>
                <a:cubicBezTo>
                  <a:pt x="2309657" y="457200"/>
                  <a:pt x="2316480" y="464023"/>
                  <a:pt x="2316480" y="472440"/>
                </a:cubicBezTo>
                <a:close/>
                <a:moveTo>
                  <a:pt x="2316480" y="624840"/>
                </a:moveTo>
                <a:cubicBezTo>
                  <a:pt x="2316480" y="633257"/>
                  <a:pt x="2309657" y="640080"/>
                  <a:pt x="2301240" y="640080"/>
                </a:cubicBezTo>
                <a:cubicBezTo>
                  <a:pt x="2292823" y="640080"/>
                  <a:pt x="2286000" y="633257"/>
                  <a:pt x="2286000" y="624840"/>
                </a:cubicBezTo>
                <a:cubicBezTo>
                  <a:pt x="2286000" y="616423"/>
                  <a:pt x="2292823" y="609600"/>
                  <a:pt x="2301240" y="609600"/>
                </a:cubicBezTo>
                <a:cubicBezTo>
                  <a:pt x="2309657" y="609600"/>
                  <a:pt x="2316480" y="616423"/>
                  <a:pt x="2316480" y="624840"/>
                </a:cubicBezTo>
                <a:close/>
                <a:moveTo>
                  <a:pt x="2316480" y="777240"/>
                </a:moveTo>
                <a:cubicBezTo>
                  <a:pt x="2316480" y="785657"/>
                  <a:pt x="2309657" y="792480"/>
                  <a:pt x="2301240" y="792480"/>
                </a:cubicBezTo>
                <a:cubicBezTo>
                  <a:pt x="2292823" y="792480"/>
                  <a:pt x="2286000" y="785657"/>
                  <a:pt x="2286000" y="777240"/>
                </a:cubicBezTo>
                <a:cubicBezTo>
                  <a:pt x="2286000" y="768823"/>
                  <a:pt x="2292823" y="762000"/>
                  <a:pt x="2301240" y="762000"/>
                </a:cubicBezTo>
                <a:cubicBezTo>
                  <a:pt x="2309657" y="762000"/>
                  <a:pt x="2316480" y="768823"/>
                  <a:pt x="2316480" y="777240"/>
                </a:cubicBezTo>
                <a:close/>
                <a:moveTo>
                  <a:pt x="2316480" y="929640"/>
                </a:moveTo>
                <a:cubicBezTo>
                  <a:pt x="2316480" y="938057"/>
                  <a:pt x="2309657" y="944880"/>
                  <a:pt x="2301240" y="944880"/>
                </a:cubicBezTo>
                <a:cubicBezTo>
                  <a:pt x="2292823" y="944880"/>
                  <a:pt x="2286000" y="938057"/>
                  <a:pt x="2286000" y="929640"/>
                </a:cubicBezTo>
                <a:cubicBezTo>
                  <a:pt x="2286000" y="921223"/>
                  <a:pt x="2292823" y="914400"/>
                  <a:pt x="2301240" y="914400"/>
                </a:cubicBezTo>
                <a:cubicBezTo>
                  <a:pt x="2309657" y="914400"/>
                  <a:pt x="2316480" y="921223"/>
                  <a:pt x="2316480" y="929640"/>
                </a:cubicBezTo>
                <a:close/>
                <a:moveTo>
                  <a:pt x="2316480" y="1082040"/>
                </a:moveTo>
                <a:cubicBezTo>
                  <a:pt x="2316480" y="1090457"/>
                  <a:pt x="2309657" y="1097280"/>
                  <a:pt x="2301240" y="1097280"/>
                </a:cubicBezTo>
                <a:cubicBezTo>
                  <a:pt x="2292823" y="1097280"/>
                  <a:pt x="2286000" y="1090457"/>
                  <a:pt x="2286000" y="1082040"/>
                </a:cubicBezTo>
                <a:cubicBezTo>
                  <a:pt x="2286000" y="1073623"/>
                  <a:pt x="2292823" y="1066800"/>
                  <a:pt x="2301240" y="1066800"/>
                </a:cubicBezTo>
                <a:cubicBezTo>
                  <a:pt x="2309657" y="1066800"/>
                  <a:pt x="2316480" y="1073623"/>
                  <a:pt x="2316480" y="1082040"/>
                </a:cubicBezTo>
                <a:close/>
                <a:moveTo>
                  <a:pt x="2316480" y="1234440"/>
                </a:moveTo>
                <a:cubicBezTo>
                  <a:pt x="2316480" y="1242857"/>
                  <a:pt x="2309657" y="1249680"/>
                  <a:pt x="2301240" y="1249680"/>
                </a:cubicBezTo>
                <a:cubicBezTo>
                  <a:pt x="2292823" y="1249680"/>
                  <a:pt x="2286000" y="1242857"/>
                  <a:pt x="2286000" y="1234440"/>
                </a:cubicBezTo>
                <a:cubicBezTo>
                  <a:pt x="2286000" y="1226023"/>
                  <a:pt x="2292823" y="1219200"/>
                  <a:pt x="2301240" y="1219200"/>
                </a:cubicBezTo>
                <a:cubicBezTo>
                  <a:pt x="2309657" y="1219200"/>
                  <a:pt x="2316480" y="1226023"/>
                  <a:pt x="2316480" y="1234440"/>
                </a:cubicBezTo>
                <a:close/>
                <a:moveTo>
                  <a:pt x="2316480" y="1386840"/>
                </a:moveTo>
                <a:cubicBezTo>
                  <a:pt x="2316480" y="1395257"/>
                  <a:pt x="2309657" y="1402080"/>
                  <a:pt x="2301240" y="1402080"/>
                </a:cubicBezTo>
                <a:cubicBezTo>
                  <a:pt x="2292823" y="1402080"/>
                  <a:pt x="2286000" y="1395257"/>
                  <a:pt x="2286000" y="1386840"/>
                </a:cubicBezTo>
                <a:cubicBezTo>
                  <a:pt x="2286000" y="1378423"/>
                  <a:pt x="2292823" y="1371600"/>
                  <a:pt x="2301240" y="1371600"/>
                </a:cubicBezTo>
                <a:cubicBezTo>
                  <a:pt x="2309657" y="1371600"/>
                  <a:pt x="2316480" y="1378423"/>
                  <a:pt x="2316480" y="1386840"/>
                </a:cubicBezTo>
                <a:close/>
                <a:moveTo>
                  <a:pt x="2316480" y="1539240"/>
                </a:moveTo>
                <a:cubicBezTo>
                  <a:pt x="2316480" y="1547657"/>
                  <a:pt x="2309657" y="1554480"/>
                  <a:pt x="2301240" y="1554480"/>
                </a:cubicBezTo>
                <a:cubicBezTo>
                  <a:pt x="2292823" y="1554480"/>
                  <a:pt x="2286000" y="1547657"/>
                  <a:pt x="2286000" y="1539240"/>
                </a:cubicBezTo>
                <a:cubicBezTo>
                  <a:pt x="2286000" y="1530823"/>
                  <a:pt x="2292823" y="1524000"/>
                  <a:pt x="2301240" y="1524000"/>
                </a:cubicBezTo>
                <a:cubicBezTo>
                  <a:pt x="2309657" y="1524000"/>
                  <a:pt x="2316480" y="1530823"/>
                  <a:pt x="2316480" y="1539240"/>
                </a:cubicBezTo>
                <a:close/>
                <a:moveTo>
                  <a:pt x="2316480" y="1691640"/>
                </a:moveTo>
                <a:cubicBezTo>
                  <a:pt x="2316480" y="1700057"/>
                  <a:pt x="2309657" y="1706880"/>
                  <a:pt x="2301240" y="1706880"/>
                </a:cubicBezTo>
                <a:cubicBezTo>
                  <a:pt x="2292823" y="1706880"/>
                  <a:pt x="2286000" y="1700057"/>
                  <a:pt x="2286000" y="1691640"/>
                </a:cubicBezTo>
                <a:cubicBezTo>
                  <a:pt x="2286000" y="1683223"/>
                  <a:pt x="2292823" y="1676400"/>
                  <a:pt x="2301240" y="1676400"/>
                </a:cubicBezTo>
                <a:cubicBezTo>
                  <a:pt x="2309657" y="1676400"/>
                  <a:pt x="2316480" y="1683223"/>
                  <a:pt x="2316480" y="1691640"/>
                </a:cubicBezTo>
                <a:close/>
                <a:moveTo>
                  <a:pt x="2316480" y="1844040"/>
                </a:moveTo>
                <a:cubicBezTo>
                  <a:pt x="2316480" y="1852457"/>
                  <a:pt x="2309657" y="1859280"/>
                  <a:pt x="2301240" y="1859280"/>
                </a:cubicBezTo>
                <a:cubicBezTo>
                  <a:pt x="2292823" y="1859280"/>
                  <a:pt x="2286000" y="1852457"/>
                  <a:pt x="2286000" y="1844040"/>
                </a:cubicBezTo>
                <a:cubicBezTo>
                  <a:pt x="2286000" y="1835623"/>
                  <a:pt x="2292823" y="1828800"/>
                  <a:pt x="2301240" y="1828800"/>
                </a:cubicBezTo>
                <a:cubicBezTo>
                  <a:pt x="2309657" y="1828800"/>
                  <a:pt x="2316480" y="1835623"/>
                  <a:pt x="2316480" y="1844040"/>
                </a:cubicBezTo>
                <a:close/>
                <a:moveTo>
                  <a:pt x="2316480" y="1996440"/>
                </a:moveTo>
                <a:cubicBezTo>
                  <a:pt x="2316480" y="2004857"/>
                  <a:pt x="2309657" y="2011680"/>
                  <a:pt x="2301240" y="2011680"/>
                </a:cubicBezTo>
                <a:cubicBezTo>
                  <a:pt x="2292823" y="2011680"/>
                  <a:pt x="2286000" y="2004857"/>
                  <a:pt x="2286000" y="1996440"/>
                </a:cubicBezTo>
                <a:cubicBezTo>
                  <a:pt x="2286000" y="1988023"/>
                  <a:pt x="2292823" y="1981200"/>
                  <a:pt x="2301240" y="1981200"/>
                </a:cubicBezTo>
                <a:cubicBezTo>
                  <a:pt x="2309657" y="1981200"/>
                  <a:pt x="2316480" y="1988023"/>
                  <a:pt x="2316480" y="1996440"/>
                </a:cubicBezTo>
                <a:close/>
                <a:moveTo>
                  <a:pt x="2316480" y="2148840"/>
                </a:moveTo>
                <a:cubicBezTo>
                  <a:pt x="2316480" y="2157257"/>
                  <a:pt x="2309657" y="2164080"/>
                  <a:pt x="2301240" y="2164080"/>
                </a:cubicBezTo>
                <a:cubicBezTo>
                  <a:pt x="2292823" y="2164080"/>
                  <a:pt x="2286000" y="2157257"/>
                  <a:pt x="2286000" y="2148840"/>
                </a:cubicBezTo>
                <a:cubicBezTo>
                  <a:pt x="2286000" y="2140423"/>
                  <a:pt x="2292823" y="2133600"/>
                  <a:pt x="2301240" y="2133600"/>
                </a:cubicBezTo>
                <a:cubicBezTo>
                  <a:pt x="2309657" y="2133600"/>
                  <a:pt x="2316480" y="2140423"/>
                  <a:pt x="2316480" y="2148840"/>
                </a:cubicBezTo>
                <a:close/>
                <a:moveTo>
                  <a:pt x="2316480" y="2301240"/>
                </a:moveTo>
                <a:cubicBezTo>
                  <a:pt x="2316480" y="2309657"/>
                  <a:pt x="2309657" y="2316480"/>
                  <a:pt x="2301240" y="2316480"/>
                </a:cubicBezTo>
                <a:cubicBezTo>
                  <a:pt x="2292823" y="2316480"/>
                  <a:pt x="2286000" y="2309657"/>
                  <a:pt x="2286000" y="2301240"/>
                </a:cubicBezTo>
                <a:cubicBezTo>
                  <a:pt x="2286000" y="2292823"/>
                  <a:pt x="2292823" y="2286000"/>
                  <a:pt x="2301240" y="2286000"/>
                </a:cubicBezTo>
                <a:cubicBezTo>
                  <a:pt x="2309657" y="2286000"/>
                  <a:pt x="2316480" y="2292823"/>
                  <a:pt x="2316480" y="2301240"/>
                </a:cubicBezTo>
                <a:close/>
                <a:moveTo>
                  <a:pt x="2316480" y="2453640"/>
                </a:moveTo>
                <a:cubicBezTo>
                  <a:pt x="2316480" y="2462057"/>
                  <a:pt x="2309657" y="2468880"/>
                  <a:pt x="2301240" y="2468880"/>
                </a:cubicBezTo>
                <a:cubicBezTo>
                  <a:pt x="2292823" y="2468880"/>
                  <a:pt x="2286000" y="2462057"/>
                  <a:pt x="2286000" y="2453640"/>
                </a:cubicBezTo>
                <a:cubicBezTo>
                  <a:pt x="2286000" y="2445223"/>
                  <a:pt x="2292823" y="2438400"/>
                  <a:pt x="2301240" y="2438400"/>
                </a:cubicBezTo>
                <a:cubicBezTo>
                  <a:pt x="2309657" y="2438400"/>
                  <a:pt x="2316480" y="2445223"/>
                  <a:pt x="2316480" y="2453640"/>
                </a:cubicBezTo>
                <a:close/>
                <a:moveTo>
                  <a:pt x="2316480" y="2606040"/>
                </a:moveTo>
                <a:cubicBezTo>
                  <a:pt x="2316480" y="2614457"/>
                  <a:pt x="2309657" y="2621280"/>
                  <a:pt x="2301240" y="2621280"/>
                </a:cubicBezTo>
                <a:cubicBezTo>
                  <a:pt x="2292823" y="2621280"/>
                  <a:pt x="2286000" y="2614457"/>
                  <a:pt x="2286000" y="2606040"/>
                </a:cubicBezTo>
                <a:cubicBezTo>
                  <a:pt x="2286000" y="2597623"/>
                  <a:pt x="2292823" y="2590800"/>
                  <a:pt x="2301240" y="2590800"/>
                </a:cubicBezTo>
                <a:cubicBezTo>
                  <a:pt x="2309657" y="2590800"/>
                  <a:pt x="2316480" y="2597623"/>
                  <a:pt x="2316480" y="2606040"/>
                </a:cubicBezTo>
                <a:close/>
                <a:moveTo>
                  <a:pt x="2316480" y="2758440"/>
                </a:moveTo>
                <a:cubicBezTo>
                  <a:pt x="2316480" y="2766857"/>
                  <a:pt x="2309657" y="2773680"/>
                  <a:pt x="2301240" y="2773680"/>
                </a:cubicBezTo>
                <a:cubicBezTo>
                  <a:pt x="2292823" y="2773680"/>
                  <a:pt x="2286000" y="2766857"/>
                  <a:pt x="2286000" y="2758440"/>
                </a:cubicBezTo>
                <a:cubicBezTo>
                  <a:pt x="2286000" y="2750023"/>
                  <a:pt x="2292823" y="2743200"/>
                  <a:pt x="2301240" y="2743200"/>
                </a:cubicBezTo>
                <a:cubicBezTo>
                  <a:pt x="2309657" y="2743200"/>
                  <a:pt x="2316480" y="2750023"/>
                  <a:pt x="2316480" y="2758440"/>
                </a:cubicBezTo>
                <a:close/>
                <a:moveTo>
                  <a:pt x="2316480" y="2910840"/>
                </a:moveTo>
                <a:cubicBezTo>
                  <a:pt x="2316480" y="2919257"/>
                  <a:pt x="2309657" y="2926080"/>
                  <a:pt x="2301240" y="2926080"/>
                </a:cubicBezTo>
                <a:cubicBezTo>
                  <a:pt x="2292823" y="2926080"/>
                  <a:pt x="2286000" y="2919257"/>
                  <a:pt x="2286000" y="2910840"/>
                </a:cubicBezTo>
                <a:cubicBezTo>
                  <a:pt x="2286000" y="2902423"/>
                  <a:pt x="2292823" y="2895600"/>
                  <a:pt x="2301240" y="2895600"/>
                </a:cubicBezTo>
                <a:cubicBezTo>
                  <a:pt x="2309657" y="2895600"/>
                  <a:pt x="2316480" y="2902423"/>
                  <a:pt x="2316480" y="2910840"/>
                </a:cubicBezTo>
                <a:close/>
                <a:moveTo>
                  <a:pt x="2316480" y="3063240"/>
                </a:moveTo>
                <a:cubicBezTo>
                  <a:pt x="2316480" y="3071657"/>
                  <a:pt x="2309657" y="3078480"/>
                  <a:pt x="2301240" y="3078480"/>
                </a:cubicBezTo>
                <a:cubicBezTo>
                  <a:pt x="2292823" y="3078480"/>
                  <a:pt x="2286000" y="3071657"/>
                  <a:pt x="2286000" y="3063240"/>
                </a:cubicBezTo>
                <a:cubicBezTo>
                  <a:pt x="2286000" y="3054823"/>
                  <a:pt x="2292823" y="3048000"/>
                  <a:pt x="2301240" y="3048000"/>
                </a:cubicBezTo>
                <a:cubicBezTo>
                  <a:pt x="2309657" y="3048000"/>
                  <a:pt x="2316480" y="3054823"/>
                  <a:pt x="2316480" y="3063240"/>
                </a:cubicBezTo>
                <a:close/>
                <a:moveTo>
                  <a:pt x="2316480" y="3215640"/>
                </a:moveTo>
                <a:cubicBezTo>
                  <a:pt x="2316480" y="3224057"/>
                  <a:pt x="2309657" y="3230880"/>
                  <a:pt x="2301240" y="3230880"/>
                </a:cubicBezTo>
                <a:cubicBezTo>
                  <a:pt x="2292823" y="3230880"/>
                  <a:pt x="2286000" y="3224057"/>
                  <a:pt x="2286000" y="3215640"/>
                </a:cubicBezTo>
                <a:cubicBezTo>
                  <a:pt x="2286000" y="3207223"/>
                  <a:pt x="2292823" y="3200400"/>
                  <a:pt x="2301240" y="3200400"/>
                </a:cubicBezTo>
                <a:cubicBezTo>
                  <a:pt x="2309657" y="3200400"/>
                  <a:pt x="2316480" y="3207223"/>
                  <a:pt x="2316480" y="3215640"/>
                </a:cubicBezTo>
                <a:close/>
                <a:moveTo>
                  <a:pt x="2316480" y="3368040"/>
                </a:moveTo>
                <a:cubicBezTo>
                  <a:pt x="2316480" y="3376457"/>
                  <a:pt x="2309657" y="3383280"/>
                  <a:pt x="2301240" y="3383280"/>
                </a:cubicBezTo>
                <a:cubicBezTo>
                  <a:pt x="2292823" y="3383280"/>
                  <a:pt x="2286000" y="3376457"/>
                  <a:pt x="2286000" y="3368040"/>
                </a:cubicBezTo>
                <a:cubicBezTo>
                  <a:pt x="2286000" y="3359623"/>
                  <a:pt x="2292823" y="3352800"/>
                  <a:pt x="2301240" y="3352800"/>
                </a:cubicBezTo>
                <a:cubicBezTo>
                  <a:pt x="2309657" y="3352800"/>
                  <a:pt x="2316480" y="3359623"/>
                  <a:pt x="2316480" y="3368040"/>
                </a:cubicBezTo>
                <a:close/>
                <a:moveTo>
                  <a:pt x="2316480" y="3520440"/>
                </a:moveTo>
                <a:cubicBezTo>
                  <a:pt x="2316480" y="3528857"/>
                  <a:pt x="2309657" y="3535680"/>
                  <a:pt x="2301240" y="3535680"/>
                </a:cubicBezTo>
                <a:cubicBezTo>
                  <a:pt x="2292823" y="3535680"/>
                  <a:pt x="2286000" y="3528857"/>
                  <a:pt x="2286000" y="3520440"/>
                </a:cubicBezTo>
                <a:cubicBezTo>
                  <a:pt x="2286000" y="3512023"/>
                  <a:pt x="2292823" y="3505200"/>
                  <a:pt x="2301240" y="3505200"/>
                </a:cubicBezTo>
                <a:cubicBezTo>
                  <a:pt x="2309657" y="3505200"/>
                  <a:pt x="2316480" y="3512023"/>
                  <a:pt x="2316480" y="3520440"/>
                </a:cubicBezTo>
                <a:close/>
                <a:moveTo>
                  <a:pt x="2316480" y="3672840"/>
                </a:moveTo>
                <a:cubicBezTo>
                  <a:pt x="2316480" y="3681257"/>
                  <a:pt x="2309657" y="3688080"/>
                  <a:pt x="2301240" y="3688080"/>
                </a:cubicBezTo>
                <a:cubicBezTo>
                  <a:pt x="2292823" y="3688080"/>
                  <a:pt x="2286000" y="3681257"/>
                  <a:pt x="2286000" y="3672840"/>
                </a:cubicBezTo>
                <a:cubicBezTo>
                  <a:pt x="2286000" y="3664423"/>
                  <a:pt x="2292823" y="3657600"/>
                  <a:pt x="2301240" y="3657600"/>
                </a:cubicBezTo>
                <a:cubicBezTo>
                  <a:pt x="2309657" y="3657600"/>
                  <a:pt x="2316480" y="3664423"/>
                  <a:pt x="2316480" y="3672840"/>
                </a:cubicBezTo>
                <a:close/>
                <a:moveTo>
                  <a:pt x="2316480" y="3825240"/>
                </a:moveTo>
                <a:cubicBezTo>
                  <a:pt x="2316480" y="3833657"/>
                  <a:pt x="2309657" y="3840480"/>
                  <a:pt x="2301240" y="3840480"/>
                </a:cubicBezTo>
                <a:cubicBezTo>
                  <a:pt x="2292823" y="3840480"/>
                  <a:pt x="2286000" y="3833657"/>
                  <a:pt x="2286000" y="3825240"/>
                </a:cubicBezTo>
                <a:cubicBezTo>
                  <a:pt x="2286000" y="3816823"/>
                  <a:pt x="2292823" y="3810000"/>
                  <a:pt x="2301240" y="3810000"/>
                </a:cubicBezTo>
                <a:cubicBezTo>
                  <a:pt x="2309657" y="3810000"/>
                  <a:pt x="2316480" y="3816823"/>
                  <a:pt x="2316480" y="3825240"/>
                </a:cubicBezTo>
                <a:close/>
                <a:moveTo>
                  <a:pt x="2316480" y="3977640"/>
                </a:moveTo>
                <a:cubicBezTo>
                  <a:pt x="2316480" y="3986057"/>
                  <a:pt x="2309657" y="3992880"/>
                  <a:pt x="2301240" y="3992880"/>
                </a:cubicBezTo>
                <a:cubicBezTo>
                  <a:pt x="2292823" y="3992880"/>
                  <a:pt x="2286000" y="3986057"/>
                  <a:pt x="2286000" y="3977640"/>
                </a:cubicBezTo>
                <a:cubicBezTo>
                  <a:pt x="2286000" y="3969223"/>
                  <a:pt x="2292823" y="3962400"/>
                  <a:pt x="2301240" y="3962400"/>
                </a:cubicBezTo>
                <a:cubicBezTo>
                  <a:pt x="2309657" y="3962400"/>
                  <a:pt x="2316480" y="3969223"/>
                  <a:pt x="2316480" y="3977640"/>
                </a:cubicBezTo>
                <a:close/>
                <a:moveTo>
                  <a:pt x="2316480" y="4130040"/>
                </a:moveTo>
                <a:cubicBezTo>
                  <a:pt x="2316480" y="4138457"/>
                  <a:pt x="2309657" y="4145280"/>
                  <a:pt x="2301240" y="4145280"/>
                </a:cubicBezTo>
                <a:cubicBezTo>
                  <a:pt x="2292823" y="4145280"/>
                  <a:pt x="2286000" y="4138457"/>
                  <a:pt x="2286000" y="4130040"/>
                </a:cubicBezTo>
                <a:cubicBezTo>
                  <a:pt x="2286000" y="4121623"/>
                  <a:pt x="2292823" y="4114800"/>
                  <a:pt x="2301240" y="4114800"/>
                </a:cubicBezTo>
                <a:cubicBezTo>
                  <a:pt x="2309657" y="4114800"/>
                  <a:pt x="2316480" y="4121623"/>
                  <a:pt x="2316480" y="4130040"/>
                </a:cubicBezTo>
                <a:close/>
                <a:moveTo>
                  <a:pt x="2316480" y="4282440"/>
                </a:moveTo>
                <a:cubicBezTo>
                  <a:pt x="2316480" y="4290857"/>
                  <a:pt x="2309657" y="4297680"/>
                  <a:pt x="2301240" y="4297680"/>
                </a:cubicBezTo>
                <a:cubicBezTo>
                  <a:pt x="2292823" y="4297680"/>
                  <a:pt x="2286000" y="4290857"/>
                  <a:pt x="2286000" y="4282440"/>
                </a:cubicBezTo>
                <a:cubicBezTo>
                  <a:pt x="2286000" y="4274023"/>
                  <a:pt x="2292823" y="4267200"/>
                  <a:pt x="2301240" y="4267200"/>
                </a:cubicBezTo>
                <a:cubicBezTo>
                  <a:pt x="2309657" y="4267200"/>
                  <a:pt x="2316480" y="4274023"/>
                  <a:pt x="2316480" y="4282440"/>
                </a:cubicBezTo>
                <a:close/>
                <a:moveTo>
                  <a:pt x="2316480" y="4434840"/>
                </a:moveTo>
                <a:cubicBezTo>
                  <a:pt x="2316480" y="4443257"/>
                  <a:pt x="2309657" y="4450080"/>
                  <a:pt x="2301240" y="4450080"/>
                </a:cubicBezTo>
                <a:cubicBezTo>
                  <a:pt x="2292823" y="4450080"/>
                  <a:pt x="2286000" y="4443257"/>
                  <a:pt x="2286000" y="4434840"/>
                </a:cubicBezTo>
                <a:cubicBezTo>
                  <a:pt x="2286000" y="4426423"/>
                  <a:pt x="2292823" y="4419600"/>
                  <a:pt x="2301240" y="4419600"/>
                </a:cubicBezTo>
                <a:cubicBezTo>
                  <a:pt x="2309657" y="4419600"/>
                  <a:pt x="2316480" y="4426423"/>
                  <a:pt x="2316480" y="4434840"/>
                </a:cubicBezTo>
                <a:close/>
                <a:moveTo>
                  <a:pt x="2468880" y="15240"/>
                </a:moveTo>
                <a:cubicBezTo>
                  <a:pt x="2468880" y="23657"/>
                  <a:pt x="2462057" y="30480"/>
                  <a:pt x="2453640" y="30480"/>
                </a:cubicBezTo>
                <a:cubicBezTo>
                  <a:pt x="2445223" y="30480"/>
                  <a:pt x="2438400" y="23657"/>
                  <a:pt x="2438400" y="15240"/>
                </a:cubicBezTo>
                <a:cubicBezTo>
                  <a:pt x="2438400" y="6823"/>
                  <a:pt x="2445223" y="0"/>
                  <a:pt x="2453640" y="0"/>
                </a:cubicBezTo>
                <a:cubicBezTo>
                  <a:pt x="2462057" y="0"/>
                  <a:pt x="2468880" y="6823"/>
                  <a:pt x="2468880" y="15240"/>
                </a:cubicBezTo>
                <a:close/>
                <a:moveTo>
                  <a:pt x="2468880" y="167640"/>
                </a:moveTo>
                <a:cubicBezTo>
                  <a:pt x="2468880" y="176057"/>
                  <a:pt x="2462057" y="182880"/>
                  <a:pt x="2453640" y="182880"/>
                </a:cubicBezTo>
                <a:cubicBezTo>
                  <a:pt x="2445223" y="182880"/>
                  <a:pt x="2438400" y="176057"/>
                  <a:pt x="2438400" y="167640"/>
                </a:cubicBezTo>
                <a:cubicBezTo>
                  <a:pt x="2438400" y="159223"/>
                  <a:pt x="2445223" y="152400"/>
                  <a:pt x="2453640" y="152400"/>
                </a:cubicBezTo>
                <a:cubicBezTo>
                  <a:pt x="2462057" y="152400"/>
                  <a:pt x="2468880" y="159223"/>
                  <a:pt x="2468880" y="167640"/>
                </a:cubicBezTo>
                <a:close/>
                <a:moveTo>
                  <a:pt x="2468880" y="320040"/>
                </a:moveTo>
                <a:cubicBezTo>
                  <a:pt x="2468880" y="328457"/>
                  <a:pt x="2462057" y="335280"/>
                  <a:pt x="2453640" y="335280"/>
                </a:cubicBezTo>
                <a:cubicBezTo>
                  <a:pt x="2445223" y="335280"/>
                  <a:pt x="2438400" y="328457"/>
                  <a:pt x="2438400" y="320040"/>
                </a:cubicBezTo>
                <a:cubicBezTo>
                  <a:pt x="2438400" y="311623"/>
                  <a:pt x="2445223" y="304800"/>
                  <a:pt x="2453640" y="304800"/>
                </a:cubicBezTo>
                <a:cubicBezTo>
                  <a:pt x="2462057" y="304800"/>
                  <a:pt x="2468880" y="311623"/>
                  <a:pt x="2468880" y="320040"/>
                </a:cubicBezTo>
                <a:close/>
                <a:moveTo>
                  <a:pt x="2468880" y="472440"/>
                </a:moveTo>
                <a:cubicBezTo>
                  <a:pt x="2468880" y="480857"/>
                  <a:pt x="2462057" y="487680"/>
                  <a:pt x="2453640" y="487680"/>
                </a:cubicBezTo>
                <a:cubicBezTo>
                  <a:pt x="2445223" y="487680"/>
                  <a:pt x="2438400" y="480857"/>
                  <a:pt x="2438400" y="472440"/>
                </a:cubicBezTo>
                <a:cubicBezTo>
                  <a:pt x="2438400" y="464023"/>
                  <a:pt x="2445223" y="457200"/>
                  <a:pt x="2453640" y="457200"/>
                </a:cubicBezTo>
                <a:cubicBezTo>
                  <a:pt x="2462057" y="457200"/>
                  <a:pt x="2468880" y="464023"/>
                  <a:pt x="2468880" y="472440"/>
                </a:cubicBezTo>
                <a:close/>
                <a:moveTo>
                  <a:pt x="2468880" y="624840"/>
                </a:moveTo>
                <a:cubicBezTo>
                  <a:pt x="2468880" y="633257"/>
                  <a:pt x="2462057" y="640080"/>
                  <a:pt x="2453640" y="640080"/>
                </a:cubicBezTo>
                <a:cubicBezTo>
                  <a:pt x="2445223" y="640080"/>
                  <a:pt x="2438400" y="633257"/>
                  <a:pt x="2438400" y="624840"/>
                </a:cubicBezTo>
                <a:cubicBezTo>
                  <a:pt x="2438400" y="616423"/>
                  <a:pt x="2445223" y="609600"/>
                  <a:pt x="2453640" y="609600"/>
                </a:cubicBezTo>
                <a:cubicBezTo>
                  <a:pt x="2462057" y="609600"/>
                  <a:pt x="2468880" y="616423"/>
                  <a:pt x="2468880" y="624840"/>
                </a:cubicBezTo>
                <a:close/>
                <a:moveTo>
                  <a:pt x="2468880" y="777240"/>
                </a:moveTo>
                <a:cubicBezTo>
                  <a:pt x="2468880" y="785657"/>
                  <a:pt x="2462057" y="792480"/>
                  <a:pt x="2453640" y="792480"/>
                </a:cubicBezTo>
                <a:cubicBezTo>
                  <a:pt x="2445223" y="792480"/>
                  <a:pt x="2438400" y="785657"/>
                  <a:pt x="2438400" y="777240"/>
                </a:cubicBezTo>
                <a:cubicBezTo>
                  <a:pt x="2438400" y="768823"/>
                  <a:pt x="2445223" y="762000"/>
                  <a:pt x="2453640" y="762000"/>
                </a:cubicBezTo>
                <a:cubicBezTo>
                  <a:pt x="2462057" y="762000"/>
                  <a:pt x="2468880" y="768823"/>
                  <a:pt x="2468880" y="777240"/>
                </a:cubicBezTo>
                <a:close/>
                <a:moveTo>
                  <a:pt x="2468880" y="929640"/>
                </a:moveTo>
                <a:cubicBezTo>
                  <a:pt x="2468880" y="938057"/>
                  <a:pt x="2462057" y="944880"/>
                  <a:pt x="2453640" y="944880"/>
                </a:cubicBezTo>
                <a:cubicBezTo>
                  <a:pt x="2445223" y="944880"/>
                  <a:pt x="2438400" y="938057"/>
                  <a:pt x="2438400" y="929640"/>
                </a:cubicBezTo>
                <a:cubicBezTo>
                  <a:pt x="2438400" y="921223"/>
                  <a:pt x="2445223" y="914400"/>
                  <a:pt x="2453640" y="914400"/>
                </a:cubicBezTo>
                <a:cubicBezTo>
                  <a:pt x="2462057" y="914400"/>
                  <a:pt x="2468880" y="921223"/>
                  <a:pt x="2468880" y="929640"/>
                </a:cubicBezTo>
                <a:close/>
                <a:moveTo>
                  <a:pt x="2468880" y="1082040"/>
                </a:moveTo>
                <a:cubicBezTo>
                  <a:pt x="2468880" y="1090457"/>
                  <a:pt x="2462057" y="1097280"/>
                  <a:pt x="2453640" y="1097280"/>
                </a:cubicBezTo>
                <a:cubicBezTo>
                  <a:pt x="2445223" y="1097280"/>
                  <a:pt x="2438400" y="1090457"/>
                  <a:pt x="2438400" y="1082040"/>
                </a:cubicBezTo>
                <a:cubicBezTo>
                  <a:pt x="2438400" y="1073623"/>
                  <a:pt x="2445223" y="1066800"/>
                  <a:pt x="2453640" y="1066800"/>
                </a:cubicBezTo>
                <a:cubicBezTo>
                  <a:pt x="2462057" y="1066800"/>
                  <a:pt x="2468880" y="1073623"/>
                  <a:pt x="2468880" y="1082040"/>
                </a:cubicBezTo>
                <a:close/>
                <a:moveTo>
                  <a:pt x="2468880" y="1234440"/>
                </a:moveTo>
                <a:cubicBezTo>
                  <a:pt x="2468880" y="1242857"/>
                  <a:pt x="2462057" y="1249680"/>
                  <a:pt x="2453640" y="1249680"/>
                </a:cubicBezTo>
                <a:cubicBezTo>
                  <a:pt x="2445223" y="1249680"/>
                  <a:pt x="2438400" y="1242857"/>
                  <a:pt x="2438400" y="1234440"/>
                </a:cubicBezTo>
                <a:cubicBezTo>
                  <a:pt x="2438400" y="1226023"/>
                  <a:pt x="2445223" y="1219200"/>
                  <a:pt x="2453640" y="1219200"/>
                </a:cubicBezTo>
                <a:cubicBezTo>
                  <a:pt x="2462057" y="1219200"/>
                  <a:pt x="2468880" y="1226023"/>
                  <a:pt x="2468880" y="1234440"/>
                </a:cubicBezTo>
                <a:close/>
                <a:moveTo>
                  <a:pt x="2468880" y="1386840"/>
                </a:moveTo>
                <a:cubicBezTo>
                  <a:pt x="2468880" y="1395257"/>
                  <a:pt x="2462057" y="1402080"/>
                  <a:pt x="2453640" y="1402080"/>
                </a:cubicBezTo>
                <a:cubicBezTo>
                  <a:pt x="2445223" y="1402080"/>
                  <a:pt x="2438400" y="1395257"/>
                  <a:pt x="2438400" y="1386840"/>
                </a:cubicBezTo>
                <a:cubicBezTo>
                  <a:pt x="2438400" y="1378423"/>
                  <a:pt x="2445223" y="1371600"/>
                  <a:pt x="2453640" y="1371600"/>
                </a:cubicBezTo>
                <a:cubicBezTo>
                  <a:pt x="2462057" y="1371600"/>
                  <a:pt x="2468880" y="1378423"/>
                  <a:pt x="2468880" y="1386840"/>
                </a:cubicBezTo>
                <a:close/>
                <a:moveTo>
                  <a:pt x="2468880" y="1539240"/>
                </a:moveTo>
                <a:cubicBezTo>
                  <a:pt x="2468880" y="1547657"/>
                  <a:pt x="2462057" y="1554480"/>
                  <a:pt x="2453640" y="1554480"/>
                </a:cubicBezTo>
                <a:cubicBezTo>
                  <a:pt x="2445223" y="1554480"/>
                  <a:pt x="2438400" y="1547657"/>
                  <a:pt x="2438400" y="1539240"/>
                </a:cubicBezTo>
                <a:cubicBezTo>
                  <a:pt x="2438400" y="1530823"/>
                  <a:pt x="2445223" y="1524000"/>
                  <a:pt x="2453640" y="1524000"/>
                </a:cubicBezTo>
                <a:cubicBezTo>
                  <a:pt x="2462057" y="1524000"/>
                  <a:pt x="2468880" y="1530823"/>
                  <a:pt x="2468880" y="1539240"/>
                </a:cubicBezTo>
                <a:close/>
                <a:moveTo>
                  <a:pt x="2468880" y="1691640"/>
                </a:moveTo>
                <a:cubicBezTo>
                  <a:pt x="2468880" y="1700057"/>
                  <a:pt x="2462057" y="1706880"/>
                  <a:pt x="2453640" y="1706880"/>
                </a:cubicBezTo>
                <a:cubicBezTo>
                  <a:pt x="2445223" y="1706880"/>
                  <a:pt x="2438400" y="1700057"/>
                  <a:pt x="2438400" y="1691640"/>
                </a:cubicBezTo>
                <a:cubicBezTo>
                  <a:pt x="2438400" y="1683223"/>
                  <a:pt x="2445223" y="1676400"/>
                  <a:pt x="2453640" y="1676400"/>
                </a:cubicBezTo>
                <a:cubicBezTo>
                  <a:pt x="2462057" y="1676400"/>
                  <a:pt x="2468880" y="1683223"/>
                  <a:pt x="2468880" y="1691640"/>
                </a:cubicBezTo>
                <a:close/>
                <a:moveTo>
                  <a:pt x="2468880" y="1844040"/>
                </a:moveTo>
                <a:cubicBezTo>
                  <a:pt x="2468880" y="1852457"/>
                  <a:pt x="2462057" y="1859280"/>
                  <a:pt x="2453640" y="1859280"/>
                </a:cubicBezTo>
                <a:cubicBezTo>
                  <a:pt x="2445223" y="1859280"/>
                  <a:pt x="2438400" y="1852457"/>
                  <a:pt x="2438400" y="1844040"/>
                </a:cubicBezTo>
                <a:cubicBezTo>
                  <a:pt x="2438400" y="1835623"/>
                  <a:pt x="2445223" y="1828800"/>
                  <a:pt x="2453640" y="1828800"/>
                </a:cubicBezTo>
                <a:cubicBezTo>
                  <a:pt x="2462057" y="1828800"/>
                  <a:pt x="2468880" y="1835623"/>
                  <a:pt x="2468880" y="1844040"/>
                </a:cubicBezTo>
                <a:close/>
                <a:moveTo>
                  <a:pt x="2468880" y="1996440"/>
                </a:moveTo>
                <a:cubicBezTo>
                  <a:pt x="2468880" y="2004857"/>
                  <a:pt x="2462057" y="2011680"/>
                  <a:pt x="2453640" y="2011680"/>
                </a:cubicBezTo>
                <a:cubicBezTo>
                  <a:pt x="2445223" y="2011680"/>
                  <a:pt x="2438400" y="2004857"/>
                  <a:pt x="2438400" y="1996440"/>
                </a:cubicBezTo>
                <a:cubicBezTo>
                  <a:pt x="2438400" y="1988023"/>
                  <a:pt x="2445223" y="1981200"/>
                  <a:pt x="2453640" y="1981200"/>
                </a:cubicBezTo>
                <a:cubicBezTo>
                  <a:pt x="2462057" y="1981200"/>
                  <a:pt x="2468880" y="1988023"/>
                  <a:pt x="2468880" y="1996440"/>
                </a:cubicBezTo>
                <a:close/>
                <a:moveTo>
                  <a:pt x="2468880" y="2148840"/>
                </a:moveTo>
                <a:cubicBezTo>
                  <a:pt x="2468880" y="2157257"/>
                  <a:pt x="2462057" y="2164080"/>
                  <a:pt x="2453640" y="2164080"/>
                </a:cubicBezTo>
                <a:cubicBezTo>
                  <a:pt x="2445223" y="2164080"/>
                  <a:pt x="2438400" y="2157257"/>
                  <a:pt x="2438400" y="2148840"/>
                </a:cubicBezTo>
                <a:cubicBezTo>
                  <a:pt x="2438400" y="2140423"/>
                  <a:pt x="2445223" y="2133600"/>
                  <a:pt x="2453640" y="2133600"/>
                </a:cubicBezTo>
                <a:cubicBezTo>
                  <a:pt x="2462057" y="2133600"/>
                  <a:pt x="2468880" y="2140423"/>
                  <a:pt x="2468880" y="2148840"/>
                </a:cubicBezTo>
                <a:close/>
                <a:moveTo>
                  <a:pt x="2468880" y="2301240"/>
                </a:moveTo>
                <a:cubicBezTo>
                  <a:pt x="2468880" y="2309657"/>
                  <a:pt x="2462057" y="2316480"/>
                  <a:pt x="2453640" y="2316480"/>
                </a:cubicBezTo>
                <a:cubicBezTo>
                  <a:pt x="2445223" y="2316480"/>
                  <a:pt x="2438400" y="2309657"/>
                  <a:pt x="2438400" y="2301240"/>
                </a:cubicBezTo>
                <a:cubicBezTo>
                  <a:pt x="2438400" y="2292823"/>
                  <a:pt x="2445223" y="2286000"/>
                  <a:pt x="2453640" y="2286000"/>
                </a:cubicBezTo>
                <a:cubicBezTo>
                  <a:pt x="2462057" y="2286000"/>
                  <a:pt x="2468880" y="2292823"/>
                  <a:pt x="2468880" y="2301240"/>
                </a:cubicBezTo>
                <a:close/>
                <a:moveTo>
                  <a:pt x="2468880" y="2453640"/>
                </a:moveTo>
                <a:cubicBezTo>
                  <a:pt x="2468880" y="2462057"/>
                  <a:pt x="2462057" y="2468880"/>
                  <a:pt x="2453640" y="2468880"/>
                </a:cubicBezTo>
                <a:cubicBezTo>
                  <a:pt x="2445223" y="2468880"/>
                  <a:pt x="2438400" y="2462057"/>
                  <a:pt x="2438400" y="2453640"/>
                </a:cubicBezTo>
                <a:cubicBezTo>
                  <a:pt x="2438400" y="2445223"/>
                  <a:pt x="2445223" y="2438400"/>
                  <a:pt x="2453640" y="2438400"/>
                </a:cubicBezTo>
                <a:cubicBezTo>
                  <a:pt x="2462057" y="2438400"/>
                  <a:pt x="2468880" y="2445223"/>
                  <a:pt x="2468880" y="2453640"/>
                </a:cubicBezTo>
                <a:close/>
                <a:moveTo>
                  <a:pt x="2468880" y="2606040"/>
                </a:moveTo>
                <a:cubicBezTo>
                  <a:pt x="2468880" y="2614457"/>
                  <a:pt x="2462057" y="2621280"/>
                  <a:pt x="2453640" y="2621280"/>
                </a:cubicBezTo>
                <a:cubicBezTo>
                  <a:pt x="2445223" y="2621280"/>
                  <a:pt x="2438400" y="2614457"/>
                  <a:pt x="2438400" y="2606040"/>
                </a:cubicBezTo>
                <a:cubicBezTo>
                  <a:pt x="2438400" y="2597623"/>
                  <a:pt x="2445223" y="2590800"/>
                  <a:pt x="2453640" y="2590800"/>
                </a:cubicBezTo>
                <a:cubicBezTo>
                  <a:pt x="2462057" y="2590800"/>
                  <a:pt x="2468880" y="2597623"/>
                  <a:pt x="2468880" y="2606040"/>
                </a:cubicBezTo>
                <a:close/>
                <a:moveTo>
                  <a:pt x="2468880" y="2758440"/>
                </a:moveTo>
                <a:cubicBezTo>
                  <a:pt x="2468880" y="2766857"/>
                  <a:pt x="2462057" y="2773680"/>
                  <a:pt x="2453640" y="2773680"/>
                </a:cubicBezTo>
                <a:cubicBezTo>
                  <a:pt x="2445223" y="2773680"/>
                  <a:pt x="2438400" y="2766857"/>
                  <a:pt x="2438400" y="2758440"/>
                </a:cubicBezTo>
                <a:cubicBezTo>
                  <a:pt x="2438400" y="2750023"/>
                  <a:pt x="2445223" y="2743200"/>
                  <a:pt x="2453640" y="2743200"/>
                </a:cubicBezTo>
                <a:cubicBezTo>
                  <a:pt x="2462057" y="2743200"/>
                  <a:pt x="2468880" y="2750023"/>
                  <a:pt x="2468880" y="2758440"/>
                </a:cubicBezTo>
                <a:close/>
                <a:moveTo>
                  <a:pt x="2468880" y="2910840"/>
                </a:moveTo>
                <a:cubicBezTo>
                  <a:pt x="2468880" y="2919257"/>
                  <a:pt x="2462057" y="2926080"/>
                  <a:pt x="2453640" y="2926080"/>
                </a:cubicBezTo>
                <a:cubicBezTo>
                  <a:pt x="2445223" y="2926080"/>
                  <a:pt x="2438400" y="2919257"/>
                  <a:pt x="2438400" y="2910840"/>
                </a:cubicBezTo>
                <a:cubicBezTo>
                  <a:pt x="2438400" y="2902423"/>
                  <a:pt x="2445223" y="2895600"/>
                  <a:pt x="2453640" y="2895600"/>
                </a:cubicBezTo>
                <a:cubicBezTo>
                  <a:pt x="2462057" y="2895600"/>
                  <a:pt x="2468880" y="2902423"/>
                  <a:pt x="2468880" y="2910840"/>
                </a:cubicBezTo>
                <a:close/>
                <a:moveTo>
                  <a:pt x="2468880" y="3063240"/>
                </a:moveTo>
                <a:cubicBezTo>
                  <a:pt x="2468880" y="3071657"/>
                  <a:pt x="2462057" y="3078480"/>
                  <a:pt x="2453640" y="3078480"/>
                </a:cubicBezTo>
                <a:cubicBezTo>
                  <a:pt x="2445223" y="3078480"/>
                  <a:pt x="2438400" y="3071657"/>
                  <a:pt x="2438400" y="3063240"/>
                </a:cubicBezTo>
                <a:cubicBezTo>
                  <a:pt x="2438400" y="3054823"/>
                  <a:pt x="2445223" y="3048000"/>
                  <a:pt x="2453640" y="3048000"/>
                </a:cubicBezTo>
                <a:cubicBezTo>
                  <a:pt x="2462057" y="3048000"/>
                  <a:pt x="2468880" y="3054823"/>
                  <a:pt x="2468880" y="3063240"/>
                </a:cubicBezTo>
                <a:close/>
                <a:moveTo>
                  <a:pt x="2468880" y="3215640"/>
                </a:moveTo>
                <a:cubicBezTo>
                  <a:pt x="2468880" y="3224057"/>
                  <a:pt x="2462057" y="3230880"/>
                  <a:pt x="2453640" y="3230880"/>
                </a:cubicBezTo>
                <a:cubicBezTo>
                  <a:pt x="2445223" y="3230880"/>
                  <a:pt x="2438400" y="3224057"/>
                  <a:pt x="2438400" y="3215640"/>
                </a:cubicBezTo>
                <a:cubicBezTo>
                  <a:pt x="2438400" y="3207223"/>
                  <a:pt x="2445223" y="3200400"/>
                  <a:pt x="2453640" y="3200400"/>
                </a:cubicBezTo>
                <a:cubicBezTo>
                  <a:pt x="2462057" y="3200400"/>
                  <a:pt x="2468880" y="3207223"/>
                  <a:pt x="2468880" y="3215640"/>
                </a:cubicBezTo>
                <a:close/>
                <a:moveTo>
                  <a:pt x="2468880" y="3368040"/>
                </a:moveTo>
                <a:cubicBezTo>
                  <a:pt x="2468880" y="3376457"/>
                  <a:pt x="2462057" y="3383280"/>
                  <a:pt x="2453640" y="3383280"/>
                </a:cubicBezTo>
                <a:cubicBezTo>
                  <a:pt x="2445223" y="3383280"/>
                  <a:pt x="2438400" y="3376457"/>
                  <a:pt x="2438400" y="3368040"/>
                </a:cubicBezTo>
                <a:cubicBezTo>
                  <a:pt x="2438400" y="3359623"/>
                  <a:pt x="2445223" y="3352800"/>
                  <a:pt x="2453640" y="3352800"/>
                </a:cubicBezTo>
                <a:cubicBezTo>
                  <a:pt x="2462057" y="3352800"/>
                  <a:pt x="2468880" y="3359623"/>
                  <a:pt x="2468880" y="3368040"/>
                </a:cubicBezTo>
                <a:close/>
                <a:moveTo>
                  <a:pt x="2468880" y="3520440"/>
                </a:moveTo>
                <a:cubicBezTo>
                  <a:pt x="2468880" y="3528857"/>
                  <a:pt x="2462057" y="3535680"/>
                  <a:pt x="2453640" y="3535680"/>
                </a:cubicBezTo>
                <a:cubicBezTo>
                  <a:pt x="2445223" y="3535680"/>
                  <a:pt x="2438400" y="3528857"/>
                  <a:pt x="2438400" y="3520440"/>
                </a:cubicBezTo>
                <a:cubicBezTo>
                  <a:pt x="2438400" y="3512023"/>
                  <a:pt x="2445223" y="3505200"/>
                  <a:pt x="2453640" y="3505200"/>
                </a:cubicBezTo>
                <a:cubicBezTo>
                  <a:pt x="2462057" y="3505200"/>
                  <a:pt x="2468880" y="3512023"/>
                  <a:pt x="2468880" y="3520440"/>
                </a:cubicBezTo>
                <a:close/>
                <a:moveTo>
                  <a:pt x="2468880" y="3672840"/>
                </a:moveTo>
                <a:cubicBezTo>
                  <a:pt x="2468880" y="3681257"/>
                  <a:pt x="2462057" y="3688080"/>
                  <a:pt x="2453640" y="3688080"/>
                </a:cubicBezTo>
                <a:cubicBezTo>
                  <a:pt x="2445223" y="3688080"/>
                  <a:pt x="2438400" y="3681257"/>
                  <a:pt x="2438400" y="3672840"/>
                </a:cubicBezTo>
                <a:cubicBezTo>
                  <a:pt x="2438400" y="3664423"/>
                  <a:pt x="2445223" y="3657600"/>
                  <a:pt x="2453640" y="3657600"/>
                </a:cubicBezTo>
                <a:cubicBezTo>
                  <a:pt x="2462057" y="3657600"/>
                  <a:pt x="2468880" y="3664423"/>
                  <a:pt x="2468880" y="3672840"/>
                </a:cubicBezTo>
                <a:close/>
                <a:moveTo>
                  <a:pt x="2468880" y="3825240"/>
                </a:moveTo>
                <a:cubicBezTo>
                  <a:pt x="2468880" y="3833657"/>
                  <a:pt x="2462057" y="3840480"/>
                  <a:pt x="2453640" y="3840480"/>
                </a:cubicBezTo>
                <a:cubicBezTo>
                  <a:pt x="2445223" y="3840480"/>
                  <a:pt x="2438400" y="3833657"/>
                  <a:pt x="2438400" y="3825240"/>
                </a:cubicBezTo>
                <a:cubicBezTo>
                  <a:pt x="2438400" y="3816823"/>
                  <a:pt x="2445223" y="3810000"/>
                  <a:pt x="2453640" y="3810000"/>
                </a:cubicBezTo>
                <a:cubicBezTo>
                  <a:pt x="2462057" y="3810000"/>
                  <a:pt x="2468880" y="3816823"/>
                  <a:pt x="2468880" y="3825240"/>
                </a:cubicBezTo>
                <a:close/>
                <a:moveTo>
                  <a:pt x="2468880" y="3977640"/>
                </a:moveTo>
                <a:cubicBezTo>
                  <a:pt x="2468880" y="3986057"/>
                  <a:pt x="2462057" y="3992880"/>
                  <a:pt x="2453640" y="3992880"/>
                </a:cubicBezTo>
                <a:cubicBezTo>
                  <a:pt x="2445223" y="3992880"/>
                  <a:pt x="2438400" y="3986057"/>
                  <a:pt x="2438400" y="3977640"/>
                </a:cubicBezTo>
                <a:cubicBezTo>
                  <a:pt x="2438400" y="3969223"/>
                  <a:pt x="2445223" y="3962400"/>
                  <a:pt x="2453640" y="3962400"/>
                </a:cubicBezTo>
                <a:cubicBezTo>
                  <a:pt x="2462057" y="3962400"/>
                  <a:pt x="2468880" y="3969223"/>
                  <a:pt x="2468880" y="3977640"/>
                </a:cubicBezTo>
                <a:close/>
                <a:moveTo>
                  <a:pt x="2468880" y="4130040"/>
                </a:moveTo>
                <a:cubicBezTo>
                  <a:pt x="2468880" y="4138457"/>
                  <a:pt x="2462057" y="4145280"/>
                  <a:pt x="2453640" y="4145280"/>
                </a:cubicBezTo>
                <a:cubicBezTo>
                  <a:pt x="2445223" y="4145280"/>
                  <a:pt x="2438400" y="4138457"/>
                  <a:pt x="2438400" y="4130040"/>
                </a:cubicBezTo>
                <a:cubicBezTo>
                  <a:pt x="2438400" y="4121623"/>
                  <a:pt x="2445223" y="4114800"/>
                  <a:pt x="2453640" y="4114800"/>
                </a:cubicBezTo>
                <a:cubicBezTo>
                  <a:pt x="2462057" y="4114800"/>
                  <a:pt x="2468880" y="4121623"/>
                  <a:pt x="2468880" y="4130040"/>
                </a:cubicBezTo>
                <a:close/>
                <a:moveTo>
                  <a:pt x="2468880" y="4282440"/>
                </a:moveTo>
                <a:cubicBezTo>
                  <a:pt x="2468880" y="4290857"/>
                  <a:pt x="2462057" y="4297680"/>
                  <a:pt x="2453640" y="4297680"/>
                </a:cubicBezTo>
                <a:cubicBezTo>
                  <a:pt x="2445223" y="4297680"/>
                  <a:pt x="2438400" y="4290857"/>
                  <a:pt x="2438400" y="4282440"/>
                </a:cubicBezTo>
                <a:cubicBezTo>
                  <a:pt x="2438400" y="4274023"/>
                  <a:pt x="2445223" y="4267200"/>
                  <a:pt x="2453640" y="4267200"/>
                </a:cubicBezTo>
                <a:cubicBezTo>
                  <a:pt x="2462057" y="4267200"/>
                  <a:pt x="2468880" y="4274023"/>
                  <a:pt x="2468880" y="4282440"/>
                </a:cubicBezTo>
                <a:close/>
                <a:moveTo>
                  <a:pt x="2468880" y="4434840"/>
                </a:moveTo>
                <a:cubicBezTo>
                  <a:pt x="2468880" y="4443257"/>
                  <a:pt x="2462057" y="4450080"/>
                  <a:pt x="2453640" y="4450080"/>
                </a:cubicBezTo>
                <a:cubicBezTo>
                  <a:pt x="2445223" y="4450080"/>
                  <a:pt x="2438400" y="4443257"/>
                  <a:pt x="2438400" y="4434840"/>
                </a:cubicBezTo>
                <a:cubicBezTo>
                  <a:pt x="2438400" y="4426423"/>
                  <a:pt x="2445223" y="4419600"/>
                  <a:pt x="2453640" y="4419600"/>
                </a:cubicBezTo>
                <a:cubicBezTo>
                  <a:pt x="2462057" y="4419600"/>
                  <a:pt x="2468880" y="4426423"/>
                  <a:pt x="2468880" y="4434840"/>
                </a:cubicBezTo>
                <a:close/>
                <a:moveTo>
                  <a:pt x="2621280" y="15240"/>
                </a:moveTo>
                <a:cubicBezTo>
                  <a:pt x="2621280" y="23657"/>
                  <a:pt x="2614457" y="30480"/>
                  <a:pt x="2606040" y="30480"/>
                </a:cubicBezTo>
                <a:cubicBezTo>
                  <a:pt x="2597623" y="30480"/>
                  <a:pt x="2590800" y="23657"/>
                  <a:pt x="2590800" y="15240"/>
                </a:cubicBezTo>
                <a:cubicBezTo>
                  <a:pt x="2590800" y="6823"/>
                  <a:pt x="2597623" y="0"/>
                  <a:pt x="2606040" y="0"/>
                </a:cubicBezTo>
                <a:cubicBezTo>
                  <a:pt x="2614457" y="0"/>
                  <a:pt x="2621280" y="6823"/>
                  <a:pt x="2621280" y="15240"/>
                </a:cubicBezTo>
                <a:close/>
                <a:moveTo>
                  <a:pt x="2621280" y="167640"/>
                </a:moveTo>
                <a:cubicBezTo>
                  <a:pt x="2621280" y="176057"/>
                  <a:pt x="2614457" y="182880"/>
                  <a:pt x="2606040" y="182880"/>
                </a:cubicBezTo>
                <a:cubicBezTo>
                  <a:pt x="2597623" y="182880"/>
                  <a:pt x="2590800" y="176057"/>
                  <a:pt x="2590800" y="167640"/>
                </a:cubicBezTo>
                <a:cubicBezTo>
                  <a:pt x="2590800" y="159223"/>
                  <a:pt x="2597623" y="152400"/>
                  <a:pt x="2606040" y="152400"/>
                </a:cubicBezTo>
                <a:cubicBezTo>
                  <a:pt x="2614457" y="152400"/>
                  <a:pt x="2621280" y="159223"/>
                  <a:pt x="2621280" y="167640"/>
                </a:cubicBezTo>
                <a:close/>
                <a:moveTo>
                  <a:pt x="2621280" y="320040"/>
                </a:moveTo>
                <a:cubicBezTo>
                  <a:pt x="2621280" y="328457"/>
                  <a:pt x="2614457" y="335280"/>
                  <a:pt x="2606040" y="335280"/>
                </a:cubicBezTo>
                <a:cubicBezTo>
                  <a:pt x="2597623" y="335280"/>
                  <a:pt x="2590800" y="328457"/>
                  <a:pt x="2590800" y="320040"/>
                </a:cubicBezTo>
                <a:cubicBezTo>
                  <a:pt x="2590800" y="311623"/>
                  <a:pt x="2597623" y="304800"/>
                  <a:pt x="2606040" y="304800"/>
                </a:cubicBezTo>
                <a:cubicBezTo>
                  <a:pt x="2614457" y="304800"/>
                  <a:pt x="2621280" y="311623"/>
                  <a:pt x="2621280" y="320040"/>
                </a:cubicBezTo>
                <a:close/>
                <a:moveTo>
                  <a:pt x="2621280" y="472440"/>
                </a:moveTo>
                <a:cubicBezTo>
                  <a:pt x="2621280" y="480857"/>
                  <a:pt x="2614457" y="487680"/>
                  <a:pt x="2606040" y="487680"/>
                </a:cubicBezTo>
                <a:cubicBezTo>
                  <a:pt x="2597623" y="487680"/>
                  <a:pt x="2590800" y="480857"/>
                  <a:pt x="2590800" y="472440"/>
                </a:cubicBezTo>
                <a:cubicBezTo>
                  <a:pt x="2590800" y="464023"/>
                  <a:pt x="2597623" y="457200"/>
                  <a:pt x="2606040" y="457200"/>
                </a:cubicBezTo>
                <a:cubicBezTo>
                  <a:pt x="2614457" y="457200"/>
                  <a:pt x="2621280" y="464023"/>
                  <a:pt x="2621280" y="472440"/>
                </a:cubicBezTo>
                <a:close/>
                <a:moveTo>
                  <a:pt x="2621280" y="624840"/>
                </a:moveTo>
                <a:cubicBezTo>
                  <a:pt x="2621280" y="633257"/>
                  <a:pt x="2614457" y="640080"/>
                  <a:pt x="2606040" y="640080"/>
                </a:cubicBezTo>
                <a:cubicBezTo>
                  <a:pt x="2597623" y="640080"/>
                  <a:pt x="2590800" y="633257"/>
                  <a:pt x="2590800" y="624840"/>
                </a:cubicBezTo>
                <a:cubicBezTo>
                  <a:pt x="2590800" y="616423"/>
                  <a:pt x="2597623" y="609600"/>
                  <a:pt x="2606040" y="609600"/>
                </a:cubicBezTo>
                <a:cubicBezTo>
                  <a:pt x="2614457" y="609600"/>
                  <a:pt x="2621280" y="616423"/>
                  <a:pt x="2621280" y="624840"/>
                </a:cubicBezTo>
                <a:close/>
                <a:moveTo>
                  <a:pt x="2621280" y="777240"/>
                </a:moveTo>
                <a:cubicBezTo>
                  <a:pt x="2621280" y="785657"/>
                  <a:pt x="2614457" y="792480"/>
                  <a:pt x="2606040" y="792480"/>
                </a:cubicBezTo>
                <a:cubicBezTo>
                  <a:pt x="2597623" y="792480"/>
                  <a:pt x="2590800" y="785657"/>
                  <a:pt x="2590800" y="777240"/>
                </a:cubicBezTo>
                <a:cubicBezTo>
                  <a:pt x="2590800" y="768823"/>
                  <a:pt x="2597623" y="762000"/>
                  <a:pt x="2606040" y="762000"/>
                </a:cubicBezTo>
                <a:cubicBezTo>
                  <a:pt x="2614457" y="762000"/>
                  <a:pt x="2621280" y="768823"/>
                  <a:pt x="2621280" y="777240"/>
                </a:cubicBezTo>
                <a:close/>
                <a:moveTo>
                  <a:pt x="2621280" y="929640"/>
                </a:moveTo>
                <a:cubicBezTo>
                  <a:pt x="2621280" y="938057"/>
                  <a:pt x="2614457" y="944880"/>
                  <a:pt x="2606040" y="944880"/>
                </a:cubicBezTo>
                <a:cubicBezTo>
                  <a:pt x="2597623" y="944880"/>
                  <a:pt x="2590800" y="938057"/>
                  <a:pt x="2590800" y="929640"/>
                </a:cubicBezTo>
                <a:cubicBezTo>
                  <a:pt x="2590800" y="921223"/>
                  <a:pt x="2597623" y="914400"/>
                  <a:pt x="2606040" y="914400"/>
                </a:cubicBezTo>
                <a:cubicBezTo>
                  <a:pt x="2614457" y="914400"/>
                  <a:pt x="2621280" y="921223"/>
                  <a:pt x="2621280" y="929640"/>
                </a:cubicBezTo>
                <a:close/>
                <a:moveTo>
                  <a:pt x="2621280" y="1082040"/>
                </a:moveTo>
                <a:cubicBezTo>
                  <a:pt x="2621280" y="1090457"/>
                  <a:pt x="2614457" y="1097280"/>
                  <a:pt x="2606040" y="1097280"/>
                </a:cubicBezTo>
                <a:cubicBezTo>
                  <a:pt x="2597623" y="1097280"/>
                  <a:pt x="2590800" y="1090457"/>
                  <a:pt x="2590800" y="1082040"/>
                </a:cubicBezTo>
                <a:cubicBezTo>
                  <a:pt x="2590800" y="1073623"/>
                  <a:pt x="2597623" y="1066800"/>
                  <a:pt x="2606040" y="1066800"/>
                </a:cubicBezTo>
                <a:cubicBezTo>
                  <a:pt x="2614457" y="1066800"/>
                  <a:pt x="2621280" y="1073623"/>
                  <a:pt x="2621280" y="1082040"/>
                </a:cubicBezTo>
                <a:close/>
                <a:moveTo>
                  <a:pt x="2621280" y="1234440"/>
                </a:moveTo>
                <a:cubicBezTo>
                  <a:pt x="2621280" y="1242857"/>
                  <a:pt x="2614457" y="1249680"/>
                  <a:pt x="2606040" y="1249680"/>
                </a:cubicBezTo>
                <a:cubicBezTo>
                  <a:pt x="2597623" y="1249680"/>
                  <a:pt x="2590800" y="1242857"/>
                  <a:pt x="2590800" y="1234440"/>
                </a:cubicBezTo>
                <a:cubicBezTo>
                  <a:pt x="2590800" y="1226023"/>
                  <a:pt x="2597623" y="1219200"/>
                  <a:pt x="2606040" y="1219200"/>
                </a:cubicBezTo>
                <a:cubicBezTo>
                  <a:pt x="2614457" y="1219200"/>
                  <a:pt x="2621280" y="1226023"/>
                  <a:pt x="2621280" y="1234440"/>
                </a:cubicBezTo>
                <a:close/>
                <a:moveTo>
                  <a:pt x="2621280" y="1386840"/>
                </a:moveTo>
                <a:cubicBezTo>
                  <a:pt x="2621280" y="1395257"/>
                  <a:pt x="2614457" y="1402080"/>
                  <a:pt x="2606040" y="1402080"/>
                </a:cubicBezTo>
                <a:cubicBezTo>
                  <a:pt x="2597623" y="1402080"/>
                  <a:pt x="2590800" y="1395257"/>
                  <a:pt x="2590800" y="1386840"/>
                </a:cubicBezTo>
                <a:cubicBezTo>
                  <a:pt x="2590800" y="1378423"/>
                  <a:pt x="2597623" y="1371600"/>
                  <a:pt x="2606040" y="1371600"/>
                </a:cubicBezTo>
                <a:cubicBezTo>
                  <a:pt x="2614457" y="1371600"/>
                  <a:pt x="2621280" y="1378423"/>
                  <a:pt x="2621280" y="1386840"/>
                </a:cubicBezTo>
                <a:close/>
                <a:moveTo>
                  <a:pt x="2621280" y="1539240"/>
                </a:moveTo>
                <a:cubicBezTo>
                  <a:pt x="2621280" y="1547657"/>
                  <a:pt x="2614457" y="1554480"/>
                  <a:pt x="2606040" y="1554480"/>
                </a:cubicBezTo>
                <a:cubicBezTo>
                  <a:pt x="2597623" y="1554480"/>
                  <a:pt x="2590800" y="1547657"/>
                  <a:pt x="2590800" y="1539240"/>
                </a:cubicBezTo>
                <a:cubicBezTo>
                  <a:pt x="2590800" y="1530823"/>
                  <a:pt x="2597623" y="1524000"/>
                  <a:pt x="2606040" y="1524000"/>
                </a:cubicBezTo>
                <a:cubicBezTo>
                  <a:pt x="2614457" y="1524000"/>
                  <a:pt x="2621280" y="1530823"/>
                  <a:pt x="2621280" y="1539240"/>
                </a:cubicBezTo>
                <a:close/>
                <a:moveTo>
                  <a:pt x="2621280" y="1691640"/>
                </a:moveTo>
                <a:cubicBezTo>
                  <a:pt x="2621280" y="1700057"/>
                  <a:pt x="2614457" y="1706880"/>
                  <a:pt x="2606040" y="1706880"/>
                </a:cubicBezTo>
                <a:cubicBezTo>
                  <a:pt x="2597623" y="1706880"/>
                  <a:pt x="2590800" y="1700057"/>
                  <a:pt x="2590800" y="1691640"/>
                </a:cubicBezTo>
                <a:cubicBezTo>
                  <a:pt x="2590800" y="1683223"/>
                  <a:pt x="2597623" y="1676400"/>
                  <a:pt x="2606040" y="1676400"/>
                </a:cubicBezTo>
                <a:cubicBezTo>
                  <a:pt x="2614457" y="1676400"/>
                  <a:pt x="2621280" y="1683223"/>
                  <a:pt x="2621280" y="1691640"/>
                </a:cubicBezTo>
                <a:close/>
                <a:moveTo>
                  <a:pt x="2621280" y="1844040"/>
                </a:moveTo>
                <a:cubicBezTo>
                  <a:pt x="2621280" y="1852457"/>
                  <a:pt x="2614457" y="1859280"/>
                  <a:pt x="2606040" y="1859280"/>
                </a:cubicBezTo>
                <a:cubicBezTo>
                  <a:pt x="2597623" y="1859280"/>
                  <a:pt x="2590800" y="1852457"/>
                  <a:pt x="2590800" y="1844040"/>
                </a:cubicBezTo>
                <a:cubicBezTo>
                  <a:pt x="2590800" y="1835623"/>
                  <a:pt x="2597623" y="1828800"/>
                  <a:pt x="2606040" y="1828800"/>
                </a:cubicBezTo>
                <a:cubicBezTo>
                  <a:pt x="2614457" y="1828800"/>
                  <a:pt x="2621280" y="1835623"/>
                  <a:pt x="2621280" y="1844040"/>
                </a:cubicBezTo>
                <a:close/>
                <a:moveTo>
                  <a:pt x="2621280" y="1996440"/>
                </a:moveTo>
                <a:cubicBezTo>
                  <a:pt x="2621280" y="2004857"/>
                  <a:pt x="2614457" y="2011680"/>
                  <a:pt x="2606040" y="2011680"/>
                </a:cubicBezTo>
                <a:cubicBezTo>
                  <a:pt x="2597623" y="2011680"/>
                  <a:pt x="2590800" y="2004857"/>
                  <a:pt x="2590800" y="1996440"/>
                </a:cubicBezTo>
                <a:cubicBezTo>
                  <a:pt x="2590800" y="1988023"/>
                  <a:pt x="2597623" y="1981200"/>
                  <a:pt x="2606040" y="1981200"/>
                </a:cubicBezTo>
                <a:cubicBezTo>
                  <a:pt x="2614457" y="1981200"/>
                  <a:pt x="2621280" y="1988023"/>
                  <a:pt x="2621280" y="1996440"/>
                </a:cubicBezTo>
                <a:close/>
                <a:moveTo>
                  <a:pt x="2621280" y="2148840"/>
                </a:moveTo>
                <a:cubicBezTo>
                  <a:pt x="2621280" y="2157257"/>
                  <a:pt x="2614457" y="2164080"/>
                  <a:pt x="2606040" y="2164080"/>
                </a:cubicBezTo>
                <a:cubicBezTo>
                  <a:pt x="2597623" y="2164080"/>
                  <a:pt x="2590800" y="2157257"/>
                  <a:pt x="2590800" y="2148840"/>
                </a:cubicBezTo>
                <a:cubicBezTo>
                  <a:pt x="2590800" y="2140423"/>
                  <a:pt x="2597623" y="2133600"/>
                  <a:pt x="2606040" y="2133600"/>
                </a:cubicBezTo>
                <a:cubicBezTo>
                  <a:pt x="2614457" y="2133600"/>
                  <a:pt x="2621280" y="2140423"/>
                  <a:pt x="2621280" y="2148840"/>
                </a:cubicBezTo>
                <a:close/>
                <a:moveTo>
                  <a:pt x="2621280" y="2301240"/>
                </a:moveTo>
                <a:cubicBezTo>
                  <a:pt x="2621280" y="2309657"/>
                  <a:pt x="2614457" y="2316480"/>
                  <a:pt x="2606040" y="2316480"/>
                </a:cubicBezTo>
                <a:cubicBezTo>
                  <a:pt x="2597623" y="2316480"/>
                  <a:pt x="2590800" y="2309657"/>
                  <a:pt x="2590800" y="2301240"/>
                </a:cubicBezTo>
                <a:cubicBezTo>
                  <a:pt x="2590800" y="2292823"/>
                  <a:pt x="2597623" y="2286000"/>
                  <a:pt x="2606040" y="2286000"/>
                </a:cubicBezTo>
                <a:cubicBezTo>
                  <a:pt x="2614457" y="2286000"/>
                  <a:pt x="2621280" y="2292823"/>
                  <a:pt x="2621280" y="2301240"/>
                </a:cubicBezTo>
                <a:close/>
                <a:moveTo>
                  <a:pt x="2621280" y="2453640"/>
                </a:moveTo>
                <a:cubicBezTo>
                  <a:pt x="2621280" y="2462057"/>
                  <a:pt x="2614457" y="2468880"/>
                  <a:pt x="2606040" y="2468880"/>
                </a:cubicBezTo>
                <a:cubicBezTo>
                  <a:pt x="2597623" y="2468880"/>
                  <a:pt x="2590800" y="2462057"/>
                  <a:pt x="2590800" y="2453640"/>
                </a:cubicBezTo>
                <a:cubicBezTo>
                  <a:pt x="2590800" y="2445223"/>
                  <a:pt x="2597623" y="2438400"/>
                  <a:pt x="2606040" y="2438400"/>
                </a:cubicBezTo>
                <a:cubicBezTo>
                  <a:pt x="2614457" y="2438400"/>
                  <a:pt x="2621280" y="2445223"/>
                  <a:pt x="2621280" y="2453640"/>
                </a:cubicBezTo>
                <a:close/>
                <a:moveTo>
                  <a:pt x="2621280" y="2606040"/>
                </a:moveTo>
                <a:cubicBezTo>
                  <a:pt x="2621280" y="2614457"/>
                  <a:pt x="2614457" y="2621280"/>
                  <a:pt x="2606040" y="2621280"/>
                </a:cubicBezTo>
                <a:cubicBezTo>
                  <a:pt x="2597623" y="2621280"/>
                  <a:pt x="2590800" y="2614457"/>
                  <a:pt x="2590800" y="2606040"/>
                </a:cubicBezTo>
                <a:cubicBezTo>
                  <a:pt x="2590800" y="2597623"/>
                  <a:pt x="2597623" y="2590800"/>
                  <a:pt x="2606040" y="2590800"/>
                </a:cubicBezTo>
                <a:cubicBezTo>
                  <a:pt x="2614457" y="2590800"/>
                  <a:pt x="2621280" y="2597623"/>
                  <a:pt x="2621280" y="2606040"/>
                </a:cubicBezTo>
                <a:close/>
                <a:moveTo>
                  <a:pt x="2621280" y="2758440"/>
                </a:moveTo>
                <a:cubicBezTo>
                  <a:pt x="2621280" y="2766857"/>
                  <a:pt x="2614457" y="2773680"/>
                  <a:pt x="2606040" y="2773680"/>
                </a:cubicBezTo>
                <a:cubicBezTo>
                  <a:pt x="2597623" y="2773680"/>
                  <a:pt x="2590800" y="2766857"/>
                  <a:pt x="2590800" y="2758440"/>
                </a:cubicBezTo>
                <a:cubicBezTo>
                  <a:pt x="2590800" y="2750023"/>
                  <a:pt x="2597623" y="2743200"/>
                  <a:pt x="2606040" y="2743200"/>
                </a:cubicBezTo>
                <a:cubicBezTo>
                  <a:pt x="2614457" y="2743200"/>
                  <a:pt x="2621280" y="2750023"/>
                  <a:pt x="2621280" y="2758440"/>
                </a:cubicBezTo>
                <a:close/>
                <a:moveTo>
                  <a:pt x="2621280" y="2910840"/>
                </a:moveTo>
                <a:cubicBezTo>
                  <a:pt x="2621280" y="2919257"/>
                  <a:pt x="2614457" y="2926080"/>
                  <a:pt x="2606040" y="2926080"/>
                </a:cubicBezTo>
                <a:cubicBezTo>
                  <a:pt x="2597623" y="2926080"/>
                  <a:pt x="2590800" y="2919257"/>
                  <a:pt x="2590800" y="2910840"/>
                </a:cubicBezTo>
                <a:cubicBezTo>
                  <a:pt x="2590800" y="2902423"/>
                  <a:pt x="2597623" y="2895600"/>
                  <a:pt x="2606040" y="2895600"/>
                </a:cubicBezTo>
                <a:cubicBezTo>
                  <a:pt x="2614457" y="2895600"/>
                  <a:pt x="2621280" y="2902423"/>
                  <a:pt x="2621280" y="2910840"/>
                </a:cubicBezTo>
                <a:close/>
                <a:moveTo>
                  <a:pt x="2621280" y="3063240"/>
                </a:moveTo>
                <a:cubicBezTo>
                  <a:pt x="2621280" y="3071657"/>
                  <a:pt x="2614457" y="3078480"/>
                  <a:pt x="2606040" y="3078480"/>
                </a:cubicBezTo>
                <a:cubicBezTo>
                  <a:pt x="2597623" y="3078480"/>
                  <a:pt x="2590800" y="3071657"/>
                  <a:pt x="2590800" y="3063240"/>
                </a:cubicBezTo>
                <a:cubicBezTo>
                  <a:pt x="2590800" y="3054823"/>
                  <a:pt x="2597623" y="3048000"/>
                  <a:pt x="2606040" y="3048000"/>
                </a:cubicBezTo>
                <a:cubicBezTo>
                  <a:pt x="2614457" y="3048000"/>
                  <a:pt x="2621280" y="3054823"/>
                  <a:pt x="2621280" y="3063240"/>
                </a:cubicBezTo>
                <a:close/>
                <a:moveTo>
                  <a:pt x="2621280" y="3215640"/>
                </a:moveTo>
                <a:cubicBezTo>
                  <a:pt x="2621280" y="3224057"/>
                  <a:pt x="2614457" y="3230880"/>
                  <a:pt x="2606040" y="3230880"/>
                </a:cubicBezTo>
                <a:cubicBezTo>
                  <a:pt x="2597623" y="3230880"/>
                  <a:pt x="2590800" y="3224057"/>
                  <a:pt x="2590800" y="3215640"/>
                </a:cubicBezTo>
                <a:cubicBezTo>
                  <a:pt x="2590800" y="3207223"/>
                  <a:pt x="2597623" y="3200400"/>
                  <a:pt x="2606040" y="3200400"/>
                </a:cubicBezTo>
                <a:cubicBezTo>
                  <a:pt x="2614457" y="3200400"/>
                  <a:pt x="2621280" y="3207223"/>
                  <a:pt x="2621280" y="3215640"/>
                </a:cubicBezTo>
                <a:close/>
                <a:moveTo>
                  <a:pt x="2621280" y="3368040"/>
                </a:moveTo>
                <a:cubicBezTo>
                  <a:pt x="2621280" y="3376457"/>
                  <a:pt x="2614457" y="3383280"/>
                  <a:pt x="2606040" y="3383280"/>
                </a:cubicBezTo>
                <a:cubicBezTo>
                  <a:pt x="2597623" y="3383280"/>
                  <a:pt x="2590800" y="3376457"/>
                  <a:pt x="2590800" y="3368040"/>
                </a:cubicBezTo>
                <a:cubicBezTo>
                  <a:pt x="2590800" y="3359623"/>
                  <a:pt x="2597623" y="3352800"/>
                  <a:pt x="2606040" y="3352800"/>
                </a:cubicBezTo>
                <a:cubicBezTo>
                  <a:pt x="2614457" y="3352800"/>
                  <a:pt x="2621280" y="3359623"/>
                  <a:pt x="2621280" y="3368040"/>
                </a:cubicBezTo>
                <a:close/>
                <a:moveTo>
                  <a:pt x="2621280" y="3520440"/>
                </a:moveTo>
                <a:cubicBezTo>
                  <a:pt x="2621280" y="3528857"/>
                  <a:pt x="2614457" y="3535680"/>
                  <a:pt x="2606040" y="3535680"/>
                </a:cubicBezTo>
                <a:cubicBezTo>
                  <a:pt x="2597623" y="3535680"/>
                  <a:pt x="2590800" y="3528857"/>
                  <a:pt x="2590800" y="3520440"/>
                </a:cubicBezTo>
                <a:cubicBezTo>
                  <a:pt x="2590800" y="3512023"/>
                  <a:pt x="2597623" y="3505200"/>
                  <a:pt x="2606040" y="3505200"/>
                </a:cubicBezTo>
                <a:cubicBezTo>
                  <a:pt x="2614457" y="3505200"/>
                  <a:pt x="2621280" y="3512023"/>
                  <a:pt x="2621280" y="3520440"/>
                </a:cubicBezTo>
                <a:close/>
                <a:moveTo>
                  <a:pt x="2621280" y="3672840"/>
                </a:moveTo>
                <a:cubicBezTo>
                  <a:pt x="2621280" y="3681257"/>
                  <a:pt x="2614457" y="3688080"/>
                  <a:pt x="2606040" y="3688080"/>
                </a:cubicBezTo>
                <a:cubicBezTo>
                  <a:pt x="2597623" y="3688080"/>
                  <a:pt x="2590800" y="3681257"/>
                  <a:pt x="2590800" y="3672840"/>
                </a:cubicBezTo>
                <a:cubicBezTo>
                  <a:pt x="2590800" y="3664423"/>
                  <a:pt x="2597623" y="3657600"/>
                  <a:pt x="2606040" y="3657600"/>
                </a:cubicBezTo>
                <a:cubicBezTo>
                  <a:pt x="2614457" y="3657600"/>
                  <a:pt x="2621280" y="3664423"/>
                  <a:pt x="2621280" y="3672840"/>
                </a:cubicBezTo>
                <a:close/>
                <a:moveTo>
                  <a:pt x="2621280" y="3825240"/>
                </a:moveTo>
                <a:cubicBezTo>
                  <a:pt x="2621280" y="3833657"/>
                  <a:pt x="2614457" y="3840480"/>
                  <a:pt x="2606040" y="3840480"/>
                </a:cubicBezTo>
                <a:cubicBezTo>
                  <a:pt x="2597623" y="3840480"/>
                  <a:pt x="2590800" y="3833657"/>
                  <a:pt x="2590800" y="3825240"/>
                </a:cubicBezTo>
                <a:cubicBezTo>
                  <a:pt x="2590800" y="3816823"/>
                  <a:pt x="2597623" y="3810000"/>
                  <a:pt x="2606040" y="3810000"/>
                </a:cubicBezTo>
                <a:cubicBezTo>
                  <a:pt x="2614457" y="3810000"/>
                  <a:pt x="2621280" y="3816823"/>
                  <a:pt x="2621280" y="3825240"/>
                </a:cubicBezTo>
                <a:close/>
                <a:moveTo>
                  <a:pt x="2621280" y="3977640"/>
                </a:moveTo>
                <a:cubicBezTo>
                  <a:pt x="2621280" y="3986057"/>
                  <a:pt x="2614457" y="3992880"/>
                  <a:pt x="2606040" y="3992880"/>
                </a:cubicBezTo>
                <a:cubicBezTo>
                  <a:pt x="2597623" y="3992880"/>
                  <a:pt x="2590800" y="3986057"/>
                  <a:pt x="2590800" y="3977640"/>
                </a:cubicBezTo>
                <a:cubicBezTo>
                  <a:pt x="2590800" y="3969223"/>
                  <a:pt x="2597623" y="3962400"/>
                  <a:pt x="2606040" y="3962400"/>
                </a:cubicBezTo>
                <a:cubicBezTo>
                  <a:pt x="2614457" y="3962400"/>
                  <a:pt x="2621280" y="3969223"/>
                  <a:pt x="2621280" y="3977640"/>
                </a:cubicBezTo>
                <a:close/>
                <a:moveTo>
                  <a:pt x="2621280" y="4130040"/>
                </a:moveTo>
                <a:cubicBezTo>
                  <a:pt x="2621280" y="4138457"/>
                  <a:pt x="2614457" y="4145280"/>
                  <a:pt x="2606040" y="4145280"/>
                </a:cubicBezTo>
                <a:cubicBezTo>
                  <a:pt x="2597623" y="4145280"/>
                  <a:pt x="2590800" y="4138457"/>
                  <a:pt x="2590800" y="4130040"/>
                </a:cubicBezTo>
                <a:cubicBezTo>
                  <a:pt x="2590800" y="4121623"/>
                  <a:pt x="2597623" y="4114800"/>
                  <a:pt x="2606040" y="4114800"/>
                </a:cubicBezTo>
                <a:cubicBezTo>
                  <a:pt x="2614457" y="4114800"/>
                  <a:pt x="2621280" y="4121623"/>
                  <a:pt x="2621280" y="4130040"/>
                </a:cubicBezTo>
                <a:close/>
                <a:moveTo>
                  <a:pt x="2621280" y="4282440"/>
                </a:moveTo>
                <a:cubicBezTo>
                  <a:pt x="2621280" y="4290857"/>
                  <a:pt x="2614457" y="4297680"/>
                  <a:pt x="2606040" y="4297680"/>
                </a:cubicBezTo>
                <a:cubicBezTo>
                  <a:pt x="2597623" y="4297680"/>
                  <a:pt x="2590800" y="4290857"/>
                  <a:pt x="2590800" y="4282440"/>
                </a:cubicBezTo>
                <a:cubicBezTo>
                  <a:pt x="2590800" y="4274023"/>
                  <a:pt x="2597623" y="4267200"/>
                  <a:pt x="2606040" y="4267200"/>
                </a:cubicBezTo>
                <a:cubicBezTo>
                  <a:pt x="2614457" y="4267200"/>
                  <a:pt x="2621280" y="4274023"/>
                  <a:pt x="2621280" y="4282440"/>
                </a:cubicBezTo>
                <a:close/>
                <a:moveTo>
                  <a:pt x="2621280" y="4434840"/>
                </a:moveTo>
                <a:cubicBezTo>
                  <a:pt x="2621280" y="4443257"/>
                  <a:pt x="2614457" y="4450080"/>
                  <a:pt x="2606040" y="4450080"/>
                </a:cubicBezTo>
                <a:cubicBezTo>
                  <a:pt x="2597623" y="4450080"/>
                  <a:pt x="2590800" y="4443257"/>
                  <a:pt x="2590800" y="4434840"/>
                </a:cubicBezTo>
                <a:cubicBezTo>
                  <a:pt x="2590800" y="4426423"/>
                  <a:pt x="2597623" y="4419600"/>
                  <a:pt x="2606040" y="4419600"/>
                </a:cubicBezTo>
                <a:cubicBezTo>
                  <a:pt x="2614457" y="4419600"/>
                  <a:pt x="2621280" y="4426423"/>
                  <a:pt x="2621280" y="4434840"/>
                </a:cubicBezTo>
                <a:close/>
                <a:moveTo>
                  <a:pt x="2773680" y="15240"/>
                </a:moveTo>
                <a:cubicBezTo>
                  <a:pt x="2773680" y="23657"/>
                  <a:pt x="2766857" y="30480"/>
                  <a:pt x="2758440" y="30480"/>
                </a:cubicBezTo>
                <a:cubicBezTo>
                  <a:pt x="2750023" y="30480"/>
                  <a:pt x="2743200" y="23657"/>
                  <a:pt x="2743200" y="15240"/>
                </a:cubicBezTo>
                <a:cubicBezTo>
                  <a:pt x="2743200" y="6823"/>
                  <a:pt x="2750023" y="0"/>
                  <a:pt x="2758440" y="0"/>
                </a:cubicBezTo>
                <a:cubicBezTo>
                  <a:pt x="2766857" y="0"/>
                  <a:pt x="2773680" y="6823"/>
                  <a:pt x="2773680" y="15240"/>
                </a:cubicBezTo>
                <a:close/>
                <a:moveTo>
                  <a:pt x="2773680" y="167640"/>
                </a:moveTo>
                <a:cubicBezTo>
                  <a:pt x="2773680" y="176057"/>
                  <a:pt x="2766857" y="182880"/>
                  <a:pt x="2758440" y="182880"/>
                </a:cubicBezTo>
                <a:cubicBezTo>
                  <a:pt x="2750023" y="182880"/>
                  <a:pt x="2743200" y="176057"/>
                  <a:pt x="2743200" y="167640"/>
                </a:cubicBezTo>
                <a:cubicBezTo>
                  <a:pt x="2743200" y="159223"/>
                  <a:pt x="2750023" y="152400"/>
                  <a:pt x="2758440" y="152400"/>
                </a:cubicBezTo>
                <a:cubicBezTo>
                  <a:pt x="2766857" y="152400"/>
                  <a:pt x="2773680" y="159223"/>
                  <a:pt x="2773680" y="167640"/>
                </a:cubicBezTo>
                <a:close/>
                <a:moveTo>
                  <a:pt x="2773680" y="320040"/>
                </a:moveTo>
                <a:cubicBezTo>
                  <a:pt x="2773680" y="328457"/>
                  <a:pt x="2766857" y="335280"/>
                  <a:pt x="2758440" y="335280"/>
                </a:cubicBezTo>
                <a:cubicBezTo>
                  <a:pt x="2750023" y="335280"/>
                  <a:pt x="2743200" y="328457"/>
                  <a:pt x="2743200" y="320040"/>
                </a:cubicBezTo>
                <a:cubicBezTo>
                  <a:pt x="2743200" y="311623"/>
                  <a:pt x="2750023" y="304800"/>
                  <a:pt x="2758440" y="304800"/>
                </a:cubicBezTo>
                <a:cubicBezTo>
                  <a:pt x="2766857" y="304800"/>
                  <a:pt x="2773680" y="311623"/>
                  <a:pt x="2773680" y="320040"/>
                </a:cubicBezTo>
                <a:close/>
                <a:moveTo>
                  <a:pt x="2773680" y="472440"/>
                </a:moveTo>
                <a:cubicBezTo>
                  <a:pt x="2773680" y="480857"/>
                  <a:pt x="2766857" y="487680"/>
                  <a:pt x="2758440" y="487680"/>
                </a:cubicBezTo>
                <a:cubicBezTo>
                  <a:pt x="2750023" y="487680"/>
                  <a:pt x="2743200" y="480857"/>
                  <a:pt x="2743200" y="472440"/>
                </a:cubicBezTo>
                <a:cubicBezTo>
                  <a:pt x="2743200" y="464023"/>
                  <a:pt x="2750023" y="457200"/>
                  <a:pt x="2758440" y="457200"/>
                </a:cubicBezTo>
                <a:cubicBezTo>
                  <a:pt x="2766857" y="457200"/>
                  <a:pt x="2773680" y="464023"/>
                  <a:pt x="2773680" y="472440"/>
                </a:cubicBezTo>
                <a:close/>
                <a:moveTo>
                  <a:pt x="2773680" y="624840"/>
                </a:moveTo>
                <a:cubicBezTo>
                  <a:pt x="2773680" y="633257"/>
                  <a:pt x="2766857" y="640080"/>
                  <a:pt x="2758440" y="640080"/>
                </a:cubicBezTo>
                <a:cubicBezTo>
                  <a:pt x="2750023" y="640080"/>
                  <a:pt x="2743200" y="633257"/>
                  <a:pt x="2743200" y="624840"/>
                </a:cubicBezTo>
                <a:cubicBezTo>
                  <a:pt x="2743200" y="616423"/>
                  <a:pt x="2750023" y="609600"/>
                  <a:pt x="2758440" y="609600"/>
                </a:cubicBezTo>
                <a:cubicBezTo>
                  <a:pt x="2766857" y="609600"/>
                  <a:pt x="2773680" y="616423"/>
                  <a:pt x="2773680" y="624840"/>
                </a:cubicBezTo>
                <a:close/>
                <a:moveTo>
                  <a:pt x="2773680" y="777240"/>
                </a:moveTo>
                <a:cubicBezTo>
                  <a:pt x="2773680" y="785657"/>
                  <a:pt x="2766857" y="792480"/>
                  <a:pt x="2758440" y="792480"/>
                </a:cubicBezTo>
                <a:cubicBezTo>
                  <a:pt x="2750023" y="792480"/>
                  <a:pt x="2743200" y="785657"/>
                  <a:pt x="2743200" y="777240"/>
                </a:cubicBezTo>
                <a:cubicBezTo>
                  <a:pt x="2743200" y="768823"/>
                  <a:pt x="2750023" y="762000"/>
                  <a:pt x="2758440" y="762000"/>
                </a:cubicBezTo>
                <a:cubicBezTo>
                  <a:pt x="2766857" y="762000"/>
                  <a:pt x="2773680" y="768823"/>
                  <a:pt x="2773680" y="777240"/>
                </a:cubicBezTo>
                <a:close/>
                <a:moveTo>
                  <a:pt x="2773680" y="929640"/>
                </a:moveTo>
                <a:cubicBezTo>
                  <a:pt x="2773680" y="938057"/>
                  <a:pt x="2766857" y="944880"/>
                  <a:pt x="2758440" y="944880"/>
                </a:cubicBezTo>
                <a:cubicBezTo>
                  <a:pt x="2750023" y="944880"/>
                  <a:pt x="2743200" y="938057"/>
                  <a:pt x="2743200" y="929640"/>
                </a:cubicBezTo>
                <a:cubicBezTo>
                  <a:pt x="2743200" y="921223"/>
                  <a:pt x="2750023" y="914400"/>
                  <a:pt x="2758440" y="914400"/>
                </a:cubicBezTo>
                <a:cubicBezTo>
                  <a:pt x="2766857" y="914400"/>
                  <a:pt x="2773680" y="921223"/>
                  <a:pt x="2773680" y="929640"/>
                </a:cubicBezTo>
                <a:close/>
                <a:moveTo>
                  <a:pt x="2773680" y="1082040"/>
                </a:moveTo>
                <a:cubicBezTo>
                  <a:pt x="2773680" y="1090457"/>
                  <a:pt x="2766857" y="1097280"/>
                  <a:pt x="2758440" y="1097280"/>
                </a:cubicBezTo>
                <a:cubicBezTo>
                  <a:pt x="2750023" y="1097280"/>
                  <a:pt x="2743200" y="1090457"/>
                  <a:pt x="2743200" y="1082040"/>
                </a:cubicBezTo>
                <a:cubicBezTo>
                  <a:pt x="2743200" y="1073623"/>
                  <a:pt x="2750023" y="1066800"/>
                  <a:pt x="2758440" y="1066800"/>
                </a:cubicBezTo>
                <a:cubicBezTo>
                  <a:pt x="2766857" y="1066800"/>
                  <a:pt x="2773680" y="1073623"/>
                  <a:pt x="2773680" y="1082040"/>
                </a:cubicBezTo>
                <a:close/>
                <a:moveTo>
                  <a:pt x="2773680" y="1234440"/>
                </a:moveTo>
                <a:cubicBezTo>
                  <a:pt x="2773680" y="1242857"/>
                  <a:pt x="2766857" y="1249680"/>
                  <a:pt x="2758440" y="1249680"/>
                </a:cubicBezTo>
                <a:cubicBezTo>
                  <a:pt x="2750023" y="1249680"/>
                  <a:pt x="2743200" y="1242857"/>
                  <a:pt x="2743200" y="1234440"/>
                </a:cubicBezTo>
                <a:cubicBezTo>
                  <a:pt x="2743200" y="1226023"/>
                  <a:pt x="2750023" y="1219200"/>
                  <a:pt x="2758440" y="1219200"/>
                </a:cubicBezTo>
                <a:cubicBezTo>
                  <a:pt x="2766857" y="1219200"/>
                  <a:pt x="2773680" y="1226023"/>
                  <a:pt x="2773680" y="1234440"/>
                </a:cubicBezTo>
                <a:close/>
                <a:moveTo>
                  <a:pt x="2773680" y="1386840"/>
                </a:moveTo>
                <a:cubicBezTo>
                  <a:pt x="2773680" y="1395257"/>
                  <a:pt x="2766857" y="1402080"/>
                  <a:pt x="2758440" y="1402080"/>
                </a:cubicBezTo>
                <a:cubicBezTo>
                  <a:pt x="2750023" y="1402080"/>
                  <a:pt x="2743200" y="1395257"/>
                  <a:pt x="2743200" y="1386840"/>
                </a:cubicBezTo>
                <a:cubicBezTo>
                  <a:pt x="2743200" y="1378423"/>
                  <a:pt x="2750023" y="1371600"/>
                  <a:pt x="2758440" y="1371600"/>
                </a:cubicBezTo>
                <a:cubicBezTo>
                  <a:pt x="2766857" y="1371600"/>
                  <a:pt x="2773680" y="1378423"/>
                  <a:pt x="2773680" y="1386840"/>
                </a:cubicBezTo>
                <a:close/>
                <a:moveTo>
                  <a:pt x="2773680" y="1539240"/>
                </a:moveTo>
                <a:cubicBezTo>
                  <a:pt x="2773680" y="1547657"/>
                  <a:pt x="2766857" y="1554480"/>
                  <a:pt x="2758440" y="1554480"/>
                </a:cubicBezTo>
                <a:cubicBezTo>
                  <a:pt x="2750023" y="1554480"/>
                  <a:pt x="2743200" y="1547657"/>
                  <a:pt x="2743200" y="1539240"/>
                </a:cubicBezTo>
                <a:cubicBezTo>
                  <a:pt x="2743200" y="1530823"/>
                  <a:pt x="2750023" y="1524000"/>
                  <a:pt x="2758440" y="1524000"/>
                </a:cubicBezTo>
                <a:cubicBezTo>
                  <a:pt x="2766857" y="1524000"/>
                  <a:pt x="2773680" y="1530823"/>
                  <a:pt x="2773680" y="1539240"/>
                </a:cubicBezTo>
                <a:close/>
                <a:moveTo>
                  <a:pt x="2773680" y="1691640"/>
                </a:moveTo>
                <a:cubicBezTo>
                  <a:pt x="2773680" y="1700057"/>
                  <a:pt x="2766857" y="1706880"/>
                  <a:pt x="2758440" y="1706880"/>
                </a:cubicBezTo>
                <a:cubicBezTo>
                  <a:pt x="2750023" y="1706880"/>
                  <a:pt x="2743200" y="1700057"/>
                  <a:pt x="2743200" y="1691640"/>
                </a:cubicBezTo>
                <a:cubicBezTo>
                  <a:pt x="2743200" y="1683223"/>
                  <a:pt x="2750023" y="1676400"/>
                  <a:pt x="2758440" y="1676400"/>
                </a:cubicBezTo>
                <a:cubicBezTo>
                  <a:pt x="2766857" y="1676400"/>
                  <a:pt x="2773680" y="1683223"/>
                  <a:pt x="2773680" y="1691640"/>
                </a:cubicBezTo>
                <a:close/>
                <a:moveTo>
                  <a:pt x="2773680" y="1844040"/>
                </a:moveTo>
                <a:cubicBezTo>
                  <a:pt x="2773680" y="1852457"/>
                  <a:pt x="2766857" y="1859280"/>
                  <a:pt x="2758440" y="1859280"/>
                </a:cubicBezTo>
                <a:cubicBezTo>
                  <a:pt x="2750023" y="1859280"/>
                  <a:pt x="2743200" y="1852457"/>
                  <a:pt x="2743200" y="1844040"/>
                </a:cubicBezTo>
                <a:cubicBezTo>
                  <a:pt x="2743200" y="1835623"/>
                  <a:pt x="2750023" y="1828800"/>
                  <a:pt x="2758440" y="1828800"/>
                </a:cubicBezTo>
                <a:cubicBezTo>
                  <a:pt x="2766857" y="1828800"/>
                  <a:pt x="2773680" y="1835623"/>
                  <a:pt x="2773680" y="1844040"/>
                </a:cubicBezTo>
                <a:close/>
                <a:moveTo>
                  <a:pt x="2773680" y="1996440"/>
                </a:moveTo>
                <a:cubicBezTo>
                  <a:pt x="2773680" y="2004857"/>
                  <a:pt x="2766857" y="2011680"/>
                  <a:pt x="2758440" y="2011680"/>
                </a:cubicBezTo>
                <a:cubicBezTo>
                  <a:pt x="2750023" y="2011680"/>
                  <a:pt x="2743200" y="2004857"/>
                  <a:pt x="2743200" y="1996440"/>
                </a:cubicBezTo>
                <a:cubicBezTo>
                  <a:pt x="2743200" y="1988023"/>
                  <a:pt x="2750023" y="1981200"/>
                  <a:pt x="2758440" y="1981200"/>
                </a:cubicBezTo>
                <a:cubicBezTo>
                  <a:pt x="2766857" y="1981200"/>
                  <a:pt x="2773680" y="1988023"/>
                  <a:pt x="2773680" y="1996440"/>
                </a:cubicBezTo>
                <a:close/>
                <a:moveTo>
                  <a:pt x="2773680" y="2148840"/>
                </a:moveTo>
                <a:cubicBezTo>
                  <a:pt x="2773680" y="2157257"/>
                  <a:pt x="2766857" y="2164080"/>
                  <a:pt x="2758440" y="2164080"/>
                </a:cubicBezTo>
                <a:cubicBezTo>
                  <a:pt x="2750023" y="2164080"/>
                  <a:pt x="2743200" y="2157257"/>
                  <a:pt x="2743200" y="2148840"/>
                </a:cubicBezTo>
                <a:cubicBezTo>
                  <a:pt x="2743200" y="2140423"/>
                  <a:pt x="2750023" y="2133600"/>
                  <a:pt x="2758440" y="2133600"/>
                </a:cubicBezTo>
                <a:cubicBezTo>
                  <a:pt x="2766857" y="2133600"/>
                  <a:pt x="2773680" y="2140423"/>
                  <a:pt x="2773680" y="2148840"/>
                </a:cubicBezTo>
                <a:close/>
                <a:moveTo>
                  <a:pt x="2773680" y="2301240"/>
                </a:moveTo>
                <a:cubicBezTo>
                  <a:pt x="2773680" y="2309657"/>
                  <a:pt x="2766857" y="2316480"/>
                  <a:pt x="2758440" y="2316480"/>
                </a:cubicBezTo>
                <a:cubicBezTo>
                  <a:pt x="2750023" y="2316480"/>
                  <a:pt x="2743200" y="2309657"/>
                  <a:pt x="2743200" y="2301240"/>
                </a:cubicBezTo>
                <a:cubicBezTo>
                  <a:pt x="2743200" y="2292823"/>
                  <a:pt x="2750023" y="2286000"/>
                  <a:pt x="2758440" y="2286000"/>
                </a:cubicBezTo>
                <a:cubicBezTo>
                  <a:pt x="2766857" y="2286000"/>
                  <a:pt x="2773680" y="2292823"/>
                  <a:pt x="2773680" y="2301240"/>
                </a:cubicBezTo>
                <a:close/>
                <a:moveTo>
                  <a:pt x="2773680" y="2453640"/>
                </a:moveTo>
                <a:cubicBezTo>
                  <a:pt x="2773680" y="2462057"/>
                  <a:pt x="2766857" y="2468880"/>
                  <a:pt x="2758440" y="2468880"/>
                </a:cubicBezTo>
                <a:cubicBezTo>
                  <a:pt x="2750023" y="2468880"/>
                  <a:pt x="2743200" y="2462057"/>
                  <a:pt x="2743200" y="2453640"/>
                </a:cubicBezTo>
                <a:cubicBezTo>
                  <a:pt x="2743200" y="2445223"/>
                  <a:pt x="2750023" y="2438400"/>
                  <a:pt x="2758440" y="2438400"/>
                </a:cubicBezTo>
                <a:cubicBezTo>
                  <a:pt x="2766857" y="2438400"/>
                  <a:pt x="2773680" y="2445223"/>
                  <a:pt x="2773680" y="2453640"/>
                </a:cubicBezTo>
                <a:close/>
                <a:moveTo>
                  <a:pt x="2773680" y="2606040"/>
                </a:moveTo>
                <a:cubicBezTo>
                  <a:pt x="2773680" y="2614457"/>
                  <a:pt x="2766857" y="2621280"/>
                  <a:pt x="2758440" y="2621280"/>
                </a:cubicBezTo>
                <a:cubicBezTo>
                  <a:pt x="2750023" y="2621280"/>
                  <a:pt x="2743200" y="2614457"/>
                  <a:pt x="2743200" y="2606040"/>
                </a:cubicBezTo>
                <a:cubicBezTo>
                  <a:pt x="2743200" y="2597623"/>
                  <a:pt x="2750023" y="2590800"/>
                  <a:pt x="2758440" y="2590800"/>
                </a:cubicBezTo>
                <a:cubicBezTo>
                  <a:pt x="2766857" y="2590800"/>
                  <a:pt x="2773680" y="2597623"/>
                  <a:pt x="2773680" y="2606040"/>
                </a:cubicBezTo>
                <a:close/>
                <a:moveTo>
                  <a:pt x="2773680" y="2758440"/>
                </a:moveTo>
                <a:cubicBezTo>
                  <a:pt x="2773680" y="2766857"/>
                  <a:pt x="2766857" y="2773680"/>
                  <a:pt x="2758440" y="2773680"/>
                </a:cubicBezTo>
                <a:cubicBezTo>
                  <a:pt x="2750023" y="2773680"/>
                  <a:pt x="2743200" y="2766857"/>
                  <a:pt x="2743200" y="2758440"/>
                </a:cubicBezTo>
                <a:cubicBezTo>
                  <a:pt x="2743200" y="2750023"/>
                  <a:pt x="2750023" y="2743200"/>
                  <a:pt x="2758440" y="2743200"/>
                </a:cubicBezTo>
                <a:cubicBezTo>
                  <a:pt x="2766857" y="2743200"/>
                  <a:pt x="2773680" y="2750023"/>
                  <a:pt x="2773680" y="2758440"/>
                </a:cubicBezTo>
                <a:close/>
                <a:moveTo>
                  <a:pt x="2773680" y="2910840"/>
                </a:moveTo>
                <a:cubicBezTo>
                  <a:pt x="2773680" y="2919257"/>
                  <a:pt x="2766857" y="2926080"/>
                  <a:pt x="2758440" y="2926080"/>
                </a:cubicBezTo>
                <a:cubicBezTo>
                  <a:pt x="2750023" y="2926080"/>
                  <a:pt x="2743200" y="2919257"/>
                  <a:pt x="2743200" y="2910840"/>
                </a:cubicBezTo>
                <a:cubicBezTo>
                  <a:pt x="2743200" y="2902423"/>
                  <a:pt x="2750023" y="2895600"/>
                  <a:pt x="2758440" y="2895600"/>
                </a:cubicBezTo>
                <a:cubicBezTo>
                  <a:pt x="2766857" y="2895600"/>
                  <a:pt x="2773680" y="2902423"/>
                  <a:pt x="2773680" y="2910840"/>
                </a:cubicBezTo>
                <a:close/>
                <a:moveTo>
                  <a:pt x="2773680" y="3063240"/>
                </a:moveTo>
                <a:cubicBezTo>
                  <a:pt x="2773680" y="3071657"/>
                  <a:pt x="2766857" y="3078480"/>
                  <a:pt x="2758440" y="3078480"/>
                </a:cubicBezTo>
                <a:cubicBezTo>
                  <a:pt x="2750023" y="3078480"/>
                  <a:pt x="2743200" y="3071657"/>
                  <a:pt x="2743200" y="3063240"/>
                </a:cubicBezTo>
                <a:cubicBezTo>
                  <a:pt x="2743200" y="3054823"/>
                  <a:pt x="2750023" y="3048000"/>
                  <a:pt x="2758440" y="3048000"/>
                </a:cubicBezTo>
                <a:cubicBezTo>
                  <a:pt x="2766857" y="3048000"/>
                  <a:pt x="2773680" y="3054823"/>
                  <a:pt x="2773680" y="3063240"/>
                </a:cubicBezTo>
                <a:close/>
                <a:moveTo>
                  <a:pt x="2773680" y="3215640"/>
                </a:moveTo>
                <a:cubicBezTo>
                  <a:pt x="2773680" y="3224057"/>
                  <a:pt x="2766857" y="3230880"/>
                  <a:pt x="2758440" y="3230880"/>
                </a:cubicBezTo>
                <a:cubicBezTo>
                  <a:pt x="2750023" y="3230880"/>
                  <a:pt x="2743200" y="3224057"/>
                  <a:pt x="2743200" y="3215640"/>
                </a:cubicBezTo>
                <a:cubicBezTo>
                  <a:pt x="2743200" y="3207223"/>
                  <a:pt x="2750023" y="3200400"/>
                  <a:pt x="2758440" y="3200400"/>
                </a:cubicBezTo>
                <a:cubicBezTo>
                  <a:pt x="2766857" y="3200400"/>
                  <a:pt x="2773680" y="3207223"/>
                  <a:pt x="2773680" y="3215640"/>
                </a:cubicBezTo>
                <a:close/>
                <a:moveTo>
                  <a:pt x="2773680" y="3368040"/>
                </a:moveTo>
                <a:cubicBezTo>
                  <a:pt x="2773680" y="3376457"/>
                  <a:pt x="2766857" y="3383280"/>
                  <a:pt x="2758440" y="3383280"/>
                </a:cubicBezTo>
                <a:cubicBezTo>
                  <a:pt x="2750023" y="3383280"/>
                  <a:pt x="2743200" y="3376457"/>
                  <a:pt x="2743200" y="3368040"/>
                </a:cubicBezTo>
                <a:cubicBezTo>
                  <a:pt x="2743200" y="3359623"/>
                  <a:pt x="2750023" y="3352800"/>
                  <a:pt x="2758440" y="3352800"/>
                </a:cubicBezTo>
                <a:cubicBezTo>
                  <a:pt x="2766857" y="3352800"/>
                  <a:pt x="2773680" y="3359623"/>
                  <a:pt x="2773680" y="3368040"/>
                </a:cubicBezTo>
                <a:close/>
                <a:moveTo>
                  <a:pt x="2773680" y="3520440"/>
                </a:moveTo>
                <a:cubicBezTo>
                  <a:pt x="2773680" y="3528857"/>
                  <a:pt x="2766857" y="3535680"/>
                  <a:pt x="2758440" y="3535680"/>
                </a:cubicBezTo>
                <a:cubicBezTo>
                  <a:pt x="2750023" y="3535680"/>
                  <a:pt x="2743200" y="3528857"/>
                  <a:pt x="2743200" y="3520440"/>
                </a:cubicBezTo>
                <a:cubicBezTo>
                  <a:pt x="2743200" y="3512023"/>
                  <a:pt x="2750023" y="3505200"/>
                  <a:pt x="2758440" y="3505200"/>
                </a:cubicBezTo>
                <a:cubicBezTo>
                  <a:pt x="2766857" y="3505200"/>
                  <a:pt x="2773680" y="3512023"/>
                  <a:pt x="2773680" y="3520440"/>
                </a:cubicBezTo>
                <a:close/>
                <a:moveTo>
                  <a:pt x="2773680" y="3672840"/>
                </a:moveTo>
                <a:cubicBezTo>
                  <a:pt x="2773680" y="3681257"/>
                  <a:pt x="2766857" y="3688080"/>
                  <a:pt x="2758440" y="3688080"/>
                </a:cubicBezTo>
                <a:cubicBezTo>
                  <a:pt x="2750023" y="3688080"/>
                  <a:pt x="2743200" y="3681257"/>
                  <a:pt x="2743200" y="3672840"/>
                </a:cubicBezTo>
                <a:cubicBezTo>
                  <a:pt x="2743200" y="3664423"/>
                  <a:pt x="2750023" y="3657600"/>
                  <a:pt x="2758440" y="3657600"/>
                </a:cubicBezTo>
                <a:cubicBezTo>
                  <a:pt x="2766857" y="3657600"/>
                  <a:pt x="2773680" y="3664423"/>
                  <a:pt x="2773680" y="3672840"/>
                </a:cubicBezTo>
                <a:close/>
                <a:moveTo>
                  <a:pt x="2773680" y="3825240"/>
                </a:moveTo>
                <a:cubicBezTo>
                  <a:pt x="2773680" y="3833657"/>
                  <a:pt x="2766857" y="3840480"/>
                  <a:pt x="2758440" y="3840480"/>
                </a:cubicBezTo>
                <a:cubicBezTo>
                  <a:pt x="2750023" y="3840480"/>
                  <a:pt x="2743200" y="3833657"/>
                  <a:pt x="2743200" y="3825240"/>
                </a:cubicBezTo>
                <a:cubicBezTo>
                  <a:pt x="2743200" y="3816823"/>
                  <a:pt x="2750023" y="3810000"/>
                  <a:pt x="2758440" y="3810000"/>
                </a:cubicBezTo>
                <a:cubicBezTo>
                  <a:pt x="2766857" y="3810000"/>
                  <a:pt x="2773680" y="3816823"/>
                  <a:pt x="2773680" y="3825240"/>
                </a:cubicBezTo>
                <a:close/>
                <a:moveTo>
                  <a:pt x="2773680" y="3977640"/>
                </a:moveTo>
                <a:cubicBezTo>
                  <a:pt x="2773680" y="3986057"/>
                  <a:pt x="2766857" y="3992880"/>
                  <a:pt x="2758440" y="3992880"/>
                </a:cubicBezTo>
                <a:cubicBezTo>
                  <a:pt x="2750023" y="3992880"/>
                  <a:pt x="2743200" y="3986057"/>
                  <a:pt x="2743200" y="3977640"/>
                </a:cubicBezTo>
                <a:cubicBezTo>
                  <a:pt x="2743200" y="3969223"/>
                  <a:pt x="2750023" y="3962400"/>
                  <a:pt x="2758440" y="3962400"/>
                </a:cubicBezTo>
                <a:cubicBezTo>
                  <a:pt x="2766857" y="3962400"/>
                  <a:pt x="2773680" y="3969223"/>
                  <a:pt x="2773680" y="3977640"/>
                </a:cubicBezTo>
                <a:close/>
                <a:moveTo>
                  <a:pt x="2773680" y="4130040"/>
                </a:moveTo>
                <a:cubicBezTo>
                  <a:pt x="2773680" y="4138457"/>
                  <a:pt x="2766857" y="4145280"/>
                  <a:pt x="2758440" y="4145280"/>
                </a:cubicBezTo>
                <a:cubicBezTo>
                  <a:pt x="2750023" y="4145280"/>
                  <a:pt x="2743200" y="4138457"/>
                  <a:pt x="2743200" y="4130040"/>
                </a:cubicBezTo>
                <a:cubicBezTo>
                  <a:pt x="2743200" y="4121623"/>
                  <a:pt x="2750023" y="4114800"/>
                  <a:pt x="2758440" y="4114800"/>
                </a:cubicBezTo>
                <a:cubicBezTo>
                  <a:pt x="2766857" y="4114800"/>
                  <a:pt x="2773680" y="4121623"/>
                  <a:pt x="2773680" y="4130040"/>
                </a:cubicBezTo>
                <a:close/>
                <a:moveTo>
                  <a:pt x="2773680" y="4282440"/>
                </a:moveTo>
                <a:cubicBezTo>
                  <a:pt x="2773680" y="4290857"/>
                  <a:pt x="2766857" y="4297680"/>
                  <a:pt x="2758440" y="4297680"/>
                </a:cubicBezTo>
                <a:cubicBezTo>
                  <a:pt x="2750023" y="4297680"/>
                  <a:pt x="2743200" y="4290857"/>
                  <a:pt x="2743200" y="4282440"/>
                </a:cubicBezTo>
                <a:cubicBezTo>
                  <a:pt x="2743200" y="4274023"/>
                  <a:pt x="2750023" y="4267200"/>
                  <a:pt x="2758440" y="4267200"/>
                </a:cubicBezTo>
                <a:cubicBezTo>
                  <a:pt x="2766857" y="4267200"/>
                  <a:pt x="2773680" y="4274023"/>
                  <a:pt x="2773680" y="4282440"/>
                </a:cubicBezTo>
                <a:close/>
                <a:moveTo>
                  <a:pt x="2773680" y="4434840"/>
                </a:moveTo>
                <a:cubicBezTo>
                  <a:pt x="2773680" y="4443257"/>
                  <a:pt x="2766857" y="4450080"/>
                  <a:pt x="2758440" y="4450080"/>
                </a:cubicBezTo>
                <a:cubicBezTo>
                  <a:pt x="2750023" y="4450080"/>
                  <a:pt x="2743200" y="4443257"/>
                  <a:pt x="2743200" y="4434840"/>
                </a:cubicBezTo>
                <a:cubicBezTo>
                  <a:pt x="2743200" y="4426423"/>
                  <a:pt x="2750023" y="4419600"/>
                  <a:pt x="2758440" y="4419600"/>
                </a:cubicBezTo>
                <a:cubicBezTo>
                  <a:pt x="2766857" y="4419600"/>
                  <a:pt x="2773680" y="4426423"/>
                  <a:pt x="2773680" y="4434840"/>
                </a:cubicBezTo>
                <a:close/>
                <a:moveTo>
                  <a:pt x="2926080" y="15240"/>
                </a:moveTo>
                <a:cubicBezTo>
                  <a:pt x="2926080" y="23657"/>
                  <a:pt x="2919257" y="30480"/>
                  <a:pt x="2910840" y="30480"/>
                </a:cubicBezTo>
                <a:cubicBezTo>
                  <a:pt x="2902423" y="30480"/>
                  <a:pt x="2895600" y="23657"/>
                  <a:pt x="2895600" y="15240"/>
                </a:cubicBezTo>
                <a:cubicBezTo>
                  <a:pt x="2895600" y="6823"/>
                  <a:pt x="2902423" y="0"/>
                  <a:pt x="2910840" y="0"/>
                </a:cubicBezTo>
                <a:cubicBezTo>
                  <a:pt x="2919257" y="0"/>
                  <a:pt x="2926080" y="6823"/>
                  <a:pt x="2926080" y="15240"/>
                </a:cubicBezTo>
                <a:close/>
                <a:moveTo>
                  <a:pt x="2926080" y="167640"/>
                </a:moveTo>
                <a:cubicBezTo>
                  <a:pt x="2926080" y="176057"/>
                  <a:pt x="2919257" y="182880"/>
                  <a:pt x="2910840" y="182880"/>
                </a:cubicBezTo>
                <a:cubicBezTo>
                  <a:pt x="2902423" y="182880"/>
                  <a:pt x="2895600" y="176057"/>
                  <a:pt x="2895600" y="167640"/>
                </a:cubicBezTo>
                <a:cubicBezTo>
                  <a:pt x="2895600" y="159223"/>
                  <a:pt x="2902423" y="152400"/>
                  <a:pt x="2910840" y="152400"/>
                </a:cubicBezTo>
                <a:cubicBezTo>
                  <a:pt x="2919257" y="152400"/>
                  <a:pt x="2926080" y="159223"/>
                  <a:pt x="2926080" y="167640"/>
                </a:cubicBezTo>
                <a:close/>
                <a:moveTo>
                  <a:pt x="2926080" y="320040"/>
                </a:moveTo>
                <a:cubicBezTo>
                  <a:pt x="2926080" y="328457"/>
                  <a:pt x="2919257" y="335280"/>
                  <a:pt x="2910840" y="335280"/>
                </a:cubicBezTo>
                <a:cubicBezTo>
                  <a:pt x="2902423" y="335280"/>
                  <a:pt x="2895600" y="328457"/>
                  <a:pt x="2895600" y="320040"/>
                </a:cubicBezTo>
                <a:cubicBezTo>
                  <a:pt x="2895600" y="311623"/>
                  <a:pt x="2902423" y="304800"/>
                  <a:pt x="2910840" y="304800"/>
                </a:cubicBezTo>
                <a:cubicBezTo>
                  <a:pt x="2919257" y="304800"/>
                  <a:pt x="2926080" y="311623"/>
                  <a:pt x="2926080" y="320040"/>
                </a:cubicBezTo>
                <a:close/>
                <a:moveTo>
                  <a:pt x="2926080" y="472440"/>
                </a:moveTo>
                <a:cubicBezTo>
                  <a:pt x="2926080" y="480857"/>
                  <a:pt x="2919257" y="487680"/>
                  <a:pt x="2910840" y="487680"/>
                </a:cubicBezTo>
                <a:cubicBezTo>
                  <a:pt x="2902423" y="487680"/>
                  <a:pt x="2895600" y="480857"/>
                  <a:pt x="2895600" y="472440"/>
                </a:cubicBezTo>
                <a:cubicBezTo>
                  <a:pt x="2895600" y="464023"/>
                  <a:pt x="2902423" y="457200"/>
                  <a:pt x="2910840" y="457200"/>
                </a:cubicBezTo>
                <a:cubicBezTo>
                  <a:pt x="2919257" y="457200"/>
                  <a:pt x="2926080" y="464023"/>
                  <a:pt x="2926080" y="472440"/>
                </a:cubicBezTo>
                <a:close/>
                <a:moveTo>
                  <a:pt x="2926080" y="624840"/>
                </a:moveTo>
                <a:cubicBezTo>
                  <a:pt x="2926080" y="633257"/>
                  <a:pt x="2919257" y="640080"/>
                  <a:pt x="2910840" y="640080"/>
                </a:cubicBezTo>
                <a:cubicBezTo>
                  <a:pt x="2902423" y="640080"/>
                  <a:pt x="2895600" y="633257"/>
                  <a:pt x="2895600" y="624840"/>
                </a:cubicBezTo>
                <a:cubicBezTo>
                  <a:pt x="2895600" y="616423"/>
                  <a:pt x="2902423" y="609600"/>
                  <a:pt x="2910840" y="609600"/>
                </a:cubicBezTo>
                <a:cubicBezTo>
                  <a:pt x="2919257" y="609600"/>
                  <a:pt x="2926080" y="616423"/>
                  <a:pt x="2926080" y="624840"/>
                </a:cubicBezTo>
                <a:close/>
                <a:moveTo>
                  <a:pt x="2926080" y="777240"/>
                </a:moveTo>
                <a:cubicBezTo>
                  <a:pt x="2926080" y="785657"/>
                  <a:pt x="2919257" y="792480"/>
                  <a:pt x="2910840" y="792480"/>
                </a:cubicBezTo>
                <a:cubicBezTo>
                  <a:pt x="2902423" y="792480"/>
                  <a:pt x="2895600" y="785657"/>
                  <a:pt x="2895600" y="777240"/>
                </a:cubicBezTo>
                <a:cubicBezTo>
                  <a:pt x="2895600" y="768823"/>
                  <a:pt x="2902423" y="762000"/>
                  <a:pt x="2910840" y="762000"/>
                </a:cubicBezTo>
                <a:cubicBezTo>
                  <a:pt x="2919257" y="762000"/>
                  <a:pt x="2926080" y="768823"/>
                  <a:pt x="2926080" y="777240"/>
                </a:cubicBezTo>
                <a:close/>
                <a:moveTo>
                  <a:pt x="2926080" y="929640"/>
                </a:moveTo>
                <a:cubicBezTo>
                  <a:pt x="2926080" y="938057"/>
                  <a:pt x="2919257" y="944880"/>
                  <a:pt x="2910840" y="944880"/>
                </a:cubicBezTo>
                <a:cubicBezTo>
                  <a:pt x="2902423" y="944880"/>
                  <a:pt x="2895600" y="938057"/>
                  <a:pt x="2895600" y="929640"/>
                </a:cubicBezTo>
                <a:cubicBezTo>
                  <a:pt x="2895600" y="921223"/>
                  <a:pt x="2902423" y="914400"/>
                  <a:pt x="2910840" y="914400"/>
                </a:cubicBezTo>
                <a:cubicBezTo>
                  <a:pt x="2919257" y="914400"/>
                  <a:pt x="2926080" y="921223"/>
                  <a:pt x="2926080" y="929640"/>
                </a:cubicBezTo>
                <a:close/>
                <a:moveTo>
                  <a:pt x="2926080" y="1082040"/>
                </a:moveTo>
                <a:cubicBezTo>
                  <a:pt x="2926080" y="1090457"/>
                  <a:pt x="2919257" y="1097280"/>
                  <a:pt x="2910840" y="1097280"/>
                </a:cubicBezTo>
                <a:cubicBezTo>
                  <a:pt x="2902423" y="1097280"/>
                  <a:pt x="2895600" y="1090457"/>
                  <a:pt x="2895600" y="1082040"/>
                </a:cubicBezTo>
                <a:cubicBezTo>
                  <a:pt x="2895600" y="1073623"/>
                  <a:pt x="2902423" y="1066800"/>
                  <a:pt x="2910840" y="1066800"/>
                </a:cubicBezTo>
                <a:cubicBezTo>
                  <a:pt x="2919257" y="1066800"/>
                  <a:pt x="2926080" y="1073623"/>
                  <a:pt x="2926080" y="1082040"/>
                </a:cubicBezTo>
                <a:close/>
                <a:moveTo>
                  <a:pt x="2926080" y="1234440"/>
                </a:moveTo>
                <a:cubicBezTo>
                  <a:pt x="2926080" y="1242857"/>
                  <a:pt x="2919257" y="1249680"/>
                  <a:pt x="2910840" y="1249680"/>
                </a:cubicBezTo>
                <a:cubicBezTo>
                  <a:pt x="2902423" y="1249680"/>
                  <a:pt x="2895600" y="1242857"/>
                  <a:pt x="2895600" y="1234440"/>
                </a:cubicBezTo>
                <a:cubicBezTo>
                  <a:pt x="2895600" y="1226023"/>
                  <a:pt x="2902423" y="1219200"/>
                  <a:pt x="2910840" y="1219200"/>
                </a:cubicBezTo>
                <a:cubicBezTo>
                  <a:pt x="2919257" y="1219200"/>
                  <a:pt x="2926080" y="1226023"/>
                  <a:pt x="2926080" y="1234440"/>
                </a:cubicBezTo>
                <a:close/>
                <a:moveTo>
                  <a:pt x="2926080" y="1386840"/>
                </a:moveTo>
                <a:cubicBezTo>
                  <a:pt x="2926080" y="1395257"/>
                  <a:pt x="2919257" y="1402080"/>
                  <a:pt x="2910840" y="1402080"/>
                </a:cubicBezTo>
                <a:cubicBezTo>
                  <a:pt x="2902423" y="1402080"/>
                  <a:pt x="2895600" y="1395257"/>
                  <a:pt x="2895600" y="1386840"/>
                </a:cubicBezTo>
                <a:cubicBezTo>
                  <a:pt x="2895600" y="1378423"/>
                  <a:pt x="2902423" y="1371600"/>
                  <a:pt x="2910840" y="1371600"/>
                </a:cubicBezTo>
                <a:cubicBezTo>
                  <a:pt x="2919257" y="1371600"/>
                  <a:pt x="2926080" y="1378423"/>
                  <a:pt x="2926080" y="1386840"/>
                </a:cubicBezTo>
                <a:close/>
                <a:moveTo>
                  <a:pt x="2926080" y="1539240"/>
                </a:moveTo>
                <a:cubicBezTo>
                  <a:pt x="2926080" y="1547657"/>
                  <a:pt x="2919257" y="1554480"/>
                  <a:pt x="2910840" y="1554480"/>
                </a:cubicBezTo>
                <a:cubicBezTo>
                  <a:pt x="2902423" y="1554480"/>
                  <a:pt x="2895600" y="1547657"/>
                  <a:pt x="2895600" y="1539240"/>
                </a:cubicBezTo>
                <a:cubicBezTo>
                  <a:pt x="2895600" y="1530823"/>
                  <a:pt x="2902423" y="1524000"/>
                  <a:pt x="2910840" y="1524000"/>
                </a:cubicBezTo>
                <a:cubicBezTo>
                  <a:pt x="2919257" y="1524000"/>
                  <a:pt x="2926080" y="1530823"/>
                  <a:pt x="2926080" y="1539240"/>
                </a:cubicBezTo>
                <a:close/>
                <a:moveTo>
                  <a:pt x="2926080" y="1691640"/>
                </a:moveTo>
                <a:cubicBezTo>
                  <a:pt x="2926080" y="1700057"/>
                  <a:pt x="2919257" y="1706880"/>
                  <a:pt x="2910840" y="1706880"/>
                </a:cubicBezTo>
                <a:cubicBezTo>
                  <a:pt x="2902423" y="1706880"/>
                  <a:pt x="2895600" y="1700057"/>
                  <a:pt x="2895600" y="1691640"/>
                </a:cubicBezTo>
                <a:cubicBezTo>
                  <a:pt x="2895600" y="1683223"/>
                  <a:pt x="2902423" y="1676400"/>
                  <a:pt x="2910840" y="1676400"/>
                </a:cubicBezTo>
                <a:cubicBezTo>
                  <a:pt x="2919257" y="1676400"/>
                  <a:pt x="2926080" y="1683223"/>
                  <a:pt x="2926080" y="1691640"/>
                </a:cubicBezTo>
                <a:close/>
                <a:moveTo>
                  <a:pt x="2926080" y="1844040"/>
                </a:moveTo>
                <a:cubicBezTo>
                  <a:pt x="2926080" y="1852457"/>
                  <a:pt x="2919257" y="1859280"/>
                  <a:pt x="2910840" y="1859280"/>
                </a:cubicBezTo>
                <a:cubicBezTo>
                  <a:pt x="2902423" y="1859280"/>
                  <a:pt x="2895600" y="1852457"/>
                  <a:pt x="2895600" y="1844040"/>
                </a:cubicBezTo>
                <a:cubicBezTo>
                  <a:pt x="2895600" y="1835623"/>
                  <a:pt x="2902423" y="1828800"/>
                  <a:pt x="2910840" y="1828800"/>
                </a:cubicBezTo>
                <a:cubicBezTo>
                  <a:pt x="2919257" y="1828800"/>
                  <a:pt x="2926080" y="1835623"/>
                  <a:pt x="2926080" y="1844040"/>
                </a:cubicBezTo>
                <a:close/>
                <a:moveTo>
                  <a:pt x="2926080" y="1996440"/>
                </a:moveTo>
                <a:cubicBezTo>
                  <a:pt x="2926080" y="2004857"/>
                  <a:pt x="2919257" y="2011680"/>
                  <a:pt x="2910840" y="2011680"/>
                </a:cubicBezTo>
                <a:cubicBezTo>
                  <a:pt x="2902423" y="2011680"/>
                  <a:pt x="2895600" y="2004857"/>
                  <a:pt x="2895600" y="1996440"/>
                </a:cubicBezTo>
                <a:cubicBezTo>
                  <a:pt x="2895600" y="1988023"/>
                  <a:pt x="2902423" y="1981200"/>
                  <a:pt x="2910840" y="1981200"/>
                </a:cubicBezTo>
                <a:cubicBezTo>
                  <a:pt x="2919257" y="1981200"/>
                  <a:pt x="2926080" y="1988023"/>
                  <a:pt x="2926080" y="1996440"/>
                </a:cubicBezTo>
                <a:close/>
                <a:moveTo>
                  <a:pt x="2926080" y="2148840"/>
                </a:moveTo>
                <a:cubicBezTo>
                  <a:pt x="2926080" y="2157257"/>
                  <a:pt x="2919257" y="2164080"/>
                  <a:pt x="2910840" y="2164080"/>
                </a:cubicBezTo>
                <a:cubicBezTo>
                  <a:pt x="2902423" y="2164080"/>
                  <a:pt x="2895600" y="2157257"/>
                  <a:pt x="2895600" y="2148840"/>
                </a:cubicBezTo>
                <a:cubicBezTo>
                  <a:pt x="2895600" y="2140423"/>
                  <a:pt x="2902423" y="2133600"/>
                  <a:pt x="2910840" y="2133600"/>
                </a:cubicBezTo>
                <a:cubicBezTo>
                  <a:pt x="2919257" y="2133600"/>
                  <a:pt x="2926080" y="2140423"/>
                  <a:pt x="2926080" y="2148840"/>
                </a:cubicBezTo>
                <a:close/>
                <a:moveTo>
                  <a:pt x="2926080" y="2301240"/>
                </a:moveTo>
                <a:cubicBezTo>
                  <a:pt x="2926080" y="2309657"/>
                  <a:pt x="2919257" y="2316480"/>
                  <a:pt x="2910840" y="2316480"/>
                </a:cubicBezTo>
                <a:cubicBezTo>
                  <a:pt x="2902423" y="2316480"/>
                  <a:pt x="2895600" y="2309657"/>
                  <a:pt x="2895600" y="2301240"/>
                </a:cubicBezTo>
                <a:cubicBezTo>
                  <a:pt x="2895600" y="2292823"/>
                  <a:pt x="2902423" y="2286000"/>
                  <a:pt x="2910840" y="2286000"/>
                </a:cubicBezTo>
                <a:cubicBezTo>
                  <a:pt x="2919257" y="2286000"/>
                  <a:pt x="2926080" y="2292823"/>
                  <a:pt x="2926080" y="2301240"/>
                </a:cubicBezTo>
                <a:close/>
                <a:moveTo>
                  <a:pt x="2926080" y="2453640"/>
                </a:moveTo>
                <a:cubicBezTo>
                  <a:pt x="2926080" y="2462057"/>
                  <a:pt x="2919257" y="2468880"/>
                  <a:pt x="2910840" y="2468880"/>
                </a:cubicBezTo>
                <a:cubicBezTo>
                  <a:pt x="2902423" y="2468880"/>
                  <a:pt x="2895600" y="2462057"/>
                  <a:pt x="2895600" y="2453640"/>
                </a:cubicBezTo>
                <a:cubicBezTo>
                  <a:pt x="2895600" y="2445223"/>
                  <a:pt x="2902423" y="2438400"/>
                  <a:pt x="2910840" y="2438400"/>
                </a:cubicBezTo>
                <a:cubicBezTo>
                  <a:pt x="2919257" y="2438400"/>
                  <a:pt x="2926080" y="2445223"/>
                  <a:pt x="2926080" y="2453640"/>
                </a:cubicBezTo>
                <a:close/>
                <a:moveTo>
                  <a:pt x="2926080" y="2606040"/>
                </a:moveTo>
                <a:cubicBezTo>
                  <a:pt x="2926080" y="2614457"/>
                  <a:pt x="2919257" y="2621280"/>
                  <a:pt x="2910840" y="2621280"/>
                </a:cubicBezTo>
                <a:cubicBezTo>
                  <a:pt x="2902423" y="2621280"/>
                  <a:pt x="2895600" y="2614457"/>
                  <a:pt x="2895600" y="2606040"/>
                </a:cubicBezTo>
                <a:cubicBezTo>
                  <a:pt x="2895600" y="2597623"/>
                  <a:pt x="2902423" y="2590800"/>
                  <a:pt x="2910840" y="2590800"/>
                </a:cubicBezTo>
                <a:cubicBezTo>
                  <a:pt x="2919257" y="2590800"/>
                  <a:pt x="2926080" y="2597623"/>
                  <a:pt x="2926080" y="2606040"/>
                </a:cubicBezTo>
                <a:close/>
                <a:moveTo>
                  <a:pt x="2926080" y="2758440"/>
                </a:moveTo>
                <a:cubicBezTo>
                  <a:pt x="2926080" y="2766857"/>
                  <a:pt x="2919257" y="2773680"/>
                  <a:pt x="2910840" y="2773680"/>
                </a:cubicBezTo>
                <a:cubicBezTo>
                  <a:pt x="2902423" y="2773680"/>
                  <a:pt x="2895600" y="2766857"/>
                  <a:pt x="2895600" y="2758440"/>
                </a:cubicBezTo>
                <a:cubicBezTo>
                  <a:pt x="2895600" y="2750023"/>
                  <a:pt x="2902423" y="2743200"/>
                  <a:pt x="2910840" y="2743200"/>
                </a:cubicBezTo>
                <a:cubicBezTo>
                  <a:pt x="2919257" y="2743200"/>
                  <a:pt x="2926080" y="2750023"/>
                  <a:pt x="2926080" y="2758440"/>
                </a:cubicBezTo>
                <a:close/>
                <a:moveTo>
                  <a:pt x="2926080" y="2910840"/>
                </a:moveTo>
                <a:cubicBezTo>
                  <a:pt x="2926080" y="2919257"/>
                  <a:pt x="2919257" y="2926080"/>
                  <a:pt x="2910840" y="2926080"/>
                </a:cubicBezTo>
                <a:cubicBezTo>
                  <a:pt x="2902423" y="2926080"/>
                  <a:pt x="2895600" y="2919257"/>
                  <a:pt x="2895600" y="2910840"/>
                </a:cubicBezTo>
                <a:cubicBezTo>
                  <a:pt x="2895600" y="2902423"/>
                  <a:pt x="2902423" y="2895600"/>
                  <a:pt x="2910840" y="2895600"/>
                </a:cubicBezTo>
                <a:cubicBezTo>
                  <a:pt x="2919257" y="2895600"/>
                  <a:pt x="2926080" y="2902423"/>
                  <a:pt x="2926080" y="2910840"/>
                </a:cubicBezTo>
                <a:close/>
                <a:moveTo>
                  <a:pt x="2926080" y="3063240"/>
                </a:moveTo>
                <a:cubicBezTo>
                  <a:pt x="2926080" y="3071657"/>
                  <a:pt x="2919257" y="3078480"/>
                  <a:pt x="2910840" y="3078480"/>
                </a:cubicBezTo>
                <a:cubicBezTo>
                  <a:pt x="2902423" y="3078480"/>
                  <a:pt x="2895600" y="3071657"/>
                  <a:pt x="2895600" y="3063240"/>
                </a:cubicBezTo>
                <a:cubicBezTo>
                  <a:pt x="2895600" y="3054823"/>
                  <a:pt x="2902423" y="3048000"/>
                  <a:pt x="2910840" y="3048000"/>
                </a:cubicBezTo>
                <a:cubicBezTo>
                  <a:pt x="2919257" y="3048000"/>
                  <a:pt x="2926080" y="3054823"/>
                  <a:pt x="2926080" y="3063240"/>
                </a:cubicBezTo>
                <a:close/>
                <a:moveTo>
                  <a:pt x="2926080" y="3215640"/>
                </a:moveTo>
                <a:cubicBezTo>
                  <a:pt x="2926080" y="3224057"/>
                  <a:pt x="2919257" y="3230880"/>
                  <a:pt x="2910840" y="3230880"/>
                </a:cubicBezTo>
                <a:cubicBezTo>
                  <a:pt x="2902423" y="3230880"/>
                  <a:pt x="2895600" y="3224057"/>
                  <a:pt x="2895600" y="3215640"/>
                </a:cubicBezTo>
                <a:cubicBezTo>
                  <a:pt x="2895600" y="3207223"/>
                  <a:pt x="2902423" y="3200400"/>
                  <a:pt x="2910840" y="3200400"/>
                </a:cubicBezTo>
                <a:cubicBezTo>
                  <a:pt x="2919257" y="3200400"/>
                  <a:pt x="2926080" y="3207223"/>
                  <a:pt x="2926080" y="3215640"/>
                </a:cubicBezTo>
                <a:close/>
                <a:moveTo>
                  <a:pt x="2926080" y="3368040"/>
                </a:moveTo>
                <a:cubicBezTo>
                  <a:pt x="2926080" y="3376457"/>
                  <a:pt x="2919257" y="3383280"/>
                  <a:pt x="2910840" y="3383280"/>
                </a:cubicBezTo>
                <a:cubicBezTo>
                  <a:pt x="2902423" y="3383280"/>
                  <a:pt x="2895600" y="3376457"/>
                  <a:pt x="2895600" y="3368040"/>
                </a:cubicBezTo>
                <a:cubicBezTo>
                  <a:pt x="2895600" y="3359623"/>
                  <a:pt x="2902423" y="3352800"/>
                  <a:pt x="2910840" y="3352800"/>
                </a:cubicBezTo>
                <a:cubicBezTo>
                  <a:pt x="2919257" y="3352800"/>
                  <a:pt x="2926080" y="3359623"/>
                  <a:pt x="2926080" y="3368040"/>
                </a:cubicBezTo>
                <a:close/>
                <a:moveTo>
                  <a:pt x="2926080" y="3520440"/>
                </a:moveTo>
                <a:cubicBezTo>
                  <a:pt x="2926080" y="3528857"/>
                  <a:pt x="2919257" y="3535680"/>
                  <a:pt x="2910840" y="3535680"/>
                </a:cubicBezTo>
                <a:cubicBezTo>
                  <a:pt x="2902423" y="3535680"/>
                  <a:pt x="2895600" y="3528857"/>
                  <a:pt x="2895600" y="3520440"/>
                </a:cubicBezTo>
                <a:cubicBezTo>
                  <a:pt x="2895600" y="3512023"/>
                  <a:pt x="2902423" y="3505200"/>
                  <a:pt x="2910840" y="3505200"/>
                </a:cubicBezTo>
                <a:cubicBezTo>
                  <a:pt x="2919257" y="3505200"/>
                  <a:pt x="2926080" y="3512023"/>
                  <a:pt x="2926080" y="3520440"/>
                </a:cubicBezTo>
                <a:close/>
                <a:moveTo>
                  <a:pt x="2926080" y="3672840"/>
                </a:moveTo>
                <a:cubicBezTo>
                  <a:pt x="2926080" y="3681257"/>
                  <a:pt x="2919257" y="3688080"/>
                  <a:pt x="2910840" y="3688080"/>
                </a:cubicBezTo>
                <a:cubicBezTo>
                  <a:pt x="2902423" y="3688080"/>
                  <a:pt x="2895600" y="3681257"/>
                  <a:pt x="2895600" y="3672840"/>
                </a:cubicBezTo>
                <a:cubicBezTo>
                  <a:pt x="2895600" y="3664423"/>
                  <a:pt x="2902423" y="3657600"/>
                  <a:pt x="2910840" y="3657600"/>
                </a:cubicBezTo>
                <a:cubicBezTo>
                  <a:pt x="2919257" y="3657600"/>
                  <a:pt x="2926080" y="3664423"/>
                  <a:pt x="2926080" y="3672840"/>
                </a:cubicBezTo>
                <a:close/>
                <a:moveTo>
                  <a:pt x="2926080" y="3825240"/>
                </a:moveTo>
                <a:cubicBezTo>
                  <a:pt x="2926080" y="3833657"/>
                  <a:pt x="2919257" y="3840480"/>
                  <a:pt x="2910840" y="3840480"/>
                </a:cubicBezTo>
                <a:cubicBezTo>
                  <a:pt x="2902423" y="3840480"/>
                  <a:pt x="2895600" y="3833657"/>
                  <a:pt x="2895600" y="3825240"/>
                </a:cubicBezTo>
                <a:cubicBezTo>
                  <a:pt x="2895600" y="3816823"/>
                  <a:pt x="2902423" y="3810000"/>
                  <a:pt x="2910840" y="3810000"/>
                </a:cubicBezTo>
                <a:cubicBezTo>
                  <a:pt x="2919257" y="3810000"/>
                  <a:pt x="2926080" y="3816823"/>
                  <a:pt x="2926080" y="3825240"/>
                </a:cubicBezTo>
                <a:close/>
                <a:moveTo>
                  <a:pt x="2926080" y="3977640"/>
                </a:moveTo>
                <a:cubicBezTo>
                  <a:pt x="2926080" y="3986057"/>
                  <a:pt x="2919257" y="3992880"/>
                  <a:pt x="2910840" y="3992880"/>
                </a:cubicBezTo>
                <a:cubicBezTo>
                  <a:pt x="2902423" y="3992880"/>
                  <a:pt x="2895600" y="3986057"/>
                  <a:pt x="2895600" y="3977640"/>
                </a:cubicBezTo>
                <a:cubicBezTo>
                  <a:pt x="2895600" y="3969223"/>
                  <a:pt x="2902423" y="3962400"/>
                  <a:pt x="2910840" y="3962400"/>
                </a:cubicBezTo>
                <a:cubicBezTo>
                  <a:pt x="2919257" y="3962400"/>
                  <a:pt x="2926080" y="3969223"/>
                  <a:pt x="2926080" y="3977640"/>
                </a:cubicBezTo>
                <a:close/>
                <a:moveTo>
                  <a:pt x="2926080" y="4130040"/>
                </a:moveTo>
                <a:cubicBezTo>
                  <a:pt x="2926080" y="4138457"/>
                  <a:pt x="2919257" y="4145280"/>
                  <a:pt x="2910840" y="4145280"/>
                </a:cubicBezTo>
                <a:cubicBezTo>
                  <a:pt x="2902423" y="4145280"/>
                  <a:pt x="2895600" y="4138457"/>
                  <a:pt x="2895600" y="4130040"/>
                </a:cubicBezTo>
                <a:cubicBezTo>
                  <a:pt x="2895600" y="4121623"/>
                  <a:pt x="2902423" y="4114800"/>
                  <a:pt x="2910840" y="4114800"/>
                </a:cubicBezTo>
                <a:cubicBezTo>
                  <a:pt x="2919257" y="4114800"/>
                  <a:pt x="2926080" y="4121623"/>
                  <a:pt x="2926080" y="4130040"/>
                </a:cubicBezTo>
                <a:close/>
                <a:moveTo>
                  <a:pt x="2926080" y="4282440"/>
                </a:moveTo>
                <a:cubicBezTo>
                  <a:pt x="2926080" y="4290857"/>
                  <a:pt x="2919257" y="4297680"/>
                  <a:pt x="2910840" y="4297680"/>
                </a:cubicBezTo>
                <a:cubicBezTo>
                  <a:pt x="2902423" y="4297680"/>
                  <a:pt x="2895600" y="4290857"/>
                  <a:pt x="2895600" y="4282440"/>
                </a:cubicBezTo>
                <a:cubicBezTo>
                  <a:pt x="2895600" y="4274023"/>
                  <a:pt x="2902423" y="4267200"/>
                  <a:pt x="2910840" y="4267200"/>
                </a:cubicBezTo>
                <a:cubicBezTo>
                  <a:pt x="2919257" y="4267200"/>
                  <a:pt x="2926080" y="4274023"/>
                  <a:pt x="2926080" y="4282440"/>
                </a:cubicBezTo>
                <a:close/>
                <a:moveTo>
                  <a:pt x="2926080" y="4434840"/>
                </a:moveTo>
                <a:cubicBezTo>
                  <a:pt x="2926080" y="4443257"/>
                  <a:pt x="2919257" y="4450080"/>
                  <a:pt x="2910840" y="4450080"/>
                </a:cubicBezTo>
                <a:cubicBezTo>
                  <a:pt x="2902423" y="4450080"/>
                  <a:pt x="2895600" y="4443257"/>
                  <a:pt x="2895600" y="4434840"/>
                </a:cubicBezTo>
                <a:cubicBezTo>
                  <a:pt x="2895600" y="4426423"/>
                  <a:pt x="2902423" y="4419600"/>
                  <a:pt x="2910840" y="4419600"/>
                </a:cubicBezTo>
                <a:cubicBezTo>
                  <a:pt x="2919257" y="4419600"/>
                  <a:pt x="2926080" y="4426423"/>
                  <a:pt x="2926080" y="4434840"/>
                </a:cubicBezTo>
                <a:close/>
                <a:moveTo>
                  <a:pt x="3078480" y="15240"/>
                </a:moveTo>
                <a:cubicBezTo>
                  <a:pt x="3078480" y="23657"/>
                  <a:pt x="3071657" y="30480"/>
                  <a:pt x="3063240" y="30480"/>
                </a:cubicBezTo>
                <a:cubicBezTo>
                  <a:pt x="3054823" y="30480"/>
                  <a:pt x="3048000" y="23657"/>
                  <a:pt x="3048000" y="15240"/>
                </a:cubicBezTo>
                <a:cubicBezTo>
                  <a:pt x="3048000" y="6823"/>
                  <a:pt x="3054823" y="0"/>
                  <a:pt x="3063240" y="0"/>
                </a:cubicBezTo>
                <a:cubicBezTo>
                  <a:pt x="3071657" y="0"/>
                  <a:pt x="3078480" y="6823"/>
                  <a:pt x="3078480" y="15240"/>
                </a:cubicBezTo>
                <a:close/>
                <a:moveTo>
                  <a:pt x="3078480" y="167640"/>
                </a:moveTo>
                <a:cubicBezTo>
                  <a:pt x="3078480" y="176057"/>
                  <a:pt x="3071657" y="182880"/>
                  <a:pt x="3063240" y="182880"/>
                </a:cubicBezTo>
                <a:cubicBezTo>
                  <a:pt x="3054823" y="182880"/>
                  <a:pt x="3048000" y="176057"/>
                  <a:pt x="3048000" y="167640"/>
                </a:cubicBezTo>
                <a:cubicBezTo>
                  <a:pt x="3048000" y="159223"/>
                  <a:pt x="3054823" y="152400"/>
                  <a:pt x="3063240" y="152400"/>
                </a:cubicBezTo>
                <a:cubicBezTo>
                  <a:pt x="3071657" y="152400"/>
                  <a:pt x="3078480" y="159223"/>
                  <a:pt x="3078480" y="167640"/>
                </a:cubicBezTo>
                <a:close/>
                <a:moveTo>
                  <a:pt x="3078480" y="320040"/>
                </a:moveTo>
                <a:cubicBezTo>
                  <a:pt x="3078480" y="328457"/>
                  <a:pt x="3071657" y="335280"/>
                  <a:pt x="3063240" y="335280"/>
                </a:cubicBezTo>
                <a:cubicBezTo>
                  <a:pt x="3054823" y="335280"/>
                  <a:pt x="3048000" y="328457"/>
                  <a:pt x="3048000" y="320040"/>
                </a:cubicBezTo>
                <a:cubicBezTo>
                  <a:pt x="3048000" y="311623"/>
                  <a:pt x="3054823" y="304800"/>
                  <a:pt x="3063240" y="304800"/>
                </a:cubicBezTo>
                <a:cubicBezTo>
                  <a:pt x="3071657" y="304800"/>
                  <a:pt x="3078480" y="311623"/>
                  <a:pt x="3078480" y="320040"/>
                </a:cubicBezTo>
                <a:close/>
                <a:moveTo>
                  <a:pt x="3078480" y="472440"/>
                </a:moveTo>
                <a:cubicBezTo>
                  <a:pt x="3078480" y="480857"/>
                  <a:pt x="3071657" y="487680"/>
                  <a:pt x="3063240" y="487680"/>
                </a:cubicBezTo>
                <a:cubicBezTo>
                  <a:pt x="3054823" y="487680"/>
                  <a:pt x="3048000" y="480857"/>
                  <a:pt x="3048000" y="472440"/>
                </a:cubicBezTo>
                <a:cubicBezTo>
                  <a:pt x="3048000" y="464023"/>
                  <a:pt x="3054823" y="457200"/>
                  <a:pt x="3063240" y="457200"/>
                </a:cubicBezTo>
                <a:cubicBezTo>
                  <a:pt x="3071657" y="457200"/>
                  <a:pt x="3078480" y="464023"/>
                  <a:pt x="3078480" y="472440"/>
                </a:cubicBezTo>
                <a:close/>
                <a:moveTo>
                  <a:pt x="3078480" y="624840"/>
                </a:moveTo>
                <a:cubicBezTo>
                  <a:pt x="3078480" y="633257"/>
                  <a:pt x="3071657" y="640080"/>
                  <a:pt x="3063240" y="640080"/>
                </a:cubicBezTo>
                <a:cubicBezTo>
                  <a:pt x="3054823" y="640080"/>
                  <a:pt x="3048000" y="633257"/>
                  <a:pt x="3048000" y="624840"/>
                </a:cubicBezTo>
                <a:cubicBezTo>
                  <a:pt x="3048000" y="616423"/>
                  <a:pt x="3054823" y="609600"/>
                  <a:pt x="3063240" y="609600"/>
                </a:cubicBezTo>
                <a:cubicBezTo>
                  <a:pt x="3071657" y="609600"/>
                  <a:pt x="3078480" y="616423"/>
                  <a:pt x="3078480" y="624840"/>
                </a:cubicBezTo>
                <a:close/>
                <a:moveTo>
                  <a:pt x="3078480" y="777240"/>
                </a:moveTo>
                <a:cubicBezTo>
                  <a:pt x="3078480" y="785657"/>
                  <a:pt x="3071657" y="792480"/>
                  <a:pt x="3063240" y="792480"/>
                </a:cubicBezTo>
                <a:cubicBezTo>
                  <a:pt x="3054823" y="792480"/>
                  <a:pt x="3048000" y="785657"/>
                  <a:pt x="3048000" y="777240"/>
                </a:cubicBezTo>
                <a:cubicBezTo>
                  <a:pt x="3048000" y="768823"/>
                  <a:pt x="3054823" y="762000"/>
                  <a:pt x="3063240" y="762000"/>
                </a:cubicBezTo>
                <a:cubicBezTo>
                  <a:pt x="3071657" y="762000"/>
                  <a:pt x="3078480" y="768823"/>
                  <a:pt x="3078480" y="777240"/>
                </a:cubicBezTo>
                <a:close/>
                <a:moveTo>
                  <a:pt x="3078480" y="929640"/>
                </a:moveTo>
                <a:cubicBezTo>
                  <a:pt x="3078480" y="938057"/>
                  <a:pt x="3071657" y="944880"/>
                  <a:pt x="3063240" y="944880"/>
                </a:cubicBezTo>
                <a:cubicBezTo>
                  <a:pt x="3054823" y="944880"/>
                  <a:pt x="3048000" y="938057"/>
                  <a:pt x="3048000" y="929640"/>
                </a:cubicBezTo>
                <a:cubicBezTo>
                  <a:pt x="3048000" y="921223"/>
                  <a:pt x="3054823" y="914400"/>
                  <a:pt x="3063240" y="914400"/>
                </a:cubicBezTo>
                <a:cubicBezTo>
                  <a:pt x="3071657" y="914400"/>
                  <a:pt x="3078480" y="921223"/>
                  <a:pt x="3078480" y="929640"/>
                </a:cubicBezTo>
                <a:close/>
                <a:moveTo>
                  <a:pt x="3078480" y="1082040"/>
                </a:moveTo>
                <a:cubicBezTo>
                  <a:pt x="3078480" y="1090457"/>
                  <a:pt x="3071657" y="1097280"/>
                  <a:pt x="3063240" y="1097280"/>
                </a:cubicBezTo>
                <a:cubicBezTo>
                  <a:pt x="3054823" y="1097280"/>
                  <a:pt x="3048000" y="1090457"/>
                  <a:pt x="3048000" y="1082040"/>
                </a:cubicBezTo>
                <a:cubicBezTo>
                  <a:pt x="3048000" y="1073623"/>
                  <a:pt x="3054823" y="1066800"/>
                  <a:pt x="3063240" y="1066800"/>
                </a:cubicBezTo>
                <a:cubicBezTo>
                  <a:pt x="3071657" y="1066800"/>
                  <a:pt x="3078480" y="1073623"/>
                  <a:pt x="3078480" y="1082040"/>
                </a:cubicBezTo>
                <a:close/>
                <a:moveTo>
                  <a:pt x="3078480" y="1234440"/>
                </a:moveTo>
                <a:cubicBezTo>
                  <a:pt x="3078480" y="1242857"/>
                  <a:pt x="3071657" y="1249680"/>
                  <a:pt x="3063240" y="1249680"/>
                </a:cubicBezTo>
                <a:cubicBezTo>
                  <a:pt x="3054823" y="1249680"/>
                  <a:pt x="3048000" y="1242857"/>
                  <a:pt x="3048000" y="1234440"/>
                </a:cubicBezTo>
                <a:cubicBezTo>
                  <a:pt x="3048000" y="1226023"/>
                  <a:pt x="3054823" y="1219200"/>
                  <a:pt x="3063240" y="1219200"/>
                </a:cubicBezTo>
                <a:cubicBezTo>
                  <a:pt x="3071657" y="1219200"/>
                  <a:pt x="3078480" y="1226023"/>
                  <a:pt x="3078480" y="1234440"/>
                </a:cubicBezTo>
                <a:close/>
                <a:moveTo>
                  <a:pt x="3078480" y="1386840"/>
                </a:moveTo>
                <a:cubicBezTo>
                  <a:pt x="3078480" y="1395257"/>
                  <a:pt x="3071657" y="1402080"/>
                  <a:pt x="3063240" y="1402080"/>
                </a:cubicBezTo>
                <a:cubicBezTo>
                  <a:pt x="3054823" y="1402080"/>
                  <a:pt x="3048000" y="1395257"/>
                  <a:pt x="3048000" y="1386840"/>
                </a:cubicBezTo>
                <a:cubicBezTo>
                  <a:pt x="3048000" y="1378423"/>
                  <a:pt x="3054823" y="1371600"/>
                  <a:pt x="3063240" y="1371600"/>
                </a:cubicBezTo>
                <a:cubicBezTo>
                  <a:pt x="3071657" y="1371600"/>
                  <a:pt x="3078480" y="1378423"/>
                  <a:pt x="3078480" y="1386840"/>
                </a:cubicBezTo>
                <a:close/>
                <a:moveTo>
                  <a:pt x="3078480" y="1539240"/>
                </a:moveTo>
                <a:cubicBezTo>
                  <a:pt x="3078480" y="1547657"/>
                  <a:pt x="3071657" y="1554480"/>
                  <a:pt x="3063240" y="1554480"/>
                </a:cubicBezTo>
                <a:cubicBezTo>
                  <a:pt x="3054823" y="1554480"/>
                  <a:pt x="3048000" y="1547657"/>
                  <a:pt x="3048000" y="1539240"/>
                </a:cubicBezTo>
                <a:cubicBezTo>
                  <a:pt x="3048000" y="1530823"/>
                  <a:pt x="3054823" y="1524000"/>
                  <a:pt x="3063240" y="1524000"/>
                </a:cubicBezTo>
                <a:cubicBezTo>
                  <a:pt x="3071657" y="1524000"/>
                  <a:pt x="3078480" y="1530823"/>
                  <a:pt x="3078480" y="1539240"/>
                </a:cubicBezTo>
                <a:close/>
                <a:moveTo>
                  <a:pt x="3078480" y="1691640"/>
                </a:moveTo>
                <a:cubicBezTo>
                  <a:pt x="3078480" y="1700057"/>
                  <a:pt x="3071657" y="1706880"/>
                  <a:pt x="3063240" y="1706880"/>
                </a:cubicBezTo>
                <a:cubicBezTo>
                  <a:pt x="3054823" y="1706880"/>
                  <a:pt x="3048000" y="1700057"/>
                  <a:pt x="3048000" y="1691640"/>
                </a:cubicBezTo>
                <a:cubicBezTo>
                  <a:pt x="3048000" y="1683223"/>
                  <a:pt x="3054823" y="1676400"/>
                  <a:pt x="3063240" y="1676400"/>
                </a:cubicBezTo>
                <a:cubicBezTo>
                  <a:pt x="3071657" y="1676400"/>
                  <a:pt x="3078480" y="1683223"/>
                  <a:pt x="3078480" y="1691640"/>
                </a:cubicBezTo>
                <a:close/>
                <a:moveTo>
                  <a:pt x="3078480" y="1844040"/>
                </a:moveTo>
                <a:cubicBezTo>
                  <a:pt x="3078480" y="1852457"/>
                  <a:pt x="3071657" y="1859280"/>
                  <a:pt x="3063240" y="1859280"/>
                </a:cubicBezTo>
                <a:cubicBezTo>
                  <a:pt x="3054823" y="1859280"/>
                  <a:pt x="3048000" y="1852457"/>
                  <a:pt x="3048000" y="1844040"/>
                </a:cubicBezTo>
                <a:cubicBezTo>
                  <a:pt x="3048000" y="1835623"/>
                  <a:pt x="3054823" y="1828800"/>
                  <a:pt x="3063240" y="1828800"/>
                </a:cubicBezTo>
                <a:cubicBezTo>
                  <a:pt x="3071657" y="1828800"/>
                  <a:pt x="3078480" y="1835623"/>
                  <a:pt x="3078480" y="1844040"/>
                </a:cubicBezTo>
                <a:close/>
                <a:moveTo>
                  <a:pt x="3078480" y="1996440"/>
                </a:moveTo>
                <a:cubicBezTo>
                  <a:pt x="3078480" y="2004857"/>
                  <a:pt x="3071657" y="2011680"/>
                  <a:pt x="3063240" y="2011680"/>
                </a:cubicBezTo>
                <a:cubicBezTo>
                  <a:pt x="3054823" y="2011680"/>
                  <a:pt x="3048000" y="2004857"/>
                  <a:pt x="3048000" y="1996440"/>
                </a:cubicBezTo>
                <a:cubicBezTo>
                  <a:pt x="3048000" y="1988023"/>
                  <a:pt x="3054823" y="1981200"/>
                  <a:pt x="3063240" y="1981200"/>
                </a:cubicBezTo>
                <a:cubicBezTo>
                  <a:pt x="3071657" y="1981200"/>
                  <a:pt x="3078480" y="1988023"/>
                  <a:pt x="3078480" y="1996440"/>
                </a:cubicBezTo>
                <a:close/>
                <a:moveTo>
                  <a:pt x="3078480" y="2148840"/>
                </a:moveTo>
                <a:cubicBezTo>
                  <a:pt x="3078480" y="2157257"/>
                  <a:pt x="3071657" y="2164080"/>
                  <a:pt x="3063240" y="2164080"/>
                </a:cubicBezTo>
                <a:cubicBezTo>
                  <a:pt x="3054823" y="2164080"/>
                  <a:pt x="3048000" y="2157257"/>
                  <a:pt x="3048000" y="2148840"/>
                </a:cubicBezTo>
                <a:cubicBezTo>
                  <a:pt x="3048000" y="2140423"/>
                  <a:pt x="3054823" y="2133600"/>
                  <a:pt x="3063240" y="2133600"/>
                </a:cubicBezTo>
                <a:cubicBezTo>
                  <a:pt x="3071657" y="2133600"/>
                  <a:pt x="3078480" y="2140423"/>
                  <a:pt x="3078480" y="2148840"/>
                </a:cubicBezTo>
                <a:close/>
                <a:moveTo>
                  <a:pt x="3078480" y="2301240"/>
                </a:moveTo>
                <a:cubicBezTo>
                  <a:pt x="3078480" y="2309657"/>
                  <a:pt x="3071657" y="2316480"/>
                  <a:pt x="3063240" y="2316480"/>
                </a:cubicBezTo>
                <a:cubicBezTo>
                  <a:pt x="3054823" y="2316480"/>
                  <a:pt x="3048000" y="2309657"/>
                  <a:pt x="3048000" y="2301240"/>
                </a:cubicBezTo>
                <a:cubicBezTo>
                  <a:pt x="3048000" y="2292823"/>
                  <a:pt x="3054823" y="2286000"/>
                  <a:pt x="3063240" y="2286000"/>
                </a:cubicBezTo>
                <a:cubicBezTo>
                  <a:pt x="3071657" y="2286000"/>
                  <a:pt x="3078480" y="2292823"/>
                  <a:pt x="3078480" y="2301240"/>
                </a:cubicBezTo>
                <a:close/>
                <a:moveTo>
                  <a:pt x="3078480" y="2453640"/>
                </a:moveTo>
                <a:cubicBezTo>
                  <a:pt x="3078480" y="2462057"/>
                  <a:pt x="3071657" y="2468880"/>
                  <a:pt x="3063240" y="2468880"/>
                </a:cubicBezTo>
                <a:cubicBezTo>
                  <a:pt x="3054823" y="2468880"/>
                  <a:pt x="3048000" y="2462057"/>
                  <a:pt x="3048000" y="2453640"/>
                </a:cubicBezTo>
                <a:cubicBezTo>
                  <a:pt x="3048000" y="2445223"/>
                  <a:pt x="3054823" y="2438400"/>
                  <a:pt x="3063240" y="2438400"/>
                </a:cubicBezTo>
                <a:cubicBezTo>
                  <a:pt x="3071657" y="2438400"/>
                  <a:pt x="3078480" y="2445223"/>
                  <a:pt x="3078480" y="2453640"/>
                </a:cubicBezTo>
                <a:close/>
                <a:moveTo>
                  <a:pt x="3078480" y="2606040"/>
                </a:moveTo>
                <a:cubicBezTo>
                  <a:pt x="3078480" y="2614457"/>
                  <a:pt x="3071657" y="2621280"/>
                  <a:pt x="3063240" y="2621280"/>
                </a:cubicBezTo>
                <a:cubicBezTo>
                  <a:pt x="3054823" y="2621280"/>
                  <a:pt x="3048000" y="2614457"/>
                  <a:pt x="3048000" y="2606040"/>
                </a:cubicBezTo>
                <a:cubicBezTo>
                  <a:pt x="3048000" y="2597623"/>
                  <a:pt x="3054823" y="2590800"/>
                  <a:pt x="3063240" y="2590800"/>
                </a:cubicBezTo>
                <a:cubicBezTo>
                  <a:pt x="3071657" y="2590800"/>
                  <a:pt x="3078480" y="2597623"/>
                  <a:pt x="3078480" y="2606040"/>
                </a:cubicBezTo>
                <a:close/>
                <a:moveTo>
                  <a:pt x="3078480" y="2758440"/>
                </a:moveTo>
                <a:cubicBezTo>
                  <a:pt x="3078480" y="2766857"/>
                  <a:pt x="3071657" y="2773680"/>
                  <a:pt x="3063240" y="2773680"/>
                </a:cubicBezTo>
                <a:cubicBezTo>
                  <a:pt x="3054823" y="2773680"/>
                  <a:pt x="3048000" y="2766857"/>
                  <a:pt x="3048000" y="2758440"/>
                </a:cubicBezTo>
                <a:cubicBezTo>
                  <a:pt x="3048000" y="2750023"/>
                  <a:pt x="3054823" y="2743200"/>
                  <a:pt x="3063240" y="2743200"/>
                </a:cubicBezTo>
                <a:cubicBezTo>
                  <a:pt x="3071657" y="2743200"/>
                  <a:pt x="3078480" y="2750023"/>
                  <a:pt x="3078480" y="2758440"/>
                </a:cubicBezTo>
                <a:close/>
                <a:moveTo>
                  <a:pt x="3078480" y="2910840"/>
                </a:moveTo>
                <a:cubicBezTo>
                  <a:pt x="3078480" y="2919257"/>
                  <a:pt x="3071657" y="2926080"/>
                  <a:pt x="3063240" y="2926080"/>
                </a:cubicBezTo>
                <a:cubicBezTo>
                  <a:pt x="3054823" y="2926080"/>
                  <a:pt x="3048000" y="2919257"/>
                  <a:pt x="3048000" y="2910840"/>
                </a:cubicBezTo>
                <a:cubicBezTo>
                  <a:pt x="3048000" y="2902423"/>
                  <a:pt x="3054823" y="2895600"/>
                  <a:pt x="3063240" y="2895600"/>
                </a:cubicBezTo>
                <a:cubicBezTo>
                  <a:pt x="3071657" y="2895600"/>
                  <a:pt x="3078480" y="2902423"/>
                  <a:pt x="3078480" y="2910840"/>
                </a:cubicBezTo>
                <a:close/>
                <a:moveTo>
                  <a:pt x="3078480" y="3063240"/>
                </a:moveTo>
                <a:cubicBezTo>
                  <a:pt x="3078480" y="3071657"/>
                  <a:pt x="3071657" y="3078480"/>
                  <a:pt x="3063240" y="3078480"/>
                </a:cubicBezTo>
                <a:cubicBezTo>
                  <a:pt x="3054823" y="3078480"/>
                  <a:pt x="3048000" y="3071657"/>
                  <a:pt x="3048000" y="3063240"/>
                </a:cubicBezTo>
                <a:cubicBezTo>
                  <a:pt x="3048000" y="3054823"/>
                  <a:pt x="3054823" y="3048000"/>
                  <a:pt x="3063240" y="3048000"/>
                </a:cubicBezTo>
                <a:cubicBezTo>
                  <a:pt x="3071657" y="3048000"/>
                  <a:pt x="3078480" y="3054823"/>
                  <a:pt x="3078480" y="3063240"/>
                </a:cubicBezTo>
                <a:close/>
                <a:moveTo>
                  <a:pt x="3078480" y="3215640"/>
                </a:moveTo>
                <a:cubicBezTo>
                  <a:pt x="3078480" y="3224057"/>
                  <a:pt x="3071657" y="3230880"/>
                  <a:pt x="3063240" y="3230880"/>
                </a:cubicBezTo>
                <a:cubicBezTo>
                  <a:pt x="3054823" y="3230880"/>
                  <a:pt x="3048000" y="3224057"/>
                  <a:pt x="3048000" y="3215640"/>
                </a:cubicBezTo>
                <a:cubicBezTo>
                  <a:pt x="3048000" y="3207223"/>
                  <a:pt x="3054823" y="3200400"/>
                  <a:pt x="3063240" y="3200400"/>
                </a:cubicBezTo>
                <a:cubicBezTo>
                  <a:pt x="3071657" y="3200400"/>
                  <a:pt x="3078480" y="3207223"/>
                  <a:pt x="3078480" y="3215640"/>
                </a:cubicBezTo>
                <a:close/>
                <a:moveTo>
                  <a:pt x="3078480" y="3368040"/>
                </a:moveTo>
                <a:cubicBezTo>
                  <a:pt x="3078480" y="3376457"/>
                  <a:pt x="3071657" y="3383280"/>
                  <a:pt x="3063240" y="3383280"/>
                </a:cubicBezTo>
                <a:cubicBezTo>
                  <a:pt x="3054823" y="3383280"/>
                  <a:pt x="3048000" y="3376457"/>
                  <a:pt x="3048000" y="3368040"/>
                </a:cubicBezTo>
                <a:cubicBezTo>
                  <a:pt x="3048000" y="3359623"/>
                  <a:pt x="3054823" y="3352800"/>
                  <a:pt x="3063240" y="3352800"/>
                </a:cubicBezTo>
                <a:cubicBezTo>
                  <a:pt x="3071657" y="3352800"/>
                  <a:pt x="3078480" y="3359623"/>
                  <a:pt x="3078480" y="3368040"/>
                </a:cubicBezTo>
                <a:close/>
                <a:moveTo>
                  <a:pt x="3078480" y="3520440"/>
                </a:moveTo>
                <a:cubicBezTo>
                  <a:pt x="3078480" y="3528857"/>
                  <a:pt x="3071657" y="3535680"/>
                  <a:pt x="3063240" y="3535680"/>
                </a:cubicBezTo>
                <a:cubicBezTo>
                  <a:pt x="3054823" y="3535680"/>
                  <a:pt x="3048000" y="3528857"/>
                  <a:pt x="3048000" y="3520440"/>
                </a:cubicBezTo>
                <a:cubicBezTo>
                  <a:pt x="3048000" y="3512023"/>
                  <a:pt x="3054823" y="3505200"/>
                  <a:pt x="3063240" y="3505200"/>
                </a:cubicBezTo>
                <a:cubicBezTo>
                  <a:pt x="3071657" y="3505200"/>
                  <a:pt x="3078480" y="3512023"/>
                  <a:pt x="3078480" y="3520440"/>
                </a:cubicBezTo>
                <a:close/>
                <a:moveTo>
                  <a:pt x="3078480" y="3672840"/>
                </a:moveTo>
                <a:cubicBezTo>
                  <a:pt x="3078480" y="3681257"/>
                  <a:pt x="3071657" y="3688080"/>
                  <a:pt x="3063240" y="3688080"/>
                </a:cubicBezTo>
                <a:cubicBezTo>
                  <a:pt x="3054823" y="3688080"/>
                  <a:pt x="3048000" y="3681257"/>
                  <a:pt x="3048000" y="3672840"/>
                </a:cubicBezTo>
                <a:cubicBezTo>
                  <a:pt x="3048000" y="3664423"/>
                  <a:pt x="3054823" y="3657600"/>
                  <a:pt x="3063240" y="3657600"/>
                </a:cubicBezTo>
                <a:cubicBezTo>
                  <a:pt x="3071657" y="3657600"/>
                  <a:pt x="3078480" y="3664423"/>
                  <a:pt x="3078480" y="3672840"/>
                </a:cubicBezTo>
                <a:close/>
                <a:moveTo>
                  <a:pt x="3078480" y="3825240"/>
                </a:moveTo>
                <a:cubicBezTo>
                  <a:pt x="3078480" y="3833657"/>
                  <a:pt x="3071657" y="3840480"/>
                  <a:pt x="3063240" y="3840480"/>
                </a:cubicBezTo>
                <a:cubicBezTo>
                  <a:pt x="3054823" y="3840480"/>
                  <a:pt x="3048000" y="3833657"/>
                  <a:pt x="3048000" y="3825240"/>
                </a:cubicBezTo>
                <a:cubicBezTo>
                  <a:pt x="3048000" y="3816823"/>
                  <a:pt x="3054823" y="3810000"/>
                  <a:pt x="3063240" y="3810000"/>
                </a:cubicBezTo>
                <a:cubicBezTo>
                  <a:pt x="3071657" y="3810000"/>
                  <a:pt x="3078480" y="3816823"/>
                  <a:pt x="3078480" y="3825240"/>
                </a:cubicBezTo>
                <a:close/>
                <a:moveTo>
                  <a:pt x="3078480" y="3977640"/>
                </a:moveTo>
                <a:cubicBezTo>
                  <a:pt x="3078480" y="3986057"/>
                  <a:pt x="3071657" y="3992880"/>
                  <a:pt x="3063240" y="3992880"/>
                </a:cubicBezTo>
                <a:cubicBezTo>
                  <a:pt x="3054823" y="3992880"/>
                  <a:pt x="3048000" y="3986057"/>
                  <a:pt x="3048000" y="3977640"/>
                </a:cubicBezTo>
                <a:cubicBezTo>
                  <a:pt x="3048000" y="3969223"/>
                  <a:pt x="3054823" y="3962400"/>
                  <a:pt x="3063240" y="3962400"/>
                </a:cubicBezTo>
                <a:cubicBezTo>
                  <a:pt x="3071657" y="3962400"/>
                  <a:pt x="3078480" y="3969223"/>
                  <a:pt x="3078480" y="3977640"/>
                </a:cubicBezTo>
                <a:close/>
                <a:moveTo>
                  <a:pt x="3078480" y="4130040"/>
                </a:moveTo>
                <a:cubicBezTo>
                  <a:pt x="3078480" y="4138457"/>
                  <a:pt x="3071657" y="4145280"/>
                  <a:pt x="3063240" y="4145280"/>
                </a:cubicBezTo>
                <a:cubicBezTo>
                  <a:pt x="3054823" y="4145280"/>
                  <a:pt x="3048000" y="4138457"/>
                  <a:pt x="3048000" y="4130040"/>
                </a:cubicBezTo>
                <a:cubicBezTo>
                  <a:pt x="3048000" y="4121623"/>
                  <a:pt x="3054823" y="4114800"/>
                  <a:pt x="3063240" y="4114800"/>
                </a:cubicBezTo>
                <a:cubicBezTo>
                  <a:pt x="3071657" y="4114800"/>
                  <a:pt x="3078480" y="4121623"/>
                  <a:pt x="3078480" y="4130040"/>
                </a:cubicBezTo>
                <a:close/>
                <a:moveTo>
                  <a:pt x="3078480" y="4282440"/>
                </a:moveTo>
                <a:cubicBezTo>
                  <a:pt x="3078480" y="4290857"/>
                  <a:pt x="3071657" y="4297680"/>
                  <a:pt x="3063240" y="4297680"/>
                </a:cubicBezTo>
                <a:cubicBezTo>
                  <a:pt x="3054823" y="4297680"/>
                  <a:pt x="3048000" y="4290857"/>
                  <a:pt x="3048000" y="4282440"/>
                </a:cubicBezTo>
                <a:cubicBezTo>
                  <a:pt x="3048000" y="4274023"/>
                  <a:pt x="3054823" y="4267200"/>
                  <a:pt x="3063240" y="4267200"/>
                </a:cubicBezTo>
                <a:cubicBezTo>
                  <a:pt x="3071657" y="4267200"/>
                  <a:pt x="3078480" y="4274023"/>
                  <a:pt x="3078480" y="4282440"/>
                </a:cubicBezTo>
                <a:close/>
                <a:moveTo>
                  <a:pt x="3078480" y="4434840"/>
                </a:moveTo>
                <a:cubicBezTo>
                  <a:pt x="3078480" y="4443257"/>
                  <a:pt x="3071657" y="4450080"/>
                  <a:pt x="3063240" y="4450080"/>
                </a:cubicBezTo>
                <a:cubicBezTo>
                  <a:pt x="3054823" y="4450080"/>
                  <a:pt x="3048000" y="4443257"/>
                  <a:pt x="3048000" y="4434840"/>
                </a:cubicBezTo>
                <a:cubicBezTo>
                  <a:pt x="3048000" y="4426423"/>
                  <a:pt x="3054823" y="4419600"/>
                  <a:pt x="3063240" y="4419600"/>
                </a:cubicBezTo>
                <a:cubicBezTo>
                  <a:pt x="3071657" y="4419600"/>
                  <a:pt x="3078480" y="4426423"/>
                  <a:pt x="3078480" y="4434840"/>
                </a:cubicBezTo>
                <a:close/>
                <a:moveTo>
                  <a:pt x="3230880" y="15240"/>
                </a:moveTo>
                <a:cubicBezTo>
                  <a:pt x="3230880" y="23657"/>
                  <a:pt x="3224057" y="30480"/>
                  <a:pt x="3215640" y="30480"/>
                </a:cubicBezTo>
                <a:cubicBezTo>
                  <a:pt x="3207223" y="30480"/>
                  <a:pt x="3200400" y="23657"/>
                  <a:pt x="3200400" y="15240"/>
                </a:cubicBezTo>
                <a:cubicBezTo>
                  <a:pt x="3200400" y="6823"/>
                  <a:pt x="3207223" y="0"/>
                  <a:pt x="3215640" y="0"/>
                </a:cubicBezTo>
                <a:cubicBezTo>
                  <a:pt x="3224057" y="0"/>
                  <a:pt x="3230880" y="6823"/>
                  <a:pt x="3230880" y="15240"/>
                </a:cubicBezTo>
                <a:close/>
                <a:moveTo>
                  <a:pt x="3230880" y="167640"/>
                </a:moveTo>
                <a:cubicBezTo>
                  <a:pt x="3230880" y="176057"/>
                  <a:pt x="3224057" y="182880"/>
                  <a:pt x="3215640" y="182880"/>
                </a:cubicBezTo>
                <a:cubicBezTo>
                  <a:pt x="3207223" y="182880"/>
                  <a:pt x="3200400" y="176057"/>
                  <a:pt x="3200400" y="167640"/>
                </a:cubicBezTo>
                <a:cubicBezTo>
                  <a:pt x="3200400" y="159223"/>
                  <a:pt x="3207223" y="152400"/>
                  <a:pt x="3215640" y="152400"/>
                </a:cubicBezTo>
                <a:cubicBezTo>
                  <a:pt x="3224057" y="152400"/>
                  <a:pt x="3230880" y="159223"/>
                  <a:pt x="3230880" y="167640"/>
                </a:cubicBezTo>
                <a:close/>
                <a:moveTo>
                  <a:pt x="3230880" y="320040"/>
                </a:moveTo>
                <a:cubicBezTo>
                  <a:pt x="3230880" y="328457"/>
                  <a:pt x="3224057" y="335280"/>
                  <a:pt x="3215640" y="335280"/>
                </a:cubicBezTo>
                <a:cubicBezTo>
                  <a:pt x="3207223" y="335280"/>
                  <a:pt x="3200400" y="328457"/>
                  <a:pt x="3200400" y="320040"/>
                </a:cubicBezTo>
                <a:cubicBezTo>
                  <a:pt x="3200400" y="311623"/>
                  <a:pt x="3207223" y="304800"/>
                  <a:pt x="3215640" y="304800"/>
                </a:cubicBezTo>
                <a:cubicBezTo>
                  <a:pt x="3224057" y="304800"/>
                  <a:pt x="3230880" y="311623"/>
                  <a:pt x="3230880" y="320040"/>
                </a:cubicBezTo>
                <a:close/>
                <a:moveTo>
                  <a:pt x="3230880" y="472440"/>
                </a:moveTo>
                <a:cubicBezTo>
                  <a:pt x="3230880" y="480857"/>
                  <a:pt x="3224057" y="487680"/>
                  <a:pt x="3215640" y="487680"/>
                </a:cubicBezTo>
                <a:cubicBezTo>
                  <a:pt x="3207223" y="487680"/>
                  <a:pt x="3200400" y="480857"/>
                  <a:pt x="3200400" y="472440"/>
                </a:cubicBezTo>
                <a:cubicBezTo>
                  <a:pt x="3200400" y="464023"/>
                  <a:pt x="3207223" y="457200"/>
                  <a:pt x="3215640" y="457200"/>
                </a:cubicBezTo>
                <a:cubicBezTo>
                  <a:pt x="3224057" y="457200"/>
                  <a:pt x="3230880" y="464023"/>
                  <a:pt x="3230880" y="472440"/>
                </a:cubicBezTo>
                <a:close/>
                <a:moveTo>
                  <a:pt x="3230880" y="624840"/>
                </a:moveTo>
                <a:cubicBezTo>
                  <a:pt x="3230880" y="633257"/>
                  <a:pt x="3224057" y="640080"/>
                  <a:pt x="3215640" y="640080"/>
                </a:cubicBezTo>
                <a:cubicBezTo>
                  <a:pt x="3207223" y="640080"/>
                  <a:pt x="3200400" y="633257"/>
                  <a:pt x="3200400" y="624840"/>
                </a:cubicBezTo>
                <a:cubicBezTo>
                  <a:pt x="3200400" y="616423"/>
                  <a:pt x="3207223" y="609600"/>
                  <a:pt x="3215640" y="609600"/>
                </a:cubicBezTo>
                <a:cubicBezTo>
                  <a:pt x="3224057" y="609600"/>
                  <a:pt x="3230880" y="616423"/>
                  <a:pt x="3230880" y="624840"/>
                </a:cubicBezTo>
                <a:close/>
                <a:moveTo>
                  <a:pt x="3230880" y="777240"/>
                </a:moveTo>
                <a:cubicBezTo>
                  <a:pt x="3230880" y="785657"/>
                  <a:pt x="3224057" y="792480"/>
                  <a:pt x="3215640" y="792480"/>
                </a:cubicBezTo>
                <a:cubicBezTo>
                  <a:pt x="3207223" y="792480"/>
                  <a:pt x="3200400" y="785657"/>
                  <a:pt x="3200400" y="777240"/>
                </a:cubicBezTo>
                <a:cubicBezTo>
                  <a:pt x="3200400" y="768823"/>
                  <a:pt x="3207223" y="762000"/>
                  <a:pt x="3215640" y="762000"/>
                </a:cubicBezTo>
                <a:cubicBezTo>
                  <a:pt x="3224057" y="762000"/>
                  <a:pt x="3230880" y="768823"/>
                  <a:pt x="3230880" y="777240"/>
                </a:cubicBezTo>
                <a:close/>
                <a:moveTo>
                  <a:pt x="3230880" y="929640"/>
                </a:moveTo>
                <a:cubicBezTo>
                  <a:pt x="3230880" y="938057"/>
                  <a:pt x="3224057" y="944880"/>
                  <a:pt x="3215640" y="944880"/>
                </a:cubicBezTo>
                <a:cubicBezTo>
                  <a:pt x="3207223" y="944880"/>
                  <a:pt x="3200400" y="938057"/>
                  <a:pt x="3200400" y="929640"/>
                </a:cubicBezTo>
                <a:cubicBezTo>
                  <a:pt x="3200400" y="921223"/>
                  <a:pt x="3207223" y="914400"/>
                  <a:pt x="3215640" y="914400"/>
                </a:cubicBezTo>
                <a:cubicBezTo>
                  <a:pt x="3224057" y="914400"/>
                  <a:pt x="3230880" y="921223"/>
                  <a:pt x="3230880" y="929640"/>
                </a:cubicBezTo>
                <a:close/>
                <a:moveTo>
                  <a:pt x="3230880" y="1082040"/>
                </a:moveTo>
                <a:cubicBezTo>
                  <a:pt x="3230880" y="1090457"/>
                  <a:pt x="3224057" y="1097280"/>
                  <a:pt x="3215640" y="1097280"/>
                </a:cubicBezTo>
                <a:cubicBezTo>
                  <a:pt x="3207223" y="1097280"/>
                  <a:pt x="3200400" y="1090457"/>
                  <a:pt x="3200400" y="1082040"/>
                </a:cubicBezTo>
                <a:cubicBezTo>
                  <a:pt x="3200400" y="1073623"/>
                  <a:pt x="3207223" y="1066800"/>
                  <a:pt x="3215640" y="1066800"/>
                </a:cubicBezTo>
                <a:cubicBezTo>
                  <a:pt x="3224057" y="1066800"/>
                  <a:pt x="3230880" y="1073623"/>
                  <a:pt x="3230880" y="1082040"/>
                </a:cubicBezTo>
                <a:close/>
                <a:moveTo>
                  <a:pt x="3230880" y="1234440"/>
                </a:moveTo>
                <a:cubicBezTo>
                  <a:pt x="3230880" y="1242857"/>
                  <a:pt x="3224057" y="1249680"/>
                  <a:pt x="3215640" y="1249680"/>
                </a:cubicBezTo>
                <a:cubicBezTo>
                  <a:pt x="3207223" y="1249680"/>
                  <a:pt x="3200400" y="1242857"/>
                  <a:pt x="3200400" y="1234440"/>
                </a:cubicBezTo>
                <a:cubicBezTo>
                  <a:pt x="3200400" y="1226023"/>
                  <a:pt x="3207223" y="1219200"/>
                  <a:pt x="3215640" y="1219200"/>
                </a:cubicBezTo>
                <a:cubicBezTo>
                  <a:pt x="3224057" y="1219200"/>
                  <a:pt x="3230880" y="1226023"/>
                  <a:pt x="3230880" y="1234440"/>
                </a:cubicBezTo>
                <a:close/>
                <a:moveTo>
                  <a:pt x="3230880" y="1386840"/>
                </a:moveTo>
                <a:cubicBezTo>
                  <a:pt x="3230880" y="1395257"/>
                  <a:pt x="3224057" y="1402080"/>
                  <a:pt x="3215640" y="1402080"/>
                </a:cubicBezTo>
                <a:cubicBezTo>
                  <a:pt x="3207223" y="1402080"/>
                  <a:pt x="3200400" y="1395257"/>
                  <a:pt x="3200400" y="1386840"/>
                </a:cubicBezTo>
                <a:cubicBezTo>
                  <a:pt x="3200400" y="1378423"/>
                  <a:pt x="3207223" y="1371600"/>
                  <a:pt x="3215640" y="1371600"/>
                </a:cubicBezTo>
                <a:cubicBezTo>
                  <a:pt x="3224057" y="1371600"/>
                  <a:pt x="3230880" y="1378423"/>
                  <a:pt x="3230880" y="1386840"/>
                </a:cubicBezTo>
                <a:close/>
                <a:moveTo>
                  <a:pt x="3230880" y="1539240"/>
                </a:moveTo>
                <a:cubicBezTo>
                  <a:pt x="3230880" y="1547657"/>
                  <a:pt x="3224057" y="1554480"/>
                  <a:pt x="3215640" y="1554480"/>
                </a:cubicBezTo>
                <a:cubicBezTo>
                  <a:pt x="3207223" y="1554480"/>
                  <a:pt x="3200400" y="1547657"/>
                  <a:pt x="3200400" y="1539240"/>
                </a:cubicBezTo>
                <a:cubicBezTo>
                  <a:pt x="3200400" y="1530823"/>
                  <a:pt x="3207223" y="1524000"/>
                  <a:pt x="3215640" y="1524000"/>
                </a:cubicBezTo>
                <a:cubicBezTo>
                  <a:pt x="3224057" y="1524000"/>
                  <a:pt x="3230880" y="1530823"/>
                  <a:pt x="3230880" y="1539240"/>
                </a:cubicBezTo>
                <a:close/>
                <a:moveTo>
                  <a:pt x="3230880" y="1691640"/>
                </a:moveTo>
                <a:cubicBezTo>
                  <a:pt x="3230880" y="1700057"/>
                  <a:pt x="3224057" y="1706880"/>
                  <a:pt x="3215640" y="1706880"/>
                </a:cubicBezTo>
                <a:cubicBezTo>
                  <a:pt x="3207223" y="1706880"/>
                  <a:pt x="3200400" y="1700057"/>
                  <a:pt x="3200400" y="1691640"/>
                </a:cubicBezTo>
                <a:cubicBezTo>
                  <a:pt x="3200400" y="1683223"/>
                  <a:pt x="3207223" y="1676400"/>
                  <a:pt x="3215640" y="1676400"/>
                </a:cubicBezTo>
                <a:cubicBezTo>
                  <a:pt x="3224057" y="1676400"/>
                  <a:pt x="3230880" y="1683223"/>
                  <a:pt x="3230880" y="1691640"/>
                </a:cubicBezTo>
                <a:close/>
                <a:moveTo>
                  <a:pt x="3230880" y="1844040"/>
                </a:moveTo>
                <a:cubicBezTo>
                  <a:pt x="3230880" y="1852457"/>
                  <a:pt x="3224057" y="1859280"/>
                  <a:pt x="3215640" y="1859280"/>
                </a:cubicBezTo>
                <a:cubicBezTo>
                  <a:pt x="3207223" y="1859280"/>
                  <a:pt x="3200400" y="1852457"/>
                  <a:pt x="3200400" y="1844040"/>
                </a:cubicBezTo>
                <a:cubicBezTo>
                  <a:pt x="3200400" y="1835623"/>
                  <a:pt x="3207223" y="1828800"/>
                  <a:pt x="3215640" y="1828800"/>
                </a:cubicBezTo>
                <a:cubicBezTo>
                  <a:pt x="3224057" y="1828800"/>
                  <a:pt x="3230880" y="1835623"/>
                  <a:pt x="3230880" y="1844040"/>
                </a:cubicBezTo>
                <a:close/>
                <a:moveTo>
                  <a:pt x="3230880" y="1996440"/>
                </a:moveTo>
                <a:cubicBezTo>
                  <a:pt x="3230880" y="2004857"/>
                  <a:pt x="3224057" y="2011680"/>
                  <a:pt x="3215640" y="2011680"/>
                </a:cubicBezTo>
                <a:cubicBezTo>
                  <a:pt x="3207223" y="2011680"/>
                  <a:pt x="3200400" y="2004857"/>
                  <a:pt x="3200400" y="1996440"/>
                </a:cubicBezTo>
                <a:cubicBezTo>
                  <a:pt x="3200400" y="1988023"/>
                  <a:pt x="3207223" y="1981200"/>
                  <a:pt x="3215640" y="1981200"/>
                </a:cubicBezTo>
                <a:cubicBezTo>
                  <a:pt x="3224057" y="1981200"/>
                  <a:pt x="3230880" y="1988023"/>
                  <a:pt x="3230880" y="1996440"/>
                </a:cubicBezTo>
                <a:close/>
                <a:moveTo>
                  <a:pt x="3230880" y="2148840"/>
                </a:moveTo>
                <a:cubicBezTo>
                  <a:pt x="3230880" y="2157257"/>
                  <a:pt x="3224057" y="2164080"/>
                  <a:pt x="3215640" y="2164080"/>
                </a:cubicBezTo>
                <a:cubicBezTo>
                  <a:pt x="3207223" y="2164080"/>
                  <a:pt x="3200400" y="2157257"/>
                  <a:pt x="3200400" y="2148840"/>
                </a:cubicBezTo>
                <a:cubicBezTo>
                  <a:pt x="3200400" y="2140423"/>
                  <a:pt x="3207223" y="2133600"/>
                  <a:pt x="3215640" y="2133600"/>
                </a:cubicBezTo>
                <a:cubicBezTo>
                  <a:pt x="3224057" y="2133600"/>
                  <a:pt x="3230880" y="2140423"/>
                  <a:pt x="3230880" y="2148840"/>
                </a:cubicBezTo>
                <a:close/>
                <a:moveTo>
                  <a:pt x="3230880" y="2301240"/>
                </a:moveTo>
                <a:cubicBezTo>
                  <a:pt x="3230880" y="2309657"/>
                  <a:pt x="3224057" y="2316480"/>
                  <a:pt x="3215640" y="2316480"/>
                </a:cubicBezTo>
                <a:cubicBezTo>
                  <a:pt x="3207223" y="2316480"/>
                  <a:pt x="3200400" y="2309657"/>
                  <a:pt x="3200400" y="2301240"/>
                </a:cubicBezTo>
                <a:cubicBezTo>
                  <a:pt x="3200400" y="2292823"/>
                  <a:pt x="3207223" y="2286000"/>
                  <a:pt x="3215640" y="2286000"/>
                </a:cubicBezTo>
                <a:cubicBezTo>
                  <a:pt x="3224057" y="2286000"/>
                  <a:pt x="3230880" y="2292823"/>
                  <a:pt x="3230880" y="2301240"/>
                </a:cubicBezTo>
                <a:close/>
                <a:moveTo>
                  <a:pt x="3230880" y="2453640"/>
                </a:moveTo>
                <a:cubicBezTo>
                  <a:pt x="3230880" y="2462057"/>
                  <a:pt x="3224057" y="2468880"/>
                  <a:pt x="3215640" y="2468880"/>
                </a:cubicBezTo>
                <a:cubicBezTo>
                  <a:pt x="3207223" y="2468880"/>
                  <a:pt x="3200400" y="2462057"/>
                  <a:pt x="3200400" y="2453640"/>
                </a:cubicBezTo>
                <a:cubicBezTo>
                  <a:pt x="3200400" y="2445223"/>
                  <a:pt x="3207223" y="2438400"/>
                  <a:pt x="3215640" y="2438400"/>
                </a:cubicBezTo>
                <a:cubicBezTo>
                  <a:pt x="3224057" y="2438400"/>
                  <a:pt x="3230880" y="2445223"/>
                  <a:pt x="3230880" y="2453640"/>
                </a:cubicBezTo>
                <a:close/>
                <a:moveTo>
                  <a:pt x="3230880" y="2606040"/>
                </a:moveTo>
                <a:cubicBezTo>
                  <a:pt x="3230880" y="2614457"/>
                  <a:pt x="3224057" y="2621280"/>
                  <a:pt x="3215640" y="2621280"/>
                </a:cubicBezTo>
                <a:cubicBezTo>
                  <a:pt x="3207223" y="2621280"/>
                  <a:pt x="3200400" y="2614457"/>
                  <a:pt x="3200400" y="2606040"/>
                </a:cubicBezTo>
                <a:cubicBezTo>
                  <a:pt x="3200400" y="2597623"/>
                  <a:pt x="3207223" y="2590800"/>
                  <a:pt x="3215640" y="2590800"/>
                </a:cubicBezTo>
                <a:cubicBezTo>
                  <a:pt x="3224057" y="2590800"/>
                  <a:pt x="3230880" y="2597623"/>
                  <a:pt x="3230880" y="2606040"/>
                </a:cubicBezTo>
                <a:close/>
                <a:moveTo>
                  <a:pt x="3230880" y="2758440"/>
                </a:moveTo>
                <a:cubicBezTo>
                  <a:pt x="3230880" y="2766857"/>
                  <a:pt x="3224057" y="2773680"/>
                  <a:pt x="3215640" y="2773680"/>
                </a:cubicBezTo>
                <a:cubicBezTo>
                  <a:pt x="3207223" y="2773680"/>
                  <a:pt x="3200400" y="2766857"/>
                  <a:pt x="3200400" y="2758440"/>
                </a:cubicBezTo>
                <a:cubicBezTo>
                  <a:pt x="3200400" y="2750023"/>
                  <a:pt x="3207223" y="2743200"/>
                  <a:pt x="3215640" y="2743200"/>
                </a:cubicBezTo>
                <a:cubicBezTo>
                  <a:pt x="3224057" y="2743200"/>
                  <a:pt x="3230880" y="2750023"/>
                  <a:pt x="3230880" y="2758440"/>
                </a:cubicBezTo>
                <a:close/>
                <a:moveTo>
                  <a:pt x="3230880" y="2910840"/>
                </a:moveTo>
                <a:cubicBezTo>
                  <a:pt x="3230880" y="2919257"/>
                  <a:pt x="3224057" y="2926080"/>
                  <a:pt x="3215640" y="2926080"/>
                </a:cubicBezTo>
                <a:cubicBezTo>
                  <a:pt x="3207223" y="2926080"/>
                  <a:pt x="3200400" y="2919257"/>
                  <a:pt x="3200400" y="2910840"/>
                </a:cubicBezTo>
                <a:cubicBezTo>
                  <a:pt x="3200400" y="2902423"/>
                  <a:pt x="3207223" y="2895600"/>
                  <a:pt x="3215640" y="2895600"/>
                </a:cubicBezTo>
                <a:cubicBezTo>
                  <a:pt x="3224057" y="2895600"/>
                  <a:pt x="3230880" y="2902423"/>
                  <a:pt x="3230880" y="2910840"/>
                </a:cubicBezTo>
                <a:close/>
                <a:moveTo>
                  <a:pt x="3230880" y="3063240"/>
                </a:moveTo>
                <a:cubicBezTo>
                  <a:pt x="3230880" y="3071657"/>
                  <a:pt x="3224057" y="3078480"/>
                  <a:pt x="3215640" y="3078480"/>
                </a:cubicBezTo>
                <a:cubicBezTo>
                  <a:pt x="3207223" y="3078480"/>
                  <a:pt x="3200400" y="3071657"/>
                  <a:pt x="3200400" y="3063240"/>
                </a:cubicBezTo>
                <a:cubicBezTo>
                  <a:pt x="3200400" y="3054823"/>
                  <a:pt x="3207223" y="3048000"/>
                  <a:pt x="3215640" y="3048000"/>
                </a:cubicBezTo>
                <a:cubicBezTo>
                  <a:pt x="3224057" y="3048000"/>
                  <a:pt x="3230880" y="3054823"/>
                  <a:pt x="3230880" y="3063240"/>
                </a:cubicBezTo>
                <a:close/>
                <a:moveTo>
                  <a:pt x="3230880" y="3215640"/>
                </a:moveTo>
                <a:cubicBezTo>
                  <a:pt x="3230880" y="3224057"/>
                  <a:pt x="3224057" y="3230880"/>
                  <a:pt x="3215640" y="3230880"/>
                </a:cubicBezTo>
                <a:cubicBezTo>
                  <a:pt x="3207223" y="3230880"/>
                  <a:pt x="3200400" y="3224057"/>
                  <a:pt x="3200400" y="3215640"/>
                </a:cubicBezTo>
                <a:cubicBezTo>
                  <a:pt x="3200400" y="3207223"/>
                  <a:pt x="3207223" y="3200400"/>
                  <a:pt x="3215640" y="3200400"/>
                </a:cubicBezTo>
                <a:cubicBezTo>
                  <a:pt x="3224057" y="3200400"/>
                  <a:pt x="3230880" y="3207223"/>
                  <a:pt x="3230880" y="3215640"/>
                </a:cubicBezTo>
                <a:close/>
                <a:moveTo>
                  <a:pt x="3230880" y="3368040"/>
                </a:moveTo>
                <a:cubicBezTo>
                  <a:pt x="3230880" y="3376457"/>
                  <a:pt x="3224057" y="3383280"/>
                  <a:pt x="3215640" y="3383280"/>
                </a:cubicBezTo>
                <a:cubicBezTo>
                  <a:pt x="3207223" y="3383280"/>
                  <a:pt x="3200400" y="3376457"/>
                  <a:pt x="3200400" y="3368040"/>
                </a:cubicBezTo>
                <a:cubicBezTo>
                  <a:pt x="3200400" y="3359623"/>
                  <a:pt x="3207223" y="3352800"/>
                  <a:pt x="3215640" y="3352800"/>
                </a:cubicBezTo>
                <a:cubicBezTo>
                  <a:pt x="3224057" y="3352800"/>
                  <a:pt x="3230880" y="3359623"/>
                  <a:pt x="3230880" y="3368040"/>
                </a:cubicBezTo>
                <a:close/>
                <a:moveTo>
                  <a:pt x="3230880" y="3520440"/>
                </a:moveTo>
                <a:cubicBezTo>
                  <a:pt x="3230880" y="3528857"/>
                  <a:pt x="3224057" y="3535680"/>
                  <a:pt x="3215640" y="3535680"/>
                </a:cubicBezTo>
                <a:cubicBezTo>
                  <a:pt x="3207223" y="3535680"/>
                  <a:pt x="3200400" y="3528857"/>
                  <a:pt x="3200400" y="3520440"/>
                </a:cubicBezTo>
                <a:cubicBezTo>
                  <a:pt x="3200400" y="3512023"/>
                  <a:pt x="3207223" y="3505200"/>
                  <a:pt x="3215640" y="3505200"/>
                </a:cubicBezTo>
                <a:cubicBezTo>
                  <a:pt x="3224057" y="3505200"/>
                  <a:pt x="3230880" y="3512023"/>
                  <a:pt x="3230880" y="3520440"/>
                </a:cubicBezTo>
                <a:close/>
                <a:moveTo>
                  <a:pt x="3230880" y="3672840"/>
                </a:moveTo>
                <a:cubicBezTo>
                  <a:pt x="3230880" y="3681257"/>
                  <a:pt x="3224057" y="3688080"/>
                  <a:pt x="3215640" y="3688080"/>
                </a:cubicBezTo>
                <a:cubicBezTo>
                  <a:pt x="3207223" y="3688080"/>
                  <a:pt x="3200400" y="3681257"/>
                  <a:pt x="3200400" y="3672840"/>
                </a:cubicBezTo>
                <a:cubicBezTo>
                  <a:pt x="3200400" y="3664423"/>
                  <a:pt x="3207223" y="3657600"/>
                  <a:pt x="3215640" y="3657600"/>
                </a:cubicBezTo>
                <a:cubicBezTo>
                  <a:pt x="3224057" y="3657600"/>
                  <a:pt x="3230880" y="3664423"/>
                  <a:pt x="3230880" y="3672840"/>
                </a:cubicBezTo>
                <a:close/>
                <a:moveTo>
                  <a:pt x="3230880" y="3825240"/>
                </a:moveTo>
                <a:cubicBezTo>
                  <a:pt x="3230880" y="3833657"/>
                  <a:pt x="3224057" y="3840480"/>
                  <a:pt x="3215640" y="3840480"/>
                </a:cubicBezTo>
                <a:cubicBezTo>
                  <a:pt x="3207223" y="3840480"/>
                  <a:pt x="3200400" y="3833657"/>
                  <a:pt x="3200400" y="3825240"/>
                </a:cubicBezTo>
                <a:cubicBezTo>
                  <a:pt x="3200400" y="3816823"/>
                  <a:pt x="3207223" y="3810000"/>
                  <a:pt x="3215640" y="3810000"/>
                </a:cubicBezTo>
                <a:cubicBezTo>
                  <a:pt x="3224057" y="3810000"/>
                  <a:pt x="3230880" y="3816823"/>
                  <a:pt x="3230880" y="3825240"/>
                </a:cubicBezTo>
                <a:close/>
                <a:moveTo>
                  <a:pt x="3230880" y="3977640"/>
                </a:moveTo>
                <a:cubicBezTo>
                  <a:pt x="3230880" y="3986057"/>
                  <a:pt x="3224057" y="3992880"/>
                  <a:pt x="3215640" y="3992880"/>
                </a:cubicBezTo>
                <a:cubicBezTo>
                  <a:pt x="3207223" y="3992880"/>
                  <a:pt x="3200400" y="3986057"/>
                  <a:pt x="3200400" y="3977640"/>
                </a:cubicBezTo>
                <a:cubicBezTo>
                  <a:pt x="3200400" y="3969223"/>
                  <a:pt x="3207223" y="3962400"/>
                  <a:pt x="3215640" y="3962400"/>
                </a:cubicBezTo>
                <a:cubicBezTo>
                  <a:pt x="3224057" y="3962400"/>
                  <a:pt x="3230880" y="3969223"/>
                  <a:pt x="3230880" y="3977640"/>
                </a:cubicBezTo>
                <a:close/>
                <a:moveTo>
                  <a:pt x="3230880" y="4130040"/>
                </a:moveTo>
                <a:cubicBezTo>
                  <a:pt x="3230880" y="4138457"/>
                  <a:pt x="3224057" y="4145280"/>
                  <a:pt x="3215640" y="4145280"/>
                </a:cubicBezTo>
                <a:cubicBezTo>
                  <a:pt x="3207223" y="4145280"/>
                  <a:pt x="3200400" y="4138457"/>
                  <a:pt x="3200400" y="4130040"/>
                </a:cubicBezTo>
                <a:cubicBezTo>
                  <a:pt x="3200400" y="4121623"/>
                  <a:pt x="3207223" y="4114800"/>
                  <a:pt x="3215640" y="4114800"/>
                </a:cubicBezTo>
                <a:cubicBezTo>
                  <a:pt x="3224057" y="4114800"/>
                  <a:pt x="3230880" y="4121623"/>
                  <a:pt x="3230880" y="4130040"/>
                </a:cubicBezTo>
                <a:close/>
                <a:moveTo>
                  <a:pt x="3230880" y="4282440"/>
                </a:moveTo>
                <a:cubicBezTo>
                  <a:pt x="3230880" y="4290857"/>
                  <a:pt x="3224057" y="4297680"/>
                  <a:pt x="3215640" y="4297680"/>
                </a:cubicBezTo>
                <a:cubicBezTo>
                  <a:pt x="3207223" y="4297680"/>
                  <a:pt x="3200400" y="4290857"/>
                  <a:pt x="3200400" y="4282440"/>
                </a:cubicBezTo>
                <a:cubicBezTo>
                  <a:pt x="3200400" y="4274023"/>
                  <a:pt x="3207223" y="4267200"/>
                  <a:pt x="3215640" y="4267200"/>
                </a:cubicBezTo>
                <a:cubicBezTo>
                  <a:pt x="3224057" y="4267200"/>
                  <a:pt x="3230880" y="4274023"/>
                  <a:pt x="3230880" y="4282440"/>
                </a:cubicBezTo>
                <a:close/>
                <a:moveTo>
                  <a:pt x="3230880" y="4434840"/>
                </a:moveTo>
                <a:cubicBezTo>
                  <a:pt x="3230880" y="4443257"/>
                  <a:pt x="3224057" y="4450080"/>
                  <a:pt x="3215640" y="4450080"/>
                </a:cubicBezTo>
                <a:cubicBezTo>
                  <a:pt x="3207223" y="4450080"/>
                  <a:pt x="3200400" y="4443257"/>
                  <a:pt x="3200400" y="4434840"/>
                </a:cubicBezTo>
                <a:cubicBezTo>
                  <a:pt x="3200400" y="4426423"/>
                  <a:pt x="3207223" y="4419600"/>
                  <a:pt x="3215640" y="4419600"/>
                </a:cubicBezTo>
                <a:cubicBezTo>
                  <a:pt x="3224057" y="4419600"/>
                  <a:pt x="3230880" y="4426423"/>
                  <a:pt x="3230880" y="4434840"/>
                </a:cubicBezTo>
                <a:close/>
                <a:moveTo>
                  <a:pt x="3383280" y="15240"/>
                </a:moveTo>
                <a:cubicBezTo>
                  <a:pt x="3383280" y="23657"/>
                  <a:pt x="3376457" y="30480"/>
                  <a:pt x="3368040" y="30480"/>
                </a:cubicBezTo>
                <a:cubicBezTo>
                  <a:pt x="3359623" y="30480"/>
                  <a:pt x="3352800" y="23657"/>
                  <a:pt x="3352800" y="15240"/>
                </a:cubicBezTo>
                <a:cubicBezTo>
                  <a:pt x="3352800" y="6823"/>
                  <a:pt x="3359623" y="0"/>
                  <a:pt x="3368040" y="0"/>
                </a:cubicBezTo>
                <a:cubicBezTo>
                  <a:pt x="3376457" y="0"/>
                  <a:pt x="3383280" y="6823"/>
                  <a:pt x="3383280" y="15240"/>
                </a:cubicBezTo>
                <a:close/>
                <a:moveTo>
                  <a:pt x="3383280" y="167640"/>
                </a:moveTo>
                <a:cubicBezTo>
                  <a:pt x="3383280" y="176057"/>
                  <a:pt x="3376457" y="182880"/>
                  <a:pt x="3368040" y="182880"/>
                </a:cubicBezTo>
                <a:cubicBezTo>
                  <a:pt x="3359623" y="182880"/>
                  <a:pt x="3352800" y="176057"/>
                  <a:pt x="3352800" y="167640"/>
                </a:cubicBezTo>
                <a:cubicBezTo>
                  <a:pt x="3352800" y="159223"/>
                  <a:pt x="3359623" y="152400"/>
                  <a:pt x="3368040" y="152400"/>
                </a:cubicBezTo>
                <a:cubicBezTo>
                  <a:pt x="3376457" y="152400"/>
                  <a:pt x="3383280" y="159223"/>
                  <a:pt x="3383280" y="167640"/>
                </a:cubicBezTo>
                <a:close/>
                <a:moveTo>
                  <a:pt x="3383280" y="320040"/>
                </a:moveTo>
                <a:cubicBezTo>
                  <a:pt x="3383280" y="328457"/>
                  <a:pt x="3376457" y="335280"/>
                  <a:pt x="3368040" y="335280"/>
                </a:cubicBezTo>
                <a:cubicBezTo>
                  <a:pt x="3359623" y="335280"/>
                  <a:pt x="3352800" y="328457"/>
                  <a:pt x="3352800" y="320040"/>
                </a:cubicBezTo>
                <a:cubicBezTo>
                  <a:pt x="3352800" y="311623"/>
                  <a:pt x="3359623" y="304800"/>
                  <a:pt x="3368040" y="304800"/>
                </a:cubicBezTo>
                <a:cubicBezTo>
                  <a:pt x="3376457" y="304800"/>
                  <a:pt x="3383280" y="311623"/>
                  <a:pt x="3383280" y="320040"/>
                </a:cubicBezTo>
                <a:close/>
                <a:moveTo>
                  <a:pt x="3383280" y="472440"/>
                </a:moveTo>
                <a:cubicBezTo>
                  <a:pt x="3383280" y="480857"/>
                  <a:pt x="3376457" y="487680"/>
                  <a:pt x="3368040" y="487680"/>
                </a:cubicBezTo>
                <a:cubicBezTo>
                  <a:pt x="3359623" y="487680"/>
                  <a:pt x="3352800" y="480857"/>
                  <a:pt x="3352800" y="472440"/>
                </a:cubicBezTo>
                <a:cubicBezTo>
                  <a:pt x="3352800" y="464023"/>
                  <a:pt x="3359623" y="457200"/>
                  <a:pt x="3368040" y="457200"/>
                </a:cubicBezTo>
                <a:cubicBezTo>
                  <a:pt x="3376457" y="457200"/>
                  <a:pt x="3383280" y="464023"/>
                  <a:pt x="3383280" y="472440"/>
                </a:cubicBezTo>
                <a:close/>
                <a:moveTo>
                  <a:pt x="3383280" y="624840"/>
                </a:moveTo>
                <a:cubicBezTo>
                  <a:pt x="3383280" y="633257"/>
                  <a:pt x="3376457" y="640080"/>
                  <a:pt x="3368040" y="640080"/>
                </a:cubicBezTo>
                <a:cubicBezTo>
                  <a:pt x="3359623" y="640080"/>
                  <a:pt x="3352800" y="633257"/>
                  <a:pt x="3352800" y="624840"/>
                </a:cubicBezTo>
                <a:cubicBezTo>
                  <a:pt x="3352800" y="616423"/>
                  <a:pt x="3359623" y="609600"/>
                  <a:pt x="3368040" y="609600"/>
                </a:cubicBezTo>
                <a:cubicBezTo>
                  <a:pt x="3376457" y="609600"/>
                  <a:pt x="3383280" y="616423"/>
                  <a:pt x="3383280" y="624840"/>
                </a:cubicBezTo>
                <a:close/>
                <a:moveTo>
                  <a:pt x="3383280" y="777240"/>
                </a:moveTo>
                <a:cubicBezTo>
                  <a:pt x="3383280" y="785657"/>
                  <a:pt x="3376457" y="792480"/>
                  <a:pt x="3368040" y="792480"/>
                </a:cubicBezTo>
                <a:cubicBezTo>
                  <a:pt x="3359623" y="792480"/>
                  <a:pt x="3352800" y="785657"/>
                  <a:pt x="3352800" y="777240"/>
                </a:cubicBezTo>
                <a:cubicBezTo>
                  <a:pt x="3352800" y="768823"/>
                  <a:pt x="3359623" y="762000"/>
                  <a:pt x="3368040" y="762000"/>
                </a:cubicBezTo>
                <a:cubicBezTo>
                  <a:pt x="3376457" y="762000"/>
                  <a:pt x="3383280" y="768823"/>
                  <a:pt x="3383280" y="777240"/>
                </a:cubicBezTo>
                <a:close/>
                <a:moveTo>
                  <a:pt x="3383280" y="929640"/>
                </a:moveTo>
                <a:cubicBezTo>
                  <a:pt x="3383280" y="938057"/>
                  <a:pt x="3376457" y="944880"/>
                  <a:pt x="3368040" y="944880"/>
                </a:cubicBezTo>
                <a:cubicBezTo>
                  <a:pt x="3359623" y="944880"/>
                  <a:pt x="3352800" y="938057"/>
                  <a:pt x="3352800" y="929640"/>
                </a:cubicBezTo>
                <a:cubicBezTo>
                  <a:pt x="3352800" y="921223"/>
                  <a:pt x="3359623" y="914400"/>
                  <a:pt x="3368040" y="914400"/>
                </a:cubicBezTo>
                <a:cubicBezTo>
                  <a:pt x="3376457" y="914400"/>
                  <a:pt x="3383280" y="921223"/>
                  <a:pt x="3383280" y="929640"/>
                </a:cubicBezTo>
                <a:close/>
                <a:moveTo>
                  <a:pt x="3383280" y="1082040"/>
                </a:moveTo>
                <a:cubicBezTo>
                  <a:pt x="3383280" y="1090457"/>
                  <a:pt x="3376457" y="1097280"/>
                  <a:pt x="3368040" y="1097280"/>
                </a:cubicBezTo>
                <a:cubicBezTo>
                  <a:pt x="3359623" y="1097280"/>
                  <a:pt x="3352800" y="1090457"/>
                  <a:pt x="3352800" y="1082040"/>
                </a:cubicBezTo>
                <a:cubicBezTo>
                  <a:pt x="3352800" y="1073623"/>
                  <a:pt x="3359623" y="1066800"/>
                  <a:pt x="3368040" y="1066800"/>
                </a:cubicBezTo>
                <a:cubicBezTo>
                  <a:pt x="3376457" y="1066800"/>
                  <a:pt x="3383280" y="1073623"/>
                  <a:pt x="3383280" y="1082040"/>
                </a:cubicBezTo>
                <a:close/>
                <a:moveTo>
                  <a:pt x="3383280" y="1234440"/>
                </a:moveTo>
                <a:cubicBezTo>
                  <a:pt x="3383280" y="1242857"/>
                  <a:pt x="3376457" y="1249680"/>
                  <a:pt x="3368040" y="1249680"/>
                </a:cubicBezTo>
                <a:cubicBezTo>
                  <a:pt x="3359623" y="1249680"/>
                  <a:pt x="3352800" y="1242857"/>
                  <a:pt x="3352800" y="1234440"/>
                </a:cubicBezTo>
                <a:cubicBezTo>
                  <a:pt x="3352800" y="1226023"/>
                  <a:pt x="3359623" y="1219200"/>
                  <a:pt x="3368040" y="1219200"/>
                </a:cubicBezTo>
                <a:cubicBezTo>
                  <a:pt x="3376457" y="1219200"/>
                  <a:pt x="3383280" y="1226023"/>
                  <a:pt x="3383280" y="1234440"/>
                </a:cubicBezTo>
                <a:close/>
                <a:moveTo>
                  <a:pt x="3383280" y="1386840"/>
                </a:moveTo>
                <a:cubicBezTo>
                  <a:pt x="3383280" y="1395257"/>
                  <a:pt x="3376457" y="1402080"/>
                  <a:pt x="3368040" y="1402080"/>
                </a:cubicBezTo>
                <a:cubicBezTo>
                  <a:pt x="3359623" y="1402080"/>
                  <a:pt x="3352800" y="1395257"/>
                  <a:pt x="3352800" y="1386840"/>
                </a:cubicBezTo>
                <a:cubicBezTo>
                  <a:pt x="3352800" y="1378423"/>
                  <a:pt x="3359623" y="1371600"/>
                  <a:pt x="3368040" y="1371600"/>
                </a:cubicBezTo>
                <a:cubicBezTo>
                  <a:pt x="3376457" y="1371600"/>
                  <a:pt x="3383280" y="1378423"/>
                  <a:pt x="3383280" y="1386840"/>
                </a:cubicBezTo>
                <a:close/>
                <a:moveTo>
                  <a:pt x="3383280" y="1539240"/>
                </a:moveTo>
                <a:cubicBezTo>
                  <a:pt x="3383280" y="1547657"/>
                  <a:pt x="3376457" y="1554480"/>
                  <a:pt x="3368040" y="1554480"/>
                </a:cubicBezTo>
                <a:cubicBezTo>
                  <a:pt x="3359623" y="1554480"/>
                  <a:pt x="3352800" y="1547657"/>
                  <a:pt x="3352800" y="1539240"/>
                </a:cubicBezTo>
                <a:cubicBezTo>
                  <a:pt x="3352800" y="1530823"/>
                  <a:pt x="3359623" y="1524000"/>
                  <a:pt x="3368040" y="1524000"/>
                </a:cubicBezTo>
                <a:cubicBezTo>
                  <a:pt x="3376457" y="1524000"/>
                  <a:pt x="3383280" y="1530823"/>
                  <a:pt x="3383280" y="1539240"/>
                </a:cubicBezTo>
                <a:close/>
                <a:moveTo>
                  <a:pt x="3383280" y="1691640"/>
                </a:moveTo>
                <a:cubicBezTo>
                  <a:pt x="3383280" y="1700057"/>
                  <a:pt x="3376457" y="1706880"/>
                  <a:pt x="3368040" y="1706880"/>
                </a:cubicBezTo>
                <a:cubicBezTo>
                  <a:pt x="3359623" y="1706880"/>
                  <a:pt x="3352800" y="1700057"/>
                  <a:pt x="3352800" y="1691640"/>
                </a:cubicBezTo>
                <a:cubicBezTo>
                  <a:pt x="3352800" y="1683223"/>
                  <a:pt x="3359623" y="1676400"/>
                  <a:pt x="3368040" y="1676400"/>
                </a:cubicBezTo>
                <a:cubicBezTo>
                  <a:pt x="3376457" y="1676400"/>
                  <a:pt x="3383280" y="1683223"/>
                  <a:pt x="3383280" y="1691640"/>
                </a:cubicBezTo>
                <a:close/>
                <a:moveTo>
                  <a:pt x="3383280" y="1844040"/>
                </a:moveTo>
                <a:cubicBezTo>
                  <a:pt x="3383280" y="1852457"/>
                  <a:pt x="3376457" y="1859280"/>
                  <a:pt x="3368040" y="1859280"/>
                </a:cubicBezTo>
                <a:cubicBezTo>
                  <a:pt x="3359623" y="1859280"/>
                  <a:pt x="3352800" y="1852457"/>
                  <a:pt x="3352800" y="1844040"/>
                </a:cubicBezTo>
                <a:cubicBezTo>
                  <a:pt x="3352800" y="1835623"/>
                  <a:pt x="3359623" y="1828800"/>
                  <a:pt x="3368040" y="1828800"/>
                </a:cubicBezTo>
                <a:cubicBezTo>
                  <a:pt x="3376457" y="1828800"/>
                  <a:pt x="3383280" y="1835623"/>
                  <a:pt x="3383280" y="1844040"/>
                </a:cubicBezTo>
                <a:close/>
                <a:moveTo>
                  <a:pt x="3383280" y="1996440"/>
                </a:moveTo>
                <a:cubicBezTo>
                  <a:pt x="3383280" y="2004857"/>
                  <a:pt x="3376457" y="2011680"/>
                  <a:pt x="3368040" y="2011680"/>
                </a:cubicBezTo>
                <a:cubicBezTo>
                  <a:pt x="3359623" y="2011680"/>
                  <a:pt x="3352800" y="2004857"/>
                  <a:pt x="3352800" y="1996440"/>
                </a:cubicBezTo>
                <a:cubicBezTo>
                  <a:pt x="3352800" y="1988023"/>
                  <a:pt x="3359623" y="1981200"/>
                  <a:pt x="3368040" y="1981200"/>
                </a:cubicBezTo>
                <a:cubicBezTo>
                  <a:pt x="3376457" y="1981200"/>
                  <a:pt x="3383280" y="1988023"/>
                  <a:pt x="3383280" y="1996440"/>
                </a:cubicBezTo>
                <a:close/>
                <a:moveTo>
                  <a:pt x="3383280" y="2148840"/>
                </a:moveTo>
                <a:cubicBezTo>
                  <a:pt x="3383280" y="2157257"/>
                  <a:pt x="3376457" y="2164080"/>
                  <a:pt x="3368040" y="2164080"/>
                </a:cubicBezTo>
                <a:cubicBezTo>
                  <a:pt x="3359623" y="2164080"/>
                  <a:pt x="3352800" y="2157257"/>
                  <a:pt x="3352800" y="2148840"/>
                </a:cubicBezTo>
                <a:cubicBezTo>
                  <a:pt x="3352800" y="2140423"/>
                  <a:pt x="3359623" y="2133600"/>
                  <a:pt x="3368040" y="2133600"/>
                </a:cubicBezTo>
                <a:cubicBezTo>
                  <a:pt x="3376457" y="2133600"/>
                  <a:pt x="3383280" y="2140423"/>
                  <a:pt x="3383280" y="2148840"/>
                </a:cubicBezTo>
                <a:close/>
                <a:moveTo>
                  <a:pt x="3383280" y="2301240"/>
                </a:moveTo>
                <a:cubicBezTo>
                  <a:pt x="3383280" y="2309657"/>
                  <a:pt x="3376457" y="2316480"/>
                  <a:pt x="3368040" y="2316480"/>
                </a:cubicBezTo>
                <a:cubicBezTo>
                  <a:pt x="3359623" y="2316480"/>
                  <a:pt x="3352800" y="2309657"/>
                  <a:pt x="3352800" y="2301240"/>
                </a:cubicBezTo>
                <a:cubicBezTo>
                  <a:pt x="3352800" y="2292823"/>
                  <a:pt x="3359623" y="2286000"/>
                  <a:pt x="3368040" y="2286000"/>
                </a:cubicBezTo>
                <a:cubicBezTo>
                  <a:pt x="3376457" y="2286000"/>
                  <a:pt x="3383280" y="2292823"/>
                  <a:pt x="3383280" y="2301240"/>
                </a:cubicBezTo>
                <a:close/>
                <a:moveTo>
                  <a:pt x="3383280" y="2453640"/>
                </a:moveTo>
                <a:cubicBezTo>
                  <a:pt x="3383280" y="2462057"/>
                  <a:pt x="3376457" y="2468880"/>
                  <a:pt x="3368040" y="2468880"/>
                </a:cubicBezTo>
                <a:cubicBezTo>
                  <a:pt x="3359623" y="2468880"/>
                  <a:pt x="3352800" y="2462057"/>
                  <a:pt x="3352800" y="2453640"/>
                </a:cubicBezTo>
                <a:cubicBezTo>
                  <a:pt x="3352800" y="2445223"/>
                  <a:pt x="3359623" y="2438400"/>
                  <a:pt x="3368040" y="2438400"/>
                </a:cubicBezTo>
                <a:cubicBezTo>
                  <a:pt x="3376457" y="2438400"/>
                  <a:pt x="3383280" y="2445223"/>
                  <a:pt x="3383280" y="2453640"/>
                </a:cubicBezTo>
                <a:close/>
                <a:moveTo>
                  <a:pt x="3383280" y="2606040"/>
                </a:moveTo>
                <a:cubicBezTo>
                  <a:pt x="3383280" y="2614457"/>
                  <a:pt x="3376457" y="2621280"/>
                  <a:pt x="3368040" y="2621280"/>
                </a:cubicBezTo>
                <a:cubicBezTo>
                  <a:pt x="3359623" y="2621280"/>
                  <a:pt x="3352800" y="2614457"/>
                  <a:pt x="3352800" y="2606040"/>
                </a:cubicBezTo>
                <a:cubicBezTo>
                  <a:pt x="3352800" y="2597623"/>
                  <a:pt x="3359623" y="2590800"/>
                  <a:pt x="3368040" y="2590800"/>
                </a:cubicBezTo>
                <a:cubicBezTo>
                  <a:pt x="3376457" y="2590800"/>
                  <a:pt x="3383280" y="2597623"/>
                  <a:pt x="3383280" y="2606040"/>
                </a:cubicBezTo>
                <a:close/>
                <a:moveTo>
                  <a:pt x="3383280" y="2758440"/>
                </a:moveTo>
                <a:cubicBezTo>
                  <a:pt x="3383280" y="2766857"/>
                  <a:pt x="3376457" y="2773680"/>
                  <a:pt x="3368040" y="2773680"/>
                </a:cubicBezTo>
                <a:cubicBezTo>
                  <a:pt x="3359623" y="2773680"/>
                  <a:pt x="3352800" y="2766857"/>
                  <a:pt x="3352800" y="2758440"/>
                </a:cubicBezTo>
                <a:cubicBezTo>
                  <a:pt x="3352800" y="2750023"/>
                  <a:pt x="3359623" y="2743200"/>
                  <a:pt x="3368040" y="2743200"/>
                </a:cubicBezTo>
                <a:cubicBezTo>
                  <a:pt x="3376457" y="2743200"/>
                  <a:pt x="3383280" y="2750023"/>
                  <a:pt x="3383280" y="2758440"/>
                </a:cubicBezTo>
                <a:close/>
                <a:moveTo>
                  <a:pt x="3383280" y="2910840"/>
                </a:moveTo>
                <a:cubicBezTo>
                  <a:pt x="3383280" y="2919257"/>
                  <a:pt x="3376457" y="2926080"/>
                  <a:pt x="3368040" y="2926080"/>
                </a:cubicBezTo>
                <a:cubicBezTo>
                  <a:pt x="3359623" y="2926080"/>
                  <a:pt x="3352800" y="2919257"/>
                  <a:pt x="3352800" y="2910840"/>
                </a:cubicBezTo>
                <a:cubicBezTo>
                  <a:pt x="3352800" y="2902423"/>
                  <a:pt x="3359623" y="2895600"/>
                  <a:pt x="3368040" y="2895600"/>
                </a:cubicBezTo>
                <a:cubicBezTo>
                  <a:pt x="3376457" y="2895600"/>
                  <a:pt x="3383280" y="2902423"/>
                  <a:pt x="3383280" y="2910840"/>
                </a:cubicBezTo>
                <a:close/>
                <a:moveTo>
                  <a:pt x="3383280" y="3063240"/>
                </a:moveTo>
                <a:cubicBezTo>
                  <a:pt x="3383280" y="3071657"/>
                  <a:pt x="3376457" y="3078480"/>
                  <a:pt x="3368040" y="3078480"/>
                </a:cubicBezTo>
                <a:cubicBezTo>
                  <a:pt x="3359623" y="3078480"/>
                  <a:pt x="3352800" y="3071657"/>
                  <a:pt x="3352800" y="3063240"/>
                </a:cubicBezTo>
                <a:cubicBezTo>
                  <a:pt x="3352800" y="3054823"/>
                  <a:pt x="3359623" y="3048000"/>
                  <a:pt x="3368040" y="3048000"/>
                </a:cubicBezTo>
                <a:cubicBezTo>
                  <a:pt x="3376457" y="3048000"/>
                  <a:pt x="3383280" y="3054823"/>
                  <a:pt x="3383280" y="3063240"/>
                </a:cubicBezTo>
                <a:close/>
                <a:moveTo>
                  <a:pt x="3383280" y="3215640"/>
                </a:moveTo>
                <a:cubicBezTo>
                  <a:pt x="3383280" y="3224057"/>
                  <a:pt x="3376457" y="3230880"/>
                  <a:pt x="3368040" y="3230880"/>
                </a:cubicBezTo>
                <a:cubicBezTo>
                  <a:pt x="3359623" y="3230880"/>
                  <a:pt x="3352800" y="3224057"/>
                  <a:pt x="3352800" y="3215640"/>
                </a:cubicBezTo>
                <a:cubicBezTo>
                  <a:pt x="3352800" y="3207223"/>
                  <a:pt x="3359623" y="3200400"/>
                  <a:pt x="3368040" y="3200400"/>
                </a:cubicBezTo>
                <a:cubicBezTo>
                  <a:pt x="3376457" y="3200400"/>
                  <a:pt x="3383280" y="3207223"/>
                  <a:pt x="3383280" y="3215640"/>
                </a:cubicBezTo>
                <a:close/>
                <a:moveTo>
                  <a:pt x="3383280" y="3368040"/>
                </a:moveTo>
                <a:cubicBezTo>
                  <a:pt x="3383280" y="3376457"/>
                  <a:pt x="3376457" y="3383280"/>
                  <a:pt x="3368040" y="3383280"/>
                </a:cubicBezTo>
                <a:cubicBezTo>
                  <a:pt x="3359623" y="3383280"/>
                  <a:pt x="3352800" y="3376457"/>
                  <a:pt x="3352800" y="3368040"/>
                </a:cubicBezTo>
                <a:cubicBezTo>
                  <a:pt x="3352800" y="3359623"/>
                  <a:pt x="3359623" y="3352800"/>
                  <a:pt x="3368040" y="3352800"/>
                </a:cubicBezTo>
                <a:cubicBezTo>
                  <a:pt x="3376457" y="3352800"/>
                  <a:pt x="3383280" y="3359623"/>
                  <a:pt x="3383280" y="3368040"/>
                </a:cubicBezTo>
                <a:close/>
                <a:moveTo>
                  <a:pt x="3383280" y="3520440"/>
                </a:moveTo>
                <a:cubicBezTo>
                  <a:pt x="3383280" y="3528857"/>
                  <a:pt x="3376457" y="3535680"/>
                  <a:pt x="3368040" y="3535680"/>
                </a:cubicBezTo>
                <a:cubicBezTo>
                  <a:pt x="3359623" y="3535680"/>
                  <a:pt x="3352800" y="3528857"/>
                  <a:pt x="3352800" y="3520440"/>
                </a:cubicBezTo>
                <a:cubicBezTo>
                  <a:pt x="3352800" y="3512023"/>
                  <a:pt x="3359623" y="3505200"/>
                  <a:pt x="3368040" y="3505200"/>
                </a:cubicBezTo>
                <a:cubicBezTo>
                  <a:pt x="3376457" y="3505200"/>
                  <a:pt x="3383280" y="3512023"/>
                  <a:pt x="3383280" y="3520440"/>
                </a:cubicBezTo>
                <a:close/>
                <a:moveTo>
                  <a:pt x="3383280" y="3672840"/>
                </a:moveTo>
                <a:cubicBezTo>
                  <a:pt x="3383280" y="3681257"/>
                  <a:pt x="3376457" y="3688080"/>
                  <a:pt x="3368040" y="3688080"/>
                </a:cubicBezTo>
                <a:cubicBezTo>
                  <a:pt x="3359623" y="3688080"/>
                  <a:pt x="3352800" y="3681257"/>
                  <a:pt x="3352800" y="3672840"/>
                </a:cubicBezTo>
                <a:cubicBezTo>
                  <a:pt x="3352800" y="3664423"/>
                  <a:pt x="3359623" y="3657600"/>
                  <a:pt x="3368040" y="3657600"/>
                </a:cubicBezTo>
                <a:cubicBezTo>
                  <a:pt x="3376457" y="3657600"/>
                  <a:pt x="3383280" y="3664423"/>
                  <a:pt x="3383280" y="3672840"/>
                </a:cubicBezTo>
                <a:close/>
                <a:moveTo>
                  <a:pt x="3383280" y="3825240"/>
                </a:moveTo>
                <a:cubicBezTo>
                  <a:pt x="3383280" y="3833657"/>
                  <a:pt x="3376457" y="3840480"/>
                  <a:pt x="3368040" y="3840480"/>
                </a:cubicBezTo>
                <a:cubicBezTo>
                  <a:pt x="3359623" y="3840480"/>
                  <a:pt x="3352800" y="3833657"/>
                  <a:pt x="3352800" y="3825240"/>
                </a:cubicBezTo>
                <a:cubicBezTo>
                  <a:pt x="3352800" y="3816823"/>
                  <a:pt x="3359623" y="3810000"/>
                  <a:pt x="3368040" y="3810000"/>
                </a:cubicBezTo>
                <a:cubicBezTo>
                  <a:pt x="3376457" y="3810000"/>
                  <a:pt x="3383280" y="3816823"/>
                  <a:pt x="3383280" y="3825240"/>
                </a:cubicBezTo>
                <a:close/>
                <a:moveTo>
                  <a:pt x="3383280" y="3977640"/>
                </a:moveTo>
                <a:cubicBezTo>
                  <a:pt x="3383280" y="3986057"/>
                  <a:pt x="3376457" y="3992880"/>
                  <a:pt x="3368040" y="3992880"/>
                </a:cubicBezTo>
                <a:cubicBezTo>
                  <a:pt x="3359623" y="3992880"/>
                  <a:pt x="3352800" y="3986057"/>
                  <a:pt x="3352800" y="3977640"/>
                </a:cubicBezTo>
                <a:cubicBezTo>
                  <a:pt x="3352800" y="3969223"/>
                  <a:pt x="3359623" y="3962400"/>
                  <a:pt x="3368040" y="3962400"/>
                </a:cubicBezTo>
                <a:cubicBezTo>
                  <a:pt x="3376457" y="3962400"/>
                  <a:pt x="3383280" y="3969223"/>
                  <a:pt x="3383280" y="3977640"/>
                </a:cubicBezTo>
                <a:close/>
                <a:moveTo>
                  <a:pt x="3383280" y="4130040"/>
                </a:moveTo>
                <a:cubicBezTo>
                  <a:pt x="3383280" y="4138457"/>
                  <a:pt x="3376457" y="4145280"/>
                  <a:pt x="3368040" y="4145280"/>
                </a:cubicBezTo>
                <a:cubicBezTo>
                  <a:pt x="3359623" y="4145280"/>
                  <a:pt x="3352800" y="4138457"/>
                  <a:pt x="3352800" y="4130040"/>
                </a:cubicBezTo>
                <a:cubicBezTo>
                  <a:pt x="3352800" y="4121623"/>
                  <a:pt x="3359623" y="4114800"/>
                  <a:pt x="3368040" y="4114800"/>
                </a:cubicBezTo>
                <a:cubicBezTo>
                  <a:pt x="3376457" y="4114800"/>
                  <a:pt x="3383280" y="4121623"/>
                  <a:pt x="3383280" y="4130040"/>
                </a:cubicBezTo>
                <a:close/>
                <a:moveTo>
                  <a:pt x="3383280" y="4282440"/>
                </a:moveTo>
                <a:cubicBezTo>
                  <a:pt x="3383280" y="4290857"/>
                  <a:pt x="3376457" y="4297680"/>
                  <a:pt x="3368040" y="4297680"/>
                </a:cubicBezTo>
                <a:cubicBezTo>
                  <a:pt x="3359623" y="4297680"/>
                  <a:pt x="3352800" y="4290857"/>
                  <a:pt x="3352800" y="4282440"/>
                </a:cubicBezTo>
                <a:cubicBezTo>
                  <a:pt x="3352800" y="4274023"/>
                  <a:pt x="3359623" y="4267200"/>
                  <a:pt x="3368040" y="4267200"/>
                </a:cubicBezTo>
                <a:cubicBezTo>
                  <a:pt x="3376457" y="4267200"/>
                  <a:pt x="3383280" y="4274023"/>
                  <a:pt x="3383280" y="4282440"/>
                </a:cubicBezTo>
                <a:close/>
                <a:moveTo>
                  <a:pt x="3383280" y="4434840"/>
                </a:moveTo>
                <a:cubicBezTo>
                  <a:pt x="3383280" y="4443257"/>
                  <a:pt x="3376457" y="4450080"/>
                  <a:pt x="3368040" y="4450080"/>
                </a:cubicBezTo>
                <a:cubicBezTo>
                  <a:pt x="3359623" y="4450080"/>
                  <a:pt x="3352800" y="4443257"/>
                  <a:pt x="3352800" y="4434840"/>
                </a:cubicBezTo>
                <a:cubicBezTo>
                  <a:pt x="3352800" y="4426423"/>
                  <a:pt x="3359623" y="4419600"/>
                  <a:pt x="3368040" y="4419600"/>
                </a:cubicBezTo>
                <a:cubicBezTo>
                  <a:pt x="3376457" y="4419600"/>
                  <a:pt x="3383280" y="4426423"/>
                  <a:pt x="3383280" y="4434840"/>
                </a:cubicBezTo>
                <a:close/>
                <a:moveTo>
                  <a:pt x="3535680" y="15240"/>
                </a:moveTo>
                <a:cubicBezTo>
                  <a:pt x="3535680" y="23657"/>
                  <a:pt x="3528857" y="30480"/>
                  <a:pt x="3520440" y="30480"/>
                </a:cubicBezTo>
                <a:cubicBezTo>
                  <a:pt x="3512023" y="30480"/>
                  <a:pt x="3505200" y="23657"/>
                  <a:pt x="3505200" y="15240"/>
                </a:cubicBezTo>
                <a:cubicBezTo>
                  <a:pt x="3505200" y="6823"/>
                  <a:pt x="3512023" y="0"/>
                  <a:pt x="3520440" y="0"/>
                </a:cubicBezTo>
                <a:cubicBezTo>
                  <a:pt x="3528857" y="0"/>
                  <a:pt x="3535680" y="6823"/>
                  <a:pt x="3535680" y="15240"/>
                </a:cubicBezTo>
                <a:close/>
                <a:moveTo>
                  <a:pt x="3535680" y="167640"/>
                </a:moveTo>
                <a:cubicBezTo>
                  <a:pt x="3535680" y="176057"/>
                  <a:pt x="3528857" y="182880"/>
                  <a:pt x="3520440" y="182880"/>
                </a:cubicBezTo>
                <a:cubicBezTo>
                  <a:pt x="3512023" y="182880"/>
                  <a:pt x="3505200" y="176057"/>
                  <a:pt x="3505200" y="167640"/>
                </a:cubicBezTo>
                <a:cubicBezTo>
                  <a:pt x="3505200" y="159223"/>
                  <a:pt x="3512023" y="152400"/>
                  <a:pt x="3520440" y="152400"/>
                </a:cubicBezTo>
                <a:cubicBezTo>
                  <a:pt x="3528857" y="152400"/>
                  <a:pt x="3535680" y="159223"/>
                  <a:pt x="3535680" y="167640"/>
                </a:cubicBezTo>
                <a:close/>
                <a:moveTo>
                  <a:pt x="3535680" y="320040"/>
                </a:moveTo>
                <a:cubicBezTo>
                  <a:pt x="3535680" y="328457"/>
                  <a:pt x="3528857" y="335280"/>
                  <a:pt x="3520440" y="335280"/>
                </a:cubicBezTo>
                <a:cubicBezTo>
                  <a:pt x="3512023" y="335280"/>
                  <a:pt x="3505200" y="328457"/>
                  <a:pt x="3505200" y="320040"/>
                </a:cubicBezTo>
                <a:cubicBezTo>
                  <a:pt x="3505200" y="311623"/>
                  <a:pt x="3512023" y="304800"/>
                  <a:pt x="3520440" y="304800"/>
                </a:cubicBezTo>
                <a:cubicBezTo>
                  <a:pt x="3528857" y="304800"/>
                  <a:pt x="3535680" y="311623"/>
                  <a:pt x="3535680" y="320040"/>
                </a:cubicBezTo>
                <a:close/>
                <a:moveTo>
                  <a:pt x="3535680" y="472440"/>
                </a:moveTo>
                <a:cubicBezTo>
                  <a:pt x="3535680" y="480857"/>
                  <a:pt x="3528857" y="487680"/>
                  <a:pt x="3520440" y="487680"/>
                </a:cubicBezTo>
                <a:cubicBezTo>
                  <a:pt x="3512023" y="487680"/>
                  <a:pt x="3505200" y="480857"/>
                  <a:pt x="3505200" y="472440"/>
                </a:cubicBezTo>
                <a:cubicBezTo>
                  <a:pt x="3505200" y="464023"/>
                  <a:pt x="3512023" y="457200"/>
                  <a:pt x="3520440" y="457200"/>
                </a:cubicBezTo>
                <a:cubicBezTo>
                  <a:pt x="3528857" y="457200"/>
                  <a:pt x="3535680" y="464023"/>
                  <a:pt x="3535680" y="472440"/>
                </a:cubicBezTo>
                <a:close/>
                <a:moveTo>
                  <a:pt x="3535680" y="624840"/>
                </a:moveTo>
                <a:cubicBezTo>
                  <a:pt x="3535680" y="633257"/>
                  <a:pt x="3528857" y="640080"/>
                  <a:pt x="3520440" y="640080"/>
                </a:cubicBezTo>
                <a:cubicBezTo>
                  <a:pt x="3512023" y="640080"/>
                  <a:pt x="3505200" y="633257"/>
                  <a:pt x="3505200" y="624840"/>
                </a:cubicBezTo>
                <a:cubicBezTo>
                  <a:pt x="3505200" y="616423"/>
                  <a:pt x="3512023" y="609600"/>
                  <a:pt x="3520440" y="609600"/>
                </a:cubicBezTo>
                <a:cubicBezTo>
                  <a:pt x="3528857" y="609600"/>
                  <a:pt x="3535680" y="616423"/>
                  <a:pt x="3535680" y="624840"/>
                </a:cubicBezTo>
                <a:close/>
                <a:moveTo>
                  <a:pt x="3535680" y="777240"/>
                </a:moveTo>
                <a:cubicBezTo>
                  <a:pt x="3535680" y="785657"/>
                  <a:pt x="3528857" y="792480"/>
                  <a:pt x="3520440" y="792480"/>
                </a:cubicBezTo>
                <a:cubicBezTo>
                  <a:pt x="3512023" y="792480"/>
                  <a:pt x="3505200" y="785657"/>
                  <a:pt x="3505200" y="777240"/>
                </a:cubicBezTo>
                <a:cubicBezTo>
                  <a:pt x="3505200" y="768823"/>
                  <a:pt x="3512023" y="762000"/>
                  <a:pt x="3520440" y="762000"/>
                </a:cubicBezTo>
                <a:cubicBezTo>
                  <a:pt x="3528857" y="762000"/>
                  <a:pt x="3535680" y="768823"/>
                  <a:pt x="3535680" y="777240"/>
                </a:cubicBezTo>
                <a:close/>
                <a:moveTo>
                  <a:pt x="3535680" y="929640"/>
                </a:moveTo>
                <a:cubicBezTo>
                  <a:pt x="3535680" y="938057"/>
                  <a:pt x="3528857" y="944880"/>
                  <a:pt x="3520440" y="944880"/>
                </a:cubicBezTo>
                <a:cubicBezTo>
                  <a:pt x="3512023" y="944880"/>
                  <a:pt x="3505200" y="938057"/>
                  <a:pt x="3505200" y="929640"/>
                </a:cubicBezTo>
                <a:cubicBezTo>
                  <a:pt x="3505200" y="921223"/>
                  <a:pt x="3512023" y="914400"/>
                  <a:pt x="3520440" y="914400"/>
                </a:cubicBezTo>
                <a:cubicBezTo>
                  <a:pt x="3528857" y="914400"/>
                  <a:pt x="3535680" y="921223"/>
                  <a:pt x="3535680" y="929640"/>
                </a:cubicBezTo>
                <a:close/>
                <a:moveTo>
                  <a:pt x="3535680" y="1082040"/>
                </a:moveTo>
                <a:cubicBezTo>
                  <a:pt x="3535680" y="1090457"/>
                  <a:pt x="3528857" y="1097280"/>
                  <a:pt x="3520440" y="1097280"/>
                </a:cubicBezTo>
                <a:cubicBezTo>
                  <a:pt x="3512023" y="1097280"/>
                  <a:pt x="3505200" y="1090457"/>
                  <a:pt x="3505200" y="1082040"/>
                </a:cubicBezTo>
                <a:cubicBezTo>
                  <a:pt x="3505200" y="1073623"/>
                  <a:pt x="3512023" y="1066800"/>
                  <a:pt x="3520440" y="1066800"/>
                </a:cubicBezTo>
                <a:cubicBezTo>
                  <a:pt x="3528857" y="1066800"/>
                  <a:pt x="3535680" y="1073623"/>
                  <a:pt x="3535680" y="1082040"/>
                </a:cubicBezTo>
                <a:close/>
                <a:moveTo>
                  <a:pt x="3535680" y="1234440"/>
                </a:moveTo>
                <a:cubicBezTo>
                  <a:pt x="3535680" y="1242857"/>
                  <a:pt x="3528857" y="1249680"/>
                  <a:pt x="3520440" y="1249680"/>
                </a:cubicBezTo>
                <a:cubicBezTo>
                  <a:pt x="3512023" y="1249680"/>
                  <a:pt x="3505200" y="1242857"/>
                  <a:pt x="3505200" y="1234440"/>
                </a:cubicBezTo>
                <a:cubicBezTo>
                  <a:pt x="3505200" y="1226023"/>
                  <a:pt x="3512023" y="1219200"/>
                  <a:pt x="3520440" y="1219200"/>
                </a:cubicBezTo>
                <a:cubicBezTo>
                  <a:pt x="3528857" y="1219200"/>
                  <a:pt x="3535680" y="1226023"/>
                  <a:pt x="3535680" y="1234440"/>
                </a:cubicBezTo>
                <a:close/>
                <a:moveTo>
                  <a:pt x="3535680" y="1386840"/>
                </a:moveTo>
                <a:cubicBezTo>
                  <a:pt x="3535680" y="1395257"/>
                  <a:pt x="3528857" y="1402080"/>
                  <a:pt x="3520440" y="1402080"/>
                </a:cubicBezTo>
                <a:cubicBezTo>
                  <a:pt x="3512023" y="1402080"/>
                  <a:pt x="3505200" y="1395257"/>
                  <a:pt x="3505200" y="1386840"/>
                </a:cubicBezTo>
                <a:cubicBezTo>
                  <a:pt x="3505200" y="1378423"/>
                  <a:pt x="3512023" y="1371600"/>
                  <a:pt x="3520440" y="1371600"/>
                </a:cubicBezTo>
                <a:cubicBezTo>
                  <a:pt x="3528857" y="1371600"/>
                  <a:pt x="3535680" y="1378423"/>
                  <a:pt x="3535680" y="1386840"/>
                </a:cubicBezTo>
                <a:close/>
                <a:moveTo>
                  <a:pt x="3535680" y="1539240"/>
                </a:moveTo>
                <a:cubicBezTo>
                  <a:pt x="3535680" y="1547657"/>
                  <a:pt x="3528857" y="1554480"/>
                  <a:pt x="3520440" y="1554480"/>
                </a:cubicBezTo>
                <a:cubicBezTo>
                  <a:pt x="3512023" y="1554480"/>
                  <a:pt x="3505200" y="1547657"/>
                  <a:pt x="3505200" y="1539240"/>
                </a:cubicBezTo>
                <a:cubicBezTo>
                  <a:pt x="3505200" y="1530823"/>
                  <a:pt x="3512023" y="1524000"/>
                  <a:pt x="3520440" y="1524000"/>
                </a:cubicBezTo>
                <a:cubicBezTo>
                  <a:pt x="3528857" y="1524000"/>
                  <a:pt x="3535680" y="1530823"/>
                  <a:pt x="3535680" y="1539240"/>
                </a:cubicBezTo>
                <a:close/>
                <a:moveTo>
                  <a:pt x="3535680" y="1691640"/>
                </a:moveTo>
                <a:cubicBezTo>
                  <a:pt x="3535680" y="1700057"/>
                  <a:pt x="3528857" y="1706880"/>
                  <a:pt x="3520440" y="1706880"/>
                </a:cubicBezTo>
                <a:cubicBezTo>
                  <a:pt x="3512023" y="1706880"/>
                  <a:pt x="3505200" y="1700057"/>
                  <a:pt x="3505200" y="1691640"/>
                </a:cubicBezTo>
                <a:cubicBezTo>
                  <a:pt x="3505200" y="1683223"/>
                  <a:pt x="3512023" y="1676400"/>
                  <a:pt x="3520440" y="1676400"/>
                </a:cubicBezTo>
                <a:cubicBezTo>
                  <a:pt x="3528857" y="1676400"/>
                  <a:pt x="3535680" y="1683223"/>
                  <a:pt x="3535680" y="1691640"/>
                </a:cubicBezTo>
                <a:close/>
                <a:moveTo>
                  <a:pt x="3535680" y="1844040"/>
                </a:moveTo>
                <a:cubicBezTo>
                  <a:pt x="3535680" y="1852457"/>
                  <a:pt x="3528857" y="1859280"/>
                  <a:pt x="3520440" y="1859280"/>
                </a:cubicBezTo>
                <a:cubicBezTo>
                  <a:pt x="3512023" y="1859280"/>
                  <a:pt x="3505200" y="1852457"/>
                  <a:pt x="3505200" y="1844040"/>
                </a:cubicBezTo>
                <a:cubicBezTo>
                  <a:pt x="3505200" y="1835623"/>
                  <a:pt x="3512023" y="1828800"/>
                  <a:pt x="3520440" y="1828800"/>
                </a:cubicBezTo>
                <a:cubicBezTo>
                  <a:pt x="3528857" y="1828800"/>
                  <a:pt x="3535680" y="1835623"/>
                  <a:pt x="3535680" y="1844040"/>
                </a:cubicBezTo>
                <a:close/>
                <a:moveTo>
                  <a:pt x="3535680" y="1996440"/>
                </a:moveTo>
                <a:cubicBezTo>
                  <a:pt x="3535680" y="2004857"/>
                  <a:pt x="3528857" y="2011680"/>
                  <a:pt x="3520440" y="2011680"/>
                </a:cubicBezTo>
                <a:cubicBezTo>
                  <a:pt x="3512023" y="2011680"/>
                  <a:pt x="3505200" y="2004857"/>
                  <a:pt x="3505200" y="1996440"/>
                </a:cubicBezTo>
                <a:cubicBezTo>
                  <a:pt x="3505200" y="1988023"/>
                  <a:pt x="3512023" y="1981200"/>
                  <a:pt x="3520440" y="1981200"/>
                </a:cubicBezTo>
                <a:cubicBezTo>
                  <a:pt x="3528857" y="1981200"/>
                  <a:pt x="3535680" y="1988023"/>
                  <a:pt x="3535680" y="1996440"/>
                </a:cubicBezTo>
                <a:close/>
                <a:moveTo>
                  <a:pt x="3535680" y="2148840"/>
                </a:moveTo>
                <a:cubicBezTo>
                  <a:pt x="3535680" y="2157257"/>
                  <a:pt x="3528857" y="2164080"/>
                  <a:pt x="3520440" y="2164080"/>
                </a:cubicBezTo>
                <a:cubicBezTo>
                  <a:pt x="3512023" y="2164080"/>
                  <a:pt x="3505200" y="2157257"/>
                  <a:pt x="3505200" y="2148840"/>
                </a:cubicBezTo>
                <a:cubicBezTo>
                  <a:pt x="3505200" y="2140423"/>
                  <a:pt x="3512023" y="2133600"/>
                  <a:pt x="3520440" y="2133600"/>
                </a:cubicBezTo>
                <a:cubicBezTo>
                  <a:pt x="3528857" y="2133600"/>
                  <a:pt x="3535680" y="2140423"/>
                  <a:pt x="3535680" y="2148840"/>
                </a:cubicBezTo>
                <a:close/>
                <a:moveTo>
                  <a:pt x="3535680" y="2301240"/>
                </a:moveTo>
                <a:cubicBezTo>
                  <a:pt x="3535680" y="2309657"/>
                  <a:pt x="3528857" y="2316480"/>
                  <a:pt x="3520440" y="2316480"/>
                </a:cubicBezTo>
                <a:cubicBezTo>
                  <a:pt x="3512023" y="2316480"/>
                  <a:pt x="3505200" y="2309657"/>
                  <a:pt x="3505200" y="2301240"/>
                </a:cubicBezTo>
                <a:cubicBezTo>
                  <a:pt x="3505200" y="2292823"/>
                  <a:pt x="3512023" y="2286000"/>
                  <a:pt x="3520440" y="2286000"/>
                </a:cubicBezTo>
                <a:cubicBezTo>
                  <a:pt x="3528857" y="2286000"/>
                  <a:pt x="3535680" y="2292823"/>
                  <a:pt x="3535680" y="2301240"/>
                </a:cubicBezTo>
                <a:close/>
                <a:moveTo>
                  <a:pt x="3535680" y="2453640"/>
                </a:moveTo>
                <a:cubicBezTo>
                  <a:pt x="3535680" y="2462057"/>
                  <a:pt x="3528857" y="2468880"/>
                  <a:pt x="3520440" y="2468880"/>
                </a:cubicBezTo>
                <a:cubicBezTo>
                  <a:pt x="3512023" y="2468880"/>
                  <a:pt x="3505200" y="2462057"/>
                  <a:pt x="3505200" y="2453640"/>
                </a:cubicBezTo>
                <a:cubicBezTo>
                  <a:pt x="3505200" y="2445223"/>
                  <a:pt x="3512023" y="2438400"/>
                  <a:pt x="3520440" y="2438400"/>
                </a:cubicBezTo>
                <a:cubicBezTo>
                  <a:pt x="3528857" y="2438400"/>
                  <a:pt x="3535680" y="2445223"/>
                  <a:pt x="3535680" y="2453640"/>
                </a:cubicBezTo>
                <a:close/>
                <a:moveTo>
                  <a:pt x="3535680" y="2606040"/>
                </a:moveTo>
                <a:cubicBezTo>
                  <a:pt x="3535680" y="2614457"/>
                  <a:pt x="3528857" y="2621280"/>
                  <a:pt x="3520440" y="2621280"/>
                </a:cubicBezTo>
                <a:cubicBezTo>
                  <a:pt x="3512023" y="2621280"/>
                  <a:pt x="3505200" y="2614457"/>
                  <a:pt x="3505200" y="2606040"/>
                </a:cubicBezTo>
                <a:cubicBezTo>
                  <a:pt x="3505200" y="2597623"/>
                  <a:pt x="3512023" y="2590800"/>
                  <a:pt x="3520440" y="2590800"/>
                </a:cubicBezTo>
                <a:cubicBezTo>
                  <a:pt x="3528857" y="2590800"/>
                  <a:pt x="3535680" y="2597623"/>
                  <a:pt x="3535680" y="2606040"/>
                </a:cubicBezTo>
                <a:close/>
                <a:moveTo>
                  <a:pt x="3535680" y="2758440"/>
                </a:moveTo>
                <a:cubicBezTo>
                  <a:pt x="3535680" y="2766857"/>
                  <a:pt x="3528857" y="2773680"/>
                  <a:pt x="3520440" y="2773680"/>
                </a:cubicBezTo>
                <a:cubicBezTo>
                  <a:pt x="3512023" y="2773680"/>
                  <a:pt x="3505200" y="2766857"/>
                  <a:pt x="3505200" y="2758440"/>
                </a:cubicBezTo>
                <a:cubicBezTo>
                  <a:pt x="3505200" y="2750023"/>
                  <a:pt x="3512023" y="2743200"/>
                  <a:pt x="3520440" y="2743200"/>
                </a:cubicBezTo>
                <a:cubicBezTo>
                  <a:pt x="3528857" y="2743200"/>
                  <a:pt x="3535680" y="2750023"/>
                  <a:pt x="3535680" y="2758440"/>
                </a:cubicBezTo>
                <a:close/>
                <a:moveTo>
                  <a:pt x="3535680" y="2910840"/>
                </a:moveTo>
                <a:cubicBezTo>
                  <a:pt x="3535680" y="2919257"/>
                  <a:pt x="3528857" y="2926080"/>
                  <a:pt x="3520440" y="2926080"/>
                </a:cubicBezTo>
                <a:cubicBezTo>
                  <a:pt x="3512023" y="2926080"/>
                  <a:pt x="3505200" y="2919257"/>
                  <a:pt x="3505200" y="2910840"/>
                </a:cubicBezTo>
                <a:cubicBezTo>
                  <a:pt x="3505200" y="2902423"/>
                  <a:pt x="3512023" y="2895600"/>
                  <a:pt x="3520440" y="2895600"/>
                </a:cubicBezTo>
                <a:cubicBezTo>
                  <a:pt x="3528857" y="2895600"/>
                  <a:pt x="3535680" y="2902423"/>
                  <a:pt x="3535680" y="2910840"/>
                </a:cubicBezTo>
                <a:close/>
                <a:moveTo>
                  <a:pt x="3535680" y="3063240"/>
                </a:moveTo>
                <a:cubicBezTo>
                  <a:pt x="3535680" y="3071657"/>
                  <a:pt x="3528857" y="3078480"/>
                  <a:pt x="3520440" y="3078480"/>
                </a:cubicBezTo>
                <a:cubicBezTo>
                  <a:pt x="3512023" y="3078480"/>
                  <a:pt x="3505200" y="3071657"/>
                  <a:pt x="3505200" y="3063240"/>
                </a:cubicBezTo>
                <a:cubicBezTo>
                  <a:pt x="3505200" y="3054823"/>
                  <a:pt x="3512023" y="3048000"/>
                  <a:pt x="3520440" y="3048000"/>
                </a:cubicBezTo>
                <a:cubicBezTo>
                  <a:pt x="3528857" y="3048000"/>
                  <a:pt x="3535680" y="3054823"/>
                  <a:pt x="3535680" y="3063240"/>
                </a:cubicBezTo>
                <a:close/>
                <a:moveTo>
                  <a:pt x="3535680" y="3215640"/>
                </a:moveTo>
                <a:cubicBezTo>
                  <a:pt x="3535680" y="3224057"/>
                  <a:pt x="3528857" y="3230880"/>
                  <a:pt x="3520440" y="3230880"/>
                </a:cubicBezTo>
                <a:cubicBezTo>
                  <a:pt x="3512023" y="3230880"/>
                  <a:pt x="3505200" y="3224057"/>
                  <a:pt x="3505200" y="3215640"/>
                </a:cubicBezTo>
                <a:cubicBezTo>
                  <a:pt x="3505200" y="3207223"/>
                  <a:pt x="3512023" y="3200400"/>
                  <a:pt x="3520440" y="3200400"/>
                </a:cubicBezTo>
                <a:cubicBezTo>
                  <a:pt x="3528857" y="3200400"/>
                  <a:pt x="3535680" y="3207223"/>
                  <a:pt x="3535680" y="3215640"/>
                </a:cubicBezTo>
                <a:close/>
                <a:moveTo>
                  <a:pt x="3535680" y="3368040"/>
                </a:moveTo>
                <a:cubicBezTo>
                  <a:pt x="3535680" y="3376457"/>
                  <a:pt x="3528857" y="3383280"/>
                  <a:pt x="3520440" y="3383280"/>
                </a:cubicBezTo>
                <a:cubicBezTo>
                  <a:pt x="3512023" y="3383280"/>
                  <a:pt x="3505200" y="3376457"/>
                  <a:pt x="3505200" y="3368040"/>
                </a:cubicBezTo>
                <a:cubicBezTo>
                  <a:pt x="3505200" y="3359623"/>
                  <a:pt x="3512023" y="3352800"/>
                  <a:pt x="3520440" y="3352800"/>
                </a:cubicBezTo>
                <a:cubicBezTo>
                  <a:pt x="3528857" y="3352800"/>
                  <a:pt x="3535680" y="3359623"/>
                  <a:pt x="3535680" y="3368040"/>
                </a:cubicBezTo>
                <a:close/>
                <a:moveTo>
                  <a:pt x="3535680" y="3520440"/>
                </a:moveTo>
                <a:cubicBezTo>
                  <a:pt x="3535680" y="3528857"/>
                  <a:pt x="3528857" y="3535680"/>
                  <a:pt x="3520440" y="3535680"/>
                </a:cubicBezTo>
                <a:cubicBezTo>
                  <a:pt x="3512023" y="3535680"/>
                  <a:pt x="3505200" y="3528857"/>
                  <a:pt x="3505200" y="3520440"/>
                </a:cubicBezTo>
                <a:cubicBezTo>
                  <a:pt x="3505200" y="3512023"/>
                  <a:pt x="3512023" y="3505200"/>
                  <a:pt x="3520440" y="3505200"/>
                </a:cubicBezTo>
                <a:cubicBezTo>
                  <a:pt x="3528857" y="3505200"/>
                  <a:pt x="3535680" y="3512023"/>
                  <a:pt x="3535680" y="3520440"/>
                </a:cubicBezTo>
                <a:close/>
                <a:moveTo>
                  <a:pt x="3535680" y="3672840"/>
                </a:moveTo>
                <a:cubicBezTo>
                  <a:pt x="3535680" y="3681257"/>
                  <a:pt x="3528857" y="3688080"/>
                  <a:pt x="3520440" y="3688080"/>
                </a:cubicBezTo>
                <a:cubicBezTo>
                  <a:pt x="3512023" y="3688080"/>
                  <a:pt x="3505200" y="3681257"/>
                  <a:pt x="3505200" y="3672840"/>
                </a:cubicBezTo>
                <a:cubicBezTo>
                  <a:pt x="3505200" y="3664423"/>
                  <a:pt x="3512023" y="3657600"/>
                  <a:pt x="3520440" y="3657600"/>
                </a:cubicBezTo>
                <a:cubicBezTo>
                  <a:pt x="3528857" y="3657600"/>
                  <a:pt x="3535680" y="3664423"/>
                  <a:pt x="3535680" y="3672840"/>
                </a:cubicBezTo>
                <a:close/>
                <a:moveTo>
                  <a:pt x="3535680" y="3825240"/>
                </a:moveTo>
                <a:cubicBezTo>
                  <a:pt x="3535680" y="3833657"/>
                  <a:pt x="3528857" y="3840480"/>
                  <a:pt x="3520440" y="3840480"/>
                </a:cubicBezTo>
                <a:cubicBezTo>
                  <a:pt x="3512023" y="3840480"/>
                  <a:pt x="3505200" y="3833657"/>
                  <a:pt x="3505200" y="3825240"/>
                </a:cubicBezTo>
                <a:cubicBezTo>
                  <a:pt x="3505200" y="3816823"/>
                  <a:pt x="3512023" y="3810000"/>
                  <a:pt x="3520440" y="3810000"/>
                </a:cubicBezTo>
                <a:cubicBezTo>
                  <a:pt x="3528857" y="3810000"/>
                  <a:pt x="3535680" y="3816823"/>
                  <a:pt x="3535680" y="3825240"/>
                </a:cubicBezTo>
                <a:close/>
                <a:moveTo>
                  <a:pt x="3535680" y="3977640"/>
                </a:moveTo>
                <a:cubicBezTo>
                  <a:pt x="3535680" y="3986057"/>
                  <a:pt x="3528857" y="3992880"/>
                  <a:pt x="3520440" y="3992880"/>
                </a:cubicBezTo>
                <a:cubicBezTo>
                  <a:pt x="3512023" y="3992880"/>
                  <a:pt x="3505200" y="3986057"/>
                  <a:pt x="3505200" y="3977640"/>
                </a:cubicBezTo>
                <a:cubicBezTo>
                  <a:pt x="3505200" y="3969223"/>
                  <a:pt x="3512023" y="3962400"/>
                  <a:pt x="3520440" y="3962400"/>
                </a:cubicBezTo>
                <a:cubicBezTo>
                  <a:pt x="3528857" y="3962400"/>
                  <a:pt x="3535680" y="3969223"/>
                  <a:pt x="3535680" y="3977640"/>
                </a:cubicBezTo>
                <a:close/>
                <a:moveTo>
                  <a:pt x="3535680" y="4130040"/>
                </a:moveTo>
                <a:cubicBezTo>
                  <a:pt x="3535680" y="4138457"/>
                  <a:pt x="3528857" y="4145280"/>
                  <a:pt x="3520440" y="4145280"/>
                </a:cubicBezTo>
                <a:cubicBezTo>
                  <a:pt x="3512023" y="4145280"/>
                  <a:pt x="3505200" y="4138457"/>
                  <a:pt x="3505200" y="4130040"/>
                </a:cubicBezTo>
                <a:cubicBezTo>
                  <a:pt x="3505200" y="4121623"/>
                  <a:pt x="3512023" y="4114800"/>
                  <a:pt x="3520440" y="4114800"/>
                </a:cubicBezTo>
                <a:cubicBezTo>
                  <a:pt x="3528857" y="4114800"/>
                  <a:pt x="3535680" y="4121623"/>
                  <a:pt x="3535680" y="4130040"/>
                </a:cubicBezTo>
                <a:close/>
                <a:moveTo>
                  <a:pt x="3535680" y="4282440"/>
                </a:moveTo>
                <a:cubicBezTo>
                  <a:pt x="3535680" y="4290857"/>
                  <a:pt x="3528857" y="4297680"/>
                  <a:pt x="3520440" y="4297680"/>
                </a:cubicBezTo>
                <a:cubicBezTo>
                  <a:pt x="3512023" y="4297680"/>
                  <a:pt x="3505200" y="4290857"/>
                  <a:pt x="3505200" y="4282440"/>
                </a:cubicBezTo>
                <a:cubicBezTo>
                  <a:pt x="3505200" y="4274023"/>
                  <a:pt x="3512023" y="4267200"/>
                  <a:pt x="3520440" y="4267200"/>
                </a:cubicBezTo>
                <a:cubicBezTo>
                  <a:pt x="3528857" y="4267200"/>
                  <a:pt x="3535680" y="4274023"/>
                  <a:pt x="3535680" y="4282440"/>
                </a:cubicBezTo>
                <a:close/>
                <a:moveTo>
                  <a:pt x="3535680" y="4434840"/>
                </a:moveTo>
                <a:cubicBezTo>
                  <a:pt x="3535680" y="4443257"/>
                  <a:pt x="3528857" y="4450080"/>
                  <a:pt x="3520440" y="4450080"/>
                </a:cubicBezTo>
                <a:cubicBezTo>
                  <a:pt x="3512023" y="4450080"/>
                  <a:pt x="3505200" y="4443257"/>
                  <a:pt x="3505200" y="4434840"/>
                </a:cubicBezTo>
                <a:cubicBezTo>
                  <a:pt x="3505200" y="4426423"/>
                  <a:pt x="3512023" y="4419600"/>
                  <a:pt x="3520440" y="4419600"/>
                </a:cubicBezTo>
                <a:cubicBezTo>
                  <a:pt x="3528857" y="4419600"/>
                  <a:pt x="3535680" y="4426423"/>
                  <a:pt x="3535680" y="4434840"/>
                </a:cubicBezTo>
                <a:close/>
                <a:moveTo>
                  <a:pt x="3688080" y="15240"/>
                </a:moveTo>
                <a:cubicBezTo>
                  <a:pt x="3688080" y="23657"/>
                  <a:pt x="3681257" y="30480"/>
                  <a:pt x="3672840" y="30480"/>
                </a:cubicBezTo>
                <a:cubicBezTo>
                  <a:pt x="3664423" y="30480"/>
                  <a:pt x="3657600" y="23657"/>
                  <a:pt x="3657600" y="15240"/>
                </a:cubicBezTo>
                <a:cubicBezTo>
                  <a:pt x="3657600" y="6823"/>
                  <a:pt x="3664423" y="0"/>
                  <a:pt x="3672840" y="0"/>
                </a:cubicBezTo>
                <a:cubicBezTo>
                  <a:pt x="3681257" y="0"/>
                  <a:pt x="3688080" y="6823"/>
                  <a:pt x="3688080" y="15240"/>
                </a:cubicBezTo>
                <a:close/>
                <a:moveTo>
                  <a:pt x="3688080" y="167640"/>
                </a:moveTo>
                <a:cubicBezTo>
                  <a:pt x="3688080" y="176057"/>
                  <a:pt x="3681257" y="182880"/>
                  <a:pt x="3672840" y="182880"/>
                </a:cubicBezTo>
                <a:cubicBezTo>
                  <a:pt x="3664423" y="182880"/>
                  <a:pt x="3657600" y="176057"/>
                  <a:pt x="3657600" y="167640"/>
                </a:cubicBezTo>
                <a:cubicBezTo>
                  <a:pt x="3657600" y="159223"/>
                  <a:pt x="3664423" y="152400"/>
                  <a:pt x="3672840" y="152400"/>
                </a:cubicBezTo>
                <a:cubicBezTo>
                  <a:pt x="3681257" y="152400"/>
                  <a:pt x="3688080" y="159223"/>
                  <a:pt x="3688080" y="167640"/>
                </a:cubicBezTo>
                <a:close/>
                <a:moveTo>
                  <a:pt x="3688080" y="320040"/>
                </a:moveTo>
                <a:cubicBezTo>
                  <a:pt x="3688080" y="328457"/>
                  <a:pt x="3681257" y="335280"/>
                  <a:pt x="3672840" y="335280"/>
                </a:cubicBezTo>
                <a:cubicBezTo>
                  <a:pt x="3664423" y="335280"/>
                  <a:pt x="3657600" y="328457"/>
                  <a:pt x="3657600" y="320040"/>
                </a:cubicBezTo>
                <a:cubicBezTo>
                  <a:pt x="3657600" y="311623"/>
                  <a:pt x="3664423" y="304800"/>
                  <a:pt x="3672840" y="304800"/>
                </a:cubicBezTo>
                <a:cubicBezTo>
                  <a:pt x="3681257" y="304800"/>
                  <a:pt x="3688080" y="311623"/>
                  <a:pt x="3688080" y="320040"/>
                </a:cubicBezTo>
                <a:close/>
                <a:moveTo>
                  <a:pt x="3688080" y="472440"/>
                </a:moveTo>
                <a:cubicBezTo>
                  <a:pt x="3688080" y="480857"/>
                  <a:pt x="3681257" y="487680"/>
                  <a:pt x="3672840" y="487680"/>
                </a:cubicBezTo>
                <a:cubicBezTo>
                  <a:pt x="3664423" y="487680"/>
                  <a:pt x="3657600" y="480857"/>
                  <a:pt x="3657600" y="472440"/>
                </a:cubicBezTo>
                <a:cubicBezTo>
                  <a:pt x="3657600" y="464023"/>
                  <a:pt x="3664423" y="457200"/>
                  <a:pt x="3672840" y="457200"/>
                </a:cubicBezTo>
                <a:cubicBezTo>
                  <a:pt x="3681257" y="457200"/>
                  <a:pt x="3688080" y="464023"/>
                  <a:pt x="3688080" y="472440"/>
                </a:cubicBezTo>
                <a:close/>
                <a:moveTo>
                  <a:pt x="3688080" y="624840"/>
                </a:moveTo>
                <a:cubicBezTo>
                  <a:pt x="3688080" y="633257"/>
                  <a:pt x="3681257" y="640080"/>
                  <a:pt x="3672840" y="640080"/>
                </a:cubicBezTo>
                <a:cubicBezTo>
                  <a:pt x="3664423" y="640080"/>
                  <a:pt x="3657600" y="633257"/>
                  <a:pt x="3657600" y="624840"/>
                </a:cubicBezTo>
                <a:cubicBezTo>
                  <a:pt x="3657600" y="616423"/>
                  <a:pt x="3664423" y="609600"/>
                  <a:pt x="3672840" y="609600"/>
                </a:cubicBezTo>
                <a:cubicBezTo>
                  <a:pt x="3681257" y="609600"/>
                  <a:pt x="3688080" y="616423"/>
                  <a:pt x="3688080" y="624840"/>
                </a:cubicBezTo>
                <a:close/>
                <a:moveTo>
                  <a:pt x="3688080" y="777240"/>
                </a:moveTo>
                <a:cubicBezTo>
                  <a:pt x="3688080" y="785657"/>
                  <a:pt x="3681257" y="792480"/>
                  <a:pt x="3672840" y="792480"/>
                </a:cubicBezTo>
                <a:cubicBezTo>
                  <a:pt x="3664423" y="792480"/>
                  <a:pt x="3657600" y="785657"/>
                  <a:pt x="3657600" y="777240"/>
                </a:cubicBezTo>
                <a:cubicBezTo>
                  <a:pt x="3657600" y="768823"/>
                  <a:pt x="3664423" y="762000"/>
                  <a:pt x="3672840" y="762000"/>
                </a:cubicBezTo>
                <a:cubicBezTo>
                  <a:pt x="3681257" y="762000"/>
                  <a:pt x="3688080" y="768823"/>
                  <a:pt x="3688080" y="777240"/>
                </a:cubicBezTo>
                <a:close/>
                <a:moveTo>
                  <a:pt x="3688080" y="929640"/>
                </a:moveTo>
                <a:cubicBezTo>
                  <a:pt x="3688080" y="938057"/>
                  <a:pt x="3681257" y="944880"/>
                  <a:pt x="3672840" y="944880"/>
                </a:cubicBezTo>
                <a:cubicBezTo>
                  <a:pt x="3664423" y="944880"/>
                  <a:pt x="3657600" y="938057"/>
                  <a:pt x="3657600" y="929640"/>
                </a:cubicBezTo>
                <a:cubicBezTo>
                  <a:pt x="3657600" y="921223"/>
                  <a:pt x="3664423" y="914400"/>
                  <a:pt x="3672840" y="914400"/>
                </a:cubicBezTo>
                <a:cubicBezTo>
                  <a:pt x="3681257" y="914400"/>
                  <a:pt x="3688080" y="921223"/>
                  <a:pt x="3688080" y="929640"/>
                </a:cubicBezTo>
                <a:close/>
                <a:moveTo>
                  <a:pt x="3688080" y="1082040"/>
                </a:moveTo>
                <a:cubicBezTo>
                  <a:pt x="3688080" y="1090457"/>
                  <a:pt x="3681257" y="1097280"/>
                  <a:pt x="3672840" y="1097280"/>
                </a:cubicBezTo>
                <a:cubicBezTo>
                  <a:pt x="3664423" y="1097280"/>
                  <a:pt x="3657600" y="1090457"/>
                  <a:pt x="3657600" y="1082040"/>
                </a:cubicBezTo>
                <a:cubicBezTo>
                  <a:pt x="3657600" y="1073623"/>
                  <a:pt x="3664423" y="1066800"/>
                  <a:pt x="3672840" y="1066800"/>
                </a:cubicBezTo>
                <a:cubicBezTo>
                  <a:pt x="3681257" y="1066800"/>
                  <a:pt x="3688080" y="1073623"/>
                  <a:pt x="3688080" y="1082040"/>
                </a:cubicBezTo>
                <a:close/>
                <a:moveTo>
                  <a:pt x="3688080" y="1234440"/>
                </a:moveTo>
                <a:cubicBezTo>
                  <a:pt x="3688080" y="1242857"/>
                  <a:pt x="3681257" y="1249680"/>
                  <a:pt x="3672840" y="1249680"/>
                </a:cubicBezTo>
                <a:cubicBezTo>
                  <a:pt x="3664423" y="1249680"/>
                  <a:pt x="3657600" y="1242857"/>
                  <a:pt x="3657600" y="1234440"/>
                </a:cubicBezTo>
                <a:cubicBezTo>
                  <a:pt x="3657600" y="1226023"/>
                  <a:pt x="3664423" y="1219200"/>
                  <a:pt x="3672840" y="1219200"/>
                </a:cubicBezTo>
                <a:cubicBezTo>
                  <a:pt x="3681257" y="1219200"/>
                  <a:pt x="3688080" y="1226023"/>
                  <a:pt x="3688080" y="1234440"/>
                </a:cubicBezTo>
                <a:close/>
                <a:moveTo>
                  <a:pt x="3688080" y="1386840"/>
                </a:moveTo>
                <a:cubicBezTo>
                  <a:pt x="3688080" y="1395257"/>
                  <a:pt x="3681257" y="1402080"/>
                  <a:pt x="3672840" y="1402080"/>
                </a:cubicBezTo>
                <a:cubicBezTo>
                  <a:pt x="3664423" y="1402080"/>
                  <a:pt x="3657600" y="1395257"/>
                  <a:pt x="3657600" y="1386840"/>
                </a:cubicBezTo>
                <a:cubicBezTo>
                  <a:pt x="3657600" y="1378423"/>
                  <a:pt x="3664423" y="1371600"/>
                  <a:pt x="3672840" y="1371600"/>
                </a:cubicBezTo>
                <a:cubicBezTo>
                  <a:pt x="3681257" y="1371600"/>
                  <a:pt x="3688080" y="1378423"/>
                  <a:pt x="3688080" y="1386840"/>
                </a:cubicBezTo>
                <a:close/>
                <a:moveTo>
                  <a:pt x="3688080" y="1539240"/>
                </a:moveTo>
                <a:cubicBezTo>
                  <a:pt x="3688080" y="1547657"/>
                  <a:pt x="3681257" y="1554480"/>
                  <a:pt x="3672840" y="1554480"/>
                </a:cubicBezTo>
                <a:cubicBezTo>
                  <a:pt x="3664423" y="1554480"/>
                  <a:pt x="3657600" y="1547657"/>
                  <a:pt x="3657600" y="1539240"/>
                </a:cubicBezTo>
                <a:cubicBezTo>
                  <a:pt x="3657600" y="1530823"/>
                  <a:pt x="3664423" y="1524000"/>
                  <a:pt x="3672840" y="1524000"/>
                </a:cubicBezTo>
                <a:cubicBezTo>
                  <a:pt x="3681257" y="1524000"/>
                  <a:pt x="3688080" y="1530823"/>
                  <a:pt x="3688080" y="1539240"/>
                </a:cubicBezTo>
                <a:close/>
                <a:moveTo>
                  <a:pt x="3688080" y="1691640"/>
                </a:moveTo>
                <a:cubicBezTo>
                  <a:pt x="3688080" y="1700057"/>
                  <a:pt x="3681257" y="1706880"/>
                  <a:pt x="3672840" y="1706880"/>
                </a:cubicBezTo>
                <a:cubicBezTo>
                  <a:pt x="3664423" y="1706880"/>
                  <a:pt x="3657600" y="1700057"/>
                  <a:pt x="3657600" y="1691640"/>
                </a:cubicBezTo>
                <a:cubicBezTo>
                  <a:pt x="3657600" y="1683223"/>
                  <a:pt x="3664423" y="1676400"/>
                  <a:pt x="3672840" y="1676400"/>
                </a:cubicBezTo>
                <a:cubicBezTo>
                  <a:pt x="3681257" y="1676400"/>
                  <a:pt x="3688080" y="1683223"/>
                  <a:pt x="3688080" y="1691640"/>
                </a:cubicBezTo>
                <a:close/>
                <a:moveTo>
                  <a:pt x="3688080" y="1844040"/>
                </a:moveTo>
                <a:cubicBezTo>
                  <a:pt x="3688080" y="1852457"/>
                  <a:pt x="3681257" y="1859280"/>
                  <a:pt x="3672840" y="1859280"/>
                </a:cubicBezTo>
                <a:cubicBezTo>
                  <a:pt x="3664423" y="1859280"/>
                  <a:pt x="3657600" y="1852457"/>
                  <a:pt x="3657600" y="1844040"/>
                </a:cubicBezTo>
                <a:cubicBezTo>
                  <a:pt x="3657600" y="1835623"/>
                  <a:pt x="3664423" y="1828800"/>
                  <a:pt x="3672840" y="1828800"/>
                </a:cubicBezTo>
                <a:cubicBezTo>
                  <a:pt x="3681257" y="1828800"/>
                  <a:pt x="3688080" y="1835623"/>
                  <a:pt x="3688080" y="1844040"/>
                </a:cubicBezTo>
                <a:close/>
                <a:moveTo>
                  <a:pt x="3688080" y="1996440"/>
                </a:moveTo>
                <a:cubicBezTo>
                  <a:pt x="3688080" y="2004857"/>
                  <a:pt x="3681257" y="2011680"/>
                  <a:pt x="3672840" y="2011680"/>
                </a:cubicBezTo>
                <a:cubicBezTo>
                  <a:pt x="3664423" y="2011680"/>
                  <a:pt x="3657600" y="2004857"/>
                  <a:pt x="3657600" y="1996440"/>
                </a:cubicBezTo>
                <a:cubicBezTo>
                  <a:pt x="3657600" y="1988023"/>
                  <a:pt x="3664423" y="1981200"/>
                  <a:pt x="3672840" y="1981200"/>
                </a:cubicBezTo>
                <a:cubicBezTo>
                  <a:pt x="3681257" y="1981200"/>
                  <a:pt x="3688080" y="1988023"/>
                  <a:pt x="3688080" y="1996440"/>
                </a:cubicBezTo>
                <a:close/>
                <a:moveTo>
                  <a:pt x="3688080" y="2148840"/>
                </a:moveTo>
                <a:cubicBezTo>
                  <a:pt x="3688080" y="2157257"/>
                  <a:pt x="3681257" y="2164080"/>
                  <a:pt x="3672840" y="2164080"/>
                </a:cubicBezTo>
                <a:cubicBezTo>
                  <a:pt x="3664423" y="2164080"/>
                  <a:pt x="3657600" y="2157257"/>
                  <a:pt x="3657600" y="2148840"/>
                </a:cubicBezTo>
                <a:cubicBezTo>
                  <a:pt x="3657600" y="2140423"/>
                  <a:pt x="3664423" y="2133600"/>
                  <a:pt x="3672840" y="2133600"/>
                </a:cubicBezTo>
                <a:cubicBezTo>
                  <a:pt x="3681257" y="2133600"/>
                  <a:pt x="3688080" y="2140423"/>
                  <a:pt x="3688080" y="2148840"/>
                </a:cubicBezTo>
                <a:close/>
                <a:moveTo>
                  <a:pt x="3688080" y="2301240"/>
                </a:moveTo>
                <a:cubicBezTo>
                  <a:pt x="3688080" y="2309657"/>
                  <a:pt x="3681257" y="2316480"/>
                  <a:pt x="3672840" y="2316480"/>
                </a:cubicBezTo>
                <a:cubicBezTo>
                  <a:pt x="3664423" y="2316480"/>
                  <a:pt x="3657600" y="2309657"/>
                  <a:pt x="3657600" y="2301240"/>
                </a:cubicBezTo>
                <a:cubicBezTo>
                  <a:pt x="3657600" y="2292823"/>
                  <a:pt x="3664423" y="2286000"/>
                  <a:pt x="3672840" y="2286000"/>
                </a:cubicBezTo>
                <a:cubicBezTo>
                  <a:pt x="3681257" y="2286000"/>
                  <a:pt x="3688080" y="2292823"/>
                  <a:pt x="3688080" y="2301240"/>
                </a:cubicBezTo>
                <a:close/>
                <a:moveTo>
                  <a:pt x="3688080" y="2453640"/>
                </a:moveTo>
                <a:cubicBezTo>
                  <a:pt x="3688080" y="2462057"/>
                  <a:pt x="3681257" y="2468880"/>
                  <a:pt x="3672840" y="2468880"/>
                </a:cubicBezTo>
                <a:cubicBezTo>
                  <a:pt x="3664423" y="2468880"/>
                  <a:pt x="3657600" y="2462057"/>
                  <a:pt x="3657600" y="2453640"/>
                </a:cubicBezTo>
                <a:cubicBezTo>
                  <a:pt x="3657600" y="2445223"/>
                  <a:pt x="3664423" y="2438400"/>
                  <a:pt x="3672840" y="2438400"/>
                </a:cubicBezTo>
                <a:cubicBezTo>
                  <a:pt x="3681257" y="2438400"/>
                  <a:pt x="3688080" y="2445223"/>
                  <a:pt x="3688080" y="2453640"/>
                </a:cubicBezTo>
                <a:close/>
                <a:moveTo>
                  <a:pt x="3688080" y="2606040"/>
                </a:moveTo>
                <a:cubicBezTo>
                  <a:pt x="3688080" y="2614457"/>
                  <a:pt x="3681257" y="2621280"/>
                  <a:pt x="3672840" y="2621280"/>
                </a:cubicBezTo>
                <a:cubicBezTo>
                  <a:pt x="3664423" y="2621280"/>
                  <a:pt x="3657600" y="2614457"/>
                  <a:pt x="3657600" y="2606040"/>
                </a:cubicBezTo>
                <a:cubicBezTo>
                  <a:pt x="3657600" y="2597623"/>
                  <a:pt x="3664423" y="2590800"/>
                  <a:pt x="3672840" y="2590800"/>
                </a:cubicBezTo>
                <a:cubicBezTo>
                  <a:pt x="3681257" y="2590800"/>
                  <a:pt x="3688080" y="2597623"/>
                  <a:pt x="3688080" y="2606040"/>
                </a:cubicBezTo>
                <a:close/>
                <a:moveTo>
                  <a:pt x="3688080" y="2758440"/>
                </a:moveTo>
                <a:cubicBezTo>
                  <a:pt x="3688080" y="2766857"/>
                  <a:pt x="3681257" y="2773680"/>
                  <a:pt x="3672840" y="2773680"/>
                </a:cubicBezTo>
                <a:cubicBezTo>
                  <a:pt x="3664423" y="2773680"/>
                  <a:pt x="3657600" y="2766857"/>
                  <a:pt x="3657600" y="2758440"/>
                </a:cubicBezTo>
                <a:cubicBezTo>
                  <a:pt x="3657600" y="2750023"/>
                  <a:pt x="3664423" y="2743200"/>
                  <a:pt x="3672840" y="2743200"/>
                </a:cubicBezTo>
                <a:cubicBezTo>
                  <a:pt x="3681257" y="2743200"/>
                  <a:pt x="3688080" y="2750023"/>
                  <a:pt x="3688080" y="2758440"/>
                </a:cubicBezTo>
                <a:close/>
                <a:moveTo>
                  <a:pt x="3688080" y="2910840"/>
                </a:moveTo>
                <a:cubicBezTo>
                  <a:pt x="3688080" y="2919257"/>
                  <a:pt x="3681257" y="2926080"/>
                  <a:pt x="3672840" y="2926080"/>
                </a:cubicBezTo>
                <a:cubicBezTo>
                  <a:pt x="3664423" y="2926080"/>
                  <a:pt x="3657600" y="2919257"/>
                  <a:pt x="3657600" y="2910840"/>
                </a:cubicBezTo>
                <a:cubicBezTo>
                  <a:pt x="3657600" y="2902423"/>
                  <a:pt x="3664423" y="2895600"/>
                  <a:pt x="3672840" y="2895600"/>
                </a:cubicBezTo>
                <a:cubicBezTo>
                  <a:pt x="3681257" y="2895600"/>
                  <a:pt x="3688080" y="2902423"/>
                  <a:pt x="3688080" y="2910840"/>
                </a:cubicBezTo>
                <a:close/>
                <a:moveTo>
                  <a:pt x="3688080" y="3063240"/>
                </a:moveTo>
                <a:cubicBezTo>
                  <a:pt x="3688080" y="3071657"/>
                  <a:pt x="3681257" y="3078480"/>
                  <a:pt x="3672840" y="3078480"/>
                </a:cubicBezTo>
                <a:cubicBezTo>
                  <a:pt x="3664423" y="3078480"/>
                  <a:pt x="3657600" y="3071657"/>
                  <a:pt x="3657600" y="3063240"/>
                </a:cubicBezTo>
                <a:cubicBezTo>
                  <a:pt x="3657600" y="3054823"/>
                  <a:pt x="3664423" y="3048000"/>
                  <a:pt x="3672840" y="3048000"/>
                </a:cubicBezTo>
                <a:cubicBezTo>
                  <a:pt x="3681257" y="3048000"/>
                  <a:pt x="3688080" y="3054823"/>
                  <a:pt x="3688080" y="3063240"/>
                </a:cubicBezTo>
                <a:close/>
                <a:moveTo>
                  <a:pt x="3688080" y="3215640"/>
                </a:moveTo>
                <a:cubicBezTo>
                  <a:pt x="3688080" y="3224057"/>
                  <a:pt x="3681257" y="3230880"/>
                  <a:pt x="3672840" y="3230880"/>
                </a:cubicBezTo>
                <a:cubicBezTo>
                  <a:pt x="3664423" y="3230880"/>
                  <a:pt x="3657600" y="3224057"/>
                  <a:pt x="3657600" y="3215640"/>
                </a:cubicBezTo>
                <a:cubicBezTo>
                  <a:pt x="3657600" y="3207223"/>
                  <a:pt x="3664423" y="3200400"/>
                  <a:pt x="3672840" y="3200400"/>
                </a:cubicBezTo>
                <a:cubicBezTo>
                  <a:pt x="3681257" y="3200400"/>
                  <a:pt x="3688080" y="3207223"/>
                  <a:pt x="3688080" y="3215640"/>
                </a:cubicBezTo>
                <a:close/>
                <a:moveTo>
                  <a:pt x="3688080" y="3368040"/>
                </a:moveTo>
                <a:cubicBezTo>
                  <a:pt x="3688080" y="3376457"/>
                  <a:pt x="3681257" y="3383280"/>
                  <a:pt x="3672840" y="3383280"/>
                </a:cubicBezTo>
                <a:cubicBezTo>
                  <a:pt x="3664423" y="3383280"/>
                  <a:pt x="3657600" y="3376457"/>
                  <a:pt x="3657600" y="3368040"/>
                </a:cubicBezTo>
                <a:cubicBezTo>
                  <a:pt x="3657600" y="3359623"/>
                  <a:pt x="3664423" y="3352800"/>
                  <a:pt x="3672840" y="3352800"/>
                </a:cubicBezTo>
                <a:cubicBezTo>
                  <a:pt x="3681257" y="3352800"/>
                  <a:pt x="3688080" y="3359623"/>
                  <a:pt x="3688080" y="3368040"/>
                </a:cubicBezTo>
                <a:close/>
                <a:moveTo>
                  <a:pt x="3688080" y="3520440"/>
                </a:moveTo>
                <a:cubicBezTo>
                  <a:pt x="3688080" y="3528857"/>
                  <a:pt x="3681257" y="3535680"/>
                  <a:pt x="3672840" y="3535680"/>
                </a:cubicBezTo>
                <a:cubicBezTo>
                  <a:pt x="3664423" y="3535680"/>
                  <a:pt x="3657600" y="3528857"/>
                  <a:pt x="3657600" y="3520440"/>
                </a:cubicBezTo>
                <a:cubicBezTo>
                  <a:pt x="3657600" y="3512023"/>
                  <a:pt x="3664423" y="3505200"/>
                  <a:pt x="3672840" y="3505200"/>
                </a:cubicBezTo>
                <a:cubicBezTo>
                  <a:pt x="3681257" y="3505200"/>
                  <a:pt x="3688080" y="3512023"/>
                  <a:pt x="3688080" y="3520440"/>
                </a:cubicBezTo>
                <a:close/>
                <a:moveTo>
                  <a:pt x="3688080" y="3672840"/>
                </a:moveTo>
                <a:cubicBezTo>
                  <a:pt x="3688080" y="3681257"/>
                  <a:pt x="3681257" y="3688080"/>
                  <a:pt x="3672840" y="3688080"/>
                </a:cubicBezTo>
                <a:cubicBezTo>
                  <a:pt x="3664423" y="3688080"/>
                  <a:pt x="3657600" y="3681257"/>
                  <a:pt x="3657600" y="3672840"/>
                </a:cubicBezTo>
                <a:cubicBezTo>
                  <a:pt x="3657600" y="3664423"/>
                  <a:pt x="3664423" y="3657600"/>
                  <a:pt x="3672840" y="3657600"/>
                </a:cubicBezTo>
                <a:cubicBezTo>
                  <a:pt x="3681257" y="3657600"/>
                  <a:pt x="3688080" y="3664423"/>
                  <a:pt x="3688080" y="3672840"/>
                </a:cubicBezTo>
                <a:close/>
                <a:moveTo>
                  <a:pt x="3688080" y="3825240"/>
                </a:moveTo>
                <a:cubicBezTo>
                  <a:pt x="3688080" y="3833657"/>
                  <a:pt x="3681257" y="3840480"/>
                  <a:pt x="3672840" y="3840480"/>
                </a:cubicBezTo>
                <a:cubicBezTo>
                  <a:pt x="3664423" y="3840480"/>
                  <a:pt x="3657600" y="3833657"/>
                  <a:pt x="3657600" y="3825240"/>
                </a:cubicBezTo>
                <a:cubicBezTo>
                  <a:pt x="3657600" y="3816823"/>
                  <a:pt x="3664423" y="3810000"/>
                  <a:pt x="3672840" y="3810000"/>
                </a:cubicBezTo>
                <a:cubicBezTo>
                  <a:pt x="3681257" y="3810000"/>
                  <a:pt x="3688080" y="3816823"/>
                  <a:pt x="3688080" y="3825240"/>
                </a:cubicBezTo>
                <a:close/>
                <a:moveTo>
                  <a:pt x="3688080" y="3977640"/>
                </a:moveTo>
                <a:cubicBezTo>
                  <a:pt x="3688080" y="3986057"/>
                  <a:pt x="3681257" y="3992880"/>
                  <a:pt x="3672840" y="3992880"/>
                </a:cubicBezTo>
                <a:cubicBezTo>
                  <a:pt x="3664423" y="3992880"/>
                  <a:pt x="3657600" y="3986057"/>
                  <a:pt x="3657600" y="3977640"/>
                </a:cubicBezTo>
                <a:cubicBezTo>
                  <a:pt x="3657600" y="3969223"/>
                  <a:pt x="3664423" y="3962400"/>
                  <a:pt x="3672840" y="3962400"/>
                </a:cubicBezTo>
                <a:cubicBezTo>
                  <a:pt x="3681257" y="3962400"/>
                  <a:pt x="3688080" y="3969223"/>
                  <a:pt x="3688080" y="3977640"/>
                </a:cubicBezTo>
                <a:close/>
                <a:moveTo>
                  <a:pt x="3688080" y="4130040"/>
                </a:moveTo>
                <a:cubicBezTo>
                  <a:pt x="3688080" y="4138457"/>
                  <a:pt x="3681257" y="4145280"/>
                  <a:pt x="3672840" y="4145280"/>
                </a:cubicBezTo>
                <a:cubicBezTo>
                  <a:pt x="3664423" y="4145280"/>
                  <a:pt x="3657600" y="4138457"/>
                  <a:pt x="3657600" y="4130040"/>
                </a:cubicBezTo>
                <a:cubicBezTo>
                  <a:pt x="3657600" y="4121623"/>
                  <a:pt x="3664423" y="4114800"/>
                  <a:pt x="3672840" y="4114800"/>
                </a:cubicBezTo>
                <a:cubicBezTo>
                  <a:pt x="3681257" y="4114800"/>
                  <a:pt x="3688080" y="4121623"/>
                  <a:pt x="3688080" y="4130040"/>
                </a:cubicBezTo>
                <a:close/>
                <a:moveTo>
                  <a:pt x="3688080" y="4282440"/>
                </a:moveTo>
                <a:cubicBezTo>
                  <a:pt x="3688080" y="4290857"/>
                  <a:pt x="3681257" y="4297680"/>
                  <a:pt x="3672840" y="4297680"/>
                </a:cubicBezTo>
                <a:cubicBezTo>
                  <a:pt x="3664423" y="4297680"/>
                  <a:pt x="3657600" y="4290857"/>
                  <a:pt x="3657600" y="4282440"/>
                </a:cubicBezTo>
                <a:cubicBezTo>
                  <a:pt x="3657600" y="4274023"/>
                  <a:pt x="3664423" y="4267200"/>
                  <a:pt x="3672840" y="4267200"/>
                </a:cubicBezTo>
                <a:cubicBezTo>
                  <a:pt x="3681257" y="4267200"/>
                  <a:pt x="3688080" y="4274023"/>
                  <a:pt x="3688080" y="4282440"/>
                </a:cubicBezTo>
                <a:close/>
                <a:moveTo>
                  <a:pt x="3688080" y="4434840"/>
                </a:moveTo>
                <a:cubicBezTo>
                  <a:pt x="3688080" y="4443257"/>
                  <a:pt x="3681257" y="4450080"/>
                  <a:pt x="3672840" y="4450080"/>
                </a:cubicBezTo>
                <a:cubicBezTo>
                  <a:pt x="3664423" y="4450080"/>
                  <a:pt x="3657600" y="4443257"/>
                  <a:pt x="3657600" y="4434840"/>
                </a:cubicBezTo>
                <a:cubicBezTo>
                  <a:pt x="3657600" y="4426423"/>
                  <a:pt x="3664423" y="4419600"/>
                  <a:pt x="3672840" y="4419600"/>
                </a:cubicBezTo>
                <a:cubicBezTo>
                  <a:pt x="3681257" y="4419600"/>
                  <a:pt x="3688080" y="4426423"/>
                  <a:pt x="3688080" y="4434840"/>
                </a:cubicBezTo>
                <a:close/>
                <a:moveTo>
                  <a:pt x="3840480" y="15240"/>
                </a:moveTo>
                <a:cubicBezTo>
                  <a:pt x="3840480" y="23657"/>
                  <a:pt x="3833657" y="30480"/>
                  <a:pt x="3825240" y="30480"/>
                </a:cubicBezTo>
                <a:cubicBezTo>
                  <a:pt x="3816823" y="30480"/>
                  <a:pt x="3810000" y="23657"/>
                  <a:pt x="3810000" y="15240"/>
                </a:cubicBezTo>
                <a:cubicBezTo>
                  <a:pt x="3810000" y="6823"/>
                  <a:pt x="3816823" y="0"/>
                  <a:pt x="3825240" y="0"/>
                </a:cubicBezTo>
                <a:cubicBezTo>
                  <a:pt x="3833657" y="0"/>
                  <a:pt x="3840480" y="6823"/>
                  <a:pt x="3840480" y="15240"/>
                </a:cubicBezTo>
                <a:close/>
                <a:moveTo>
                  <a:pt x="3840480" y="167640"/>
                </a:moveTo>
                <a:cubicBezTo>
                  <a:pt x="3840480" y="176057"/>
                  <a:pt x="3833657" y="182880"/>
                  <a:pt x="3825240" y="182880"/>
                </a:cubicBezTo>
                <a:cubicBezTo>
                  <a:pt x="3816823" y="182880"/>
                  <a:pt x="3810000" y="176057"/>
                  <a:pt x="3810000" y="167640"/>
                </a:cubicBezTo>
                <a:cubicBezTo>
                  <a:pt x="3810000" y="159223"/>
                  <a:pt x="3816823" y="152400"/>
                  <a:pt x="3825240" y="152400"/>
                </a:cubicBezTo>
                <a:cubicBezTo>
                  <a:pt x="3833657" y="152400"/>
                  <a:pt x="3840480" y="159223"/>
                  <a:pt x="3840480" y="167640"/>
                </a:cubicBezTo>
                <a:close/>
                <a:moveTo>
                  <a:pt x="3840480" y="320040"/>
                </a:moveTo>
                <a:cubicBezTo>
                  <a:pt x="3840480" y="328457"/>
                  <a:pt x="3833657" y="335280"/>
                  <a:pt x="3825240" y="335280"/>
                </a:cubicBezTo>
                <a:cubicBezTo>
                  <a:pt x="3816823" y="335280"/>
                  <a:pt x="3810000" y="328457"/>
                  <a:pt x="3810000" y="320040"/>
                </a:cubicBezTo>
                <a:cubicBezTo>
                  <a:pt x="3810000" y="311623"/>
                  <a:pt x="3816823" y="304800"/>
                  <a:pt x="3825240" y="304800"/>
                </a:cubicBezTo>
                <a:cubicBezTo>
                  <a:pt x="3833657" y="304800"/>
                  <a:pt x="3840480" y="311623"/>
                  <a:pt x="3840480" y="320040"/>
                </a:cubicBezTo>
                <a:close/>
                <a:moveTo>
                  <a:pt x="3840480" y="472440"/>
                </a:moveTo>
                <a:cubicBezTo>
                  <a:pt x="3840480" y="480857"/>
                  <a:pt x="3833657" y="487680"/>
                  <a:pt x="3825240" y="487680"/>
                </a:cubicBezTo>
                <a:cubicBezTo>
                  <a:pt x="3816823" y="487680"/>
                  <a:pt x="3810000" y="480857"/>
                  <a:pt x="3810000" y="472440"/>
                </a:cubicBezTo>
                <a:cubicBezTo>
                  <a:pt x="3810000" y="464023"/>
                  <a:pt x="3816823" y="457200"/>
                  <a:pt x="3825240" y="457200"/>
                </a:cubicBezTo>
                <a:cubicBezTo>
                  <a:pt x="3833657" y="457200"/>
                  <a:pt x="3840480" y="464023"/>
                  <a:pt x="3840480" y="472440"/>
                </a:cubicBezTo>
                <a:close/>
                <a:moveTo>
                  <a:pt x="3840480" y="624840"/>
                </a:moveTo>
                <a:cubicBezTo>
                  <a:pt x="3840480" y="633257"/>
                  <a:pt x="3833657" y="640080"/>
                  <a:pt x="3825240" y="640080"/>
                </a:cubicBezTo>
                <a:cubicBezTo>
                  <a:pt x="3816823" y="640080"/>
                  <a:pt x="3810000" y="633257"/>
                  <a:pt x="3810000" y="624840"/>
                </a:cubicBezTo>
                <a:cubicBezTo>
                  <a:pt x="3810000" y="616423"/>
                  <a:pt x="3816823" y="609600"/>
                  <a:pt x="3825240" y="609600"/>
                </a:cubicBezTo>
                <a:cubicBezTo>
                  <a:pt x="3833657" y="609600"/>
                  <a:pt x="3840480" y="616423"/>
                  <a:pt x="3840480" y="624840"/>
                </a:cubicBezTo>
                <a:close/>
                <a:moveTo>
                  <a:pt x="3840480" y="777240"/>
                </a:moveTo>
                <a:cubicBezTo>
                  <a:pt x="3840480" y="785657"/>
                  <a:pt x="3833657" y="792480"/>
                  <a:pt x="3825240" y="792480"/>
                </a:cubicBezTo>
                <a:cubicBezTo>
                  <a:pt x="3816823" y="792480"/>
                  <a:pt x="3810000" y="785657"/>
                  <a:pt x="3810000" y="777240"/>
                </a:cubicBezTo>
                <a:cubicBezTo>
                  <a:pt x="3810000" y="768823"/>
                  <a:pt x="3816823" y="762000"/>
                  <a:pt x="3825240" y="762000"/>
                </a:cubicBezTo>
                <a:cubicBezTo>
                  <a:pt x="3833657" y="762000"/>
                  <a:pt x="3840480" y="768823"/>
                  <a:pt x="3840480" y="777240"/>
                </a:cubicBezTo>
                <a:close/>
                <a:moveTo>
                  <a:pt x="3840480" y="929640"/>
                </a:moveTo>
                <a:cubicBezTo>
                  <a:pt x="3840480" y="938057"/>
                  <a:pt x="3833657" y="944880"/>
                  <a:pt x="3825240" y="944880"/>
                </a:cubicBezTo>
                <a:cubicBezTo>
                  <a:pt x="3816823" y="944880"/>
                  <a:pt x="3810000" y="938057"/>
                  <a:pt x="3810000" y="929640"/>
                </a:cubicBezTo>
                <a:cubicBezTo>
                  <a:pt x="3810000" y="921223"/>
                  <a:pt x="3816823" y="914400"/>
                  <a:pt x="3825240" y="914400"/>
                </a:cubicBezTo>
                <a:cubicBezTo>
                  <a:pt x="3833657" y="914400"/>
                  <a:pt x="3840480" y="921223"/>
                  <a:pt x="3840480" y="929640"/>
                </a:cubicBezTo>
                <a:close/>
                <a:moveTo>
                  <a:pt x="3840480" y="1082040"/>
                </a:moveTo>
                <a:cubicBezTo>
                  <a:pt x="3840480" y="1090457"/>
                  <a:pt x="3833657" y="1097280"/>
                  <a:pt x="3825240" y="1097280"/>
                </a:cubicBezTo>
                <a:cubicBezTo>
                  <a:pt x="3816823" y="1097280"/>
                  <a:pt x="3810000" y="1090457"/>
                  <a:pt x="3810000" y="1082040"/>
                </a:cubicBezTo>
                <a:cubicBezTo>
                  <a:pt x="3810000" y="1073623"/>
                  <a:pt x="3816823" y="1066800"/>
                  <a:pt x="3825240" y="1066800"/>
                </a:cubicBezTo>
                <a:cubicBezTo>
                  <a:pt x="3833657" y="1066800"/>
                  <a:pt x="3840480" y="1073623"/>
                  <a:pt x="3840480" y="1082040"/>
                </a:cubicBezTo>
                <a:close/>
                <a:moveTo>
                  <a:pt x="3840480" y="1234440"/>
                </a:moveTo>
                <a:cubicBezTo>
                  <a:pt x="3840480" y="1242857"/>
                  <a:pt x="3833657" y="1249680"/>
                  <a:pt x="3825240" y="1249680"/>
                </a:cubicBezTo>
                <a:cubicBezTo>
                  <a:pt x="3816823" y="1249680"/>
                  <a:pt x="3810000" y="1242857"/>
                  <a:pt x="3810000" y="1234440"/>
                </a:cubicBezTo>
                <a:cubicBezTo>
                  <a:pt x="3810000" y="1226023"/>
                  <a:pt x="3816823" y="1219200"/>
                  <a:pt x="3825240" y="1219200"/>
                </a:cubicBezTo>
                <a:cubicBezTo>
                  <a:pt x="3833657" y="1219200"/>
                  <a:pt x="3840480" y="1226023"/>
                  <a:pt x="3840480" y="1234440"/>
                </a:cubicBezTo>
                <a:close/>
                <a:moveTo>
                  <a:pt x="3840480" y="1386840"/>
                </a:moveTo>
                <a:cubicBezTo>
                  <a:pt x="3840480" y="1395257"/>
                  <a:pt x="3833657" y="1402080"/>
                  <a:pt x="3825240" y="1402080"/>
                </a:cubicBezTo>
                <a:cubicBezTo>
                  <a:pt x="3816823" y="1402080"/>
                  <a:pt x="3810000" y="1395257"/>
                  <a:pt x="3810000" y="1386840"/>
                </a:cubicBezTo>
                <a:cubicBezTo>
                  <a:pt x="3810000" y="1378423"/>
                  <a:pt x="3816823" y="1371600"/>
                  <a:pt x="3825240" y="1371600"/>
                </a:cubicBezTo>
                <a:cubicBezTo>
                  <a:pt x="3833657" y="1371600"/>
                  <a:pt x="3840480" y="1378423"/>
                  <a:pt x="3840480" y="1386840"/>
                </a:cubicBezTo>
                <a:close/>
                <a:moveTo>
                  <a:pt x="3840480" y="1539240"/>
                </a:moveTo>
                <a:cubicBezTo>
                  <a:pt x="3840480" y="1547657"/>
                  <a:pt x="3833657" y="1554480"/>
                  <a:pt x="3825240" y="1554480"/>
                </a:cubicBezTo>
                <a:cubicBezTo>
                  <a:pt x="3816823" y="1554480"/>
                  <a:pt x="3810000" y="1547657"/>
                  <a:pt x="3810000" y="1539240"/>
                </a:cubicBezTo>
                <a:cubicBezTo>
                  <a:pt x="3810000" y="1530823"/>
                  <a:pt x="3816823" y="1524000"/>
                  <a:pt x="3825240" y="1524000"/>
                </a:cubicBezTo>
                <a:cubicBezTo>
                  <a:pt x="3833657" y="1524000"/>
                  <a:pt x="3840480" y="1530823"/>
                  <a:pt x="3840480" y="1539240"/>
                </a:cubicBezTo>
                <a:close/>
                <a:moveTo>
                  <a:pt x="3840480" y="1691640"/>
                </a:moveTo>
                <a:cubicBezTo>
                  <a:pt x="3840480" y="1700057"/>
                  <a:pt x="3833657" y="1706880"/>
                  <a:pt x="3825240" y="1706880"/>
                </a:cubicBezTo>
                <a:cubicBezTo>
                  <a:pt x="3816823" y="1706880"/>
                  <a:pt x="3810000" y="1700057"/>
                  <a:pt x="3810000" y="1691640"/>
                </a:cubicBezTo>
                <a:cubicBezTo>
                  <a:pt x="3810000" y="1683223"/>
                  <a:pt x="3816823" y="1676400"/>
                  <a:pt x="3825240" y="1676400"/>
                </a:cubicBezTo>
                <a:cubicBezTo>
                  <a:pt x="3833657" y="1676400"/>
                  <a:pt x="3840480" y="1683223"/>
                  <a:pt x="3840480" y="1691640"/>
                </a:cubicBezTo>
                <a:close/>
                <a:moveTo>
                  <a:pt x="3840480" y="1844040"/>
                </a:moveTo>
                <a:cubicBezTo>
                  <a:pt x="3840480" y="1852457"/>
                  <a:pt x="3833657" y="1859280"/>
                  <a:pt x="3825240" y="1859280"/>
                </a:cubicBezTo>
                <a:cubicBezTo>
                  <a:pt x="3816823" y="1859280"/>
                  <a:pt x="3810000" y="1852457"/>
                  <a:pt x="3810000" y="1844040"/>
                </a:cubicBezTo>
                <a:cubicBezTo>
                  <a:pt x="3810000" y="1835623"/>
                  <a:pt x="3816823" y="1828800"/>
                  <a:pt x="3825240" y="1828800"/>
                </a:cubicBezTo>
                <a:cubicBezTo>
                  <a:pt x="3833657" y="1828800"/>
                  <a:pt x="3840480" y="1835623"/>
                  <a:pt x="3840480" y="1844040"/>
                </a:cubicBezTo>
                <a:close/>
                <a:moveTo>
                  <a:pt x="3840480" y="1996440"/>
                </a:moveTo>
                <a:cubicBezTo>
                  <a:pt x="3840480" y="2004857"/>
                  <a:pt x="3833657" y="2011680"/>
                  <a:pt x="3825240" y="2011680"/>
                </a:cubicBezTo>
                <a:cubicBezTo>
                  <a:pt x="3816823" y="2011680"/>
                  <a:pt x="3810000" y="2004857"/>
                  <a:pt x="3810000" y="1996440"/>
                </a:cubicBezTo>
                <a:cubicBezTo>
                  <a:pt x="3810000" y="1988023"/>
                  <a:pt x="3816823" y="1981200"/>
                  <a:pt x="3825240" y="1981200"/>
                </a:cubicBezTo>
                <a:cubicBezTo>
                  <a:pt x="3833657" y="1981200"/>
                  <a:pt x="3840480" y="1988023"/>
                  <a:pt x="3840480" y="1996440"/>
                </a:cubicBezTo>
                <a:close/>
                <a:moveTo>
                  <a:pt x="3840480" y="2148840"/>
                </a:moveTo>
                <a:cubicBezTo>
                  <a:pt x="3840480" y="2157257"/>
                  <a:pt x="3833657" y="2164080"/>
                  <a:pt x="3825240" y="2164080"/>
                </a:cubicBezTo>
                <a:cubicBezTo>
                  <a:pt x="3816823" y="2164080"/>
                  <a:pt x="3810000" y="2157257"/>
                  <a:pt x="3810000" y="2148840"/>
                </a:cubicBezTo>
                <a:cubicBezTo>
                  <a:pt x="3810000" y="2140423"/>
                  <a:pt x="3816823" y="2133600"/>
                  <a:pt x="3825240" y="2133600"/>
                </a:cubicBezTo>
                <a:cubicBezTo>
                  <a:pt x="3833657" y="2133600"/>
                  <a:pt x="3840480" y="2140423"/>
                  <a:pt x="3840480" y="2148840"/>
                </a:cubicBezTo>
                <a:close/>
                <a:moveTo>
                  <a:pt x="3840480" y="2301240"/>
                </a:moveTo>
                <a:cubicBezTo>
                  <a:pt x="3840480" y="2309657"/>
                  <a:pt x="3833657" y="2316480"/>
                  <a:pt x="3825240" y="2316480"/>
                </a:cubicBezTo>
                <a:cubicBezTo>
                  <a:pt x="3816823" y="2316480"/>
                  <a:pt x="3810000" y="2309657"/>
                  <a:pt x="3810000" y="2301240"/>
                </a:cubicBezTo>
                <a:cubicBezTo>
                  <a:pt x="3810000" y="2292823"/>
                  <a:pt x="3816823" y="2286000"/>
                  <a:pt x="3825240" y="2286000"/>
                </a:cubicBezTo>
                <a:cubicBezTo>
                  <a:pt x="3833657" y="2286000"/>
                  <a:pt x="3840480" y="2292823"/>
                  <a:pt x="3840480" y="2301240"/>
                </a:cubicBezTo>
                <a:close/>
                <a:moveTo>
                  <a:pt x="3840480" y="2453640"/>
                </a:moveTo>
                <a:cubicBezTo>
                  <a:pt x="3840480" y="2462057"/>
                  <a:pt x="3833657" y="2468880"/>
                  <a:pt x="3825240" y="2468880"/>
                </a:cubicBezTo>
                <a:cubicBezTo>
                  <a:pt x="3816823" y="2468880"/>
                  <a:pt x="3810000" y="2462057"/>
                  <a:pt x="3810000" y="2453640"/>
                </a:cubicBezTo>
                <a:cubicBezTo>
                  <a:pt x="3810000" y="2445223"/>
                  <a:pt x="3816823" y="2438400"/>
                  <a:pt x="3825240" y="2438400"/>
                </a:cubicBezTo>
                <a:cubicBezTo>
                  <a:pt x="3833657" y="2438400"/>
                  <a:pt x="3840480" y="2445223"/>
                  <a:pt x="3840480" y="2453640"/>
                </a:cubicBezTo>
                <a:close/>
                <a:moveTo>
                  <a:pt x="3840480" y="2606040"/>
                </a:moveTo>
                <a:cubicBezTo>
                  <a:pt x="3840480" y="2614457"/>
                  <a:pt x="3833657" y="2621280"/>
                  <a:pt x="3825240" y="2621280"/>
                </a:cubicBezTo>
                <a:cubicBezTo>
                  <a:pt x="3816823" y="2621280"/>
                  <a:pt x="3810000" y="2614457"/>
                  <a:pt x="3810000" y="2606040"/>
                </a:cubicBezTo>
                <a:cubicBezTo>
                  <a:pt x="3810000" y="2597623"/>
                  <a:pt x="3816823" y="2590800"/>
                  <a:pt x="3825240" y="2590800"/>
                </a:cubicBezTo>
                <a:cubicBezTo>
                  <a:pt x="3833657" y="2590800"/>
                  <a:pt x="3840480" y="2597623"/>
                  <a:pt x="3840480" y="2606040"/>
                </a:cubicBezTo>
                <a:close/>
                <a:moveTo>
                  <a:pt x="3840480" y="2758440"/>
                </a:moveTo>
                <a:cubicBezTo>
                  <a:pt x="3840480" y="2766857"/>
                  <a:pt x="3833657" y="2773680"/>
                  <a:pt x="3825240" y="2773680"/>
                </a:cubicBezTo>
                <a:cubicBezTo>
                  <a:pt x="3816823" y="2773680"/>
                  <a:pt x="3810000" y="2766857"/>
                  <a:pt x="3810000" y="2758440"/>
                </a:cubicBezTo>
                <a:cubicBezTo>
                  <a:pt x="3810000" y="2750023"/>
                  <a:pt x="3816823" y="2743200"/>
                  <a:pt x="3825240" y="2743200"/>
                </a:cubicBezTo>
                <a:cubicBezTo>
                  <a:pt x="3833657" y="2743200"/>
                  <a:pt x="3840480" y="2750023"/>
                  <a:pt x="3840480" y="2758440"/>
                </a:cubicBezTo>
                <a:close/>
                <a:moveTo>
                  <a:pt x="3840480" y="2910840"/>
                </a:moveTo>
                <a:cubicBezTo>
                  <a:pt x="3840480" y="2919257"/>
                  <a:pt x="3833657" y="2926080"/>
                  <a:pt x="3825240" y="2926080"/>
                </a:cubicBezTo>
                <a:cubicBezTo>
                  <a:pt x="3816823" y="2926080"/>
                  <a:pt x="3810000" y="2919257"/>
                  <a:pt x="3810000" y="2910840"/>
                </a:cubicBezTo>
                <a:cubicBezTo>
                  <a:pt x="3810000" y="2902423"/>
                  <a:pt x="3816823" y="2895600"/>
                  <a:pt x="3825240" y="2895600"/>
                </a:cubicBezTo>
                <a:cubicBezTo>
                  <a:pt x="3833657" y="2895600"/>
                  <a:pt x="3840480" y="2902423"/>
                  <a:pt x="3840480" y="2910840"/>
                </a:cubicBezTo>
                <a:close/>
                <a:moveTo>
                  <a:pt x="3840480" y="3063240"/>
                </a:moveTo>
                <a:cubicBezTo>
                  <a:pt x="3840480" y="3071657"/>
                  <a:pt x="3833657" y="3078480"/>
                  <a:pt x="3825240" y="3078480"/>
                </a:cubicBezTo>
                <a:cubicBezTo>
                  <a:pt x="3816823" y="3078480"/>
                  <a:pt x="3810000" y="3071657"/>
                  <a:pt x="3810000" y="3063240"/>
                </a:cubicBezTo>
                <a:cubicBezTo>
                  <a:pt x="3810000" y="3054823"/>
                  <a:pt x="3816823" y="3048000"/>
                  <a:pt x="3825240" y="3048000"/>
                </a:cubicBezTo>
                <a:cubicBezTo>
                  <a:pt x="3833657" y="3048000"/>
                  <a:pt x="3840480" y="3054823"/>
                  <a:pt x="3840480" y="3063240"/>
                </a:cubicBezTo>
                <a:close/>
                <a:moveTo>
                  <a:pt x="3840480" y="3215640"/>
                </a:moveTo>
                <a:cubicBezTo>
                  <a:pt x="3840480" y="3224057"/>
                  <a:pt x="3833657" y="3230880"/>
                  <a:pt x="3825240" y="3230880"/>
                </a:cubicBezTo>
                <a:cubicBezTo>
                  <a:pt x="3816823" y="3230880"/>
                  <a:pt x="3810000" y="3224057"/>
                  <a:pt x="3810000" y="3215640"/>
                </a:cubicBezTo>
                <a:cubicBezTo>
                  <a:pt x="3810000" y="3207223"/>
                  <a:pt x="3816823" y="3200400"/>
                  <a:pt x="3825240" y="3200400"/>
                </a:cubicBezTo>
                <a:cubicBezTo>
                  <a:pt x="3833657" y="3200400"/>
                  <a:pt x="3840480" y="3207223"/>
                  <a:pt x="3840480" y="3215640"/>
                </a:cubicBezTo>
                <a:close/>
                <a:moveTo>
                  <a:pt x="3840480" y="3368040"/>
                </a:moveTo>
                <a:cubicBezTo>
                  <a:pt x="3840480" y="3376457"/>
                  <a:pt x="3833657" y="3383280"/>
                  <a:pt x="3825240" y="3383280"/>
                </a:cubicBezTo>
                <a:cubicBezTo>
                  <a:pt x="3816823" y="3383280"/>
                  <a:pt x="3810000" y="3376457"/>
                  <a:pt x="3810000" y="3368040"/>
                </a:cubicBezTo>
                <a:cubicBezTo>
                  <a:pt x="3810000" y="3359623"/>
                  <a:pt x="3816823" y="3352800"/>
                  <a:pt x="3825240" y="3352800"/>
                </a:cubicBezTo>
                <a:cubicBezTo>
                  <a:pt x="3833657" y="3352800"/>
                  <a:pt x="3840480" y="3359623"/>
                  <a:pt x="3840480" y="3368040"/>
                </a:cubicBezTo>
                <a:close/>
                <a:moveTo>
                  <a:pt x="3840480" y="3520440"/>
                </a:moveTo>
                <a:cubicBezTo>
                  <a:pt x="3840480" y="3528857"/>
                  <a:pt x="3833657" y="3535680"/>
                  <a:pt x="3825240" y="3535680"/>
                </a:cubicBezTo>
                <a:cubicBezTo>
                  <a:pt x="3816823" y="3535680"/>
                  <a:pt x="3810000" y="3528857"/>
                  <a:pt x="3810000" y="3520440"/>
                </a:cubicBezTo>
                <a:cubicBezTo>
                  <a:pt x="3810000" y="3512023"/>
                  <a:pt x="3816823" y="3505200"/>
                  <a:pt x="3825240" y="3505200"/>
                </a:cubicBezTo>
                <a:cubicBezTo>
                  <a:pt x="3833657" y="3505200"/>
                  <a:pt x="3840480" y="3512023"/>
                  <a:pt x="3840480" y="3520440"/>
                </a:cubicBezTo>
                <a:close/>
                <a:moveTo>
                  <a:pt x="3840480" y="3672840"/>
                </a:moveTo>
                <a:cubicBezTo>
                  <a:pt x="3840480" y="3681257"/>
                  <a:pt x="3833657" y="3688080"/>
                  <a:pt x="3825240" y="3688080"/>
                </a:cubicBezTo>
                <a:cubicBezTo>
                  <a:pt x="3816823" y="3688080"/>
                  <a:pt x="3810000" y="3681257"/>
                  <a:pt x="3810000" y="3672840"/>
                </a:cubicBezTo>
                <a:cubicBezTo>
                  <a:pt x="3810000" y="3664423"/>
                  <a:pt x="3816823" y="3657600"/>
                  <a:pt x="3825240" y="3657600"/>
                </a:cubicBezTo>
                <a:cubicBezTo>
                  <a:pt x="3833657" y="3657600"/>
                  <a:pt x="3840480" y="3664423"/>
                  <a:pt x="3840480" y="3672840"/>
                </a:cubicBezTo>
                <a:close/>
                <a:moveTo>
                  <a:pt x="3840480" y="3825240"/>
                </a:moveTo>
                <a:cubicBezTo>
                  <a:pt x="3840480" y="3833657"/>
                  <a:pt x="3833657" y="3840480"/>
                  <a:pt x="3825240" y="3840480"/>
                </a:cubicBezTo>
                <a:cubicBezTo>
                  <a:pt x="3816823" y="3840480"/>
                  <a:pt x="3810000" y="3833657"/>
                  <a:pt x="3810000" y="3825240"/>
                </a:cubicBezTo>
                <a:cubicBezTo>
                  <a:pt x="3810000" y="3816823"/>
                  <a:pt x="3816823" y="3810000"/>
                  <a:pt x="3825240" y="3810000"/>
                </a:cubicBezTo>
                <a:cubicBezTo>
                  <a:pt x="3833657" y="3810000"/>
                  <a:pt x="3840480" y="3816823"/>
                  <a:pt x="3840480" y="3825240"/>
                </a:cubicBezTo>
                <a:close/>
                <a:moveTo>
                  <a:pt x="3840480" y="3977640"/>
                </a:moveTo>
                <a:cubicBezTo>
                  <a:pt x="3840480" y="3986057"/>
                  <a:pt x="3833657" y="3992880"/>
                  <a:pt x="3825240" y="3992880"/>
                </a:cubicBezTo>
                <a:cubicBezTo>
                  <a:pt x="3816823" y="3992880"/>
                  <a:pt x="3810000" y="3986057"/>
                  <a:pt x="3810000" y="3977640"/>
                </a:cubicBezTo>
                <a:cubicBezTo>
                  <a:pt x="3810000" y="3969223"/>
                  <a:pt x="3816823" y="3962400"/>
                  <a:pt x="3825240" y="3962400"/>
                </a:cubicBezTo>
                <a:cubicBezTo>
                  <a:pt x="3833657" y="3962400"/>
                  <a:pt x="3840480" y="3969223"/>
                  <a:pt x="3840480" y="3977640"/>
                </a:cubicBezTo>
                <a:close/>
                <a:moveTo>
                  <a:pt x="3840480" y="4130040"/>
                </a:moveTo>
                <a:cubicBezTo>
                  <a:pt x="3840480" y="4138457"/>
                  <a:pt x="3833657" y="4145280"/>
                  <a:pt x="3825240" y="4145280"/>
                </a:cubicBezTo>
                <a:cubicBezTo>
                  <a:pt x="3816823" y="4145280"/>
                  <a:pt x="3810000" y="4138457"/>
                  <a:pt x="3810000" y="4130040"/>
                </a:cubicBezTo>
                <a:cubicBezTo>
                  <a:pt x="3810000" y="4121623"/>
                  <a:pt x="3816823" y="4114800"/>
                  <a:pt x="3825240" y="4114800"/>
                </a:cubicBezTo>
                <a:cubicBezTo>
                  <a:pt x="3833657" y="4114800"/>
                  <a:pt x="3840480" y="4121623"/>
                  <a:pt x="3840480" y="4130040"/>
                </a:cubicBezTo>
                <a:close/>
                <a:moveTo>
                  <a:pt x="3840480" y="4282440"/>
                </a:moveTo>
                <a:cubicBezTo>
                  <a:pt x="3840480" y="4290857"/>
                  <a:pt x="3833657" y="4297680"/>
                  <a:pt x="3825240" y="4297680"/>
                </a:cubicBezTo>
                <a:cubicBezTo>
                  <a:pt x="3816823" y="4297680"/>
                  <a:pt x="3810000" y="4290857"/>
                  <a:pt x="3810000" y="4282440"/>
                </a:cubicBezTo>
                <a:cubicBezTo>
                  <a:pt x="3810000" y="4274023"/>
                  <a:pt x="3816823" y="4267200"/>
                  <a:pt x="3825240" y="4267200"/>
                </a:cubicBezTo>
                <a:cubicBezTo>
                  <a:pt x="3833657" y="4267200"/>
                  <a:pt x="3840480" y="4274023"/>
                  <a:pt x="3840480" y="4282440"/>
                </a:cubicBezTo>
                <a:close/>
                <a:moveTo>
                  <a:pt x="3840480" y="4434840"/>
                </a:moveTo>
                <a:cubicBezTo>
                  <a:pt x="3840480" y="4443257"/>
                  <a:pt x="3833657" y="4450080"/>
                  <a:pt x="3825240" y="4450080"/>
                </a:cubicBezTo>
                <a:cubicBezTo>
                  <a:pt x="3816823" y="4450080"/>
                  <a:pt x="3810000" y="4443257"/>
                  <a:pt x="3810000" y="4434840"/>
                </a:cubicBezTo>
                <a:cubicBezTo>
                  <a:pt x="3810000" y="4426423"/>
                  <a:pt x="3816823" y="4419600"/>
                  <a:pt x="3825240" y="4419600"/>
                </a:cubicBezTo>
                <a:cubicBezTo>
                  <a:pt x="3833657" y="4419600"/>
                  <a:pt x="3840480" y="4426423"/>
                  <a:pt x="3840480" y="4434840"/>
                </a:cubicBezTo>
                <a:close/>
                <a:moveTo>
                  <a:pt x="3992880" y="15240"/>
                </a:moveTo>
                <a:cubicBezTo>
                  <a:pt x="3992880" y="23657"/>
                  <a:pt x="3986057" y="30480"/>
                  <a:pt x="3977640" y="30480"/>
                </a:cubicBezTo>
                <a:cubicBezTo>
                  <a:pt x="3969223" y="30480"/>
                  <a:pt x="3962400" y="23657"/>
                  <a:pt x="3962400" y="15240"/>
                </a:cubicBezTo>
                <a:cubicBezTo>
                  <a:pt x="3962400" y="6823"/>
                  <a:pt x="3969223" y="0"/>
                  <a:pt x="3977640" y="0"/>
                </a:cubicBezTo>
                <a:cubicBezTo>
                  <a:pt x="3986057" y="0"/>
                  <a:pt x="3992880" y="6823"/>
                  <a:pt x="3992880" y="15240"/>
                </a:cubicBezTo>
                <a:close/>
                <a:moveTo>
                  <a:pt x="3992880" y="167640"/>
                </a:moveTo>
                <a:cubicBezTo>
                  <a:pt x="3992880" y="176057"/>
                  <a:pt x="3986057" y="182880"/>
                  <a:pt x="3977640" y="182880"/>
                </a:cubicBezTo>
                <a:cubicBezTo>
                  <a:pt x="3969223" y="182880"/>
                  <a:pt x="3962400" y="176057"/>
                  <a:pt x="3962400" y="167640"/>
                </a:cubicBezTo>
                <a:cubicBezTo>
                  <a:pt x="3962400" y="159223"/>
                  <a:pt x="3969223" y="152400"/>
                  <a:pt x="3977640" y="152400"/>
                </a:cubicBezTo>
                <a:cubicBezTo>
                  <a:pt x="3986057" y="152400"/>
                  <a:pt x="3992880" y="159223"/>
                  <a:pt x="3992880" y="167640"/>
                </a:cubicBezTo>
                <a:close/>
                <a:moveTo>
                  <a:pt x="3992880" y="320040"/>
                </a:moveTo>
                <a:cubicBezTo>
                  <a:pt x="3992880" y="328457"/>
                  <a:pt x="3986057" y="335280"/>
                  <a:pt x="3977640" y="335280"/>
                </a:cubicBezTo>
                <a:cubicBezTo>
                  <a:pt x="3969223" y="335280"/>
                  <a:pt x="3962400" y="328457"/>
                  <a:pt x="3962400" y="320040"/>
                </a:cubicBezTo>
                <a:cubicBezTo>
                  <a:pt x="3962400" y="311623"/>
                  <a:pt x="3969223" y="304800"/>
                  <a:pt x="3977640" y="304800"/>
                </a:cubicBezTo>
                <a:cubicBezTo>
                  <a:pt x="3986057" y="304800"/>
                  <a:pt x="3992880" y="311623"/>
                  <a:pt x="3992880" y="320040"/>
                </a:cubicBezTo>
                <a:close/>
                <a:moveTo>
                  <a:pt x="3992880" y="472440"/>
                </a:moveTo>
                <a:cubicBezTo>
                  <a:pt x="3992880" y="480857"/>
                  <a:pt x="3986057" y="487680"/>
                  <a:pt x="3977640" y="487680"/>
                </a:cubicBezTo>
                <a:cubicBezTo>
                  <a:pt x="3969223" y="487680"/>
                  <a:pt x="3962400" y="480857"/>
                  <a:pt x="3962400" y="472440"/>
                </a:cubicBezTo>
                <a:cubicBezTo>
                  <a:pt x="3962400" y="464023"/>
                  <a:pt x="3969223" y="457200"/>
                  <a:pt x="3977640" y="457200"/>
                </a:cubicBezTo>
                <a:cubicBezTo>
                  <a:pt x="3986057" y="457200"/>
                  <a:pt x="3992880" y="464023"/>
                  <a:pt x="3992880" y="472440"/>
                </a:cubicBezTo>
                <a:close/>
                <a:moveTo>
                  <a:pt x="3992880" y="624840"/>
                </a:moveTo>
                <a:cubicBezTo>
                  <a:pt x="3992880" y="633257"/>
                  <a:pt x="3986057" y="640080"/>
                  <a:pt x="3977640" y="640080"/>
                </a:cubicBezTo>
                <a:cubicBezTo>
                  <a:pt x="3969223" y="640080"/>
                  <a:pt x="3962400" y="633257"/>
                  <a:pt x="3962400" y="624840"/>
                </a:cubicBezTo>
                <a:cubicBezTo>
                  <a:pt x="3962400" y="616423"/>
                  <a:pt x="3969223" y="609600"/>
                  <a:pt x="3977640" y="609600"/>
                </a:cubicBezTo>
                <a:cubicBezTo>
                  <a:pt x="3986057" y="609600"/>
                  <a:pt x="3992880" y="616423"/>
                  <a:pt x="3992880" y="624840"/>
                </a:cubicBezTo>
                <a:close/>
                <a:moveTo>
                  <a:pt x="3992880" y="777240"/>
                </a:moveTo>
                <a:cubicBezTo>
                  <a:pt x="3992880" y="785657"/>
                  <a:pt x="3986057" y="792480"/>
                  <a:pt x="3977640" y="792480"/>
                </a:cubicBezTo>
                <a:cubicBezTo>
                  <a:pt x="3969223" y="792480"/>
                  <a:pt x="3962400" y="785657"/>
                  <a:pt x="3962400" y="777240"/>
                </a:cubicBezTo>
                <a:cubicBezTo>
                  <a:pt x="3962400" y="768823"/>
                  <a:pt x="3969223" y="762000"/>
                  <a:pt x="3977640" y="762000"/>
                </a:cubicBezTo>
                <a:cubicBezTo>
                  <a:pt x="3986057" y="762000"/>
                  <a:pt x="3992880" y="768823"/>
                  <a:pt x="3992880" y="777240"/>
                </a:cubicBezTo>
                <a:close/>
                <a:moveTo>
                  <a:pt x="3992880" y="929640"/>
                </a:moveTo>
                <a:cubicBezTo>
                  <a:pt x="3992880" y="938057"/>
                  <a:pt x="3986057" y="944880"/>
                  <a:pt x="3977640" y="944880"/>
                </a:cubicBezTo>
                <a:cubicBezTo>
                  <a:pt x="3969223" y="944880"/>
                  <a:pt x="3962400" y="938057"/>
                  <a:pt x="3962400" y="929640"/>
                </a:cubicBezTo>
                <a:cubicBezTo>
                  <a:pt x="3962400" y="921223"/>
                  <a:pt x="3969223" y="914400"/>
                  <a:pt x="3977640" y="914400"/>
                </a:cubicBezTo>
                <a:cubicBezTo>
                  <a:pt x="3986057" y="914400"/>
                  <a:pt x="3992880" y="921223"/>
                  <a:pt x="3992880" y="929640"/>
                </a:cubicBezTo>
                <a:close/>
                <a:moveTo>
                  <a:pt x="3992880" y="1082040"/>
                </a:moveTo>
                <a:cubicBezTo>
                  <a:pt x="3992880" y="1090457"/>
                  <a:pt x="3986057" y="1097280"/>
                  <a:pt x="3977640" y="1097280"/>
                </a:cubicBezTo>
                <a:cubicBezTo>
                  <a:pt x="3969223" y="1097280"/>
                  <a:pt x="3962400" y="1090457"/>
                  <a:pt x="3962400" y="1082040"/>
                </a:cubicBezTo>
                <a:cubicBezTo>
                  <a:pt x="3962400" y="1073623"/>
                  <a:pt x="3969223" y="1066800"/>
                  <a:pt x="3977640" y="1066800"/>
                </a:cubicBezTo>
                <a:cubicBezTo>
                  <a:pt x="3986057" y="1066800"/>
                  <a:pt x="3992880" y="1073623"/>
                  <a:pt x="3992880" y="1082040"/>
                </a:cubicBezTo>
                <a:close/>
                <a:moveTo>
                  <a:pt x="3992880" y="1234440"/>
                </a:moveTo>
                <a:cubicBezTo>
                  <a:pt x="3992880" y="1242857"/>
                  <a:pt x="3986057" y="1249680"/>
                  <a:pt x="3977640" y="1249680"/>
                </a:cubicBezTo>
                <a:cubicBezTo>
                  <a:pt x="3969223" y="1249680"/>
                  <a:pt x="3962400" y="1242857"/>
                  <a:pt x="3962400" y="1234440"/>
                </a:cubicBezTo>
                <a:cubicBezTo>
                  <a:pt x="3962400" y="1226023"/>
                  <a:pt x="3969223" y="1219200"/>
                  <a:pt x="3977640" y="1219200"/>
                </a:cubicBezTo>
                <a:cubicBezTo>
                  <a:pt x="3986057" y="1219200"/>
                  <a:pt x="3992880" y="1226023"/>
                  <a:pt x="3992880" y="1234440"/>
                </a:cubicBezTo>
                <a:close/>
                <a:moveTo>
                  <a:pt x="3992880" y="1386840"/>
                </a:moveTo>
                <a:cubicBezTo>
                  <a:pt x="3992880" y="1395257"/>
                  <a:pt x="3986057" y="1402080"/>
                  <a:pt x="3977640" y="1402080"/>
                </a:cubicBezTo>
                <a:cubicBezTo>
                  <a:pt x="3969223" y="1402080"/>
                  <a:pt x="3962400" y="1395257"/>
                  <a:pt x="3962400" y="1386840"/>
                </a:cubicBezTo>
                <a:cubicBezTo>
                  <a:pt x="3962400" y="1378423"/>
                  <a:pt x="3969223" y="1371600"/>
                  <a:pt x="3977640" y="1371600"/>
                </a:cubicBezTo>
                <a:cubicBezTo>
                  <a:pt x="3986057" y="1371600"/>
                  <a:pt x="3992880" y="1378423"/>
                  <a:pt x="3992880" y="1386840"/>
                </a:cubicBezTo>
                <a:close/>
                <a:moveTo>
                  <a:pt x="3992880" y="1539240"/>
                </a:moveTo>
                <a:cubicBezTo>
                  <a:pt x="3992880" y="1547657"/>
                  <a:pt x="3986057" y="1554480"/>
                  <a:pt x="3977640" y="1554480"/>
                </a:cubicBezTo>
                <a:cubicBezTo>
                  <a:pt x="3969223" y="1554480"/>
                  <a:pt x="3962400" y="1547657"/>
                  <a:pt x="3962400" y="1539240"/>
                </a:cubicBezTo>
                <a:cubicBezTo>
                  <a:pt x="3962400" y="1530823"/>
                  <a:pt x="3969223" y="1524000"/>
                  <a:pt x="3977640" y="1524000"/>
                </a:cubicBezTo>
                <a:cubicBezTo>
                  <a:pt x="3986057" y="1524000"/>
                  <a:pt x="3992880" y="1530823"/>
                  <a:pt x="3992880" y="1539240"/>
                </a:cubicBezTo>
                <a:close/>
                <a:moveTo>
                  <a:pt x="3992880" y="1691640"/>
                </a:moveTo>
                <a:cubicBezTo>
                  <a:pt x="3992880" y="1700057"/>
                  <a:pt x="3986057" y="1706880"/>
                  <a:pt x="3977640" y="1706880"/>
                </a:cubicBezTo>
                <a:cubicBezTo>
                  <a:pt x="3969223" y="1706880"/>
                  <a:pt x="3962400" y="1700057"/>
                  <a:pt x="3962400" y="1691640"/>
                </a:cubicBezTo>
                <a:cubicBezTo>
                  <a:pt x="3962400" y="1683223"/>
                  <a:pt x="3969223" y="1676400"/>
                  <a:pt x="3977640" y="1676400"/>
                </a:cubicBezTo>
                <a:cubicBezTo>
                  <a:pt x="3986057" y="1676400"/>
                  <a:pt x="3992880" y="1683223"/>
                  <a:pt x="3992880" y="1691640"/>
                </a:cubicBezTo>
                <a:close/>
                <a:moveTo>
                  <a:pt x="3992880" y="1844040"/>
                </a:moveTo>
                <a:cubicBezTo>
                  <a:pt x="3992880" y="1852457"/>
                  <a:pt x="3986057" y="1859280"/>
                  <a:pt x="3977640" y="1859280"/>
                </a:cubicBezTo>
                <a:cubicBezTo>
                  <a:pt x="3969223" y="1859280"/>
                  <a:pt x="3962400" y="1852457"/>
                  <a:pt x="3962400" y="1844040"/>
                </a:cubicBezTo>
                <a:cubicBezTo>
                  <a:pt x="3962400" y="1835623"/>
                  <a:pt x="3969223" y="1828800"/>
                  <a:pt x="3977640" y="1828800"/>
                </a:cubicBezTo>
                <a:cubicBezTo>
                  <a:pt x="3986057" y="1828800"/>
                  <a:pt x="3992880" y="1835623"/>
                  <a:pt x="3992880" y="1844040"/>
                </a:cubicBezTo>
                <a:close/>
                <a:moveTo>
                  <a:pt x="3992880" y="1996440"/>
                </a:moveTo>
                <a:cubicBezTo>
                  <a:pt x="3992880" y="2004857"/>
                  <a:pt x="3986057" y="2011680"/>
                  <a:pt x="3977640" y="2011680"/>
                </a:cubicBezTo>
                <a:cubicBezTo>
                  <a:pt x="3969223" y="2011680"/>
                  <a:pt x="3962400" y="2004857"/>
                  <a:pt x="3962400" y="1996440"/>
                </a:cubicBezTo>
                <a:cubicBezTo>
                  <a:pt x="3962400" y="1988023"/>
                  <a:pt x="3969223" y="1981200"/>
                  <a:pt x="3977640" y="1981200"/>
                </a:cubicBezTo>
                <a:cubicBezTo>
                  <a:pt x="3986057" y="1981200"/>
                  <a:pt x="3992880" y="1988023"/>
                  <a:pt x="3992880" y="1996440"/>
                </a:cubicBezTo>
                <a:close/>
                <a:moveTo>
                  <a:pt x="3992880" y="2148840"/>
                </a:moveTo>
                <a:cubicBezTo>
                  <a:pt x="3992880" y="2157257"/>
                  <a:pt x="3986057" y="2164080"/>
                  <a:pt x="3977640" y="2164080"/>
                </a:cubicBezTo>
                <a:cubicBezTo>
                  <a:pt x="3969223" y="2164080"/>
                  <a:pt x="3962400" y="2157257"/>
                  <a:pt x="3962400" y="2148840"/>
                </a:cubicBezTo>
                <a:cubicBezTo>
                  <a:pt x="3962400" y="2140423"/>
                  <a:pt x="3969223" y="2133600"/>
                  <a:pt x="3977640" y="2133600"/>
                </a:cubicBezTo>
                <a:cubicBezTo>
                  <a:pt x="3986057" y="2133600"/>
                  <a:pt x="3992880" y="2140423"/>
                  <a:pt x="3992880" y="2148840"/>
                </a:cubicBezTo>
                <a:close/>
                <a:moveTo>
                  <a:pt x="3992880" y="2301240"/>
                </a:moveTo>
                <a:cubicBezTo>
                  <a:pt x="3992880" y="2309657"/>
                  <a:pt x="3986057" y="2316480"/>
                  <a:pt x="3977640" y="2316480"/>
                </a:cubicBezTo>
                <a:cubicBezTo>
                  <a:pt x="3969223" y="2316480"/>
                  <a:pt x="3962400" y="2309657"/>
                  <a:pt x="3962400" y="2301240"/>
                </a:cubicBezTo>
                <a:cubicBezTo>
                  <a:pt x="3962400" y="2292823"/>
                  <a:pt x="3969223" y="2286000"/>
                  <a:pt x="3977640" y="2286000"/>
                </a:cubicBezTo>
                <a:cubicBezTo>
                  <a:pt x="3986057" y="2286000"/>
                  <a:pt x="3992880" y="2292823"/>
                  <a:pt x="3992880" y="2301240"/>
                </a:cubicBezTo>
                <a:close/>
                <a:moveTo>
                  <a:pt x="3992880" y="2453640"/>
                </a:moveTo>
                <a:cubicBezTo>
                  <a:pt x="3992880" y="2462057"/>
                  <a:pt x="3986057" y="2468880"/>
                  <a:pt x="3977640" y="2468880"/>
                </a:cubicBezTo>
                <a:cubicBezTo>
                  <a:pt x="3969223" y="2468880"/>
                  <a:pt x="3962400" y="2462057"/>
                  <a:pt x="3962400" y="2453640"/>
                </a:cubicBezTo>
                <a:cubicBezTo>
                  <a:pt x="3962400" y="2445223"/>
                  <a:pt x="3969223" y="2438400"/>
                  <a:pt x="3977640" y="2438400"/>
                </a:cubicBezTo>
                <a:cubicBezTo>
                  <a:pt x="3986057" y="2438400"/>
                  <a:pt x="3992880" y="2445223"/>
                  <a:pt x="3992880" y="2453640"/>
                </a:cubicBezTo>
                <a:close/>
                <a:moveTo>
                  <a:pt x="3992880" y="2606040"/>
                </a:moveTo>
                <a:cubicBezTo>
                  <a:pt x="3992880" y="2614457"/>
                  <a:pt x="3986057" y="2621280"/>
                  <a:pt x="3977640" y="2621280"/>
                </a:cubicBezTo>
                <a:cubicBezTo>
                  <a:pt x="3969223" y="2621280"/>
                  <a:pt x="3962400" y="2614457"/>
                  <a:pt x="3962400" y="2606040"/>
                </a:cubicBezTo>
                <a:cubicBezTo>
                  <a:pt x="3962400" y="2597623"/>
                  <a:pt x="3969223" y="2590800"/>
                  <a:pt x="3977640" y="2590800"/>
                </a:cubicBezTo>
                <a:cubicBezTo>
                  <a:pt x="3986057" y="2590800"/>
                  <a:pt x="3992880" y="2597623"/>
                  <a:pt x="3992880" y="2606040"/>
                </a:cubicBezTo>
                <a:close/>
                <a:moveTo>
                  <a:pt x="3992880" y="2758440"/>
                </a:moveTo>
                <a:cubicBezTo>
                  <a:pt x="3992880" y="2766857"/>
                  <a:pt x="3986057" y="2773680"/>
                  <a:pt x="3977640" y="2773680"/>
                </a:cubicBezTo>
                <a:cubicBezTo>
                  <a:pt x="3969223" y="2773680"/>
                  <a:pt x="3962400" y="2766857"/>
                  <a:pt x="3962400" y="2758440"/>
                </a:cubicBezTo>
                <a:cubicBezTo>
                  <a:pt x="3962400" y="2750023"/>
                  <a:pt x="3969223" y="2743200"/>
                  <a:pt x="3977640" y="2743200"/>
                </a:cubicBezTo>
                <a:cubicBezTo>
                  <a:pt x="3986057" y="2743200"/>
                  <a:pt x="3992880" y="2750023"/>
                  <a:pt x="3992880" y="2758440"/>
                </a:cubicBezTo>
                <a:close/>
                <a:moveTo>
                  <a:pt x="3992880" y="2910840"/>
                </a:moveTo>
                <a:cubicBezTo>
                  <a:pt x="3992880" y="2919257"/>
                  <a:pt x="3986057" y="2926080"/>
                  <a:pt x="3977640" y="2926080"/>
                </a:cubicBezTo>
                <a:cubicBezTo>
                  <a:pt x="3969223" y="2926080"/>
                  <a:pt x="3962400" y="2919257"/>
                  <a:pt x="3962400" y="2910840"/>
                </a:cubicBezTo>
                <a:cubicBezTo>
                  <a:pt x="3962400" y="2902423"/>
                  <a:pt x="3969223" y="2895600"/>
                  <a:pt x="3977640" y="2895600"/>
                </a:cubicBezTo>
                <a:cubicBezTo>
                  <a:pt x="3986057" y="2895600"/>
                  <a:pt x="3992880" y="2902423"/>
                  <a:pt x="3992880" y="2910840"/>
                </a:cubicBezTo>
                <a:close/>
                <a:moveTo>
                  <a:pt x="3992880" y="3063240"/>
                </a:moveTo>
                <a:cubicBezTo>
                  <a:pt x="3992880" y="3071657"/>
                  <a:pt x="3986057" y="3078480"/>
                  <a:pt x="3977640" y="3078480"/>
                </a:cubicBezTo>
                <a:cubicBezTo>
                  <a:pt x="3969223" y="3078480"/>
                  <a:pt x="3962400" y="3071657"/>
                  <a:pt x="3962400" y="3063240"/>
                </a:cubicBezTo>
                <a:cubicBezTo>
                  <a:pt x="3962400" y="3054823"/>
                  <a:pt x="3969223" y="3048000"/>
                  <a:pt x="3977640" y="3048000"/>
                </a:cubicBezTo>
                <a:cubicBezTo>
                  <a:pt x="3986057" y="3048000"/>
                  <a:pt x="3992880" y="3054823"/>
                  <a:pt x="3992880" y="3063240"/>
                </a:cubicBezTo>
                <a:close/>
                <a:moveTo>
                  <a:pt x="3992880" y="3215640"/>
                </a:moveTo>
                <a:cubicBezTo>
                  <a:pt x="3992880" y="3224057"/>
                  <a:pt x="3986057" y="3230880"/>
                  <a:pt x="3977640" y="3230880"/>
                </a:cubicBezTo>
                <a:cubicBezTo>
                  <a:pt x="3969223" y="3230880"/>
                  <a:pt x="3962400" y="3224057"/>
                  <a:pt x="3962400" y="3215640"/>
                </a:cubicBezTo>
                <a:cubicBezTo>
                  <a:pt x="3962400" y="3207223"/>
                  <a:pt x="3969223" y="3200400"/>
                  <a:pt x="3977640" y="3200400"/>
                </a:cubicBezTo>
                <a:cubicBezTo>
                  <a:pt x="3986057" y="3200400"/>
                  <a:pt x="3992880" y="3207223"/>
                  <a:pt x="3992880" y="3215640"/>
                </a:cubicBezTo>
                <a:close/>
                <a:moveTo>
                  <a:pt x="3992880" y="3368040"/>
                </a:moveTo>
                <a:cubicBezTo>
                  <a:pt x="3992880" y="3376457"/>
                  <a:pt x="3986057" y="3383280"/>
                  <a:pt x="3977640" y="3383280"/>
                </a:cubicBezTo>
                <a:cubicBezTo>
                  <a:pt x="3969223" y="3383280"/>
                  <a:pt x="3962400" y="3376457"/>
                  <a:pt x="3962400" y="3368040"/>
                </a:cubicBezTo>
                <a:cubicBezTo>
                  <a:pt x="3962400" y="3359623"/>
                  <a:pt x="3969223" y="3352800"/>
                  <a:pt x="3977640" y="3352800"/>
                </a:cubicBezTo>
                <a:cubicBezTo>
                  <a:pt x="3986057" y="3352800"/>
                  <a:pt x="3992880" y="3359623"/>
                  <a:pt x="3992880" y="3368040"/>
                </a:cubicBezTo>
                <a:close/>
                <a:moveTo>
                  <a:pt x="3992880" y="3520440"/>
                </a:moveTo>
                <a:cubicBezTo>
                  <a:pt x="3992880" y="3528857"/>
                  <a:pt x="3986057" y="3535680"/>
                  <a:pt x="3977640" y="3535680"/>
                </a:cubicBezTo>
                <a:cubicBezTo>
                  <a:pt x="3969223" y="3535680"/>
                  <a:pt x="3962400" y="3528857"/>
                  <a:pt x="3962400" y="3520440"/>
                </a:cubicBezTo>
                <a:cubicBezTo>
                  <a:pt x="3962400" y="3512023"/>
                  <a:pt x="3969223" y="3505200"/>
                  <a:pt x="3977640" y="3505200"/>
                </a:cubicBezTo>
                <a:cubicBezTo>
                  <a:pt x="3986057" y="3505200"/>
                  <a:pt x="3992880" y="3512023"/>
                  <a:pt x="3992880" y="3520440"/>
                </a:cubicBezTo>
                <a:close/>
                <a:moveTo>
                  <a:pt x="3992880" y="3672840"/>
                </a:moveTo>
                <a:cubicBezTo>
                  <a:pt x="3992880" y="3681257"/>
                  <a:pt x="3986057" y="3688080"/>
                  <a:pt x="3977640" y="3688080"/>
                </a:cubicBezTo>
                <a:cubicBezTo>
                  <a:pt x="3969223" y="3688080"/>
                  <a:pt x="3962400" y="3681257"/>
                  <a:pt x="3962400" y="3672840"/>
                </a:cubicBezTo>
                <a:cubicBezTo>
                  <a:pt x="3962400" y="3664423"/>
                  <a:pt x="3969223" y="3657600"/>
                  <a:pt x="3977640" y="3657600"/>
                </a:cubicBezTo>
                <a:cubicBezTo>
                  <a:pt x="3986057" y="3657600"/>
                  <a:pt x="3992880" y="3664423"/>
                  <a:pt x="3992880" y="3672840"/>
                </a:cubicBezTo>
                <a:close/>
                <a:moveTo>
                  <a:pt x="3992880" y="3825240"/>
                </a:moveTo>
                <a:cubicBezTo>
                  <a:pt x="3992880" y="3833657"/>
                  <a:pt x="3986057" y="3840480"/>
                  <a:pt x="3977640" y="3840480"/>
                </a:cubicBezTo>
                <a:cubicBezTo>
                  <a:pt x="3969223" y="3840480"/>
                  <a:pt x="3962400" y="3833657"/>
                  <a:pt x="3962400" y="3825240"/>
                </a:cubicBezTo>
                <a:cubicBezTo>
                  <a:pt x="3962400" y="3816823"/>
                  <a:pt x="3969223" y="3810000"/>
                  <a:pt x="3977640" y="3810000"/>
                </a:cubicBezTo>
                <a:cubicBezTo>
                  <a:pt x="3986057" y="3810000"/>
                  <a:pt x="3992880" y="3816823"/>
                  <a:pt x="3992880" y="3825240"/>
                </a:cubicBezTo>
                <a:close/>
                <a:moveTo>
                  <a:pt x="3992880" y="3977640"/>
                </a:moveTo>
                <a:cubicBezTo>
                  <a:pt x="3992880" y="3986057"/>
                  <a:pt x="3986057" y="3992880"/>
                  <a:pt x="3977640" y="3992880"/>
                </a:cubicBezTo>
                <a:cubicBezTo>
                  <a:pt x="3969223" y="3992880"/>
                  <a:pt x="3962400" y="3986057"/>
                  <a:pt x="3962400" y="3977640"/>
                </a:cubicBezTo>
                <a:cubicBezTo>
                  <a:pt x="3962400" y="3969223"/>
                  <a:pt x="3969223" y="3962400"/>
                  <a:pt x="3977640" y="3962400"/>
                </a:cubicBezTo>
                <a:cubicBezTo>
                  <a:pt x="3986057" y="3962400"/>
                  <a:pt x="3992880" y="3969223"/>
                  <a:pt x="3992880" y="3977640"/>
                </a:cubicBezTo>
                <a:close/>
                <a:moveTo>
                  <a:pt x="3992880" y="4130040"/>
                </a:moveTo>
                <a:cubicBezTo>
                  <a:pt x="3992880" y="4138457"/>
                  <a:pt x="3986057" y="4145280"/>
                  <a:pt x="3977640" y="4145280"/>
                </a:cubicBezTo>
                <a:cubicBezTo>
                  <a:pt x="3969223" y="4145280"/>
                  <a:pt x="3962400" y="4138457"/>
                  <a:pt x="3962400" y="4130040"/>
                </a:cubicBezTo>
                <a:cubicBezTo>
                  <a:pt x="3962400" y="4121623"/>
                  <a:pt x="3969223" y="4114800"/>
                  <a:pt x="3977640" y="4114800"/>
                </a:cubicBezTo>
                <a:cubicBezTo>
                  <a:pt x="3986057" y="4114800"/>
                  <a:pt x="3992880" y="4121623"/>
                  <a:pt x="3992880" y="4130040"/>
                </a:cubicBezTo>
                <a:close/>
                <a:moveTo>
                  <a:pt x="3992880" y="4282440"/>
                </a:moveTo>
                <a:cubicBezTo>
                  <a:pt x="3992880" y="4290857"/>
                  <a:pt x="3986057" y="4297680"/>
                  <a:pt x="3977640" y="4297680"/>
                </a:cubicBezTo>
                <a:cubicBezTo>
                  <a:pt x="3969223" y="4297680"/>
                  <a:pt x="3962400" y="4290857"/>
                  <a:pt x="3962400" y="4282440"/>
                </a:cubicBezTo>
                <a:cubicBezTo>
                  <a:pt x="3962400" y="4274023"/>
                  <a:pt x="3969223" y="4267200"/>
                  <a:pt x="3977640" y="4267200"/>
                </a:cubicBezTo>
                <a:cubicBezTo>
                  <a:pt x="3986057" y="4267200"/>
                  <a:pt x="3992880" y="4274023"/>
                  <a:pt x="3992880" y="4282440"/>
                </a:cubicBezTo>
                <a:close/>
                <a:moveTo>
                  <a:pt x="3992880" y="4434840"/>
                </a:moveTo>
                <a:cubicBezTo>
                  <a:pt x="3992880" y="4443257"/>
                  <a:pt x="3986057" y="4450080"/>
                  <a:pt x="3977640" y="4450080"/>
                </a:cubicBezTo>
                <a:cubicBezTo>
                  <a:pt x="3969223" y="4450080"/>
                  <a:pt x="3962400" y="4443257"/>
                  <a:pt x="3962400" y="4434840"/>
                </a:cubicBezTo>
                <a:cubicBezTo>
                  <a:pt x="3962400" y="4426423"/>
                  <a:pt x="3969223" y="4419600"/>
                  <a:pt x="3977640" y="4419600"/>
                </a:cubicBezTo>
                <a:cubicBezTo>
                  <a:pt x="3986057" y="4419600"/>
                  <a:pt x="3992880" y="4426423"/>
                  <a:pt x="3992880" y="4434840"/>
                </a:cubicBezTo>
                <a:close/>
                <a:moveTo>
                  <a:pt x="4145280" y="15240"/>
                </a:moveTo>
                <a:cubicBezTo>
                  <a:pt x="4145280" y="23657"/>
                  <a:pt x="4138457" y="30480"/>
                  <a:pt x="4130040" y="30480"/>
                </a:cubicBezTo>
                <a:cubicBezTo>
                  <a:pt x="4121623" y="30480"/>
                  <a:pt x="4114800" y="23657"/>
                  <a:pt x="4114800" y="15240"/>
                </a:cubicBezTo>
                <a:cubicBezTo>
                  <a:pt x="4114800" y="6823"/>
                  <a:pt x="4121623" y="0"/>
                  <a:pt x="4130040" y="0"/>
                </a:cubicBezTo>
                <a:cubicBezTo>
                  <a:pt x="4138457" y="0"/>
                  <a:pt x="4145280" y="6823"/>
                  <a:pt x="4145280" y="15240"/>
                </a:cubicBezTo>
                <a:close/>
                <a:moveTo>
                  <a:pt x="4145280" y="167640"/>
                </a:moveTo>
                <a:cubicBezTo>
                  <a:pt x="4145280" y="176057"/>
                  <a:pt x="4138457" y="182880"/>
                  <a:pt x="4130040" y="182880"/>
                </a:cubicBezTo>
                <a:cubicBezTo>
                  <a:pt x="4121623" y="182880"/>
                  <a:pt x="4114800" y="176057"/>
                  <a:pt x="4114800" y="167640"/>
                </a:cubicBezTo>
                <a:cubicBezTo>
                  <a:pt x="4114800" y="159223"/>
                  <a:pt x="4121623" y="152400"/>
                  <a:pt x="4130040" y="152400"/>
                </a:cubicBezTo>
                <a:cubicBezTo>
                  <a:pt x="4138457" y="152400"/>
                  <a:pt x="4145280" y="159223"/>
                  <a:pt x="4145280" y="167640"/>
                </a:cubicBezTo>
                <a:close/>
                <a:moveTo>
                  <a:pt x="4145280" y="320040"/>
                </a:moveTo>
                <a:cubicBezTo>
                  <a:pt x="4145280" y="328457"/>
                  <a:pt x="4138457" y="335280"/>
                  <a:pt x="4130040" y="335280"/>
                </a:cubicBezTo>
                <a:cubicBezTo>
                  <a:pt x="4121623" y="335280"/>
                  <a:pt x="4114800" y="328457"/>
                  <a:pt x="4114800" y="320040"/>
                </a:cubicBezTo>
                <a:cubicBezTo>
                  <a:pt x="4114800" y="311623"/>
                  <a:pt x="4121623" y="304800"/>
                  <a:pt x="4130040" y="304800"/>
                </a:cubicBezTo>
                <a:cubicBezTo>
                  <a:pt x="4138457" y="304800"/>
                  <a:pt x="4145280" y="311623"/>
                  <a:pt x="4145280" y="320040"/>
                </a:cubicBezTo>
                <a:close/>
                <a:moveTo>
                  <a:pt x="4145280" y="472440"/>
                </a:moveTo>
                <a:cubicBezTo>
                  <a:pt x="4145280" y="480857"/>
                  <a:pt x="4138457" y="487680"/>
                  <a:pt x="4130040" y="487680"/>
                </a:cubicBezTo>
                <a:cubicBezTo>
                  <a:pt x="4121623" y="487680"/>
                  <a:pt x="4114800" y="480857"/>
                  <a:pt x="4114800" y="472440"/>
                </a:cubicBezTo>
                <a:cubicBezTo>
                  <a:pt x="4114800" y="464023"/>
                  <a:pt x="4121623" y="457200"/>
                  <a:pt x="4130040" y="457200"/>
                </a:cubicBezTo>
                <a:cubicBezTo>
                  <a:pt x="4138457" y="457200"/>
                  <a:pt x="4145280" y="464023"/>
                  <a:pt x="4145280" y="472440"/>
                </a:cubicBezTo>
                <a:close/>
                <a:moveTo>
                  <a:pt x="4145280" y="624840"/>
                </a:moveTo>
                <a:cubicBezTo>
                  <a:pt x="4145280" y="633257"/>
                  <a:pt x="4138457" y="640080"/>
                  <a:pt x="4130040" y="640080"/>
                </a:cubicBezTo>
                <a:cubicBezTo>
                  <a:pt x="4121623" y="640080"/>
                  <a:pt x="4114800" y="633257"/>
                  <a:pt x="4114800" y="624840"/>
                </a:cubicBezTo>
                <a:cubicBezTo>
                  <a:pt x="4114800" y="616423"/>
                  <a:pt x="4121623" y="609600"/>
                  <a:pt x="4130040" y="609600"/>
                </a:cubicBezTo>
                <a:cubicBezTo>
                  <a:pt x="4138457" y="609600"/>
                  <a:pt x="4145280" y="616423"/>
                  <a:pt x="4145280" y="624840"/>
                </a:cubicBezTo>
                <a:close/>
                <a:moveTo>
                  <a:pt x="4145280" y="777240"/>
                </a:moveTo>
                <a:cubicBezTo>
                  <a:pt x="4145280" y="785657"/>
                  <a:pt x="4138457" y="792480"/>
                  <a:pt x="4130040" y="792480"/>
                </a:cubicBezTo>
                <a:cubicBezTo>
                  <a:pt x="4121623" y="792480"/>
                  <a:pt x="4114800" y="785657"/>
                  <a:pt x="4114800" y="777240"/>
                </a:cubicBezTo>
                <a:cubicBezTo>
                  <a:pt x="4114800" y="768823"/>
                  <a:pt x="4121623" y="762000"/>
                  <a:pt x="4130040" y="762000"/>
                </a:cubicBezTo>
                <a:cubicBezTo>
                  <a:pt x="4138457" y="762000"/>
                  <a:pt x="4145280" y="768823"/>
                  <a:pt x="4145280" y="777240"/>
                </a:cubicBezTo>
                <a:close/>
                <a:moveTo>
                  <a:pt x="4145280" y="929640"/>
                </a:moveTo>
                <a:cubicBezTo>
                  <a:pt x="4145280" y="938057"/>
                  <a:pt x="4138457" y="944880"/>
                  <a:pt x="4130040" y="944880"/>
                </a:cubicBezTo>
                <a:cubicBezTo>
                  <a:pt x="4121623" y="944880"/>
                  <a:pt x="4114800" y="938057"/>
                  <a:pt x="4114800" y="929640"/>
                </a:cubicBezTo>
                <a:cubicBezTo>
                  <a:pt x="4114800" y="921223"/>
                  <a:pt x="4121623" y="914400"/>
                  <a:pt x="4130040" y="914400"/>
                </a:cubicBezTo>
                <a:cubicBezTo>
                  <a:pt x="4138457" y="914400"/>
                  <a:pt x="4145280" y="921223"/>
                  <a:pt x="4145280" y="929640"/>
                </a:cubicBezTo>
                <a:close/>
                <a:moveTo>
                  <a:pt x="4145280" y="1082040"/>
                </a:moveTo>
                <a:cubicBezTo>
                  <a:pt x="4145280" y="1090457"/>
                  <a:pt x="4138457" y="1097280"/>
                  <a:pt x="4130040" y="1097280"/>
                </a:cubicBezTo>
                <a:cubicBezTo>
                  <a:pt x="4121623" y="1097280"/>
                  <a:pt x="4114800" y="1090457"/>
                  <a:pt x="4114800" y="1082040"/>
                </a:cubicBezTo>
                <a:cubicBezTo>
                  <a:pt x="4114800" y="1073623"/>
                  <a:pt x="4121623" y="1066800"/>
                  <a:pt x="4130040" y="1066800"/>
                </a:cubicBezTo>
                <a:cubicBezTo>
                  <a:pt x="4138457" y="1066800"/>
                  <a:pt x="4145280" y="1073623"/>
                  <a:pt x="4145280" y="1082040"/>
                </a:cubicBezTo>
                <a:close/>
                <a:moveTo>
                  <a:pt x="4145280" y="1234440"/>
                </a:moveTo>
                <a:cubicBezTo>
                  <a:pt x="4145280" y="1242857"/>
                  <a:pt x="4138457" y="1249680"/>
                  <a:pt x="4130040" y="1249680"/>
                </a:cubicBezTo>
                <a:cubicBezTo>
                  <a:pt x="4121623" y="1249680"/>
                  <a:pt x="4114800" y="1242857"/>
                  <a:pt x="4114800" y="1234440"/>
                </a:cubicBezTo>
                <a:cubicBezTo>
                  <a:pt x="4114800" y="1226023"/>
                  <a:pt x="4121623" y="1219200"/>
                  <a:pt x="4130040" y="1219200"/>
                </a:cubicBezTo>
                <a:cubicBezTo>
                  <a:pt x="4138457" y="1219200"/>
                  <a:pt x="4145280" y="1226023"/>
                  <a:pt x="4145280" y="1234440"/>
                </a:cubicBezTo>
                <a:close/>
                <a:moveTo>
                  <a:pt x="4145280" y="1386840"/>
                </a:moveTo>
                <a:cubicBezTo>
                  <a:pt x="4145280" y="1395257"/>
                  <a:pt x="4138457" y="1402080"/>
                  <a:pt x="4130040" y="1402080"/>
                </a:cubicBezTo>
                <a:cubicBezTo>
                  <a:pt x="4121623" y="1402080"/>
                  <a:pt x="4114800" y="1395257"/>
                  <a:pt x="4114800" y="1386840"/>
                </a:cubicBezTo>
                <a:cubicBezTo>
                  <a:pt x="4114800" y="1378423"/>
                  <a:pt x="4121623" y="1371600"/>
                  <a:pt x="4130040" y="1371600"/>
                </a:cubicBezTo>
                <a:cubicBezTo>
                  <a:pt x="4138457" y="1371600"/>
                  <a:pt x="4145280" y="1378423"/>
                  <a:pt x="4145280" y="1386840"/>
                </a:cubicBezTo>
                <a:close/>
                <a:moveTo>
                  <a:pt x="4145280" y="1539240"/>
                </a:moveTo>
                <a:cubicBezTo>
                  <a:pt x="4145280" y="1547657"/>
                  <a:pt x="4138457" y="1554480"/>
                  <a:pt x="4130040" y="1554480"/>
                </a:cubicBezTo>
                <a:cubicBezTo>
                  <a:pt x="4121623" y="1554480"/>
                  <a:pt x="4114800" y="1547657"/>
                  <a:pt x="4114800" y="1539240"/>
                </a:cubicBezTo>
                <a:cubicBezTo>
                  <a:pt x="4114800" y="1530823"/>
                  <a:pt x="4121623" y="1524000"/>
                  <a:pt x="4130040" y="1524000"/>
                </a:cubicBezTo>
                <a:cubicBezTo>
                  <a:pt x="4138457" y="1524000"/>
                  <a:pt x="4145280" y="1530823"/>
                  <a:pt x="4145280" y="1539240"/>
                </a:cubicBezTo>
                <a:close/>
                <a:moveTo>
                  <a:pt x="4145280" y="1691640"/>
                </a:moveTo>
                <a:cubicBezTo>
                  <a:pt x="4145280" y="1700057"/>
                  <a:pt x="4138457" y="1706880"/>
                  <a:pt x="4130040" y="1706880"/>
                </a:cubicBezTo>
                <a:cubicBezTo>
                  <a:pt x="4121623" y="1706880"/>
                  <a:pt x="4114800" y="1700057"/>
                  <a:pt x="4114800" y="1691640"/>
                </a:cubicBezTo>
                <a:cubicBezTo>
                  <a:pt x="4114800" y="1683223"/>
                  <a:pt x="4121623" y="1676400"/>
                  <a:pt x="4130040" y="1676400"/>
                </a:cubicBezTo>
                <a:cubicBezTo>
                  <a:pt x="4138457" y="1676400"/>
                  <a:pt x="4145280" y="1683223"/>
                  <a:pt x="4145280" y="1691640"/>
                </a:cubicBezTo>
                <a:close/>
                <a:moveTo>
                  <a:pt x="4145280" y="1844040"/>
                </a:moveTo>
                <a:cubicBezTo>
                  <a:pt x="4145280" y="1852457"/>
                  <a:pt x="4138457" y="1859280"/>
                  <a:pt x="4130040" y="1859280"/>
                </a:cubicBezTo>
                <a:cubicBezTo>
                  <a:pt x="4121623" y="1859280"/>
                  <a:pt x="4114800" y="1852457"/>
                  <a:pt x="4114800" y="1844040"/>
                </a:cubicBezTo>
                <a:cubicBezTo>
                  <a:pt x="4114800" y="1835623"/>
                  <a:pt x="4121623" y="1828800"/>
                  <a:pt x="4130040" y="1828800"/>
                </a:cubicBezTo>
                <a:cubicBezTo>
                  <a:pt x="4138457" y="1828800"/>
                  <a:pt x="4145280" y="1835623"/>
                  <a:pt x="4145280" y="1844040"/>
                </a:cubicBezTo>
                <a:close/>
                <a:moveTo>
                  <a:pt x="4145280" y="1996440"/>
                </a:moveTo>
                <a:cubicBezTo>
                  <a:pt x="4145280" y="2004857"/>
                  <a:pt x="4138457" y="2011680"/>
                  <a:pt x="4130040" y="2011680"/>
                </a:cubicBezTo>
                <a:cubicBezTo>
                  <a:pt x="4121623" y="2011680"/>
                  <a:pt x="4114800" y="2004857"/>
                  <a:pt x="4114800" y="1996440"/>
                </a:cubicBezTo>
                <a:cubicBezTo>
                  <a:pt x="4114800" y="1988023"/>
                  <a:pt x="4121623" y="1981200"/>
                  <a:pt x="4130040" y="1981200"/>
                </a:cubicBezTo>
                <a:cubicBezTo>
                  <a:pt x="4138457" y="1981200"/>
                  <a:pt x="4145280" y="1988023"/>
                  <a:pt x="4145280" y="1996440"/>
                </a:cubicBezTo>
                <a:close/>
                <a:moveTo>
                  <a:pt x="4145280" y="2148840"/>
                </a:moveTo>
                <a:cubicBezTo>
                  <a:pt x="4145280" y="2157257"/>
                  <a:pt x="4138457" y="2164080"/>
                  <a:pt x="4130040" y="2164080"/>
                </a:cubicBezTo>
                <a:cubicBezTo>
                  <a:pt x="4121623" y="2164080"/>
                  <a:pt x="4114800" y="2157257"/>
                  <a:pt x="4114800" y="2148840"/>
                </a:cubicBezTo>
                <a:cubicBezTo>
                  <a:pt x="4114800" y="2140423"/>
                  <a:pt x="4121623" y="2133600"/>
                  <a:pt x="4130040" y="2133600"/>
                </a:cubicBezTo>
                <a:cubicBezTo>
                  <a:pt x="4138457" y="2133600"/>
                  <a:pt x="4145280" y="2140423"/>
                  <a:pt x="4145280" y="2148840"/>
                </a:cubicBezTo>
                <a:close/>
                <a:moveTo>
                  <a:pt x="4145280" y="2301240"/>
                </a:moveTo>
                <a:cubicBezTo>
                  <a:pt x="4145280" y="2309657"/>
                  <a:pt x="4138457" y="2316480"/>
                  <a:pt x="4130040" y="2316480"/>
                </a:cubicBezTo>
                <a:cubicBezTo>
                  <a:pt x="4121623" y="2316480"/>
                  <a:pt x="4114800" y="2309657"/>
                  <a:pt x="4114800" y="2301240"/>
                </a:cubicBezTo>
                <a:cubicBezTo>
                  <a:pt x="4114800" y="2292823"/>
                  <a:pt x="4121623" y="2286000"/>
                  <a:pt x="4130040" y="2286000"/>
                </a:cubicBezTo>
                <a:cubicBezTo>
                  <a:pt x="4138457" y="2286000"/>
                  <a:pt x="4145280" y="2292823"/>
                  <a:pt x="4145280" y="2301240"/>
                </a:cubicBezTo>
                <a:close/>
                <a:moveTo>
                  <a:pt x="4145280" y="2453640"/>
                </a:moveTo>
                <a:cubicBezTo>
                  <a:pt x="4145280" y="2462057"/>
                  <a:pt x="4138457" y="2468880"/>
                  <a:pt x="4130040" y="2468880"/>
                </a:cubicBezTo>
                <a:cubicBezTo>
                  <a:pt x="4121623" y="2468880"/>
                  <a:pt x="4114800" y="2462057"/>
                  <a:pt x="4114800" y="2453640"/>
                </a:cubicBezTo>
                <a:cubicBezTo>
                  <a:pt x="4114800" y="2445223"/>
                  <a:pt x="4121623" y="2438400"/>
                  <a:pt x="4130040" y="2438400"/>
                </a:cubicBezTo>
                <a:cubicBezTo>
                  <a:pt x="4138457" y="2438400"/>
                  <a:pt x="4145280" y="2445223"/>
                  <a:pt x="4145280" y="2453640"/>
                </a:cubicBezTo>
                <a:close/>
                <a:moveTo>
                  <a:pt x="4145280" y="2606040"/>
                </a:moveTo>
                <a:cubicBezTo>
                  <a:pt x="4145280" y="2614457"/>
                  <a:pt x="4138457" y="2621280"/>
                  <a:pt x="4130040" y="2621280"/>
                </a:cubicBezTo>
                <a:cubicBezTo>
                  <a:pt x="4121623" y="2621280"/>
                  <a:pt x="4114800" y="2614457"/>
                  <a:pt x="4114800" y="2606040"/>
                </a:cubicBezTo>
                <a:cubicBezTo>
                  <a:pt x="4114800" y="2597623"/>
                  <a:pt x="4121623" y="2590800"/>
                  <a:pt x="4130040" y="2590800"/>
                </a:cubicBezTo>
                <a:cubicBezTo>
                  <a:pt x="4138457" y="2590800"/>
                  <a:pt x="4145280" y="2597623"/>
                  <a:pt x="4145280" y="2606040"/>
                </a:cubicBezTo>
                <a:close/>
                <a:moveTo>
                  <a:pt x="4145280" y="2758440"/>
                </a:moveTo>
                <a:cubicBezTo>
                  <a:pt x="4145280" y="2766857"/>
                  <a:pt x="4138457" y="2773680"/>
                  <a:pt x="4130040" y="2773680"/>
                </a:cubicBezTo>
                <a:cubicBezTo>
                  <a:pt x="4121623" y="2773680"/>
                  <a:pt x="4114800" y="2766857"/>
                  <a:pt x="4114800" y="2758440"/>
                </a:cubicBezTo>
                <a:cubicBezTo>
                  <a:pt x="4114800" y="2750023"/>
                  <a:pt x="4121623" y="2743200"/>
                  <a:pt x="4130040" y="2743200"/>
                </a:cubicBezTo>
                <a:cubicBezTo>
                  <a:pt x="4138457" y="2743200"/>
                  <a:pt x="4145280" y="2750023"/>
                  <a:pt x="4145280" y="2758440"/>
                </a:cubicBezTo>
                <a:close/>
                <a:moveTo>
                  <a:pt x="4145280" y="2910840"/>
                </a:moveTo>
                <a:cubicBezTo>
                  <a:pt x="4145280" y="2919257"/>
                  <a:pt x="4138457" y="2926080"/>
                  <a:pt x="4130040" y="2926080"/>
                </a:cubicBezTo>
                <a:cubicBezTo>
                  <a:pt x="4121623" y="2926080"/>
                  <a:pt x="4114800" y="2919257"/>
                  <a:pt x="4114800" y="2910840"/>
                </a:cubicBezTo>
                <a:cubicBezTo>
                  <a:pt x="4114800" y="2902423"/>
                  <a:pt x="4121623" y="2895600"/>
                  <a:pt x="4130040" y="2895600"/>
                </a:cubicBezTo>
                <a:cubicBezTo>
                  <a:pt x="4138457" y="2895600"/>
                  <a:pt x="4145280" y="2902423"/>
                  <a:pt x="4145280" y="2910840"/>
                </a:cubicBezTo>
                <a:close/>
                <a:moveTo>
                  <a:pt x="4145280" y="3063240"/>
                </a:moveTo>
                <a:cubicBezTo>
                  <a:pt x="4145280" y="3071657"/>
                  <a:pt x="4138457" y="3078480"/>
                  <a:pt x="4130040" y="3078480"/>
                </a:cubicBezTo>
                <a:cubicBezTo>
                  <a:pt x="4121623" y="3078480"/>
                  <a:pt x="4114800" y="3071657"/>
                  <a:pt x="4114800" y="3063240"/>
                </a:cubicBezTo>
                <a:cubicBezTo>
                  <a:pt x="4114800" y="3054823"/>
                  <a:pt x="4121623" y="3048000"/>
                  <a:pt x="4130040" y="3048000"/>
                </a:cubicBezTo>
                <a:cubicBezTo>
                  <a:pt x="4138457" y="3048000"/>
                  <a:pt x="4145280" y="3054823"/>
                  <a:pt x="4145280" y="3063240"/>
                </a:cubicBezTo>
                <a:close/>
                <a:moveTo>
                  <a:pt x="4145280" y="3215640"/>
                </a:moveTo>
                <a:cubicBezTo>
                  <a:pt x="4145280" y="3224057"/>
                  <a:pt x="4138457" y="3230880"/>
                  <a:pt x="4130040" y="3230880"/>
                </a:cubicBezTo>
                <a:cubicBezTo>
                  <a:pt x="4121623" y="3230880"/>
                  <a:pt x="4114800" y="3224057"/>
                  <a:pt x="4114800" y="3215640"/>
                </a:cubicBezTo>
                <a:cubicBezTo>
                  <a:pt x="4114800" y="3207223"/>
                  <a:pt x="4121623" y="3200400"/>
                  <a:pt x="4130040" y="3200400"/>
                </a:cubicBezTo>
                <a:cubicBezTo>
                  <a:pt x="4138457" y="3200400"/>
                  <a:pt x="4145280" y="3207223"/>
                  <a:pt x="4145280" y="3215640"/>
                </a:cubicBezTo>
                <a:close/>
                <a:moveTo>
                  <a:pt x="4145280" y="3368040"/>
                </a:moveTo>
                <a:cubicBezTo>
                  <a:pt x="4145280" y="3376457"/>
                  <a:pt x="4138457" y="3383280"/>
                  <a:pt x="4130040" y="3383280"/>
                </a:cubicBezTo>
                <a:cubicBezTo>
                  <a:pt x="4121623" y="3383280"/>
                  <a:pt x="4114800" y="3376457"/>
                  <a:pt x="4114800" y="3368040"/>
                </a:cubicBezTo>
                <a:cubicBezTo>
                  <a:pt x="4114800" y="3359623"/>
                  <a:pt x="4121623" y="3352800"/>
                  <a:pt x="4130040" y="3352800"/>
                </a:cubicBezTo>
                <a:cubicBezTo>
                  <a:pt x="4138457" y="3352800"/>
                  <a:pt x="4145280" y="3359623"/>
                  <a:pt x="4145280" y="3368040"/>
                </a:cubicBezTo>
                <a:close/>
                <a:moveTo>
                  <a:pt x="4145280" y="3520440"/>
                </a:moveTo>
                <a:cubicBezTo>
                  <a:pt x="4145280" y="3528857"/>
                  <a:pt x="4138457" y="3535680"/>
                  <a:pt x="4130040" y="3535680"/>
                </a:cubicBezTo>
                <a:cubicBezTo>
                  <a:pt x="4121623" y="3535680"/>
                  <a:pt x="4114800" y="3528857"/>
                  <a:pt x="4114800" y="3520440"/>
                </a:cubicBezTo>
                <a:cubicBezTo>
                  <a:pt x="4114800" y="3512023"/>
                  <a:pt x="4121623" y="3505200"/>
                  <a:pt x="4130040" y="3505200"/>
                </a:cubicBezTo>
                <a:cubicBezTo>
                  <a:pt x="4138457" y="3505200"/>
                  <a:pt x="4145280" y="3512023"/>
                  <a:pt x="4145280" y="3520440"/>
                </a:cubicBezTo>
                <a:close/>
                <a:moveTo>
                  <a:pt x="4145280" y="3672840"/>
                </a:moveTo>
                <a:cubicBezTo>
                  <a:pt x="4145280" y="3681257"/>
                  <a:pt x="4138457" y="3688080"/>
                  <a:pt x="4130040" y="3688080"/>
                </a:cubicBezTo>
                <a:cubicBezTo>
                  <a:pt x="4121623" y="3688080"/>
                  <a:pt x="4114800" y="3681257"/>
                  <a:pt x="4114800" y="3672840"/>
                </a:cubicBezTo>
                <a:cubicBezTo>
                  <a:pt x="4114800" y="3664423"/>
                  <a:pt x="4121623" y="3657600"/>
                  <a:pt x="4130040" y="3657600"/>
                </a:cubicBezTo>
                <a:cubicBezTo>
                  <a:pt x="4138457" y="3657600"/>
                  <a:pt x="4145280" y="3664423"/>
                  <a:pt x="4145280" y="3672840"/>
                </a:cubicBezTo>
                <a:close/>
                <a:moveTo>
                  <a:pt x="4145280" y="3825240"/>
                </a:moveTo>
                <a:cubicBezTo>
                  <a:pt x="4145280" y="3833657"/>
                  <a:pt x="4138457" y="3840480"/>
                  <a:pt x="4130040" y="3840480"/>
                </a:cubicBezTo>
                <a:cubicBezTo>
                  <a:pt x="4121623" y="3840480"/>
                  <a:pt x="4114800" y="3833657"/>
                  <a:pt x="4114800" y="3825240"/>
                </a:cubicBezTo>
                <a:cubicBezTo>
                  <a:pt x="4114800" y="3816823"/>
                  <a:pt x="4121623" y="3810000"/>
                  <a:pt x="4130040" y="3810000"/>
                </a:cubicBezTo>
                <a:cubicBezTo>
                  <a:pt x="4138457" y="3810000"/>
                  <a:pt x="4145280" y="3816823"/>
                  <a:pt x="4145280" y="3825240"/>
                </a:cubicBezTo>
                <a:close/>
                <a:moveTo>
                  <a:pt x="4145280" y="3977640"/>
                </a:moveTo>
                <a:cubicBezTo>
                  <a:pt x="4145280" y="3986057"/>
                  <a:pt x="4138457" y="3992880"/>
                  <a:pt x="4130040" y="3992880"/>
                </a:cubicBezTo>
                <a:cubicBezTo>
                  <a:pt x="4121623" y="3992880"/>
                  <a:pt x="4114800" y="3986057"/>
                  <a:pt x="4114800" y="3977640"/>
                </a:cubicBezTo>
                <a:cubicBezTo>
                  <a:pt x="4114800" y="3969223"/>
                  <a:pt x="4121623" y="3962400"/>
                  <a:pt x="4130040" y="3962400"/>
                </a:cubicBezTo>
                <a:cubicBezTo>
                  <a:pt x="4138457" y="3962400"/>
                  <a:pt x="4145280" y="3969223"/>
                  <a:pt x="4145280" y="3977640"/>
                </a:cubicBezTo>
                <a:close/>
                <a:moveTo>
                  <a:pt x="4145280" y="4130040"/>
                </a:moveTo>
                <a:cubicBezTo>
                  <a:pt x="4145280" y="4138457"/>
                  <a:pt x="4138457" y="4145280"/>
                  <a:pt x="4130040" y="4145280"/>
                </a:cubicBezTo>
                <a:cubicBezTo>
                  <a:pt x="4121623" y="4145280"/>
                  <a:pt x="4114800" y="4138457"/>
                  <a:pt x="4114800" y="4130040"/>
                </a:cubicBezTo>
                <a:cubicBezTo>
                  <a:pt x="4114800" y="4121623"/>
                  <a:pt x="4121623" y="4114800"/>
                  <a:pt x="4130040" y="4114800"/>
                </a:cubicBezTo>
                <a:cubicBezTo>
                  <a:pt x="4138457" y="4114800"/>
                  <a:pt x="4145280" y="4121623"/>
                  <a:pt x="4145280" y="4130040"/>
                </a:cubicBezTo>
                <a:close/>
                <a:moveTo>
                  <a:pt x="4145280" y="4282440"/>
                </a:moveTo>
                <a:cubicBezTo>
                  <a:pt x="4145280" y="4290857"/>
                  <a:pt x="4138457" y="4297680"/>
                  <a:pt x="4130040" y="4297680"/>
                </a:cubicBezTo>
                <a:cubicBezTo>
                  <a:pt x="4121623" y="4297680"/>
                  <a:pt x="4114800" y="4290857"/>
                  <a:pt x="4114800" y="4282440"/>
                </a:cubicBezTo>
                <a:cubicBezTo>
                  <a:pt x="4114800" y="4274023"/>
                  <a:pt x="4121623" y="4267200"/>
                  <a:pt x="4130040" y="4267200"/>
                </a:cubicBezTo>
                <a:cubicBezTo>
                  <a:pt x="4138457" y="4267200"/>
                  <a:pt x="4145280" y="4274023"/>
                  <a:pt x="4145280" y="4282440"/>
                </a:cubicBezTo>
                <a:close/>
                <a:moveTo>
                  <a:pt x="4145280" y="4434840"/>
                </a:moveTo>
                <a:cubicBezTo>
                  <a:pt x="4145280" y="4443257"/>
                  <a:pt x="4138457" y="4450080"/>
                  <a:pt x="4130040" y="4450080"/>
                </a:cubicBezTo>
                <a:cubicBezTo>
                  <a:pt x="4121623" y="4450080"/>
                  <a:pt x="4114800" y="4443257"/>
                  <a:pt x="4114800" y="4434840"/>
                </a:cubicBezTo>
                <a:cubicBezTo>
                  <a:pt x="4114800" y="4426423"/>
                  <a:pt x="4121623" y="4419600"/>
                  <a:pt x="4130040" y="4419600"/>
                </a:cubicBezTo>
                <a:cubicBezTo>
                  <a:pt x="4138457" y="4419600"/>
                  <a:pt x="4145280" y="4426423"/>
                  <a:pt x="4145280" y="4434840"/>
                </a:cubicBezTo>
                <a:close/>
                <a:moveTo>
                  <a:pt x="4297680" y="15240"/>
                </a:moveTo>
                <a:cubicBezTo>
                  <a:pt x="4297680" y="23657"/>
                  <a:pt x="4290857" y="30480"/>
                  <a:pt x="4282440" y="30480"/>
                </a:cubicBezTo>
                <a:cubicBezTo>
                  <a:pt x="4274023" y="30480"/>
                  <a:pt x="4267200" y="23657"/>
                  <a:pt x="4267200" y="15240"/>
                </a:cubicBezTo>
                <a:cubicBezTo>
                  <a:pt x="4267200" y="6823"/>
                  <a:pt x="4274023" y="0"/>
                  <a:pt x="4282440" y="0"/>
                </a:cubicBezTo>
                <a:cubicBezTo>
                  <a:pt x="4290857" y="0"/>
                  <a:pt x="4297680" y="6823"/>
                  <a:pt x="4297680" y="15240"/>
                </a:cubicBezTo>
                <a:close/>
                <a:moveTo>
                  <a:pt x="4297680" y="167640"/>
                </a:moveTo>
                <a:cubicBezTo>
                  <a:pt x="4297680" y="176057"/>
                  <a:pt x="4290857" y="182880"/>
                  <a:pt x="4282440" y="182880"/>
                </a:cubicBezTo>
                <a:cubicBezTo>
                  <a:pt x="4274023" y="182880"/>
                  <a:pt x="4267200" y="176057"/>
                  <a:pt x="4267200" y="167640"/>
                </a:cubicBezTo>
                <a:cubicBezTo>
                  <a:pt x="4267200" y="159223"/>
                  <a:pt x="4274023" y="152400"/>
                  <a:pt x="4282440" y="152400"/>
                </a:cubicBezTo>
                <a:cubicBezTo>
                  <a:pt x="4290857" y="152400"/>
                  <a:pt x="4297680" y="159223"/>
                  <a:pt x="4297680" y="167640"/>
                </a:cubicBezTo>
                <a:close/>
                <a:moveTo>
                  <a:pt x="4297680" y="320040"/>
                </a:moveTo>
                <a:cubicBezTo>
                  <a:pt x="4297680" y="328457"/>
                  <a:pt x="4290857" y="335280"/>
                  <a:pt x="4282440" y="335280"/>
                </a:cubicBezTo>
                <a:cubicBezTo>
                  <a:pt x="4274023" y="335280"/>
                  <a:pt x="4267200" y="328457"/>
                  <a:pt x="4267200" y="320040"/>
                </a:cubicBezTo>
                <a:cubicBezTo>
                  <a:pt x="4267200" y="311623"/>
                  <a:pt x="4274023" y="304800"/>
                  <a:pt x="4282440" y="304800"/>
                </a:cubicBezTo>
                <a:cubicBezTo>
                  <a:pt x="4290857" y="304800"/>
                  <a:pt x="4297680" y="311623"/>
                  <a:pt x="4297680" y="320040"/>
                </a:cubicBezTo>
                <a:close/>
                <a:moveTo>
                  <a:pt x="4297680" y="472440"/>
                </a:moveTo>
                <a:cubicBezTo>
                  <a:pt x="4297680" y="480857"/>
                  <a:pt x="4290857" y="487680"/>
                  <a:pt x="4282440" y="487680"/>
                </a:cubicBezTo>
                <a:cubicBezTo>
                  <a:pt x="4274023" y="487680"/>
                  <a:pt x="4267200" y="480857"/>
                  <a:pt x="4267200" y="472440"/>
                </a:cubicBezTo>
                <a:cubicBezTo>
                  <a:pt x="4267200" y="464023"/>
                  <a:pt x="4274023" y="457200"/>
                  <a:pt x="4282440" y="457200"/>
                </a:cubicBezTo>
                <a:cubicBezTo>
                  <a:pt x="4290857" y="457200"/>
                  <a:pt x="4297680" y="464023"/>
                  <a:pt x="4297680" y="472440"/>
                </a:cubicBezTo>
                <a:close/>
                <a:moveTo>
                  <a:pt x="4297680" y="624840"/>
                </a:moveTo>
                <a:cubicBezTo>
                  <a:pt x="4297680" y="633257"/>
                  <a:pt x="4290857" y="640080"/>
                  <a:pt x="4282440" y="640080"/>
                </a:cubicBezTo>
                <a:cubicBezTo>
                  <a:pt x="4274023" y="640080"/>
                  <a:pt x="4267200" y="633257"/>
                  <a:pt x="4267200" y="624840"/>
                </a:cubicBezTo>
                <a:cubicBezTo>
                  <a:pt x="4267200" y="616423"/>
                  <a:pt x="4274023" y="609600"/>
                  <a:pt x="4282440" y="609600"/>
                </a:cubicBezTo>
                <a:cubicBezTo>
                  <a:pt x="4290857" y="609600"/>
                  <a:pt x="4297680" y="616423"/>
                  <a:pt x="4297680" y="624840"/>
                </a:cubicBezTo>
                <a:close/>
                <a:moveTo>
                  <a:pt x="4297680" y="777240"/>
                </a:moveTo>
                <a:cubicBezTo>
                  <a:pt x="4297680" y="785657"/>
                  <a:pt x="4290857" y="792480"/>
                  <a:pt x="4282440" y="792480"/>
                </a:cubicBezTo>
                <a:cubicBezTo>
                  <a:pt x="4274023" y="792480"/>
                  <a:pt x="4267200" y="785657"/>
                  <a:pt x="4267200" y="777240"/>
                </a:cubicBezTo>
                <a:cubicBezTo>
                  <a:pt x="4267200" y="768823"/>
                  <a:pt x="4274023" y="762000"/>
                  <a:pt x="4282440" y="762000"/>
                </a:cubicBezTo>
                <a:cubicBezTo>
                  <a:pt x="4290857" y="762000"/>
                  <a:pt x="4297680" y="768823"/>
                  <a:pt x="4297680" y="777240"/>
                </a:cubicBezTo>
                <a:close/>
                <a:moveTo>
                  <a:pt x="4297680" y="929640"/>
                </a:moveTo>
                <a:cubicBezTo>
                  <a:pt x="4297680" y="938057"/>
                  <a:pt x="4290857" y="944880"/>
                  <a:pt x="4282440" y="944880"/>
                </a:cubicBezTo>
                <a:cubicBezTo>
                  <a:pt x="4274023" y="944880"/>
                  <a:pt x="4267200" y="938057"/>
                  <a:pt x="4267200" y="929640"/>
                </a:cubicBezTo>
                <a:cubicBezTo>
                  <a:pt x="4267200" y="921223"/>
                  <a:pt x="4274023" y="914400"/>
                  <a:pt x="4282440" y="914400"/>
                </a:cubicBezTo>
                <a:cubicBezTo>
                  <a:pt x="4290857" y="914400"/>
                  <a:pt x="4297680" y="921223"/>
                  <a:pt x="4297680" y="929640"/>
                </a:cubicBezTo>
                <a:close/>
                <a:moveTo>
                  <a:pt x="4297680" y="1082040"/>
                </a:moveTo>
                <a:cubicBezTo>
                  <a:pt x="4297680" y="1090457"/>
                  <a:pt x="4290857" y="1097280"/>
                  <a:pt x="4282440" y="1097280"/>
                </a:cubicBezTo>
                <a:cubicBezTo>
                  <a:pt x="4274023" y="1097280"/>
                  <a:pt x="4267200" y="1090457"/>
                  <a:pt x="4267200" y="1082040"/>
                </a:cubicBezTo>
                <a:cubicBezTo>
                  <a:pt x="4267200" y="1073623"/>
                  <a:pt x="4274023" y="1066800"/>
                  <a:pt x="4282440" y="1066800"/>
                </a:cubicBezTo>
                <a:cubicBezTo>
                  <a:pt x="4290857" y="1066800"/>
                  <a:pt x="4297680" y="1073623"/>
                  <a:pt x="4297680" y="1082040"/>
                </a:cubicBezTo>
                <a:close/>
                <a:moveTo>
                  <a:pt x="4297680" y="1234440"/>
                </a:moveTo>
                <a:cubicBezTo>
                  <a:pt x="4297680" y="1242857"/>
                  <a:pt x="4290857" y="1249680"/>
                  <a:pt x="4282440" y="1249680"/>
                </a:cubicBezTo>
                <a:cubicBezTo>
                  <a:pt x="4274023" y="1249680"/>
                  <a:pt x="4267200" y="1242857"/>
                  <a:pt x="4267200" y="1234440"/>
                </a:cubicBezTo>
                <a:cubicBezTo>
                  <a:pt x="4267200" y="1226023"/>
                  <a:pt x="4274023" y="1219200"/>
                  <a:pt x="4282440" y="1219200"/>
                </a:cubicBezTo>
                <a:cubicBezTo>
                  <a:pt x="4290857" y="1219200"/>
                  <a:pt x="4297680" y="1226023"/>
                  <a:pt x="4297680" y="1234440"/>
                </a:cubicBezTo>
                <a:close/>
                <a:moveTo>
                  <a:pt x="4297680" y="1386840"/>
                </a:moveTo>
                <a:cubicBezTo>
                  <a:pt x="4297680" y="1395257"/>
                  <a:pt x="4290857" y="1402080"/>
                  <a:pt x="4282440" y="1402080"/>
                </a:cubicBezTo>
                <a:cubicBezTo>
                  <a:pt x="4274023" y="1402080"/>
                  <a:pt x="4267200" y="1395257"/>
                  <a:pt x="4267200" y="1386840"/>
                </a:cubicBezTo>
                <a:cubicBezTo>
                  <a:pt x="4267200" y="1378423"/>
                  <a:pt x="4274023" y="1371600"/>
                  <a:pt x="4282440" y="1371600"/>
                </a:cubicBezTo>
                <a:cubicBezTo>
                  <a:pt x="4290857" y="1371600"/>
                  <a:pt x="4297680" y="1378423"/>
                  <a:pt x="4297680" y="1386840"/>
                </a:cubicBezTo>
                <a:close/>
                <a:moveTo>
                  <a:pt x="4297680" y="1539240"/>
                </a:moveTo>
                <a:cubicBezTo>
                  <a:pt x="4297680" y="1547657"/>
                  <a:pt x="4290857" y="1554480"/>
                  <a:pt x="4282440" y="1554480"/>
                </a:cubicBezTo>
                <a:cubicBezTo>
                  <a:pt x="4274023" y="1554480"/>
                  <a:pt x="4267200" y="1547657"/>
                  <a:pt x="4267200" y="1539240"/>
                </a:cubicBezTo>
                <a:cubicBezTo>
                  <a:pt x="4267200" y="1530823"/>
                  <a:pt x="4274023" y="1524000"/>
                  <a:pt x="4282440" y="1524000"/>
                </a:cubicBezTo>
                <a:cubicBezTo>
                  <a:pt x="4290857" y="1524000"/>
                  <a:pt x="4297680" y="1530823"/>
                  <a:pt x="4297680" y="1539240"/>
                </a:cubicBezTo>
                <a:close/>
                <a:moveTo>
                  <a:pt x="4297680" y="1691640"/>
                </a:moveTo>
                <a:cubicBezTo>
                  <a:pt x="4297680" y="1700057"/>
                  <a:pt x="4290857" y="1706880"/>
                  <a:pt x="4282440" y="1706880"/>
                </a:cubicBezTo>
                <a:cubicBezTo>
                  <a:pt x="4274023" y="1706880"/>
                  <a:pt x="4267200" y="1700057"/>
                  <a:pt x="4267200" y="1691640"/>
                </a:cubicBezTo>
                <a:cubicBezTo>
                  <a:pt x="4267200" y="1683223"/>
                  <a:pt x="4274023" y="1676400"/>
                  <a:pt x="4282440" y="1676400"/>
                </a:cubicBezTo>
                <a:cubicBezTo>
                  <a:pt x="4290857" y="1676400"/>
                  <a:pt x="4297680" y="1683223"/>
                  <a:pt x="4297680" y="1691640"/>
                </a:cubicBezTo>
                <a:close/>
                <a:moveTo>
                  <a:pt x="4297680" y="1844040"/>
                </a:moveTo>
                <a:cubicBezTo>
                  <a:pt x="4297680" y="1852457"/>
                  <a:pt x="4290857" y="1859280"/>
                  <a:pt x="4282440" y="1859280"/>
                </a:cubicBezTo>
                <a:cubicBezTo>
                  <a:pt x="4274023" y="1859280"/>
                  <a:pt x="4267200" y="1852457"/>
                  <a:pt x="4267200" y="1844040"/>
                </a:cubicBezTo>
                <a:cubicBezTo>
                  <a:pt x="4267200" y="1835623"/>
                  <a:pt x="4274023" y="1828800"/>
                  <a:pt x="4282440" y="1828800"/>
                </a:cubicBezTo>
                <a:cubicBezTo>
                  <a:pt x="4290857" y="1828800"/>
                  <a:pt x="4297680" y="1835623"/>
                  <a:pt x="4297680" y="1844040"/>
                </a:cubicBezTo>
                <a:close/>
                <a:moveTo>
                  <a:pt x="4297680" y="1996440"/>
                </a:moveTo>
                <a:cubicBezTo>
                  <a:pt x="4297680" y="2004857"/>
                  <a:pt x="4290857" y="2011680"/>
                  <a:pt x="4282440" y="2011680"/>
                </a:cubicBezTo>
                <a:cubicBezTo>
                  <a:pt x="4274023" y="2011680"/>
                  <a:pt x="4267200" y="2004857"/>
                  <a:pt x="4267200" y="1996440"/>
                </a:cubicBezTo>
                <a:cubicBezTo>
                  <a:pt x="4267200" y="1988023"/>
                  <a:pt x="4274023" y="1981200"/>
                  <a:pt x="4282440" y="1981200"/>
                </a:cubicBezTo>
                <a:cubicBezTo>
                  <a:pt x="4290857" y="1981200"/>
                  <a:pt x="4297680" y="1988023"/>
                  <a:pt x="4297680" y="1996440"/>
                </a:cubicBezTo>
                <a:close/>
                <a:moveTo>
                  <a:pt x="4297680" y="2148840"/>
                </a:moveTo>
                <a:cubicBezTo>
                  <a:pt x="4297680" y="2157257"/>
                  <a:pt x="4290857" y="2164080"/>
                  <a:pt x="4282440" y="2164080"/>
                </a:cubicBezTo>
                <a:cubicBezTo>
                  <a:pt x="4274023" y="2164080"/>
                  <a:pt x="4267200" y="2157257"/>
                  <a:pt x="4267200" y="2148840"/>
                </a:cubicBezTo>
                <a:cubicBezTo>
                  <a:pt x="4267200" y="2140423"/>
                  <a:pt x="4274023" y="2133600"/>
                  <a:pt x="4282440" y="2133600"/>
                </a:cubicBezTo>
                <a:cubicBezTo>
                  <a:pt x="4290857" y="2133600"/>
                  <a:pt x="4297680" y="2140423"/>
                  <a:pt x="4297680" y="2148840"/>
                </a:cubicBezTo>
                <a:close/>
                <a:moveTo>
                  <a:pt x="4297680" y="2301240"/>
                </a:moveTo>
                <a:cubicBezTo>
                  <a:pt x="4297680" y="2309657"/>
                  <a:pt x="4290857" y="2316480"/>
                  <a:pt x="4282440" y="2316480"/>
                </a:cubicBezTo>
                <a:cubicBezTo>
                  <a:pt x="4274023" y="2316480"/>
                  <a:pt x="4267200" y="2309657"/>
                  <a:pt x="4267200" y="2301240"/>
                </a:cubicBezTo>
                <a:cubicBezTo>
                  <a:pt x="4267200" y="2292823"/>
                  <a:pt x="4274023" y="2286000"/>
                  <a:pt x="4282440" y="2286000"/>
                </a:cubicBezTo>
                <a:cubicBezTo>
                  <a:pt x="4290857" y="2286000"/>
                  <a:pt x="4297680" y="2292823"/>
                  <a:pt x="4297680" y="2301240"/>
                </a:cubicBezTo>
                <a:close/>
                <a:moveTo>
                  <a:pt x="4297680" y="2453640"/>
                </a:moveTo>
                <a:cubicBezTo>
                  <a:pt x="4297680" y="2462057"/>
                  <a:pt x="4290857" y="2468880"/>
                  <a:pt x="4282440" y="2468880"/>
                </a:cubicBezTo>
                <a:cubicBezTo>
                  <a:pt x="4274023" y="2468880"/>
                  <a:pt x="4267200" y="2462057"/>
                  <a:pt x="4267200" y="2453640"/>
                </a:cubicBezTo>
                <a:cubicBezTo>
                  <a:pt x="4267200" y="2445223"/>
                  <a:pt x="4274023" y="2438400"/>
                  <a:pt x="4282440" y="2438400"/>
                </a:cubicBezTo>
                <a:cubicBezTo>
                  <a:pt x="4290857" y="2438400"/>
                  <a:pt x="4297680" y="2445223"/>
                  <a:pt x="4297680" y="2453640"/>
                </a:cubicBezTo>
                <a:close/>
                <a:moveTo>
                  <a:pt x="4297680" y="2606040"/>
                </a:moveTo>
                <a:cubicBezTo>
                  <a:pt x="4297680" y="2614457"/>
                  <a:pt x="4290857" y="2621280"/>
                  <a:pt x="4282440" y="2621280"/>
                </a:cubicBezTo>
                <a:cubicBezTo>
                  <a:pt x="4274023" y="2621280"/>
                  <a:pt x="4267200" y="2614457"/>
                  <a:pt x="4267200" y="2606040"/>
                </a:cubicBezTo>
                <a:cubicBezTo>
                  <a:pt x="4267200" y="2597623"/>
                  <a:pt x="4274023" y="2590800"/>
                  <a:pt x="4282440" y="2590800"/>
                </a:cubicBezTo>
                <a:cubicBezTo>
                  <a:pt x="4290857" y="2590800"/>
                  <a:pt x="4297680" y="2597623"/>
                  <a:pt x="4297680" y="2606040"/>
                </a:cubicBezTo>
                <a:close/>
                <a:moveTo>
                  <a:pt x="4297680" y="2758440"/>
                </a:moveTo>
                <a:cubicBezTo>
                  <a:pt x="4297680" y="2766857"/>
                  <a:pt x="4290857" y="2773680"/>
                  <a:pt x="4282440" y="2773680"/>
                </a:cubicBezTo>
                <a:cubicBezTo>
                  <a:pt x="4274023" y="2773680"/>
                  <a:pt x="4267200" y="2766857"/>
                  <a:pt x="4267200" y="2758440"/>
                </a:cubicBezTo>
                <a:cubicBezTo>
                  <a:pt x="4267200" y="2750023"/>
                  <a:pt x="4274023" y="2743200"/>
                  <a:pt x="4282440" y="2743200"/>
                </a:cubicBezTo>
                <a:cubicBezTo>
                  <a:pt x="4290857" y="2743200"/>
                  <a:pt x="4297680" y="2750023"/>
                  <a:pt x="4297680" y="2758440"/>
                </a:cubicBezTo>
                <a:close/>
                <a:moveTo>
                  <a:pt x="4297680" y="2910840"/>
                </a:moveTo>
                <a:cubicBezTo>
                  <a:pt x="4297680" y="2919257"/>
                  <a:pt x="4290857" y="2926080"/>
                  <a:pt x="4282440" y="2926080"/>
                </a:cubicBezTo>
                <a:cubicBezTo>
                  <a:pt x="4274023" y="2926080"/>
                  <a:pt x="4267200" y="2919257"/>
                  <a:pt x="4267200" y="2910840"/>
                </a:cubicBezTo>
                <a:cubicBezTo>
                  <a:pt x="4267200" y="2902423"/>
                  <a:pt x="4274023" y="2895600"/>
                  <a:pt x="4282440" y="2895600"/>
                </a:cubicBezTo>
                <a:cubicBezTo>
                  <a:pt x="4290857" y="2895600"/>
                  <a:pt x="4297680" y="2902423"/>
                  <a:pt x="4297680" y="2910840"/>
                </a:cubicBezTo>
                <a:close/>
                <a:moveTo>
                  <a:pt x="4297680" y="3063240"/>
                </a:moveTo>
                <a:cubicBezTo>
                  <a:pt x="4297680" y="3071657"/>
                  <a:pt x="4290857" y="3078480"/>
                  <a:pt x="4282440" y="3078480"/>
                </a:cubicBezTo>
                <a:cubicBezTo>
                  <a:pt x="4274023" y="3078480"/>
                  <a:pt x="4267200" y="3071657"/>
                  <a:pt x="4267200" y="3063240"/>
                </a:cubicBezTo>
                <a:cubicBezTo>
                  <a:pt x="4267200" y="3054823"/>
                  <a:pt x="4274023" y="3048000"/>
                  <a:pt x="4282440" y="3048000"/>
                </a:cubicBezTo>
                <a:cubicBezTo>
                  <a:pt x="4290857" y="3048000"/>
                  <a:pt x="4297680" y="3054823"/>
                  <a:pt x="4297680" y="3063240"/>
                </a:cubicBezTo>
                <a:close/>
                <a:moveTo>
                  <a:pt x="4297680" y="3215640"/>
                </a:moveTo>
                <a:cubicBezTo>
                  <a:pt x="4297680" y="3224057"/>
                  <a:pt x="4290857" y="3230880"/>
                  <a:pt x="4282440" y="3230880"/>
                </a:cubicBezTo>
                <a:cubicBezTo>
                  <a:pt x="4274023" y="3230880"/>
                  <a:pt x="4267200" y="3224057"/>
                  <a:pt x="4267200" y="3215640"/>
                </a:cubicBezTo>
                <a:cubicBezTo>
                  <a:pt x="4267200" y="3207223"/>
                  <a:pt x="4274023" y="3200400"/>
                  <a:pt x="4282440" y="3200400"/>
                </a:cubicBezTo>
                <a:cubicBezTo>
                  <a:pt x="4290857" y="3200400"/>
                  <a:pt x="4297680" y="3207223"/>
                  <a:pt x="4297680" y="3215640"/>
                </a:cubicBezTo>
                <a:close/>
                <a:moveTo>
                  <a:pt x="4297680" y="3368040"/>
                </a:moveTo>
                <a:cubicBezTo>
                  <a:pt x="4297680" y="3376457"/>
                  <a:pt x="4290857" y="3383280"/>
                  <a:pt x="4282440" y="3383280"/>
                </a:cubicBezTo>
                <a:cubicBezTo>
                  <a:pt x="4274023" y="3383280"/>
                  <a:pt x="4267200" y="3376457"/>
                  <a:pt x="4267200" y="3368040"/>
                </a:cubicBezTo>
                <a:cubicBezTo>
                  <a:pt x="4267200" y="3359623"/>
                  <a:pt x="4274023" y="3352800"/>
                  <a:pt x="4282440" y="3352800"/>
                </a:cubicBezTo>
                <a:cubicBezTo>
                  <a:pt x="4290857" y="3352800"/>
                  <a:pt x="4297680" y="3359623"/>
                  <a:pt x="4297680" y="3368040"/>
                </a:cubicBezTo>
                <a:close/>
                <a:moveTo>
                  <a:pt x="4297680" y="3520440"/>
                </a:moveTo>
                <a:cubicBezTo>
                  <a:pt x="4297680" y="3528857"/>
                  <a:pt x="4290857" y="3535680"/>
                  <a:pt x="4282440" y="3535680"/>
                </a:cubicBezTo>
                <a:cubicBezTo>
                  <a:pt x="4274023" y="3535680"/>
                  <a:pt x="4267200" y="3528857"/>
                  <a:pt x="4267200" y="3520440"/>
                </a:cubicBezTo>
                <a:cubicBezTo>
                  <a:pt x="4267200" y="3512023"/>
                  <a:pt x="4274023" y="3505200"/>
                  <a:pt x="4282440" y="3505200"/>
                </a:cubicBezTo>
                <a:cubicBezTo>
                  <a:pt x="4290857" y="3505200"/>
                  <a:pt x="4297680" y="3512023"/>
                  <a:pt x="4297680" y="3520440"/>
                </a:cubicBezTo>
                <a:close/>
                <a:moveTo>
                  <a:pt x="4297680" y="3672840"/>
                </a:moveTo>
                <a:cubicBezTo>
                  <a:pt x="4297680" y="3681257"/>
                  <a:pt x="4290857" y="3688080"/>
                  <a:pt x="4282440" y="3688080"/>
                </a:cubicBezTo>
                <a:cubicBezTo>
                  <a:pt x="4274023" y="3688080"/>
                  <a:pt x="4267200" y="3681257"/>
                  <a:pt x="4267200" y="3672840"/>
                </a:cubicBezTo>
                <a:cubicBezTo>
                  <a:pt x="4267200" y="3664423"/>
                  <a:pt x="4274023" y="3657600"/>
                  <a:pt x="4282440" y="3657600"/>
                </a:cubicBezTo>
                <a:cubicBezTo>
                  <a:pt x="4290857" y="3657600"/>
                  <a:pt x="4297680" y="3664423"/>
                  <a:pt x="4297680" y="3672840"/>
                </a:cubicBezTo>
                <a:close/>
                <a:moveTo>
                  <a:pt x="4297680" y="3825240"/>
                </a:moveTo>
                <a:cubicBezTo>
                  <a:pt x="4297680" y="3833657"/>
                  <a:pt x="4290857" y="3840480"/>
                  <a:pt x="4282440" y="3840480"/>
                </a:cubicBezTo>
                <a:cubicBezTo>
                  <a:pt x="4274023" y="3840480"/>
                  <a:pt x="4267200" y="3833657"/>
                  <a:pt x="4267200" y="3825240"/>
                </a:cubicBezTo>
                <a:cubicBezTo>
                  <a:pt x="4267200" y="3816823"/>
                  <a:pt x="4274023" y="3810000"/>
                  <a:pt x="4282440" y="3810000"/>
                </a:cubicBezTo>
                <a:cubicBezTo>
                  <a:pt x="4290857" y="3810000"/>
                  <a:pt x="4297680" y="3816823"/>
                  <a:pt x="4297680" y="3825240"/>
                </a:cubicBezTo>
                <a:close/>
                <a:moveTo>
                  <a:pt x="4297680" y="3977640"/>
                </a:moveTo>
                <a:cubicBezTo>
                  <a:pt x="4297680" y="3986057"/>
                  <a:pt x="4290857" y="3992880"/>
                  <a:pt x="4282440" y="3992880"/>
                </a:cubicBezTo>
                <a:cubicBezTo>
                  <a:pt x="4274023" y="3992880"/>
                  <a:pt x="4267200" y="3986057"/>
                  <a:pt x="4267200" y="3977640"/>
                </a:cubicBezTo>
                <a:cubicBezTo>
                  <a:pt x="4267200" y="3969223"/>
                  <a:pt x="4274023" y="3962400"/>
                  <a:pt x="4282440" y="3962400"/>
                </a:cubicBezTo>
                <a:cubicBezTo>
                  <a:pt x="4290857" y="3962400"/>
                  <a:pt x="4297680" y="3969223"/>
                  <a:pt x="4297680" y="3977640"/>
                </a:cubicBezTo>
                <a:close/>
                <a:moveTo>
                  <a:pt x="4297680" y="4130040"/>
                </a:moveTo>
                <a:cubicBezTo>
                  <a:pt x="4297680" y="4138457"/>
                  <a:pt x="4290857" y="4145280"/>
                  <a:pt x="4282440" y="4145280"/>
                </a:cubicBezTo>
                <a:cubicBezTo>
                  <a:pt x="4274023" y="4145280"/>
                  <a:pt x="4267200" y="4138457"/>
                  <a:pt x="4267200" y="4130040"/>
                </a:cubicBezTo>
                <a:cubicBezTo>
                  <a:pt x="4267200" y="4121623"/>
                  <a:pt x="4274023" y="4114800"/>
                  <a:pt x="4282440" y="4114800"/>
                </a:cubicBezTo>
                <a:cubicBezTo>
                  <a:pt x="4290857" y="4114800"/>
                  <a:pt x="4297680" y="4121623"/>
                  <a:pt x="4297680" y="4130040"/>
                </a:cubicBezTo>
                <a:close/>
                <a:moveTo>
                  <a:pt x="4297680" y="4282440"/>
                </a:moveTo>
                <a:cubicBezTo>
                  <a:pt x="4297680" y="4290857"/>
                  <a:pt x="4290857" y="4297680"/>
                  <a:pt x="4282440" y="4297680"/>
                </a:cubicBezTo>
                <a:cubicBezTo>
                  <a:pt x="4274023" y="4297680"/>
                  <a:pt x="4267200" y="4290857"/>
                  <a:pt x="4267200" y="4282440"/>
                </a:cubicBezTo>
                <a:cubicBezTo>
                  <a:pt x="4267200" y="4274023"/>
                  <a:pt x="4274023" y="4267200"/>
                  <a:pt x="4282440" y="4267200"/>
                </a:cubicBezTo>
                <a:cubicBezTo>
                  <a:pt x="4290857" y="4267200"/>
                  <a:pt x="4297680" y="4274023"/>
                  <a:pt x="4297680" y="4282440"/>
                </a:cubicBezTo>
                <a:close/>
                <a:moveTo>
                  <a:pt x="4297680" y="4434840"/>
                </a:moveTo>
                <a:cubicBezTo>
                  <a:pt x="4297680" y="4443257"/>
                  <a:pt x="4290857" y="4450080"/>
                  <a:pt x="4282440" y="4450080"/>
                </a:cubicBezTo>
                <a:cubicBezTo>
                  <a:pt x="4274023" y="4450080"/>
                  <a:pt x="4267200" y="4443257"/>
                  <a:pt x="4267200" y="4434840"/>
                </a:cubicBezTo>
                <a:cubicBezTo>
                  <a:pt x="4267200" y="4426423"/>
                  <a:pt x="4274023" y="4419600"/>
                  <a:pt x="4282440" y="4419600"/>
                </a:cubicBezTo>
                <a:cubicBezTo>
                  <a:pt x="4290857" y="4419600"/>
                  <a:pt x="4297680" y="4426423"/>
                  <a:pt x="4297680" y="4434840"/>
                </a:cubicBezTo>
                <a:close/>
                <a:moveTo>
                  <a:pt x="4450080" y="15240"/>
                </a:moveTo>
                <a:cubicBezTo>
                  <a:pt x="4450080" y="23657"/>
                  <a:pt x="4443257" y="30480"/>
                  <a:pt x="4434840" y="30480"/>
                </a:cubicBezTo>
                <a:cubicBezTo>
                  <a:pt x="4426423" y="30480"/>
                  <a:pt x="4419600" y="23657"/>
                  <a:pt x="4419600" y="15240"/>
                </a:cubicBezTo>
                <a:cubicBezTo>
                  <a:pt x="4419600" y="6823"/>
                  <a:pt x="4426423" y="0"/>
                  <a:pt x="4434840" y="0"/>
                </a:cubicBezTo>
                <a:cubicBezTo>
                  <a:pt x="4443257" y="0"/>
                  <a:pt x="4450080" y="6823"/>
                  <a:pt x="4450080" y="15240"/>
                </a:cubicBezTo>
                <a:close/>
                <a:moveTo>
                  <a:pt x="4450080" y="167640"/>
                </a:moveTo>
                <a:cubicBezTo>
                  <a:pt x="4450080" y="176057"/>
                  <a:pt x="4443257" y="182880"/>
                  <a:pt x="4434840" y="182880"/>
                </a:cubicBezTo>
                <a:cubicBezTo>
                  <a:pt x="4426423" y="182880"/>
                  <a:pt x="4419600" y="176057"/>
                  <a:pt x="4419600" y="167640"/>
                </a:cubicBezTo>
                <a:cubicBezTo>
                  <a:pt x="4419600" y="159223"/>
                  <a:pt x="4426423" y="152400"/>
                  <a:pt x="4434840" y="152400"/>
                </a:cubicBezTo>
                <a:cubicBezTo>
                  <a:pt x="4443257" y="152400"/>
                  <a:pt x="4450080" y="159223"/>
                  <a:pt x="4450080" y="167640"/>
                </a:cubicBezTo>
                <a:close/>
                <a:moveTo>
                  <a:pt x="4450080" y="320040"/>
                </a:moveTo>
                <a:cubicBezTo>
                  <a:pt x="4450080" y="328457"/>
                  <a:pt x="4443257" y="335280"/>
                  <a:pt x="4434840" y="335280"/>
                </a:cubicBezTo>
                <a:cubicBezTo>
                  <a:pt x="4426423" y="335280"/>
                  <a:pt x="4419600" y="328457"/>
                  <a:pt x="4419600" y="320040"/>
                </a:cubicBezTo>
                <a:cubicBezTo>
                  <a:pt x="4419600" y="311623"/>
                  <a:pt x="4426423" y="304800"/>
                  <a:pt x="4434840" y="304800"/>
                </a:cubicBezTo>
                <a:cubicBezTo>
                  <a:pt x="4443257" y="304800"/>
                  <a:pt x="4450080" y="311623"/>
                  <a:pt x="4450080" y="320040"/>
                </a:cubicBezTo>
                <a:close/>
                <a:moveTo>
                  <a:pt x="4450080" y="472440"/>
                </a:moveTo>
                <a:cubicBezTo>
                  <a:pt x="4450080" y="480857"/>
                  <a:pt x="4443257" y="487680"/>
                  <a:pt x="4434840" y="487680"/>
                </a:cubicBezTo>
                <a:cubicBezTo>
                  <a:pt x="4426423" y="487680"/>
                  <a:pt x="4419600" y="480857"/>
                  <a:pt x="4419600" y="472440"/>
                </a:cubicBezTo>
                <a:cubicBezTo>
                  <a:pt x="4419600" y="464023"/>
                  <a:pt x="4426423" y="457200"/>
                  <a:pt x="4434840" y="457200"/>
                </a:cubicBezTo>
                <a:cubicBezTo>
                  <a:pt x="4443257" y="457200"/>
                  <a:pt x="4450080" y="464023"/>
                  <a:pt x="4450080" y="472440"/>
                </a:cubicBezTo>
                <a:close/>
                <a:moveTo>
                  <a:pt x="4450080" y="624840"/>
                </a:moveTo>
                <a:cubicBezTo>
                  <a:pt x="4450080" y="633257"/>
                  <a:pt x="4443257" y="640080"/>
                  <a:pt x="4434840" y="640080"/>
                </a:cubicBezTo>
                <a:cubicBezTo>
                  <a:pt x="4426423" y="640080"/>
                  <a:pt x="4419600" y="633257"/>
                  <a:pt x="4419600" y="624840"/>
                </a:cubicBezTo>
                <a:cubicBezTo>
                  <a:pt x="4419600" y="616423"/>
                  <a:pt x="4426423" y="609600"/>
                  <a:pt x="4434840" y="609600"/>
                </a:cubicBezTo>
                <a:cubicBezTo>
                  <a:pt x="4443257" y="609600"/>
                  <a:pt x="4450080" y="616423"/>
                  <a:pt x="4450080" y="624840"/>
                </a:cubicBezTo>
                <a:close/>
                <a:moveTo>
                  <a:pt x="4450080" y="777240"/>
                </a:moveTo>
                <a:cubicBezTo>
                  <a:pt x="4450080" y="785657"/>
                  <a:pt x="4443257" y="792480"/>
                  <a:pt x="4434840" y="792480"/>
                </a:cubicBezTo>
                <a:cubicBezTo>
                  <a:pt x="4426423" y="792480"/>
                  <a:pt x="4419600" y="785657"/>
                  <a:pt x="4419600" y="777240"/>
                </a:cubicBezTo>
                <a:cubicBezTo>
                  <a:pt x="4419600" y="768823"/>
                  <a:pt x="4426423" y="762000"/>
                  <a:pt x="4434840" y="762000"/>
                </a:cubicBezTo>
                <a:cubicBezTo>
                  <a:pt x="4443257" y="762000"/>
                  <a:pt x="4450080" y="768823"/>
                  <a:pt x="4450080" y="777240"/>
                </a:cubicBezTo>
                <a:close/>
                <a:moveTo>
                  <a:pt x="4450080" y="929640"/>
                </a:moveTo>
                <a:cubicBezTo>
                  <a:pt x="4450080" y="938057"/>
                  <a:pt x="4443257" y="944880"/>
                  <a:pt x="4434840" y="944880"/>
                </a:cubicBezTo>
                <a:cubicBezTo>
                  <a:pt x="4426423" y="944880"/>
                  <a:pt x="4419600" y="938057"/>
                  <a:pt x="4419600" y="929640"/>
                </a:cubicBezTo>
                <a:cubicBezTo>
                  <a:pt x="4419600" y="921223"/>
                  <a:pt x="4426423" y="914400"/>
                  <a:pt x="4434840" y="914400"/>
                </a:cubicBezTo>
                <a:cubicBezTo>
                  <a:pt x="4443257" y="914400"/>
                  <a:pt x="4450080" y="921223"/>
                  <a:pt x="4450080" y="929640"/>
                </a:cubicBezTo>
                <a:close/>
                <a:moveTo>
                  <a:pt x="4450080" y="1082040"/>
                </a:moveTo>
                <a:cubicBezTo>
                  <a:pt x="4450080" y="1090457"/>
                  <a:pt x="4443257" y="1097280"/>
                  <a:pt x="4434840" y="1097280"/>
                </a:cubicBezTo>
                <a:cubicBezTo>
                  <a:pt x="4426423" y="1097280"/>
                  <a:pt x="4419600" y="1090457"/>
                  <a:pt x="4419600" y="1082040"/>
                </a:cubicBezTo>
                <a:cubicBezTo>
                  <a:pt x="4419600" y="1073623"/>
                  <a:pt x="4426423" y="1066800"/>
                  <a:pt x="4434840" y="1066800"/>
                </a:cubicBezTo>
                <a:cubicBezTo>
                  <a:pt x="4443257" y="1066800"/>
                  <a:pt x="4450080" y="1073623"/>
                  <a:pt x="4450080" y="1082040"/>
                </a:cubicBezTo>
                <a:close/>
                <a:moveTo>
                  <a:pt x="4450080" y="1234440"/>
                </a:moveTo>
                <a:cubicBezTo>
                  <a:pt x="4450080" y="1242857"/>
                  <a:pt x="4443257" y="1249680"/>
                  <a:pt x="4434840" y="1249680"/>
                </a:cubicBezTo>
                <a:cubicBezTo>
                  <a:pt x="4426423" y="1249680"/>
                  <a:pt x="4419600" y="1242857"/>
                  <a:pt x="4419600" y="1234440"/>
                </a:cubicBezTo>
                <a:cubicBezTo>
                  <a:pt x="4419600" y="1226023"/>
                  <a:pt x="4426423" y="1219200"/>
                  <a:pt x="4434840" y="1219200"/>
                </a:cubicBezTo>
                <a:cubicBezTo>
                  <a:pt x="4443257" y="1219200"/>
                  <a:pt x="4450080" y="1226023"/>
                  <a:pt x="4450080" y="1234440"/>
                </a:cubicBezTo>
                <a:close/>
                <a:moveTo>
                  <a:pt x="4450080" y="1386840"/>
                </a:moveTo>
                <a:cubicBezTo>
                  <a:pt x="4450080" y="1395257"/>
                  <a:pt x="4443257" y="1402080"/>
                  <a:pt x="4434840" y="1402080"/>
                </a:cubicBezTo>
                <a:cubicBezTo>
                  <a:pt x="4426423" y="1402080"/>
                  <a:pt x="4419600" y="1395257"/>
                  <a:pt x="4419600" y="1386840"/>
                </a:cubicBezTo>
                <a:cubicBezTo>
                  <a:pt x="4419600" y="1378423"/>
                  <a:pt x="4426423" y="1371600"/>
                  <a:pt x="4434840" y="1371600"/>
                </a:cubicBezTo>
                <a:cubicBezTo>
                  <a:pt x="4443257" y="1371600"/>
                  <a:pt x="4450080" y="1378423"/>
                  <a:pt x="4450080" y="1386840"/>
                </a:cubicBezTo>
                <a:close/>
                <a:moveTo>
                  <a:pt x="4450080" y="1539240"/>
                </a:moveTo>
                <a:cubicBezTo>
                  <a:pt x="4450080" y="1547657"/>
                  <a:pt x="4443257" y="1554480"/>
                  <a:pt x="4434840" y="1554480"/>
                </a:cubicBezTo>
                <a:cubicBezTo>
                  <a:pt x="4426423" y="1554480"/>
                  <a:pt x="4419600" y="1547657"/>
                  <a:pt x="4419600" y="1539240"/>
                </a:cubicBezTo>
                <a:cubicBezTo>
                  <a:pt x="4419600" y="1530823"/>
                  <a:pt x="4426423" y="1524000"/>
                  <a:pt x="4434840" y="1524000"/>
                </a:cubicBezTo>
                <a:cubicBezTo>
                  <a:pt x="4443257" y="1524000"/>
                  <a:pt x="4450080" y="1530823"/>
                  <a:pt x="4450080" y="1539240"/>
                </a:cubicBezTo>
                <a:close/>
                <a:moveTo>
                  <a:pt x="4450080" y="1691640"/>
                </a:moveTo>
                <a:cubicBezTo>
                  <a:pt x="4450080" y="1700057"/>
                  <a:pt x="4443257" y="1706880"/>
                  <a:pt x="4434840" y="1706880"/>
                </a:cubicBezTo>
                <a:cubicBezTo>
                  <a:pt x="4426423" y="1706880"/>
                  <a:pt x="4419600" y="1700057"/>
                  <a:pt x="4419600" y="1691640"/>
                </a:cubicBezTo>
                <a:cubicBezTo>
                  <a:pt x="4419600" y="1683223"/>
                  <a:pt x="4426423" y="1676400"/>
                  <a:pt x="4434840" y="1676400"/>
                </a:cubicBezTo>
                <a:cubicBezTo>
                  <a:pt x="4443257" y="1676400"/>
                  <a:pt x="4450080" y="1683223"/>
                  <a:pt x="4450080" y="1691640"/>
                </a:cubicBezTo>
                <a:close/>
                <a:moveTo>
                  <a:pt x="4450080" y="1844040"/>
                </a:moveTo>
                <a:cubicBezTo>
                  <a:pt x="4450080" y="1852457"/>
                  <a:pt x="4443257" y="1859280"/>
                  <a:pt x="4434840" y="1859280"/>
                </a:cubicBezTo>
                <a:cubicBezTo>
                  <a:pt x="4426423" y="1859280"/>
                  <a:pt x="4419600" y="1852457"/>
                  <a:pt x="4419600" y="1844040"/>
                </a:cubicBezTo>
                <a:cubicBezTo>
                  <a:pt x="4419600" y="1835623"/>
                  <a:pt x="4426423" y="1828800"/>
                  <a:pt x="4434840" y="1828800"/>
                </a:cubicBezTo>
                <a:cubicBezTo>
                  <a:pt x="4443257" y="1828800"/>
                  <a:pt x="4450080" y="1835623"/>
                  <a:pt x="4450080" y="1844040"/>
                </a:cubicBezTo>
                <a:close/>
                <a:moveTo>
                  <a:pt x="4450080" y="1996440"/>
                </a:moveTo>
                <a:cubicBezTo>
                  <a:pt x="4450080" y="2004857"/>
                  <a:pt x="4443257" y="2011680"/>
                  <a:pt x="4434840" y="2011680"/>
                </a:cubicBezTo>
                <a:cubicBezTo>
                  <a:pt x="4426423" y="2011680"/>
                  <a:pt x="4419600" y="2004857"/>
                  <a:pt x="4419600" y="1996440"/>
                </a:cubicBezTo>
                <a:cubicBezTo>
                  <a:pt x="4419600" y="1988023"/>
                  <a:pt x="4426423" y="1981200"/>
                  <a:pt x="4434840" y="1981200"/>
                </a:cubicBezTo>
                <a:cubicBezTo>
                  <a:pt x="4443257" y="1981200"/>
                  <a:pt x="4450080" y="1988023"/>
                  <a:pt x="4450080" y="1996440"/>
                </a:cubicBezTo>
                <a:close/>
                <a:moveTo>
                  <a:pt x="4450080" y="2148840"/>
                </a:moveTo>
                <a:cubicBezTo>
                  <a:pt x="4450080" y="2157257"/>
                  <a:pt x="4443257" y="2164080"/>
                  <a:pt x="4434840" y="2164080"/>
                </a:cubicBezTo>
                <a:cubicBezTo>
                  <a:pt x="4426423" y="2164080"/>
                  <a:pt x="4419600" y="2157257"/>
                  <a:pt x="4419600" y="2148840"/>
                </a:cubicBezTo>
                <a:cubicBezTo>
                  <a:pt x="4419600" y="2140423"/>
                  <a:pt x="4426423" y="2133600"/>
                  <a:pt x="4434840" y="2133600"/>
                </a:cubicBezTo>
                <a:cubicBezTo>
                  <a:pt x="4443257" y="2133600"/>
                  <a:pt x="4450080" y="2140423"/>
                  <a:pt x="4450080" y="2148840"/>
                </a:cubicBezTo>
                <a:close/>
                <a:moveTo>
                  <a:pt x="4450080" y="2301240"/>
                </a:moveTo>
                <a:cubicBezTo>
                  <a:pt x="4450080" y="2309657"/>
                  <a:pt x="4443257" y="2316480"/>
                  <a:pt x="4434840" y="2316480"/>
                </a:cubicBezTo>
                <a:cubicBezTo>
                  <a:pt x="4426423" y="2316480"/>
                  <a:pt x="4419600" y="2309657"/>
                  <a:pt x="4419600" y="2301240"/>
                </a:cubicBezTo>
                <a:cubicBezTo>
                  <a:pt x="4419600" y="2292823"/>
                  <a:pt x="4426423" y="2286000"/>
                  <a:pt x="4434840" y="2286000"/>
                </a:cubicBezTo>
                <a:cubicBezTo>
                  <a:pt x="4443257" y="2286000"/>
                  <a:pt x="4450080" y="2292823"/>
                  <a:pt x="4450080" y="2301240"/>
                </a:cubicBezTo>
                <a:close/>
                <a:moveTo>
                  <a:pt x="4450080" y="2453640"/>
                </a:moveTo>
                <a:cubicBezTo>
                  <a:pt x="4450080" y="2462057"/>
                  <a:pt x="4443257" y="2468880"/>
                  <a:pt x="4434840" y="2468880"/>
                </a:cubicBezTo>
                <a:cubicBezTo>
                  <a:pt x="4426423" y="2468880"/>
                  <a:pt x="4419600" y="2462057"/>
                  <a:pt x="4419600" y="2453640"/>
                </a:cubicBezTo>
                <a:cubicBezTo>
                  <a:pt x="4419600" y="2445223"/>
                  <a:pt x="4426423" y="2438400"/>
                  <a:pt x="4434840" y="2438400"/>
                </a:cubicBezTo>
                <a:cubicBezTo>
                  <a:pt x="4443257" y="2438400"/>
                  <a:pt x="4450080" y="2445223"/>
                  <a:pt x="4450080" y="2453640"/>
                </a:cubicBezTo>
                <a:close/>
                <a:moveTo>
                  <a:pt x="4450080" y="2606040"/>
                </a:moveTo>
                <a:cubicBezTo>
                  <a:pt x="4450080" y="2614457"/>
                  <a:pt x="4443257" y="2621280"/>
                  <a:pt x="4434840" y="2621280"/>
                </a:cubicBezTo>
                <a:cubicBezTo>
                  <a:pt x="4426423" y="2621280"/>
                  <a:pt x="4419600" y="2614457"/>
                  <a:pt x="4419600" y="2606040"/>
                </a:cubicBezTo>
                <a:cubicBezTo>
                  <a:pt x="4419600" y="2597623"/>
                  <a:pt x="4426423" y="2590800"/>
                  <a:pt x="4434840" y="2590800"/>
                </a:cubicBezTo>
                <a:cubicBezTo>
                  <a:pt x="4443257" y="2590800"/>
                  <a:pt x="4450080" y="2597623"/>
                  <a:pt x="4450080" y="2606040"/>
                </a:cubicBezTo>
                <a:close/>
                <a:moveTo>
                  <a:pt x="4450080" y="2758440"/>
                </a:moveTo>
                <a:cubicBezTo>
                  <a:pt x="4450080" y="2766857"/>
                  <a:pt x="4443257" y="2773680"/>
                  <a:pt x="4434840" y="2773680"/>
                </a:cubicBezTo>
                <a:cubicBezTo>
                  <a:pt x="4426423" y="2773680"/>
                  <a:pt x="4419600" y="2766857"/>
                  <a:pt x="4419600" y="2758440"/>
                </a:cubicBezTo>
                <a:cubicBezTo>
                  <a:pt x="4419600" y="2750023"/>
                  <a:pt x="4426423" y="2743200"/>
                  <a:pt x="4434840" y="2743200"/>
                </a:cubicBezTo>
                <a:cubicBezTo>
                  <a:pt x="4443257" y="2743200"/>
                  <a:pt x="4450080" y="2750023"/>
                  <a:pt x="4450080" y="2758440"/>
                </a:cubicBezTo>
                <a:close/>
                <a:moveTo>
                  <a:pt x="4450080" y="2910840"/>
                </a:moveTo>
                <a:cubicBezTo>
                  <a:pt x="4450080" y="2919257"/>
                  <a:pt x="4443257" y="2926080"/>
                  <a:pt x="4434840" y="2926080"/>
                </a:cubicBezTo>
                <a:cubicBezTo>
                  <a:pt x="4426423" y="2926080"/>
                  <a:pt x="4419600" y="2919257"/>
                  <a:pt x="4419600" y="2910840"/>
                </a:cubicBezTo>
                <a:cubicBezTo>
                  <a:pt x="4419600" y="2902423"/>
                  <a:pt x="4426423" y="2895600"/>
                  <a:pt x="4434840" y="2895600"/>
                </a:cubicBezTo>
                <a:cubicBezTo>
                  <a:pt x="4443257" y="2895600"/>
                  <a:pt x="4450080" y="2902423"/>
                  <a:pt x="4450080" y="2910840"/>
                </a:cubicBezTo>
                <a:close/>
                <a:moveTo>
                  <a:pt x="4450080" y="3063240"/>
                </a:moveTo>
                <a:cubicBezTo>
                  <a:pt x="4450080" y="3071657"/>
                  <a:pt x="4443257" y="3078480"/>
                  <a:pt x="4434840" y="3078480"/>
                </a:cubicBezTo>
                <a:cubicBezTo>
                  <a:pt x="4426423" y="3078480"/>
                  <a:pt x="4419600" y="3071657"/>
                  <a:pt x="4419600" y="3063240"/>
                </a:cubicBezTo>
                <a:cubicBezTo>
                  <a:pt x="4419600" y="3054823"/>
                  <a:pt x="4426423" y="3048000"/>
                  <a:pt x="4434840" y="3048000"/>
                </a:cubicBezTo>
                <a:cubicBezTo>
                  <a:pt x="4443257" y="3048000"/>
                  <a:pt x="4450080" y="3054823"/>
                  <a:pt x="4450080" y="3063240"/>
                </a:cubicBezTo>
                <a:close/>
                <a:moveTo>
                  <a:pt x="4450080" y="3215640"/>
                </a:moveTo>
                <a:cubicBezTo>
                  <a:pt x="4450080" y="3224057"/>
                  <a:pt x="4443257" y="3230880"/>
                  <a:pt x="4434840" y="3230880"/>
                </a:cubicBezTo>
                <a:cubicBezTo>
                  <a:pt x="4426423" y="3230880"/>
                  <a:pt x="4419600" y="3224057"/>
                  <a:pt x="4419600" y="3215640"/>
                </a:cubicBezTo>
                <a:cubicBezTo>
                  <a:pt x="4419600" y="3207223"/>
                  <a:pt x="4426423" y="3200400"/>
                  <a:pt x="4434840" y="3200400"/>
                </a:cubicBezTo>
                <a:cubicBezTo>
                  <a:pt x="4443257" y="3200400"/>
                  <a:pt x="4450080" y="3207223"/>
                  <a:pt x="4450080" y="3215640"/>
                </a:cubicBezTo>
                <a:close/>
                <a:moveTo>
                  <a:pt x="4450080" y="3368040"/>
                </a:moveTo>
                <a:cubicBezTo>
                  <a:pt x="4450080" y="3376457"/>
                  <a:pt x="4443257" y="3383280"/>
                  <a:pt x="4434840" y="3383280"/>
                </a:cubicBezTo>
                <a:cubicBezTo>
                  <a:pt x="4426423" y="3383280"/>
                  <a:pt x="4419600" y="3376457"/>
                  <a:pt x="4419600" y="3368040"/>
                </a:cubicBezTo>
                <a:cubicBezTo>
                  <a:pt x="4419600" y="3359623"/>
                  <a:pt x="4426423" y="3352800"/>
                  <a:pt x="4434840" y="3352800"/>
                </a:cubicBezTo>
                <a:cubicBezTo>
                  <a:pt x="4443257" y="3352800"/>
                  <a:pt x="4450080" y="3359623"/>
                  <a:pt x="4450080" y="3368040"/>
                </a:cubicBezTo>
                <a:close/>
                <a:moveTo>
                  <a:pt x="4450080" y="3520440"/>
                </a:moveTo>
                <a:cubicBezTo>
                  <a:pt x="4450080" y="3528857"/>
                  <a:pt x="4443257" y="3535680"/>
                  <a:pt x="4434840" y="3535680"/>
                </a:cubicBezTo>
                <a:cubicBezTo>
                  <a:pt x="4426423" y="3535680"/>
                  <a:pt x="4419600" y="3528857"/>
                  <a:pt x="4419600" y="3520440"/>
                </a:cubicBezTo>
                <a:cubicBezTo>
                  <a:pt x="4419600" y="3512023"/>
                  <a:pt x="4426423" y="3505200"/>
                  <a:pt x="4434840" y="3505200"/>
                </a:cubicBezTo>
                <a:cubicBezTo>
                  <a:pt x="4443257" y="3505200"/>
                  <a:pt x="4450080" y="3512023"/>
                  <a:pt x="4450080" y="3520440"/>
                </a:cubicBezTo>
                <a:close/>
                <a:moveTo>
                  <a:pt x="4450080" y="3672840"/>
                </a:moveTo>
                <a:cubicBezTo>
                  <a:pt x="4450080" y="3681257"/>
                  <a:pt x="4443257" y="3688080"/>
                  <a:pt x="4434840" y="3688080"/>
                </a:cubicBezTo>
                <a:cubicBezTo>
                  <a:pt x="4426423" y="3688080"/>
                  <a:pt x="4419600" y="3681257"/>
                  <a:pt x="4419600" y="3672840"/>
                </a:cubicBezTo>
                <a:cubicBezTo>
                  <a:pt x="4419600" y="3664423"/>
                  <a:pt x="4426423" y="3657600"/>
                  <a:pt x="4434840" y="3657600"/>
                </a:cubicBezTo>
                <a:cubicBezTo>
                  <a:pt x="4443257" y="3657600"/>
                  <a:pt x="4450080" y="3664423"/>
                  <a:pt x="4450080" y="3672840"/>
                </a:cubicBezTo>
                <a:close/>
                <a:moveTo>
                  <a:pt x="4450080" y="3825240"/>
                </a:moveTo>
                <a:cubicBezTo>
                  <a:pt x="4450080" y="3833657"/>
                  <a:pt x="4443257" y="3840480"/>
                  <a:pt x="4434840" y="3840480"/>
                </a:cubicBezTo>
                <a:cubicBezTo>
                  <a:pt x="4426423" y="3840480"/>
                  <a:pt x="4419600" y="3833657"/>
                  <a:pt x="4419600" y="3825240"/>
                </a:cubicBezTo>
                <a:cubicBezTo>
                  <a:pt x="4419600" y="3816823"/>
                  <a:pt x="4426423" y="3810000"/>
                  <a:pt x="4434840" y="3810000"/>
                </a:cubicBezTo>
                <a:cubicBezTo>
                  <a:pt x="4443257" y="3810000"/>
                  <a:pt x="4450080" y="3816823"/>
                  <a:pt x="4450080" y="3825240"/>
                </a:cubicBezTo>
                <a:close/>
                <a:moveTo>
                  <a:pt x="4450080" y="3977640"/>
                </a:moveTo>
                <a:cubicBezTo>
                  <a:pt x="4450080" y="3986057"/>
                  <a:pt x="4443257" y="3992880"/>
                  <a:pt x="4434840" y="3992880"/>
                </a:cubicBezTo>
                <a:cubicBezTo>
                  <a:pt x="4426423" y="3992880"/>
                  <a:pt x="4419600" y="3986057"/>
                  <a:pt x="4419600" y="3977640"/>
                </a:cubicBezTo>
                <a:cubicBezTo>
                  <a:pt x="4419600" y="3969223"/>
                  <a:pt x="4426423" y="3962400"/>
                  <a:pt x="4434840" y="3962400"/>
                </a:cubicBezTo>
                <a:cubicBezTo>
                  <a:pt x="4443257" y="3962400"/>
                  <a:pt x="4450080" y="3969223"/>
                  <a:pt x="4450080" y="3977640"/>
                </a:cubicBezTo>
                <a:close/>
                <a:moveTo>
                  <a:pt x="4450080" y="4130040"/>
                </a:moveTo>
                <a:cubicBezTo>
                  <a:pt x="4450080" y="4138457"/>
                  <a:pt x="4443257" y="4145280"/>
                  <a:pt x="4434840" y="4145280"/>
                </a:cubicBezTo>
                <a:cubicBezTo>
                  <a:pt x="4426423" y="4145280"/>
                  <a:pt x="4419600" y="4138457"/>
                  <a:pt x="4419600" y="4130040"/>
                </a:cubicBezTo>
                <a:cubicBezTo>
                  <a:pt x="4419600" y="4121623"/>
                  <a:pt x="4426423" y="4114800"/>
                  <a:pt x="4434840" y="4114800"/>
                </a:cubicBezTo>
                <a:cubicBezTo>
                  <a:pt x="4443257" y="4114800"/>
                  <a:pt x="4450080" y="4121623"/>
                  <a:pt x="4450080" y="4130040"/>
                </a:cubicBezTo>
                <a:close/>
                <a:moveTo>
                  <a:pt x="4450080" y="4282440"/>
                </a:moveTo>
                <a:cubicBezTo>
                  <a:pt x="4450080" y="4290857"/>
                  <a:pt x="4443257" y="4297680"/>
                  <a:pt x="4434840" y="4297680"/>
                </a:cubicBezTo>
                <a:cubicBezTo>
                  <a:pt x="4426423" y="4297680"/>
                  <a:pt x="4419600" y="4290857"/>
                  <a:pt x="4419600" y="4282440"/>
                </a:cubicBezTo>
                <a:cubicBezTo>
                  <a:pt x="4419600" y="4274023"/>
                  <a:pt x="4426423" y="4267200"/>
                  <a:pt x="4434840" y="4267200"/>
                </a:cubicBezTo>
                <a:cubicBezTo>
                  <a:pt x="4443257" y="4267200"/>
                  <a:pt x="4450080" y="4274023"/>
                  <a:pt x="4450080" y="4282440"/>
                </a:cubicBezTo>
                <a:close/>
                <a:moveTo>
                  <a:pt x="4450080" y="4434840"/>
                </a:moveTo>
                <a:cubicBezTo>
                  <a:pt x="4450080" y="4443257"/>
                  <a:pt x="4443257" y="4450080"/>
                  <a:pt x="4434840" y="4450080"/>
                </a:cubicBezTo>
                <a:cubicBezTo>
                  <a:pt x="4426423" y="4450080"/>
                  <a:pt x="4419600" y="4443257"/>
                  <a:pt x="4419600" y="4434840"/>
                </a:cubicBezTo>
                <a:cubicBezTo>
                  <a:pt x="4419600" y="4426423"/>
                  <a:pt x="4426423" y="4419600"/>
                  <a:pt x="4434840" y="4419600"/>
                </a:cubicBezTo>
                <a:cubicBezTo>
                  <a:pt x="4443257" y="4419600"/>
                  <a:pt x="4450080" y="4426423"/>
                  <a:pt x="4450080" y="4434840"/>
                </a:cubicBezTo>
                <a:close/>
                <a:moveTo>
                  <a:pt x="4602480" y="15240"/>
                </a:moveTo>
                <a:cubicBezTo>
                  <a:pt x="4602480" y="23657"/>
                  <a:pt x="4595657" y="30480"/>
                  <a:pt x="4587240" y="30480"/>
                </a:cubicBezTo>
                <a:cubicBezTo>
                  <a:pt x="4578823" y="30480"/>
                  <a:pt x="4572000" y="23657"/>
                  <a:pt x="4572000" y="15240"/>
                </a:cubicBezTo>
                <a:cubicBezTo>
                  <a:pt x="4572000" y="6823"/>
                  <a:pt x="4578823" y="0"/>
                  <a:pt x="4587240" y="0"/>
                </a:cubicBezTo>
                <a:cubicBezTo>
                  <a:pt x="4595657" y="0"/>
                  <a:pt x="4602480" y="6823"/>
                  <a:pt x="4602480" y="15240"/>
                </a:cubicBezTo>
                <a:close/>
                <a:moveTo>
                  <a:pt x="4602480" y="167640"/>
                </a:moveTo>
                <a:cubicBezTo>
                  <a:pt x="4602480" y="176057"/>
                  <a:pt x="4595657" y="182880"/>
                  <a:pt x="4587240" y="182880"/>
                </a:cubicBezTo>
                <a:cubicBezTo>
                  <a:pt x="4578823" y="182880"/>
                  <a:pt x="4572000" y="176057"/>
                  <a:pt x="4572000" y="167640"/>
                </a:cubicBezTo>
                <a:cubicBezTo>
                  <a:pt x="4572000" y="159223"/>
                  <a:pt x="4578823" y="152400"/>
                  <a:pt x="4587240" y="152400"/>
                </a:cubicBezTo>
                <a:cubicBezTo>
                  <a:pt x="4595657" y="152400"/>
                  <a:pt x="4602480" y="159223"/>
                  <a:pt x="4602480" y="167640"/>
                </a:cubicBezTo>
                <a:close/>
                <a:moveTo>
                  <a:pt x="4602480" y="320040"/>
                </a:moveTo>
                <a:cubicBezTo>
                  <a:pt x="4602480" y="328457"/>
                  <a:pt x="4595657" y="335280"/>
                  <a:pt x="4587240" y="335280"/>
                </a:cubicBezTo>
                <a:cubicBezTo>
                  <a:pt x="4578823" y="335280"/>
                  <a:pt x="4572000" y="328457"/>
                  <a:pt x="4572000" y="320040"/>
                </a:cubicBezTo>
                <a:cubicBezTo>
                  <a:pt x="4572000" y="311623"/>
                  <a:pt x="4578823" y="304800"/>
                  <a:pt x="4587240" y="304800"/>
                </a:cubicBezTo>
                <a:cubicBezTo>
                  <a:pt x="4595657" y="304800"/>
                  <a:pt x="4602480" y="311623"/>
                  <a:pt x="4602480" y="320040"/>
                </a:cubicBezTo>
                <a:close/>
                <a:moveTo>
                  <a:pt x="4602480" y="472440"/>
                </a:moveTo>
                <a:cubicBezTo>
                  <a:pt x="4602480" y="480857"/>
                  <a:pt x="4595657" y="487680"/>
                  <a:pt x="4587240" y="487680"/>
                </a:cubicBezTo>
                <a:cubicBezTo>
                  <a:pt x="4578823" y="487680"/>
                  <a:pt x="4572000" y="480857"/>
                  <a:pt x="4572000" y="472440"/>
                </a:cubicBezTo>
                <a:cubicBezTo>
                  <a:pt x="4572000" y="464023"/>
                  <a:pt x="4578823" y="457200"/>
                  <a:pt x="4587240" y="457200"/>
                </a:cubicBezTo>
                <a:cubicBezTo>
                  <a:pt x="4595657" y="457200"/>
                  <a:pt x="4602480" y="464023"/>
                  <a:pt x="4602480" y="472440"/>
                </a:cubicBezTo>
                <a:close/>
                <a:moveTo>
                  <a:pt x="4602480" y="624840"/>
                </a:moveTo>
                <a:cubicBezTo>
                  <a:pt x="4602480" y="633257"/>
                  <a:pt x="4595657" y="640080"/>
                  <a:pt x="4587240" y="640080"/>
                </a:cubicBezTo>
                <a:cubicBezTo>
                  <a:pt x="4578823" y="640080"/>
                  <a:pt x="4572000" y="633257"/>
                  <a:pt x="4572000" y="624840"/>
                </a:cubicBezTo>
                <a:cubicBezTo>
                  <a:pt x="4572000" y="616423"/>
                  <a:pt x="4578823" y="609600"/>
                  <a:pt x="4587240" y="609600"/>
                </a:cubicBezTo>
                <a:cubicBezTo>
                  <a:pt x="4595657" y="609600"/>
                  <a:pt x="4602480" y="616423"/>
                  <a:pt x="4602480" y="624840"/>
                </a:cubicBezTo>
                <a:close/>
                <a:moveTo>
                  <a:pt x="4602480" y="777240"/>
                </a:moveTo>
                <a:cubicBezTo>
                  <a:pt x="4602480" y="785657"/>
                  <a:pt x="4595657" y="792480"/>
                  <a:pt x="4587240" y="792480"/>
                </a:cubicBezTo>
                <a:cubicBezTo>
                  <a:pt x="4578823" y="792480"/>
                  <a:pt x="4572000" y="785657"/>
                  <a:pt x="4572000" y="777240"/>
                </a:cubicBezTo>
                <a:cubicBezTo>
                  <a:pt x="4572000" y="768823"/>
                  <a:pt x="4578823" y="762000"/>
                  <a:pt x="4587240" y="762000"/>
                </a:cubicBezTo>
                <a:cubicBezTo>
                  <a:pt x="4595657" y="762000"/>
                  <a:pt x="4602480" y="768823"/>
                  <a:pt x="4602480" y="777240"/>
                </a:cubicBezTo>
                <a:close/>
                <a:moveTo>
                  <a:pt x="4602480" y="929640"/>
                </a:moveTo>
                <a:cubicBezTo>
                  <a:pt x="4602480" y="938057"/>
                  <a:pt x="4595657" y="944880"/>
                  <a:pt x="4587240" y="944880"/>
                </a:cubicBezTo>
                <a:cubicBezTo>
                  <a:pt x="4578823" y="944880"/>
                  <a:pt x="4572000" y="938057"/>
                  <a:pt x="4572000" y="929640"/>
                </a:cubicBezTo>
                <a:cubicBezTo>
                  <a:pt x="4572000" y="921223"/>
                  <a:pt x="4578823" y="914400"/>
                  <a:pt x="4587240" y="914400"/>
                </a:cubicBezTo>
                <a:cubicBezTo>
                  <a:pt x="4595657" y="914400"/>
                  <a:pt x="4602480" y="921223"/>
                  <a:pt x="4602480" y="929640"/>
                </a:cubicBezTo>
                <a:close/>
                <a:moveTo>
                  <a:pt x="4602480" y="1082040"/>
                </a:moveTo>
                <a:cubicBezTo>
                  <a:pt x="4602480" y="1090457"/>
                  <a:pt x="4595657" y="1097280"/>
                  <a:pt x="4587240" y="1097280"/>
                </a:cubicBezTo>
                <a:cubicBezTo>
                  <a:pt x="4578823" y="1097280"/>
                  <a:pt x="4572000" y="1090457"/>
                  <a:pt x="4572000" y="1082040"/>
                </a:cubicBezTo>
                <a:cubicBezTo>
                  <a:pt x="4572000" y="1073623"/>
                  <a:pt x="4578823" y="1066800"/>
                  <a:pt x="4587240" y="1066800"/>
                </a:cubicBezTo>
                <a:cubicBezTo>
                  <a:pt x="4595657" y="1066800"/>
                  <a:pt x="4602480" y="1073623"/>
                  <a:pt x="4602480" y="1082040"/>
                </a:cubicBezTo>
                <a:close/>
                <a:moveTo>
                  <a:pt x="4602480" y="1234440"/>
                </a:moveTo>
                <a:cubicBezTo>
                  <a:pt x="4602480" y="1242857"/>
                  <a:pt x="4595657" y="1249680"/>
                  <a:pt x="4587240" y="1249680"/>
                </a:cubicBezTo>
                <a:cubicBezTo>
                  <a:pt x="4578823" y="1249680"/>
                  <a:pt x="4572000" y="1242857"/>
                  <a:pt x="4572000" y="1234440"/>
                </a:cubicBezTo>
                <a:cubicBezTo>
                  <a:pt x="4572000" y="1226023"/>
                  <a:pt x="4578823" y="1219200"/>
                  <a:pt x="4587240" y="1219200"/>
                </a:cubicBezTo>
                <a:cubicBezTo>
                  <a:pt x="4595657" y="1219200"/>
                  <a:pt x="4602480" y="1226023"/>
                  <a:pt x="4602480" y="1234440"/>
                </a:cubicBezTo>
                <a:close/>
                <a:moveTo>
                  <a:pt x="4602480" y="1386840"/>
                </a:moveTo>
                <a:cubicBezTo>
                  <a:pt x="4602480" y="1395257"/>
                  <a:pt x="4595657" y="1402080"/>
                  <a:pt x="4587240" y="1402080"/>
                </a:cubicBezTo>
                <a:cubicBezTo>
                  <a:pt x="4578823" y="1402080"/>
                  <a:pt x="4572000" y="1395257"/>
                  <a:pt x="4572000" y="1386840"/>
                </a:cubicBezTo>
                <a:cubicBezTo>
                  <a:pt x="4572000" y="1378423"/>
                  <a:pt x="4578823" y="1371600"/>
                  <a:pt x="4587240" y="1371600"/>
                </a:cubicBezTo>
                <a:cubicBezTo>
                  <a:pt x="4595657" y="1371600"/>
                  <a:pt x="4602480" y="1378423"/>
                  <a:pt x="4602480" y="1386840"/>
                </a:cubicBezTo>
                <a:close/>
                <a:moveTo>
                  <a:pt x="4602480" y="1539240"/>
                </a:moveTo>
                <a:cubicBezTo>
                  <a:pt x="4602480" y="1547657"/>
                  <a:pt x="4595657" y="1554480"/>
                  <a:pt x="4587240" y="1554480"/>
                </a:cubicBezTo>
                <a:cubicBezTo>
                  <a:pt x="4578823" y="1554480"/>
                  <a:pt x="4572000" y="1547657"/>
                  <a:pt x="4572000" y="1539240"/>
                </a:cubicBezTo>
                <a:cubicBezTo>
                  <a:pt x="4572000" y="1530823"/>
                  <a:pt x="4578823" y="1524000"/>
                  <a:pt x="4587240" y="1524000"/>
                </a:cubicBezTo>
                <a:cubicBezTo>
                  <a:pt x="4595657" y="1524000"/>
                  <a:pt x="4602480" y="1530823"/>
                  <a:pt x="4602480" y="1539240"/>
                </a:cubicBezTo>
                <a:close/>
                <a:moveTo>
                  <a:pt x="4602480" y="1691640"/>
                </a:moveTo>
                <a:cubicBezTo>
                  <a:pt x="4602480" y="1700057"/>
                  <a:pt x="4595657" y="1706880"/>
                  <a:pt x="4587240" y="1706880"/>
                </a:cubicBezTo>
                <a:cubicBezTo>
                  <a:pt x="4578823" y="1706880"/>
                  <a:pt x="4572000" y="1700057"/>
                  <a:pt x="4572000" y="1691640"/>
                </a:cubicBezTo>
                <a:cubicBezTo>
                  <a:pt x="4572000" y="1683223"/>
                  <a:pt x="4578823" y="1676400"/>
                  <a:pt x="4587240" y="1676400"/>
                </a:cubicBezTo>
                <a:cubicBezTo>
                  <a:pt x="4595657" y="1676400"/>
                  <a:pt x="4602480" y="1683223"/>
                  <a:pt x="4602480" y="1691640"/>
                </a:cubicBezTo>
                <a:close/>
                <a:moveTo>
                  <a:pt x="4602480" y="1844040"/>
                </a:moveTo>
                <a:cubicBezTo>
                  <a:pt x="4602480" y="1852457"/>
                  <a:pt x="4595657" y="1859280"/>
                  <a:pt x="4587240" y="1859280"/>
                </a:cubicBezTo>
                <a:cubicBezTo>
                  <a:pt x="4578823" y="1859280"/>
                  <a:pt x="4572000" y="1852457"/>
                  <a:pt x="4572000" y="1844040"/>
                </a:cubicBezTo>
                <a:cubicBezTo>
                  <a:pt x="4572000" y="1835623"/>
                  <a:pt x="4578823" y="1828800"/>
                  <a:pt x="4587240" y="1828800"/>
                </a:cubicBezTo>
                <a:cubicBezTo>
                  <a:pt x="4595657" y="1828800"/>
                  <a:pt x="4602480" y="1835623"/>
                  <a:pt x="4602480" y="1844040"/>
                </a:cubicBezTo>
                <a:close/>
                <a:moveTo>
                  <a:pt x="4602480" y="1996440"/>
                </a:moveTo>
                <a:cubicBezTo>
                  <a:pt x="4602480" y="2004857"/>
                  <a:pt x="4595657" y="2011680"/>
                  <a:pt x="4587240" y="2011680"/>
                </a:cubicBezTo>
                <a:cubicBezTo>
                  <a:pt x="4578823" y="2011680"/>
                  <a:pt x="4572000" y="2004857"/>
                  <a:pt x="4572000" y="1996440"/>
                </a:cubicBezTo>
                <a:cubicBezTo>
                  <a:pt x="4572000" y="1988023"/>
                  <a:pt x="4578823" y="1981200"/>
                  <a:pt x="4587240" y="1981200"/>
                </a:cubicBezTo>
                <a:cubicBezTo>
                  <a:pt x="4595657" y="1981200"/>
                  <a:pt x="4602480" y="1988023"/>
                  <a:pt x="4602480" y="1996440"/>
                </a:cubicBezTo>
                <a:close/>
                <a:moveTo>
                  <a:pt x="4602480" y="2148840"/>
                </a:moveTo>
                <a:cubicBezTo>
                  <a:pt x="4602480" y="2157257"/>
                  <a:pt x="4595657" y="2164080"/>
                  <a:pt x="4587240" y="2164080"/>
                </a:cubicBezTo>
                <a:cubicBezTo>
                  <a:pt x="4578823" y="2164080"/>
                  <a:pt x="4572000" y="2157257"/>
                  <a:pt x="4572000" y="2148840"/>
                </a:cubicBezTo>
                <a:cubicBezTo>
                  <a:pt x="4572000" y="2140423"/>
                  <a:pt x="4578823" y="2133600"/>
                  <a:pt x="4587240" y="2133600"/>
                </a:cubicBezTo>
                <a:cubicBezTo>
                  <a:pt x="4595657" y="2133600"/>
                  <a:pt x="4602480" y="2140423"/>
                  <a:pt x="4602480" y="2148840"/>
                </a:cubicBezTo>
                <a:close/>
                <a:moveTo>
                  <a:pt x="4602480" y="2301240"/>
                </a:moveTo>
                <a:cubicBezTo>
                  <a:pt x="4602480" y="2309657"/>
                  <a:pt x="4595657" y="2316480"/>
                  <a:pt x="4587240" y="2316480"/>
                </a:cubicBezTo>
                <a:cubicBezTo>
                  <a:pt x="4578823" y="2316480"/>
                  <a:pt x="4572000" y="2309657"/>
                  <a:pt x="4572000" y="2301240"/>
                </a:cubicBezTo>
                <a:cubicBezTo>
                  <a:pt x="4572000" y="2292823"/>
                  <a:pt x="4578823" y="2286000"/>
                  <a:pt x="4587240" y="2286000"/>
                </a:cubicBezTo>
                <a:cubicBezTo>
                  <a:pt x="4595657" y="2286000"/>
                  <a:pt x="4602480" y="2292823"/>
                  <a:pt x="4602480" y="2301240"/>
                </a:cubicBezTo>
                <a:close/>
                <a:moveTo>
                  <a:pt x="4602480" y="2453640"/>
                </a:moveTo>
                <a:cubicBezTo>
                  <a:pt x="4602480" y="2462057"/>
                  <a:pt x="4595657" y="2468880"/>
                  <a:pt x="4587240" y="2468880"/>
                </a:cubicBezTo>
                <a:cubicBezTo>
                  <a:pt x="4578823" y="2468880"/>
                  <a:pt x="4572000" y="2462057"/>
                  <a:pt x="4572000" y="2453640"/>
                </a:cubicBezTo>
                <a:cubicBezTo>
                  <a:pt x="4572000" y="2445223"/>
                  <a:pt x="4578823" y="2438400"/>
                  <a:pt x="4587240" y="2438400"/>
                </a:cubicBezTo>
                <a:cubicBezTo>
                  <a:pt x="4595657" y="2438400"/>
                  <a:pt x="4602480" y="2445223"/>
                  <a:pt x="4602480" y="2453640"/>
                </a:cubicBezTo>
                <a:close/>
                <a:moveTo>
                  <a:pt x="4602480" y="2606040"/>
                </a:moveTo>
                <a:cubicBezTo>
                  <a:pt x="4602480" y="2614457"/>
                  <a:pt x="4595657" y="2621280"/>
                  <a:pt x="4587240" y="2621280"/>
                </a:cubicBezTo>
                <a:cubicBezTo>
                  <a:pt x="4578823" y="2621280"/>
                  <a:pt x="4572000" y="2614457"/>
                  <a:pt x="4572000" y="2606040"/>
                </a:cubicBezTo>
                <a:cubicBezTo>
                  <a:pt x="4572000" y="2597623"/>
                  <a:pt x="4578823" y="2590800"/>
                  <a:pt x="4587240" y="2590800"/>
                </a:cubicBezTo>
                <a:cubicBezTo>
                  <a:pt x="4595657" y="2590800"/>
                  <a:pt x="4602480" y="2597623"/>
                  <a:pt x="4602480" y="2606040"/>
                </a:cubicBezTo>
                <a:close/>
                <a:moveTo>
                  <a:pt x="4602480" y="2758440"/>
                </a:moveTo>
                <a:cubicBezTo>
                  <a:pt x="4602480" y="2766857"/>
                  <a:pt x="4595657" y="2773680"/>
                  <a:pt x="4587240" y="2773680"/>
                </a:cubicBezTo>
                <a:cubicBezTo>
                  <a:pt x="4578823" y="2773680"/>
                  <a:pt x="4572000" y="2766857"/>
                  <a:pt x="4572000" y="2758440"/>
                </a:cubicBezTo>
                <a:cubicBezTo>
                  <a:pt x="4572000" y="2750023"/>
                  <a:pt x="4578823" y="2743200"/>
                  <a:pt x="4587240" y="2743200"/>
                </a:cubicBezTo>
                <a:cubicBezTo>
                  <a:pt x="4595657" y="2743200"/>
                  <a:pt x="4602480" y="2750023"/>
                  <a:pt x="4602480" y="2758440"/>
                </a:cubicBezTo>
                <a:close/>
                <a:moveTo>
                  <a:pt x="4602480" y="2910840"/>
                </a:moveTo>
                <a:cubicBezTo>
                  <a:pt x="4602480" y="2919257"/>
                  <a:pt x="4595657" y="2926080"/>
                  <a:pt x="4587240" y="2926080"/>
                </a:cubicBezTo>
                <a:cubicBezTo>
                  <a:pt x="4578823" y="2926080"/>
                  <a:pt x="4572000" y="2919257"/>
                  <a:pt x="4572000" y="2910840"/>
                </a:cubicBezTo>
                <a:cubicBezTo>
                  <a:pt x="4572000" y="2902423"/>
                  <a:pt x="4578823" y="2895600"/>
                  <a:pt x="4587240" y="2895600"/>
                </a:cubicBezTo>
                <a:cubicBezTo>
                  <a:pt x="4595657" y="2895600"/>
                  <a:pt x="4602480" y="2902423"/>
                  <a:pt x="4602480" y="2910840"/>
                </a:cubicBezTo>
                <a:close/>
                <a:moveTo>
                  <a:pt x="4602480" y="3063240"/>
                </a:moveTo>
                <a:cubicBezTo>
                  <a:pt x="4602480" y="3071657"/>
                  <a:pt x="4595657" y="3078480"/>
                  <a:pt x="4587240" y="3078480"/>
                </a:cubicBezTo>
                <a:cubicBezTo>
                  <a:pt x="4578823" y="3078480"/>
                  <a:pt x="4572000" y="3071657"/>
                  <a:pt x="4572000" y="3063240"/>
                </a:cubicBezTo>
                <a:cubicBezTo>
                  <a:pt x="4572000" y="3054823"/>
                  <a:pt x="4578823" y="3048000"/>
                  <a:pt x="4587240" y="3048000"/>
                </a:cubicBezTo>
                <a:cubicBezTo>
                  <a:pt x="4595657" y="3048000"/>
                  <a:pt x="4602480" y="3054823"/>
                  <a:pt x="4602480" y="3063240"/>
                </a:cubicBezTo>
                <a:close/>
                <a:moveTo>
                  <a:pt x="4602480" y="3215640"/>
                </a:moveTo>
                <a:cubicBezTo>
                  <a:pt x="4602480" y="3224057"/>
                  <a:pt x="4595657" y="3230880"/>
                  <a:pt x="4587240" y="3230880"/>
                </a:cubicBezTo>
                <a:cubicBezTo>
                  <a:pt x="4578823" y="3230880"/>
                  <a:pt x="4572000" y="3224057"/>
                  <a:pt x="4572000" y="3215640"/>
                </a:cubicBezTo>
                <a:cubicBezTo>
                  <a:pt x="4572000" y="3207223"/>
                  <a:pt x="4578823" y="3200400"/>
                  <a:pt x="4587240" y="3200400"/>
                </a:cubicBezTo>
                <a:cubicBezTo>
                  <a:pt x="4595657" y="3200400"/>
                  <a:pt x="4602480" y="3207223"/>
                  <a:pt x="4602480" y="3215640"/>
                </a:cubicBezTo>
                <a:close/>
                <a:moveTo>
                  <a:pt x="4602480" y="3368040"/>
                </a:moveTo>
                <a:cubicBezTo>
                  <a:pt x="4602480" y="3376457"/>
                  <a:pt x="4595657" y="3383280"/>
                  <a:pt x="4587240" y="3383280"/>
                </a:cubicBezTo>
                <a:cubicBezTo>
                  <a:pt x="4578823" y="3383280"/>
                  <a:pt x="4572000" y="3376457"/>
                  <a:pt x="4572000" y="3368040"/>
                </a:cubicBezTo>
                <a:cubicBezTo>
                  <a:pt x="4572000" y="3359623"/>
                  <a:pt x="4578823" y="3352800"/>
                  <a:pt x="4587240" y="3352800"/>
                </a:cubicBezTo>
                <a:cubicBezTo>
                  <a:pt x="4595657" y="3352800"/>
                  <a:pt x="4602480" y="3359623"/>
                  <a:pt x="4602480" y="3368040"/>
                </a:cubicBezTo>
                <a:close/>
                <a:moveTo>
                  <a:pt x="4602480" y="3520440"/>
                </a:moveTo>
                <a:cubicBezTo>
                  <a:pt x="4602480" y="3528857"/>
                  <a:pt x="4595657" y="3535680"/>
                  <a:pt x="4587240" y="3535680"/>
                </a:cubicBezTo>
                <a:cubicBezTo>
                  <a:pt x="4578823" y="3535680"/>
                  <a:pt x="4572000" y="3528857"/>
                  <a:pt x="4572000" y="3520440"/>
                </a:cubicBezTo>
                <a:cubicBezTo>
                  <a:pt x="4572000" y="3512023"/>
                  <a:pt x="4578823" y="3505200"/>
                  <a:pt x="4587240" y="3505200"/>
                </a:cubicBezTo>
                <a:cubicBezTo>
                  <a:pt x="4595657" y="3505200"/>
                  <a:pt x="4602480" y="3512023"/>
                  <a:pt x="4602480" y="3520440"/>
                </a:cubicBezTo>
                <a:close/>
                <a:moveTo>
                  <a:pt x="4602480" y="3672840"/>
                </a:moveTo>
                <a:cubicBezTo>
                  <a:pt x="4602480" y="3681257"/>
                  <a:pt x="4595657" y="3688080"/>
                  <a:pt x="4587240" y="3688080"/>
                </a:cubicBezTo>
                <a:cubicBezTo>
                  <a:pt x="4578823" y="3688080"/>
                  <a:pt x="4572000" y="3681257"/>
                  <a:pt x="4572000" y="3672840"/>
                </a:cubicBezTo>
                <a:cubicBezTo>
                  <a:pt x="4572000" y="3664423"/>
                  <a:pt x="4578823" y="3657600"/>
                  <a:pt x="4587240" y="3657600"/>
                </a:cubicBezTo>
                <a:cubicBezTo>
                  <a:pt x="4595657" y="3657600"/>
                  <a:pt x="4602480" y="3664423"/>
                  <a:pt x="4602480" y="3672840"/>
                </a:cubicBezTo>
                <a:close/>
                <a:moveTo>
                  <a:pt x="4602480" y="3825240"/>
                </a:moveTo>
                <a:cubicBezTo>
                  <a:pt x="4602480" y="3833657"/>
                  <a:pt x="4595657" y="3840480"/>
                  <a:pt x="4587240" y="3840480"/>
                </a:cubicBezTo>
                <a:cubicBezTo>
                  <a:pt x="4578823" y="3840480"/>
                  <a:pt x="4572000" y="3833657"/>
                  <a:pt x="4572000" y="3825240"/>
                </a:cubicBezTo>
                <a:cubicBezTo>
                  <a:pt x="4572000" y="3816823"/>
                  <a:pt x="4578823" y="3810000"/>
                  <a:pt x="4587240" y="3810000"/>
                </a:cubicBezTo>
                <a:cubicBezTo>
                  <a:pt x="4595657" y="3810000"/>
                  <a:pt x="4602480" y="3816823"/>
                  <a:pt x="4602480" y="3825240"/>
                </a:cubicBezTo>
                <a:close/>
                <a:moveTo>
                  <a:pt x="4602480" y="3977640"/>
                </a:moveTo>
                <a:cubicBezTo>
                  <a:pt x="4602480" y="3986057"/>
                  <a:pt x="4595657" y="3992880"/>
                  <a:pt x="4587240" y="3992880"/>
                </a:cubicBezTo>
                <a:cubicBezTo>
                  <a:pt x="4578823" y="3992880"/>
                  <a:pt x="4572000" y="3986057"/>
                  <a:pt x="4572000" y="3977640"/>
                </a:cubicBezTo>
                <a:cubicBezTo>
                  <a:pt x="4572000" y="3969223"/>
                  <a:pt x="4578823" y="3962400"/>
                  <a:pt x="4587240" y="3962400"/>
                </a:cubicBezTo>
                <a:cubicBezTo>
                  <a:pt x="4595657" y="3962400"/>
                  <a:pt x="4602480" y="3969223"/>
                  <a:pt x="4602480" y="3977640"/>
                </a:cubicBezTo>
                <a:close/>
                <a:moveTo>
                  <a:pt x="4602480" y="4130040"/>
                </a:moveTo>
                <a:cubicBezTo>
                  <a:pt x="4602480" y="4138457"/>
                  <a:pt x="4595657" y="4145280"/>
                  <a:pt x="4587240" y="4145280"/>
                </a:cubicBezTo>
                <a:cubicBezTo>
                  <a:pt x="4578823" y="4145280"/>
                  <a:pt x="4572000" y="4138457"/>
                  <a:pt x="4572000" y="4130040"/>
                </a:cubicBezTo>
                <a:cubicBezTo>
                  <a:pt x="4572000" y="4121623"/>
                  <a:pt x="4578823" y="4114800"/>
                  <a:pt x="4587240" y="4114800"/>
                </a:cubicBezTo>
                <a:cubicBezTo>
                  <a:pt x="4595657" y="4114800"/>
                  <a:pt x="4602480" y="4121623"/>
                  <a:pt x="4602480" y="4130040"/>
                </a:cubicBezTo>
                <a:close/>
                <a:moveTo>
                  <a:pt x="4602480" y="4282440"/>
                </a:moveTo>
                <a:cubicBezTo>
                  <a:pt x="4602480" y="4290857"/>
                  <a:pt x="4595657" y="4297680"/>
                  <a:pt x="4587240" y="4297680"/>
                </a:cubicBezTo>
                <a:cubicBezTo>
                  <a:pt x="4578823" y="4297680"/>
                  <a:pt x="4572000" y="4290857"/>
                  <a:pt x="4572000" y="4282440"/>
                </a:cubicBezTo>
                <a:cubicBezTo>
                  <a:pt x="4572000" y="4274023"/>
                  <a:pt x="4578823" y="4267200"/>
                  <a:pt x="4587240" y="4267200"/>
                </a:cubicBezTo>
                <a:cubicBezTo>
                  <a:pt x="4595657" y="4267200"/>
                  <a:pt x="4602480" y="4274023"/>
                  <a:pt x="4602480" y="4282440"/>
                </a:cubicBezTo>
                <a:close/>
                <a:moveTo>
                  <a:pt x="4602480" y="4434840"/>
                </a:moveTo>
                <a:cubicBezTo>
                  <a:pt x="4602480" y="4443257"/>
                  <a:pt x="4595657" y="4450080"/>
                  <a:pt x="4587240" y="4450080"/>
                </a:cubicBezTo>
                <a:cubicBezTo>
                  <a:pt x="4578823" y="4450080"/>
                  <a:pt x="4572000" y="4443257"/>
                  <a:pt x="4572000" y="4434840"/>
                </a:cubicBezTo>
                <a:cubicBezTo>
                  <a:pt x="4572000" y="4426423"/>
                  <a:pt x="4578823" y="4419600"/>
                  <a:pt x="4587240" y="4419600"/>
                </a:cubicBezTo>
                <a:cubicBezTo>
                  <a:pt x="4595657" y="4419600"/>
                  <a:pt x="4602480" y="4426423"/>
                  <a:pt x="4602480" y="4434840"/>
                </a:cubicBezTo>
                <a:close/>
                <a:moveTo>
                  <a:pt x="4754880" y="15240"/>
                </a:moveTo>
                <a:cubicBezTo>
                  <a:pt x="4754880" y="23657"/>
                  <a:pt x="4748057" y="30480"/>
                  <a:pt x="4739640" y="30480"/>
                </a:cubicBezTo>
                <a:cubicBezTo>
                  <a:pt x="4731223" y="30480"/>
                  <a:pt x="4724400" y="23657"/>
                  <a:pt x="4724400" y="15240"/>
                </a:cubicBezTo>
                <a:cubicBezTo>
                  <a:pt x="4724400" y="6823"/>
                  <a:pt x="4731223" y="0"/>
                  <a:pt x="4739640" y="0"/>
                </a:cubicBezTo>
                <a:cubicBezTo>
                  <a:pt x="4748057" y="0"/>
                  <a:pt x="4754880" y="6823"/>
                  <a:pt x="4754880" y="15240"/>
                </a:cubicBezTo>
                <a:close/>
                <a:moveTo>
                  <a:pt x="4754880" y="167640"/>
                </a:moveTo>
                <a:cubicBezTo>
                  <a:pt x="4754880" y="176057"/>
                  <a:pt x="4748057" y="182880"/>
                  <a:pt x="4739640" y="182880"/>
                </a:cubicBezTo>
                <a:cubicBezTo>
                  <a:pt x="4731223" y="182880"/>
                  <a:pt x="4724400" y="176057"/>
                  <a:pt x="4724400" y="167640"/>
                </a:cubicBezTo>
                <a:cubicBezTo>
                  <a:pt x="4724400" y="159223"/>
                  <a:pt x="4731223" y="152400"/>
                  <a:pt x="4739640" y="152400"/>
                </a:cubicBezTo>
                <a:cubicBezTo>
                  <a:pt x="4748057" y="152400"/>
                  <a:pt x="4754880" y="159223"/>
                  <a:pt x="4754880" y="167640"/>
                </a:cubicBezTo>
                <a:close/>
                <a:moveTo>
                  <a:pt x="4754880" y="320040"/>
                </a:moveTo>
                <a:cubicBezTo>
                  <a:pt x="4754880" y="328457"/>
                  <a:pt x="4748057" y="335280"/>
                  <a:pt x="4739640" y="335280"/>
                </a:cubicBezTo>
                <a:cubicBezTo>
                  <a:pt x="4731223" y="335280"/>
                  <a:pt x="4724400" y="328457"/>
                  <a:pt x="4724400" y="320040"/>
                </a:cubicBezTo>
                <a:cubicBezTo>
                  <a:pt x="4724400" y="311623"/>
                  <a:pt x="4731223" y="304800"/>
                  <a:pt x="4739640" y="304800"/>
                </a:cubicBezTo>
                <a:cubicBezTo>
                  <a:pt x="4748057" y="304800"/>
                  <a:pt x="4754880" y="311623"/>
                  <a:pt x="4754880" y="320040"/>
                </a:cubicBezTo>
                <a:close/>
                <a:moveTo>
                  <a:pt x="4754880" y="472440"/>
                </a:moveTo>
                <a:cubicBezTo>
                  <a:pt x="4754880" y="480857"/>
                  <a:pt x="4748057" y="487680"/>
                  <a:pt x="4739640" y="487680"/>
                </a:cubicBezTo>
                <a:cubicBezTo>
                  <a:pt x="4731223" y="487680"/>
                  <a:pt x="4724400" y="480857"/>
                  <a:pt x="4724400" y="472440"/>
                </a:cubicBezTo>
                <a:cubicBezTo>
                  <a:pt x="4724400" y="464023"/>
                  <a:pt x="4731223" y="457200"/>
                  <a:pt x="4739640" y="457200"/>
                </a:cubicBezTo>
                <a:cubicBezTo>
                  <a:pt x="4748057" y="457200"/>
                  <a:pt x="4754880" y="464023"/>
                  <a:pt x="4754880" y="472440"/>
                </a:cubicBezTo>
                <a:close/>
                <a:moveTo>
                  <a:pt x="4754880" y="624840"/>
                </a:moveTo>
                <a:cubicBezTo>
                  <a:pt x="4754880" y="633257"/>
                  <a:pt x="4748057" y="640080"/>
                  <a:pt x="4739640" y="640080"/>
                </a:cubicBezTo>
                <a:cubicBezTo>
                  <a:pt x="4731223" y="640080"/>
                  <a:pt x="4724400" y="633257"/>
                  <a:pt x="4724400" y="624840"/>
                </a:cubicBezTo>
                <a:cubicBezTo>
                  <a:pt x="4724400" y="616423"/>
                  <a:pt x="4731223" y="609600"/>
                  <a:pt x="4739640" y="609600"/>
                </a:cubicBezTo>
                <a:cubicBezTo>
                  <a:pt x="4748057" y="609600"/>
                  <a:pt x="4754880" y="616423"/>
                  <a:pt x="4754880" y="624840"/>
                </a:cubicBezTo>
                <a:close/>
                <a:moveTo>
                  <a:pt x="4754880" y="777240"/>
                </a:moveTo>
                <a:cubicBezTo>
                  <a:pt x="4754880" y="785657"/>
                  <a:pt x="4748057" y="792480"/>
                  <a:pt x="4739640" y="792480"/>
                </a:cubicBezTo>
                <a:cubicBezTo>
                  <a:pt x="4731223" y="792480"/>
                  <a:pt x="4724400" y="785657"/>
                  <a:pt x="4724400" y="777240"/>
                </a:cubicBezTo>
                <a:cubicBezTo>
                  <a:pt x="4724400" y="768823"/>
                  <a:pt x="4731223" y="762000"/>
                  <a:pt x="4739640" y="762000"/>
                </a:cubicBezTo>
                <a:cubicBezTo>
                  <a:pt x="4748057" y="762000"/>
                  <a:pt x="4754880" y="768823"/>
                  <a:pt x="4754880" y="777240"/>
                </a:cubicBezTo>
                <a:close/>
                <a:moveTo>
                  <a:pt x="4754880" y="929640"/>
                </a:moveTo>
                <a:cubicBezTo>
                  <a:pt x="4754880" y="938057"/>
                  <a:pt x="4748057" y="944880"/>
                  <a:pt x="4739640" y="944880"/>
                </a:cubicBezTo>
                <a:cubicBezTo>
                  <a:pt x="4731223" y="944880"/>
                  <a:pt x="4724400" y="938057"/>
                  <a:pt x="4724400" y="929640"/>
                </a:cubicBezTo>
                <a:cubicBezTo>
                  <a:pt x="4724400" y="921223"/>
                  <a:pt x="4731223" y="914400"/>
                  <a:pt x="4739640" y="914400"/>
                </a:cubicBezTo>
                <a:cubicBezTo>
                  <a:pt x="4748057" y="914400"/>
                  <a:pt x="4754880" y="921223"/>
                  <a:pt x="4754880" y="929640"/>
                </a:cubicBezTo>
                <a:close/>
                <a:moveTo>
                  <a:pt x="4754880" y="1082040"/>
                </a:moveTo>
                <a:cubicBezTo>
                  <a:pt x="4754880" y="1090457"/>
                  <a:pt x="4748057" y="1097280"/>
                  <a:pt x="4739640" y="1097280"/>
                </a:cubicBezTo>
                <a:cubicBezTo>
                  <a:pt x="4731223" y="1097280"/>
                  <a:pt x="4724400" y="1090457"/>
                  <a:pt x="4724400" y="1082040"/>
                </a:cubicBezTo>
                <a:cubicBezTo>
                  <a:pt x="4724400" y="1073623"/>
                  <a:pt x="4731223" y="1066800"/>
                  <a:pt x="4739640" y="1066800"/>
                </a:cubicBezTo>
                <a:cubicBezTo>
                  <a:pt x="4748057" y="1066800"/>
                  <a:pt x="4754880" y="1073623"/>
                  <a:pt x="4754880" y="1082040"/>
                </a:cubicBezTo>
                <a:close/>
                <a:moveTo>
                  <a:pt x="4754880" y="1234440"/>
                </a:moveTo>
                <a:cubicBezTo>
                  <a:pt x="4754880" y="1242857"/>
                  <a:pt x="4748057" y="1249680"/>
                  <a:pt x="4739640" y="1249680"/>
                </a:cubicBezTo>
                <a:cubicBezTo>
                  <a:pt x="4731223" y="1249680"/>
                  <a:pt x="4724400" y="1242857"/>
                  <a:pt x="4724400" y="1234440"/>
                </a:cubicBezTo>
                <a:cubicBezTo>
                  <a:pt x="4724400" y="1226023"/>
                  <a:pt x="4731223" y="1219200"/>
                  <a:pt x="4739640" y="1219200"/>
                </a:cubicBezTo>
                <a:cubicBezTo>
                  <a:pt x="4748057" y="1219200"/>
                  <a:pt x="4754880" y="1226023"/>
                  <a:pt x="4754880" y="1234440"/>
                </a:cubicBezTo>
                <a:close/>
                <a:moveTo>
                  <a:pt x="4754880" y="1386840"/>
                </a:moveTo>
                <a:cubicBezTo>
                  <a:pt x="4754880" y="1395257"/>
                  <a:pt x="4748057" y="1402080"/>
                  <a:pt x="4739640" y="1402080"/>
                </a:cubicBezTo>
                <a:cubicBezTo>
                  <a:pt x="4731223" y="1402080"/>
                  <a:pt x="4724400" y="1395257"/>
                  <a:pt x="4724400" y="1386840"/>
                </a:cubicBezTo>
                <a:cubicBezTo>
                  <a:pt x="4724400" y="1378423"/>
                  <a:pt x="4731223" y="1371600"/>
                  <a:pt x="4739640" y="1371600"/>
                </a:cubicBezTo>
                <a:cubicBezTo>
                  <a:pt x="4748057" y="1371600"/>
                  <a:pt x="4754880" y="1378423"/>
                  <a:pt x="4754880" y="1386840"/>
                </a:cubicBezTo>
                <a:close/>
                <a:moveTo>
                  <a:pt x="4754880" y="1539240"/>
                </a:moveTo>
                <a:cubicBezTo>
                  <a:pt x="4754880" y="1547657"/>
                  <a:pt x="4748057" y="1554480"/>
                  <a:pt x="4739640" y="1554480"/>
                </a:cubicBezTo>
                <a:cubicBezTo>
                  <a:pt x="4731223" y="1554480"/>
                  <a:pt x="4724400" y="1547657"/>
                  <a:pt x="4724400" y="1539240"/>
                </a:cubicBezTo>
                <a:cubicBezTo>
                  <a:pt x="4724400" y="1530823"/>
                  <a:pt x="4731223" y="1524000"/>
                  <a:pt x="4739640" y="1524000"/>
                </a:cubicBezTo>
                <a:cubicBezTo>
                  <a:pt x="4748057" y="1524000"/>
                  <a:pt x="4754880" y="1530823"/>
                  <a:pt x="4754880" y="1539240"/>
                </a:cubicBezTo>
                <a:close/>
                <a:moveTo>
                  <a:pt x="4754880" y="1691640"/>
                </a:moveTo>
                <a:cubicBezTo>
                  <a:pt x="4754880" y="1700057"/>
                  <a:pt x="4748057" y="1706880"/>
                  <a:pt x="4739640" y="1706880"/>
                </a:cubicBezTo>
                <a:cubicBezTo>
                  <a:pt x="4731223" y="1706880"/>
                  <a:pt x="4724400" y="1700057"/>
                  <a:pt x="4724400" y="1691640"/>
                </a:cubicBezTo>
                <a:cubicBezTo>
                  <a:pt x="4724400" y="1683223"/>
                  <a:pt x="4731223" y="1676400"/>
                  <a:pt x="4739640" y="1676400"/>
                </a:cubicBezTo>
                <a:cubicBezTo>
                  <a:pt x="4748057" y="1676400"/>
                  <a:pt x="4754880" y="1683223"/>
                  <a:pt x="4754880" y="1691640"/>
                </a:cubicBezTo>
                <a:close/>
                <a:moveTo>
                  <a:pt x="4754880" y="1844040"/>
                </a:moveTo>
                <a:cubicBezTo>
                  <a:pt x="4754880" y="1852457"/>
                  <a:pt x="4748057" y="1859280"/>
                  <a:pt x="4739640" y="1859280"/>
                </a:cubicBezTo>
                <a:cubicBezTo>
                  <a:pt x="4731223" y="1859280"/>
                  <a:pt x="4724400" y="1852457"/>
                  <a:pt x="4724400" y="1844040"/>
                </a:cubicBezTo>
                <a:cubicBezTo>
                  <a:pt x="4724400" y="1835623"/>
                  <a:pt x="4731223" y="1828800"/>
                  <a:pt x="4739640" y="1828800"/>
                </a:cubicBezTo>
                <a:cubicBezTo>
                  <a:pt x="4748057" y="1828800"/>
                  <a:pt x="4754880" y="1835623"/>
                  <a:pt x="4754880" y="1844040"/>
                </a:cubicBezTo>
                <a:close/>
                <a:moveTo>
                  <a:pt x="4754880" y="1996440"/>
                </a:moveTo>
                <a:cubicBezTo>
                  <a:pt x="4754880" y="2004857"/>
                  <a:pt x="4748057" y="2011680"/>
                  <a:pt x="4739640" y="2011680"/>
                </a:cubicBezTo>
                <a:cubicBezTo>
                  <a:pt x="4731223" y="2011680"/>
                  <a:pt x="4724400" y="2004857"/>
                  <a:pt x="4724400" y="1996440"/>
                </a:cubicBezTo>
                <a:cubicBezTo>
                  <a:pt x="4724400" y="1988023"/>
                  <a:pt x="4731223" y="1981200"/>
                  <a:pt x="4739640" y="1981200"/>
                </a:cubicBezTo>
                <a:cubicBezTo>
                  <a:pt x="4748057" y="1981200"/>
                  <a:pt x="4754880" y="1988023"/>
                  <a:pt x="4754880" y="1996440"/>
                </a:cubicBezTo>
                <a:close/>
                <a:moveTo>
                  <a:pt x="4754880" y="2148840"/>
                </a:moveTo>
                <a:cubicBezTo>
                  <a:pt x="4754880" y="2157257"/>
                  <a:pt x="4748057" y="2164080"/>
                  <a:pt x="4739640" y="2164080"/>
                </a:cubicBezTo>
                <a:cubicBezTo>
                  <a:pt x="4731223" y="2164080"/>
                  <a:pt x="4724400" y="2157257"/>
                  <a:pt x="4724400" y="2148840"/>
                </a:cubicBezTo>
                <a:cubicBezTo>
                  <a:pt x="4724400" y="2140423"/>
                  <a:pt x="4731223" y="2133600"/>
                  <a:pt x="4739640" y="2133600"/>
                </a:cubicBezTo>
                <a:cubicBezTo>
                  <a:pt x="4748057" y="2133600"/>
                  <a:pt x="4754880" y="2140423"/>
                  <a:pt x="4754880" y="2148840"/>
                </a:cubicBezTo>
                <a:close/>
                <a:moveTo>
                  <a:pt x="4754880" y="2301240"/>
                </a:moveTo>
                <a:cubicBezTo>
                  <a:pt x="4754880" y="2309657"/>
                  <a:pt x="4748057" y="2316480"/>
                  <a:pt x="4739640" y="2316480"/>
                </a:cubicBezTo>
                <a:cubicBezTo>
                  <a:pt x="4731223" y="2316480"/>
                  <a:pt x="4724400" y="2309657"/>
                  <a:pt x="4724400" y="2301240"/>
                </a:cubicBezTo>
                <a:cubicBezTo>
                  <a:pt x="4724400" y="2292823"/>
                  <a:pt x="4731223" y="2286000"/>
                  <a:pt x="4739640" y="2286000"/>
                </a:cubicBezTo>
                <a:cubicBezTo>
                  <a:pt x="4748057" y="2286000"/>
                  <a:pt x="4754880" y="2292823"/>
                  <a:pt x="4754880" y="2301240"/>
                </a:cubicBezTo>
                <a:close/>
                <a:moveTo>
                  <a:pt x="4754880" y="2453640"/>
                </a:moveTo>
                <a:cubicBezTo>
                  <a:pt x="4754880" y="2462057"/>
                  <a:pt x="4748057" y="2468880"/>
                  <a:pt x="4739640" y="2468880"/>
                </a:cubicBezTo>
                <a:cubicBezTo>
                  <a:pt x="4731223" y="2468880"/>
                  <a:pt x="4724400" y="2462057"/>
                  <a:pt x="4724400" y="2453640"/>
                </a:cubicBezTo>
                <a:cubicBezTo>
                  <a:pt x="4724400" y="2445223"/>
                  <a:pt x="4731223" y="2438400"/>
                  <a:pt x="4739640" y="2438400"/>
                </a:cubicBezTo>
                <a:cubicBezTo>
                  <a:pt x="4748057" y="2438400"/>
                  <a:pt x="4754880" y="2445223"/>
                  <a:pt x="4754880" y="2453640"/>
                </a:cubicBezTo>
                <a:close/>
                <a:moveTo>
                  <a:pt x="4754880" y="2606040"/>
                </a:moveTo>
                <a:cubicBezTo>
                  <a:pt x="4754880" y="2614457"/>
                  <a:pt x="4748057" y="2621280"/>
                  <a:pt x="4739640" y="2621280"/>
                </a:cubicBezTo>
                <a:cubicBezTo>
                  <a:pt x="4731223" y="2621280"/>
                  <a:pt x="4724400" y="2614457"/>
                  <a:pt x="4724400" y="2606040"/>
                </a:cubicBezTo>
                <a:cubicBezTo>
                  <a:pt x="4724400" y="2597623"/>
                  <a:pt x="4731223" y="2590800"/>
                  <a:pt x="4739640" y="2590800"/>
                </a:cubicBezTo>
                <a:cubicBezTo>
                  <a:pt x="4748057" y="2590800"/>
                  <a:pt x="4754880" y="2597623"/>
                  <a:pt x="4754880" y="2606040"/>
                </a:cubicBezTo>
                <a:close/>
                <a:moveTo>
                  <a:pt x="4754880" y="2758440"/>
                </a:moveTo>
                <a:cubicBezTo>
                  <a:pt x="4754880" y="2766857"/>
                  <a:pt x="4748057" y="2773680"/>
                  <a:pt x="4739640" y="2773680"/>
                </a:cubicBezTo>
                <a:cubicBezTo>
                  <a:pt x="4731223" y="2773680"/>
                  <a:pt x="4724400" y="2766857"/>
                  <a:pt x="4724400" y="2758440"/>
                </a:cubicBezTo>
                <a:cubicBezTo>
                  <a:pt x="4724400" y="2750023"/>
                  <a:pt x="4731223" y="2743200"/>
                  <a:pt x="4739640" y="2743200"/>
                </a:cubicBezTo>
                <a:cubicBezTo>
                  <a:pt x="4748057" y="2743200"/>
                  <a:pt x="4754880" y="2750023"/>
                  <a:pt x="4754880" y="2758440"/>
                </a:cubicBezTo>
                <a:close/>
                <a:moveTo>
                  <a:pt x="4754880" y="2910840"/>
                </a:moveTo>
                <a:cubicBezTo>
                  <a:pt x="4754880" y="2919257"/>
                  <a:pt x="4748057" y="2926080"/>
                  <a:pt x="4739640" y="2926080"/>
                </a:cubicBezTo>
                <a:cubicBezTo>
                  <a:pt x="4731223" y="2926080"/>
                  <a:pt x="4724400" y="2919257"/>
                  <a:pt x="4724400" y="2910840"/>
                </a:cubicBezTo>
                <a:cubicBezTo>
                  <a:pt x="4724400" y="2902423"/>
                  <a:pt x="4731223" y="2895600"/>
                  <a:pt x="4739640" y="2895600"/>
                </a:cubicBezTo>
                <a:cubicBezTo>
                  <a:pt x="4748057" y="2895600"/>
                  <a:pt x="4754880" y="2902423"/>
                  <a:pt x="4754880" y="2910840"/>
                </a:cubicBezTo>
                <a:close/>
                <a:moveTo>
                  <a:pt x="4754880" y="3063240"/>
                </a:moveTo>
                <a:cubicBezTo>
                  <a:pt x="4754880" y="3071657"/>
                  <a:pt x="4748057" y="3078480"/>
                  <a:pt x="4739640" y="3078480"/>
                </a:cubicBezTo>
                <a:cubicBezTo>
                  <a:pt x="4731223" y="3078480"/>
                  <a:pt x="4724400" y="3071657"/>
                  <a:pt x="4724400" y="3063240"/>
                </a:cubicBezTo>
                <a:cubicBezTo>
                  <a:pt x="4724400" y="3054823"/>
                  <a:pt x="4731223" y="3048000"/>
                  <a:pt x="4739640" y="3048000"/>
                </a:cubicBezTo>
                <a:cubicBezTo>
                  <a:pt x="4748057" y="3048000"/>
                  <a:pt x="4754880" y="3054823"/>
                  <a:pt x="4754880" y="3063240"/>
                </a:cubicBezTo>
                <a:close/>
                <a:moveTo>
                  <a:pt x="4754880" y="3215640"/>
                </a:moveTo>
                <a:cubicBezTo>
                  <a:pt x="4754880" y="3224057"/>
                  <a:pt x="4748057" y="3230880"/>
                  <a:pt x="4739640" y="3230880"/>
                </a:cubicBezTo>
                <a:cubicBezTo>
                  <a:pt x="4731223" y="3230880"/>
                  <a:pt x="4724400" y="3224057"/>
                  <a:pt x="4724400" y="3215640"/>
                </a:cubicBezTo>
                <a:cubicBezTo>
                  <a:pt x="4724400" y="3207223"/>
                  <a:pt x="4731223" y="3200400"/>
                  <a:pt x="4739640" y="3200400"/>
                </a:cubicBezTo>
                <a:cubicBezTo>
                  <a:pt x="4748057" y="3200400"/>
                  <a:pt x="4754880" y="3207223"/>
                  <a:pt x="4754880" y="3215640"/>
                </a:cubicBezTo>
                <a:close/>
                <a:moveTo>
                  <a:pt x="4754880" y="3368040"/>
                </a:moveTo>
                <a:cubicBezTo>
                  <a:pt x="4754880" y="3376457"/>
                  <a:pt x="4748057" y="3383280"/>
                  <a:pt x="4739640" y="3383280"/>
                </a:cubicBezTo>
                <a:cubicBezTo>
                  <a:pt x="4731223" y="3383280"/>
                  <a:pt x="4724400" y="3376457"/>
                  <a:pt x="4724400" y="3368040"/>
                </a:cubicBezTo>
                <a:cubicBezTo>
                  <a:pt x="4724400" y="3359623"/>
                  <a:pt x="4731223" y="3352800"/>
                  <a:pt x="4739640" y="3352800"/>
                </a:cubicBezTo>
                <a:cubicBezTo>
                  <a:pt x="4748057" y="3352800"/>
                  <a:pt x="4754880" y="3359623"/>
                  <a:pt x="4754880" y="3368040"/>
                </a:cubicBezTo>
                <a:close/>
                <a:moveTo>
                  <a:pt x="4754880" y="3520440"/>
                </a:moveTo>
                <a:cubicBezTo>
                  <a:pt x="4754880" y="3528857"/>
                  <a:pt x="4748057" y="3535680"/>
                  <a:pt x="4739640" y="3535680"/>
                </a:cubicBezTo>
                <a:cubicBezTo>
                  <a:pt x="4731223" y="3535680"/>
                  <a:pt x="4724400" y="3528857"/>
                  <a:pt x="4724400" y="3520440"/>
                </a:cubicBezTo>
                <a:cubicBezTo>
                  <a:pt x="4724400" y="3512023"/>
                  <a:pt x="4731223" y="3505200"/>
                  <a:pt x="4739640" y="3505200"/>
                </a:cubicBezTo>
                <a:cubicBezTo>
                  <a:pt x="4748057" y="3505200"/>
                  <a:pt x="4754880" y="3512023"/>
                  <a:pt x="4754880" y="3520440"/>
                </a:cubicBezTo>
                <a:close/>
                <a:moveTo>
                  <a:pt x="4754880" y="3672840"/>
                </a:moveTo>
                <a:cubicBezTo>
                  <a:pt x="4754880" y="3681257"/>
                  <a:pt x="4748057" y="3688080"/>
                  <a:pt x="4739640" y="3688080"/>
                </a:cubicBezTo>
                <a:cubicBezTo>
                  <a:pt x="4731223" y="3688080"/>
                  <a:pt x="4724400" y="3681257"/>
                  <a:pt x="4724400" y="3672840"/>
                </a:cubicBezTo>
                <a:cubicBezTo>
                  <a:pt x="4724400" y="3664423"/>
                  <a:pt x="4731223" y="3657600"/>
                  <a:pt x="4739640" y="3657600"/>
                </a:cubicBezTo>
                <a:cubicBezTo>
                  <a:pt x="4748057" y="3657600"/>
                  <a:pt x="4754880" y="3664423"/>
                  <a:pt x="4754880" y="3672840"/>
                </a:cubicBezTo>
                <a:close/>
                <a:moveTo>
                  <a:pt x="4754880" y="3825240"/>
                </a:moveTo>
                <a:cubicBezTo>
                  <a:pt x="4754880" y="3833657"/>
                  <a:pt x="4748057" y="3840480"/>
                  <a:pt x="4739640" y="3840480"/>
                </a:cubicBezTo>
                <a:cubicBezTo>
                  <a:pt x="4731223" y="3840480"/>
                  <a:pt x="4724400" y="3833657"/>
                  <a:pt x="4724400" y="3825240"/>
                </a:cubicBezTo>
                <a:cubicBezTo>
                  <a:pt x="4724400" y="3816823"/>
                  <a:pt x="4731223" y="3810000"/>
                  <a:pt x="4739640" y="3810000"/>
                </a:cubicBezTo>
                <a:cubicBezTo>
                  <a:pt x="4748057" y="3810000"/>
                  <a:pt x="4754880" y="3816823"/>
                  <a:pt x="4754880" y="3825240"/>
                </a:cubicBezTo>
                <a:close/>
                <a:moveTo>
                  <a:pt x="4754880" y="3977640"/>
                </a:moveTo>
                <a:cubicBezTo>
                  <a:pt x="4754880" y="3986057"/>
                  <a:pt x="4748057" y="3992880"/>
                  <a:pt x="4739640" y="3992880"/>
                </a:cubicBezTo>
                <a:cubicBezTo>
                  <a:pt x="4731223" y="3992880"/>
                  <a:pt x="4724400" y="3986057"/>
                  <a:pt x="4724400" y="3977640"/>
                </a:cubicBezTo>
                <a:cubicBezTo>
                  <a:pt x="4724400" y="3969223"/>
                  <a:pt x="4731223" y="3962400"/>
                  <a:pt x="4739640" y="3962400"/>
                </a:cubicBezTo>
                <a:cubicBezTo>
                  <a:pt x="4748057" y="3962400"/>
                  <a:pt x="4754880" y="3969223"/>
                  <a:pt x="4754880" y="3977640"/>
                </a:cubicBezTo>
                <a:close/>
                <a:moveTo>
                  <a:pt x="4754880" y="4130040"/>
                </a:moveTo>
                <a:cubicBezTo>
                  <a:pt x="4754880" y="4138457"/>
                  <a:pt x="4748057" y="4145280"/>
                  <a:pt x="4739640" y="4145280"/>
                </a:cubicBezTo>
                <a:cubicBezTo>
                  <a:pt x="4731223" y="4145280"/>
                  <a:pt x="4724400" y="4138457"/>
                  <a:pt x="4724400" y="4130040"/>
                </a:cubicBezTo>
                <a:cubicBezTo>
                  <a:pt x="4724400" y="4121623"/>
                  <a:pt x="4731223" y="4114800"/>
                  <a:pt x="4739640" y="4114800"/>
                </a:cubicBezTo>
                <a:cubicBezTo>
                  <a:pt x="4748057" y="4114800"/>
                  <a:pt x="4754880" y="4121623"/>
                  <a:pt x="4754880" y="4130040"/>
                </a:cubicBezTo>
                <a:close/>
                <a:moveTo>
                  <a:pt x="4754880" y="4282440"/>
                </a:moveTo>
                <a:cubicBezTo>
                  <a:pt x="4754880" y="4290857"/>
                  <a:pt x="4748057" y="4297680"/>
                  <a:pt x="4739640" y="4297680"/>
                </a:cubicBezTo>
                <a:cubicBezTo>
                  <a:pt x="4731223" y="4297680"/>
                  <a:pt x="4724400" y="4290857"/>
                  <a:pt x="4724400" y="4282440"/>
                </a:cubicBezTo>
                <a:cubicBezTo>
                  <a:pt x="4724400" y="4274023"/>
                  <a:pt x="4731223" y="4267200"/>
                  <a:pt x="4739640" y="4267200"/>
                </a:cubicBezTo>
                <a:cubicBezTo>
                  <a:pt x="4748057" y="4267200"/>
                  <a:pt x="4754880" y="4274023"/>
                  <a:pt x="4754880" y="4282440"/>
                </a:cubicBezTo>
                <a:close/>
                <a:moveTo>
                  <a:pt x="4754880" y="4434840"/>
                </a:moveTo>
                <a:cubicBezTo>
                  <a:pt x="4754880" y="4443257"/>
                  <a:pt x="4748057" y="4450080"/>
                  <a:pt x="4739640" y="4450080"/>
                </a:cubicBezTo>
                <a:cubicBezTo>
                  <a:pt x="4731223" y="4450080"/>
                  <a:pt x="4724400" y="4443257"/>
                  <a:pt x="4724400" y="4434840"/>
                </a:cubicBezTo>
                <a:cubicBezTo>
                  <a:pt x="4724400" y="4426423"/>
                  <a:pt x="4731223" y="4419600"/>
                  <a:pt x="4739640" y="4419600"/>
                </a:cubicBezTo>
                <a:cubicBezTo>
                  <a:pt x="4748057" y="4419600"/>
                  <a:pt x="4754880" y="4426423"/>
                  <a:pt x="4754880" y="4434840"/>
                </a:cubicBezTo>
                <a:close/>
                <a:moveTo>
                  <a:pt x="4907280" y="15240"/>
                </a:moveTo>
                <a:cubicBezTo>
                  <a:pt x="4907280" y="23657"/>
                  <a:pt x="4900457" y="30480"/>
                  <a:pt x="4892040" y="30480"/>
                </a:cubicBezTo>
                <a:cubicBezTo>
                  <a:pt x="4883623" y="30480"/>
                  <a:pt x="4876800" y="23657"/>
                  <a:pt x="4876800" y="15240"/>
                </a:cubicBezTo>
                <a:cubicBezTo>
                  <a:pt x="4876800" y="6823"/>
                  <a:pt x="4883623" y="0"/>
                  <a:pt x="4892040" y="0"/>
                </a:cubicBezTo>
                <a:cubicBezTo>
                  <a:pt x="4900457" y="0"/>
                  <a:pt x="4907280" y="6823"/>
                  <a:pt x="4907280" y="15240"/>
                </a:cubicBezTo>
                <a:close/>
                <a:moveTo>
                  <a:pt x="4907280" y="167640"/>
                </a:moveTo>
                <a:cubicBezTo>
                  <a:pt x="4907280" y="176057"/>
                  <a:pt x="4900457" y="182880"/>
                  <a:pt x="4892040" y="182880"/>
                </a:cubicBezTo>
                <a:cubicBezTo>
                  <a:pt x="4883623" y="182880"/>
                  <a:pt x="4876800" y="176057"/>
                  <a:pt x="4876800" y="167640"/>
                </a:cubicBezTo>
                <a:cubicBezTo>
                  <a:pt x="4876800" y="159223"/>
                  <a:pt x="4883623" y="152400"/>
                  <a:pt x="4892040" y="152400"/>
                </a:cubicBezTo>
                <a:cubicBezTo>
                  <a:pt x="4900457" y="152400"/>
                  <a:pt x="4907280" y="159223"/>
                  <a:pt x="4907280" y="167640"/>
                </a:cubicBezTo>
                <a:close/>
                <a:moveTo>
                  <a:pt x="4907280" y="320040"/>
                </a:moveTo>
                <a:cubicBezTo>
                  <a:pt x="4907280" y="328457"/>
                  <a:pt x="4900457" y="335280"/>
                  <a:pt x="4892040" y="335280"/>
                </a:cubicBezTo>
                <a:cubicBezTo>
                  <a:pt x="4883623" y="335280"/>
                  <a:pt x="4876800" y="328457"/>
                  <a:pt x="4876800" y="320040"/>
                </a:cubicBezTo>
                <a:cubicBezTo>
                  <a:pt x="4876800" y="311623"/>
                  <a:pt x="4883623" y="304800"/>
                  <a:pt x="4892040" y="304800"/>
                </a:cubicBezTo>
                <a:cubicBezTo>
                  <a:pt x="4900457" y="304800"/>
                  <a:pt x="4907280" y="311623"/>
                  <a:pt x="4907280" y="320040"/>
                </a:cubicBezTo>
                <a:close/>
                <a:moveTo>
                  <a:pt x="4907280" y="472440"/>
                </a:moveTo>
                <a:cubicBezTo>
                  <a:pt x="4907280" y="480857"/>
                  <a:pt x="4900457" y="487680"/>
                  <a:pt x="4892040" y="487680"/>
                </a:cubicBezTo>
                <a:cubicBezTo>
                  <a:pt x="4883623" y="487680"/>
                  <a:pt x="4876800" y="480857"/>
                  <a:pt x="4876800" y="472440"/>
                </a:cubicBezTo>
                <a:cubicBezTo>
                  <a:pt x="4876800" y="464023"/>
                  <a:pt x="4883623" y="457200"/>
                  <a:pt x="4892040" y="457200"/>
                </a:cubicBezTo>
                <a:cubicBezTo>
                  <a:pt x="4900457" y="457200"/>
                  <a:pt x="4907280" y="464023"/>
                  <a:pt x="4907280" y="472440"/>
                </a:cubicBezTo>
                <a:close/>
                <a:moveTo>
                  <a:pt x="4907280" y="624840"/>
                </a:moveTo>
                <a:cubicBezTo>
                  <a:pt x="4907280" y="633257"/>
                  <a:pt x="4900457" y="640080"/>
                  <a:pt x="4892040" y="640080"/>
                </a:cubicBezTo>
                <a:cubicBezTo>
                  <a:pt x="4883623" y="640080"/>
                  <a:pt x="4876800" y="633257"/>
                  <a:pt x="4876800" y="624840"/>
                </a:cubicBezTo>
                <a:cubicBezTo>
                  <a:pt x="4876800" y="616423"/>
                  <a:pt x="4883623" y="609600"/>
                  <a:pt x="4892040" y="609600"/>
                </a:cubicBezTo>
                <a:cubicBezTo>
                  <a:pt x="4900457" y="609600"/>
                  <a:pt x="4907280" y="616423"/>
                  <a:pt x="4907280" y="624840"/>
                </a:cubicBezTo>
                <a:close/>
                <a:moveTo>
                  <a:pt x="4907280" y="777240"/>
                </a:moveTo>
                <a:cubicBezTo>
                  <a:pt x="4907280" y="785657"/>
                  <a:pt x="4900457" y="792480"/>
                  <a:pt x="4892040" y="792480"/>
                </a:cubicBezTo>
                <a:cubicBezTo>
                  <a:pt x="4883623" y="792480"/>
                  <a:pt x="4876800" y="785657"/>
                  <a:pt x="4876800" y="777240"/>
                </a:cubicBezTo>
                <a:cubicBezTo>
                  <a:pt x="4876800" y="768823"/>
                  <a:pt x="4883623" y="762000"/>
                  <a:pt x="4892040" y="762000"/>
                </a:cubicBezTo>
                <a:cubicBezTo>
                  <a:pt x="4900457" y="762000"/>
                  <a:pt x="4907280" y="768823"/>
                  <a:pt x="4907280" y="777240"/>
                </a:cubicBezTo>
                <a:close/>
                <a:moveTo>
                  <a:pt x="4907280" y="929640"/>
                </a:moveTo>
                <a:cubicBezTo>
                  <a:pt x="4907280" y="938057"/>
                  <a:pt x="4900457" y="944880"/>
                  <a:pt x="4892040" y="944880"/>
                </a:cubicBezTo>
                <a:cubicBezTo>
                  <a:pt x="4883623" y="944880"/>
                  <a:pt x="4876800" y="938057"/>
                  <a:pt x="4876800" y="929640"/>
                </a:cubicBezTo>
                <a:cubicBezTo>
                  <a:pt x="4876800" y="921223"/>
                  <a:pt x="4883623" y="914400"/>
                  <a:pt x="4892040" y="914400"/>
                </a:cubicBezTo>
                <a:cubicBezTo>
                  <a:pt x="4900457" y="914400"/>
                  <a:pt x="4907280" y="921223"/>
                  <a:pt x="4907280" y="929640"/>
                </a:cubicBezTo>
                <a:close/>
                <a:moveTo>
                  <a:pt x="4907280" y="1082040"/>
                </a:moveTo>
                <a:cubicBezTo>
                  <a:pt x="4907280" y="1090457"/>
                  <a:pt x="4900457" y="1097280"/>
                  <a:pt x="4892040" y="1097280"/>
                </a:cubicBezTo>
                <a:cubicBezTo>
                  <a:pt x="4883623" y="1097280"/>
                  <a:pt x="4876800" y="1090457"/>
                  <a:pt x="4876800" y="1082040"/>
                </a:cubicBezTo>
                <a:cubicBezTo>
                  <a:pt x="4876800" y="1073623"/>
                  <a:pt x="4883623" y="1066800"/>
                  <a:pt x="4892040" y="1066800"/>
                </a:cubicBezTo>
                <a:cubicBezTo>
                  <a:pt x="4900457" y="1066800"/>
                  <a:pt x="4907280" y="1073623"/>
                  <a:pt x="4907280" y="1082040"/>
                </a:cubicBezTo>
                <a:close/>
                <a:moveTo>
                  <a:pt x="4907280" y="1234440"/>
                </a:moveTo>
                <a:cubicBezTo>
                  <a:pt x="4907280" y="1242857"/>
                  <a:pt x="4900457" y="1249680"/>
                  <a:pt x="4892040" y="1249680"/>
                </a:cubicBezTo>
                <a:cubicBezTo>
                  <a:pt x="4883623" y="1249680"/>
                  <a:pt x="4876800" y="1242857"/>
                  <a:pt x="4876800" y="1234440"/>
                </a:cubicBezTo>
                <a:cubicBezTo>
                  <a:pt x="4876800" y="1226023"/>
                  <a:pt x="4883623" y="1219200"/>
                  <a:pt x="4892040" y="1219200"/>
                </a:cubicBezTo>
                <a:cubicBezTo>
                  <a:pt x="4900457" y="1219200"/>
                  <a:pt x="4907280" y="1226023"/>
                  <a:pt x="4907280" y="1234440"/>
                </a:cubicBezTo>
                <a:close/>
                <a:moveTo>
                  <a:pt x="4907280" y="1386840"/>
                </a:moveTo>
                <a:cubicBezTo>
                  <a:pt x="4907280" y="1395257"/>
                  <a:pt x="4900457" y="1402080"/>
                  <a:pt x="4892040" y="1402080"/>
                </a:cubicBezTo>
                <a:cubicBezTo>
                  <a:pt x="4883623" y="1402080"/>
                  <a:pt x="4876800" y="1395257"/>
                  <a:pt x="4876800" y="1386840"/>
                </a:cubicBezTo>
                <a:cubicBezTo>
                  <a:pt x="4876800" y="1378423"/>
                  <a:pt x="4883623" y="1371600"/>
                  <a:pt x="4892040" y="1371600"/>
                </a:cubicBezTo>
                <a:cubicBezTo>
                  <a:pt x="4900457" y="1371600"/>
                  <a:pt x="4907280" y="1378423"/>
                  <a:pt x="4907280" y="1386840"/>
                </a:cubicBezTo>
                <a:close/>
                <a:moveTo>
                  <a:pt x="4907280" y="1539240"/>
                </a:moveTo>
                <a:cubicBezTo>
                  <a:pt x="4907280" y="1547657"/>
                  <a:pt x="4900457" y="1554480"/>
                  <a:pt x="4892040" y="1554480"/>
                </a:cubicBezTo>
                <a:cubicBezTo>
                  <a:pt x="4883623" y="1554480"/>
                  <a:pt x="4876800" y="1547657"/>
                  <a:pt x="4876800" y="1539240"/>
                </a:cubicBezTo>
                <a:cubicBezTo>
                  <a:pt x="4876800" y="1530823"/>
                  <a:pt x="4883623" y="1524000"/>
                  <a:pt x="4892040" y="1524000"/>
                </a:cubicBezTo>
                <a:cubicBezTo>
                  <a:pt x="4900457" y="1524000"/>
                  <a:pt x="4907280" y="1530823"/>
                  <a:pt x="4907280" y="1539240"/>
                </a:cubicBezTo>
                <a:close/>
                <a:moveTo>
                  <a:pt x="4907280" y="1691640"/>
                </a:moveTo>
                <a:cubicBezTo>
                  <a:pt x="4907280" y="1700057"/>
                  <a:pt x="4900457" y="1706880"/>
                  <a:pt x="4892040" y="1706880"/>
                </a:cubicBezTo>
                <a:cubicBezTo>
                  <a:pt x="4883623" y="1706880"/>
                  <a:pt x="4876800" y="1700057"/>
                  <a:pt x="4876800" y="1691640"/>
                </a:cubicBezTo>
                <a:cubicBezTo>
                  <a:pt x="4876800" y="1683223"/>
                  <a:pt x="4883623" y="1676400"/>
                  <a:pt x="4892040" y="1676400"/>
                </a:cubicBezTo>
                <a:cubicBezTo>
                  <a:pt x="4900457" y="1676400"/>
                  <a:pt x="4907280" y="1683223"/>
                  <a:pt x="4907280" y="1691640"/>
                </a:cubicBezTo>
                <a:close/>
                <a:moveTo>
                  <a:pt x="4907280" y="1844040"/>
                </a:moveTo>
                <a:cubicBezTo>
                  <a:pt x="4907280" y="1852457"/>
                  <a:pt x="4900457" y="1859280"/>
                  <a:pt x="4892040" y="1859280"/>
                </a:cubicBezTo>
                <a:cubicBezTo>
                  <a:pt x="4883623" y="1859280"/>
                  <a:pt x="4876800" y="1852457"/>
                  <a:pt x="4876800" y="1844040"/>
                </a:cubicBezTo>
                <a:cubicBezTo>
                  <a:pt x="4876800" y="1835623"/>
                  <a:pt x="4883623" y="1828800"/>
                  <a:pt x="4892040" y="1828800"/>
                </a:cubicBezTo>
                <a:cubicBezTo>
                  <a:pt x="4900457" y="1828800"/>
                  <a:pt x="4907280" y="1835623"/>
                  <a:pt x="4907280" y="1844040"/>
                </a:cubicBezTo>
                <a:close/>
                <a:moveTo>
                  <a:pt x="4907280" y="1996440"/>
                </a:moveTo>
                <a:cubicBezTo>
                  <a:pt x="4907280" y="2004857"/>
                  <a:pt x="4900457" y="2011680"/>
                  <a:pt x="4892040" y="2011680"/>
                </a:cubicBezTo>
                <a:cubicBezTo>
                  <a:pt x="4883623" y="2011680"/>
                  <a:pt x="4876800" y="2004857"/>
                  <a:pt x="4876800" y="1996440"/>
                </a:cubicBezTo>
                <a:cubicBezTo>
                  <a:pt x="4876800" y="1988023"/>
                  <a:pt x="4883623" y="1981200"/>
                  <a:pt x="4892040" y="1981200"/>
                </a:cubicBezTo>
                <a:cubicBezTo>
                  <a:pt x="4900457" y="1981200"/>
                  <a:pt x="4907280" y="1988023"/>
                  <a:pt x="4907280" y="1996440"/>
                </a:cubicBezTo>
                <a:close/>
                <a:moveTo>
                  <a:pt x="4907280" y="2148840"/>
                </a:moveTo>
                <a:cubicBezTo>
                  <a:pt x="4907280" y="2157257"/>
                  <a:pt x="4900457" y="2164080"/>
                  <a:pt x="4892040" y="2164080"/>
                </a:cubicBezTo>
                <a:cubicBezTo>
                  <a:pt x="4883623" y="2164080"/>
                  <a:pt x="4876800" y="2157257"/>
                  <a:pt x="4876800" y="2148840"/>
                </a:cubicBezTo>
                <a:cubicBezTo>
                  <a:pt x="4876800" y="2140423"/>
                  <a:pt x="4883623" y="2133600"/>
                  <a:pt x="4892040" y="2133600"/>
                </a:cubicBezTo>
                <a:cubicBezTo>
                  <a:pt x="4900457" y="2133600"/>
                  <a:pt x="4907280" y="2140423"/>
                  <a:pt x="4907280" y="2148840"/>
                </a:cubicBezTo>
                <a:close/>
                <a:moveTo>
                  <a:pt x="4907280" y="2301240"/>
                </a:moveTo>
                <a:cubicBezTo>
                  <a:pt x="4907280" y="2309657"/>
                  <a:pt x="4900457" y="2316480"/>
                  <a:pt x="4892040" y="2316480"/>
                </a:cubicBezTo>
                <a:cubicBezTo>
                  <a:pt x="4883623" y="2316480"/>
                  <a:pt x="4876800" y="2309657"/>
                  <a:pt x="4876800" y="2301240"/>
                </a:cubicBezTo>
                <a:cubicBezTo>
                  <a:pt x="4876800" y="2292823"/>
                  <a:pt x="4883623" y="2286000"/>
                  <a:pt x="4892040" y="2286000"/>
                </a:cubicBezTo>
                <a:cubicBezTo>
                  <a:pt x="4900457" y="2286000"/>
                  <a:pt x="4907280" y="2292823"/>
                  <a:pt x="4907280" y="2301240"/>
                </a:cubicBezTo>
                <a:close/>
                <a:moveTo>
                  <a:pt x="4907280" y="2453640"/>
                </a:moveTo>
                <a:cubicBezTo>
                  <a:pt x="4907280" y="2462057"/>
                  <a:pt x="4900457" y="2468880"/>
                  <a:pt x="4892040" y="2468880"/>
                </a:cubicBezTo>
                <a:cubicBezTo>
                  <a:pt x="4883623" y="2468880"/>
                  <a:pt x="4876800" y="2462057"/>
                  <a:pt x="4876800" y="2453640"/>
                </a:cubicBezTo>
                <a:cubicBezTo>
                  <a:pt x="4876800" y="2445223"/>
                  <a:pt x="4883623" y="2438400"/>
                  <a:pt x="4892040" y="2438400"/>
                </a:cubicBezTo>
                <a:cubicBezTo>
                  <a:pt x="4900457" y="2438400"/>
                  <a:pt x="4907280" y="2445223"/>
                  <a:pt x="4907280" y="2453640"/>
                </a:cubicBezTo>
                <a:close/>
                <a:moveTo>
                  <a:pt x="4907280" y="2606040"/>
                </a:moveTo>
                <a:cubicBezTo>
                  <a:pt x="4907280" y="2614457"/>
                  <a:pt x="4900457" y="2621280"/>
                  <a:pt x="4892040" y="2621280"/>
                </a:cubicBezTo>
                <a:cubicBezTo>
                  <a:pt x="4883623" y="2621280"/>
                  <a:pt x="4876800" y="2614457"/>
                  <a:pt x="4876800" y="2606040"/>
                </a:cubicBezTo>
                <a:cubicBezTo>
                  <a:pt x="4876800" y="2597623"/>
                  <a:pt x="4883623" y="2590800"/>
                  <a:pt x="4892040" y="2590800"/>
                </a:cubicBezTo>
                <a:cubicBezTo>
                  <a:pt x="4900457" y="2590800"/>
                  <a:pt x="4907280" y="2597623"/>
                  <a:pt x="4907280" y="2606040"/>
                </a:cubicBezTo>
                <a:close/>
                <a:moveTo>
                  <a:pt x="4907280" y="2758440"/>
                </a:moveTo>
                <a:cubicBezTo>
                  <a:pt x="4907280" y="2766857"/>
                  <a:pt x="4900457" y="2773680"/>
                  <a:pt x="4892040" y="2773680"/>
                </a:cubicBezTo>
                <a:cubicBezTo>
                  <a:pt x="4883623" y="2773680"/>
                  <a:pt x="4876800" y="2766857"/>
                  <a:pt x="4876800" y="2758440"/>
                </a:cubicBezTo>
                <a:cubicBezTo>
                  <a:pt x="4876800" y="2750023"/>
                  <a:pt x="4883623" y="2743200"/>
                  <a:pt x="4892040" y="2743200"/>
                </a:cubicBezTo>
                <a:cubicBezTo>
                  <a:pt x="4900457" y="2743200"/>
                  <a:pt x="4907280" y="2750023"/>
                  <a:pt x="4907280" y="2758440"/>
                </a:cubicBezTo>
                <a:close/>
                <a:moveTo>
                  <a:pt x="4907280" y="2910840"/>
                </a:moveTo>
                <a:cubicBezTo>
                  <a:pt x="4907280" y="2919257"/>
                  <a:pt x="4900457" y="2926080"/>
                  <a:pt x="4892040" y="2926080"/>
                </a:cubicBezTo>
                <a:cubicBezTo>
                  <a:pt x="4883623" y="2926080"/>
                  <a:pt x="4876800" y="2919257"/>
                  <a:pt x="4876800" y="2910840"/>
                </a:cubicBezTo>
                <a:cubicBezTo>
                  <a:pt x="4876800" y="2902423"/>
                  <a:pt x="4883623" y="2895600"/>
                  <a:pt x="4892040" y="2895600"/>
                </a:cubicBezTo>
                <a:cubicBezTo>
                  <a:pt x="4900457" y="2895600"/>
                  <a:pt x="4907280" y="2902423"/>
                  <a:pt x="4907280" y="2910840"/>
                </a:cubicBezTo>
                <a:close/>
                <a:moveTo>
                  <a:pt x="4907280" y="3063240"/>
                </a:moveTo>
                <a:cubicBezTo>
                  <a:pt x="4907280" y="3071657"/>
                  <a:pt x="4900457" y="3078480"/>
                  <a:pt x="4892040" y="3078480"/>
                </a:cubicBezTo>
                <a:cubicBezTo>
                  <a:pt x="4883623" y="3078480"/>
                  <a:pt x="4876800" y="3071657"/>
                  <a:pt x="4876800" y="3063240"/>
                </a:cubicBezTo>
                <a:cubicBezTo>
                  <a:pt x="4876800" y="3054823"/>
                  <a:pt x="4883623" y="3048000"/>
                  <a:pt x="4892040" y="3048000"/>
                </a:cubicBezTo>
                <a:cubicBezTo>
                  <a:pt x="4900457" y="3048000"/>
                  <a:pt x="4907280" y="3054823"/>
                  <a:pt x="4907280" y="3063240"/>
                </a:cubicBezTo>
                <a:close/>
                <a:moveTo>
                  <a:pt x="4907280" y="3215640"/>
                </a:moveTo>
                <a:cubicBezTo>
                  <a:pt x="4907280" y="3224057"/>
                  <a:pt x="4900457" y="3230880"/>
                  <a:pt x="4892040" y="3230880"/>
                </a:cubicBezTo>
                <a:cubicBezTo>
                  <a:pt x="4883623" y="3230880"/>
                  <a:pt x="4876800" y="3224057"/>
                  <a:pt x="4876800" y="3215640"/>
                </a:cubicBezTo>
                <a:cubicBezTo>
                  <a:pt x="4876800" y="3207223"/>
                  <a:pt x="4883623" y="3200400"/>
                  <a:pt x="4892040" y="3200400"/>
                </a:cubicBezTo>
                <a:cubicBezTo>
                  <a:pt x="4900457" y="3200400"/>
                  <a:pt x="4907280" y="3207223"/>
                  <a:pt x="4907280" y="3215640"/>
                </a:cubicBezTo>
                <a:close/>
                <a:moveTo>
                  <a:pt x="4907280" y="3368040"/>
                </a:moveTo>
                <a:cubicBezTo>
                  <a:pt x="4907280" y="3376457"/>
                  <a:pt x="4900457" y="3383280"/>
                  <a:pt x="4892040" y="3383280"/>
                </a:cubicBezTo>
                <a:cubicBezTo>
                  <a:pt x="4883623" y="3383280"/>
                  <a:pt x="4876800" y="3376457"/>
                  <a:pt x="4876800" y="3368040"/>
                </a:cubicBezTo>
                <a:cubicBezTo>
                  <a:pt x="4876800" y="3359623"/>
                  <a:pt x="4883623" y="3352800"/>
                  <a:pt x="4892040" y="3352800"/>
                </a:cubicBezTo>
                <a:cubicBezTo>
                  <a:pt x="4900457" y="3352800"/>
                  <a:pt x="4907280" y="3359623"/>
                  <a:pt x="4907280" y="3368040"/>
                </a:cubicBezTo>
                <a:close/>
                <a:moveTo>
                  <a:pt x="4907280" y="3520440"/>
                </a:moveTo>
                <a:cubicBezTo>
                  <a:pt x="4907280" y="3528857"/>
                  <a:pt x="4900457" y="3535680"/>
                  <a:pt x="4892040" y="3535680"/>
                </a:cubicBezTo>
                <a:cubicBezTo>
                  <a:pt x="4883623" y="3535680"/>
                  <a:pt x="4876800" y="3528857"/>
                  <a:pt x="4876800" y="3520440"/>
                </a:cubicBezTo>
                <a:cubicBezTo>
                  <a:pt x="4876800" y="3512023"/>
                  <a:pt x="4883623" y="3505200"/>
                  <a:pt x="4892040" y="3505200"/>
                </a:cubicBezTo>
                <a:cubicBezTo>
                  <a:pt x="4900457" y="3505200"/>
                  <a:pt x="4907280" y="3512023"/>
                  <a:pt x="4907280" y="3520440"/>
                </a:cubicBezTo>
                <a:close/>
                <a:moveTo>
                  <a:pt x="4907280" y="3672840"/>
                </a:moveTo>
                <a:cubicBezTo>
                  <a:pt x="4907280" y="3681257"/>
                  <a:pt x="4900457" y="3688080"/>
                  <a:pt x="4892040" y="3688080"/>
                </a:cubicBezTo>
                <a:cubicBezTo>
                  <a:pt x="4883623" y="3688080"/>
                  <a:pt x="4876800" y="3681257"/>
                  <a:pt x="4876800" y="3672840"/>
                </a:cubicBezTo>
                <a:cubicBezTo>
                  <a:pt x="4876800" y="3664423"/>
                  <a:pt x="4883623" y="3657600"/>
                  <a:pt x="4892040" y="3657600"/>
                </a:cubicBezTo>
                <a:cubicBezTo>
                  <a:pt x="4900457" y="3657600"/>
                  <a:pt x="4907280" y="3664423"/>
                  <a:pt x="4907280" y="3672840"/>
                </a:cubicBezTo>
                <a:close/>
                <a:moveTo>
                  <a:pt x="4907280" y="3825240"/>
                </a:moveTo>
                <a:cubicBezTo>
                  <a:pt x="4907280" y="3833657"/>
                  <a:pt x="4900457" y="3840480"/>
                  <a:pt x="4892040" y="3840480"/>
                </a:cubicBezTo>
                <a:cubicBezTo>
                  <a:pt x="4883623" y="3840480"/>
                  <a:pt x="4876800" y="3833657"/>
                  <a:pt x="4876800" y="3825240"/>
                </a:cubicBezTo>
                <a:cubicBezTo>
                  <a:pt x="4876800" y="3816823"/>
                  <a:pt x="4883623" y="3810000"/>
                  <a:pt x="4892040" y="3810000"/>
                </a:cubicBezTo>
                <a:cubicBezTo>
                  <a:pt x="4900457" y="3810000"/>
                  <a:pt x="4907280" y="3816823"/>
                  <a:pt x="4907280" y="3825240"/>
                </a:cubicBezTo>
                <a:close/>
                <a:moveTo>
                  <a:pt x="4907280" y="3977640"/>
                </a:moveTo>
                <a:cubicBezTo>
                  <a:pt x="4907280" y="3986057"/>
                  <a:pt x="4900457" y="3992880"/>
                  <a:pt x="4892040" y="3992880"/>
                </a:cubicBezTo>
                <a:cubicBezTo>
                  <a:pt x="4883623" y="3992880"/>
                  <a:pt x="4876800" y="3986057"/>
                  <a:pt x="4876800" y="3977640"/>
                </a:cubicBezTo>
                <a:cubicBezTo>
                  <a:pt x="4876800" y="3969223"/>
                  <a:pt x="4883623" y="3962400"/>
                  <a:pt x="4892040" y="3962400"/>
                </a:cubicBezTo>
                <a:cubicBezTo>
                  <a:pt x="4900457" y="3962400"/>
                  <a:pt x="4907280" y="3969223"/>
                  <a:pt x="4907280" y="3977640"/>
                </a:cubicBezTo>
                <a:close/>
                <a:moveTo>
                  <a:pt x="4907280" y="4130040"/>
                </a:moveTo>
                <a:cubicBezTo>
                  <a:pt x="4907280" y="4138457"/>
                  <a:pt x="4900457" y="4145280"/>
                  <a:pt x="4892040" y="4145280"/>
                </a:cubicBezTo>
                <a:cubicBezTo>
                  <a:pt x="4883623" y="4145280"/>
                  <a:pt x="4876800" y="4138457"/>
                  <a:pt x="4876800" y="4130040"/>
                </a:cubicBezTo>
                <a:cubicBezTo>
                  <a:pt x="4876800" y="4121623"/>
                  <a:pt x="4883623" y="4114800"/>
                  <a:pt x="4892040" y="4114800"/>
                </a:cubicBezTo>
                <a:cubicBezTo>
                  <a:pt x="4900457" y="4114800"/>
                  <a:pt x="4907280" y="4121623"/>
                  <a:pt x="4907280" y="4130040"/>
                </a:cubicBezTo>
                <a:close/>
                <a:moveTo>
                  <a:pt x="4907280" y="4282440"/>
                </a:moveTo>
                <a:cubicBezTo>
                  <a:pt x="4907280" y="4290857"/>
                  <a:pt x="4900457" y="4297680"/>
                  <a:pt x="4892040" y="4297680"/>
                </a:cubicBezTo>
                <a:cubicBezTo>
                  <a:pt x="4883623" y="4297680"/>
                  <a:pt x="4876800" y="4290857"/>
                  <a:pt x="4876800" y="4282440"/>
                </a:cubicBezTo>
                <a:cubicBezTo>
                  <a:pt x="4876800" y="4274023"/>
                  <a:pt x="4883623" y="4267200"/>
                  <a:pt x="4892040" y="4267200"/>
                </a:cubicBezTo>
                <a:cubicBezTo>
                  <a:pt x="4900457" y="4267200"/>
                  <a:pt x="4907280" y="4274023"/>
                  <a:pt x="4907280" y="4282440"/>
                </a:cubicBezTo>
                <a:close/>
                <a:moveTo>
                  <a:pt x="4907280" y="4434840"/>
                </a:moveTo>
                <a:cubicBezTo>
                  <a:pt x="4907280" y="4443257"/>
                  <a:pt x="4900457" y="4450080"/>
                  <a:pt x="4892040" y="4450080"/>
                </a:cubicBezTo>
                <a:cubicBezTo>
                  <a:pt x="4883623" y="4450080"/>
                  <a:pt x="4876800" y="4443257"/>
                  <a:pt x="4876800" y="4434840"/>
                </a:cubicBezTo>
                <a:cubicBezTo>
                  <a:pt x="4876800" y="4426423"/>
                  <a:pt x="4883623" y="4419600"/>
                  <a:pt x="4892040" y="4419600"/>
                </a:cubicBezTo>
                <a:cubicBezTo>
                  <a:pt x="4900457" y="4419600"/>
                  <a:pt x="4907280" y="4426423"/>
                  <a:pt x="4907280" y="4434840"/>
                </a:cubicBezTo>
                <a:close/>
                <a:moveTo>
                  <a:pt x="5059680" y="15240"/>
                </a:moveTo>
                <a:cubicBezTo>
                  <a:pt x="5059680" y="23657"/>
                  <a:pt x="5052857" y="30480"/>
                  <a:pt x="5044440" y="30480"/>
                </a:cubicBezTo>
                <a:cubicBezTo>
                  <a:pt x="5036023" y="30480"/>
                  <a:pt x="5029200" y="23657"/>
                  <a:pt x="5029200" y="15240"/>
                </a:cubicBezTo>
                <a:cubicBezTo>
                  <a:pt x="5029200" y="6823"/>
                  <a:pt x="5036023" y="0"/>
                  <a:pt x="5044440" y="0"/>
                </a:cubicBezTo>
                <a:cubicBezTo>
                  <a:pt x="5052857" y="0"/>
                  <a:pt x="5059680" y="6823"/>
                  <a:pt x="5059680" y="15240"/>
                </a:cubicBezTo>
                <a:close/>
                <a:moveTo>
                  <a:pt x="5059680" y="167640"/>
                </a:moveTo>
                <a:cubicBezTo>
                  <a:pt x="5059680" y="176057"/>
                  <a:pt x="5052857" y="182880"/>
                  <a:pt x="5044440" y="182880"/>
                </a:cubicBezTo>
                <a:cubicBezTo>
                  <a:pt x="5036023" y="182880"/>
                  <a:pt x="5029200" y="176057"/>
                  <a:pt x="5029200" y="167640"/>
                </a:cubicBezTo>
                <a:cubicBezTo>
                  <a:pt x="5029200" y="159223"/>
                  <a:pt x="5036023" y="152400"/>
                  <a:pt x="5044440" y="152400"/>
                </a:cubicBezTo>
                <a:cubicBezTo>
                  <a:pt x="5052857" y="152400"/>
                  <a:pt x="5059680" y="159223"/>
                  <a:pt x="5059680" y="167640"/>
                </a:cubicBezTo>
                <a:close/>
                <a:moveTo>
                  <a:pt x="5059680" y="320040"/>
                </a:moveTo>
                <a:cubicBezTo>
                  <a:pt x="5059680" y="328457"/>
                  <a:pt x="5052857" y="335280"/>
                  <a:pt x="5044440" y="335280"/>
                </a:cubicBezTo>
                <a:cubicBezTo>
                  <a:pt x="5036023" y="335280"/>
                  <a:pt x="5029200" y="328457"/>
                  <a:pt x="5029200" y="320040"/>
                </a:cubicBezTo>
                <a:cubicBezTo>
                  <a:pt x="5029200" y="311623"/>
                  <a:pt x="5036023" y="304800"/>
                  <a:pt x="5044440" y="304800"/>
                </a:cubicBezTo>
                <a:cubicBezTo>
                  <a:pt x="5052857" y="304800"/>
                  <a:pt x="5059680" y="311623"/>
                  <a:pt x="5059680" y="320040"/>
                </a:cubicBezTo>
                <a:close/>
                <a:moveTo>
                  <a:pt x="5059680" y="472440"/>
                </a:moveTo>
                <a:cubicBezTo>
                  <a:pt x="5059680" y="480857"/>
                  <a:pt x="5052857" y="487680"/>
                  <a:pt x="5044440" y="487680"/>
                </a:cubicBezTo>
                <a:cubicBezTo>
                  <a:pt x="5036023" y="487680"/>
                  <a:pt x="5029200" y="480857"/>
                  <a:pt x="5029200" y="472440"/>
                </a:cubicBezTo>
                <a:cubicBezTo>
                  <a:pt x="5029200" y="464023"/>
                  <a:pt x="5036023" y="457200"/>
                  <a:pt x="5044440" y="457200"/>
                </a:cubicBezTo>
                <a:cubicBezTo>
                  <a:pt x="5052857" y="457200"/>
                  <a:pt x="5059680" y="464023"/>
                  <a:pt x="5059680" y="472440"/>
                </a:cubicBezTo>
                <a:close/>
                <a:moveTo>
                  <a:pt x="5059680" y="624840"/>
                </a:moveTo>
                <a:cubicBezTo>
                  <a:pt x="5059680" y="633257"/>
                  <a:pt x="5052857" y="640080"/>
                  <a:pt x="5044440" y="640080"/>
                </a:cubicBezTo>
                <a:cubicBezTo>
                  <a:pt x="5036023" y="640080"/>
                  <a:pt x="5029200" y="633257"/>
                  <a:pt x="5029200" y="624840"/>
                </a:cubicBezTo>
                <a:cubicBezTo>
                  <a:pt x="5029200" y="616423"/>
                  <a:pt x="5036023" y="609600"/>
                  <a:pt x="5044440" y="609600"/>
                </a:cubicBezTo>
                <a:cubicBezTo>
                  <a:pt x="5052857" y="609600"/>
                  <a:pt x="5059680" y="616423"/>
                  <a:pt x="5059680" y="624840"/>
                </a:cubicBezTo>
                <a:close/>
                <a:moveTo>
                  <a:pt x="5059680" y="777240"/>
                </a:moveTo>
                <a:cubicBezTo>
                  <a:pt x="5059680" y="785657"/>
                  <a:pt x="5052857" y="792480"/>
                  <a:pt x="5044440" y="792480"/>
                </a:cubicBezTo>
                <a:cubicBezTo>
                  <a:pt x="5036023" y="792480"/>
                  <a:pt x="5029200" y="785657"/>
                  <a:pt x="5029200" y="777240"/>
                </a:cubicBezTo>
                <a:cubicBezTo>
                  <a:pt x="5029200" y="768823"/>
                  <a:pt x="5036023" y="762000"/>
                  <a:pt x="5044440" y="762000"/>
                </a:cubicBezTo>
                <a:cubicBezTo>
                  <a:pt x="5052857" y="762000"/>
                  <a:pt x="5059680" y="768823"/>
                  <a:pt x="5059680" y="777240"/>
                </a:cubicBezTo>
                <a:close/>
                <a:moveTo>
                  <a:pt x="5059680" y="929640"/>
                </a:moveTo>
                <a:cubicBezTo>
                  <a:pt x="5059680" y="938057"/>
                  <a:pt x="5052857" y="944880"/>
                  <a:pt x="5044440" y="944880"/>
                </a:cubicBezTo>
                <a:cubicBezTo>
                  <a:pt x="5036023" y="944880"/>
                  <a:pt x="5029200" y="938057"/>
                  <a:pt x="5029200" y="929640"/>
                </a:cubicBezTo>
                <a:cubicBezTo>
                  <a:pt x="5029200" y="921223"/>
                  <a:pt x="5036023" y="914400"/>
                  <a:pt x="5044440" y="914400"/>
                </a:cubicBezTo>
                <a:cubicBezTo>
                  <a:pt x="5052857" y="914400"/>
                  <a:pt x="5059680" y="921223"/>
                  <a:pt x="5059680" y="929640"/>
                </a:cubicBezTo>
                <a:close/>
                <a:moveTo>
                  <a:pt x="5059680" y="1082040"/>
                </a:moveTo>
                <a:cubicBezTo>
                  <a:pt x="5059680" y="1090457"/>
                  <a:pt x="5052857" y="1097280"/>
                  <a:pt x="5044440" y="1097280"/>
                </a:cubicBezTo>
                <a:cubicBezTo>
                  <a:pt x="5036023" y="1097280"/>
                  <a:pt x="5029200" y="1090457"/>
                  <a:pt x="5029200" y="1082040"/>
                </a:cubicBezTo>
                <a:cubicBezTo>
                  <a:pt x="5029200" y="1073623"/>
                  <a:pt x="5036023" y="1066800"/>
                  <a:pt x="5044440" y="1066800"/>
                </a:cubicBezTo>
                <a:cubicBezTo>
                  <a:pt x="5052857" y="1066800"/>
                  <a:pt x="5059680" y="1073623"/>
                  <a:pt x="5059680" y="1082040"/>
                </a:cubicBezTo>
                <a:close/>
                <a:moveTo>
                  <a:pt x="5059680" y="1234440"/>
                </a:moveTo>
                <a:cubicBezTo>
                  <a:pt x="5059680" y="1242857"/>
                  <a:pt x="5052857" y="1249680"/>
                  <a:pt x="5044440" y="1249680"/>
                </a:cubicBezTo>
                <a:cubicBezTo>
                  <a:pt x="5036023" y="1249680"/>
                  <a:pt x="5029200" y="1242857"/>
                  <a:pt x="5029200" y="1234440"/>
                </a:cubicBezTo>
                <a:cubicBezTo>
                  <a:pt x="5029200" y="1226023"/>
                  <a:pt x="5036023" y="1219200"/>
                  <a:pt x="5044440" y="1219200"/>
                </a:cubicBezTo>
                <a:cubicBezTo>
                  <a:pt x="5052857" y="1219200"/>
                  <a:pt x="5059680" y="1226023"/>
                  <a:pt x="5059680" y="1234440"/>
                </a:cubicBezTo>
                <a:close/>
                <a:moveTo>
                  <a:pt x="5059680" y="1386840"/>
                </a:moveTo>
                <a:cubicBezTo>
                  <a:pt x="5059680" y="1395257"/>
                  <a:pt x="5052857" y="1402080"/>
                  <a:pt x="5044440" y="1402080"/>
                </a:cubicBezTo>
                <a:cubicBezTo>
                  <a:pt x="5036023" y="1402080"/>
                  <a:pt x="5029200" y="1395257"/>
                  <a:pt x="5029200" y="1386840"/>
                </a:cubicBezTo>
                <a:cubicBezTo>
                  <a:pt x="5029200" y="1378423"/>
                  <a:pt x="5036023" y="1371600"/>
                  <a:pt x="5044440" y="1371600"/>
                </a:cubicBezTo>
                <a:cubicBezTo>
                  <a:pt x="5052857" y="1371600"/>
                  <a:pt x="5059680" y="1378423"/>
                  <a:pt x="5059680" y="1386840"/>
                </a:cubicBezTo>
                <a:close/>
                <a:moveTo>
                  <a:pt x="5059680" y="1539240"/>
                </a:moveTo>
                <a:cubicBezTo>
                  <a:pt x="5059680" y="1547657"/>
                  <a:pt x="5052857" y="1554480"/>
                  <a:pt x="5044440" y="1554480"/>
                </a:cubicBezTo>
                <a:cubicBezTo>
                  <a:pt x="5036023" y="1554480"/>
                  <a:pt x="5029200" y="1547657"/>
                  <a:pt x="5029200" y="1539240"/>
                </a:cubicBezTo>
                <a:cubicBezTo>
                  <a:pt x="5029200" y="1530823"/>
                  <a:pt x="5036023" y="1524000"/>
                  <a:pt x="5044440" y="1524000"/>
                </a:cubicBezTo>
                <a:cubicBezTo>
                  <a:pt x="5052857" y="1524000"/>
                  <a:pt x="5059680" y="1530823"/>
                  <a:pt x="5059680" y="1539240"/>
                </a:cubicBezTo>
                <a:close/>
                <a:moveTo>
                  <a:pt x="5059680" y="1691640"/>
                </a:moveTo>
                <a:cubicBezTo>
                  <a:pt x="5059680" y="1700057"/>
                  <a:pt x="5052857" y="1706880"/>
                  <a:pt x="5044440" y="1706880"/>
                </a:cubicBezTo>
                <a:cubicBezTo>
                  <a:pt x="5036023" y="1706880"/>
                  <a:pt x="5029200" y="1700057"/>
                  <a:pt x="5029200" y="1691640"/>
                </a:cubicBezTo>
                <a:cubicBezTo>
                  <a:pt x="5029200" y="1683223"/>
                  <a:pt x="5036023" y="1676400"/>
                  <a:pt x="5044440" y="1676400"/>
                </a:cubicBezTo>
                <a:cubicBezTo>
                  <a:pt x="5052857" y="1676400"/>
                  <a:pt x="5059680" y="1683223"/>
                  <a:pt x="5059680" y="1691640"/>
                </a:cubicBezTo>
                <a:close/>
                <a:moveTo>
                  <a:pt x="5059680" y="1844040"/>
                </a:moveTo>
                <a:cubicBezTo>
                  <a:pt x="5059680" y="1852457"/>
                  <a:pt x="5052857" y="1859280"/>
                  <a:pt x="5044440" y="1859280"/>
                </a:cubicBezTo>
                <a:cubicBezTo>
                  <a:pt x="5036023" y="1859280"/>
                  <a:pt x="5029200" y="1852457"/>
                  <a:pt x="5029200" y="1844040"/>
                </a:cubicBezTo>
                <a:cubicBezTo>
                  <a:pt x="5029200" y="1835623"/>
                  <a:pt x="5036023" y="1828800"/>
                  <a:pt x="5044440" y="1828800"/>
                </a:cubicBezTo>
                <a:cubicBezTo>
                  <a:pt x="5052857" y="1828800"/>
                  <a:pt x="5059680" y="1835623"/>
                  <a:pt x="5059680" y="1844040"/>
                </a:cubicBezTo>
                <a:close/>
                <a:moveTo>
                  <a:pt x="5059680" y="1996440"/>
                </a:moveTo>
                <a:cubicBezTo>
                  <a:pt x="5059680" y="2004857"/>
                  <a:pt x="5052857" y="2011680"/>
                  <a:pt x="5044440" y="2011680"/>
                </a:cubicBezTo>
                <a:cubicBezTo>
                  <a:pt x="5036023" y="2011680"/>
                  <a:pt x="5029200" y="2004857"/>
                  <a:pt x="5029200" y="1996440"/>
                </a:cubicBezTo>
                <a:cubicBezTo>
                  <a:pt x="5029200" y="1988023"/>
                  <a:pt x="5036023" y="1981200"/>
                  <a:pt x="5044440" y="1981200"/>
                </a:cubicBezTo>
                <a:cubicBezTo>
                  <a:pt x="5052857" y="1981200"/>
                  <a:pt x="5059680" y="1988023"/>
                  <a:pt x="5059680" y="1996440"/>
                </a:cubicBezTo>
                <a:close/>
                <a:moveTo>
                  <a:pt x="5059680" y="2148840"/>
                </a:moveTo>
                <a:cubicBezTo>
                  <a:pt x="5059680" y="2157257"/>
                  <a:pt x="5052857" y="2164080"/>
                  <a:pt x="5044440" y="2164080"/>
                </a:cubicBezTo>
                <a:cubicBezTo>
                  <a:pt x="5036023" y="2164080"/>
                  <a:pt x="5029200" y="2157257"/>
                  <a:pt x="5029200" y="2148840"/>
                </a:cubicBezTo>
                <a:cubicBezTo>
                  <a:pt x="5029200" y="2140423"/>
                  <a:pt x="5036023" y="2133600"/>
                  <a:pt x="5044440" y="2133600"/>
                </a:cubicBezTo>
                <a:cubicBezTo>
                  <a:pt x="5052857" y="2133600"/>
                  <a:pt x="5059680" y="2140423"/>
                  <a:pt x="5059680" y="2148840"/>
                </a:cubicBezTo>
                <a:close/>
                <a:moveTo>
                  <a:pt x="5059680" y="2301240"/>
                </a:moveTo>
                <a:cubicBezTo>
                  <a:pt x="5059680" y="2309657"/>
                  <a:pt x="5052857" y="2316480"/>
                  <a:pt x="5044440" y="2316480"/>
                </a:cubicBezTo>
                <a:cubicBezTo>
                  <a:pt x="5036023" y="2316480"/>
                  <a:pt x="5029200" y="2309657"/>
                  <a:pt x="5029200" y="2301240"/>
                </a:cubicBezTo>
                <a:cubicBezTo>
                  <a:pt x="5029200" y="2292823"/>
                  <a:pt x="5036023" y="2286000"/>
                  <a:pt x="5044440" y="2286000"/>
                </a:cubicBezTo>
                <a:cubicBezTo>
                  <a:pt x="5052857" y="2286000"/>
                  <a:pt x="5059680" y="2292823"/>
                  <a:pt x="5059680" y="2301240"/>
                </a:cubicBezTo>
                <a:close/>
                <a:moveTo>
                  <a:pt x="5059680" y="2453640"/>
                </a:moveTo>
                <a:cubicBezTo>
                  <a:pt x="5059680" y="2462057"/>
                  <a:pt x="5052857" y="2468880"/>
                  <a:pt x="5044440" y="2468880"/>
                </a:cubicBezTo>
                <a:cubicBezTo>
                  <a:pt x="5036023" y="2468880"/>
                  <a:pt x="5029200" y="2462057"/>
                  <a:pt x="5029200" y="2453640"/>
                </a:cubicBezTo>
                <a:cubicBezTo>
                  <a:pt x="5029200" y="2445223"/>
                  <a:pt x="5036023" y="2438400"/>
                  <a:pt x="5044440" y="2438400"/>
                </a:cubicBezTo>
                <a:cubicBezTo>
                  <a:pt x="5052857" y="2438400"/>
                  <a:pt x="5059680" y="2445223"/>
                  <a:pt x="5059680" y="2453640"/>
                </a:cubicBezTo>
                <a:close/>
                <a:moveTo>
                  <a:pt x="5059680" y="2606040"/>
                </a:moveTo>
                <a:cubicBezTo>
                  <a:pt x="5059680" y="2614457"/>
                  <a:pt x="5052857" y="2621280"/>
                  <a:pt x="5044440" y="2621280"/>
                </a:cubicBezTo>
                <a:cubicBezTo>
                  <a:pt x="5036023" y="2621280"/>
                  <a:pt x="5029200" y="2614457"/>
                  <a:pt x="5029200" y="2606040"/>
                </a:cubicBezTo>
                <a:cubicBezTo>
                  <a:pt x="5029200" y="2597623"/>
                  <a:pt x="5036023" y="2590800"/>
                  <a:pt x="5044440" y="2590800"/>
                </a:cubicBezTo>
                <a:cubicBezTo>
                  <a:pt x="5052857" y="2590800"/>
                  <a:pt x="5059680" y="2597623"/>
                  <a:pt x="5059680" y="2606040"/>
                </a:cubicBezTo>
                <a:close/>
                <a:moveTo>
                  <a:pt x="5059680" y="2758440"/>
                </a:moveTo>
                <a:cubicBezTo>
                  <a:pt x="5059680" y="2766857"/>
                  <a:pt x="5052857" y="2773680"/>
                  <a:pt x="5044440" y="2773680"/>
                </a:cubicBezTo>
                <a:cubicBezTo>
                  <a:pt x="5036023" y="2773680"/>
                  <a:pt x="5029200" y="2766857"/>
                  <a:pt x="5029200" y="2758440"/>
                </a:cubicBezTo>
                <a:cubicBezTo>
                  <a:pt x="5029200" y="2750023"/>
                  <a:pt x="5036023" y="2743200"/>
                  <a:pt x="5044440" y="2743200"/>
                </a:cubicBezTo>
                <a:cubicBezTo>
                  <a:pt x="5052857" y="2743200"/>
                  <a:pt x="5059680" y="2750023"/>
                  <a:pt x="5059680" y="2758440"/>
                </a:cubicBezTo>
                <a:close/>
                <a:moveTo>
                  <a:pt x="5059680" y="2910840"/>
                </a:moveTo>
                <a:cubicBezTo>
                  <a:pt x="5059680" y="2919257"/>
                  <a:pt x="5052857" y="2926080"/>
                  <a:pt x="5044440" y="2926080"/>
                </a:cubicBezTo>
                <a:cubicBezTo>
                  <a:pt x="5036023" y="2926080"/>
                  <a:pt x="5029200" y="2919257"/>
                  <a:pt x="5029200" y="2910840"/>
                </a:cubicBezTo>
                <a:cubicBezTo>
                  <a:pt x="5029200" y="2902423"/>
                  <a:pt x="5036023" y="2895600"/>
                  <a:pt x="5044440" y="2895600"/>
                </a:cubicBezTo>
                <a:cubicBezTo>
                  <a:pt x="5052857" y="2895600"/>
                  <a:pt x="5059680" y="2902423"/>
                  <a:pt x="5059680" y="2910840"/>
                </a:cubicBezTo>
                <a:close/>
                <a:moveTo>
                  <a:pt x="5059680" y="3063240"/>
                </a:moveTo>
                <a:cubicBezTo>
                  <a:pt x="5059680" y="3071657"/>
                  <a:pt x="5052857" y="3078480"/>
                  <a:pt x="5044440" y="3078480"/>
                </a:cubicBezTo>
                <a:cubicBezTo>
                  <a:pt x="5036023" y="3078480"/>
                  <a:pt x="5029200" y="3071657"/>
                  <a:pt x="5029200" y="3063240"/>
                </a:cubicBezTo>
                <a:cubicBezTo>
                  <a:pt x="5029200" y="3054823"/>
                  <a:pt x="5036023" y="3048000"/>
                  <a:pt x="5044440" y="3048000"/>
                </a:cubicBezTo>
                <a:cubicBezTo>
                  <a:pt x="5052857" y="3048000"/>
                  <a:pt x="5059680" y="3054823"/>
                  <a:pt x="5059680" y="3063240"/>
                </a:cubicBezTo>
                <a:close/>
                <a:moveTo>
                  <a:pt x="5059680" y="3215640"/>
                </a:moveTo>
                <a:cubicBezTo>
                  <a:pt x="5059680" y="3224057"/>
                  <a:pt x="5052857" y="3230880"/>
                  <a:pt x="5044440" y="3230880"/>
                </a:cubicBezTo>
                <a:cubicBezTo>
                  <a:pt x="5036023" y="3230880"/>
                  <a:pt x="5029200" y="3224057"/>
                  <a:pt x="5029200" y="3215640"/>
                </a:cubicBezTo>
                <a:cubicBezTo>
                  <a:pt x="5029200" y="3207223"/>
                  <a:pt x="5036023" y="3200400"/>
                  <a:pt x="5044440" y="3200400"/>
                </a:cubicBezTo>
                <a:cubicBezTo>
                  <a:pt x="5052857" y="3200400"/>
                  <a:pt x="5059680" y="3207223"/>
                  <a:pt x="5059680" y="3215640"/>
                </a:cubicBezTo>
                <a:close/>
                <a:moveTo>
                  <a:pt x="5059680" y="3368040"/>
                </a:moveTo>
                <a:cubicBezTo>
                  <a:pt x="5059680" y="3376457"/>
                  <a:pt x="5052857" y="3383280"/>
                  <a:pt x="5044440" y="3383280"/>
                </a:cubicBezTo>
                <a:cubicBezTo>
                  <a:pt x="5036023" y="3383280"/>
                  <a:pt x="5029200" y="3376457"/>
                  <a:pt x="5029200" y="3368040"/>
                </a:cubicBezTo>
                <a:cubicBezTo>
                  <a:pt x="5029200" y="3359623"/>
                  <a:pt x="5036023" y="3352800"/>
                  <a:pt x="5044440" y="3352800"/>
                </a:cubicBezTo>
                <a:cubicBezTo>
                  <a:pt x="5052857" y="3352800"/>
                  <a:pt x="5059680" y="3359623"/>
                  <a:pt x="5059680" y="3368040"/>
                </a:cubicBezTo>
                <a:close/>
                <a:moveTo>
                  <a:pt x="5059680" y="3520440"/>
                </a:moveTo>
                <a:cubicBezTo>
                  <a:pt x="5059680" y="3528857"/>
                  <a:pt x="5052857" y="3535680"/>
                  <a:pt x="5044440" y="3535680"/>
                </a:cubicBezTo>
                <a:cubicBezTo>
                  <a:pt x="5036023" y="3535680"/>
                  <a:pt x="5029200" y="3528857"/>
                  <a:pt x="5029200" y="3520440"/>
                </a:cubicBezTo>
                <a:cubicBezTo>
                  <a:pt x="5029200" y="3512023"/>
                  <a:pt x="5036023" y="3505200"/>
                  <a:pt x="5044440" y="3505200"/>
                </a:cubicBezTo>
                <a:cubicBezTo>
                  <a:pt x="5052857" y="3505200"/>
                  <a:pt x="5059680" y="3512023"/>
                  <a:pt x="5059680" y="3520440"/>
                </a:cubicBezTo>
                <a:close/>
                <a:moveTo>
                  <a:pt x="5059680" y="3672840"/>
                </a:moveTo>
                <a:cubicBezTo>
                  <a:pt x="5059680" y="3681257"/>
                  <a:pt x="5052857" y="3688080"/>
                  <a:pt x="5044440" y="3688080"/>
                </a:cubicBezTo>
                <a:cubicBezTo>
                  <a:pt x="5036023" y="3688080"/>
                  <a:pt x="5029200" y="3681257"/>
                  <a:pt x="5029200" y="3672840"/>
                </a:cubicBezTo>
                <a:cubicBezTo>
                  <a:pt x="5029200" y="3664423"/>
                  <a:pt x="5036023" y="3657600"/>
                  <a:pt x="5044440" y="3657600"/>
                </a:cubicBezTo>
                <a:cubicBezTo>
                  <a:pt x="5052857" y="3657600"/>
                  <a:pt x="5059680" y="3664423"/>
                  <a:pt x="5059680" y="3672840"/>
                </a:cubicBezTo>
                <a:close/>
                <a:moveTo>
                  <a:pt x="5059680" y="3825240"/>
                </a:moveTo>
                <a:cubicBezTo>
                  <a:pt x="5059680" y="3833657"/>
                  <a:pt x="5052857" y="3840480"/>
                  <a:pt x="5044440" y="3840480"/>
                </a:cubicBezTo>
                <a:cubicBezTo>
                  <a:pt x="5036023" y="3840480"/>
                  <a:pt x="5029200" y="3833657"/>
                  <a:pt x="5029200" y="3825240"/>
                </a:cubicBezTo>
                <a:cubicBezTo>
                  <a:pt x="5029200" y="3816823"/>
                  <a:pt x="5036023" y="3810000"/>
                  <a:pt x="5044440" y="3810000"/>
                </a:cubicBezTo>
                <a:cubicBezTo>
                  <a:pt x="5052857" y="3810000"/>
                  <a:pt x="5059680" y="3816823"/>
                  <a:pt x="5059680" y="3825240"/>
                </a:cubicBezTo>
                <a:close/>
                <a:moveTo>
                  <a:pt x="5059680" y="3977640"/>
                </a:moveTo>
                <a:cubicBezTo>
                  <a:pt x="5059680" y="3986057"/>
                  <a:pt x="5052857" y="3992880"/>
                  <a:pt x="5044440" y="3992880"/>
                </a:cubicBezTo>
                <a:cubicBezTo>
                  <a:pt x="5036023" y="3992880"/>
                  <a:pt x="5029200" y="3986057"/>
                  <a:pt x="5029200" y="3977640"/>
                </a:cubicBezTo>
                <a:cubicBezTo>
                  <a:pt x="5029200" y="3969223"/>
                  <a:pt x="5036023" y="3962400"/>
                  <a:pt x="5044440" y="3962400"/>
                </a:cubicBezTo>
                <a:cubicBezTo>
                  <a:pt x="5052857" y="3962400"/>
                  <a:pt x="5059680" y="3969223"/>
                  <a:pt x="5059680" y="3977640"/>
                </a:cubicBezTo>
                <a:close/>
                <a:moveTo>
                  <a:pt x="5059680" y="4130040"/>
                </a:moveTo>
                <a:cubicBezTo>
                  <a:pt x="5059680" y="4138457"/>
                  <a:pt x="5052857" y="4145280"/>
                  <a:pt x="5044440" y="4145280"/>
                </a:cubicBezTo>
                <a:cubicBezTo>
                  <a:pt x="5036023" y="4145280"/>
                  <a:pt x="5029200" y="4138457"/>
                  <a:pt x="5029200" y="4130040"/>
                </a:cubicBezTo>
                <a:cubicBezTo>
                  <a:pt x="5029200" y="4121623"/>
                  <a:pt x="5036023" y="4114800"/>
                  <a:pt x="5044440" y="4114800"/>
                </a:cubicBezTo>
                <a:cubicBezTo>
                  <a:pt x="5052857" y="4114800"/>
                  <a:pt x="5059680" y="4121623"/>
                  <a:pt x="5059680" y="4130040"/>
                </a:cubicBezTo>
                <a:close/>
                <a:moveTo>
                  <a:pt x="5059680" y="4282440"/>
                </a:moveTo>
                <a:cubicBezTo>
                  <a:pt x="5059680" y="4290857"/>
                  <a:pt x="5052857" y="4297680"/>
                  <a:pt x="5044440" y="4297680"/>
                </a:cubicBezTo>
                <a:cubicBezTo>
                  <a:pt x="5036023" y="4297680"/>
                  <a:pt x="5029200" y="4290857"/>
                  <a:pt x="5029200" y="4282440"/>
                </a:cubicBezTo>
                <a:cubicBezTo>
                  <a:pt x="5029200" y="4274023"/>
                  <a:pt x="5036023" y="4267200"/>
                  <a:pt x="5044440" y="4267200"/>
                </a:cubicBezTo>
                <a:cubicBezTo>
                  <a:pt x="5052857" y="4267200"/>
                  <a:pt x="5059680" y="4274023"/>
                  <a:pt x="5059680" y="4282440"/>
                </a:cubicBezTo>
                <a:close/>
                <a:moveTo>
                  <a:pt x="5059680" y="4434840"/>
                </a:moveTo>
                <a:cubicBezTo>
                  <a:pt x="5059680" y="4443257"/>
                  <a:pt x="5052857" y="4450080"/>
                  <a:pt x="5044440" y="4450080"/>
                </a:cubicBezTo>
                <a:cubicBezTo>
                  <a:pt x="5036023" y="4450080"/>
                  <a:pt x="5029200" y="4443257"/>
                  <a:pt x="5029200" y="4434840"/>
                </a:cubicBezTo>
                <a:cubicBezTo>
                  <a:pt x="5029200" y="4426423"/>
                  <a:pt x="5036023" y="4419600"/>
                  <a:pt x="5044440" y="4419600"/>
                </a:cubicBezTo>
                <a:cubicBezTo>
                  <a:pt x="5052857" y="4419600"/>
                  <a:pt x="5059680" y="4426423"/>
                  <a:pt x="5059680" y="4434840"/>
                </a:cubicBezTo>
                <a:close/>
                <a:moveTo>
                  <a:pt x="5212080" y="15240"/>
                </a:moveTo>
                <a:cubicBezTo>
                  <a:pt x="5212080" y="23657"/>
                  <a:pt x="5205257" y="30480"/>
                  <a:pt x="5196840" y="30480"/>
                </a:cubicBezTo>
                <a:cubicBezTo>
                  <a:pt x="5188423" y="30480"/>
                  <a:pt x="5181600" y="23657"/>
                  <a:pt x="5181600" y="15240"/>
                </a:cubicBezTo>
                <a:cubicBezTo>
                  <a:pt x="5181600" y="6823"/>
                  <a:pt x="5188423" y="0"/>
                  <a:pt x="5196840" y="0"/>
                </a:cubicBezTo>
                <a:cubicBezTo>
                  <a:pt x="5205257" y="0"/>
                  <a:pt x="5212080" y="6823"/>
                  <a:pt x="5212080" y="15240"/>
                </a:cubicBezTo>
                <a:close/>
                <a:moveTo>
                  <a:pt x="5212080" y="167640"/>
                </a:moveTo>
                <a:cubicBezTo>
                  <a:pt x="5212080" y="176057"/>
                  <a:pt x="5205257" y="182880"/>
                  <a:pt x="5196840" y="182880"/>
                </a:cubicBezTo>
                <a:cubicBezTo>
                  <a:pt x="5188423" y="182880"/>
                  <a:pt x="5181600" y="176057"/>
                  <a:pt x="5181600" y="167640"/>
                </a:cubicBezTo>
                <a:cubicBezTo>
                  <a:pt x="5181600" y="159223"/>
                  <a:pt x="5188423" y="152400"/>
                  <a:pt x="5196840" y="152400"/>
                </a:cubicBezTo>
                <a:cubicBezTo>
                  <a:pt x="5205257" y="152400"/>
                  <a:pt x="5212080" y="159223"/>
                  <a:pt x="5212080" y="167640"/>
                </a:cubicBezTo>
                <a:close/>
                <a:moveTo>
                  <a:pt x="5212080" y="320040"/>
                </a:moveTo>
                <a:cubicBezTo>
                  <a:pt x="5212080" y="328457"/>
                  <a:pt x="5205257" y="335280"/>
                  <a:pt x="5196840" y="335280"/>
                </a:cubicBezTo>
                <a:cubicBezTo>
                  <a:pt x="5188423" y="335280"/>
                  <a:pt x="5181600" y="328457"/>
                  <a:pt x="5181600" y="320040"/>
                </a:cubicBezTo>
                <a:cubicBezTo>
                  <a:pt x="5181600" y="311623"/>
                  <a:pt x="5188423" y="304800"/>
                  <a:pt x="5196840" y="304800"/>
                </a:cubicBezTo>
                <a:cubicBezTo>
                  <a:pt x="5205257" y="304800"/>
                  <a:pt x="5212080" y="311623"/>
                  <a:pt x="5212080" y="320040"/>
                </a:cubicBezTo>
                <a:close/>
                <a:moveTo>
                  <a:pt x="5212080" y="472440"/>
                </a:moveTo>
                <a:cubicBezTo>
                  <a:pt x="5212080" y="480857"/>
                  <a:pt x="5205257" y="487680"/>
                  <a:pt x="5196840" y="487680"/>
                </a:cubicBezTo>
                <a:cubicBezTo>
                  <a:pt x="5188423" y="487680"/>
                  <a:pt x="5181600" y="480857"/>
                  <a:pt x="5181600" y="472440"/>
                </a:cubicBezTo>
                <a:cubicBezTo>
                  <a:pt x="5181600" y="464023"/>
                  <a:pt x="5188423" y="457200"/>
                  <a:pt x="5196840" y="457200"/>
                </a:cubicBezTo>
                <a:cubicBezTo>
                  <a:pt x="5205257" y="457200"/>
                  <a:pt x="5212080" y="464023"/>
                  <a:pt x="5212080" y="472440"/>
                </a:cubicBezTo>
                <a:close/>
                <a:moveTo>
                  <a:pt x="5212080" y="624840"/>
                </a:moveTo>
                <a:cubicBezTo>
                  <a:pt x="5212080" y="633257"/>
                  <a:pt x="5205257" y="640080"/>
                  <a:pt x="5196840" y="640080"/>
                </a:cubicBezTo>
                <a:cubicBezTo>
                  <a:pt x="5188423" y="640080"/>
                  <a:pt x="5181600" y="633257"/>
                  <a:pt x="5181600" y="624840"/>
                </a:cubicBezTo>
                <a:cubicBezTo>
                  <a:pt x="5181600" y="616423"/>
                  <a:pt x="5188423" y="609600"/>
                  <a:pt x="5196840" y="609600"/>
                </a:cubicBezTo>
                <a:cubicBezTo>
                  <a:pt x="5205257" y="609600"/>
                  <a:pt x="5212080" y="616423"/>
                  <a:pt x="5212080" y="624840"/>
                </a:cubicBezTo>
                <a:close/>
                <a:moveTo>
                  <a:pt x="5212080" y="777240"/>
                </a:moveTo>
                <a:cubicBezTo>
                  <a:pt x="5212080" y="785657"/>
                  <a:pt x="5205257" y="792480"/>
                  <a:pt x="5196840" y="792480"/>
                </a:cubicBezTo>
                <a:cubicBezTo>
                  <a:pt x="5188423" y="792480"/>
                  <a:pt x="5181600" y="785657"/>
                  <a:pt x="5181600" y="777240"/>
                </a:cubicBezTo>
                <a:cubicBezTo>
                  <a:pt x="5181600" y="768823"/>
                  <a:pt x="5188423" y="762000"/>
                  <a:pt x="5196840" y="762000"/>
                </a:cubicBezTo>
                <a:cubicBezTo>
                  <a:pt x="5205257" y="762000"/>
                  <a:pt x="5212080" y="768823"/>
                  <a:pt x="5212080" y="777240"/>
                </a:cubicBezTo>
                <a:close/>
                <a:moveTo>
                  <a:pt x="5212080" y="929640"/>
                </a:moveTo>
                <a:cubicBezTo>
                  <a:pt x="5212080" y="938057"/>
                  <a:pt x="5205257" y="944880"/>
                  <a:pt x="5196840" y="944880"/>
                </a:cubicBezTo>
                <a:cubicBezTo>
                  <a:pt x="5188423" y="944880"/>
                  <a:pt x="5181600" y="938057"/>
                  <a:pt x="5181600" y="929640"/>
                </a:cubicBezTo>
                <a:cubicBezTo>
                  <a:pt x="5181600" y="921223"/>
                  <a:pt x="5188423" y="914400"/>
                  <a:pt x="5196840" y="914400"/>
                </a:cubicBezTo>
                <a:cubicBezTo>
                  <a:pt x="5205257" y="914400"/>
                  <a:pt x="5212080" y="921223"/>
                  <a:pt x="5212080" y="929640"/>
                </a:cubicBezTo>
                <a:close/>
                <a:moveTo>
                  <a:pt x="5212080" y="1082040"/>
                </a:moveTo>
                <a:cubicBezTo>
                  <a:pt x="5212080" y="1090457"/>
                  <a:pt x="5205257" y="1097280"/>
                  <a:pt x="5196840" y="1097280"/>
                </a:cubicBezTo>
                <a:cubicBezTo>
                  <a:pt x="5188423" y="1097280"/>
                  <a:pt x="5181600" y="1090457"/>
                  <a:pt x="5181600" y="1082040"/>
                </a:cubicBezTo>
                <a:cubicBezTo>
                  <a:pt x="5181600" y="1073623"/>
                  <a:pt x="5188423" y="1066800"/>
                  <a:pt x="5196840" y="1066800"/>
                </a:cubicBezTo>
                <a:cubicBezTo>
                  <a:pt x="5205257" y="1066800"/>
                  <a:pt x="5212080" y="1073623"/>
                  <a:pt x="5212080" y="1082040"/>
                </a:cubicBezTo>
                <a:close/>
                <a:moveTo>
                  <a:pt x="5212080" y="1234440"/>
                </a:moveTo>
                <a:cubicBezTo>
                  <a:pt x="5212080" y="1242857"/>
                  <a:pt x="5205257" y="1249680"/>
                  <a:pt x="5196840" y="1249680"/>
                </a:cubicBezTo>
                <a:cubicBezTo>
                  <a:pt x="5188423" y="1249680"/>
                  <a:pt x="5181600" y="1242857"/>
                  <a:pt x="5181600" y="1234440"/>
                </a:cubicBezTo>
                <a:cubicBezTo>
                  <a:pt x="5181600" y="1226023"/>
                  <a:pt x="5188423" y="1219200"/>
                  <a:pt x="5196840" y="1219200"/>
                </a:cubicBezTo>
                <a:cubicBezTo>
                  <a:pt x="5205257" y="1219200"/>
                  <a:pt x="5212080" y="1226023"/>
                  <a:pt x="5212080" y="1234440"/>
                </a:cubicBezTo>
                <a:close/>
                <a:moveTo>
                  <a:pt x="5212080" y="1386840"/>
                </a:moveTo>
                <a:cubicBezTo>
                  <a:pt x="5212080" y="1395257"/>
                  <a:pt x="5205257" y="1402080"/>
                  <a:pt x="5196840" y="1402080"/>
                </a:cubicBezTo>
                <a:cubicBezTo>
                  <a:pt x="5188423" y="1402080"/>
                  <a:pt x="5181600" y="1395257"/>
                  <a:pt x="5181600" y="1386840"/>
                </a:cubicBezTo>
                <a:cubicBezTo>
                  <a:pt x="5181600" y="1378423"/>
                  <a:pt x="5188423" y="1371600"/>
                  <a:pt x="5196840" y="1371600"/>
                </a:cubicBezTo>
                <a:cubicBezTo>
                  <a:pt x="5205257" y="1371600"/>
                  <a:pt x="5212080" y="1378423"/>
                  <a:pt x="5212080" y="1386840"/>
                </a:cubicBezTo>
                <a:close/>
                <a:moveTo>
                  <a:pt x="5212080" y="1539240"/>
                </a:moveTo>
                <a:cubicBezTo>
                  <a:pt x="5212080" y="1547657"/>
                  <a:pt x="5205257" y="1554480"/>
                  <a:pt x="5196840" y="1554480"/>
                </a:cubicBezTo>
                <a:cubicBezTo>
                  <a:pt x="5188423" y="1554480"/>
                  <a:pt x="5181600" y="1547657"/>
                  <a:pt x="5181600" y="1539240"/>
                </a:cubicBezTo>
                <a:cubicBezTo>
                  <a:pt x="5181600" y="1530823"/>
                  <a:pt x="5188423" y="1524000"/>
                  <a:pt x="5196840" y="1524000"/>
                </a:cubicBezTo>
                <a:cubicBezTo>
                  <a:pt x="5205257" y="1524000"/>
                  <a:pt x="5212080" y="1530823"/>
                  <a:pt x="5212080" y="1539240"/>
                </a:cubicBezTo>
                <a:close/>
                <a:moveTo>
                  <a:pt x="5212080" y="1691640"/>
                </a:moveTo>
                <a:cubicBezTo>
                  <a:pt x="5212080" y="1700057"/>
                  <a:pt x="5205257" y="1706880"/>
                  <a:pt x="5196840" y="1706880"/>
                </a:cubicBezTo>
                <a:cubicBezTo>
                  <a:pt x="5188423" y="1706880"/>
                  <a:pt x="5181600" y="1700057"/>
                  <a:pt x="5181600" y="1691640"/>
                </a:cubicBezTo>
                <a:cubicBezTo>
                  <a:pt x="5181600" y="1683223"/>
                  <a:pt x="5188423" y="1676400"/>
                  <a:pt x="5196840" y="1676400"/>
                </a:cubicBezTo>
                <a:cubicBezTo>
                  <a:pt x="5205257" y="1676400"/>
                  <a:pt x="5212080" y="1683223"/>
                  <a:pt x="5212080" y="1691640"/>
                </a:cubicBezTo>
                <a:close/>
                <a:moveTo>
                  <a:pt x="5212080" y="1844040"/>
                </a:moveTo>
                <a:cubicBezTo>
                  <a:pt x="5212080" y="1852457"/>
                  <a:pt x="5205257" y="1859280"/>
                  <a:pt x="5196840" y="1859280"/>
                </a:cubicBezTo>
                <a:cubicBezTo>
                  <a:pt x="5188423" y="1859280"/>
                  <a:pt x="5181600" y="1852457"/>
                  <a:pt x="5181600" y="1844040"/>
                </a:cubicBezTo>
                <a:cubicBezTo>
                  <a:pt x="5181600" y="1835623"/>
                  <a:pt x="5188423" y="1828800"/>
                  <a:pt x="5196840" y="1828800"/>
                </a:cubicBezTo>
                <a:cubicBezTo>
                  <a:pt x="5205257" y="1828800"/>
                  <a:pt x="5212080" y="1835623"/>
                  <a:pt x="5212080" y="1844040"/>
                </a:cubicBezTo>
                <a:close/>
                <a:moveTo>
                  <a:pt x="5212080" y="1996440"/>
                </a:moveTo>
                <a:cubicBezTo>
                  <a:pt x="5212080" y="2004857"/>
                  <a:pt x="5205257" y="2011680"/>
                  <a:pt x="5196840" y="2011680"/>
                </a:cubicBezTo>
                <a:cubicBezTo>
                  <a:pt x="5188423" y="2011680"/>
                  <a:pt x="5181600" y="2004857"/>
                  <a:pt x="5181600" y="1996440"/>
                </a:cubicBezTo>
                <a:cubicBezTo>
                  <a:pt x="5181600" y="1988023"/>
                  <a:pt x="5188423" y="1981200"/>
                  <a:pt x="5196840" y="1981200"/>
                </a:cubicBezTo>
                <a:cubicBezTo>
                  <a:pt x="5205257" y="1981200"/>
                  <a:pt x="5212080" y="1988023"/>
                  <a:pt x="5212080" y="1996440"/>
                </a:cubicBezTo>
                <a:close/>
                <a:moveTo>
                  <a:pt x="5212080" y="2148840"/>
                </a:moveTo>
                <a:cubicBezTo>
                  <a:pt x="5212080" y="2157257"/>
                  <a:pt x="5205257" y="2164080"/>
                  <a:pt x="5196840" y="2164080"/>
                </a:cubicBezTo>
                <a:cubicBezTo>
                  <a:pt x="5188423" y="2164080"/>
                  <a:pt x="5181600" y="2157257"/>
                  <a:pt x="5181600" y="2148840"/>
                </a:cubicBezTo>
                <a:cubicBezTo>
                  <a:pt x="5181600" y="2140423"/>
                  <a:pt x="5188423" y="2133600"/>
                  <a:pt x="5196840" y="2133600"/>
                </a:cubicBezTo>
                <a:cubicBezTo>
                  <a:pt x="5205257" y="2133600"/>
                  <a:pt x="5212080" y="2140423"/>
                  <a:pt x="5212080" y="2148840"/>
                </a:cubicBezTo>
                <a:close/>
                <a:moveTo>
                  <a:pt x="5212080" y="2301240"/>
                </a:moveTo>
                <a:cubicBezTo>
                  <a:pt x="5212080" y="2309657"/>
                  <a:pt x="5205257" y="2316480"/>
                  <a:pt x="5196840" y="2316480"/>
                </a:cubicBezTo>
                <a:cubicBezTo>
                  <a:pt x="5188423" y="2316480"/>
                  <a:pt x="5181600" y="2309657"/>
                  <a:pt x="5181600" y="2301240"/>
                </a:cubicBezTo>
                <a:cubicBezTo>
                  <a:pt x="5181600" y="2292823"/>
                  <a:pt x="5188423" y="2286000"/>
                  <a:pt x="5196840" y="2286000"/>
                </a:cubicBezTo>
                <a:cubicBezTo>
                  <a:pt x="5205257" y="2286000"/>
                  <a:pt x="5212080" y="2292823"/>
                  <a:pt x="5212080" y="2301240"/>
                </a:cubicBezTo>
                <a:close/>
                <a:moveTo>
                  <a:pt x="5212080" y="2453640"/>
                </a:moveTo>
                <a:cubicBezTo>
                  <a:pt x="5212080" y="2462057"/>
                  <a:pt x="5205257" y="2468880"/>
                  <a:pt x="5196840" y="2468880"/>
                </a:cubicBezTo>
                <a:cubicBezTo>
                  <a:pt x="5188423" y="2468880"/>
                  <a:pt x="5181600" y="2462057"/>
                  <a:pt x="5181600" y="2453640"/>
                </a:cubicBezTo>
                <a:cubicBezTo>
                  <a:pt x="5181600" y="2445223"/>
                  <a:pt x="5188423" y="2438400"/>
                  <a:pt x="5196840" y="2438400"/>
                </a:cubicBezTo>
                <a:cubicBezTo>
                  <a:pt x="5205257" y="2438400"/>
                  <a:pt x="5212080" y="2445223"/>
                  <a:pt x="5212080" y="2453640"/>
                </a:cubicBezTo>
                <a:close/>
                <a:moveTo>
                  <a:pt x="5212080" y="2606040"/>
                </a:moveTo>
                <a:cubicBezTo>
                  <a:pt x="5212080" y="2614457"/>
                  <a:pt x="5205257" y="2621280"/>
                  <a:pt x="5196840" y="2621280"/>
                </a:cubicBezTo>
                <a:cubicBezTo>
                  <a:pt x="5188423" y="2621280"/>
                  <a:pt x="5181600" y="2614457"/>
                  <a:pt x="5181600" y="2606040"/>
                </a:cubicBezTo>
                <a:cubicBezTo>
                  <a:pt x="5181600" y="2597623"/>
                  <a:pt x="5188423" y="2590800"/>
                  <a:pt x="5196840" y="2590800"/>
                </a:cubicBezTo>
                <a:cubicBezTo>
                  <a:pt x="5205257" y="2590800"/>
                  <a:pt x="5212080" y="2597623"/>
                  <a:pt x="5212080" y="2606040"/>
                </a:cubicBezTo>
                <a:close/>
                <a:moveTo>
                  <a:pt x="5212080" y="2758440"/>
                </a:moveTo>
                <a:cubicBezTo>
                  <a:pt x="5212080" y="2766857"/>
                  <a:pt x="5205257" y="2773680"/>
                  <a:pt x="5196840" y="2773680"/>
                </a:cubicBezTo>
                <a:cubicBezTo>
                  <a:pt x="5188423" y="2773680"/>
                  <a:pt x="5181600" y="2766857"/>
                  <a:pt x="5181600" y="2758440"/>
                </a:cubicBezTo>
                <a:cubicBezTo>
                  <a:pt x="5181600" y="2750023"/>
                  <a:pt x="5188423" y="2743200"/>
                  <a:pt x="5196840" y="2743200"/>
                </a:cubicBezTo>
                <a:cubicBezTo>
                  <a:pt x="5205257" y="2743200"/>
                  <a:pt x="5212080" y="2750023"/>
                  <a:pt x="5212080" y="2758440"/>
                </a:cubicBezTo>
                <a:close/>
                <a:moveTo>
                  <a:pt x="5212080" y="2910840"/>
                </a:moveTo>
                <a:cubicBezTo>
                  <a:pt x="5212080" y="2919257"/>
                  <a:pt x="5205257" y="2926080"/>
                  <a:pt x="5196840" y="2926080"/>
                </a:cubicBezTo>
                <a:cubicBezTo>
                  <a:pt x="5188423" y="2926080"/>
                  <a:pt x="5181600" y="2919257"/>
                  <a:pt x="5181600" y="2910840"/>
                </a:cubicBezTo>
                <a:cubicBezTo>
                  <a:pt x="5181600" y="2902423"/>
                  <a:pt x="5188423" y="2895600"/>
                  <a:pt x="5196840" y="2895600"/>
                </a:cubicBezTo>
                <a:cubicBezTo>
                  <a:pt x="5205257" y="2895600"/>
                  <a:pt x="5212080" y="2902423"/>
                  <a:pt x="5212080" y="2910840"/>
                </a:cubicBezTo>
                <a:close/>
                <a:moveTo>
                  <a:pt x="5212080" y="3063240"/>
                </a:moveTo>
                <a:cubicBezTo>
                  <a:pt x="5212080" y="3071657"/>
                  <a:pt x="5205257" y="3078480"/>
                  <a:pt x="5196840" y="3078480"/>
                </a:cubicBezTo>
                <a:cubicBezTo>
                  <a:pt x="5188423" y="3078480"/>
                  <a:pt x="5181600" y="3071657"/>
                  <a:pt x="5181600" y="3063240"/>
                </a:cubicBezTo>
                <a:cubicBezTo>
                  <a:pt x="5181600" y="3054823"/>
                  <a:pt x="5188423" y="3048000"/>
                  <a:pt x="5196840" y="3048000"/>
                </a:cubicBezTo>
                <a:cubicBezTo>
                  <a:pt x="5205257" y="3048000"/>
                  <a:pt x="5212080" y="3054823"/>
                  <a:pt x="5212080" y="3063240"/>
                </a:cubicBezTo>
                <a:close/>
                <a:moveTo>
                  <a:pt x="5212080" y="3215640"/>
                </a:moveTo>
                <a:cubicBezTo>
                  <a:pt x="5212080" y="3224057"/>
                  <a:pt x="5205257" y="3230880"/>
                  <a:pt x="5196840" y="3230880"/>
                </a:cubicBezTo>
                <a:cubicBezTo>
                  <a:pt x="5188423" y="3230880"/>
                  <a:pt x="5181600" y="3224057"/>
                  <a:pt x="5181600" y="3215640"/>
                </a:cubicBezTo>
                <a:cubicBezTo>
                  <a:pt x="5181600" y="3207223"/>
                  <a:pt x="5188423" y="3200400"/>
                  <a:pt x="5196840" y="3200400"/>
                </a:cubicBezTo>
                <a:cubicBezTo>
                  <a:pt x="5205257" y="3200400"/>
                  <a:pt x="5212080" y="3207223"/>
                  <a:pt x="5212080" y="3215640"/>
                </a:cubicBezTo>
                <a:close/>
                <a:moveTo>
                  <a:pt x="5212080" y="3368040"/>
                </a:moveTo>
                <a:cubicBezTo>
                  <a:pt x="5212080" y="3376457"/>
                  <a:pt x="5205257" y="3383280"/>
                  <a:pt x="5196840" y="3383280"/>
                </a:cubicBezTo>
                <a:cubicBezTo>
                  <a:pt x="5188423" y="3383280"/>
                  <a:pt x="5181600" y="3376457"/>
                  <a:pt x="5181600" y="3368040"/>
                </a:cubicBezTo>
                <a:cubicBezTo>
                  <a:pt x="5181600" y="3359623"/>
                  <a:pt x="5188423" y="3352800"/>
                  <a:pt x="5196840" y="3352800"/>
                </a:cubicBezTo>
                <a:cubicBezTo>
                  <a:pt x="5205257" y="3352800"/>
                  <a:pt x="5212080" y="3359623"/>
                  <a:pt x="5212080" y="3368040"/>
                </a:cubicBezTo>
                <a:close/>
                <a:moveTo>
                  <a:pt x="5212080" y="3520440"/>
                </a:moveTo>
                <a:cubicBezTo>
                  <a:pt x="5212080" y="3528857"/>
                  <a:pt x="5205257" y="3535680"/>
                  <a:pt x="5196840" y="3535680"/>
                </a:cubicBezTo>
                <a:cubicBezTo>
                  <a:pt x="5188423" y="3535680"/>
                  <a:pt x="5181600" y="3528857"/>
                  <a:pt x="5181600" y="3520440"/>
                </a:cubicBezTo>
                <a:cubicBezTo>
                  <a:pt x="5181600" y="3512023"/>
                  <a:pt x="5188423" y="3505200"/>
                  <a:pt x="5196840" y="3505200"/>
                </a:cubicBezTo>
                <a:cubicBezTo>
                  <a:pt x="5205257" y="3505200"/>
                  <a:pt x="5212080" y="3512023"/>
                  <a:pt x="5212080" y="3520440"/>
                </a:cubicBezTo>
                <a:close/>
                <a:moveTo>
                  <a:pt x="5212080" y="3672840"/>
                </a:moveTo>
                <a:cubicBezTo>
                  <a:pt x="5212080" y="3681257"/>
                  <a:pt x="5205257" y="3688080"/>
                  <a:pt x="5196840" y="3688080"/>
                </a:cubicBezTo>
                <a:cubicBezTo>
                  <a:pt x="5188423" y="3688080"/>
                  <a:pt x="5181600" y="3681257"/>
                  <a:pt x="5181600" y="3672840"/>
                </a:cubicBezTo>
                <a:cubicBezTo>
                  <a:pt x="5181600" y="3664423"/>
                  <a:pt x="5188423" y="3657600"/>
                  <a:pt x="5196840" y="3657600"/>
                </a:cubicBezTo>
                <a:cubicBezTo>
                  <a:pt x="5205257" y="3657600"/>
                  <a:pt x="5212080" y="3664423"/>
                  <a:pt x="5212080" y="3672840"/>
                </a:cubicBezTo>
                <a:close/>
                <a:moveTo>
                  <a:pt x="5212080" y="3825240"/>
                </a:moveTo>
                <a:cubicBezTo>
                  <a:pt x="5212080" y="3833657"/>
                  <a:pt x="5205257" y="3840480"/>
                  <a:pt x="5196840" y="3840480"/>
                </a:cubicBezTo>
                <a:cubicBezTo>
                  <a:pt x="5188423" y="3840480"/>
                  <a:pt x="5181600" y="3833657"/>
                  <a:pt x="5181600" y="3825240"/>
                </a:cubicBezTo>
                <a:cubicBezTo>
                  <a:pt x="5181600" y="3816823"/>
                  <a:pt x="5188423" y="3810000"/>
                  <a:pt x="5196840" y="3810000"/>
                </a:cubicBezTo>
                <a:cubicBezTo>
                  <a:pt x="5205257" y="3810000"/>
                  <a:pt x="5212080" y="3816823"/>
                  <a:pt x="5212080" y="3825240"/>
                </a:cubicBezTo>
                <a:close/>
                <a:moveTo>
                  <a:pt x="5212080" y="3977640"/>
                </a:moveTo>
                <a:cubicBezTo>
                  <a:pt x="5212080" y="3986057"/>
                  <a:pt x="5205257" y="3992880"/>
                  <a:pt x="5196840" y="3992880"/>
                </a:cubicBezTo>
                <a:cubicBezTo>
                  <a:pt x="5188423" y="3992880"/>
                  <a:pt x="5181600" y="3986057"/>
                  <a:pt x="5181600" y="3977640"/>
                </a:cubicBezTo>
                <a:cubicBezTo>
                  <a:pt x="5181600" y="3969223"/>
                  <a:pt x="5188423" y="3962400"/>
                  <a:pt x="5196840" y="3962400"/>
                </a:cubicBezTo>
                <a:cubicBezTo>
                  <a:pt x="5205257" y="3962400"/>
                  <a:pt x="5212080" y="3969223"/>
                  <a:pt x="5212080" y="3977640"/>
                </a:cubicBezTo>
                <a:close/>
                <a:moveTo>
                  <a:pt x="5212080" y="4130040"/>
                </a:moveTo>
                <a:cubicBezTo>
                  <a:pt x="5212080" y="4138457"/>
                  <a:pt x="5205257" y="4145280"/>
                  <a:pt x="5196840" y="4145280"/>
                </a:cubicBezTo>
                <a:cubicBezTo>
                  <a:pt x="5188423" y="4145280"/>
                  <a:pt x="5181600" y="4138457"/>
                  <a:pt x="5181600" y="4130040"/>
                </a:cubicBezTo>
                <a:cubicBezTo>
                  <a:pt x="5181600" y="4121623"/>
                  <a:pt x="5188423" y="4114800"/>
                  <a:pt x="5196840" y="4114800"/>
                </a:cubicBezTo>
                <a:cubicBezTo>
                  <a:pt x="5205257" y="4114800"/>
                  <a:pt x="5212080" y="4121623"/>
                  <a:pt x="5212080" y="4130040"/>
                </a:cubicBezTo>
                <a:close/>
                <a:moveTo>
                  <a:pt x="5212080" y="4282440"/>
                </a:moveTo>
                <a:cubicBezTo>
                  <a:pt x="5212080" y="4290857"/>
                  <a:pt x="5205257" y="4297680"/>
                  <a:pt x="5196840" y="4297680"/>
                </a:cubicBezTo>
                <a:cubicBezTo>
                  <a:pt x="5188423" y="4297680"/>
                  <a:pt x="5181600" y="4290857"/>
                  <a:pt x="5181600" y="4282440"/>
                </a:cubicBezTo>
                <a:cubicBezTo>
                  <a:pt x="5181600" y="4274023"/>
                  <a:pt x="5188423" y="4267200"/>
                  <a:pt x="5196840" y="4267200"/>
                </a:cubicBezTo>
                <a:cubicBezTo>
                  <a:pt x="5205257" y="4267200"/>
                  <a:pt x="5212080" y="4274023"/>
                  <a:pt x="5212080" y="4282440"/>
                </a:cubicBezTo>
                <a:close/>
                <a:moveTo>
                  <a:pt x="5212080" y="4434840"/>
                </a:moveTo>
                <a:cubicBezTo>
                  <a:pt x="5212080" y="4443257"/>
                  <a:pt x="5205257" y="4450080"/>
                  <a:pt x="5196840" y="4450080"/>
                </a:cubicBezTo>
                <a:cubicBezTo>
                  <a:pt x="5188423" y="4450080"/>
                  <a:pt x="5181600" y="4443257"/>
                  <a:pt x="5181600" y="4434840"/>
                </a:cubicBezTo>
                <a:cubicBezTo>
                  <a:pt x="5181600" y="4426423"/>
                  <a:pt x="5188423" y="4419600"/>
                  <a:pt x="5196840" y="4419600"/>
                </a:cubicBezTo>
                <a:cubicBezTo>
                  <a:pt x="5205257" y="4419600"/>
                  <a:pt x="5212080" y="4426423"/>
                  <a:pt x="5212080" y="4434840"/>
                </a:cubicBezTo>
                <a:close/>
                <a:moveTo>
                  <a:pt x="5364480" y="15240"/>
                </a:moveTo>
                <a:cubicBezTo>
                  <a:pt x="5364480" y="23657"/>
                  <a:pt x="5357657" y="30480"/>
                  <a:pt x="5349240" y="30480"/>
                </a:cubicBezTo>
                <a:cubicBezTo>
                  <a:pt x="5340823" y="30480"/>
                  <a:pt x="5334000" y="23657"/>
                  <a:pt x="5334000" y="15240"/>
                </a:cubicBezTo>
                <a:cubicBezTo>
                  <a:pt x="5334000" y="6823"/>
                  <a:pt x="5340823" y="0"/>
                  <a:pt x="5349240" y="0"/>
                </a:cubicBezTo>
                <a:cubicBezTo>
                  <a:pt x="5357657" y="0"/>
                  <a:pt x="5364480" y="6823"/>
                  <a:pt x="5364480" y="15240"/>
                </a:cubicBezTo>
                <a:close/>
                <a:moveTo>
                  <a:pt x="5364480" y="167640"/>
                </a:moveTo>
                <a:cubicBezTo>
                  <a:pt x="5364480" y="176057"/>
                  <a:pt x="5357657" y="182880"/>
                  <a:pt x="5349240" y="182880"/>
                </a:cubicBezTo>
                <a:cubicBezTo>
                  <a:pt x="5340823" y="182880"/>
                  <a:pt x="5334000" y="176057"/>
                  <a:pt x="5334000" y="167640"/>
                </a:cubicBezTo>
                <a:cubicBezTo>
                  <a:pt x="5334000" y="159223"/>
                  <a:pt x="5340823" y="152400"/>
                  <a:pt x="5349240" y="152400"/>
                </a:cubicBezTo>
                <a:cubicBezTo>
                  <a:pt x="5357657" y="152400"/>
                  <a:pt x="5364480" y="159223"/>
                  <a:pt x="5364480" y="167640"/>
                </a:cubicBezTo>
                <a:close/>
                <a:moveTo>
                  <a:pt x="5364480" y="320040"/>
                </a:moveTo>
                <a:cubicBezTo>
                  <a:pt x="5364480" y="328457"/>
                  <a:pt x="5357657" y="335280"/>
                  <a:pt x="5349240" y="335280"/>
                </a:cubicBezTo>
                <a:cubicBezTo>
                  <a:pt x="5340823" y="335280"/>
                  <a:pt x="5334000" y="328457"/>
                  <a:pt x="5334000" y="320040"/>
                </a:cubicBezTo>
                <a:cubicBezTo>
                  <a:pt x="5334000" y="311623"/>
                  <a:pt x="5340823" y="304800"/>
                  <a:pt x="5349240" y="304800"/>
                </a:cubicBezTo>
                <a:cubicBezTo>
                  <a:pt x="5357657" y="304800"/>
                  <a:pt x="5364480" y="311623"/>
                  <a:pt x="5364480" y="320040"/>
                </a:cubicBezTo>
                <a:close/>
                <a:moveTo>
                  <a:pt x="5364480" y="472440"/>
                </a:moveTo>
                <a:cubicBezTo>
                  <a:pt x="5364480" y="480857"/>
                  <a:pt x="5357657" y="487680"/>
                  <a:pt x="5349240" y="487680"/>
                </a:cubicBezTo>
                <a:cubicBezTo>
                  <a:pt x="5340823" y="487680"/>
                  <a:pt x="5334000" y="480857"/>
                  <a:pt x="5334000" y="472440"/>
                </a:cubicBezTo>
                <a:cubicBezTo>
                  <a:pt x="5334000" y="464023"/>
                  <a:pt x="5340823" y="457200"/>
                  <a:pt x="5349240" y="457200"/>
                </a:cubicBezTo>
                <a:cubicBezTo>
                  <a:pt x="5357657" y="457200"/>
                  <a:pt x="5364480" y="464023"/>
                  <a:pt x="5364480" y="472440"/>
                </a:cubicBezTo>
                <a:close/>
                <a:moveTo>
                  <a:pt x="5364480" y="624840"/>
                </a:moveTo>
                <a:cubicBezTo>
                  <a:pt x="5364480" y="633257"/>
                  <a:pt x="5357657" y="640080"/>
                  <a:pt x="5349240" y="640080"/>
                </a:cubicBezTo>
                <a:cubicBezTo>
                  <a:pt x="5340823" y="640080"/>
                  <a:pt x="5334000" y="633257"/>
                  <a:pt x="5334000" y="624840"/>
                </a:cubicBezTo>
                <a:cubicBezTo>
                  <a:pt x="5334000" y="616423"/>
                  <a:pt x="5340823" y="609600"/>
                  <a:pt x="5349240" y="609600"/>
                </a:cubicBezTo>
                <a:cubicBezTo>
                  <a:pt x="5357657" y="609600"/>
                  <a:pt x="5364480" y="616423"/>
                  <a:pt x="5364480" y="624840"/>
                </a:cubicBezTo>
                <a:close/>
                <a:moveTo>
                  <a:pt x="5364480" y="777240"/>
                </a:moveTo>
                <a:cubicBezTo>
                  <a:pt x="5364480" y="785657"/>
                  <a:pt x="5357657" y="792480"/>
                  <a:pt x="5349240" y="792480"/>
                </a:cubicBezTo>
                <a:cubicBezTo>
                  <a:pt x="5340823" y="792480"/>
                  <a:pt x="5334000" y="785657"/>
                  <a:pt x="5334000" y="777240"/>
                </a:cubicBezTo>
                <a:cubicBezTo>
                  <a:pt x="5334000" y="768823"/>
                  <a:pt x="5340823" y="762000"/>
                  <a:pt x="5349240" y="762000"/>
                </a:cubicBezTo>
                <a:cubicBezTo>
                  <a:pt x="5357657" y="762000"/>
                  <a:pt x="5364480" y="768823"/>
                  <a:pt x="5364480" y="777240"/>
                </a:cubicBezTo>
                <a:close/>
                <a:moveTo>
                  <a:pt x="5364480" y="929640"/>
                </a:moveTo>
                <a:cubicBezTo>
                  <a:pt x="5364480" y="938057"/>
                  <a:pt x="5357657" y="944880"/>
                  <a:pt x="5349240" y="944880"/>
                </a:cubicBezTo>
                <a:cubicBezTo>
                  <a:pt x="5340823" y="944880"/>
                  <a:pt x="5334000" y="938057"/>
                  <a:pt x="5334000" y="929640"/>
                </a:cubicBezTo>
                <a:cubicBezTo>
                  <a:pt x="5334000" y="921223"/>
                  <a:pt x="5340823" y="914400"/>
                  <a:pt x="5349240" y="914400"/>
                </a:cubicBezTo>
                <a:cubicBezTo>
                  <a:pt x="5357657" y="914400"/>
                  <a:pt x="5364480" y="921223"/>
                  <a:pt x="5364480" y="929640"/>
                </a:cubicBezTo>
                <a:close/>
                <a:moveTo>
                  <a:pt x="5364480" y="1082040"/>
                </a:moveTo>
                <a:cubicBezTo>
                  <a:pt x="5364480" y="1090457"/>
                  <a:pt x="5357657" y="1097280"/>
                  <a:pt x="5349240" y="1097280"/>
                </a:cubicBezTo>
                <a:cubicBezTo>
                  <a:pt x="5340823" y="1097280"/>
                  <a:pt x="5334000" y="1090457"/>
                  <a:pt x="5334000" y="1082040"/>
                </a:cubicBezTo>
                <a:cubicBezTo>
                  <a:pt x="5334000" y="1073623"/>
                  <a:pt x="5340823" y="1066800"/>
                  <a:pt x="5349240" y="1066800"/>
                </a:cubicBezTo>
                <a:cubicBezTo>
                  <a:pt x="5357657" y="1066800"/>
                  <a:pt x="5364480" y="1073623"/>
                  <a:pt x="5364480" y="1082040"/>
                </a:cubicBezTo>
                <a:close/>
                <a:moveTo>
                  <a:pt x="5364480" y="1234440"/>
                </a:moveTo>
                <a:cubicBezTo>
                  <a:pt x="5364480" y="1242857"/>
                  <a:pt x="5357657" y="1249680"/>
                  <a:pt x="5349240" y="1249680"/>
                </a:cubicBezTo>
                <a:cubicBezTo>
                  <a:pt x="5340823" y="1249680"/>
                  <a:pt x="5334000" y="1242857"/>
                  <a:pt x="5334000" y="1234440"/>
                </a:cubicBezTo>
                <a:cubicBezTo>
                  <a:pt x="5334000" y="1226023"/>
                  <a:pt x="5340823" y="1219200"/>
                  <a:pt x="5349240" y="1219200"/>
                </a:cubicBezTo>
                <a:cubicBezTo>
                  <a:pt x="5357657" y="1219200"/>
                  <a:pt x="5364480" y="1226023"/>
                  <a:pt x="5364480" y="1234440"/>
                </a:cubicBezTo>
                <a:close/>
                <a:moveTo>
                  <a:pt x="5364480" y="1386840"/>
                </a:moveTo>
                <a:cubicBezTo>
                  <a:pt x="5364480" y="1395257"/>
                  <a:pt x="5357657" y="1402080"/>
                  <a:pt x="5349240" y="1402080"/>
                </a:cubicBezTo>
                <a:cubicBezTo>
                  <a:pt x="5340823" y="1402080"/>
                  <a:pt x="5334000" y="1395257"/>
                  <a:pt x="5334000" y="1386840"/>
                </a:cubicBezTo>
                <a:cubicBezTo>
                  <a:pt x="5334000" y="1378423"/>
                  <a:pt x="5340823" y="1371600"/>
                  <a:pt x="5349240" y="1371600"/>
                </a:cubicBezTo>
                <a:cubicBezTo>
                  <a:pt x="5357657" y="1371600"/>
                  <a:pt x="5364480" y="1378423"/>
                  <a:pt x="5364480" y="1386840"/>
                </a:cubicBezTo>
                <a:close/>
                <a:moveTo>
                  <a:pt x="5364480" y="1539240"/>
                </a:moveTo>
                <a:cubicBezTo>
                  <a:pt x="5364480" y="1547657"/>
                  <a:pt x="5357657" y="1554480"/>
                  <a:pt x="5349240" y="1554480"/>
                </a:cubicBezTo>
                <a:cubicBezTo>
                  <a:pt x="5340823" y="1554480"/>
                  <a:pt x="5334000" y="1547657"/>
                  <a:pt x="5334000" y="1539240"/>
                </a:cubicBezTo>
                <a:cubicBezTo>
                  <a:pt x="5334000" y="1530823"/>
                  <a:pt x="5340823" y="1524000"/>
                  <a:pt x="5349240" y="1524000"/>
                </a:cubicBezTo>
                <a:cubicBezTo>
                  <a:pt x="5357657" y="1524000"/>
                  <a:pt x="5364480" y="1530823"/>
                  <a:pt x="5364480" y="1539240"/>
                </a:cubicBezTo>
                <a:close/>
                <a:moveTo>
                  <a:pt x="5364480" y="1691640"/>
                </a:moveTo>
                <a:cubicBezTo>
                  <a:pt x="5364480" y="1700057"/>
                  <a:pt x="5357657" y="1706880"/>
                  <a:pt x="5349240" y="1706880"/>
                </a:cubicBezTo>
                <a:cubicBezTo>
                  <a:pt x="5340823" y="1706880"/>
                  <a:pt x="5334000" y="1700057"/>
                  <a:pt x="5334000" y="1691640"/>
                </a:cubicBezTo>
                <a:cubicBezTo>
                  <a:pt x="5334000" y="1683223"/>
                  <a:pt x="5340823" y="1676400"/>
                  <a:pt x="5349240" y="1676400"/>
                </a:cubicBezTo>
                <a:cubicBezTo>
                  <a:pt x="5357657" y="1676400"/>
                  <a:pt x="5364480" y="1683223"/>
                  <a:pt x="5364480" y="1691640"/>
                </a:cubicBezTo>
                <a:close/>
                <a:moveTo>
                  <a:pt x="5364480" y="1844040"/>
                </a:moveTo>
                <a:cubicBezTo>
                  <a:pt x="5364480" y="1852457"/>
                  <a:pt x="5357657" y="1859280"/>
                  <a:pt x="5349240" y="1859280"/>
                </a:cubicBezTo>
                <a:cubicBezTo>
                  <a:pt x="5340823" y="1859280"/>
                  <a:pt x="5334000" y="1852457"/>
                  <a:pt x="5334000" y="1844040"/>
                </a:cubicBezTo>
                <a:cubicBezTo>
                  <a:pt x="5334000" y="1835623"/>
                  <a:pt x="5340823" y="1828800"/>
                  <a:pt x="5349240" y="1828800"/>
                </a:cubicBezTo>
                <a:cubicBezTo>
                  <a:pt x="5357657" y="1828800"/>
                  <a:pt x="5364480" y="1835623"/>
                  <a:pt x="5364480" y="1844040"/>
                </a:cubicBezTo>
                <a:close/>
                <a:moveTo>
                  <a:pt x="5364480" y="1996440"/>
                </a:moveTo>
                <a:cubicBezTo>
                  <a:pt x="5364480" y="2004857"/>
                  <a:pt x="5357657" y="2011680"/>
                  <a:pt x="5349240" y="2011680"/>
                </a:cubicBezTo>
                <a:cubicBezTo>
                  <a:pt x="5340823" y="2011680"/>
                  <a:pt x="5334000" y="2004857"/>
                  <a:pt x="5334000" y="1996440"/>
                </a:cubicBezTo>
                <a:cubicBezTo>
                  <a:pt x="5334000" y="1988023"/>
                  <a:pt x="5340823" y="1981200"/>
                  <a:pt x="5349240" y="1981200"/>
                </a:cubicBezTo>
                <a:cubicBezTo>
                  <a:pt x="5357657" y="1981200"/>
                  <a:pt x="5364480" y="1988023"/>
                  <a:pt x="5364480" y="1996440"/>
                </a:cubicBezTo>
                <a:close/>
                <a:moveTo>
                  <a:pt x="5364480" y="2148840"/>
                </a:moveTo>
                <a:cubicBezTo>
                  <a:pt x="5364480" y="2157257"/>
                  <a:pt x="5357657" y="2164080"/>
                  <a:pt x="5349240" y="2164080"/>
                </a:cubicBezTo>
                <a:cubicBezTo>
                  <a:pt x="5340823" y="2164080"/>
                  <a:pt x="5334000" y="2157257"/>
                  <a:pt x="5334000" y="2148840"/>
                </a:cubicBezTo>
                <a:cubicBezTo>
                  <a:pt x="5334000" y="2140423"/>
                  <a:pt x="5340823" y="2133600"/>
                  <a:pt x="5349240" y="2133600"/>
                </a:cubicBezTo>
                <a:cubicBezTo>
                  <a:pt x="5357657" y="2133600"/>
                  <a:pt x="5364480" y="2140423"/>
                  <a:pt x="5364480" y="2148840"/>
                </a:cubicBezTo>
                <a:close/>
                <a:moveTo>
                  <a:pt x="5364480" y="2301240"/>
                </a:moveTo>
                <a:cubicBezTo>
                  <a:pt x="5364480" y="2309657"/>
                  <a:pt x="5357657" y="2316480"/>
                  <a:pt x="5349240" y="2316480"/>
                </a:cubicBezTo>
                <a:cubicBezTo>
                  <a:pt x="5340823" y="2316480"/>
                  <a:pt x="5334000" y="2309657"/>
                  <a:pt x="5334000" y="2301240"/>
                </a:cubicBezTo>
                <a:cubicBezTo>
                  <a:pt x="5334000" y="2292823"/>
                  <a:pt x="5340823" y="2286000"/>
                  <a:pt x="5349240" y="2286000"/>
                </a:cubicBezTo>
                <a:cubicBezTo>
                  <a:pt x="5357657" y="2286000"/>
                  <a:pt x="5364480" y="2292823"/>
                  <a:pt x="5364480" y="2301240"/>
                </a:cubicBezTo>
                <a:close/>
                <a:moveTo>
                  <a:pt x="5364480" y="2453640"/>
                </a:moveTo>
                <a:cubicBezTo>
                  <a:pt x="5364480" y="2462057"/>
                  <a:pt x="5357657" y="2468880"/>
                  <a:pt x="5349240" y="2468880"/>
                </a:cubicBezTo>
                <a:cubicBezTo>
                  <a:pt x="5340823" y="2468880"/>
                  <a:pt x="5334000" y="2462057"/>
                  <a:pt x="5334000" y="2453640"/>
                </a:cubicBezTo>
                <a:cubicBezTo>
                  <a:pt x="5334000" y="2445223"/>
                  <a:pt x="5340823" y="2438400"/>
                  <a:pt x="5349240" y="2438400"/>
                </a:cubicBezTo>
                <a:cubicBezTo>
                  <a:pt x="5357657" y="2438400"/>
                  <a:pt x="5364480" y="2445223"/>
                  <a:pt x="5364480" y="2453640"/>
                </a:cubicBezTo>
                <a:close/>
                <a:moveTo>
                  <a:pt x="5364480" y="2606040"/>
                </a:moveTo>
                <a:cubicBezTo>
                  <a:pt x="5364480" y="2614457"/>
                  <a:pt x="5357657" y="2621280"/>
                  <a:pt x="5349240" y="2621280"/>
                </a:cubicBezTo>
                <a:cubicBezTo>
                  <a:pt x="5340823" y="2621280"/>
                  <a:pt x="5334000" y="2614457"/>
                  <a:pt x="5334000" y="2606040"/>
                </a:cubicBezTo>
                <a:cubicBezTo>
                  <a:pt x="5334000" y="2597623"/>
                  <a:pt x="5340823" y="2590800"/>
                  <a:pt x="5349240" y="2590800"/>
                </a:cubicBezTo>
                <a:cubicBezTo>
                  <a:pt x="5357657" y="2590800"/>
                  <a:pt x="5364480" y="2597623"/>
                  <a:pt x="5364480" y="2606040"/>
                </a:cubicBezTo>
                <a:close/>
                <a:moveTo>
                  <a:pt x="5364480" y="2758440"/>
                </a:moveTo>
                <a:cubicBezTo>
                  <a:pt x="5364480" y="2766857"/>
                  <a:pt x="5357657" y="2773680"/>
                  <a:pt x="5349240" y="2773680"/>
                </a:cubicBezTo>
                <a:cubicBezTo>
                  <a:pt x="5340823" y="2773680"/>
                  <a:pt x="5334000" y="2766857"/>
                  <a:pt x="5334000" y="2758440"/>
                </a:cubicBezTo>
                <a:cubicBezTo>
                  <a:pt x="5334000" y="2750023"/>
                  <a:pt x="5340823" y="2743200"/>
                  <a:pt x="5349240" y="2743200"/>
                </a:cubicBezTo>
                <a:cubicBezTo>
                  <a:pt x="5357657" y="2743200"/>
                  <a:pt x="5364480" y="2750023"/>
                  <a:pt x="5364480" y="2758440"/>
                </a:cubicBezTo>
                <a:close/>
                <a:moveTo>
                  <a:pt x="5364480" y="2910840"/>
                </a:moveTo>
                <a:cubicBezTo>
                  <a:pt x="5364480" y="2919257"/>
                  <a:pt x="5357657" y="2926080"/>
                  <a:pt x="5349240" y="2926080"/>
                </a:cubicBezTo>
                <a:cubicBezTo>
                  <a:pt x="5340823" y="2926080"/>
                  <a:pt x="5334000" y="2919257"/>
                  <a:pt x="5334000" y="2910840"/>
                </a:cubicBezTo>
                <a:cubicBezTo>
                  <a:pt x="5334000" y="2902423"/>
                  <a:pt x="5340823" y="2895600"/>
                  <a:pt x="5349240" y="2895600"/>
                </a:cubicBezTo>
                <a:cubicBezTo>
                  <a:pt x="5357657" y="2895600"/>
                  <a:pt x="5364480" y="2902423"/>
                  <a:pt x="5364480" y="2910840"/>
                </a:cubicBezTo>
                <a:close/>
                <a:moveTo>
                  <a:pt x="5364480" y="3063240"/>
                </a:moveTo>
                <a:cubicBezTo>
                  <a:pt x="5364480" y="3071657"/>
                  <a:pt x="5357657" y="3078480"/>
                  <a:pt x="5349240" y="3078480"/>
                </a:cubicBezTo>
                <a:cubicBezTo>
                  <a:pt x="5340823" y="3078480"/>
                  <a:pt x="5334000" y="3071657"/>
                  <a:pt x="5334000" y="3063240"/>
                </a:cubicBezTo>
                <a:cubicBezTo>
                  <a:pt x="5334000" y="3054823"/>
                  <a:pt x="5340823" y="3048000"/>
                  <a:pt x="5349240" y="3048000"/>
                </a:cubicBezTo>
                <a:cubicBezTo>
                  <a:pt x="5357657" y="3048000"/>
                  <a:pt x="5364480" y="3054823"/>
                  <a:pt x="5364480" y="3063240"/>
                </a:cubicBezTo>
                <a:close/>
                <a:moveTo>
                  <a:pt x="5364480" y="3215640"/>
                </a:moveTo>
                <a:cubicBezTo>
                  <a:pt x="5364480" y="3224057"/>
                  <a:pt x="5357657" y="3230880"/>
                  <a:pt x="5349240" y="3230880"/>
                </a:cubicBezTo>
                <a:cubicBezTo>
                  <a:pt x="5340823" y="3230880"/>
                  <a:pt x="5334000" y="3224057"/>
                  <a:pt x="5334000" y="3215640"/>
                </a:cubicBezTo>
                <a:cubicBezTo>
                  <a:pt x="5334000" y="3207223"/>
                  <a:pt x="5340823" y="3200400"/>
                  <a:pt x="5349240" y="3200400"/>
                </a:cubicBezTo>
                <a:cubicBezTo>
                  <a:pt x="5357657" y="3200400"/>
                  <a:pt x="5364480" y="3207223"/>
                  <a:pt x="5364480" y="3215640"/>
                </a:cubicBezTo>
                <a:close/>
                <a:moveTo>
                  <a:pt x="5364480" y="3368040"/>
                </a:moveTo>
                <a:cubicBezTo>
                  <a:pt x="5364480" y="3376457"/>
                  <a:pt x="5357657" y="3383280"/>
                  <a:pt x="5349240" y="3383280"/>
                </a:cubicBezTo>
                <a:cubicBezTo>
                  <a:pt x="5340823" y="3383280"/>
                  <a:pt x="5334000" y="3376457"/>
                  <a:pt x="5334000" y="3368040"/>
                </a:cubicBezTo>
                <a:cubicBezTo>
                  <a:pt x="5334000" y="3359623"/>
                  <a:pt x="5340823" y="3352800"/>
                  <a:pt x="5349240" y="3352800"/>
                </a:cubicBezTo>
                <a:cubicBezTo>
                  <a:pt x="5357657" y="3352800"/>
                  <a:pt x="5364480" y="3359623"/>
                  <a:pt x="5364480" y="3368040"/>
                </a:cubicBezTo>
                <a:close/>
                <a:moveTo>
                  <a:pt x="5364480" y="3520440"/>
                </a:moveTo>
                <a:cubicBezTo>
                  <a:pt x="5364480" y="3528857"/>
                  <a:pt x="5357657" y="3535680"/>
                  <a:pt x="5349240" y="3535680"/>
                </a:cubicBezTo>
                <a:cubicBezTo>
                  <a:pt x="5340823" y="3535680"/>
                  <a:pt x="5334000" y="3528857"/>
                  <a:pt x="5334000" y="3520440"/>
                </a:cubicBezTo>
                <a:cubicBezTo>
                  <a:pt x="5334000" y="3512023"/>
                  <a:pt x="5340823" y="3505200"/>
                  <a:pt x="5349240" y="3505200"/>
                </a:cubicBezTo>
                <a:cubicBezTo>
                  <a:pt x="5357657" y="3505200"/>
                  <a:pt x="5364480" y="3512023"/>
                  <a:pt x="5364480" y="3520440"/>
                </a:cubicBezTo>
                <a:close/>
                <a:moveTo>
                  <a:pt x="5364480" y="3672840"/>
                </a:moveTo>
                <a:cubicBezTo>
                  <a:pt x="5364480" y="3681257"/>
                  <a:pt x="5357657" y="3688080"/>
                  <a:pt x="5349240" y="3688080"/>
                </a:cubicBezTo>
                <a:cubicBezTo>
                  <a:pt x="5340823" y="3688080"/>
                  <a:pt x="5334000" y="3681257"/>
                  <a:pt x="5334000" y="3672840"/>
                </a:cubicBezTo>
                <a:cubicBezTo>
                  <a:pt x="5334000" y="3664423"/>
                  <a:pt x="5340823" y="3657600"/>
                  <a:pt x="5349240" y="3657600"/>
                </a:cubicBezTo>
                <a:cubicBezTo>
                  <a:pt x="5357657" y="3657600"/>
                  <a:pt x="5364480" y="3664423"/>
                  <a:pt x="5364480" y="3672840"/>
                </a:cubicBezTo>
                <a:close/>
                <a:moveTo>
                  <a:pt x="5364480" y="3825240"/>
                </a:moveTo>
                <a:cubicBezTo>
                  <a:pt x="5364480" y="3833657"/>
                  <a:pt x="5357657" y="3840480"/>
                  <a:pt x="5349240" y="3840480"/>
                </a:cubicBezTo>
                <a:cubicBezTo>
                  <a:pt x="5340823" y="3840480"/>
                  <a:pt x="5334000" y="3833657"/>
                  <a:pt x="5334000" y="3825240"/>
                </a:cubicBezTo>
                <a:cubicBezTo>
                  <a:pt x="5334000" y="3816823"/>
                  <a:pt x="5340823" y="3810000"/>
                  <a:pt x="5349240" y="3810000"/>
                </a:cubicBezTo>
                <a:cubicBezTo>
                  <a:pt x="5357657" y="3810000"/>
                  <a:pt x="5364480" y="3816823"/>
                  <a:pt x="5364480" y="3825240"/>
                </a:cubicBezTo>
                <a:close/>
                <a:moveTo>
                  <a:pt x="5364480" y="3977640"/>
                </a:moveTo>
                <a:cubicBezTo>
                  <a:pt x="5364480" y="3986057"/>
                  <a:pt x="5357657" y="3992880"/>
                  <a:pt x="5349240" y="3992880"/>
                </a:cubicBezTo>
                <a:cubicBezTo>
                  <a:pt x="5340823" y="3992880"/>
                  <a:pt x="5334000" y="3986057"/>
                  <a:pt x="5334000" y="3977640"/>
                </a:cubicBezTo>
                <a:cubicBezTo>
                  <a:pt x="5334000" y="3969223"/>
                  <a:pt x="5340823" y="3962400"/>
                  <a:pt x="5349240" y="3962400"/>
                </a:cubicBezTo>
                <a:cubicBezTo>
                  <a:pt x="5357657" y="3962400"/>
                  <a:pt x="5364480" y="3969223"/>
                  <a:pt x="5364480" y="3977640"/>
                </a:cubicBezTo>
                <a:close/>
                <a:moveTo>
                  <a:pt x="5364480" y="4130040"/>
                </a:moveTo>
                <a:cubicBezTo>
                  <a:pt x="5364480" y="4138457"/>
                  <a:pt x="5357657" y="4145280"/>
                  <a:pt x="5349240" y="4145280"/>
                </a:cubicBezTo>
                <a:cubicBezTo>
                  <a:pt x="5340823" y="4145280"/>
                  <a:pt x="5334000" y="4138457"/>
                  <a:pt x="5334000" y="4130040"/>
                </a:cubicBezTo>
                <a:cubicBezTo>
                  <a:pt x="5334000" y="4121623"/>
                  <a:pt x="5340823" y="4114800"/>
                  <a:pt x="5349240" y="4114800"/>
                </a:cubicBezTo>
                <a:cubicBezTo>
                  <a:pt x="5357657" y="4114800"/>
                  <a:pt x="5364480" y="4121623"/>
                  <a:pt x="5364480" y="4130040"/>
                </a:cubicBezTo>
                <a:close/>
                <a:moveTo>
                  <a:pt x="5364480" y="4282440"/>
                </a:moveTo>
                <a:cubicBezTo>
                  <a:pt x="5364480" y="4290857"/>
                  <a:pt x="5357657" y="4297680"/>
                  <a:pt x="5349240" y="4297680"/>
                </a:cubicBezTo>
                <a:cubicBezTo>
                  <a:pt x="5340823" y="4297680"/>
                  <a:pt x="5334000" y="4290857"/>
                  <a:pt x="5334000" y="4282440"/>
                </a:cubicBezTo>
                <a:cubicBezTo>
                  <a:pt x="5334000" y="4274023"/>
                  <a:pt x="5340823" y="4267200"/>
                  <a:pt x="5349240" y="4267200"/>
                </a:cubicBezTo>
                <a:cubicBezTo>
                  <a:pt x="5357657" y="4267200"/>
                  <a:pt x="5364480" y="4274023"/>
                  <a:pt x="5364480" y="4282440"/>
                </a:cubicBezTo>
                <a:close/>
                <a:moveTo>
                  <a:pt x="5364480" y="4434840"/>
                </a:moveTo>
                <a:cubicBezTo>
                  <a:pt x="5364480" y="4443257"/>
                  <a:pt x="5357657" y="4450080"/>
                  <a:pt x="5349240" y="4450080"/>
                </a:cubicBezTo>
                <a:cubicBezTo>
                  <a:pt x="5340823" y="4450080"/>
                  <a:pt x="5334000" y="4443257"/>
                  <a:pt x="5334000" y="4434840"/>
                </a:cubicBezTo>
                <a:cubicBezTo>
                  <a:pt x="5334000" y="4426423"/>
                  <a:pt x="5340823" y="4419600"/>
                  <a:pt x="5349240" y="4419600"/>
                </a:cubicBezTo>
                <a:cubicBezTo>
                  <a:pt x="5357657" y="4419600"/>
                  <a:pt x="5364480" y="4426423"/>
                  <a:pt x="5364480" y="4434840"/>
                </a:cubicBezTo>
                <a:close/>
                <a:moveTo>
                  <a:pt x="5516880" y="15240"/>
                </a:moveTo>
                <a:cubicBezTo>
                  <a:pt x="5516880" y="23657"/>
                  <a:pt x="5510057" y="30480"/>
                  <a:pt x="5501640" y="30480"/>
                </a:cubicBezTo>
                <a:cubicBezTo>
                  <a:pt x="5493223" y="30480"/>
                  <a:pt x="5486400" y="23657"/>
                  <a:pt x="5486400" y="15240"/>
                </a:cubicBezTo>
                <a:cubicBezTo>
                  <a:pt x="5486400" y="6823"/>
                  <a:pt x="5493223" y="0"/>
                  <a:pt x="5501640" y="0"/>
                </a:cubicBezTo>
                <a:cubicBezTo>
                  <a:pt x="5510057" y="0"/>
                  <a:pt x="5516880" y="6823"/>
                  <a:pt x="5516880" y="15240"/>
                </a:cubicBezTo>
                <a:close/>
                <a:moveTo>
                  <a:pt x="5516880" y="167640"/>
                </a:moveTo>
                <a:cubicBezTo>
                  <a:pt x="5516880" y="176057"/>
                  <a:pt x="5510057" y="182880"/>
                  <a:pt x="5501640" y="182880"/>
                </a:cubicBezTo>
                <a:cubicBezTo>
                  <a:pt x="5493223" y="182880"/>
                  <a:pt x="5486400" y="176057"/>
                  <a:pt x="5486400" y="167640"/>
                </a:cubicBezTo>
                <a:cubicBezTo>
                  <a:pt x="5486400" y="159223"/>
                  <a:pt x="5493223" y="152400"/>
                  <a:pt x="5501640" y="152400"/>
                </a:cubicBezTo>
                <a:cubicBezTo>
                  <a:pt x="5510057" y="152400"/>
                  <a:pt x="5516880" y="159223"/>
                  <a:pt x="5516880" y="167640"/>
                </a:cubicBezTo>
                <a:close/>
                <a:moveTo>
                  <a:pt x="5516880" y="320040"/>
                </a:moveTo>
                <a:cubicBezTo>
                  <a:pt x="5516880" y="328457"/>
                  <a:pt x="5510057" y="335280"/>
                  <a:pt x="5501640" y="335280"/>
                </a:cubicBezTo>
                <a:cubicBezTo>
                  <a:pt x="5493223" y="335280"/>
                  <a:pt x="5486400" y="328457"/>
                  <a:pt x="5486400" y="320040"/>
                </a:cubicBezTo>
                <a:cubicBezTo>
                  <a:pt x="5486400" y="311623"/>
                  <a:pt x="5493223" y="304800"/>
                  <a:pt x="5501640" y="304800"/>
                </a:cubicBezTo>
                <a:cubicBezTo>
                  <a:pt x="5510057" y="304800"/>
                  <a:pt x="5516880" y="311623"/>
                  <a:pt x="5516880" y="320040"/>
                </a:cubicBezTo>
                <a:close/>
                <a:moveTo>
                  <a:pt x="5516880" y="472440"/>
                </a:moveTo>
                <a:cubicBezTo>
                  <a:pt x="5516880" y="480857"/>
                  <a:pt x="5510057" y="487680"/>
                  <a:pt x="5501640" y="487680"/>
                </a:cubicBezTo>
                <a:cubicBezTo>
                  <a:pt x="5493223" y="487680"/>
                  <a:pt x="5486400" y="480857"/>
                  <a:pt x="5486400" y="472440"/>
                </a:cubicBezTo>
                <a:cubicBezTo>
                  <a:pt x="5486400" y="464023"/>
                  <a:pt x="5493223" y="457200"/>
                  <a:pt x="5501640" y="457200"/>
                </a:cubicBezTo>
                <a:cubicBezTo>
                  <a:pt x="5510057" y="457200"/>
                  <a:pt x="5516880" y="464023"/>
                  <a:pt x="5516880" y="472440"/>
                </a:cubicBezTo>
                <a:close/>
                <a:moveTo>
                  <a:pt x="5516880" y="624840"/>
                </a:moveTo>
                <a:cubicBezTo>
                  <a:pt x="5516880" y="633257"/>
                  <a:pt x="5510057" y="640080"/>
                  <a:pt x="5501640" y="640080"/>
                </a:cubicBezTo>
                <a:cubicBezTo>
                  <a:pt x="5493223" y="640080"/>
                  <a:pt x="5486400" y="633257"/>
                  <a:pt x="5486400" y="624840"/>
                </a:cubicBezTo>
                <a:cubicBezTo>
                  <a:pt x="5486400" y="616423"/>
                  <a:pt x="5493223" y="609600"/>
                  <a:pt x="5501640" y="609600"/>
                </a:cubicBezTo>
                <a:cubicBezTo>
                  <a:pt x="5510057" y="609600"/>
                  <a:pt x="5516880" y="616423"/>
                  <a:pt x="5516880" y="624840"/>
                </a:cubicBezTo>
                <a:close/>
                <a:moveTo>
                  <a:pt x="5516880" y="777240"/>
                </a:moveTo>
                <a:cubicBezTo>
                  <a:pt x="5516880" y="785657"/>
                  <a:pt x="5510057" y="792480"/>
                  <a:pt x="5501640" y="792480"/>
                </a:cubicBezTo>
                <a:cubicBezTo>
                  <a:pt x="5493223" y="792480"/>
                  <a:pt x="5486400" y="785657"/>
                  <a:pt x="5486400" y="777240"/>
                </a:cubicBezTo>
                <a:cubicBezTo>
                  <a:pt x="5486400" y="768823"/>
                  <a:pt x="5493223" y="762000"/>
                  <a:pt x="5501640" y="762000"/>
                </a:cubicBezTo>
                <a:cubicBezTo>
                  <a:pt x="5510057" y="762000"/>
                  <a:pt x="5516880" y="768823"/>
                  <a:pt x="5516880" y="777240"/>
                </a:cubicBezTo>
                <a:close/>
                <a:moveTo>
                  <a:pt x="5516880" y="929640"/>
                </a:moveTo>
                <a:cubicBezTo>
                  <a:pt x="5516880" y="938057"/>
                  <a:pt x="5510057" y="944880"/>
                  <a:pt x="5501640" y="944880"/>
                </a:cubicBezTo>
                <a:cubicBezTo>
                  <a:pt x="5493223" y="944880"/>
                  <a:pt x="5486400" y="938057"/>
                  <a:pt x="5486400" y="929640"/>
                </a:cubicBezTo>
                <a:cubicBezTo>
                  <a:pt x="5486400" y="921223"/>
                  <a:pt x="5493223" y="914400"/>
                  <a:pt x="5501640" y="914400"/>
                </a:cubicBezTo>
                <a:cubicBezTo>
                  <a:pt x="5510057" y="914400"/>
                  <a:pt x="5516880" y="921223"/>
                  <a:pt x="5516880" y="929640"/>
                </a:cubicBezTo>
                <a:close/>
                <a:moveTo>
                  <a:pt x="5516880" y="1082040"/>
                </a:moveTo>
                <a:cubicBezTo>
                  <a:pt x="5516880" y="1090457"/>
                  <a:pt x="5510057" y="1097280"/>
                  <a:pt x="5501640" y="1097280"/>
                </a:cubicBezTo>
                <a:cubicBezTo>
                  <a:pt x="5493223" y="1097280"/>
                  <a:pt x="5486400" y="1090457"/>
                  <a:pt x="5486400" y="1082040"/>
                </a:cubicBezTo>
                <a:cubicBezTo>
                  <a:pt x="5486400" y="1073623"/>
                  <a:pt x="5493223" y="1066800"/>
                  <a:pt x="5501640" y="1066800"/>
                </a:cubicBezTo>
                <a:cubicBezTo>
                  <a:pt x="5510057" y="1066800"/>
                  <a:pt x="5516880" y="1073623"/>
                  <a:pt x="5516880" y="1082040"/>
                </a:cubicBezTo>
                <a:close/>
                <a:moveTo>
                  <a:pt x="5516880" y="1234440"/>
                </a:moveTo>
                <a:cubicBezTo>
                  <a:pt x="5516880" y="1242857"/>
                  <a:pt x="5510057" y="1249680"/>
                  <a:pt x="5501640" y="1249680"/>
                </a:cubicBezTo>
                <a:cubicBezTo>
                  <a:pt x="5493223" y="1249680"/>
                  <a:pt x="5486400" y="1242857"/>
                  <a:pt x="5486400" y="1234440"/>
                </a:cubicBezTo>
                <a:cubicBezTo>
                  <a:pt x="5486400" y="1226023"/>
                  <a:pt x="5493223" y="1219200"/>
                  <a:pt x="5501640" y="1219200"/>
                </a:cubicBezTo>
                <a:cubicBezTo>
                  <a:pt x="5510057" y="1219200"/>
                  <a:pt x="5516880" y="1226023"/>
                  <a:pt x="5516880" y="1234440"/>
                </a:cubicBezTo>
                <a:close/>
                <a:moveTo>
                  <a:pt x="5516880" y="1386840"/>
                </a:moveTo>
                <a:cubicBezTo>
                  <a:pt x="5516880" y="1395257"/>
                  <a:pt x="5510057" y="1402080"/>
                  <a:pt x="5501640" y="1402080"/>
                </a:cubicBezTo>
                <a:cubicBezTo>
                  <a:pt x="5493223" y="1402080"/>
                  <a:pt x="5486400" y="1395257"/>
                  <a:pt x="5486400" y="1386840"/>
                </a:cubicBezTo>
                <a:cubicBezTo>
                  <a:pt x="5486400" y="1378423"/>
                  <a:pt x="5493223" y="1371600"/>
                  <a:pt x="5501640" y="1371600"/>
                </a:cubicBezTo>
                <a:cubicBezTo>
                  <a:pt x="5510057" y="1371600"/>
                  <a:pt x="5516880" y="1378423"/>
                  <a:pt x="5516880" y="1386840"/>
                </a:cubicBezTo>
                <a:close/>
                <a:moveTo>
                  <a:pt x="5516880" y="1539240"/>
                </a:moveTo>
                <a:cubicBezTo>
                  <a:pt x="5516880" y="1547657"/>
                  <a:pt x="5510057" y="1554480"/>
                  <a:pt x="5501640" y="1554480"/>
                </a:cubicBezTo>
                <a:cubicBezTo>
                  <a:pt x="5493223" y="1554480"/>
                  <a:pt x="5486400" y="1547657"/>
                  <a:pt x="5486400" y="1539240"/>
                </a:cubicBezTo>
                <a:cubicBezTo>
                  <a:pt x="5486400" y="1530823"/>
                  <a:pt x="5493223" y="1524000"/>
                  <a:pt x="5501640" y="1524000"/>
                </a:cubicBezTo>
                <a:cubicBezTo>
                  <a:pt x="5510057" y="1524000"/>
                  <a:pt x="5516880" y="1530823"/>
                  <a:pt x="5516880" y="1539240"/>
                </a:cubicBezTo>
                <a:close/>
                <a:moveTo>
                  <a:pt x="5516880" y="1691640"/>
                </a:moveTo>
                <a:cubicBezTo>
                  <a:pt x="5516880" y="1700057"/>
                  <a:pt x="5510057" y="1706880"/>
                  <a:pt x="5501640" y="1706880"/>
                </a:cubicBezTo>
                <a:cubicBezTo>
                  <a:pt x="5493223" y="1706880"/>
                  <a:pt x="5486400" y="1700057"/>
                  <a:pt x="5486400" y="1691640"/>
                </a:cubicBezTo>
                <a:cubicBezTo>
                  <a:pt x="5486400" y="1683223"/>
                  <a:pt x="5493223" y="1676400"/>
                  <a:pt x="5501640" y="1676400"/>
                </a:cubicBezTo>
                <a:cubicBezTo>
                  <a:pt x="5510057" y="1676400"/>
                  <a:pt x="5516880" y="1683223"/>
                  <a:pt x="5516880" y="1691640"/>
                </a:cubicBezTo>
                <a:close/>
                <a:moveTo>
                  <a:pt x="5516880" y="1844040"/>
                </a:moveTo>
                <a:cubicBezTo>
                  <a:pt x="5516880" y="1852457"/>
                  <a:pt x="5510057" y="1859280"/>
                  <a:pt x="5501640" y="1859280"/>
                </a:cubicBezTo>
                <a:cubicBezTo>
                  <a:pt x="5493223" y="1859280"/>
                  <a:pt x="5486400" y="1852457"/>
                  <a:pt x="5486400" y="1844040"/>
                </a:cubicBezTo>
                <a:cubicBezTo>
                  <a:pt x="5486400" y="1835623"/>
                  <a:pt x="5493223" y="1828800"/>
                  <a:pt x="5501640" y="1828800"/>
                </a:cubicBezTo>
                <a:cubicBezTo>
                  <a:pt x="5510057" y="1828800"/>
                  <a:pt x="5516880" y="1835623"/>
                  <a:pt x="5516880" y="1844040"/>
                </a:cubicBezTo>
                <a:close/>
                <a:moveTo>
                  <a:pt x="5516880" y="1996440"/>
                </a:moveTo>
                <a:cubicBezTo>
                  <a:pt x="5516880" y="2004857"/>
                  <a:pt x="5510057" y="2011680"/>
                  <a:pt x="5501640" y="2011680"/>
                </a:cubicBezTo>
                <a:cubicBezTo>
                  <a:pt x="5493223" y="2011680"/>
                  <a:pt x="5486400" y="2004857"/>
                  <a:pt x="5486400" y="1996440"/>
                </a:cubicBezTo>
                <a:cubicBezTo>
                  <a:pt x="5486400" y="1988023"/>
                  <a:pt x="5493223" y="1981200"/>
                  <a:pt x="5501640" y="1981200"/>
                </a:cubicBezTo>
                <a:cubicBezTo>
                  <a:pt x="5510057" y="1981200"/>
                  <a:pt x="5516880" y="1988023"/>
                  <a:pt x="5516880" y="1996440"/>
                </a:cubicBezTo>
                <a:close/>
                <a:moveTo>
                  <a:pt x="5516880" y="2148840"/>
                </a:moveTo>
                <a:cubicBezTo>
                  <a:pt x="5516880" y="2157257"/>
                  <a:pt x="5510057" y="2164080"/>
                  <a:pt x="5501640" y="2164080"/>
                </a:cubicBezTo>
                <a:cubicBezTo>
                  <a:pt x="5493223" y="2164080"/>
                  <a:pt x="5486400" y="2157257"/>
                  <a:pt x="5486400" y="2148840"/>
                </a:cubicBezTo>
                <a:cubicBezTo>
                  <a:pt x="5486400" y="2140423"/>
                  <a:pt x="5493223" y="2133600"/>
                  <a:pt x="5501640" y="2133600"/>
                </a:cubicBezTo>
                <a:cubicBezTo>
                  <a:pt x="5510057" y="2133600"/>
                  <a:pt x="5516880" y="2140423"/>
                  <a:pt x="5516880" y="2148840"/>
                </a:cubicBezTo>
                <a:close/>
                <a:moveTo>
                  <a:pt x="5516880" y="2301240"/>
                </a:moveTo>
                <a:cubicBezTo>
                  <a:pt x="5516880" y="2309657"/>
                  <a:pt x="5510057" y="2316480"/>
                  <a:pt x="5501640" y="2316480"/>
                </a:cubicBezTo>
                <a:cubicBezTo>
                  <a:pt x="5493223" y="2316480"/>
                  <a:pt x="5486400" y="2309657"/>
                  <a:pt x="5486400" y="2301240"/>
                </a:cubicBezTo>
                <a:cubicBezTo>
                  <a:pt x="5486400" y="2292823"/>
                  <a:pt x="5493223" y="2286000"/>
                  <a:pt x="5501640" y="2286000"/>
                </a:cubicBezTo>
                <a:cubicBezTo>
                  <a:pt x="5510057" y="2286000"/>
                  <a:pt x="5516880" y="2292823"/>
                  <a:pt x="5516880" y="2301240"/>
                </a:cubicBezTo>
                <a:close/>
                <a:moveTo>
                  <a:pt x="5516880" y="2453640"/>
                </a:moveTo>
                <a:cubicBezTo>
                  <a:pt x="5516880" y="2462057"/>
                  <a:pt x="5510057" y="2468880"/>
                  <a:pt x="5501640" y="2468880"/>
                </a:cubicBezTo>
                <a:cubicBezTo>
                  <a:pt x="5493223" y="2468880"/>
                  <a:pt x="5486400" y="2462057"/>
                  <a:pt x="5486400" y="2453640"/>
                </a:cubicBezTo>
                <a:cubicBezTo>
                  <a:pt x="5486400" y="2445223"/>
                  <a:pt x="5493223" y="2438400"/>
                  <a:pt x="5501640" y="2438400"/>
                </a:cubicBezTo>
                <a:cubicBezTo>
                  <a:pt x="5510057" y="2438400"/>
                  <a:pt x="5516880" y="2445223"/>
                  <a:pt x="5516880" y="2453640"/>
                </a:cubicBezTo>
                <a:close/>
                <a:moveTo>
                  <a:pt x="5516880" y="2606040"/>
                </a:moveTo>
                <a:cubicBezTo>
                  <a:pt x="5516880" y="2614457"/>
                  <a:pt x="5510057" y="2621280"/>
                  <a:pt x="5501640" y="2621280"/>
                </a:cubicBezTo>
                <a:cubicBezTo>
                  <a:pt x="5493223" y="2621280"/>
                  <a:pt x="5486400" y="2614457"/>
                  <a:pt x="5486400" y="2606040"/>
                </a:cubicBezTo>
                <a:cubicBezTo>
                  <a:pt x="5486400" y="2597623"/>
                  <a:pt x="5493223" y="2590800"/>
                  <a:pt x="5501640" y="2590800"/>
                </a:cubicBezTo>
                <a:cubicBezTo>
                  <a:pt x="5510057" y="2590800"/>
                  <a:pt x="5516880" y="2597623"/>
                  <a:pt x="5516880" y="2606040"/>
                </a:cubicBezTo>
                <a:close/>
                <a:moveTo>
                  <a:pt x="5516880" y="2758440"/>
                </a:moveTo>
                <a:cubicBezTo>
                  <a:pt x="5516880" y="2766857"/>
                  <a:pt x="5510057" y="2773680"/>
                  <a:pt x="5501640" y="2773680"/>
                </a:cubicBezTo>
                <a:cubicBezTo>
                  <a:pt x="5493223" y="2773680"/>
                  <a:pt x="5486400" y="2766857"/>
                  <a:pt x="5486400" y="2758440"/>
                </a:cubicBezTo>
                <a:cubicBezTo>
                  <a:pt x="5486400" y="2750023"/>
                  <a:pt x="5493223" y="2743200"/>
                  <a:pt x="5501640" y="2743200"/>
                </a:cubicBezTo>
                <a:cubicBezTo>
                  <a:pt x="5510057" y="2743200"/>
                  <a:pt x="5516880" y="2750023"/>
                  <a:pt x="5516880" y="2758440"/>
                </a:cubicBezTo>
                <a:close/>
                <a:moveTo>
                  <a:pt x="5516880" y="2910840"/>
                </a:moveTo>
                <a:cubicBezTo>
                  <a:pt x="5516880" y="2919257"/>
                  <a:pt x="5510057" y="2926080"/>
                  <a:pt x="5501640" y="2926080"/>
                </a:cubicBezTo>
                <a:cubicBezTo>
                  <a:pt x="5493223" y="2926080"/>
                  <a:pt x="5486400" y="2919257"/>
                  <a:pt x="5486400" y="2910840"/>
                </a:cubicBezTo>
                <a:cubicBezTo>
                  <a:pt x="5486400" y="2902423"/>
                  <a:pt x="5493223" y="2895600"/>
                  <a:pt x="5501640" y="2895600"/>
                </a:cubicBezTo>
                <a:cubicBezTo>
                  <a:pt x="5510057" y="2895600"/>
                  <a:pt x="5516880" y="2902423"/>
                  <a:pt x="5516880" y="2910840"/>
                </a:cubicBezTo>
                <a:close/>
                <a:moveTo>
                  <a:pt x="5516880" y="3063240"/>
                </a:moveTo>
                <a:cubicBezTo>
                  <a:pt x="5516880" y="3071657"/>
                  <a:pt x="5510057" y="3078480"/>
                  <a:pt x="5501640" y="3078480"/>
                </a:cubicBezTo>
                <a:cubicBezTo>
                  <a:pt x="5493223" y="3078480"/>
                  <a:pt x="5486400" y="3071657"/>
                  <a:pt x="5486400" y="3063240"/>
                </a:cubicBezTo>
                <a:cubicBezTo>
                  <a:pt x="5486400" y="3054823"/>
                  <a:pt x="5493223" y="3048000"/>
                  <a:pt x="5501640" y="3048000"/>
                </a:cubicBezTo>
                <a:cubicBezTo>
                  <a:pt x="5510057" y="3048000"/>
                  <a:pt x="5516880" y="3054823"/>
                  <a:pt x="5516880" y="3063240"/>
                </a:cubicBezTo>
                <a:close/>
                <a:moveTo>
                  <a:pt x="5516880" y="3215640"/>
                </a:moveTo>
                <a:cubicBezTo>
                  <a:pt x="5516880" y="3224057"/>
                  <a:pt x="5510057" y="3230880"/>
                  <a:pt x="5501640" y="3230880"/>
                </a:cubicBezTo>
                <a:cubicBezTo>
                  <a:pt x="5493223" y="3230880"/>
                  <a:pt x="5486400" y="3224057"/>
                  <a:pt x="5486400" y="3215640"/>
                </a:cubicBezTo>
                <a:cubicBezTo>
                  <a:pt x="5486400" y="3207223"/>
                  <a:pt x="5493223" y="3200400"/>
                  <a:pt x="5501640" y="3200400"/>
                </a:cubicBezTo>
                <a:cubicBezTo>
                  <a:pt x="5510057" y="3200400"/>
                  <a:pt x="5516880" y="3207223"/>
                  <a:pt x="5516880" y="3215640"/>
                </a:cubicBezTo>
                <a:close/>
                <a:moveTo>
                  <a:pt x="5516880" y="3368040"/>
                </a:moveTo>
                <a:cubicBezTo>
                  <a:pt x="5516880" y="3376457"/>
                  <a:pt x="5510057" y="3383280"/>
                  <a:pt x="5501640" y="3383280"/>
                </a:cubicBezTo>
                <a:cubicBezTo>
                  <a:pt x="5493223" y="3383280"/>
                  <a:pt x="5486400" y="3376457"/>
                  <a:pt x="5486400" y="3368040"/>
                </a:cubicBezTo>
                <a:cubicBezTo>
                  <a:pt x="5486400" y="3359623"/>
                  <a:pt x="5493223" y="3352800"/>
                  <a:pt x="5501640" y="3352800"/>
                </a:cubicBezTo>
                <a:cubicBezTo>
                  <a:pt x="5510057" y="3352800"/>
                  <a:pt x="5516880" y="3359623"/>
                  <a:pt x="5516880" y="3368040"/>
                </a:cubicBezTo>
                <a:close/>
                <a:moveTo>
                  <a:pt x="5516880" y="3520440"/>
                </a:moveTo>
                <a:cubicBezTo>
                  <a:pt x="5516880" y="3528857"/>
                  <a:pt x="5510057" y="3535680"/>
                  <a:pt x="5501640" y="3535680"/>
                </a:cubicBezTo>
                <a:cubicBezTo>
                  <a:pt x="5493223" y="3535680"/>
                  <a:pt x="5486400" y="3528857"/>
                  <a:pt x="5486400" y="3520440"/>
                </a:cubicBezTo>
                <a:cubicBezTo>
                  <a:pt x="5486400" y="3512023"/>
                  <a:pt x="5493223" y="3505200"/>
                  <a:pt x="5501640" y="3505200"/>
                </a:cubicBezTo>
                <a:cubicBezTo>
                  <a:pt x="5510057" y="3505200"/>
                  <a:pt x="5516880" y="3512023"/>
                  <a:pt x="5516880" y="3520440"/>
                </a:cubicBezTo>
                <a:close/>
                <a:moveTo>
                  <a:pt x="5516880" y="3672840"/>
                </a:moveTo>
                <a:cubicBezTo>
                  <a:pt x="5516880" y="3681257"/>
                  <a:pt x="5510057" y="3688080"/>
                  <a:pt x="5501640" y="3688080"/>
                </a:cubicBezTo>
                <a:cubicBezTo>
                  <a:pt x="5493223" y="3688080"/>
                  <a:pt x="5486400" y="3681257"/>
                  <a:pt x="5486400" y="3672840"/>
                </a:cubicBezTo>
                <a:cubicBezTo>
                  <a:pt x="5486400" y="3664423"/>
                  <a:pt x="5493223" y="3657600"/>
                  <a:pt x="5501640" y="3657600"/>
                </a:cubicBezTo>
                <a:cubicBezTo>
                  <a:pt x="5510057" y="3657600"/>
                  <a:pt x="5516880" y="3664423"/>
                  <a:pt x="5516880" y="3672840"/>
                </a:cubicBezTo>
                <a:close/>
                <a:moveTo>
                  <a:pt x="5516880" y="3825240"/>
                </a:moveTo>
                <a:cubicBezTo>
                  <a:pt x="5516880" y="3833657"/>
                  <a:pt x="5510057" y="3840480"/>
                  <a:pt x="5501640" y="3840480"/>
                </a:cubicBezTo>
                <a:cubicBezTo>
                  <a:pt x="5493223" y="3840480"/>
                  <a:pt x="5486400" y="3833657"/>
                  <a:pt x="5486400" y="3825240"/>
                </a:cubicBezTo>
                <a:cubicBezTo>
                  <a:pt x="5486400" y="3816823"/>
                  <a:pt x="5493223" y="3810000"/>
                  <a:pt x="5501640" y="3810000"/>
                </a:cubicBezTo>
                <a:cubicBezTo>
                  <a:pt x="5510057" y="3810000"/>
                  <a:pt x="5516880" y="3816823"/>
                  <a:pt x="5516880" y="3825240"/>
                </a:cubicBezTo>
                <a:close/>
                <a:moveTo>
                  <a:pt x="5516880" y="3977640"/>
                </a:moveTo>
                <a:cubicBezTo>
                  <a:pt x="5516880" y="3986057"/>
                  <a:pt x="5510057" y="3992880"/>
                  <a:pt x="5501640" y="3992880"/>
                </a:cubicBezTo>
                <a:cubicBezTo>
                  <a:pt x="5493223" y="3992880"/>
                  <a:pt x="5486400" y="3986057"/>
                  <a:pt x="5486400" y="3977640"/>
                </a:cubicBezTo>
                <a:cubicBezTo>
                  <a:pt x="5486400" y="3969223"/>
                  <a:pt x="5493223" y="3962400"/>
                  <a:pt x="5501640" y="3962400"/>
                </a:cubicBezTo>
                <a:cubicBezTo>
                  <a:pt x="5510057" y="3962400"/>
                  <a:pt x="5516880" y="3969223"/>
                  <a:pt x="5516880" y="3977640"/>
                </a:cubicBezTo>
                <a:close/>
                <a:moveTo>
                  <a:pt x="5516880" y="4130040"/>
                </a:moveTo>
                <a:cubicBezTo>
                  <a:pt x="5516880" y="4138457"/>
                  <a:pt x="5510057" y="4145280"/>
                  <a:pt x="5501640" y="4145280"/>
                </a:cubicBezTo>
                <a:cubicBezTo>
                  <a:pt x="5493223" y="4145280"/>
                  <a:pt x="5486400" y="4138457"/>
                  <a:pt x="5486400" y="4130040"/>
                </a:cubicBezTo>
                <a:cubicBezTo>
                  <a:pt x="5486400" y="4121623"/>
                  <a:pt x="5493223" y="4114800"/>
                  <a:pt x="5501640" y="4114800"/>
                </a:cubicBezTo>
                <a:cubicBezTo>
                  <a:pt x="5510057" y="4114800"/>
                  <a:pt x="5516880" y="4121623"/>
                  <a:pt x="5516880" y="4130040"/>
                </a:cubicBezTo>
                <a:close/>
                <a:moveTo>
                  <a:pt x="5516880" y="4282440"/>
                </a:moveTo>
                <a:cubicBezTo>
                  <a:pt x="5516880" y="4290857"/>
                  <a:pt x="5510057" y="4297680"/>
                  <a:pt x="5501640" y="4297680"/>
                </a:cubicBezTo>
                <a:cubicBezTo>
                  <a:pt x="5493223" y="4297680"/>
                  <a:pt x="5486400" y="4290857"/>
                  <a:pt x="5486400" y="4282440"/>
                </a:cubicBezTo>
                <a:cubicBezTo>
                  <a:pt x="5486400" y="4274023"/>
                  <a:pt x="5493223" y="4267200"/>
                  <a:pt x="5501640" y="4267200"/>
                </a:cubicBezTo>
                <a:cubicBezTo>
                  <a:pt x="5510057" y="4267200"/>
                  <a:pt x="5516880" y="4274023"/>
                  <a:pt x="5516880" y="4282440"/>
                </a:cubicBezTo>
                <a:close/>
                <a:moveTo>
                  <a:pt x="5516880" y="4434840"/>
                </a:moveTo>
                <a:cubicBezTo>
                  <a:pt x="5516880" y="4443257"/>
                  <a:pt x="5510057" y="4450080"/>
                  <a:pt x="5501640" y="4450080"/>
                </a:cubicBezTo>
                <a:cubicBezTo>
                  <a:pt x="5493223" y="4450080"/>
                  <a:pt x="5486400" y="4443257"/>
                  <a:pt x="5486400" y="4434840"/>
                </a:cubicBezTo>
                <a:cubicBezTo>
                  <a:pt x="5486400" y="4426423"/>
                  <a:pt x="5493223" y="4419600"/>
                  <a:pt x="5501640" y="4419600"/>
                </a:cubicBezTo>
                <a:cubicBezTo>
                  <a:pt x="5510057" y="4419600"/>
                  <a:pt x="5516880" y="4426423"/>
                  <a:pt x="5516880" y="4434840"/>
                </a:cubicBezTo>
                <a:close/>
                <a:moveTo>
                  <a:pt x="5669280" y="15240"/>
                </a:moveTo>
                <a:cubicBezTo>
                  <a:pt x="5669280" y="23657"/>
                  <a:pt x="5662457" y="30480"/>
                  <a:pt x="5654040" y="30480"/>
                </a:cubicBezTo>
                <a:cubicBezTo>
                  <a:pt x="5645623" y="30480"/>
                  <a:pt x="5638800" y="23657"/>
                  <a:pt x="5638800" y="15240"/>
                </a:cubicBezTo>
                <a:cubicBezTo>
                  <a:pt x="5638800" y="6823"/>
                  <a:pt x="5645623" y="0"/>
                  <a:pt x="5654040" y="0"/>
                </a:cubicBezTo>
                <a:cubicBezTo>
                  <a:pt x="5662457" y="0"/>
                  <a:pt x="5669280" y="6823"/>
                  <a:pt x="5669280" y="15240"/>
                </a:cubicBezTo>
                <a:close/>
                <a:moveTo>
                  <a:pt x="5669280" y="167640"/>
                </a:moveTo>
                <a:cubicBezTo>
                  <a:pt x="5669280" y="176057"/>
                  <a:pt x="5662457" y="182880"/>
                  <a:pt x="5654040" y="182880"/>
                </a:cubicBezTo>
                <a:cubicBezTo>
                  <a:pt x="5645623" y="182880"/>
                  <a:pt x="5638800" y="176057"/>
                  <a:pt x="5638800" y="167640"/>
                </a:cubicBezTo>
                <a:cubicBezTo>
                  <a:pt x="5638800" y="159223"/>
                  <a:pt x="5645623" y="152400"/>
                  <a:pt x="5654040" y="152400"/>
                </a:cubicBezTo>
                <a:cubicBezTo>
                  <a:pt x="5662457" y="152400"/>
                  <a:pt x="5669280" y="159223"/>
                  <a:pt x="5669280" y="167640"/>
                </a:cubicBezTo>
                <a:close/>
                <a:moveTo>
                  <a:pt x="5669280" y="320040"/>
                </a:moveTo>
                <a:cubicBezTo>
                  <a:pt x="5669280" y="328457"/>
                  <a:pt x="5662457" y="335280"/>
                  <a:pt x="5654040" y="335280"/>
                </a:cubicBezTo>
                <a:cubicBezTo>
                  <a:pt x="5645623" y="335280"/>
                  <a:pt x="5638800" y="328457"/>
                  <a:pt x="5638800" y="320040"/>
                </a:cubicBezTo>
                <a:cubicBezTo>
                  <a:pt x="5638800" y="311623"/>
                  <a:pt x="5645623" y="304800"/>
                  <a:pt x="5654040" y="304800"/>
                </a:cubicBezTo>
                <a:cubicBezTo>
                  <a:pt x="5662457" y="304800"/>
                  <a:pt x="5669280" y="311623"/>
                  <a:pt x="5669280" y="320040"/>
                </a:cubicBezTo>
                <a:close/>
                <a:moveTo>
                  <a:pt x="5669280" y="472440"/>
                </a:moveTo>
                <a:cubicBezTo>
                  <a:pt x="5669280" y="480857"/>
                  <a:pt x="5662457" y="487680"/>
                  <a:pt x="5654040" y="487680"/>
                </a:cubicBezTo>
                <a:cubicBezTo>
                  <a:pt x="5645623" y="487680"/>
                  <a:pt x="5638800" y="480857"/>
                  <a:pt x="5638800" y="472440"/>
                </a:cubicBezTo>
                <a:cubicBezTo>
                  <a:pt x="5638800" y="464023"/>
                  <a:pt x="5645623" y="457200"/>
                  <a:pt x="5654040" y="457200"/>
                </a:cubicBezTo>
                <a:cubicBezTo>
                  <a:pt x="5662457" y="457200"/>
                  <a:pt x="5669280" y="464023"/>
                  <a:pt x="5669280" y="472440"/>
                </a:cubicBezTo>
                <a:close/>
                <a:moveTo>
                  <a:pt x="5669280" y="624840"/>
                </a:moveTo>
                <a:cubicBezTo>
                  <a:pt x="5669280" y="633257"/>
                  <a:pt x="5662457" y="640080"/>
                  <a:pt x="5654040" y="640080"/>
                </a:cubicBezTo>
                <a:cubicBezTo>
                  <a:pt x="5645623" y="640080"/>
                  <a:pt x="5638800" y="633257"/>
                  <a:pt x="5638800" y="624840"/>
                </a:cubicBezTo>
                <a:cubicBezTo>
                  <a:pt x="5638800" y="616423"/>
                  <a:pt x="5645623" y="609600"/>
                  <a:pt x="5654040" y="609600"/>
                </a:cubicBezTo>
                <a:cubicBezTo>
                  <a:pt x="5662457" y="609600"/>
                  <a:pt x="5669280" y="616423"/>
                  <a:pt x="5669280" y="624840"/>
                </a:cubicBezTo>
                <a:close/>
                <a:moveTo>
                  <a:pt x="5669280" y="777240"/>
                </a:moveTo>
                <a:cubicBezTo>
                  <a:pt x="5669280" y="785657"/>
                  <a:pt x="5662457" y="792480"/>
                  <a:pt x="5654040" y="792480"/>
                </a:cubicBezTo>
                <a:cubicBezTo>
                  <a:pt x="5645623" y="792480"/>
                  <a:pt x="5638800" y="785657"/>
                  <a:pt x="5638800" y="777240"/>
                </a:cubicBezTo>
                <a:cubicBezTo>
                  <a:pt x="5638800" y="768823"/>
                  <a:pt x="5645623" y="762000"/>
                  <a:pt x="5654040" y="762000"/>
                </a:cubicBezTo>
                <a:cubicBezTo>
                  <a:pt x="5662457" y="762000"/>
                  <a:pt x="5669280" y="768823"/>
                  <a:pt x="5669280" y="777240"/>
                </a:cubicBezTo>
                <a:close/>
                <a:moveTo>
                  <a:pt x="5669280" y="929640"/>
                </a:moveTo>
                <a:cubicBezTo>
                  <a:pt x="5669280" y="938057"/>
                  <a:pt x="5662457" y="944880"/>
                  <a:pt x="5654040" y="944880"/>
                </a:cubicBezTo>
                <a:cubicBezTo>
                  <a:pt x="5645623" y="944880"/>
                  <a:pt x="5638800" y="938057"/>
                  <a:pt x="5638800" y="929640"/>
                </a:cubicBezTo>
                <a:cubicBezTo>
                  <a:pt x="5638800" y="921223"/>
                  <a:pt x="5645623" y="914400"/>
                  <a:pt x="5654040" y="914400"/>
                </a:cubicBezTo>
                <a:cubicBezTo>
                  <a:pt x="5662457" y="914400"/>
                  <a:pt x="5669280" y="921223"/>
                  <a:pt x="5669280" y="929640"/>
                </a:cubicBezTo>
                <a:close/>
                <a:moveTo>
                  <a:pt x="5669280" y="1082040"/>
                </a:moveTo>
                <a:cubicBezTo>
                  <a:pt x="5669280" y="1090457"/>
                  <a:pt x="5662457" y="1097280"/>
                  <a:pt x="5654040" y="1097280"/>
                </a:cubicBezTo>
                <a:cubicBezTo>
                  <a:pt x="5645623" y="1097280"/>
                  <a:pt x="5638800" y="1090457"/>
                  <a:pt x="5638800" y="1082040"/>
                </a:cubicBezTo>
                <a:cubicBezTo>
                  <a:pt x="5638800" y="1073623"/>
                  <a:pt x="5645623" y="1066800"/>
                  <a:pt x="5654040" y="1066800"/>
                </a:cubicBezTo>
                <a:cubicBezTo>
                  <a:pt x="5662457" y="1066800"/>
                  <a:pt x="5669280" y="1073623"/>
                  <a:pt x="5669280" y="1082040"/>
                </a:cubicBezTo>
                <a:close/>
                <a:moveTo>
                  <a:pt x="5669280" y="1234440"/>
                </a:moveTo>
                <a:cubicBezTo>
                  <a:pt x="5669280" y="1242857"/>
                  <a:pt x="5662457" y="1249680"/>
                  <a:pt x="5654040" y="1249680"/>
                </a:cubicBezTo>
                <a:cubicBezTo>
                  <a:pt x="5645623" y="1249680"/>
                  <a:pt x="5638800" y="1242857"/>
                  <a:pt x="5638800" y="1234440"/>
                </a:cubicBezTo>
                <a:cubicBezTo>
                  <a:pt x="5638800" y="1226023"/>
                  <a:pt x="5645623" y="1219200"/>
                  <a:pt x="5654040" y="1219200"/>
                </a:cubicBezTo>
                <a:cubicBezTo>
                  <a:pt x="5662457" y="1219200"/>
                  <a:pt x="5669280" y="1226023"/>
                  <a:pt x="5669280" y="1234440"/>
                </a:cubicBezTo>
                <a:close/>
                <a:moveTo>
                  <a:pt x="5669280" y="1386840"/>
                </a:moveTo>
                <a:cubicBezTo>
                  <a:pt x="5669280" y="1395257"/>
                  <a:pt x="5662457" y="1402080"/>
                  <a:pt x="5654040" y="1402080"/>
                </a:cubicBezTo>
                <a:cubicBezTo>
                  <a:pt x="5645623" y="1402080"/>
                  <a:pt x="5638800" y="1395257"/>
                  <a:pt x="5638800" y="1386840"/>
                </a:cubicBezTo>
                <a:cubicBezTo>
                  <a:pt x="5638800" y="1378423"/>
                  <a:pt x="5645623" y="1371600"/>
                  <a:pt x="5654040" y="1371600"/>
                </a:cubicBezTo>
                <a:cubicBezTo>
                  <a:pt x="5662457" y="1371600"/>
                  <a:pt x="5669280" y="1378423"/>
                  <a:pt x="5669280" y="1386840"/>
                </a:cubicBezTo>
                <a:close/>
                <a:moveTo>
                  <a:pt x="5669280" y="1539240"/>
                </a:moveTo>
                <a:cubicBezTo>
                  <a:pt x="5669280" y="1547657"/>
                  <a:pt x="5662457" y="1554480"/>
                  <a:pt x="5654040" y="1554480"/>
                </a:cubicBezTo>
                <a:cubicBezTo>
                  <a:pt x="5645623" y="1554480"/>
                  <a:pt x="5638800" y="1547657"/>
                  <a:pt x="5638800" y="1539240"/>
                </a:cubicBezTo>
                <a:cubicBezTo>
                  <a:pt x="5638800" y="1530823"/>
                  <a:pt x="5645623" y="1524000"/>
                  <a:pt x="5654040" y="1524000"/>
                </a:cubicBezTo>
                <a:cubicBezTo>
                  <a:pt x="5662457" y="1524000"/>
                  <a:pt x="5669280" y="1530823"/>
                  <a:pt x="5669280" y="1539240"/>
                </a:cubicBezTo>
                <a:close/>
                <a:moveTo>
                  <a:pt x="5669280" y="1691640"/>
                </a:moveTo>
                <a:cubicBezTo>
                  <a:pt x="5669280" y="1700057"/>
                  <a:pt x="5662457" y="1706880"/>
                  <a:pt x="5654040" y="1706880"/>
                </a:cubicBezTo>
                <a:cubicBezTo>
                  <a:pt x="5645623" y="1706880"/>
                  <a:pt x="5638800" y="1700057"/>
                  <a:pt x="5638800" y="1691640"/>
                </a:cubicBezTo>
                <a:cubicBezTo>
                  <a:pt x="5638800" y="1683223"/>
                  <a:pt x="5645623" y="1676400"/>
                  <a:pt x="5654040" y="1676400"/>
                </a:cubicBezTo>
                <a:cubicBezTo>
                  <a:pt x="5662457" y="1676400"/>
                  <a:pt x="5669280" y="1683223"/>
                  <a:pt x="5669280" y="1691640"/>
                </a:cubicBezTo>
                <a:close/>
                <a:moveTo>
                  <a:pt x="5669280" y="1844040"/>
                </a:moveTo>
                <a:cubicBezTo>
                  <a:pt x="5669280" y="1852457"/>
                  <a:pt x="5662457" y="1859280"/>
                  <a:pt x="5654040" y="1859280"/>
                </a:cubicBezTo>
                <a:cubicBezTo>
                  <a:pt x="5645623" y="1859280"/>
                  <a:pt x="5638800" y="1852457"/>
                  <a:pt x="5638800" y="1844040"/>
                </a:cubicBezTo>
                <a:cubicBezTo>
                  <a:pt x="5638800" y="1835623"/>
                  <a:pt x="5645623" y="1828800"/>
                  <a:pt x="5654040" y="1828800"/>
                </a:cubicBezTo>
                <a:cubicBezTo>
                  <a:pt x="5662457" y="1828800"/>
                  <a:pt x="5669280" y="1835623"/>
                  <a:pt x="5669280" y="1844040"/>
                </a:cubicBezTo>
                <a:close/>
                <a:moveTo>
                  <a:pt x="5669280" y="1996440"/>
                </a:moveTo>
                <a:cubicBezTo>
                  <a:pt x="5669280" y="2004857"/>
                  <a:pt x="5662457" y="2011680"/>
                  <a:pt x="5654040" y="2011680"/>
                </a:cubicBezTo>
                <a:cubicBezTo>
                  <a:pt x="5645623" y="2011680"/>
                  <a:pt x="5638800" y="2004857"/>
                  <a:pt x="5638800" y="1996440"/>
                </a:cubicBezTo>
                <a:cubicBezTo>
                  <a:pt x="5638800" y="1988023"/>
                  <a:pt x="5645623" y="1981200"/>
                  <a:pt x="5654040" y="1981200"/>
                </a:cubicBezTo>
                <a:cubicBezTo>
                  <a:pt x="5662457" y="1981200"/>
                  <a:pt x="5669280" y="1988023"/>
                  <a:pt x="5669280" y="1996440"/>
                </a:cubicBezTo>
                <a:close/>
                <a:moveTo>
                  <a:pt x="5669280" y="2148840"/>
                </a:moveTo>
                <a:cubicBezTo>
                  <a:pt x="5669280" y="2157257"/>
                  <a:pt x="5662457" y="2164080"/>
                  <a:pt x="5654040" y="2164080"/>
                </a:cubicBezTo>
                <a:cubicBezTo>
                  <a:pt x="5645623" y="2164080"/>
                  <a:pt x="5638800" y="2157257"/>
                  <a:pt x="5638800" y="2148840"/>
                </a:cubicBezTo>
                <a:cubicBezTo>
                  <a:pt x="5638800" y="2140423"/>
                  <a:pt x="5645623" y="2133600"/>
                  <a:pt x="5654040" y="2133600"/>
                </a:cubicBezTo>
                <a:cubicBezTo>
                  <a:pt x="5662457" y="2133600"/>
                  <a:pt x="5669280" y="2140423"/>
                  <a:pt x="5669280" y="2148840"/>
                </a:cubicBezTo>
                <a:close/>
                <a:moveTo>
                  <a:pt x="5669280" y="2301240"/>
                </a:moveTo>
                <a:cubicBezTo>
                  <a:pt x="5669280" y="2309657"/>
                  <a:pt x="5662457" y="2316480"/>
                  <a:pt x="5654040" y="2316480"/>
                </a:cubicBezTo>
                <a:cubicBezTo>
                  <a:pt x="5645623" y="2316480"/>
                  <a:pt x="5638800" y="2309657"/>
                  <a:pt x="5638800" y="2301240"/>
                </a:cubicBezTo>
                <a:cubicBezTo>
                  <a:pt x="5638800" y="2292823"/>
                  <a:pt x="5645623" y="2286000"/>
                  <a:pt x="5654040" y="2286000"/>
                </a:cubicBezTo>
                <a:cubicBezTo>
                  <a:pt x="5662457" y="2286000"/>
                  <a:pt x="5669280" y="2292823"/>
                  <a:pt x="5669280" y="2301240"/>
                </a:cubicBezTo>
                <a:close/>
                <a:moveTo>
                  <a:pt x="5669280" y="2453640"/>
                </a:moveTo>
                <a:cubicBezTo>
                  <a:pt x="5669280" y="2462057"/>
                  <a:pt x="5662457" y="2468880"/>
                  <a:pt x="5654040" y="2468880"/>
                </a:cubicBezTo>
                <a:cubicBezTo>
                  <a:pt x="5645623" y="2468880"/>
                  <a:pt x="5638800" y="2462057"/>
                  <a:pt x="5638800" y="2453640"/>
                </a:cubicBezTo>
                <a:cubicBezTo>
                  <a:pt x="5638800" y="2445223"/>
                  <a:pt x="5645623" y="2438400"/>
                  <a:pt x="5654040" y="2438400"/>
                </a:cubicBezTo>
                <a:cubicBezTo>
                  <a:pt x="5662457" y="2438400"/>
                  <a:pt x="5669280" y="2445223"/>
                  <a:pt x="5669280" y="2453640"/>
                </a:cubicBezTo>
                <a:close/>
                <a:moveTo>
                  <a:pt x="5669280" y="2606040"/>
                </a:moveTo>
                <a:cubicBezTo>
                  <a:pt x="5669280" y="2614457"/>
                  <a:pt x="5662457" y="2621280"/>
                  <a:pt x="5654040" y="2621280"/>
                </a:cubicBezTo>
                <a:cubicBezTo>
                  <a:pt x="5645623" y="2621280"/>
                  <a:pt x="5638800" y="2614457"/>
                  <a:pt x="5638800" y="2606040"/>
                </a:cubicBezTo>
                <a:cubicBezTo>
                  <a:pt x="5638800" y="2597623"/>
                  <a:pt x="5645623" y="2590800"/>
                  <a:pt x="5654040" y="2590800"/>
                </a:cubicBezTo>
                <a:cubicBezTo>
                  <a:pt x="5662457" y="2590800"/>
                  <a:pt x="5669280" y="2597623"/>
                  <a:pt x="5669280" y="2606040"/>
                </a:cubicBezTo>
                <a:close/>
                <a:moveTo>
                  <a:pt x="5669280" y="2758440"/>
                </a:moveTo>
                <a:cubicBezTo>
                  <a:pt x="5669280" y="2766857"/>
                  <a:pt x="5662457" y="2773680"/>
                  <a:pt x="5654040" y="2773680"/>
                </a:cubicBezTo>
                <a:cubicBezTo>
                  <a:pt x="5645623" y="2773680"/>
                  <a:pt x="5638800" y="2766857"/>
                  <a:pt x="5638800" y="2758440"/>
                </a:cubicBezTo>
                <a:cubicBezTo>
                  <a:pt x="5638800" y="2750023"/>
                  <a:pt x="5645623" y="2743200"/>
                  <a:pt x="5654040" y="2743200"/>
                </a:cubicBezTo>
                <a:cubicBezTo>
                  <a:pt x="5662457" y="2743200"/>
                  <a:pt x="5669280" y="2750023"/>
                  <a:pt x="5669280" y="2758440"/>
                </a:cubicBezTo>
                <a:close/>
                <a:moveTo>
                  <a:pt x="5669280" y="2910840"/>
                </a:moveTo>
                <a:cubicBezTo>
                  <a:pt x="5669280" y="2919257"/>
                  <a:pt x="5662457" y="2926080"/>
                  <a:pt x="5654040" y="2926080"/>
                </a:cubicBezTo>
                <a:cubicBezTo>
                  <a:pt x="5645623" y="2926080"/>
                  <a:pt x="5638800" y="2919257"/>
                  <a:pt x="5638800" y="2910840"/>
                </a:cubicBezTo>
                <a:cubicBezTo>
                  <a:pt x="5638800" y="2902423"/>
                  <a:pt x="5645623" y="2895600"/>
                  <a:pt x="5654040" y="2895600"/>
                </a:cubicBezTo>
                <a:cubicBezTo>
                  <a:pt x="5662457" y="2895600"/>
                  <a:pt x="5669280" y="2902423"/>
                  <a:pt x="5669280" y="2910840"/>
                </a:cubicBezTo>
                <a:close/>
                <a:moveTo>
                  <a:pt x="5669280" y="3063240"/>
                </a:moveTo>
                <a:cubicBezTo>
                  <a:pt x="5669280" y="3071657"/>
                  <a:pt x="5662457" y="3078480"/>
                  <a:pt x="5654040" y="3078480"/>
                </a:cubicBezTo>
                <a:cubicBezTo>
                  <a:pt x="5645623" y="3078480"/>
                  <a:pt x="5638800" y="3071657"/>
                  <a:pt x="5638800" y="3063240"/>
                </a:cubicBezTo>
                <a:cubicBezTo>
                  <a:pt x="5638800" y="3054823"/>
                  <a:pt x="5645623" y="3048000"/>
                  <a:pt x="5654040" y="3048000"/>
                </a:cubicBezTo>
                <a:cubicBezTo>
                  <a:pt x="5662457" y="3048000"/>
                  <a:pt x="5669280" y="3054823"/>
                  <a:pt x="5669280" y="3063240"/>
                </a:cubicBezTo>
                <a:close/>
                <a:moveTo>
                  <a:pt x="5669280" y="3215640"/>
                </a:moveTo>
                <a:cubicBezTo>
                  <a:pt x="5669280" y="3224057"/>
                  <a:pt x="5662457" y="3230880"/>
                  <a:pt x="5654040" y="3230880"/>
                </a:cubicBezTo>
                <a:cubicBezTo>
                  <a:pt x="5645623" y="3230880"/>
                  <a:pt x="5638800" y="3224057"/>
                  <a:pt x="5638800" y="3215640"/>
                </a:cubicBezTo>
                <a:cubicBezTo>
                  <a:pt x="5638800" y="3207223"/>
                  <a:pt x="5645623" y="3200400"/>
                  <a:pt x="5654040" y="3200400"/>
                </a:cubicBezTo>
                <a:cubicBezTo>
                  <a:pt x="5662457" y="3200400"/>
                  <a:pt x="5669280" y="3207223"/>
                  <a:pt x="5669280" y="3215640"/>
                </a:cubicBezTo>
                <a:close/>
                <a:moveTo>
                  <a:pt x="5669280" y="3368040"/>
                </a:moveTo>
                <a:cubicBezTo>
                  <a:pt x="5669280" y="3376457"/>
                  <a:pt x="5662457" y="3383280"/>
                  <a:pt x="5654040" y="3383280"/>
                </a:cubicBezTo>
                <a:cubicBezTo>
                  <a:pt x="5645623" y="3383280"/>
                  <a:pt x="5638800" y="3376457"/>
                  <a:pt x="5638800" y="3368040"/>
                </a:cubicBezTo>
                <a:cubicBezTo>
                  <a:pt x="5638800" y="3359623"/>
                  <a:pt x="5645623" y="3352800"/>
                  <a:pt x="5654040" y="3352800"/>
                </a:cubicBezTo>
                <a:cubicBezTo>
                  <a:pt x="5662457" y="3352800"/>
                  <a:pt x="5669280" y="3359623"/>
                  <a:pt x="5669280" y="3368040"/>
                </a:cubicBezTo>
                <a:close/>
                <a:moveTo>
                  <a:pt x="5669280" y="3520440"/>
                </a:moveTo>
                <a:cubicBezTo>
                  <a:pt x="5669280" y="3528857"/>
                  <a:pt x="5662457" y="3535680"/>
                  <a:pt x="5654040" y="3535680"/>
                </a:cubicBezTo>
                <a:cubicBezTo>
                  <a:pt x="5645623" y="3535680"/>
                  <a:pt x="5638800" y="3528857"/>
                  <a:pt x="5638800" y="3520440"/>
                </a:cubicBezTo>
                <a:cubicBezTo>
                  <a:pt x="5638800" y="3512023"/>
                  <a:pt x="5645623" y="3505200"/>
                  <a:pt x="5654040" y="3505200"/>
                </a:cubicBezTo>
                <a:cubicBezTo>
                  <a:pt x="5662457" y="3505200"/>
                  <a:pt x="5669280" y="3512023"/>
                  <a:pt x="5669280" y="3520440"/>
                </a:cubicBezTo>
                <a:close/>
                <a:moveTo>
                  <a:pt x="5669280" y="3672840"/>
                </a:moveTo>
                <a:cubicBezTo>
                  <a:pt x="5669280" y="3681257"/>
                  <a:pt x="5662457" y="3688080"/>
                  <a:pt x="5654040" y="3688080"/>
                </a:cubicBezTo>
                <a:cubicBezTo>
                  <a:pt x="5645623" y="3688080"/>
                  <a:pt x="5638800" y="3681257"/>
                  <a:pt x="5638800" y="3672840"/>
                </a:cubicBezTo>
                <a:cubicBezTo>
                  <a:pt x="5638800" y="3664423"/>
                  <a:pt x="5645623" y="3657600"/>
                  <a:pt x="5654040" y="3657600"/>
                </a:cubicBezTo>
                <a:cubicBezTo>
                  <a:pt x="5662457" y="3657600"/>
                  <a:pt x="5669280" y="3664423"/>
                  <a:pt x="5669280" y="3672840"/>
                </a:cubicBezTo>
                <a:close/>
                <a:moveTo>
                  <a:pt x="5669280" y="3825240"/>
                </a:moveTo>
                <a:cubicBezTo>
                  <a:pt x="5669280" y="3833657"/>
                  <a:pt x="5662457" y="3840480"/>
                  <a:pt x="5654040" y="3840480"/>
                </a:cubicBezTo>
                <a:cubicBezTo>
                  <a:pt x="5645623" y="3840480"/>
                  <a:pt x="5638800" y="3833657"/>
                  <a:pt x="5638800" y="3825240"/>
                </a:cubicBezTo>
                <a:cubicBezTo>
                  <a:pt x="5638800" y="3816823"/>
                  <a:pt x="5645623" y="3810000"/>
                  <a:pt x="5654040" y="3810000"/>
                </a:cubicBezTo>
                <a:cubicBezTo>
                  <a:pt x="5662457" y="3810000"/>
                  <a:pt x="5669280" y="3816823"/>
                  <a:pt x="5669280" y="3825240"/>
                </a:cubicBezTo>
                <a:close/>
                <a:moveTo>
                  <a:pt x="5669280" y="3977640"/>
                </a:moveTo>
                <a:cubicBezTo>
                  <a:pt x="5669280" y="3986057"/>
                  <a:pt x="5662457" y="3992880"/>
                  <a:pt x="5654040" y="3992880"/>
                </a:cubicBezTo>
                <a:cubicBezTo>
                  <a:pt x="5645623" y="3992880"/>
                  <a:pt x="5638800" y="3986057"/>
                  <a:pt x="5638800" y="3977640"/>
                </a:cubicBezTo>
                <a:cubicBezTo>
                  <a:pt x="5638800" y="3969223"/>
                  <a:pt x="5645623" y="3962400"/>
                  <a:pt x="5654040" y="3962400"/>
                </a:cubicBezTo>
                <a:cubicBezTo>
                  <a:pt x="5662457" y="3962400"/>
                  <a:pt x="5669280" y="3969223"/>
                  <a:pt x="5669280" y="3977640"/>
                </a:cubicBezTo>
                <a:close/>
                <a:moveTo>
                  <a:pt x="5669280" y="4130040"/>
                </a:moveTo>
                <a:cubicBezTo>
                  <a:pt x="5669280" y="4138457"/>
                  <a:pt x="5662457" y="4145280"/>
                  <a:pt x="5654040" y="4145280"/>
                </a:cubicBezTo>
                <a:cubicBezTo>
                  <a:pt x="5645623" y="4145280"/>
                  <a:pt x="5638800" y="4138457"/>
                  <a:pt x="5638800" y="4130040"/>
                </a:cubicBezTo>
                <a:cubicBezTo>
                  <a:pt x="5638800" y="4121623"/>
                  <a:pt x="5645623" y="4114800"/>
                  <a:pt x="5654040" y="4114800"/>
                </a:cubicBezTo>
                <a:cubicBezTo>
                  <a:pt x="5662457" y="4114800"/>
                  <a:pt x="5669280" y="4121623"/>
                  <a:pt x="5669280" y="4130040"/>
                </a:cubicBezTo>
                <a:close/>
                <a:moveTo>
                  <a:pt x="5669280" y="4282440"/>
                </a:moveTo>
                <a:cubicBezTo>
                  <a:pt x="5669280" y="4290857"/>
                  <a:pt x="5662457" y="4297680"/>
                  <a:pt x="5654040" y="4297680"/>
                </a:cubicBezTo>
                <a:cubicBezTo>
                  <a:pt x="5645623" y="4297680"/>
                  <a:pt x="5638800" y="4290857"/>
                  <a:pt x="5638800" y="4282440"/>
                </a:cubicBezTo>
                <a:cubicBezTo>
                  <a:pt x="5638800" y="4274023"/>
                  <a:pt x="5645623" y="4267200"/>
                  <a:pt x="5654040" y="4267200"/>
                </a:cubicBezTo>
                <a:cubicBezTo>
                  <a:pt x="5662457" y="4267200"/>
                  <a:pt x="5669280" y="4274023"/>
                  <a:pt x="5669280" y="4282440"/>
                </a:cubicBezTo>
                <a:close/>
                <a:moveTo>
                  <a:pt x="5669280" y="4434840"/>
                </a:moveTo>
                <a:cubicBezTo>
                  <a:pt x="5669280" y="4443257"/>
                  <a:pt x="5662457" y="4450080"/>
                  <a:pt x="5654040" y="4450080"/>
                </a:cubicBezTo>
                <a:cubicBezTo>
                  <a:pt x="5645623" y="4450080"/>
                  <a:pt x="5638800" y="4443257"/>
                  <a:pt x="5638800" y="4434840"/>
                </a:cubicBezTo>
                <a:cubicBezTo>
                  <a:pt x="5638800" y="4426423"/>
                  <a:pt x="5645623" y="4419600"/>
                  <a:pt x="5654040" y="4419600"/>
                </a:cubicBezTo>
                <a:cubicBezTo>
                  <a:pt x="5662457" y="4419600"/>
                  <a:pt x="5669280" y="4426423"/>
                  <a:pt x="5669280" y="4434840"/>
                </a:cubicBezTo>
                <a:close/>
                <a:moveTo>
                  <a:pt x="5821680" y="15240"/>
                </a:moveTo>
                <a:cubicBezTo>
                  <a:pt x="5821680" y="23657"/>
                  <a:pt x="5814857" y="30480"/>
                  <a:pt x="5806440" y="30480"/>
                </a:cubicBezTo>
                <a:cubicBezTo>
                  <a:pt x="5798023" y="30480"/>
                  <a:pt x="5791200" y="23657"/>
                  <a:pt x="5791200" y="15240"/>
                </a:cubicBezTo>
                <a:cubicBezTo>
                  <a:pt x="5791200" y="6823"/>
                  <a:pt x="5798023" y="0"/>
                  <a:pt x="5806440" y="0"/>
                </a:cubicBezTo>
                <a:cubicBezTo>
                  <a:pt x="5814857" y="0"/>
                  <a:pt x="5821680" y="6823"/>
                  <a:pt x="5821680" y="15240"/>
                </a:cubicBezTo>
                <a:close/>
                <a:moveTo>
                  <a:pt x="5821680" y="167640"/>
                </a:moveTo>
                <a:cubicBezTo>
                  <a:pt x="5821680" y="176057"/>
                  <a:pt x="5814857" y="182880"/>
                  <a:pt x="5806440" y="182880"/>
                </a:cubicBezTo>
                <a:cubicBezTo>
                  <a:pt x="5798023" y="182880"/>
                  <a:pt x="5791200" y="176057"/>
                  <a:pt x="5791200" y="167640"/>
                </a:cubicBezTo>
                <a:cubicBezTo>
                  <a:pt x="5791200" y="159223"/>
                  <a:pt x="5798023" y="152400"/>
                  <a:pt x="5806440" y="152400"/>
                </a:cubicBezTo>
                <a:cubicBezTo>
                  <a:pt x="5814857" y="152400"/>
                  <a:pt x="5821680" y="159223"/>
                  <a:pt x="5821680" y="167640"/>
                </a:cubicBezTo>
                <a:close/>
                <a:moveTo>
                  <a:pt x="5821680" y="320040"/>
                </a:moveTo>
                <a:cubicBezTo>
                  <a:pt x="5821680" y="328457"/>
                  <a:pt x="5814857" y="335280"/>
                  <a:pt x="5806440" y="335280"/>
                </a:cubicBezTo>
                <a:cubicBezTo>
                  <a:pt x="5798023" y="335280"/>
                  <a:pt x="5791200" y="328457"/>
                  <a:pt x="5791200" y="320040"/>
                </a:cubicBezTo>
                <a:cubicBezTo>
                  <a:pt x="5791200" y="311623"/>
                  <a:pt x="5798023" y="304800"/>
                  <a:pt x="5806440" y="304800"/>
                </a:cubicBezTo>
                <a:cubicBezTo>
                  <a:pt x="5814857" y="304800"/>
                  <a:pt x="5821680" y="311623"/>
                  <a:pt x="5821680" y="320040"/>
                </a:cubicBezTo>
                <a:close/>
                <a:moveTo>
                  <a:pt x="5821680" y="472440"/>
                </a:moveTo>
                <a:cubicBezTo>
                  <a:pt x="5821680" y="480857"/>
                  <a:pt x="5814857" y="487680"/>
                  <a:pt x="5806440" y="487680"/>
                </a:cubicBezTo>
                <a:cubicBezTo>
                  <a:pt x="5798023" y="487680"/>
                  <a:pt x="5791200" y="480857"/>
                  <a:pt x="5791200" y="472440"/>
                </a:cubicBezTo>
                <a:cubicBezTo>
                  <a:pt x="5791200" y="464023"/>
                  <a:pt x="5798023" y="457200"/>
                  <a:pt x="5806440" y="457200"/>
                </a:cubicBezTo>
                <a:cubicBezTo>
                  <a:pt x="5814857" y="457200"/>
                  <a:pt x="5821680" y="464023"/>
                  <a:pt x="5821680" y="472440"/>
                </a:cubicBezTo>
                <a:close/>
                <a:moveTo>
                  <a:pt x="5821680" y="624840"/>
                </a:moveTo>
                <a:cubicBezTo>
                  <a:pt x="5821680" y="633257"/>
                  <a:pt x="5814857" y="640080"/>
                  <a:pt x="5806440" y="640080"/>
                </a:cubicBezTo>
                <a:cubicBezTo>
                  <a:pt x="5798023" y="640080"/>
                  <a:pt x="5791200" y="633257"/>
                  <a:pt x="5791200" y="624840"/>
                </a:cubicBezTo>
                <a:cubicBezTo>
                  <a:pt x="5791200" y="616423"/>
                  <a:pt x="5798023" y="609600"/>
                  <a:pt x="5806440" y="609600"/>
                </a:cubicBezTo>
                <a:cubicBezTo>
                  <a:pt x="5814857" y="609600"/>
                  <a:pt x="5821680" y="616423"/>
                  <a:pt x="5821680" y="624840"/>
                </a:cubicBezTo>
                <a:close/>
                <a:moveTo>
                  <a:pt x="5821680" y="777240"/>
                </a:moveTo>
                <a:cubicBezTo>
                  <a:pt x="5821680" y="785657"/>
                  <a:pt x="5814857" y="792480"/>
                  <a:pt x="5806440" y="792480"/>
                </a:cubicBezTo>
                <a:cubicBezTo>
                  <a:pt x="5798023" y="792480"/>
                  <a:pt x="5791200" y="785657"/>
                  <a:pt x="5791200" y="777240"/>
                </a:cubicBezTo>
                <a:cubicBezTo>
                  <a:pt x="5791200" y="768823"/>
                  <a:pt x="5798023" y="762000"/>
                  <a:pt x="5806440" y="762000"/>
                </a:cubicBezTo>
                <a:cubicBezTo>
                  <a:pt x="5814857" y="762000"/>
                  <a:pt x="5821680" y="768823"/>
                  <a:pt x="5821680" y="777240"/>
                </a:cubicBezTo>
                <a:close/>
                <a:moveTo>
                  <a:pt x="5821680" y="929640"/>
                </a:moveTo>
                <a:cubicBezTo>
                  <a:pt x="5821680" y="938057"/>
                  <a:pt x="5814857" y="944880"/>
                  <a:pt x="5806440" y="944880"/>
                </a:cubicBezTo>
                <a:cubicBezTo>
                  <a:pt x="5798023" y="944880"/>
                  <a:pt x="5791200" y="938057"/>
                  <a:pt x="5791200" y="929640"/>
                </a:cubicBezTo>
                <a:cubicBezTo>
                  <a:pt x="5791200" y="921223"/>
                  <a:pt x="5798023" y="914400"/>
                  <a:pt x="5806440" y="914400"/>
                </a:cubicBezTo>
                <a:cubicBezTo>
                  <a:pt x="5814857" y="914400"/>
                  <a:pt x="5821680" y="921223"/>
                  <a:pt x="5821680" y="929640"/>
                </a:cubicBezTo>
                <a:close/>
                <a:moveTo>
                  <a:pt x="5821680" y="1082040"/>
                </a:moveTo>
                <a:cubicBezTo>
                  <a:pt x="5821680" y="1090457"/>
                  <a:pt x="5814857" y="1097280"/>
                  <a:pt x="5806440" y="1097280"/>
                </a:cubicBezTo>
                <a:cubicBezTo>
                  <a:pt x="5798023" y="1097280"/>
                  <a:pt x="5791200" y="1090457"/>
                  <a:pt x="5791200" y="1082040"/>
                </a:cubicBezTo>
                <a:cubicBezTo>
                  <a:pt x="5791200" y="1073623"/>
                  <a:pt x="5798023" y="1066800"/>
                  <a:pt x="5806440" y="1066800"/>
                </a:cubicBezTo>
                <a:cubicBezTo>
                  <a:pt x="5814857" y="1066800"/>
                  <a:pt x="5821680" y="1073623"/>
                  <a:pt x="5821680" y="1082040"/>
                </a:cubicBezTo>
                <a:close/>
                <a:moveTo>
                  <a:pt x="5821680" y="1234440"/>
                </a:moveTo>
                <a:cubicBezTo>
                  <a:pt x="5821680" y="1242857"/>
                  <a:pt x="5814857" y="1249680"/>
                  <a:pt x="5806440" y="1249680"/>
                </a:cubicBezTo>
                <a:cubicBezTo>
                  <a:pt x="5798023" y="1249680"/>
                  <a:pt x="5791200" y="1242857"/>
                  <a:pt x="5791200" y="1234440"/>
                </a:cubicBezTo>
                <a:cubicBezTo>
                  <a:pt x="5791200" y="1226023"/>
                  <a:pt x="5798023" y="1219200"/>
                  <a:pt x="5806440" y="1219200"/>
                </a:cubicBezTo>
                <a:cubicBezTo>
                  <a:pt x="5814857" y="1219200"/>
                  <a:pt x="5821680" y="1226023"/>
                  <a:pt x="5821680" y="1234440"/>
                </a:cubicBezTo>
                <a:close/>
                <a:moveTo>
                  <a:pt x="5821680" y="1386840"/>
                </a:moveTo>
                <a:cubicBezTo>
                  <a:pt x="5821680" y="1395257"/>
                  <a:pt x="5814857" y="1402080"/>
                  <a:pt x="5806440" y="1402080"/>
                </a:cubicBezTo>
                <a:cubicBezTo>
                  <a:pt x="5798023" y="1402080"/>
                  <a:pt x="5791200" y="1395257"/>
                  <a:pt x="5791200" y="1386840"/>
                </a:cubicBezTo>
                <a:cubicBezTo>
                  <a:pt x="5791200" y="1378423"/>
                  <a:pt x="5798023" y="1371600"/>
                  <a:pt x="5806440" y="1371600"/>
                </a:cubicBezTo>
                <a:cubicBezTo>
                  <a:pt x="5814857" y="1371600"/>
                  <a:pt x="5821680" y="1378423"/>
                  <a:pt x="5821680" y="1386840"/>
                </a:cubicBezTo>
                <a:close/>
                <a:moveTo>
                  <a:pt x="5821680" y="1539240"/>
                </a:moveTo>
                <a:cubicBezTo>
                  <a:pt x="5821680" y="1547657"/>
                  <a:pt x="5814857" y="1554480"/>
                  <a:pt x="5806440" y="1554480"/>
                </a:cubicBezTo>
                <a:cubicBezTo>
                  <a:pt x="5798023" y="1554480"/>
                  <a:pt x="5791200" y="1547657"/>
                  <a:pt x="5791200" y="1539240"/>
                </a:cubicBezTo>
                <a:cubicBezTo>
                  <a:pt x="5791200" y="1530823"/>
                  <a:pt x="5798023" y="1524000"/>
                  <a:pt x="5806440" y="1524000"/>
                </a:cubicBezTo>
                <a:cubicBezTo>
                  <a:pt x="5814857" y="1524000"/>
                  <a:pt x="5821680" y="1530823"/>
                  <a:pt x="5821680" y="1539240"/>
                </a:cubicBezTo>
                <a:close/>
                <a:moveTo>
                  <a:pt x="5821680" y="1691640"/>
                </a:moveTo>
                <a:cubicBezTo>
                  <a:pt x="5821680" y="1700057"/>
                  <a:pt x="5814857" y="1706880"/>
                  <a:pt x="5806440" y="1706880"/>
                </a:cubicBezTo>
                <a:cubicBezTo>
                  <a:pt x="5798023" y="1706880"/>
                  <a:pt x="5791200" y="1700057"/>
                  <a:pt x="5791200" y="1691640"/>
                </a:cubicBezTo>
                <a:cubicBezTo>
                  <a:pt x="5791200" y="1683223"/>
                  <a:pt x="5798023" y="1676400"/>
                  <a:pt x="5806440" y="1676400"/>
                </a:cubicBezTo>
                <a:cubicBezTo>
                  <a:pt x="5814857" y="1676400"/>
                  <a:pt x="5821680" y="1683223"/>
                  <a:pt x="5821680" y="1691640"/>
                </a:cubicBezTo>
                <a:close/>
                <a:moveTo>
                  <a:pt x="5821680" y="1844040"/>
                </a:moveTo>
                <a:cubicBezTo>
                  <a:pt x="5821680" y="1852457"/>
                  <a:pt x="5814857" y="1859280"/>
                  <a:pt x="5806440" y="1859280"/>
                </a:cubicBezTo>
                <a:cubicBezTo>
                  <a:pt x="5798023" y="1859280"/>
                  <a:pt x="5791200" y="1852457"/>
                  <a:pt x="5791200" y="1844040"/>
                </a:cubicBezTo>
                <a:cubicBezTo>
                  <a:pt x="5791200" y="1835623"/>
                  <a:pt x="5798023" y="1828800"/>
                  <a:pt x="5806440" y="1828800"/>
                </a:cubicBezTo>
                <a:cubicBezTo>
                  <a:pt x="5814857" y="1828800"/>
                  <a:pt x="5821680" y="1835623"/>
                  <a:pt x="5821680" y="1844040"/>
                </a:cubicBezTo>
                <a:close/>
                <a:moveTo>
                  <a:pt x="5821680" y="1996440"/>
                </a:moveTo>
                <a:cubicBezTo>
                  <a:pt x="5821680" y="2004857"/>
                  <a:pt x="5814857" y="2011680"/>
                  <a:pt x="5806440" y="2011680"/>
                </a:cubicBezTo>
                <a:cubicBezTo>
                  <a:pt x="5798023" y="2011680"/>
                  <a:pt x="5791200" y="2004857"/>
                  <a:pt x="5791200" y="1996440"/>
                </a:cubicBezTo>
                <a:cubicBezTo>
                  <a:pt x="5791200" y="1988023"/>
                  <a:pt x="5798023" y="1981200"/>
                  <a:pt x="5806440" y="1981200"/>
                </a:cubicBezTo>
                <a:cubicBezTo>
                  <a:pt x="5814857" y="1981200"/>
                  <a:pt x="5821680" y="1988023"/>
                  <a:pt x="5821680" y="1996440"/>
                </a:cubicBezTo>
                <a:close/>
                <a:moveTo>
                  <a:pt x="5821680" y="2148840"/>
                </a:moveTo>
                <a:cubicBezTo>
                  <a:pt x="5821680" y="2157257"/>
                  <a:pt x="5814857" y="2164080"/>
                  <a:pt x="5806440" y="2164080"/>
                </a:cubicBezTo>
                <a:cubicBezTo>
                  <a:pt x="5798023" y="2164080"/>
                  <a:pt x="5791200" y="2157257"/>
                  <a:pt x="5791200" y="2148840"/>
                </a:cubicBezTo>
                <a:cubicBezTo>
                  <a:pt x="5791200" y="2140423"/>
                  <a:pt x="5798023" y="2133600"/>
                  <a:pt x="5806440" y="2133600"/>
                </a:cubicBezTo>
                <a:cubicBezTo>
                  <a:pt x="5814857" y="2133600"/>
                  <a:pt x="5821680" y="2140423"/>
                  <a:pt x="5821680" y="2148840"/>
                </a:cubicBezTo>
                <a:close/>
                <a:moveTo>
                  <a:pt x="5821680" y="2301240"/>
                </a:moveTo>
                <a:cubicBezTo>
                  <a:pt x="5821680" y="2309657"/>
                  <a:pt x="5814857" y="2316480"/>
                  <a:pt x="5806440" y="2316480"/>
                </a:cubicBezTo>
                <a:cubicBezTo>
                  <a:pt x="5798023" y="2316480"/>
                  <a:pt x="5791200" y="2309657"/>
                  <a:pt x="5791200" y="2301240"/>
                </a:cubicBezTo>
                <a:cubicBezTo>
                  <a:pt x="5791200" y="2292823"/>
                  <a:pt x="5798023" y="2286000"/>
                  <a:pt x="5806440" y="2286000"/>
                </a:cubicBezTo>
                <a:cubicBezTo>
                  <a:pt x="5814857" y="2286000"/>
                  <a:pt x="5821680" y="2292823"/>
                  <a:pt x="5821680" y="2301240"/>
                </a:cubicBezTo>
                <a:close/>
                <a:moveTo>
                  <a:pt x="5821680" y="2453640"/>
                </a:moveTo>
                <a:cubicBezTo>
                  <a:pt x="5821680" y="2462057"/>
                  <a:pt x="5814857" y="2468880"/>
                  <a:pt x="5806440" y="2468880"/>
                </a:cubicBezTo>
                <a:cubicBezTo>
                  <a:pt x="5798023" y="2468880"/>
                  <a:pt x="5791200" y="2462057"/>
                  <a:pt x="5791200" y="2453640"/>
                </a:cubicBezTo>
                <a:cubicBezTo>
                  <a:pt x="5791200" y="2445223"/>
                  <a:pt x="5798023" y="2438400"/>
                  <a:pt x="5806440" y="2438400"/>
                </a:cubicBezTo>
                <a:cubicBezTo>
                  <a:pt x="5814857" y="2438400"/>
                  <a:pt x="5821680" y="2445223"/>
                  <a:pt x="5821680" y="2453640"/>
                </a:cubicBezTo>
                <a:close/>
                <a:moveTo>
                  <a:pt x="5821680" y="2606040"/>
                </a:moveTo>
                <a:cubicBezTo>
                  <a:pt x="5821680" y="2614457"/>
                  <a:pt x="5814857" y="2621280"/>
                  <a:pt x="5806440" y="2621280"/>
                </a:cubicBezTo>
                <a:cubicBezTo>
                  <a:pt x="5798023" y="2621280"/>
                  <a:pt x="5791200" y="2614457"/>
                  <a:pt x="5791200" y="2606040"/>
                </a:cubicBezTo>
                <a:cubicBezTo>
                  <a:pt x="5791200" y="2597623"/>
                  <a:pt x="5798023" y="2590800"/>
                  <a:pt x="5806440" y="2590800"/>
                </a:cubicBezTo>
                <a:cubicBezTo>
                  <a:pt x="5814857" y="2590800"/>
                  <a:pt x="5821680" y="2597623"/>
                  <a:pt x="5821680" y="2606040"/>
                </a:cubicBezTo>
                <a:close/>
                <a:moveTo>
                  <a:pt x="5821680" y="2758440"/>
                </a:moveTo>
                <a:cubicBezTo>
                  <a:pt x="5821680" y="2766857"/>
                  <a:pt x="5814857" y="2773680"/>
                  <a:pt x="5806440" y="2773680"/>
                </a:cubicBezTo>
                <a:cubicBezTo>
                  <a:pt x="5798023" y="2773680"/>
                  <a:pt x="5791200" y="2766857"/>
                  <a:pt x="5791200" y="2758440"/>
                </a:cubicBezTo>
                <a:cubicBezTo>
                  <a:pt x="5791200" y="2750023"/>
                  <a:pt x="5798023" y="2743200"/>
                  <a:pt x="5806440" y="2743200"/>
                </a:cubicBezTo>
                <a:cubicBezTo>
                  <a:pt x="5814857" y="2743200"/>
                  <a:pt x="5821680" y="2750023"/>
                  <a:pt x="5821680" y="2758440"/>
                </a:cubicBezTo>
                <a:close/>
                <a:moveTo>
                  <a:pt x="5821680" y="2910840"/>
                </a:moveTo>
                <a:cubicBezTo>
                  <a:pt x="5821680" y="2919257"/>
                  <a:pt x="5814857" y="2926080"/>
                  <a:pt x="5806440" y="2926080"/>
                </a:cubicBezTo>
                <a:cubicBezTo>
                  <a:pt x="5798023" y="2926080"/>
                  <a:pt x="5791200" y="2919257"/>
                  <a:pt x="5791200" y="2910840"/>
                </a:cubicBezTo>
                <a:cubicBezTo>
                  <a:pt x="5791200" y="2902423"/>
                  <a:pt x="5798023" y="2895600"/>
                  <a:pt x="5806440" y="2895600"/>
                </a:cubicBezTo>
                <a:cubicBezTo>
                  <a:pt x="5814857" y="2895600"/>
                  <a:pt x="5821680" y="2902423"/>
                  <a:pt x="5821680" y="2910840"/>
                </a:cubicBezTo>
                <a:close/>
                <a:moveTo>
                  <a:pt x="5821680" y="3063240"/>
                </a:moveTo>
                <a:cubicBezTo>
                  <a:pt x="5821680" y="3071657"/>
                  <a:pt x="5814857" y="3078480"/>
                  <a:pt x="5806440" y="3078480"/>
                </a:cubicBezTo>
                <a:cubicBezTo>
                  <a:pt x="5798023" y="3078480"/>
                  <a:pt x="5791200" y="3071657"/>
                  <a:pt x="5791200" y="3063240"/>
                </a:cubicBezTo>
                <a:cubicBezTo>
                  <a:pt x="5791200" y="3054823"/>
                  <a:pt x="5798023" y="3048000"/>
                  <a:pt x="5806440" y="3048000"/>
                </a:cubicBezTo>
                <a:cubicBezTo>
                  <a:pt x="5814857" y="3048000"/>
                  <a:pt x="5821680" y="3054823"/>
                  <a:pt x="5821680" y="3063240"/>
                </a:cubicBezTo>
                <a:close/>
                <a:moveTo>
                  <a:pt x="5821680" y="3215640"/>
                </a:moveTo>
                <a:cubicBezTo>
                  <a:pt x="5821680" y="3224057"/>
                  <a:pt x="5814857" y="3230880"/>
                  <a:pt x="5806440" y="3230880"/>
                </a:cubicBezTo>
                <a:cubicBezTo>
                  <a:pt x="5798023" y="3230880"/>
                  <a:pt x="5791200" y="3224057"/>
                  <a:pt x="5791200" y="3215640"/>
                </a:cubicBezTo>
                <a:cubicBezTo>
                  <a:pt x="5791200" y="3207223"/>
                  <a:pt x="5798023" y="3200400"/>
                  <a:pt x="5806440" y="3200400"/>
                </a:cubicBezTo>
                <a:cubicBezTo>
                  <a:pt x="5814857" y="3200400"/>
                  <a:pt x="5821680" y="3207223"/>
                  <a:pt x="5821680" y="3215640"/>
                </a:cubicBezTo>
                <a:close/>
                <a:moveTo>
                  <a:pt x="5821680" y="3368040"/>
                </a:moveTo>
                <a:cubicBezTo>
                  <a:pt x="5821680" y="3376457"/>
                  <a:pt x="5814857" y="3383280"/>
                  <a:pt x="5806440" y="3383280"/>
                </a:cubicBezTo>
                <a:cubicBezTo>
                  <a:pt x="5798023" y="3383280"/>
                  <a:pt x="5791200" y="3376457"/>
                  <a:pt x="5791200" y="3368040"/>
                </a:cubicBezTo>
                <a:cubicBezTo>
                  <a:pt x="5791200" y="3359623"/>
                  <a:pt x="5798023" y="3352800"/>
                  <a:pt x="5806440" y="3352800"/>
                </a:cubicBezTo>
                <a:cubicBezTo>
                  <a:pt x="5814857" y="3352800"/>
                  <a:pt x="5821680" y="3359623"/>
                  <a:pt x="5821680" y="3368040"/>
                </a:cubicBezTo>
                <a:close/>
                <a:moveTo>
                  <a:pt x="5821680" y="3520440"/>
                </a:moveTo>
                <a:cubicBezTo>
                  <a:pt x="5821680" y="3528857"/>
                  <a:pt x="5814857" y="3535680"/>
                  <a:pt x="5806440" y="3535680"/>
                </a:cubicBezTo>
                <a:cubicBezTo>
                  <a:pt x="5798023" y="3535680"/>
                  <a:pt x="5791200" y="3528857"/>
                  <a:pt x="5791200" y="3520440"/>
                </a:cubicBezTo>
                <a:cubicBezTo>
                  <a:pt x="5791200" y="3512023"/>
                  <a:pt x="5798023" y="3505200"/>
                  <a:pt x="5806440" y="3505200"/>
                </a:cubicBezTo>
                <a:cubicBezTo>
                  <a:pt x="5814857" y="3505200"/>
                  <a:pt x="5821680" y="3512023"/>
                  <a:pt x="5821680" y="3520440"/>
                </a:cubicBezTo>
                <a:close/>
                <a:moveTo>
                  <a:pt x="5821680" y="3672840"/>
                </a:moveTo>
                <a:cubicBezTo>
                  <a:pt x="5821680" y="3681257"/>
                  <a:pt x="5814857" y="3688080"/>
                  <a:pt x="5806440" y="3688080"/>
                </a:cubicBezTo>
                <a:cubicBezTo>
                  <a:pt x="5798023" y="3688080"/>
                  <a:pt x="5791200" y="3681257"/>
                  <a:pt x="5791200" y="3672840"/>
                </a:cubicBezTo>
                <a:cubicBezTo>
                  <a:pt x="5791200" y="3664423"/>
                  <a:pt x="5798023" y="3657600"/>
                  <a:pt x="5806440" y="3657600"/>
                </a:cubicBezTo>
                <a:cubicBezTo>
                  <a:pt x="5814857" y="3657600"/>
                  <a:pt x="5821680" y="3664423"/>
                  <a:pt x="5821680" y="3672840"/>
                </a:cubicBezTo>
                <a:close/>
                <a:moveTo>
                  <a:pt x="5821680" y="3825240"/>
                </a:moveTo>
                <a:cubicBezTo>
                  <a:pt x="5821680" y="3833657"/>
                  <a:pt x="5814857" y="3840480"/>
                  <a:pt x="5806440" y="3840480"/>
                </a:cubicBezTo>
                <a:cubicBezTo>
                  <a:pt x="5798023" y="3840480"/>
                  <a:pt x="5791200" y="3833657"/>
                  <a:pt x="5791200" y="3825240"/>
                </a:cubicBezTo>
                <a:cubicBezTo>
                  <a:pt x="5791200" y="3816823"/>
                  <a:pt x="5798023" y="3810000"/>
                  <a:pt x="5806440" y="3810000"/>
                </a:cubicBezTo>
                <a:cubicBezTo>
                  <a:pt x="5814857" y="3810000"/>
                  <a:pt x="5821680" y="3816823"/>
                  <a:pt x="5821680" y="3825240"/>
                </a:cubicBezTo>
                <a:close/>
                <a:moveTo>
                  <a:pt x="5821680" y="3977640"/>
                </a:moveTo>
                <a:cubicBezTo>
                  <a:pt x="5821680" y="3986057"/>
                  <a:pt x="5814857" y="3992880"/>
                  <a:pt x="5806440" y="3992880"/>
                </a:cubicBezTo>
                <a:cubicBezTo>
                  <a:pt x="5798023" y="3992880"/>
                  <a:pt x="5791200" y="3986057"/>
                  <a:pt x="5791200" y="3977640"/>
                </a:cubicBezTo>
                <a:cubicBezTo>
                  <a:pt x="5791200" y="3969223"/>
                  <a:pt x="5798023" y="3962400"/>
                  <a:pt x="5806440" y="3962400"/>
                </a:cubicBezTo>
                <a:cubicBezTo>
                  <a:pt x="5814857" y="3962400"/>
                  <a:pt x="5821680" y="3969223"/>
                  <a:pt x="5821680" y="3977640"/>
                </a:cubicBezTo>
                <a:close/>
                <a:moveTo>
                  <a:pt x="5821680" y="4130040"/>
                </a:moveTo>
                <a:cubicBezTo>
                  <a:pt x="5821680" y="4138457"/>
                  <a:pt x="5814857" y="4145280"/>
                  <a:pt x="5806440" y="4145280"/>
                </a:cubicBezTo>
                <a:cubicBezTo>
                  <a:pt x="5798023" y="4145280"/>
                  <a:pt x="5791200" y="4138457"/>
                  <a:pt x="5791200" y="4130040"/>
                </a:cubicBezTo>
                <a:cubicBezTo>
                  <a:pt x="5791200" y="4121623"/>
                  <a:pt x="5798023" y="4114800"/>
                  <a:pt x="5806440" y="4114800"/>
                </a:cubicBezTo>
                <a:cubicBezTo>
                  <a:pt x="5814857" y="4114800"/>
                  <a:pt x="5821680" y="4121623"/>
                  <a:pt x="5821680" y="4130040"/>
                </a:cubicBezTo>
                <a:close/>
                <a:moveTo>
                  <a:pt x="5821680" y="4282440"/>
                </a:moveTo>
                <a:cubicBezTo>
                  <a:pt x="5821680" y="4290857"/>
                  <a:pt x="5814857" y="4297680"/>
                  <a:pt x="5806440" y="4297680"/>
                </a:cubicBezTo>
                <a:cubicBezTo>
                  <a:pt x="5798023" y="4297680"/>
                  <a:pt x="5791200" y="4290857"/>
                  <a:pt x="5791200" y="4282440"/>
                </a:cubicBezTo>
                <a:cubicBezTo>
                  <a:pt x="5791200" y="4274023"/>
                  <a:pt x="5798023" y="4267200"/>
                  <a:pt x="5806440" y="4267200"/>
                </a:cubicBezTo>
                <a:cubicBezTo>
                  <a:pt x="5814857" y="4267200"/>
                  <a:pt x="5821680" y="4274023"/>
                  <a:pt x="5821680" y="4282440"/>
                </a:cubicBezTo>
                <a:close/>
                <a:moveTo>
                  <a:pt x="5821680" y="4434840"/>
                </a:moveTo>
                <a:cubicBezTo>
                  <a:pt x="5821680" y="4443257"/>
                  <a:pt x="5814857" y="4450080"/>
                  <a:pt x="5806440" y="4450080"/>
                </a:cubicBezTo>
                <a:cubicBezTo>
                  <a:pt x="5798023" y="4450080"/>
                  <a:pt x="5791200" y="4443257"/>
                  <a:pt x="5791200" y="4434840"/>
                </a:cubicBezTo>
                <a:cubicBezTo>
                  <a:pt x="5791200" y="4426423"/>
                  <a:pt x="5798023" y="4419600"/>
                  <a:pt x="5806440" y="4419600"/>
                </a:cubicBezTo>
                <a:cubicBezTo>
                  <a:pt x="5814857" y="4419600"/>
                  <a:pt x="5821680" y="4426423"/>
                  <a:pt x="5821680" y="4434840"/>
                </a:cubicBezTo>
                <a:close/>
                <a:moveTo>
                  <a:pt x="5974080" y="15240"/>
                </a:moveTo>
                <a:cubicBezTo>
                  <a:pt x="5974080" y="23657"/>
                  <a:pt x="5967257" y="30480"/>
                  <a:pt x="5958840" y="30480"/>
                </a:cubicBezTo>
                <a:cubicBezTo>
                  <a:pt x="5950423" y="30480"/>
                  <a:pt x="5943600" y="23657"/>
                  <a:pt x="5943600" y="15240"/>
                </a:cubicBezTo>
                <a:cubicBezTo>
                  <a:pt x="5943600" y="6823"/>
                  <a:pt x="5950423" y="0"/>
                  <a:pt x="5958840" y="0"/>
                </a:cubicBezTo>
                <a:cubicBezTo>
                  <a:pt x="5967257" y="0"/>
                  <a:pt x="5974080" y="6823"/>
                  <a:pt x="5974080" y="15240"/>
                </a:cubicBezTo>
                <a:close/>
                <a:moveTo>
                  <a:pt x="5974080" y="167640"/>
                </a:moveTo>
                <a:cubicBezTo>
                  <a:pt x="5974080" y="176057"/>
                  <a:pt x="5967257" y="182880"/>
                  <a:pt x="5958840" y="182880"/>
                </a:cubicBezTo>
                <a:cubicBezTo>
                  <a:pt x="5950423" y="182880"/>
                  <a:pt x="5943600" y="176057"/>
                  <a:pt x="5943600" y="167640"/>
                </a:cubicBezTo>
                <a:cubicBezTo>
                  <a:pt x="5943600" y="159223"/>
                  <a:pt x="5950423" y="152400"/>
                  <a:pt x="5958840" y="152400"/>
                </a:cubicBezTo>
                <a:cubicBezTo>
                  <a:pt x="5967257" y="152400"/>
                  <a:pt x="5974080" y="159223"/>
                  <a:pt x="5974080" y="167640"/>
                </a:cubicBezTo>
                <a:close/>
                <a:moveTo>
                  <a:pt x="5974080" y="320040"/>
                </a:moveTo>
                <a:cubicBezTo>
                  <a:pt x="5974080" y="328457"/>
                  <a:pt x="5967257" y="335280"/>
                  <a:pt x="5958840" y="335280"/>
                </a:cubicBezTo>
                <a:cubicBezTo>
                  <a:pt x="5950423" y="335280"/>
                  <a:pt x="5943600" y="328457"/>
                  <a:pt x="5943600" y="320040"/>
                </a:cubicBezTo>
                <a:cubicBezTo>
                  <a:pt x="5943600" y="311623"/>
                  <a:pt x="5950423" y="304800"/>
                  <a:pt x="5958840" y="304800"/>
                </a:cubicBezTo>
                <a:cubicBezTo>
                  <a:pt x="5967257" y="304800"/>
                  <a:pt x="5974080" y="311623"/>
                  <a:pt x="5974080" y="320040"/>
                </a:cubicBezTo>
                <a:close/>
                <a:moveTo>
                  <a:pt x="5974080" y="472440"/>
                </a:moveTo>
                <a:cubicBezTo>
                  <a:pt x="5974080" y="480857"/>
                  <a:pt x="5967257" y="487680"/>
                  <a:pt x="5958840" y="487680"/>
                </a:cubicBezTo>
                <a:cubicBezTo>
                  <a:pt x="5950423" y="487680"/>
                  <a:pt x="5943600" y="480857"/>
                  <a:pt x="5943600" y="472440"/>
                </a:cubicBezTo>
                <a:cubicBezTo>
                  <a:pt x="5943600" y="464023"/>
                  <a:pt x="5950423" y="457200"/>
                  <a:pt x="5958840" y="457200"/>
                </a:cubicBezTo>
                <a:cubicBezTo>
                  <a:pt x="5967257" y="457200"/>
                  <a:pt x="5974080" y="464023"/>
                  <a:pt x="5974080" y="472440"/>
                </a:cubicBezTo>
                <a:close/>
                <a:moveTo>
                  <a:pt x="5974080" y="624840"/>
                </a:moveTo>
                <a:cubicBezTo>
                  <a:pt x="5974080" y="633257"/>
                  <a:pt x="5967257" y="640080"/>
                  <a:pt x="5958840" y="640080"/>
                </a:cubicBezTo>
                <a:cubicBezTo>
                  <a:pt x="5950423" y="640080"/>
                  <a:pt x="5943600" y="633257"/>
                  <a:pt x="5943600" y="624840"/>
                </a:cubicBezTo>
                <a:cubicBezTo>
                  <a:pt x="5943600" y="616423"/>
                  <a:pt x="5950423" y="609600"/>
                  <a:pt x="5958840" y="609600"/>
                </a:cubicBezTo>
                <a:cubicBezTo>
                  <a:pt x="5967257" y="609600"/>
                  <a:pt x="5974080" y="616423"/>
                  <a:pt x="5974080" y="624840"/>
                </a:cubicBezTo>
                <a:close/>
                <a:moveTo>
                  <a:pt x="5974080" y="777240"/>
                </a:moveTo>
                <a:cubicBezTo>
                  <a:pt x="5974080" y="785657"/>
                  <a:pt x="5967257" y="792480"/>
                  <a:pt x="5958840" y="792480"/>
                </a:cubicBezTo>
                <a:cubicBezTo>
                  <a:pt x="5950423" y="792480"/>
                  <a:pt x="5943600" y="785657"/>
                  <a:pt x="5943600" y="777240"/>
                </a:cubicBezTo>
                <a:cubicBezTo>
                  <a:pt x="5943600" y="768823"/>
                  <a:pt x="5950423" y="762000"/>
                  <a:pt x="5958840" y="762000"/>
                </a:cubicBezTo>
                <a:cubicBezTo>
                  <a:pt x="5967257" y="762000"/>
                  <a:pt x="5974080" y="768823"/>
                  <a:pt x="5974080" y="777240"/>
                </a:cubicBezTo>
                <a:close/>
                <a:moveTo>
                  <a:pt x="5974080" y="929640"/>
                </a:moveTo>
                <a:cubicBezTo>
                  <a:pt x="5974080" y="938057"/>
                  <a:pt x="5967257" y="944880"/>
                  <a:pt x="5958840" y="944880"/>
                </a:cubicBezTo>
                <a:cubicBezTo>
                  <a:pt x="5950423" y="944880"/>
                  <a:pt x="5943600" y="938057"/>
                  <a:pt x="5943600" y="929640"/>
                </a:cubicBezTo>
                <a:cubicBezTo>
                  <a:pt x="5943600" y="921223"/>
                  <a:pt x="5950423" y="914400"/>
                  <a:pt x="5958840" y="914400"/>
                </a:cubicBezTo>
                <a:cubicBezTo>
                  <a:pt x="5967257" y="914400"/>
                  <a:pt x="5974080" y="921223"/>
                  <a:pt x="5974080" y="929640"/>
                </a:cubicBezTo>
                <a:close/>
                <a:moveTo>
                  <a:pt x="5974080" y="1082040"/>
                </a:moveTo>
                <a:cubicBezTo>
                  <a:pt x="5974080" y="1090457"/>
                  <a:pt x="5967257" y="1097280"/>
                  <a:pt x="5958840" y="1097280"/>
                </a:cubicBezTo>
                <a:cubicBezTo>
                  <a:pt x="5950423" y="1097280"/>
                  <a:pt x="5943600" y="1090457"/>
                  <a:pt x="5943600" y="1082040"/>
                </a:cubicBezTo>
                <a:cubicBezTo>
                  <a:pt x="5943600" y="1073623"/>
                  <a:pt x="5950423" y="1066800"/>
                  <a:pt x="5958840" y="1066800"/>
                </a:cubicBezTo>
                <a:cubicBezTo>
                  <a:pt x="5967257" y="1066800"/>
                  <a:pt x="5974080" y="1073623"/>
                  <a:pt x="5974080" y="1082040"/>
                </a:cubicBezTo>
                <a:close/>
                <a:moveTo>
                  <a:pt x="5974080" y="1234440"/>
                </a:moveTo>
                <a:cubicBezTo>
                  <a:pt x="5974080" y="1242857"/>
                  <a:pt x="5967257" y="1249680"/>
                  <a:pt x="5958840" y="1249680"/>
                </a:cubicBezTo>
                <a:cubicBezTo>
                  <a:pt x="5950423" y="1249680"/>
                  <a:pt x="5943600" y="1242857"/>
                  <a:pt x="5943600" y="1234440"/>
                </a:cubicBezTo>
                <a:cubicBezTo>
                  <a:pt x="5943600" y="1226023"/>
                  <a:pt x="5950423" y="1219200"/>
                  <a:pt x="5958840" y="1219200"/>
                </a:cubicBezTo>
                <a:cubicBezTo>
                  <a:pt x="5967257" y="1219200"/>
                  <a:pt x="5974080" y="1226023"/>
                  <a:pt x="5974080" y="1234440"/>
                </a:cubicBezTo>
                <a:close/>
                <a:moveTo>
                  <a:pt x="5974080" y="1386840"/>
                </a:moveTo>
                <a:cubicBezTo>
                  <a:pt x="5974080" y="1395257"/>
                  <a:pt x="5967257" y="1402080"/>
                  <a:pt x="5958840" y="1402080"/>
                </a:cubicBezTo>
                <a:cubicBezTo>
                  <a:pt x="5950423" y="1402080"/>
                  <a:pt x="5943600" y="1395257"/>
                  <a:pt x="5943600" y="1386840"/>
                </a:cubicBezTo>
                <a:cubicBezTo>
                  <a:pt x="5943600" y="1378423"/>
                  <a:pt x="5950423" y="1371600"/>
                  <a:pt x="5958840" y="1371600"/>
                </a:cubicBezTo>
                <a:cubicBezTo>
                  <a:pt x="5967257" y="1371600"/>
                  <a:pt x="5974080" y="1378423"/>
                  <a:pt x="5974080" y="1386840"/>
                </a:cubicBezTo>
                <a:close/>
                <a:moveTo>
                  <a:pt x="5974080" y="1539240"/>
                </a:moveTo>
                <a:cubicBezTo>
                  <a:pt x="5974080" y="1547657"/>
                  <a:pt x="5967257" y="1554480"/>
                  <a:pt x="5958840" y="1554480"/>
                </a:cubicBezTo>
                <a:cubicBezTo>
                  <a:pt x="5950423" y="1554480"/>
                  <a:pt x="5943600" y="1547657"/>
                  <a:pt x="5943600" y="1539240"/>
                </a:cubicBezTo>
                <a:cubicBezTo>
                  <a:pt x="5943600" y="1530823"/>
                  <a:pt x="5950423" y="1524000"/>
                  <a:pt x="5958840" y="1524000"/>
                </a:cubicBezTo>
                <a:cubicBezTo>
                  <a:pt x="5967257" y="1524000"/>
                  <a:pt x="5974080" y="1530823"/>
                  <a:pt x="5974080" y="1539240"/>
                </a:cubicBezTo>
                <a:close/>
                <a:moveTo>
                  <a:pt x="5974080" y="1691640"/>
                </a:moveTo>
                <a:cubicBezTo>
                  <a:pt x="5974080" y="1700057"/>
                  <a:pt x="5967257" y="1706880"/>
                  <a:pt x="5958840" y="1706880"/>
                </a:cubicBezTo>
                <a:cubicBezTo>
                  <a:pt x="5950423" y="1706880"/>
                  <a:pt x="5943600" y="1700057"/>
                  <a:pt x="5943600" y="1691640"/>
                </a:cubicBezTo>
                <a:cubicBezTo>
                  <a:pt x="5943600" y="1683223"/>
                  <a:pt x="5950423" y="1676400"/>
                  <a:pt x="5958840" y="1676400"/>
                </a:cubicBezTo>
                <a:cubicBezTo>
                  <a:pt x="5967257" y="1676400"/>
                  <a:pt x="5974080" y="1683223"/>
                  <a:pt x="5974080" y="1691640"/>
                </a:cubicBezTo>
                <a:close/>
                <a:moveTo>
                  <a:pt x="5974080" y="1844040"/>
                </a:moveTo>
                <a:cubicBezTo>
                  <a:pt x="5974080" y="1852457"/>
                  <a:pt x="5967257" y="1859280"/>
                  <a:pt x="5958840" y="1859280"/>
                </a:cubicBezTo>
                <a:cubicBezTo>
                  <a:pt x="5950423" y="1859280"/>
                  <a:pt x="5943600" y="1852457"/>
                  <a:pt x="5943600" y="1844040"/>
                </a:cubicBezTo>
                <a:cubicBezTo>
                  <a:pt x="5943600" y="1835623"/>
                  <a:pt x="5950423" y="1828800"/>
                  <a:pt x="5958840" y="1828800"/>
                </a:cubicBezTo>
                <a:cubicBezTo>
                  <a:pt x="5967257" y="1828800"/>
                  <a:pt x="5974080" y="1835623"/>
                  <a:pt x="5974080" y="1844040"/>
                </a:cubicBezTo>
                <a:close/>
                <a:moveTo>
                  <a:pt x="5974080" y="1996440"/>
                </a:moveTo>
                <a:cubicBezTo>
                  <a:pt x="5974080" y="2004857"/>
                  <a:pt x="5967257" y="2011680"/>
                  <a:pt x="5958840" y="2011680"/>
                </a:cubicBezTo>
                <a:cubicBezTo>
                  <a:pt x="5950423" y="2011680"/>
                  <a:pt x="5943600" y="2004857"/>
                  <a:pt x="5943600" y="1996440"/>
                </a:cubicBezTo>
                <a:cubicBezTo>
                  <a:pt x="5943600" y="1988023"/>
                  <a:pt x="5950423" y="1981200"/>
                  <a:pt x="5958840" y="1981200"/>
                </a:cubicBezTo>
                <a:cubicBezTo>
                  <a:pt x="5967257" y="1981200"/>
                  <a:pt x="5974080" y="1988023"/>
                  <a:pt x="5974080" y="1996440"/>
                </a:cubicBezTo>
                <a:close/>
                <a:moveTo>
                  <a:pt x="5974080" y="2148840"/>
                </a:moveTo>
                <a:cubicBezTo>
                  <a:pt x="5974080" y="2157257"/>
                  <a:pt x="5967257" y="2164080"/>
                  <a:pt x="5958840" y="2164080"/>
                </a:cubicBezTo>
                <a:cubicBezTo>
                  <a:pt x="5950423" y="2164080"/>
                  <a:pt x="5943600" y="2157257"/>
                  <a:pt x="5943600" y="2148840"/>
                </a:cubicBezTo>
                <a:cubicBezTo>
                  <a:pt x="5943600" y="2140423"/>
                  <a:pt x="5950423" y="2133600"/>
                  <a:pt x="5958840" y="2133600"/>
                </a:cubicBezTo>
                <a:cubicBezTo>
                  <a:pt x="5967257" y="2133600"/>
                  <a:pt x="5974080" y="2140423"/>
                  <a:pt x="5974080" y="2148840"/>
                </a:cubicBezTo>
                <a:close/>
                <a:moveTo>
                  <a:pt x="5974080" y="2301240"/>
                </a:moveTo>
                <a:cubicBezTo>
                  <a:pt x="5974080" y="2309657"/>
                  <a:pt x="5967257" y="2316480"/>
                  <a:pt x="5958840" y="2316480"/>
                </a:cubicBezTo>
                <a:cubicBezTo>
                  <a:pt x="5950423" y="2316480"/>
                  <a:pt x="5943600" y="2309657"/>
                  <a:pt x="5943600" y="2301240"/>
                </a:cubicBezTo>
                <a:cubicBezTo>
                  <a:pt x="5943600" y="2292823"/>
                  <a:pt x="5950423" y="2286000"/>
                  <a:pt x="5958840" y="2286000"/>
                </a:cubicBezTo>
                <a:cubicBezTo>
                  <a:pt x="5967257" y="2286000"/>
                  <a:pt x="5974080" y="2292823"/>
                  <a:pt x="5974080" y="2301240"/>
                </a:cubicBezTo>
                <a:close/>
                <a:moveTo>
                  <a:pt x="5974080" y="2453640"/>
                </a:moveTo>
                <a:cubicBezTo>
                  <a:pt x="5974080" y="2462057"/>
                  <a:pt x="5967257" y="2468880"/>
                  <a:pt x="5958840" y="2468880"/>
                </a:cubicBezTo>
                <a:cubicBezTo>
                  <a:pt x="5950423" y="2468880"/>
                  <a:pt x="5943600" y="2462057"/>
                  <a:pt x="5943600" y="2453640"/>
                </a:cubicBezTo>
                <a:cubicBezTo>
                  <a:pt x="5943600" y="2445223"/>
                  <a:pt x="5950423" y="2438400"/>
                  <a:pt x="5958840" y="2438400"/>
                </a:cubicBezTo>
                <a:cubicBezTo>
                  <a:pt x="5967257" y="2438400"/>
                  <a:pt x="5974080" y="2445223"/>
                  <a:pt x="5974080" y="2453640"/>
                </a:cubicBezTo>
                <a:close/>
                <a:moveTo>
                  <a:pt x="5974080" y="2606040"/>
                </a:moveTo>
                <a:cubicBezTo>
                  <a:pt x="5974080" y="2614457"/>
                  <a:pt x="5967257" y="2621280"/>
                  <a:pt x="5958840" y="2621280"/>
                </a:cubicBezTo>
                <a:cubicBezTo>
                  <a:pt x="5950423" y="2621280"/>
                  <a:pt x="5943600" y="2614457"/>
                  <a:pt x="5943600" y="2606040"/>
                </a:cubicBezTo>
                <a:cubicBezTo>
                  <a:pt x="5943600" y="2597623"/>
                  <a:pt x="5950423" y="2590800"/>
                  <a:pt x="5958840" y="2590800"/>
                </a:cubicBezTo>
                <a:cubicBezTo>
                  <a:pt x="5967257" y="2590800"/>
                  <a:pt x="5974080" y="2597623"/>
                  <a:pt x="5974080" y="2606040"/>
                </a:cubicBezTo>
                <a:close/>
                <a:moveTo>
                  <a:pt x="5974080" y="2758440"/>
                </a:moveTo>
                <a:cubicBezTo>
                  <a:pt x="5974080" y="2766857"/>
                  <a:pt x="5967257" y="2773680"/>
                  <a:pt x="5958840" y="2773680"/>
                </a:cubicBezTo>
                <a:cubicBezTo>
                  <a:pt x="5950423" y="2773680"/>
                  <a:pt x="5943600" y="2766857"/>
                  <a:pt x="5943600" y="2758440"/>
                </a:cubicBezTo>
                <a:cubicBezTo>
                  <a:pt x="5943600" y="2750023"/>
                  <a:pt x="5950423" y="2743200"/>
                  <a:pt x="5958840" y="2743200"/>
                </a:cubicBezTo>
                <a:cubicBezTo>
                  <a:pt x="5967257" y="2743200"/>
                  <a:pt x="5974080" y="2750023"/>
                  <a:pt x="5974080" y="2758440"/>
                </a:cubicBezTo>
                <a:close/>
                <a:moveTo>
                  <a:pt x="5974080" y="2910840"/>
                </a:moveTo>
                <a:cubicBezTo>
                  <a:pt x="5974080" y="2919257"/>
                  <a:pt x="5967257" y="2926080"/>
                  <a:pt x="5958840" y="2926080"/>
                </a:cubicBezTo>
                <a:cubicBezTo>
                  <a:pt x="5950423" y="2926080"/>
                  <a:pt x="5943600" y="2919257"/>
                  <a:pt x="5943600" y="2910840"/>
                </a:cubicBezTo>
                <a:cubicBezTo>
                  <a:pt x="5943600" y="2902423"/>
                  <a:pt x="5950423" y="2895600"/>
                  <a:pt x="5958840" y="2895600"/>
                </a:cubicBezTo>
                <a:cubicBezTo>
                  <a:pt x="5967257" y="2895600"/>
                  <a:pt x="5974080" y="2902423"/>
                  <a:pt x="5974080" y="2910840"/>
                </a:cubicBezTo>
                <a:close/>
                <a:moveTo>
                  <a:pt x="5974080" y="3063240"/>
                </a:moveTo>
                <a:cubicBezTo>
                  <a:pt x="5974080" y="3071657"/>
                  <a:pt x="5967257" y="3078480"/>
                  <a:pt x="5958840" y="3078480"/>
                </a:cubicBezTo>
                <a:cubicBezTo>
                  <a:pt x="5950423" y="3078480"/>
                  <a:pt x="5943600" y="3071657"/>
                  <a:pt x="5943600" y="3063240"/>
                </a:cubicBezTo>
                <a:cubicBezTo>
                  <a:pt x="5943600" y="3054823"/>
                  <a:pt x="5950423" y="3048000"/>
                  <a:pt x="5958840" y="3048000"/>
                </a:cubicBezTo>
                <a:cubicBezTo>
                  <a:pt x="5967257" y="3048000"/>
                  <a:pt x="5974080" y="3054823"/>
                  <a:pt x="5974080" y="3063240"/>
                </a:cubicBezTo>
                <a:close/>
                <a:moveTo>
                  <a:pt x="5974080" y="3215640"/>
                </a:moveTo>
                <a:cubicBezTo>
                  <a:pt x="5974080" y="3224057"/>
                  <a:pt x="5967257" y="3230880"/>
                  <a:pt x="5958840" y="3230880"/>
                </a:cubicBezTo>
                <a:cubicBezTo>
                  <a:pt x="5950423" y="3230880"/>
                  <a:pt x="5943600" y="3224057"/>
                  <a:pt x="5943600" y="3215640"/>
                </a:cubicBezTo>
                <a:cubicBezTo>
                  <a:pt x="5943600" y="3207223"/>
                  <a:pt x="5950423" y="3200400"/>
                  <a:pt x="5958840" y="3200400"/>
                </a:cubicBezTo>
                <a:cubicBezTo>
                  <a:pt x="5967257" y="3200400"/>
                  <a:pt x="5974080" y="3207223"/>
                  <a:pt x="5974080" y="3215640"/>
                </a:cubicBezTo>
                <a:close/>
                <a:moveTo>
                  <a:pt x="5974080" y="3368040"/>
                </a:moveTo>
                <a:cubicBezTo>
                  <a:pt x="5974080" y="3376457"/>
                  <a:pt x="5967257" y="3383280"/>
                  <a:pt x="5958840" y="3383280"/>
                </a:cubicBezTo>
                <a:cubicBezTo>
                  <a:pt x="5950423" y="3383280"/>
                  <a:pt x="5943600" y="3376457"/>
                  <a:pt x="5943600" y="3368040"/>
                </a:cubicBezTo>
                <a:cubicBezTo>
                  <a:pt x="5943600" y="3359623"/>
                  <a:pt x="5950423" y="3352800"/>
                  <a:pt x="5958840" y="3352800"/>
                </a:cubicBezTo>
                <a:cubicBezTo>
                  <a:pt x="5967257" y="3352800"/>
                  <a:pt x="5974080" y="3359623"/>
                  <a:pt x="5974080" y="3368040"/>
                </a:cubicBezTo>
                <a:close/>
                <a:moveTo>
                  <a:pt x="5974080" y="3520440"/>
                </a:moveTo>
                <a:cubicBezTo>
                  <a:pt x="5974080" y="3528857"/>
                  <a:pt x="5967257" y="3535680"/>
                  <a:pt x="5958840" y="3535680"/>
                </a:cubicBezTo>
                <a:cubicBezTo>
                  <a:pt x="5950423" y="3535680"/>
                  <a:pt x="5943600" y="3528857"/>
                  <a:pt x="5943600" y="3520440"/>
                </a:cubicBezTo>
                <a:cubicBezTo>
                  <a:pt x="5943600" y="3512023"/>
                  <a:pt x="5950423" y="3505200"/>
                  <a:pt x="5958840" y="3505200"/>
                </a:cubicBezTo>
                <a:cubicBezTo>
                  <a:pt x="5967257" y="3505200"/>
                  <a:pt x="5974080" y="3512023"/>
                  <a:pt x="5974080" y="3520440"/>
                </a:cubicBezTo>
                <a:close/>
                <a:moveTo>
                  <a:pt x="5974080" y="3672840"/>
                </a:moveTo>
                <a:cubicBezTo>
                  <a:pt x="5974080" y="3681257"/>
                  <a:pt x="5967257" y="3688080"/>
                  <a:pt x="5958840" y="3688080"/>
                </a:cubicBezTo>
                <a:cubicBezTo>
                  <a:pt x="5950423" y="3688080"/>
                  <a:pt x="5943600" y="3681257"/>
                  <a:pt x="5943600" y="3672840"/>
                </a:cubicBezTo>
                <a:cubicBezTo>
                  <a:pt x="5943600" y="3664423"/>
                  <a:pt x="5950423" y="3657600"/>
                  <a:pt x="5958840" y="3657600"/>
                </a:cubicBezTo>
                <a:cubicBezTo>
                  <a:pt x="5967257" y="3657600"/>
                  <a:pt x="5974080" y="3664423"/>
                  <a:pt x="5974080" y="3672840"/>
                </a:cubicBezTo>
                <a:close/>
                <a:moveTo>
                  <a:pt x="5974080" y="3825240"/>
                </a:moveTo>
                <a:cubicBezTo>
                  <a:pt x="5974080" y="3833657"/>
                  <a:pt x="5967257" y="3840480"/>
                  <a:pt x="5958840" y="3840480"/>
                </a:cubicBezTo>
                <a:cubicBezTo>
                  <a:pt x="5950423" y="3840480"/>
                  <a:pt x="5943600" y="3833657"/>
                  <a:pt x="5943600" y="3825240"/>
                </a:cubicBezTo>
                <a:cubicBezTo>
                  <a:pt x="5943600" y="3816823"/>
                  <a:pt x="5950423" y="3810000"/>
                  <a:pt x="5958840" y="3810000"/>
                </a:cubicBezTo>
                <a:cubicBezTo>
                  <a:pt x="5967257" y="3810000"/>
                  <a:pt x="5974080" y="3816823"/>
                  <a:pt x="5974080" y="3825240"/>
                </a:cubicBezTo>
                <a:close/>
                <a:moveTo>
                  <a:pt x="5974080" y="3977640"/>
                </a:moveTo>
                <a:cubicBezTo>
                  <a:pt x="5974080" y="3986057"/>
                  <a:pt x="5967257" y="3992880"/>
                  <a:pt x="5958840" y="3992880"/>
                </a:cubicBezTo>
                <a:cubicBezTo>
                  <a:pt x="5950423" y="3992880"/>
                  <a:pt x="5943600" y="3986057"/>
                  <a:pt x="5943600" y="3977640"/>
                </a:cubicBezTo>
                <a:cubicBezTo>
                  <a:pt x="5943600" y="3969223"/>
                  <a:pt x="5950423" y="3962400"/>
                  <a:pt x="5958840" y="3962400"/>
                </a:cubicBezTo>
                <a:cubicBezTo>
                  <a:pt x="5967257" y="3962400"/>
                  <a:pt x="5974080" y="3969223"/>
                  <a:pt x="5974080" y="3977640"/>
                </a:cubicBezTo>
                <a:close/>
                <a:moveTo>
                  <a:pt x="5974080" y="4130040"/>
                </a:moveTo>
                <a:cubicBezTo>
                  <a:pt x="5974080" y="4138457"/>
                  <a:pt x="5967257" y="4145280"/>
                  <a:pt x="5958840" y="4145280"/>
                </a:cubicBezTo>
                <a:cubicBezTo>
                  <a:pt x="5950423" y="4145280"/>
                  <a:pt x="5943600" y="4138457"/>
                  <a:pt x="5943600" y="4130040"/>
                </a:cubicBezTo>
                <a:cubicBezTo>
                  <a:pt x="5943600" y="4121623"/>
                  <a:pt x="5950423" y="4114800"/>
                  <a:pt x="5958840" y="4114800"/>
                </a:cubicBezTo>
                <a:cubicBezTo>
                  <a:pt x="5967257" y="4114800"/>
                  <a:pt x="5974080" y="4121623"/>
                  <a:pt x="5974080" y="4130040"/>
                </a:cubicBezTo>
                <a:close/>
                <a:moveTo>
                  <a:pt x="5974080" y="4282440"/>
                </a:moveTo>
                <a:cubicBezTo>
                  <a:pt x="5974080" y="4290857"/>
                  <a:pt x="5967257" y="4297680"/>
                  <a:pt x="5958840" y="4297680"/>
                </a:cubicBezTo>
                <a:cubicBezTo>
                  <a:pt x="5950423" y="4297680"/>
                  <a:pt x="5943600" y="4290857"/>
                  <a:pt x="5943600" y="4282440"/>
                </a:cubicBezTo>
                <a:cubicBezTo>
                  <a:pt x="5943600" y="4274023"/>
                  <a:pt x="5950423" y="4267200"/>
                  <a:pt x="5958840" y="4267200"/>
                </a:cubicBezTo>
                <a:cubicBezTo>
                  <a:pt x="5967257" y="4267200"/>
                  <a:pt x="5974080" y="4274023"/>
                  <a:pt x="5974080" y="4282440"/>
                </a:cubicBezTo>
                <a:close/>
                <a:moveTo>
                  <a:pt x="5974080" y="4434840"/>
                </a:moveTo>
                <a:cubicBezTo>
                  <a:pt x="5974080" y="4443257"/>
                  <a:pt x="5967257" y="4450080"/>
                  <a:pt x="5958840" y="4450080"/>
                </a:cubicBezTo>
                <a:cubicBezTo>
                  <a:pt x="5950423" y="4450080"/>
                  <a:pt x="5943600" y="4443257"/>
                  <a:pt x="5943600" y="4434840"/>
                </a:cubicBezTo>
                <a:cubicBezTo>
                  <a:pt x="5943600" y="4426423"/>
                  <a:pt x="5950423" y="4419600"/>
                  <a:pt x="5958840" y="4419600"/>
                </a:cubicBezTo>
                <a:cubicBezTo>
                  <a:pt x="5967257" y="4419600"/>
                  <a:pt x="5974080" y="4426423"/>
                  <a:pt x="5974080" y="4434840"/>
                </a:cubicBezTo>
                <a:close/>
                <a:moveTo>
                  <a:pt x="6126480" y="15240"/>
                </a:moveTo>
                <a:cubicBezTo>
                  <a:pt x="6126480" y="23657"/>
                  <a:pt x="6119657" y="30480"/>
                  <a:pt x="6111240" y="30480"/>
                </a:cubicBezTo>
                <a:cubicBezTo>
                  <a:pt x="6102823" y="30480"/>
                  <a:pt x="6096000" y="23657"/>
                  <a:pt x="6096000" y="15240"/>
                </a:cubicBezTo>
                <a:cubicBezTo>
                  <a:pt x="6096000" y="6823"/>
                  <a:pt x="6102823" y="0"/>
                  <a:pt x="6111240" y="0"/>
                </a:cubicBezTo>
                <a:cubicBezTo>
                  <a:pt x="6119657" y="0"/>
                  <a:pt x="6126480" y="6823"/>
                  <a:pt x="6126480" y="15240"/>
                </a:cubicBezTo>
                <a:close/>
                <a:moveTo>
                  <a:pt x="6126480" y="167640"/>
                </a:moveTo>
                <a:cubicBezTo>
                  <a:pt x="6126480" y="176057"/>
                  <a:pt x="6119657" y="182880"/>
                  <a:pt x="6111240" y="182880"/>
                </a:cubicBezTo>
                <a:cubicBezTo>
                  <a:pt x="6102823" y="182880"/>
                  <a:pt x="6096000" y="176057"/>
                  <a:pt x="6096000" y="167640"/>
                </a:cubicBezTo>
                <a:cubicBezTo>
                  <a:pt x="6096000" y="159223"/>
                  <a:pt x="6102823" y="152400"/>
                  <a:pt x="6111240" y="152400"/>
                </a:cubicBezTo>
                <a:cubicBezTo>
                  <a:pt x="6119657" y="152400"/>
                  <a:pt x="6126480" y="159223"/>
                  <a:pt x="6126480" y="167640"/>
                </a:cubicBezTo>
                <a:close/>
                <a:moveTo>
                  <a:pt x="6126480" y="320040"/>
                </a:moveTo>
                <a:cubicBezTo>
                  <a:pt x="6126480" y="328457"/>
                  <a:pt x="6119657" y="335280"/>
                  <a:pt x="6111240" y="335280"/>
                </a:cubicBezTo>
                <a:cubicBezTo>
                  <a:pt x="6102823" y="335280"/>
                  <a:pt x="6096000" y="328457"/>
                  <a:pt x="6096000" y="320040"/>
                </a:cubicBezTo>
                <a:cubicBezTo>
                  <a:pt x="6096000" y="311623"/>
                  <a:pt x="6102823" y="304800"/>
                  <a:pt x="6111240" y="304800"/>
                </a:cubicBezTo>
                <a:cubicBezTo>
                  <a:pt x="6119657" y="304800"/>
                  <a:pt x="6126480" y="311623"/>
                  <a:pt x="6126480" y="320040"/>
                </a:cubicBezTo>
                <a:close/>
                <a:moveTo>
                  <a:pt x="6126480" y="472440"/>
                </a:moveTo>
                <a:cubicBezTo>
                  <a:pt x="6126480" y="480857"/>
                  <a:pt x="6119657" y="487680"/>
                  <a:pt x="6111240" y="487680"/>
                </a:cubicBezTo>
                <a:cubicBezTo>
                  <a:pt x="6102823" y="487680"/>
                  <a:pt x="6096000" y="480857"/>
                  <a:pt x="6096000" y="472440"/>
                </a:cubicBezTo>
                <a:cubicBezTo>
                  <a:pt x="6096000" y="464023"/>
                  <a:pt x="6102823" y="457200"/>
                  <a:pt x="6111240" y="457200"/>
                </a:cubicBezTo>
                <a:cubicBezTo>
                  <a:pt x="6119657" y="457200"/>
                  <a:pt x="6126480" y="464023"/>
                  <a:pt x="6126480" y="472440"/>
                </a:cubicBezTo>
                <a:close/>
                <a:moveTo>
                  <a:pt x="6126480" y="624840"/>
                </a:moveTo>
                <a:cubicBezTo>
                  <a:pt x="6126480" y="633257"/>
                  <a:pt x="6119657" y="640080"/>
                  <a:pt x="6111240" y="640080"/>
                </a:cubicBezTo>
                <a:cubicBezTo>
                  <a:pt x="6102823" y="640080"/>
                  <a:pt x="6096000" y="633257"/>
                  <a:pt x="6096000" y="624840"/>
                </a:cubicBezTo>
                <a:cubicBezTo>
                  <a:pt x="6096000" y="616423"/>
                  <a:pt x="6102823" y="609600"/>
                  <a:pt x="6111240" y="609600"/>
                </a:cubicBezTo>
                <a:cubicBezTo>
                  <a:pt x="6119657" y="609600"/>
                  <a:pt x="6126480" y="616423"/>
                  <a:pt x="6126480" y="624840"/>
                </a:cubicBezTo>
                <a:close/>
                <a:moveTo>
                  <a:pt x="6126480" y="777240"/>
                </a:moveTo>
                <a:cubicBezTo>
                  <a:pt x="6126480" y="785657"/>
                  <a:pt x="6119657" y="792480"/>
                  <a:pt x="6111240" y="792480"/>
                </a:cubicBezTo>
                <a:cubicBezTo>
                  <a:pt x="6102823" y="792480"/>
                  <a:pt x="6096000" y="785657"/>
                  <a:pt x="6096000" y="777240"/>
                </a:cubicBezTo>
                <a:cubicBezTo>
                  <a:pt x="6096000" y="768823"/>
                  <a:pt x="6102823" y="762000"/>
                  <a:pt x="6111240" y="762000"/>
                </a:cubicBezTo>
                <a:cubicBezTo>
                  <a:pt x="6119657" y="762000"/>
                  <a:pt x="6126480" y="768823"/>
                  <a:pt x="6126480" y="777240"/>
                </a:cubicBezTo>
                <a:close/>
                <a:moveTo>
                  <a:pt x="6126480" y="929640"/>
                </a:moveTo>
                <a:cubicBezTo>
                  <a:pt x="6126480" y="938057"/>
                  <a:pt x="6119657" y="944880"/>
                  <a:pt x="6111240" y="944880"/>
                </a:cubicBezTo>
                <a:cubicBezTo>
                  <a:pt x="6102823" y="944880"/>
                  <a:pt x="6096000" y="938057"/>
                  <a:pt x="6096000" y="929640"/>
                </a:cubicBezTo>
                <a:cubicBezTo>
                  <a:pt x="6096000" y="921223"/>
                  <a:pt x="6102823" y="914400"/>
                  <a:pt x="6111240" y="914400"/>
                </a:cubicBezTo>
                <a:cubicBezTo>
                  <a:pt x="6119657" y="914400"/>
                  <a:pt x="6126480" y="921223"/>
                  <a:pt x="6126480" y="929640"/>
                </a:cubicBezTo>
                <a:close/>
                <a:moveTo>
                  <a:pt x="6126480" y="1082040"/>
                </a:moveTo>
                <a:cubicBezTo>
                  <a:pt x="6126480" y="1090457"/>
                  <a:pt x="6119657" y="1097280"/>
                  <a:pt x="6111240" y="1097280"/>
                </a:cubicBezTo>
                <a:cubicBezTo>
                  <a:pt x="6102823" y="1097280"/>
                  <a:pt x="6096000" y="1090457"/>
                  <a:pt x="6096000" y="1082040"/>
                </a:cubicBezTo>
                <a:cubicBezTo>
                  <a:pt x="6096000" y="1073623"/>
                  <a:pt x="6102823" y="1066800"/>
                  <a:pt x="6111240" y="1066800"/>
                </a:cubicBezTo>
                <a:cubicBezTo>
                  <a:pt x="6119657" y="1066800"/>
                  <a:pt x="6126480" y="1073623"/>
                  <a:pt x="6126480" y="1082040"/>
                </a:cubicBezTo>
                <a:close/>
                <a:moveTo>
                  <a:pt x="6126480" y="1234440"/>
                </a:moveTo>
                <a:cubicBezTo>
                  <a:pt x="6126480" y="1242857"/>
                  <a:pt x="6119657" y="1249680"/>
                  <a:pt x="6111240" y="1249680"/>
                </a:cubicBezTo>
                <a:cubicBezTo>
                  <a:pt x="6102823" y="1249680"/>
                  <a:pt x="6096000" y="1242857"/>
                  <a:pt x="6096000" y="1234440"/>
                </a:cubicBezTo>
                <a:cubicBezTo>
                  <a:pt x="6096000" y="1226023"/>
                  <a:pt x="6102823" y="1219200"/>
                  <a:pt x="6111240" y="1219200"/>
                </a:cubicBezTo>
                <a:cubicBezTo>
                  <a:pt x="6119657" y="1219200"/>
                  <a:pt x="6126480" y="1226023"/>
                  <a:pt x="6126480" y="1234440"/>
                </a:cubicBezTo>
                <a:close/>
                <a:moveTo>
                  <a:pt x="6126480" y="1386840"/>
                </a:moveTo>
                <a:cubicBezTo>
                  <a:pt x="6126480" y="1395257"/>
                  <a:pt x="6119657" y="1402080"/>
                  <a:pt x="6111240" y="1402080"/>
                </a:cubicBezTo>
                <a:cubicBezTo>
                  <a:pt x="6102823" y="1402080"/>
                  <a:pt x="6096000" y="1395257"/>
                  <a:pt x="6096000" y="1386840"/>
                </a:cubicBezTo>
                <a:cubicBezTo>
                  <a:pt x="6096000" y="1378423"/>
                  <a:pt x="6102823" y="1371600"/>
                  <a:pt x="6111240" y="1371600"/>
                </a:cubicBezTo>
                <a:cubicBezTo>
                  <a:pt x="6119657" y="1371600"/>
                  <a:pt x="6126480" y="1378423"/>
                  <a:pt x="6126480" y="1386840"/>
                </a:cubicBezTo>
                <a:close/>
                <a:moveTo>
                  <a:pt x="6126480" y="1539240"/>
                </a:moveTo>
                <a:cubicBezTo>
                  <a:pt x="6126480" y="1547657"/>
                  <a:pt x="6119657" y="1554480"/>
                  <a:pt x="6111240" y="1554480"/>
                </a:cubicBezTo>
                <a:cubicBezTo>
                  <a:pt x="6102823" y="1554480"/>
                  <a:pt x="6096000" y="1547657"/>
                  <a:pt x="6096000" y="1539240"/>
                </a:cubicBezTo>
                <a:cubicBezTo>
                  <a:pt x="6096000" y="1530823"/>
                  <a:pt x="6102823" y="1524000"/>
                  <a:pt x="6111240" y="1524000"/>
                </a:cubicBezTo>
                <a:cubicBezTo>
                  <a:pt x="6119657" y="1524000"/>
                  <a:pt x="6126480" y="1530823"/>
                  <a:pt x="6126480" y="1539240"/>
                </a:cubicBezTo>
                <a:close/>
                <a:moveTo>
                  <a:pt x="6126480" y="1691640"/>
                </a:moveTo>
                <a:cubicBezTo>
                  <a:pt x="6126480" y="1700057"/>
                  <a:pt x="6119657" y="1706880"/>
                  <a:pt x="6111240" y="1706880"/>
                </a:cubicBezTo>
                <a:cubicBezTo>
                  <a:pt x="6102823" y="1706880"/>
                  <a:pt x="6096000" y="1700057"/>
                  <a:pt x="6096000" y="1691640"/>
                </a:cubicBezTo>
                <a:cubicBezTo>
                  <a:pt x="6096000" y="1683223"/>
                  <a:pt x="6102823" y="1676400"/>
                  <a:pt x="6111240" y="1676400"/>
                </a:cubicBezTo>
                <a:cubicBezTo>
                  <a:pt x="6119657" y="1676400"/>
                  <a:pt x="6126480" y="1683223"/>
                  <a:pt x="6126480" y="1691640"/>
                </a:cubicBezTo>
                <a:close/>
                <a:moveTo>
                  <a:pt x="6126480" y="1844040"/>
                </a:moveTo>
                <a:cubicBezTo>
                  <a:pt x="6126480" y="1852457"/>
                  <a:pt x="6119657" y="1859280"/>
                  <a:pt x="6111240" y="1859280"/>
                </a:cubicBezTo>
                <a:cubicBezTo>
                  <a:pt x="6102823" y="1859280"/>
                  <a:pt x="6096000" y="1852457"/>
                  <a:pt x="6096000" y="1844040"/>
                </a:cubicBezTo>
                <a:cubicBezTo>
                  <a:pt x="6096000" y="1835623"/>
                  <a:pt x="6102823" y="1828800"/>
                  <a:pt x="6111240" y="1828800"/>
                </a:cubicBezTo>
                <a:cubicBezTo>
                  <a:pt x="6119657" y="1828800"/>
                  <a:pt x="6126480" y="1835623"/>
                  <a:pt x="6126480" y="1844040"/>
                </a:cubicBezTo>
                <a:close/>
                <a:moveTo>
                  <a:pt x="6126480" y="1996440"/>
                </a:moveTo>
                <a:cubicBezTo>
                  <a:pt x="6126480" y="2004857"/>
                  <a:pt x="6119657" y="2011680"/>
                  <a:pt x="6111240" y="2011680"/>
                </a:cubicBezTo>
                <a:cubicBezTo>
                  <a:pt x="6102823" y="2011680"/>
                  <a:pt x="6096000" y="2004857"/>
                  <a:pt x="6096000" y="1996440"/>
                </a:cubicBezTo>
                <a:cubicBezTo>
                  <a:pt x="6096000" y="1988023"/>
                  <a:pt x="6102823" y="1981200"/>
                  <a:pt x="6111240" y="1981200"/>
                </a:cubicBezTo>
                <a:cubicBezTo>
                  <a:pt x="6119657" y="1981200"/>
                  <a:pt x="6126480" y="1988023"/>
                  <a:pt x="6126480" y="1996440"/>
                </a:cubicBezTo>
                <a:close/>
                <a:moveTo>
                  <a:pt x="6126480" y="2148840"/>
                </a:moveTo>
                <a:cubicBezTo>
                  <a:pt x="6126480" y="2157257"/>
                  <a:pt x="6119657" y="2164080"/>
                  <a:pt x="6111240" y="2164080"/>
                </a:cubicBezTo>
                <a:cubicBezTo>
                  <a:pt x="6102823" y="2164080"/>
                  <a:pt x="6096000" y="2157257"/>
                  <a:pt x="6096000" y="2148840"/>
                </a:cubicBezTo>
                <a:cubicBezTo>
                  <a:pt x="6096000" y="2140423"/>
                  <a:pt x="6102823" y="2133600"/>
                  <a:pt x="6111240" y="2133600"/>
                </a:cubicBezTo>
                <a:cubicBezTo>
                  <a:pt x="6119657" y="2133600"/>
                  <a:pt x="6126480" y="2140423"/>
                  <a:pt x="6126480" y="2148840"/>
                </a:cubicBezTo>
                <a:close/>
                <a:moveTo>
                  <a:pt x="6126480" y="2301240"/>
                </a:moveTo>
                <a:cubicBezTo>
                  <a:pt x="6126480" y="2309657"/>
                  <a:pt x="6119657" y="2316480"/>
                  <a:pt x="6111240" y="2316480"/>
                </a:cubicBezTo>
                <a:cubicBezTo>
                  <a:pt x="6102823" y="2316480"/>
                  <a:pt x="6096000" y="2309657"/>
                  <a:pt x="6096000" y="2301240"/>
                </a:cubicBezTo>
                <a:cubicBezTo>
                  <a:pt x="6096000" y="2292823"/>
                  <a:pt x="6102823" y="2286000"/>
                  <a:pt x="6111240" y="2286000"/>
                </a:cubicBezTo>
                <a:cubicBezTo>
                  <a:pt x="6119657" y="2286000"/>
                  <a:pt x="6126480" y="2292823"/>
                  <a:pt x="6126480" y="2301240"/>
                </a:cubicBezTo>
                <a:close/>
                <a:moveTo>
                  <a:pt x="6126480" y="2453640"/>
                </a:moveTo>
                <a:cubicBezTo>
                  <a:pt x="6126480" y="2462057"/>
                  <a:pt x="6119657" y="2468880"/>
                  <a:pt x="6111240" y="2468880"/>
                </a:cubicBezTo>
                <a:cubicBezTo>
                  <a:pt x="6102823" y="2468880"/>
                  <a:pt x="6096000" y="2462057"/>
                  <a:pt x="6096000" y="2453640"/>
                </a:cubicBezTo>
                <a:cubicBezTo>
                  <a:pt x="6096000" y="2445223"/>
                  <a:pt x="6102823" y="2438400"/>
                  <a:pt x="6111240" y="2438400"/>
                </a:cubicBezTo>
                <a:cubicBezTo>
                  <a:pt x="6119657" y="2438400"/>
                  <a:pt x="6126480" y="2445223"/>
                  <a:pt x="6126480" y="2453640"/>
                </a:cubicBezTo>
                <a:close/>
                <a:moveTo>
                  <a:pt x="6126480" y="2606040"/>
                </a:moveTo>
                <a:cubicBezTo>
                  <a:pt x="6126480" y="2614457"/>
                  <a:pt x="6119657" y="2621280"/>
                  <a:pt x="6111240" y="2621280"/>
                </a:cubicBezTo>
                <a:cubicBezTo>
                  <a:pt x="6102823" y="2621280"/>
                  <a:pt x="6096000" y="2614457"/>
                  <a:pt x="6096000" y="2606040"/>
                </a:cubicBezTo>
                <a:cubicBezTo>
                  <a:pt x="6096000" y="2597623"/>
                  <a:pt x="6102823" y="2590800"/>
                  <a:pt x="6111240" y="2590800"/>
                </a:cubicBezTo>
                <a:cubicBezTo>
                  <a:pt x="6119657" y="2590800"/>
                  <a:pt x="6126480" y="2597623"/>
                  <a:pt x="6126480" y="2606040"/>
                </a:cubicBezTo>
                <a:close/>
                <a:moveTo>
                  <a:pt x="6126480" y="2758440"/>
                </a:moveTo>
                <a:cubicBezTo>
                  <a:pt x="6126480" y="2766857"/>
                  <a:pt x="6119657" y="2773680"/>
                  <a:pt x="6111240" y="2773680"/>
                </a:cubicBezTo>
                <a:cubicBezTo>
                  <a:pt x="6102823" y="2773680"/>
                  <a:pt x="6096000" y="2766857"/>
                  <a:pt x="6096000" y="2758440"/>
                </a:cubicBezTo>
                <a:cubicBezTo>
                  <a:pt x="6096000" y="2750023"/>
                  <a:pt x="6102823" y="2743200"/>
                  <a:pt x="6111240" y="2743200"/>
                </a:cubicBezTo>
                <a:cubicBezTo>
                  <a:pt x="6119657" y="2743200"/>
                  <a:pt x="6126480" y="2750023"/>
                  <a:pt x="6126480" y="2758440"/>
                </a:cubicBezTo>
                <a:close/>
                <a:moveTo>
                  <a:pt x="6126480" y="2910840"/>
                </a:moveTo>
                <a:cubicBezTo>
                  <a:pt x="6126480" y="2919257"/>
                  <a:pt x="6119657" y="2926080"/>
                  <a:pt x="6111240" y="2926080"/>
                </a:cubicBezTo>
                <a:cubicBezTo>
                  <a:pt x="6102823" y="2926080"/>
                  <a:pt x="6096000" y="2919257"/>
                  <a:pt x="6096000" y="2910840"/>
                </a:cubicBezTo>
                <a:cubicBezTo>
                  <a:pt x="6096000" y="2902423"/>
                  <a:pt x="6102823" y="2895600"/>
                  <a:pt x="6111240" y="2895600"/>
                </a:cubicBezTo>
                <a:cubicBezTo>
                  <a:pt x="6119657" y="2895600"/>
                  <a:pt x="6126480" y="2902423"/>
                  <a:pt x="6126480" y="2910840"/>
                </a:cubicBezTo>
                <a:close/>
                <a:moveTo>
                  <a:pt x="6126480" y="3063240"/>
                </a:moveTo>
                <a:cubicBezTo>
                  <a:pt x="6126480" y="3071657"/>
                  <a:pt x="6119657" y="3078480"/>
                  <a:pt x="6111240" y="3078480"/>
                </a:cubicBezTo>
                <a:cubicBezTo>
                  <a:pt x="6102823" y="3078480"/>
                  <a:pt x="6096000" y="3071657"/>
                  <a:pt x="6096000" y="3063240"/>
                </a:cubicBezTo>
                <a:cubicBezTo>
                  <a:pt x="6096000" y="3054823"/>
                  <a:pt x="6102823" y="3048000"/>
                  <a:pt x="6111240" y="3048000"/>
                </a:cubicBezTo>
                <a:cubicBezTo>
                  <a:pt x="6119657" y="3048000"/>
                  <a:pt x="6126480" y="3054823"/>
                  <a:pt x="6126480" y="3063240"/>
                </a:cubicBezTo>
                <a:close/>
                <a:moveTo>
                  <a:pt x="6126480" y="3215640"/>
                </a:moveTo>
                <a:cubicBezTo>
                  <a:pt x="6126480" y="3224057"/>
                  <a:pt x="6119657" y="3230880"/>
                  <a:pt x="6111240" y="3230880"/>
                </a:cubicBezTo>
                <a:cubicBezTo>
                  <a:pt x="6102823" y="3230880"/>
                  <a:pt x="6096000" y="3224057"/>
                  <a:pt x="6096000" y="3215640"/>
                </a:cubicBezTo>
                <a:cubicBezTo>
                  <a:pt x="6096000" y="3207223"/>
                  <a:pt x="6102823" y="3200400"/>
                  <a:pt x="6111240" y="3200400"/>
                </a:cubicBezTo>
                <a:cubicBezTo>
                  <a:pt x="6119657" y="3200400"/>
                  <a:pt x="6126480" y="3207223"/>
                  <a:pt x="6126480" y="3215640"/>
                </a:cubicBezTo>
                <a:close/>
                <a:moveTo>
                  <a:pt x="6126480" y="3368040"/>
                </a:moveTo>
                <a:cubicBezTo>
                  <a:pt x="6126480" y="3376457"/>
                  <a:pt x="6119657" y="3383280"/>
                  <a:pt x="6111240" y="3383280"/>
                </a:cubicBezTo>
                <a:cubicBezTo>
                  <a:pt x="6102823" y="3383280"/>
                  <a:pt x="6096000" y="3376457"/>
                  <a:pt x="6096000" y="3368040"/>
                </a:cubicBezTo>
                <a:cubicBezTo>
                  <a:pt x="6096000" y="3359623"/>
                  <a:pt x="6102823" y="3352800"/>
                  <a:pt x="6111240" y="3352800"/>
                </a:cubicBezTo>
                <a:cubicBezTo>
                  <a:pt x="6119657" y="3352800"/>
                  <a:pt x="6126480" y="3359623"/>
                  <a:pt x="6126480" y="3368040"/>
                </a:cubicBezTo>
                <a:close/>
                <a:moveTo>
                  <a:pt x="6126480" y="3520440"/>
                </a:moveTo>
                <a:cubicBezTo>
                  <a:pt x="6126480" y="3528857"/>
                  <a:pt x="6119657" y="3535680"/>
                  <a:pt x="6111240" y="3535680"/>
                </a:cubicBezTo>
                <a:cubicBezTo>
                  <a:pt x="6102823" y="3535680"/>
                  <a:pt x="6096000" y="3528857"/>
                  <a:pt x="6096000" y="3520440"/>
                </a:cubicBezTo>
                <a:cubicBezTo>
                  <a:pt x="6096000" y="3512023"/>
                  <a:pt x="6102823" y="3505200"/>
                  <a:pt x="6111240" y="3505200"/>
                </a:cubicBezTo>
                <a:cubicBezTo>
                  <a:pt x="6119657" y="3505200"/>
                  <a:pt x="6126480" y="3512023"/>
                  <a:pt x="6126480" y="3520440"/>
                </a:cubicBezTo>
                <a:close/>
                <a:moveTo>
                  <a:pt x="6126480" y="3672840"/>
                </a:moveTo>
                <a:cubicBezTo>
                  <a:pt x="6126480" y="3681257"/>
                  <a:pt x="6119657" y="3688080"/>
                  <a:pt x="6111240" y="3688080"/>
                </a:cubicBezTo>
                <a:cubicBezTo>
                  <a:pt x="6102823" y="3688080"/>
                  <a:pt x="6096000" y="3681257"/>
                  <a:pt x="6096000" y="3672840"/>
                </a:cubicBezTo>
                <a:cubicBezTo>
                  <a:pt x="6096000" y="3664423"/>
                  <a:pt x="6102823" y="3657600"/>
                  <a:pt x="6111240" y="3657600"/>
                </a:cubicBezTo>
                <a:cubicBezTo>
                  <a:pt x="6119657" y="3657600"/>
                  <a:pt x="6126480" y="3664423"/>
                  <a:pt x="6126480" y="3672840"/>
                </a:cubicBezTo>
                <a:close/>
                <a:moveTo>
                  <a:pt x="6126480" y="3825240"/>
                </a:moveTo>
                <a:cubicBezTo>
                  <a:pt x="6126480" y="3833657"/>
                  <a:pt x="6119657" y="3840480"/>
                  <a:pt x="6111240" y="3840480"/>
                </a:cubicBezTo>
                <a:cubicBezTo>
                  <a:pt x="6102823" y="3840480"/>
                  <a:pt x="6096000" y="3833657"/>
                  <a:pt x="6096000" y="3825240"/>
                </a:cubicBezTo>
                <a:cubicBezTo>
                  <a:pt x="6096000" y="3816823"/>
                  <a:pt x="6102823" y="3810000"/>
                  <a:pt x="6111240" y="3810000"/>
                </a:cubicBezTo>
                <a:cubicBezTo>
                  <a:pt x="6119657" y="3810000"/>
                  <a:pt x="6126480" y="3816823"/>
                  <a:pt x="6126480" y="3825240"/>
                </a:cubicBezTo>
                <a:close/>
                <a:moveTo>
                  <a:pt x="6126480" y="3977640"/>
                </a:moveTo>
                <a:cubicBezTo>
                  <a:pt x="6126480" y="3986057"/>
                  <a:pt x="6119657" y="3992880"/>
                  <a:pt x="6111240" y="3992880"/>
                </a:cubicBezTo>
                <a:cubicBezTo>
                  <a:pt x="6102823" y="3992880"/>
                  <a:pt x="6096000" y="3986057"/>
                  <a:pt x="6096000" y="3977640"/>
                </a:cubicBezTo>
                <a:cubicBezTo>
                  <a:pt x="6096000" y="3969223"/>
                  <a:pt x="6102823" y="3962400"/>
                  <a:pt x="6111240" y="3962400"/>
                </a:cubicBezTo>
                <a:cubicBezTo>
                  <a:pt x="6119657" y="3962400"/>
                  <a:pt x="6126480" y="3969223"/>
                  <a:pt x="6126480" y="3977640"/>
                </a:cubicBezTo>
                <a:close/>
                <a:moveTo>
                  <a:pt x="6126480" y="4130040"/>
                </a:moveTo>
                <a:cubicBezTo>
                  <a:pt x="6126480" y="4138457"/>
                  <a:pt x="6119657" y="4145280"/>
                  <a:pt x="6111240" y="4145280"/>
                </a:cubicBezTo>
                <a:cubicBezTo>
                  <a:pt x="6102823" y="4145280"/>
                  <a:pt x="6096000" y="4138457"/>
                  <a:pt x="6096000" y="4130040"/>
                </a:cubicBezTo>
                <a:cubicBezTo>
                  <a:pt x="6096000" y="4121623"/>
                  <a:pt x="6102823" y="4114800"/>
                  <a:pt x="6111240" y="4114800"/>
                </a:cubicBezTo>
                <a:cubicBezTo>
                  <a:pt x="6119657" y="4114800"/>
                  <a:pt x="6126480" y="4121623"/>
                  <a:pt x="6126480" y="4130040"/>
                </a:cubicBezTo>
                <a:close/>
                <a:moveTo>
                  <a:pt x="6126480" y="4282440"/>
                </a:moveTo>
                <a:cubicBezTo>
                  <a:pt x="6126480" y="4290857"/>
                  <a:pt x="6119657" y="4297680"/>
                  <a:pt x="6111240" y="4297680"/>
                </a:cubicBezTo>
                <a:cubicBezTo>
                  <a:pt x="6102823" y="4297680"/>
                  <a:pt x="6096000" y="4290857"/>
                  <a:pt x="6096000" y="4282440"/>
                </a:cubicBezTo>
                <a:cubicBezTo>
                  <a:pt x="6096000" y="4274023"/>
                  <a:pt x="6102823" y="4267200"/>
                  <a:pt x="6111240" y="4267200"/>
                </a:cubicBezTo>
                <a:cubicBezTo>
                  <a:pt x="6119657" y="4267200"/>
                  <a:pt x="6126480" y="4274023"/>
                  <a:pt x="6126480" y="4282440"/>
                </a:cubicBezTo>
                <a:close/>
                <a:moveTo>
                  <a:pt x="6126480" y="4434840"/>
                </a:moveTo>
                <a:cubicBezTo>
                  <a:pt x="6126480" y="4443257"/>
                  <a:pt x="6119657" y="4450080"/>
                  <a:pt x="6111240" y="4450080"/>
                </a:cubicBezTo>
                <a:cubicBezTo>
                  <a:pt x="6102823" y="4450080"/>
                  <a:pt x="6096000" y="4443257"/>
                  <a:pt x="6096000" y="4434840"/>
                </a:cubicBezTo>
                <a:cubicBezTo>
                  <a:pt x="6096000" y="4426423"/>
                  <a:pt x="6102823" y="4419600"/>
                  <a:pt x="6111240" y="4419600"/>
                </a:cubicBezTo>
                <a:cubicBezTo>
                  <a:pt x="6119657" y="4419600"/>
                  <a:pt x="6126480" y="4426423"/>
                  <a:pt x="6126480" y="4434840"/>
                </a:cubicBezTo>
                <a:close/>
                <a:moveTo>
                  <a:pt x="6278880" y="15240"/>
                </a:moveTo>
                <a:cubicBezTo>
                  <a:pt x="6278880" y="23657"/>
                  <a:pt x="6272057" y="30480"/>
                  <a:pt x="6263640" y="30480"/>
                </a:cubicBezTo>
                <a:cubicBezTo>
                  <a:pt x="6255223" y="30480"/>
                  <a:pt x="6248400" y="23657"/>
                  <a:pt x="6248400" y="15240"/>
                </a:cubicBezTo>
                <a:cubicBezTo>
                  <a:pt x="6248400" y="6823"/>
                  <a:pt x="6255223" y="0"/>
                  <a:pt x="6263640" y="0"/>
                </a:cubicBezTo>
                <a:cubicBezTo>
                  <a:pt x="6272057" y="0"/>
                  <a:pt x="6278880" y="6823"/>
                  <a:pt x="6278880" y="15240"/>
                </a:cubicBezTo>
                <a:close/>
                <a:moveTo>
                  <a:pt x="6278880" y="167640"/>
                </a:moveTo>
                <a:cubicBezTo>
                  <a:pt x="6278880" y="176057"/>
                  <a:pt x="6272057" y="182880"/>
                  <a:pt x="6263640" y="182880"/>
                </a:cubicBezTo>
                <a:cubicBezTo>
                  <a:pt x="6255223" y="182880"/>
                  <a:pt x="6248400" y="176057"/>
                  <a:pt x="6248400" y="167640"/>
                </a:cubicBezTo>
                <a:cubicBezTo>
                  <a:pt x="6248400" y="159223"/>
                  <a:pt x="6255223" y="152400"/>
                  <a:pt x="6263640" y="152400"/>
                </a:cubicBezTo>
                <a:cubicBezTo>
                  <a:pt x="6272057" y="152400"/>
                  <a:pt x="6278880" y="159223"/>
                  <a:pt x="6278880" y="167640"/>
                </a:cubicBezTo>
                <a:close/>
                <a:moveTo>
                  <a:pt x="6278880" y="320040"/>
                </a:moveTo>
                <a:cubicBezTo>
                  <a:pt x="6278880" y="328457"/>
                  <a:pt x="6272057" y="335280"/>
                  <a:pt x="6263640" y="335280"/>
                </a:cubicBezTo>
                <a:cubicBezTo>
                  <a:pt x="6255223" y="335280"/>
                  <a:pt x="6248400" y="328457"/>
                  <a:pt x="6248400" y="320040"/>
                </a:cubicBezTo>
                <a:cubicBezTo>
                  <a:pt x="6248400" y="311623"/>
                  <a:pt x="6255223" y="304800"/>
                  <a:pt x="6263640" y="304800"/>
                </a:cubicBezTo>
                <a:cubicBezTo>
                  <a:pt x="6272057" y="304800"/>
                  <a:pt x="6278880" y="311623"/>
                  <a:pt x="6278880" y="320040"/>
                </a:cubicBezTo>
                <a:close/>
                <a:moveTo>
                  <a:pt x="6278880" y="472440"/>
                </a:moveTo>
                <a:cubicBezTo>
                  <a:pt x="6278880" y="480857"/>
                  <a:pt x="6272057" y="487680"/>
                  <a:pt x="6263640" y="487680"/>
                </a:cubicBezTo>
                <a:cubicBezTo>
                  <a:pt x="6255223" y="487680"/>
                  <a:pt x="6248400" y="480857"/>
                  <a:pt x="6248400" y="472440"/>
                </a:cubicBezTo>
                <a:cubicBezTo>
                  <a:pt x="6248400" y="464023"/>
                  <a:pt x="6255223" y="457200"/>
                  <a:pt x="6263640" y="457200"/>
                </a:cubicBezTo>
                <a:cubicBezTo>
                  <a:pt x="6272057" y="457200"/>
                  <a:pt x="6278880" y="464023"/>
                  <a:pt x="6278880" y="472440"/>
                </a:cubicBezTo>
                <a:close/>
                <a:moveTo>
                  <a:pt x="6278880" y="624840"/>
                </a:moveTo>
                <a:cubicBezTo>
                  <a:pt x="6278880" y="633257"/>
                  <a:pt x="6272057" y="640080"/>
                  <a:pt x="6263640" y="640080"/>
                </a:cubicBezTo>
                <a:cubicBezTo>
                  <a:pt x="6255223" y="640080"/>
                  <a:pt x="6248400" y="633257"/>
                  <a:pt x="6248400" y="624840"/>
                </a:cubicBezTo>
                <a:cubicBezTo>
                  <a:pt x="6248400" y="616423"/>
                  <a:pt x="6255223" y="609600"/>
                  <a:pt x="6263640" y="609600"/>
                </a:cubicBezTo>
                <a:cubicBezTo>
                  <a:pt x="6272057" y="609600"/>
                  <a:pt x="6278880" y="616423"/>
                  <a:pt x="6278880" y="624840"/>
                </a:cubicBezTo>
                <a:close/>
                <a:moveTo>
                  <a:pt x="6278880" y="777240"/>
                </a:moveTo>
                <a:cubicBezTo>
                  <a:pt x="6278880" y="785657"/>
                  <a:pt x="6272057" y="792480"/>
                  <a:pt x="6263640" y="792480"/>
                </a:cubicBezTo>
                <a:cubicBezTo>
                  <a:pt x="6255223" y="792480"/>
                  <a:pt x="6248400" y="785657"/>
                  <a:pt x="6248400" y="777240"/>
                </a:cubicBezTo>
                <a:cubicBezTo>
                  <a:pt x="6248400" y="768823"/>
                  <a:pt x="6255223" y="762000"/>
                  <a:pt x="6263640" y="762000"/>
                </a:cubicBezTo>
                <a:cubicBezTo>
                  <a:pt x="6272057" y="762000"/>
                  <a:pt x="6278880" y="768823"/>
                  <a:pt x="6278880" y="777240"/>
                </a:cubicBezTo>
                <a:close/>
                <a:moveTo>
                  <a:pt x="6278880" y="929640"/>
                </a:moveTo>
                <a:cubicBezTo>
                  <a:pt x="6278880" y="938057"/>
                  <a:pt x="6272057" y="944880"/>
                  <a:pt x="6263640" y="944880"/>
                </a:cubicBezTo>
                <a:cubicBezTo>
                  <a:pt x="6255223" y="944880"/>
                  <a:pt x="6248400" y="938057"/>
                  <a:pt x="6248400" y="929640"/>
                </a:cubicBezTo>
                <a:cubicBezTo>
                  <a:pt x="6248400" y="921223"/>
                  <a:pt x="6255223" y="914400"/>
                  <a:pt x="6263640" y="914400"/>
                </a:cubicBezTo>
                <a:cubicBezTo>
                  <a:pt x="6272057" y="914400"/>
                  <a:pt x="6278880" y="921223"/>
                  <a:pt x="6278880" y="929640"/>
                </a:cubicBezTo>
                <a:close/>
                <a:moveTo>
                  <a:pt x="6278880" y="1082040"/>
                </a:moveTo>
                <a:cubicBezTo>
                  <a:pt x="6278880" y="1090457"/>
                  <a:pt x="6272057" y="1097280"/>
                  <a:pt x="6263640" y="1097280"/>
                </a:cubicBezTo>
                <a:cubicBezTo>
                  <a:pt x="6255223" y="1097280"/>
                  <a:pt x="6248400" y="1090457"/>
                  <a:pt x="6248400" y="1082040"/>
                </a:cubicBezTo>
                <a:cubicBezTo>
                  <a:pt x="6248400" y="1073623"/>
                  <a:pt x="6255223" y="1066800"/>
                  <a:pt x="6263640" y="1066800"/>
                </a:cubicBezTo>
                <a:cubicBezTo>
                  <a:pt x="6272057" y="1066800"/>
                  <a:pt x="6278880" y="1073623"/>
                  <a:pt x="6278880" y="1082040"/>
                </a:cubicBezTo>
                <a:close/>
                <a:moveTo>
                  <a:pt x="6278880" y="1234440"/>
                </a:moveTo>
                <a:cubicBezTo>
                  <a:pt x="6278880" y="1242857"/>
                  <a:pt x="6272057" y="1249680"/>
                  <a:pt x="6263640" y="1249680"/>
                </a:cubicBezTo>
                <a:cubicBezTo>
                  <a:pt x="6255223" y="1249680"/>
                  <a:pt x="6248400" y="1242857"/>
                  <a:pt x="6248400" y="1234440"/>
                </a:cubicBezTo>
                <a:cubicBezTo>
                  <a:pt x="6248400" y="1226023"/>
                  <a:pt x="6255223" y="1219200"/>
                  <a:pt x="6263640" y="1219200"/>
                </a:cubicBezTo>
                <a:cubicBezTo>
                  <a:pt x="6272057" y="1219200"/>
                  <a:pt x="6278880" y="1226023"/>
                  <a:pt x="6278880" y="1234440"/>
                </a:cubicBezTo>
                <a:close/>
                <a:moveTo>
                  <a:pt x="6278880" y="1386840"/>
                </a:moveTo>
                <a:cubicBezTo>
                  <a:pt x="6278880" y="1395257"/>
                  <a:pt x="6272057" y="1402080"/>
                  <a:pt x="6263640" y="1402080"/>
                </a:cubicBezTo>
                <a:cubicBezTo>
                  <a:pt x="6255223" y="1402080"/>
                  <a:pt x="6248400" y="1395257"/>
                  <a:pt x="6248400" y="1386840"/>
                </a:cubicBezTo>
                <a:cubicBezTo>
                  <a:pt x="6248400" y="1378423"/>
                  <a:pt x="6255223" y="1371600"/>
                  <a:pt x="6263640" y="1371600"/>
                </a:cubicBezTo>
                <a:cubicBezTo>
                  <a:pt x="6272057" y="1371600"/>
                  <a:pt x="6278880" y="1378423"/>
                  <a:pt x="6278880" y="1386840"/>
                </a:cubicBezTo>
                <a:close/>
                <a:moveTo>
                  <a:pt x="6278880" y="1539240"/>
                </a:moveTo>
                <a:cubicBezTo>
                  <a:pt x="6278880" y="1547657"/>
                  <a:pt x="6272057" y="1554480"/>
                  <a:pt x="6263640" y="1554480"/>
                </a:cubicBezTo>
                <a:cubicBezTo>
                  <a:pt x="6255223" y="1554480"/>
                  <a:pt x="6248400" y="1547657"/>
                  <a:pt x="6248400" y="1539240"/>
                </a:cubicBezTo>
                <a:cubicBezTo>
                  <a:pt x="6248400" y="1530823"/>
                  <a:pt x="6255223" y="1524000"/>
                  <a:pt x="6263640" y="1524000"/>
                </a:cubicBezTo>
                <a:cubicBezTo>
                  <a:pt x="6272057" y="1524000"/>
                  <a:pt x="6278880" y="1530823"/>
                  <a:pt x="6278880" y="1539240"/>
                </a:cubicBezTo>
                <a:close/>
                <a:moveTo>
                  <a:pt x="6278880" y="1691640"/>
                </a:moveTo>
                <a:cubicBezTo>
                  <a:pt x="6278880" y="1700057"/>
                  <a:pt x="6272057" y="1706880"/>
                  <a:pt x="6263640" y="1706880"/>
                </a:cubicBezTo>
                <a:cubicBezTo>
                  <a:pt x="6255223" y="1706880"/>
                  <a:pt x="6248400" y="1700057"/>
                  <a:pt x="6248400" y="1691640"/>
                </a:cubicBezTo>
                <a:cubicBezTo>
                  <a:pt x="6248400" y="1683223"/>
                  <a:pt x="6255223" y="1676400"/>
                  <a:pt x="6263640" y="1676400"/>
                </a:cubicBezTo>
                <a:cubicBezTo>
                  <a:pt x="6272057" y="1676400"/>
                  <a:pt x="6278880" y="1683223"/>
                  <a:pt x="6278880" y="1691640"/>
                </a:cubicBezTo>
                <a:close/>
                <a:moveTo>
                  <a:pt x="6278880" y="1844040"/>
                </a:moveTo>
                <a:cubicBezTo>
                  <a:pt x="6278880" y="1852457"/>
                  <a:pt x="6272057" y="1859280"/>
                  <a:pt x="6263640" y="1859280"/>
                </a:cubicBezTo>
                <a:cubicBezTo>
                  <a:pt x="6255223" y="1859280"/>
                  <a:pt x="6248400" y="1852457"/>
                  <a:pt x="6248400" y="1844040"/>
                </a:cubicBezTo>
                <a:cubicBezTo>
                  <a:pt x="6248400" y="1835623"/>
                  <a:pt x="6255223" y="1828800"/>
                  <a:pt x="6263640" y="1828800"/>
                </a:cubicBezTo>
                <a:cubicBezTo>
                  <a:pt x="6272057" y="1828800"/>
                  <a:pt x="6278880" y="1835623"/>
                  <a:pt x="6278880" y="1844040"/>
                </a:cubicBezTo>
                <a:close/>
                <a:moveTo>
                  <a:pt x="6278880" y="1996440"/>
                </a:moveTo>
                <a:cubicBezTo>
                  <a:pt x="6278880" y="2004857"/>
                  <a:pt x="6272057" y="2011680"/>
                  <a:pt x="6263640" y="2011680"/>
                </a:cubicBezTo>
                <a:cubicBezTo>
                  <a:pt x="6255223" y="2011680"/>
                  <a:pt x="6248400" y="2004857"/>
                  <a:pt x="6248400" y="1996440"/>
                </a:cubicBezTo>
                <a:cubicBezTo>
                  <a:pt x="6248400" y="1988023"/>
                  <a:pt x="6255223" y="1981200"/>
                  <a:pt x="6263640" y="1981200"/>
                </a:cubicBezTo>
                <a:cubicBezTo>
                  <a:pt x="6272057" y="1981200"/>
                  <a:pt x="6278880" y="1988023"/>
                  <a:pt x="6278880" y="1996440"/>
                </a:cubicBezTo>
                <a:close/>
                <a:moveTo>
                  <a:pt x="6278880" y="2148840"/>
                </a:moveTo>
                <a:cubicBezTo>
                  <a:pt x="6278880" y="2157257"/>
                  <a:pt x="6272057" y="2164080"/>
                  <a:pt x="6263640" y="2164080"/>
                </a:cubicBezTo>
                <a:cubicBezTo>
                  <a:pt x="6255223" y="2164080"/>
                  <a:pt x="6248400" y="2157257"/>
                  <a:pt x="6248400" y="2148840"/>
                </a:cubicBezTo>
                <a:cubicBezTo>
                  <a:pt x="6248400" y="2140423"/>
                  <a:pt x="6255223" y="2133600"/>
                  <a:pt x="6263640" y="2133600"/>
                </a:cubicBezTo>
                <a:cubicBezTo>
                  <a:pt x="6272057" y="2133600"/>
                  <a:pt x="6278880" y="2140423"/>
                  <a:pt x="6278880" y="2148840"/>
                </a:cubicBezTo>
                <a:close/>
                <a:moveTo>
                  <a:pt x="6278880" y="2301240"/>
                </a:moveTo>
                <a:cubicBezTo>
                  <a:pt x="6278880" y="2309657"/>
                  <a:pt x="6272057" y="2316480"/>
                  <a:pt x="6263640" y="2316480"/>
                </a:cubicBezTo>
                <a:cubicBezTo>
                  <a:pt x="6255223" y="2316480"/>
                  <a:pt x="6248400" y="2309657"/>
                  <a:pt x="6248400" y="2301240"/>
                </a:cubicBezTo>
                <a:cubicBezTo>
                  <a:pt x="6248400" y="2292823"/>
                  <a:pt x="6255223" y="2286000"/>
                  <a:pt x="6263640" y="2286000"/>
                </a:cubicBezTo>
                <a:cubicBezTo>
                  <a:pt x="6272057" y="2286000"/>
                  <a:pt x="6278880" y="2292823"/>
                  <a:pt x="6278880" y="2301240"/>
                </a:cubicBezTo>
                <a:close/>
                <a:moveTo>
                  <a:pt x="6278880" y="2453640"/>
                </a:moveTo>
                <a:cubicBezTo>
                  <a:pt x="6278880" y="2462057"/>
                  <a:pt x="6272057" y="2468880"/>
                  <a:pt x="6263640" y="2468880"/>
                </a:cubicBezTo>
                <a:cubicBezTo>
                  <a:pt x="6255223" y="2468880"/>
                  <a:pt x="6248400" y="2462057"/>
                  <a:pt x="6248400" y="2453640"/>
                </a:cubicBezTo>
                <a:cubicBezTo>
                  <a:pt x="6248400" y="2445223"/>
                  <a:pt x="6255223" y="2438400"/>
                  <a:pt x="6263640" y="2438400"/>
                </a:cubicBezTo>
                <a:cubicBezTo>
                  <a:pt x="6272057" y="2438400"/>
                  <a:pt x="6278880" y="2445223"/>
                  <a:pt x="6278880" y="2453640"/>
                </a:cubicBezTo>
                <a:close/>
                <a:moveTo>
                  <a:pt x="6278880" y="2606040"/>
                </a:moveTo>
                <a:cubicBezTo>
                  <a:pt x="6278880" y="2614457"/>
                  <a:pt x="6272057" y="2621280"/>
                  <a:pt x="6263640" y="2621280"/>
                </a:cubicBezTo>
                <a:cubicBezTo>
                  <a:pt x="6255223" y="2621280"/>
                  <a:pt x="6248400" y="2614457"/>
                  <a:pt x="6248400" y="2606040"/>
                </a:cubicBezTo>
                <a:cubicBezTo>
                  <a:pt x="6248400" y="2597623"/>
                  <a:pt x="6255223" y="2590800"/>
                  <a:pt x="6263640" y="2590800"/>
                </a:cubicBezTo>
                <a:cubicBezTo>
                  <a:pt x="6272057" y="2590800"/>
                  <a:pt x="6278880" y="2597623"/>
                  <a:pt x="6278880" y="2606040"/>
                </a:cubicBezTo>
                <a:close/>
                <a:moveTo>
                  <a:pt x="6278880" y="2758440"/>
                </a:moveTo>
                <a:cubicBezTo>
                  <a:pt x="6278880" y="2766857"/>
                  <a:pt x="6272057" y="2773680"/>
                  <a:pt x="6263640" y="2773680"/>
                </a:cubicBezTo>
                <a:cubicBezTo>
                  <a:pt x="6255223" y="2773680"/>
                  <a:pt x="6248400" y="2766857"/>
                  <a:pt x="6248400" y="2758440"/>
                </a:cubicBezTo>
                <a:cubicBezTo>
                  <a:pt x="6248400" y="2750023"/>
                  <a:pt x="6255223" y="2743200"/>
                  <a:pt x="6263640" y="2743200"/>
                </a:cubicBezTo>
                <a:cubicBezTo>
                  <a:pt x="6272057" y="2743200"/>
                  <a:pt x="6278880" y="2750023"/>
                  <a:pt x="6278880" y="2758440"/>
                </a:cubicBezTo>
                <a:close/>
                <a:moveTo>
                  <a:pt x="6278880" y="2910840"/>
                </a:moveTo>
                <a:cubicBezTo>
                  <a:pt x="6278880" y="2919257"/>
                  <a:pt x="6272057" y="2926080"/>
                  <a:pt x="6263640" y="2926080"/>
                </a:cubicBezTo>
                <a:cubicBezTo>
                  <a:pt x="6255223" y="2926080"/>
                  <a:pt x="6248400" y="2919257"/>
                  <a:pt x="6248400" y="2910840"/>
                </a:cubicBezTo>
                <a:cubicBezTo>
                  <a:pt x="6248400" y="2902423"/>
                  <a:pt x="6255223" y="2895600"/>
                  <a:pt x="6263640" y="2895600"/>
                </a:cubicBezTo>
                <a:cubicBezTo>
                  <a:pt x="6272057" y="2895600"/>
                  <a:pt x="6278880" y="2902423"/>
                  <a:pt x="6278880" y="2910840"/>
                </a:cubicBezTo>
                <a:close/>
                <a:moveTo>
                  <a:pt x="6278880" y="3063240"/>
                </a:moveTo>
                <a:cubicBezTo>
                  <a:pt x="6278880" y="3071657"/>
                  <a:pt x="6272057" y="3078480"/>
                  <a:pt x="6263640" y="3078480"/>
                </a:cubicBezTo>
                <a:cubicBezTo>
                  <a:pt x="6255223" y="3078480"/>
                  <a:pt x="6248400" y="3071657"/>
                  <a:pt x="6248400" y="3063240"/>
                </a:cubicBezTo>
                <a:cubicBezTo>
                  <a:pt x="6248400" y="3054823"/>
                  <a:pt x="6255223" y="3048000"/>
                  <a:pt x="6263640" y="3048000"/>
                </a:cubicBezTo>
                <a:cubicBezTo>
                  <a:pt x="6272057" y="3048000"/>
                  <a:pt x="6278880" y="3054823"/>
                  <a:pt x="6278880" y="3063240"/>
                </a:cubicBezTo>
                <a:close/>
                <a:moveTo>
                  <a:pt x="6278880" y="3215640"/>
                </a:moveTo>
                <a:cubicBezTo>
                  <a:pt x="6278880" y="3224057"/>
                  <a:pt x="6272057" y="3230880"/>
                  <a:pt x="6263640" y="3230880"/>
                </a:cubicBezTo>
                <a:cubicBezTo>
                  <a:pt x="6255223" y="3230880"/>
                  <a:pt x="6248400" y="3224057"/>
                  <a:pt x="6248400" y="3215640"/>
                </a:cubicBezTo>
                <a:cubicBezTo>
                  <a:pt x="6248400" y="3207223"/>
                  <a:pt x="6255223" y="3200400"/>
                  <a:pt x="6263640" y="3200400"/>
                </a:cubicBezTo>
                <a:cubicBezTo>
                  <a:pt x="6272057" y="3200400"/>
                  <a:pt x="6278880" y="3207223"/>
                  <a:pt x="6278880" y="3215640"/>
                </a:cubicBezTo>
                <a:close/>
                <a:moveTo>
                  <a:pt x="6278880" y="3368040"/>
                </a:moveTo>
                <a:cubicBezTo>
                  <a:pt x="6278880" y="3376457"/>
                  <a:pt x="6272057" y="3383280"/>
                  <a:pt x="6263640" y="3383280"/>
                </a:cubicBezTo>
                <a:cubicBezTo>
                  <a:pt x="6255223" y="3383280"/>
                  <a:pt x="6248400" y="3376457"/>
                  <a:pt x="6248400" y="3368040"/>
                </a:cubicBezTo>
                <a:cubicBezTo>
                  <a:pt x="6248400" y="3359623"/>
                  <a:pt x="6255223" y="3352800"/>
                  <a:pt x="6263640" y="3352800"/>
                </a:cubicBezTo>
                <a:cubicBezTo>
                  <a:pt x="6272057" y="3352800"/>
                  <a:pt x="6278880" y="3359623"/>
                  <a:pt x="6278880" y="3368040"/>
                </a:cubicBezTo>
                <a:close/>
                <a:moveTo>
                  <a:pt x="6278880" y="3520440"/>
                </a:moveTo>
                <a:cubicBezTo>
                  <a:pt x="6278880" y="3528857"/>
                  <a:pt x="6272057" y="3535680"/>
                  <a:pt x="6263640" y="3535680"/>
                </a:cubicBezTo>
                <a:cubicBezTo>
                  <a:pt x="6255223" y="3535680"/>
                  <a:pt x="6248400" y="3528857"/>
                  <a:pt x="6248400" y="3520440"/>
                </a:cubicBezTo>
                <a:cubicBezTo>
                  <a:pt x="6248400" y="3512023"/>
                  <a:pt x="6255223" y="3505200"/>
                  <a:pt x="6263640" y="3505200"/>
                </a:cubicBezTo>
                <a:cubicBezTo>
                  <a:pt x="6272057" y="3505200"/>
                  <a:pt x="6278880" y="3512023"/>
                  <a:pt x="6278880" y="3520440"/>
                </a:cubicBezTo>
                <a:close/>
                <a:moveTo>
                  <a:pt x="6278880" y="3672840"/>
                </a:moveTo>
                <a:cubicBezTo>
                  <a:pt x="6278880" y="3681257"/>
                  <a:pt x="6272057" y="3688080"/>
                  <a:pt x="6263640" y="3688080"/>
                </a:cubicBezTo>
                <a:cubicBezTo>
                  <a:pt x="6255223" y="3688080"/>
                  <a:pt x="6248400" y="3681257"/>
                  <a:pt x="6248400" y="3672840"/>
                </a:cubicBezTo>
                <a:cubicBezTo>
                  <a:pt x="6248400" y="3664423"/>
                  <a:pt x="6255223" y="3657600"/>
                  <a:pt x="6263640" y="3657600"/>
                </a:cubicBezTo>
                <a:cubicBezTo>
                  <a:pt x="6272057" y="3657600"/>
                  <a:pt x="6278880" y="3664423"/>
                  <a:pt x="6278880" y="3672840"/>
                </a:cubicBezTo>
                <a:close/>
                <a:moveTo>
                  <a:pt x="6278880" y="3825240"/>
                </a:moveTo>
                <a:cubicBezTo>
                  <a:pt x="6278880" y="3833657"/>
                  <a:pt x="6272057" y="3840480"/>
                  <a:pt x="6263640" y="3840480"/>
                </a:cubicBezTo>
                <a:cubicBezTo>
                  <a:pt x="6255223" y="3840480"/>
                  <a:pt x="6248400" y="3833657"/>
                  <a:pt x="6248400" y="3825240"/>
                </a:cubicBezTo>
                <a:cubicBezTo>
                  <a:pt x="6248400" y="3816823"/>
                  <a:pt x="6255223" y="3810000"/>
                  <a:pt x="6263640" y="3810000"/>
                </a:cubicBezTo>
                <a:cubicBezTo>
                  <a:pt x="6272057" y="3810000"/>
                  <a:pt x="6278880" y="3816823"/>
                  <a:pt x="6278880" y="3825240"/>
                </a:cubicBezTo>
                <a:close/>
                <a:moveTo>
                  <a:pt x="6278880" y="3977640"/>
                </a:moveTo>
                <a:cubicBezTo>
                  <a:pt x="6278880" y="3986057"/>
                  <a:pt x="6272057" y="3992880"/>
                  <a:pt x="6263640" y="3992880"/>
                </a:cubicBezTo>
                <a:cubicBezTo>
                  <a:pt x="6255223" y="3992880"/>
                  <a:pt x="6248400" y="3986057"/>
                  <a:pt x="6248400" y="3977640"/>
                </a:cubicBezTo>
                <a:cubicBezTo>
                  <a:pt x="6248400" y="3969223"/>
                  <a:pt x="6255223" y="3962400"/>
                  <a:pt x="6263640" y="3962400"/>
                </a:cubicBezTo>
                <a:cubicBezTo>
                  <a:pt x="6272057" y="3962400"/>
                  <a:pt x="6278880" y="3969223"/>
                  <a:pt x="6278880" y="3977640"/>
                </a:cubicBezTo>
                <a:close/>
                <a:moveTo>
                  <a:pt x="6278880" y="4130040"/>
                </a:moveTo>
                <a:cubicBezTo>
                  <a:pt x="6278880" y="4138457"/>
                  <a:pt x="6272057" y="4145280"/>
                  <a:pt x="6263640" y="4145280"/>
                </a:cubicBezTo>
                <a:cubicBezTo>
                  <a:pt x="6255223" y="4145280"/>
                  <a:pt x="6248400" y="4138457"/>
                  <a:pt x="6248400" y="4130040"/>
                </a:cubicBezTo>
                <a:cubicBezTo>
                  <a:pt x="6248400" y="4121623"/>
                  <a:pt x="6255223" y="4114800"/>
                  <a:pt x="6263640" y="4114800"/>
                </a:cubicBezTo>
                <a:cubicBezTo>
                  <a:pt x="6272057" y="4114800"/>
                  <a:pt x="6278880" y="4121623"/>
                  <a:pt x="6278880" y="4130040"/>
                </a:cubicBezTo>
                <a:close/>
                <a:moveTo>
                  <a:pt x="6278880" y="4282440"/>
                </a:moveTo>
                <a:cubicBezTo>
                  <a:pt x="6278880" y="4290857"/>
                  <a:pt x="6272057" y="4297680"/>
                  <a:pt x="6263640" y="4297680"/>
                </a:cubicBezTo>
                <a:cubicBezTo>
                  <a:pt x="6255223" y="4297680"/>
                  <a:pt x="6248400" y="4290857"/>
                  <a:pt x="6248400" y="4282440"/>
                </a:cubicBezTo>
                <a:cubicBezTo>
                  <a:pt x="6248400" y="4274023"/>
                  <a:pt x="6255223" y="4267200"/>
                  <a:pt x="6263640" y="4267200"/>
                </a:cubicBezTo>
                <a:cubicBezTo>
                  <a:pt x="6272057" y="4267200"/>
                  <a:pt x="6278880" y="4274023"/>
                  <a:pt x="6278880" y="4282440"/>
                </a:cubicBezTo>
                <a:close/>
                <a:moveTo>
                  <a:pt x="6278880" y="4434840"/>
                </a:moveTo>
                <a:cubicBezTo>
                  <a:pt x="6278880" y="4443257"/>
                  <a:pt x="6272057" y="4450080"/>
                  <a:pt x="6263640" y="4450080"/>
                </a:cubicBezTo>
                <a:cubicBezTo>
                  <a:pt x="6255223" y="4450080"/>
                  <a:pt x="6248400" y="4443257"/>
                  <a:pt x="6248400" y="4434840"/>
                </a:cubicBezTo>
                <a:cubicBezTo>
                  <a:pt x="6248400" y="4426423"/>
                  <a:pt x="6255223" y="4419600"/>
                  <a:pt x="6263640" y="4419600"/>
                </a:cubicBezTo>
                <a:cubicBezTo>
                  <a:pt x="6272057" y="4419600"/>
                  <a:pt x="6278880" y="4426423"/>
                  <a:pt x="6278880" y="4434840"/>
                </a:cubicBezTo>
                <a:close/>
                <a:moveTo>
                  <a:pt x="6431280" y="15240"/>
                </a:moveTo>
                <a:cubicBezTo>
                  <a:pt x="6431280" y="23657"/>
                  <a:pt x="6424457" y="30480"/>
                  <a:pt x="6416040" y="30480"/>
                </a:cubicBezTo>
                <a:cubicBezTo>
                  <a:pt x="6407623" y="30480"/>
                  <a:pt x="6400800" y="23657"/>
                  <a:pt x="6400800" y="15240"/>
                </a:cubicBezTo>
                <a:cubicBezTo>
                  <a:pt x="6400800" y="6823"/>
                  <a:pt x="6407623" y="0"/>
                  <a:pt x="6416040" y="0"/>
                </a:cubicBezTo>
                <a:cubicBezTo>
                  <a:pt x="6424457" y="0"/>
                  <a:pt x="6431280" y="6823"/>
                  <a:pt x="6431280" y="15240"/>
                </a:cubicBezTo>
                <a:close/>
                <a:moveTo>
                  <a:pt x="6431280" y="167640"/>
                </a:moveTo>
                <a:cubicBezTo>
                  <a:pt x="6431280" y="176057"/>
                  <a:pt x="6424457" y="182880"/>
                  <a:pt x="6416040" y="182880"/>
                </a:cubicBezTo>
                <a:cubicBezTo>
                  <a:pt x="6407623" y="182880"/>
                  <a:pt x="6400800" y="176057"/>
                  <a:pt x="6400800" y="167640"/>
                </a:cubicBezTo>
                <a:cubicBezTo>
                  <a:pt x="6400800" y="159223"/>
                  <a:pt x="6407623" y="152400"/>
                  <a:pt x="6416040" y="152400"/>
                </a:cubicBezTo>
                <a:cubicBezTo>
                  <a:pt x="6424457" y="152400"/>
                  <a:pt x="6431280" y="159223"/>
                  <a:pt x="6431280" y="167640"/>
                </a:cubicBezTo>
                <a:close/>
                <a:moveTo>
                  <a:pt x="6431280" y="320040"/>
                </a:moveTo>
                <a:cubicBezTo>
                  <a:pt x="6431280" y="328457"/>
                  <a:pt x="6424457" y="335280"/>
                  <a:pt x="6416040" y="335280"/>
                </a:cubicBezTo>
                <a:cubicBezTo>
                  <a:pt x="6407623" y="335280"/>
                  <a:pt x="6400800" y="328457"/>
                  <a:pt x="6400800" y="320040"/>
                </a:cubicBezTo>
                <a:cubicBezTo>
                  <a:pt x="6400800" y="311623"/>
                  <a:pt x="6407623" y="304800"/>
                  <a:pt x="6416040" y="304800"/>
                </a:cubicBezTo>
                <a:cubicBezTo>
                  <a:pt x="6424457" y="304800"/>
                  <a:pt x="6431280" y="311623"/>
                  <a:pt x="6431280" y="320040"/>
                </a:cubicBezTo>
                <a:close/>
                <a:moveTo>
                  <a:pt x="6431280" y="472440"/>
                </a:moveTo>
                <a:cubicBezTo>
                  <a:pt x="6431280" y="480857"/>
                  <a:pt x="6424457" y="487680"/>
                  <a:pt x="6416040" y="487680"/>
                </a:cubicBezTo>
                <a:cubicBezTo>
                  <a:pt x="6407623" y="487680"/>
                  <a:pt x="6400800" y="480857"/>
                  <a:pt x="6400800" y="472440"/>
                </a:cubicBezTo>
                <a:cubicBezTo>
                  <a:pt x="6400800" y="464023"/>
                  <a:pt x="6407623" y="457200"/>
                  <a:pt x="6416040" y="457200"/>
                </a:cubicBezTo>
                <a:cubicBezTo>
                  <a:pt x="6424457" y="457200"/>
                  <a:pt x="6431280" y="464023"/>
                  <a:pt x="6431280" y="472440"/>
                </a:cubicBezTo>
                <a:close/>
                <a:moveTo>
                  <a:pt x="6431280" y="624840"/>
                </a:moveTo>
                <a:cubicBezTo>
                  <a:pt x="6431280" y="633257"/>
                  <a:pt x="6424457" y="640080"/>
                  <a:pt x="6416040" y="640080"/>
                </a:cubicBezTo>
                <a:cubicBezTo>
                  <a:pt x="6407623" y="640080"/>
                  <a:pt x="6400800" y="633257"/>
                  <a:pt x="6400800" y="624840"/>
                </a:cubicBezTo>
                <a:cubicBezTo>
                  <a:pt x="6400800" y="616423"/>
                  <a:pt x="6407623" y="609600"/>
                  <a:pt x="6416040" y="609600"/>
                </a:cubicBezTo>
                <a:cubicBezTo>
                  <a:pt x="6424457" y="609600"/>
                  <a:pt x="6431280" y="616423"/>
                  <a:pt x="6431280" y="624840"/>
                </a:cubicBezTo>
                <a:close/>
                <a:moveTo>
                  <a:pt x="6431280" y="777240"/>
                </a:moveTo>
                <a:cubicBezTo>
                  <a:pt x="6431280" y="785657"/>
                  <a:pt x="6424457" y="792480"/>
                  <a:pt x="6416040" y="792480"/>
                </a:cubicBezTo>
                <a:cubicBezTo>
                  <a:pt x="6407623" y="792480"/>
                  <a:pt x="6400800" y="785657"/>
                  <a:pt x="6400800" y="777240"/>
                </a:cubicBezTo>
                <a:cubicBezTo>
                  <a:pt x="6400800" y="768823"/>
                  <a:pt x="6407623" y="762000"/>
                  <a:pt x="6416040" y="762000"/>
                </a:cubicBezTo>
                <a:cubicBezTo>
                  <a:pt x="6424457" y="762000"/>
                  <a:pt x="6431280" y="768823"/>
                  <a:pt x="6431280" y="777240"/>
                </a:cubicBezTo>
                <a:close/>
                <a:moveTo>
                  <a:pt x="6431280" y="929640"/>
                </a:moveTo>
                <a:cubicBezTo>
                  <a:pt x="6431280" y="938057"/>
                  <a:pt x="6424457" y="944880"/>
                  <a:pt x="6416040" y="944880"/>
                </a:cubicBezTo>
                <a:cubicBezTo>
                  <a:pt x="6407623" y="944880"/>
                  <a:pt x="6400800" y="938057"/>
                  <a:pt x="6400800" y="929640"/>
                </a:cubicBezTo>
                <a:cubicBezTo>
                  <a:pt x="6400800" y="921223"/>
                  <a:pt x="6407623" y="914400"/>
                  <a:pt x="6416040" y="914400"/>
                </a:cubicBezTo>
                <a:cubicBezTo>
                  <a:pt x="6424457" y="914400"/>
                  <a:pt x="6431280" y="921223"/>
                  <a:pt x="6431280" y="929640"/>
                </a:cubicBezTo>
                <a:close/>
                <a:moveTo>
                  <a:pt x="6431280" y="1082040"/>
                </a:moveTo>
                <a:cubicBezTo>
                  <a:pt x="6431280" y="1090457"/>
                  <a:pt x="6424457" y="1097280"/>
                  <a:pt x="6416040" y="1097280"/>
                </a:cubicBezTo>
                <a:cubicBezTo>
                  <a:pt x="6407623" y="1097280"/>
                  <a:pt x="6400800" y="1090457"/>
                  <a:pt x="6400800" y="1082040"/>
                </a:cubicBezTo>
                <a:cubicBezTo>
                  <a:pt x="6400800" y="1073623"/>
                  <a:pt x="6407623" y="1066800"/>
                  <a:pt x="6416040" y="1066800"/>
                </a:cubicBezTo>
                <a:cubicBezTo>
                  <a:pt x="6424457" y="1066800"/>
                  <a:pt x="6431280" y="1073623"/>
                  <a:pt x="6431280" y="1082040"/>
                </a:cubicBezTo>
                <a:close/>
                <a:moveTo>
                  <a:pt x="6431280" y="1234440"/>
                </a:moveTo>
                <a:cubicBezTo>
                  <a:pt x="6431280" y="1242857"/>
                  <a:pt x="6424457" y="1249680"/>
                  <a:pt x="6416040" y="1249680"/>
                </a:cubicBezTo>
                <a:cubicBezTo>
                  <a:pt x="6407623" y="1249680"/>
                  <a:pt x="6400800" y="1242857"/>
                  <a:pt x="6400800" y="1234440"/>
                </a:cubicBezTo>
                <a:cubicBezTo>
                  <a:pt x="6400800" y="1226023"/>
                  <a:pt x="6407623" y="1219200"/>
                  <a:pt x="6416040" y="1219200"/>
                </a:cubicBezTo>
                <a:cubicBezTo>
                  <a:pt x="6424457" y="1219200"/>
                  <a:pt x="6431280" y="1226023"/>
                  <a:pt x="6431280" y="1234440"/>
                </a:cubicBezTo>
                <a:close/>
                <a:moveTo>
                  <a:pt x="6431280" y="1386840"/>
                </a:moveTo>
                <a:cubicBezTo>
                  <a:pt x="6431280" y="1395257"/>
                  <a:pt x="6424457" y="1402080"/>
                  <a:pt x="6416040" y="1402080"/>
                </a:cubicBezTo>
                <a:cubicBezTo>
                  <a:pt x="6407623" y="1402080"/>
                  <a:pt x="6400800" y="1395257"/>
                  <a:pt x="6400800" y="1386840"/>
                </a:cubicBezTo>
                <a:cubicBezTo>
                  <a:pt x="6400800" y="1378423"/>
                  <a:pt x="6407623" y="1371600"/>
                  <a:pt x="6416040" y="1371600"/>
                </a:cubicBezTo>
                <a:cubicBezTo>
                  <a:pt x="6424457" y="1371600"/>
                  <a:pt x="6431280" y="1378423"/>
                  <a:pt x="6431280" y="1386840"/>
                </a:cubicBezTo>
                <a:close/>
                <a:moveTo>
                  <a:pt x="6431280" y="1539240"/>
                </a:moveTo>
                <a:cubicBezTo>
                  <a:pt x="6431280" y="1547657"/>
                  <a:pt x="6424457" y="1554480"/>
                  <a:pt x="6416040" y="1554480"/>
                </a:cubicBezTo>
                <a:cubicBezTo>
                  <a:pt x="6407623" y="1554480"/>
                  <a:pt x="6400800" y="1547657"/>
                  <a:pt x="6400800" y="1539240"/>
                </a:cubicBezTo>
                <a:cubicBezTo>
                  <a:pt x="6400800" y="1530823"/>
                  <a:pt x="6407623" y="1524000"/>
                  <a:pt x="6416040" y="1524000"/>
                </a:cubicBezTo>
                <a:cubicBezTo>
                  <a:pt x="6424457" y="1524000"/>
                  <a:pt x="6431280" y="1530823"/>
                  <a:pt x="6431280" y="1539240"/>
                </a:cubicBezTo>
                <a:close/>
                <a:moveTo>
                  <a:pt x="6431280" y="1691640"/>
                </a:moveTo>
                <a:cubicBezTo>
                  <a:pt x="6431280" y="1700057"/>
                  <a:pt x="6424457" y="1706880"/>
                  <a:pt x="6416040" y="1706880"/>
                </a:cubicBezTo>
                <a:cubicBezTo>
                  <a:pt x="6407623" y="1706880"/>
                  <a:pt x="6400800" y="1700057"/>
                  <a:pt x="6400800" y="1691640"/>
                </a:cubicBezTo>
                <a:cubicBezTo>
                  <a:pt x="6400800" y="1683223"/>
                  <a:pt x="6407623" y="1676400"/>
                  <a:pt x="6416040" y="1676400"/>
                </a:cubicBezTo>
                <a:cubicBezTo>
                  <a:pt x="6424457" y="1676400"/>
                  <a:pt x="6431280" y="1683223"/>
                  <a:pt x="6431280" y="1691640"/>
                </a:cubicBezTo>
                <a:close/>
                <a:moveTo>
                  <a:pt x="6431280" y="1844040"/>
                </a:moveTo>
                <a:cubicBezTo>
                  <a:pt x="6431280" y="1852457"/>
                  <a:pt x="6424457" y="1859280"/>
                  <a:pt x="6416040" y="1859280"/>
                </a:cubicBezTo>
                <a:cubicBezTo>
                  <a:pt x="6407623" y="1859280"/>
                  <a:pt x="6400800" y="1852457"/>
                  <a:pt x="6400800" y="1844040"/>
                </a:cubicBezTo>
                <a:cubicBezTo>
                  <a:pt x="6400800" y="1835623"/>
                  <a:pt x="6407623" y="1828800"/>
                  <a:pt x="6416040" y="1828800"/>
                </a:cubicBezTo>
                <a:cubicBezTo>
                  <a:pt x="6424457" y="1828800"/>
                  <a:pt x="6431280" y="1835623"/>
                  <a:pt x="6431280" y="1844040"/>
                </a:cubicBezTo>
                <a:close/>
                <a:moveTo>
                  <a:pt x="6431280" y="1996440"/>
                </a:moveTo>
                <a:cubicBezTo>
                  <a:pt x="6431280" y="2004857"/>
                  <a:pt x="6424457" y="2011680"/>
                  <a:pt x="6416040" y="2011680"/>
                </a:cubicBezTo>
                <a:cubicBezTo>
                  <a:pt x="6407623" y="2011680"/>
                  <a:pt x="6400800" y="2004857"/>
                  <a:pt x="6400800" y="1996440"/>
                </a:cubicBezTo>
                <a:cubicBezTo>
                  <a:pt x="6400800" y="1988023"/>
                  <a:pt x="6407623" y="1981200"/>
                  <a:pt x="6416040" y="1981200"/>
                </a:cubicBezTo>
                <a:cubicBezTo>
                  <a:pt x="6424457" y="1981200"/>
                  <a:pt x="6431280" y="1988023"/>
                  <a:pt x="6431280" y="1996440"/>
                </a:cubicBezTo>
                <a:close/>
                <a:moveTo>
                  <a:pt x="6431280" y="2148840"/>
                </a:moveTo>
                <a:cubicBezTo>
                  <a:pt x="6431280" y="2157257"/>
                  <a:pt x="6424457" y="2164080"/>
                  <a:pt x="6416040" y="2164080"/>
                </a:cubicBezTo>
                <a:cubicBezTo>
                  <a:pt x="6407623" y="2164080"/>
                  <a:pt x="6400800" y="2157257"/>
                  <a:pt x="6400800" y="2148840"/>
                </a:cubicBezTo>
                <a:cubicBezTo>
                  <a:pt x="6400800" y="2140423"/>
                  <a:pt x="6407623" y="2133600"/>
                  <a:pt x="6416040" y="2133600"/>
                </a:cubicBezTo>
                <a:cubicBezTo>
                  <a:pt x="6424457" y="2133600"/>
                  <a:pt x="6431280" y="2140423"/>
                  <a:pt x="6431280" y="2148840"/>
                </a:cubicBezTo>
                <a:close/>
                <a:moveTo>
                  <a:pt x="6431280" y="2301240"/>
                </a:moveTo>
                <a:cubicBezTo>
                  <a:pt x="6431280" y="2309657"/>
                  <a:pt x="6424457" y="2316480"/>
                  <a:pt x="6416040" y="2316480"/>
                </a:cubicBezTo>
                <a:cubicBezTo>
                  <a:pt x="6407623" y="2316480"/>
                  <a:pt x="6400800" y="2309657"/>
                  <a:pt x="6400800" y="2301240"/>
                </a:cubicBezTo>
                <a:cubicBezTo>
                  <a:pt x="6400800" y="2292823"/>
                  <a:pt x="6407623" y="2286000"/>
                  <a:pt x="6416040" y="2286000"/>
                </a:cubicBezTo>
                <a:cubicBezTo>
                  <a:pt x="6424457" y="2286000"/>
                  <a:pt x="6431280" y="2292823"/>
                  <a:pt x="6431280" y="2301240"/>
                </a:cubicBezTo>
                <a:close/>
                <a:moveTo>
                  <a:pt x="6431280" y="2453640"/>
                </a:moveTo>
                <a:cubicBezTo>
                  <a:pt x="6431280" y="2462057"/>
                  <a:pt x="6424457" y="2468880"/>
                  <a:pt x="6416040" y="2468880"/>
                </a:cubicBezTo>
                <a:cubicBezTo>
                  <a:pt x="6407623" y="2468880"/>
                  <a:pt x="6400800" y="2462057"/>
                  <a:pt x="6400800" y="2453640"/>
                </a:cubicBezTo>
                <a:cubicBezTo>
                  <a:pt x="6400800" y="2445223"/>
                  <a:pt x="6407623" y="2438400"/>
                  <a:pt x="6416040" y="2438400"/>
                </a:cubicBezTo>
                <a:cubicBezTo>
                  <a:pt x="6424457" y="2438400"/>
                  <a:pt x="6431280" y="2445223"/>
                  <a:pt x="6431280" y="2453640"/>
                </a:cubicBezTo>
                <a:close/>
                <a:moveTo>
                  <a:pt x="6431280" y="2606040"/>
                </a:moveTo>
                <a:cubicBezTo>
                  <a:pt x="6431280" y="2614457"/>
                  <a:pt x="6424457" y="2621280"/>
                  <a:pt x="6416040" y="2621280"/>
                </a:cubicBezTo>
                <a:cubicBezTo>
                  <a:pt x="6407623" y="2621280"/>
                  <a:pt x="6400800" y="2614457"/>
                  <a:pt x="6400800" y="2606040"/>
                </a:cubicBezTo>
                <a:cubicBezTo>
                  <a:pt x="6400800" y="2597623"/>
                  <a:pt x="6407623" y="2590800"/>
                  <a:pt x="6416040" y="2590800"/>
                </a:cubicBezTo>
                <a:cubicBezTo>
                  <a:pt x="6424457" y="2590800"/>
                  <a:pt x="6431280" y="2597623"/>
                  <a:pt x="6431280" y="2606040"/>
                </a:cubicBezTo>
                <a:close/>
                <a:moveTo>
                  <a:pt x="6431280" y="2758440"/>
                </a:moveTo>
                <a:cubicBezTo>
                  <a:pt x="6431280" y="2766857"/>
                  <a:pt x="6424457" y="2773680"/>
                  <a:pt x="6416040" y="2773680"/>
                </a:cubicBezTo>
                <a:cubicBezTo>
                  <a:pt x="6407623" y="2773680"/>
                  <a:pt x="6400800" y="2766857"/>
                  <a:pt x="6400800" y="2758440"/>
                </a:cubicBezTo>
                <a:cubicBezTo>
                  <a:pt x="6400800" y="2750023"/>
                  <a:pt x="6407623" y="2743200"/>
                  <a:pt x="6416040" y="2743200"/>
                </a:cubicBezTo>
                <a:cubicBezTo>
                  <a:pt x="6424457" y="2743200"/>
                  <a:pt x="6431280" y="2750023"/>
                  <a:pt x="6431280" y="2758440"/>
                </a:cubicBezTo>
                <a:close/>
                <a:moveTo>
                  <a:pt x="6431280" y="2910840"/>
                </a:moveTo>
                <a:cubicBezTo>
                  <a:pt x="6431280" y="2919257"/>
                  <a:pt x="6424457" y="2926080"/>
                  <a:pt x="6416040" y="2926080"/>
                </a:cubicBezTo>
                <a:cubicBezTo>
                  <a:pt x="6407623" y="2926080"/>
                  <a:pt x="6400800" y="2919257"/>
                  <a:pt x="6400800" y="2910840"/>
                </a:cubicBezTo>
                <a:cubicBezTo>
                  <a:pt x="6400800" y="2902423"/>
                  <a:pt x="6407623" y="2895600"/>
                  <a:pt x="6416040" y="2895600"/>
                </a:cubicBezTo>
                <a:cubicBezTo>
                  <a:pt x="6424457" y="2895600"/>
                  <a:pt x="6431280" y="2902423"/>
                  <a:pt x="6431280" y="2910840"/>
                </a:cubicBezTo>
                <a:close/>
                <a:moveTo>
                  <a:pt x="6431280" y="3063240"/>
                </a:moveTo>
                <a:cubicBezTo>
                  <a:pt x="6431280" y="3071657"/>
                  <a:pt x="6424457" y="3078480"/>
                  <a:pt x="6416040" y="3078480"/>
                </a:cubicBezTo>
                <a:cubicBezTo>
                  <a:pt x="6407623" y="3078480"/>
                  <a:pt x="6400800" y="3071657"/>
                  <a:pt x="6400800" y="3063240"/>
                </a:cubicBezTo>
                <a:cubicBezTo>
                  <a:pt x="6400800" y="3054823"/>
                  <a:pt x="6407623" y="3048000"/>
                  <a:pt x="6416040" y="3048000"/>
                </a:cubicBezTo>
                <a:cubicBezTo>
                  <a:pt x="6424457" y="3048000"/>
                  <a:pt x="6431280" y="3054823"/>
                  <a:pt x="6431280" y="3063240"/>
                </a:cubicBezTo>
                <a:close/>
                <a:moveTo>
                  <a:pt x="6431280" y="3215640"/>
                </a:moveTo>
                <a:cubicBezTo>
                  <a:pt x="6431280" y="3224057"/>
                  <a:pt x="6424457" y="3230880"/>
                  <a:pt x="6416040" y="3230880"/>
                </a:cubicBezTo>
                <a:cubicBezTo>
                  <a:pt x="6407623" y="3230880"/>
                  <a:pt x="6400800" y="3224057"/>
                  <a:pt x="6400800" y="3215640"/>
                </a:cubicBezTo>
                <a:cubicBezTo>
                  <a:pt x="6400800" y="3207223"/>
                  <a:pt x="6407623" y="3200400"/>
                  <a:pt x="6416040" y="3200400"/>
                </a:cubicBezTo>
                <a:cubicBezTo>
                  <a:pt x="6424457" y="3200400"/>
                  <a:pt x="6431280" y="3207223"/>
                  <a:pt x="6431280" y="3215640"/>
                </a:cubicBezTo>
                <a:close/>
                <a:moveTo>
                  <a:pt x="6431280" y="3368040"/>
                </a:moveTo>
                <a:cubicBezTo>
                  <a:pt x="6431280" y="3376457"/>
                  <a:pt x="6424457" y="3383280"/>
                  <a:pt x="6416040" y="3383280"/>
                </a:cubicBezTo>
                <a:cubicBezTo>
                  <a:pt x="6407623" y="3383280"/>
                  <a:pt x="6400800" y="3376457"/>
                  <a:pt x="6400800" y="3368040"/>
                </a:cubicBezTo>
                <a:cubicBezTo>
                  <a:pt x="6400800" y="3359623"/>
                  <a:pt x="6407623" y="3352800"/>
                  <a:pt x="6416040" y="3352800"/>
                </a:cubicBezTo>
                <a:cubicBezTo>
                  <a:pt x="6424457" y="3352800"/>
                  <a:pt x="6431280" y="3359623"/>
                  <a:pt x="6431280" y="3368040"/>
                </a:cubicBezTo>
                <a:close/>
                <a:moveTo>
                  <a:pt x="6431280" y="3520440"/>
                </a:moveTo>
                <a:cubicBezTo>
                  <a:pt x="6431280" y="3528857"/>
                  <a:pt x="6424457" y="3535680"/>
                  <a:pt x="6416040" y="3535680"/>
                </a:cubicBezTo>
                <a:cubicBezTo>
                  <a:pt x="6407623" y="3535680"/>
                  <a:pt x="6400800" y="3528857"/>
                  <a:pt x="6400800" y="3520440"/>
                </a:cubicBezTo>
                <a:cubicBezTo>
                  <a:pt x="6400800" y="3512023"/>
                  <a:pt x="6407623" y="3505200"/>
                  <a:pt x="6416040" y="3505200"/>
                </a:cubicBezTo>
                <a:cubicBezTo>
                  <a:pt x="6424457" y="3505200"/>
                  <a:pt x="6431280" y="3512023"/>
                  <a:pt x="6431280" y="3520440"/>
                </a:cubicBezTo>
                <a:close/>
                <a:moveTo>
                  <a:pt x="6431280" y="3672840"/>
                </a:moveTo>
                <a:cubicBezTo>
                  <a:pt x="6431280" y="3681257"/>
                  <a:pt x="6424457" y="3688080"/>
                  <a:pt x="6416040" y="3688080"/>
                </a:cubicBezTo>
                <a:cubicBezTo>
                  <a:pt x="6407623" y="3688080"/>
                  <a:pt x="6400800" y="3681257"/>
                  <a:pt x="6400800" y="3672840"/>
                </a:cubicBezTo>
                <a:cubicBezTo>
                  <a:pt x="6400800" y="3664423"/>
                  <a:pt x="6407623" y="3657600"/>
                  <a:pt x="6416040" y="3657600"/>
                </a:cubicBezTo>
                <a:cubicBezTo>
                  <a:pt x="6424457" y="3657600"/>
                  <a:pt x="6431280" y="3664423"/>
                  <a:pt x="6431280" y="3672840"/>
                </a:cubicBezTo>
                <a:close/>
                <a:moveTo>
                  <a:pt x="6431280" y="3825240"/>
                </a:moveTo>
                <a:cubicBezTo>
                  <a:pt x="6431280" y="3833657"/>
                  <a:pt x="6424457" y="3840480"/>
                  <a:pt x="6416040" y="3840480"/>
                </a:cubicBezTo>
                <a:cubicBezTo>
                  <a:pt x="6407623" y="3840480"/>
                  <a:pt x="6400800" y="3833657"/>
                  <a:pt x="6400800" y="3825240"/>
                </a:cubicBezTo>
                <a:cubicBezTo>
                  <a:pt x="6400800" y="3816823"/>
                  <a:pt x="6407623" y="3810000"/>
                  <a:pt x="6416040" y="3810000"/>
                </a:cubicBezTo>
                <a:cubicBezTo>
                  <a:pt x="6424457" y="3810000"/>
                  <a:pt x="6431280" y="3816823"/>
                  <a:pt x="6431280" y="3825240"/>
                </a:cubicBezTo>
                <a:close/>
                <a:moveTo>
                  <a:pt x="6431280" y="3977640"/>
                </a:moveTo>
                <a:cubicBezTo>
                  <a:pt x="6431280" y="3986057"/>
                  <a:pt x="6424457" y="3992880"/>
                  <a:pt x="6416040" y="3992880"/>
                </a:cubicBezTo>
                <a:cubicBezTo>
                  <a:pt x="6407623" y="3992880"/>
                  <a:pt x="6400800" y="3986057"/>
                  <a:pt x="6400800" y="3977640"/>
                </a:cubicBezTo>
                <a:cubicBezTo>
                  <a:pt x="6400800" y="3969223"/>
                  <a:pt x="6407623" y="3962400"/>
                  <a:pt x="6416040" y="3962400"/>
                </a:cubicBezTo>
                <a:cubicBezTo>
                  <a:pt x="6424457" y="3962400"/>
                  <a:pt x="6431280" y="3969223"/>
                  <a:pt x="6431280" y="3977640"/>
                </a:cubicBezTo>
                <a:close/>
                <a:moveTo>
                  <a:pt x="6431280" y="4130040"/>
                </a:moveTo>
                <a:cubicBezTo>
                  <a:pt x="6431280" y="4138457"/>
                  <a:pt x="6424457" y="4145280"/>
                  <a:pt x="6416040" y="4145280"/>
                </a:cubicBezTo>
                <a:cubicBezTo>
                  <a:pt x="6407623" y="4145280"/>
                  <a:pt x="6400800" y="4138457"/>
                  <a:pt x="6400800" y="4130040"/>
                </a:cubicBezTo>
                <a:cubicBezTo>
                  <a:pt x="6400800" y="4121623"/>
                  <a:pt x="6407623" y="4114800"/>
                  <a:pt x="6416040" y="4114800"/>
                </a:cubicBezTo>
                <a:cubicBezTo>
                  <a:pt x="6424457" y="4114800"/>
                  <a:pt x="6431280" y="4121623"/>
                  <a:pt x="6431280" y="4130040"/>
                </a:cubicBezTo>
                <a:close/>
                <a:moveTo>
                  <a:pt x="6431280" y="4282440"/>
                </a:moveTo>
                <a:cubicBezTo>
                  <a:pt x="6431280" y="4290857"/>
                  <a:pt x="6424457" y="4297680"/>
                  <a:pt x="6416040" y="4297680"/>
                </a:cubicBezTo>
                <a:cubicBezTo>
                  <a:pt x="6407623" y="4297680"/>
                  <a:pt x="6400800" y="4290857"/>
                  <a:pt x="6400800" y="4282440"/>
                </a:cubicBezTo>
                <a:cubicBezTo>
                  <a:pt x="6400800" y="4274023"/>
                  <a:pt x="6407623" y="4267200"/>
                  <a:pt x="6416040" y="4267200"/>
                </a:cubicBezTo>
                <a:cubicBezTo>
                  <a:pt x="6424457" y="4267200"/>
                  <a:pt x="6431280" y="4274023"/>
                  <a:pt x="6431280" y="4282440"/>
                </a:cubicBezTo>
                <a:close/>
                <a:moveTo>
                  <a:pt x="6431280" y="4434840"/>
                </a:moveTo>
                <a:cubicBezTo>
                  <a:pt x="6431280" y="4443257"/>
                  <a:pt x="6424457" y="4450080"/>
                  <a:pt x="6416040" y="4450080"/>
                </a:cubicBezTo>
                <a:cubicBezTo>
                  <a:pt x="6407623" y="4450080"/>
                  <a:pt x="6400800" y="4443257"/>
                  <a:pt x="6400800" y="4434840"/>
                </a:cubicBezTo>
                <a:cubicBezTo>
                  <a:pt x="6400800" y="4426423"/>
                  <a:pt x="6407623" y="4419600"/>
                  <a:pt x="6416040" y="4419600"/>
                </a:cubicBezTo>
                <a:cubicBezTo>
                  <a:pt x="6424457" y="4419600"/>
                  <a:pt x="6431280" y="4426423"/>
                  <a:pt x="6431280" y="4434840"/>
                </a:cubicBezTo>
                <a:close/>
                <a:moveTo>
                  <a:pt x="6583680" y="15240"/>
                </a:moveTo>
                <a:cubicBezTo>
                  <a:pt x="6583680" y="23657"/>
                  <a:pt x="6576857" y="30480"/>
                  <a:pt x="6568440" y="30480"/>
                </a:cubicBezTo>
                <a:cubicBezTo>
                  <a:pt x="6560023" y="30480"/>
                  <a:pt x="6553200" y="23657"/>
                  <a:pt x="6553200" y="15240"/>
                </a:cubicBezTo>
                <a:cubicBezTo>
                  <a:pt x="6553200" y="6823"/>
                  <a:pt x="6560023" y="0"/>
                  <a:pt x="6568440" y="0"/>
                </a:cubicBezTo>
                <a:cubicBezTo>
                  <a:pt x="6576857" y="0"/>
                  <a:pt x="6583680" y="6823"/>
                  <a:pt x="6583680" y="15240"/>
                </a:cubicBezTo>
                <a:close/>
                <a:moveTo>
                  <a:pt x="6583680" y="167640"/>
                </a:moveTo>
                <a:cubicBezTo>
                  <a:pt x="6583680" y="176057"/>
                  <a:pt x="6576857" y="182880"/>
                  <a:pt x="6568440" y="182880"/>
                </a:cubicBezTo>
                <a:cubicBezTo>
                  <a:pt x="6560023" y="182880"/>
                  <a:pt x="6553200" y="176057"/>
                  <a:pt x="6553200" y="167640"/>
                </a:cubicBezTo>
                <a:cubicBezTo>
                  <a:pt x="6553200" y="159223"/>
                  <a:pt x="6560023" y="152400"/>
                  <a:pt x="6568440" y="152400"/>
                </a:cubicBezTo>
                <a:cubicBezTo>
                  <a:pt x="6576857" y="152400"/>
                  <a:pt x="6583680" y="159223"/>
                  <a:pt x="6583680" y="167640"/>
                </a:cubicBezTo>
                <a:close/>
                <a:moveTo>
                  <a:pt x="6583680" y="320040"/>
                </a:moveTo>
                <a:cubicBezTo>
                  <a:pt x="6583680" y="328457"/>
                  <a:pt x="6576857" y="335280"/>
                  <a:pt x="6568440" y="335280"/>
                </a:cubicBezTo>
                <a:cubicBezTo>
                  <a:pt x="6560023" y="335280"/>
                  <a:pt x="6553200" y="328457"/>
                  <a:pt x="6553200" y="320040"/>
                </a:cubicBezTo>
                <a:cubicBezTo>
                  <a:pt x="6553200" y="311623"/>
                  <a:pt x="6560023" y="304800"/>
                  <a:pt x="6568440" y="304800"/>
                </a:cubicBezTo>
                <a:cubicBezTo>
                  <a:pt x="6576857" y="304800"/>
                  <a:pt x="6583680" y="311623"/>
                  <a:pt x="6583680" y="320040"/>
                </a:cubicBezTo>
                <a:close/>
                <a:moveTo>
                  <a:pt x="6583680" y="472440"/>
                </a:moveTo>
                <a:cubicBezTo>
                  <a:pt x="6583680" y="480857"/>
                  <a:pt x="6576857" y="487680"/>
                  <a:pt x="6568440" y="487680"/>
                </a:cubicBezTo>
                <a:cubicBezTo>
                  <a:pt x="6560023" y="487680"/>
                  <a:pt x="6553200" y="480857"/>
                  <a:pt x="6553200" y="472440"/>
                </a:cubicBezTo>
                <a:cubicBezTo>
                  <a:pt x="6553200" y="464023"/>
                  <a:pt x="6560023" y="457200"/>
                  <a:pt x="6568440" y="457200"/>
                </a:cubicBezTo>
                <a:cubicBezTo>
                  <a:pt x="6576857" y="457200"/>
                  <a:pt x="6583680" y="464023"/>
                  <a:pt x="6583680" y="472440"/>
                </a:cubicBezTo>
                <a:close/>
                <a:moveTo>
                  <a:pt x="6583680" y="624840"/>
                </a:moveTo>
                <a:cubicBezTo>
                  <a:pt x="6583680" y="633257"/>
                  <a:pt x="6576857" y="640080"/>
                  <a:pt x="6568440" y="640080"/>
                </a:cubicBezTo>
                <a:cubicBezTo>
                  <a:pt x="6560023" y="640080"/>
                  <a:pt x="6553200" y="633257"/>
                  <a:pt x="6553200" y="624840"/>
                </a:cubicBezTo>
                <a:cubicBezTo>
                  <a:pt x="6553200" y="616423"/>
                  <a:pt x="6560023" y="609600"/>
                  <a:pt x="6568440" y="609600"/>
                </a:cubicBezTo>
                <a:cubicBezTo>
                  <a:pt x="6576857" y="609600"/>
                  <a:pt x="6583680" y="616423"/>
                  <a:pt x="6583680" y="624840"/>
                </a:cubicBezTo>
                <a:close/>
                <a:moveTo>
                  <a:pt x="6583680" y="777240"/>
                </a:moveTo>
                <a:cubicBezTo>
                  <a:pt x="6583680" y="785657"/>
                  <a:pt x="6576857" y="792480"/>
                  <a:pt x="6568440" y="792480"/>
                </a:cubicBezTo>
                <a:cubicBezTo>
                  <a:pt x="6560023" y="792480"/>
                  <a:pt x="6553200" y="785657"/>
                  <a:pt x="6553200" y="777240"/>
                </a:cubicBezTo>
                <a:cubicBezTo>
                  <a:pt x="6553200" y="768823"/>
                  <a:pt x="6560023" y="762000"/>
                  <a:pt x="6568440" y="762000"/>
                </a:cubicBezTo>
                <a:cubicBezTo>
                  <a:pt x="6576857" y="762000"/>
                  <a:pt x="6583680" y="768823"/>
                  <a:pt x="6583680" y="777240"/>
                </a:cubicBezTo>
                <a:close/>
                <a:moveTo>
                  <a:pt x="6583680" y="929640"/>
                </a:moveTo>
                <a:cubicBezTo>
                  <a:pt x="6583680" y="938057"/>
                  <a:pt x="6576857" y="944880"/>
                  <a:pt x="6568440" y="944880"/>
                </a:cubicBezTo>
                <a:cubicBezTo>
                  <a:pt x="6560023" y="944880"/>
                  <a:pt x="6553200" y="938057"/>
                  <a:pt x="6553200" y="929640"/>
                </a:cubicBezTo>
                <a:cubicBezTo>
                  <a:pt x="6553200" y="921223"/>
                  <a:pt x="6560023" y="914400"/>
                  <a:pt x="6568440" y="914400"/>
                </a:cubicBezTo>
                <a:cubicBezTo>
                  <a:pt x="6576857" y="914400"/>
                  <a:pt x="6583680" y="921223"/>
                  <a:pt x="6583680" y="929640"/>
                </a:cubicBezTo>
                <a:close/>
                <a:moveTo>
                  <a:pt x="6583680" y="1082040"/>
                </a:moveTo>
                <a:cubicBezTo>
                  <a:pt x="6583680" y="1090457"/>
                  <a:pt x="6576857" y="1097280"/>
                  <a:pt x="6568440" y="1097280"/>
                </a:cubicBezTo>
                <a:cubicBezTo>
                  <a:pt x="6560023" y="1097280"/>
                  <a:pt x="6553200" y="1090457"/>
                  <a:pt x="6553200" y="1082040"/>
                </a:cubicBezTo>
                <a:cubicBezTo>
                  <a:pt x="6553200" y="1073623"/>
                  <a:pt x="6560023" y="1066800"/>
                  <a:pt x="6568440" y="1066800"/>
                </a:cubicBezTo>
                <a:cubicBezTo>
                  <a:pt x="6576857" y="1066800"/>
                  <a:pt x="6583680" y="1073623"/>
                  <a:pt x="6583680" y="1082040"/>
                </a:cubicBezTo>
                <a:close/>
                <a:moveTo>
                  <a:pt x="6583680" y="1234440"/>
                </a:moveTo>
                <a:cubicBezTo>
                  <a:pt x="6583680" y="1242857"/>
                  <a:pt x="6576857" y="1249680"/>
                  <a:pt x="6568440" y="1249680"/>
                </a:cubicBezTo>
                <a:cubicBezTo>
                  <a:pt x="6560023" y="1249680"/>
                  <a:pt x="6553200" y="1242857"/>
                  <a:pt x="6553200" y="1234440"/>
                </a:cubicBezTo>
                <a:cubicBezTo>
                  <a:pt x="6553200" y="1226023"/>
                  <a:pt x="6560023" y="1219200"/>
                  <a:pt x="6568440" y="1219200"/>
                </a:cubicBezTo>
                <a:cubicBezTo>
                  <a:pt x="6576857" y="1219200"/>
                  <a:pt x="6583680" y="1226023"/>
                  <a:pt x="6583680" y="1234440"/>
                </a:cubicBezTo>
                <a:close/>
                <a:moveTo>
                  <a:pt x="6583680" y="1386840"/>
                </a:moveTo>
                <a:cubicBezTo>
                  <a:pt x="6583680" y="1395257"/>
                  <a:pt x="6576857" y="1402080"/>
                  <a:pt x="6568440" y="1402080"/>
                </a:cubicBezTo>
                <a:cubicBezTo>
                  <a:pt x="6560023" y="1402080"/>
                  <a:pt x="6553200" y="1395257"/>
                  <a:pt x="6553200" y="1386840"/>
                </a:cubicBezTo>
                <a:cubicBezTo>
                  <a:pt x="6553200" y="1378423"/>
                  <a:pt x="6560023" y="1371600"/>
                  <a:pt x="6568440" y="1371600"/>
                </a:cubicBezTo>
                <a:cubicBezTo>
                  <a:pt x="6576857" y="1371600"/>
                  <a:pt x="6583680" y="1378423"/>
                  <a:pt x="6583680" y="1386840"/>
                </a:cubicBezTo>
                <a:close/>
                <a:moveTo>
                  <a:pt x="6583680" y="1539240"/>
                </a:moveTo>
                <a:cubicBezTo>
                  <a:pt x="6583680" y="1547657"/>
                  <a:pt x="6576857" y="1554480"/>
                  <a:pt x="6568440" y="1554480"/>
                </a:cubicBezTo>
                <a:cubicBezTo>
                  <a:pt x="6560023" y="1554480"/>
                  <a:pt x="6553200" y="1547657"/>
                  <a:pt x="6553200" y="1539240"/>
                </a:cubicBezTo>
                <a:cubicBezTo>
                  <a:pt x="6553200" y="1530823"/>
                  <a:pt x="6560023" y="1524000"/>
                  <a:pt x="6568440" y="1524000"/>
                </a:cubicBezTo>
                <a:cubicBezTo>
                  <a:pt x="6576857" y="1524000"/>
                  <a:pt x="6583680" y="1530823"/>
                  <a:pt x="6583680" y="1539240"/>
                </a:cubicBezTo>
                <a:close/>
                <a:moveTo>
                  <a:pt x="6583680" y="1691640"/>
                </a:moveTo>
                <a:cubicBezTo>
                  <a:pt x="6583680" y="1700057"/>
                  <a:pt x="6576857" y="1706880"/>
                  <a:pt x="6568440" y="1706880"/>
                </a:cubicBezTo>
                <a:cubicBezTo>
                  <a:pt x="6560023" y="1706880"/>
                  <a:pt x="6553200" y="1700057"/>
                  <a:pt x="6553200" y="1691640"/>
                </a:cubicBezTo>
                <a:cubicBezTo>
                  <a:pt x="6553200" y="1683223"/>
                  <a:pt x="6560023" y="1676400"/>
                  <a:pt x="6568440" y="1676400"/>
                </a:cubicBezTo>
                <a:cubicBezTo>
                  <a:pt x="6576857" y="1676400"/>
                  <a:pt x="6583680" y="1683223"/>
                  <a:pt x="6583680" y="1691640"/>
                </a:cubicBezTo>
                <a:close/>
                <a:moveTo>
                  <a:pt x="6583680" y="1844040"/>
                </a:moveTo>
                <a:cubicBezTo>
                  <a:pt x="6583680" y="1852457"/>
                  <a:pt x="6576857" y="1859280"/>
                  <a:pt x="6568440" y="1859280"/>
                </a:cubicBezTo>
                <a:cubicBezTo>
                  <a:pt x="6560023" y="1859280"/>
                  <a:pt x="6553200" y="1852457"/>
                  <a:pt x="6553200" y="1844040"/>
                </a:cubicBezTo>
                <a:cubicBezTo>
                  <a:pt x="6553200" y="1835623"/>
                  <a:pt x="6560023" y="1828800"/>
                  <a:pt x="6568440" y="1828800"/>
                </a:cubicBezTo>
                <a:cubicBezTo>
                  <a:pt x="6576857" y="1828800"/>
                  <a:pt x="6583680" y="1835623"/>
                  <a:pt x="6583680" y="1844040"/>
                </a:cubicBezTo>
                <a:close/>
                <a:moveTo>
                  <a:pt x="6583680" y="1996440"/>
                </a:moveTo>
                <a:cubicBezTo>
                  <a:pt x="6583680" y="2004857"/>
                  <a:pt x="6576857" y="2011680"/>
                  <a:pt x="6568440" y="2011680"/>
                </a:cubicBezTo>
                <a:cubicBezTo>
                  <a:pt x="6560023" y="2011680"/>
                  <a:pt x="6553200" y="2004857"/>
                  <a:pt x="6553200" y="1996440"/>
                </a:cubicBezTo>
                <a:cubicBezTo>
                  <a:pt x="6553200" y="1988023"/>
                  <a:pt x="6560023" y="1981200"/>
                  <a:pt x="6568440" y="1981200"/>
                </a:cubicBezTo>
                <a:cubicBezTo>
                  <a:pt x="6576857" y="1981200"/>
                  <a:pt x="6583680" y="1988023"/>
                  <a:pt x="6583680" y="1996440"/>
                </a:cubicBezTo>
                <a:close/>
                <a:moveTo>
                  <a:pt x="6583680" y="2148840"/>
                </a:moveTo>
                <a:cubicBezTo>
                  <a:pt x="6583680" y="2157257"/>
                  <a:pt x="6576857" y="2164080"/>
                  <a:pt x="6568440" y="2164080"/>
                </a:cubicBezTo>
                <a:cubicBezTo>
                  <a:pt x="6560023" y="2164080"/>
                  <a:pt x="6553200" y="2157257"/>
                  <a:pt x="6553200" y="2148840"/>
                </a:cubicBezTo>
                <a:cubicBezTo>
                  <a:pt x="6553200" y="2140423"/>
                  <a:pt x="6560023" y="2133600"/>
                  <a:pt x="6568440" y="2133600"/>
                </a:cubicBezTo>
                <a:cubicBezTo>
                  <a:pt x="6576857" y="2133600"/>
                  <a:pt x="6583680" y="2140423"/>
                  <a:pt x="6583680" y="2148840"/>
                </a:cubicBezTo>
                <a:close/>
                <a:moveTo>
                  <a:pt x="6583680" y="2301240"/>
                </a:moveTo>
                <a:cubicBezTo>
                  <a:pt x="6583680" y="2309657"/>
                  <a:pt x="6576857" y="2316480"/>
                  <a:pt x="6568440" y="2316480"/>
                </a:cubicBezTo>
                <a:cubicBezTo>
                  <a:pt x="6560023" y="2316480"/>
                  <a:pt x="6553200" y="2309657"/>
                  <a:pt x="6553200" y="2301240"/>
                </a:cubicBezTo>
                <a:cubicBezTo>
                  <a:pt x="6553200" y="2292823"/>
                  <a:pt x="6560023" y="2286000"/>
                  <a:pt x="6568440" y="2286000"/>
                </a:cubicBezTo>
                <a:cubicBezTo>
                  <a:pt x="6576857" y="2286000"/>
                  <a:pt x="6583680" y="2292823"/>
                  <a:pt x="6583680" y="2301240"/>
                </a:cubicBezTo>
                <a:close/>
                <a:moveTo>
                  <a:pt x="6583680" y="2453640"/>
                </a:moveTo>
                <a:cubicBezTo>
                  <a:pt x="6583680" y="2462057"/>
                  <a:pt x="6576857" y="2468880"/>
                  <a:pt x="6568440" y="2468880"/>
                </a:cubicBezTo>
                <a:cubicBezTo>
                  <a:pt x="6560023" y="2468880"/>
                  <a:pt x="6553200" y="2462057"/>
                  <a:pt x="6553200" y="2453640"/>
                </a:cubicBezTo>
                <a:cubicBezTo>
                  <a:pt x="6553200" y="2445223"/>
                  <a:pt x="6560023" y="2438400"/>
                  <a:pt x="6568440" y="2438400"/>
                </a:cubicBezTo>
                <a:cubicBezTo>
                  <a:pt x="6576857" y="2438400"/>
                  <a:pt x="6583680" y="2445223"/>
                  <a:pt x="6583680" y="2453640"/>
                </a:cubicBezTo>
                <a:close/>
                <a:moveTo>
                  <a:pt x="6583680" y="2606040"/>
                </a:moveTo>
                <a:cubicBezTo>
                  <a:pt x="6583680" y="2614457"/>
                  <a:pt x="6576857" y="2621280"/>
                  <a:pt x="6568440" y="2621280"/>
                </a:cubicBezTo>
                <a:cubicBezTo>
                  <a:pt x="6560023" y="2621280"/>
                  <a:pt x="6553200" y="2614457"/>
                  <a:pt x="6553200" y="2606040"/>
                </a:cubicBezTo>
                <a:cubicBezTo>
                  <a:pt x="6553200" y="2597623"/>
                  <a:pt x="6560023" y="2590800"/>
                  <a:pt x="6568440" y="2590800"/>
                </a:cubicBezTo>
                <a:cubicBezTo>
                  <a:pt x="6576857" y="2590800"/>
                  <a:pt x="6583680" y="2597623"/>
                  <a:pt x="6583680" y="2606040"/>
                </a:cubicBezTo>
                <a:close/>
                <a:moveTo>
                  <a:pt x="6583680" y="2758440"/>
                </a:moveTo>
                <a:cubicBezTo>
                  <a:pt x="6583680" y="2766857"/>
                  <a:pt x="6576857" y="2773680"/>
                  <a:pt x="6568440" y="2773680"/>
                </a:cubicBezTo>
                <a:cubicBezTo>
                  <a:pt x="6560023" y="2773680"/>
                  <a:pt x="6553200" y="2766857"/>
                  <a:pt x="6553200" y="2758440"/>
                </a:cubicBezTo>
                <a:cubicBezTo>
                  <a:pt x="6553200" y="2750023"/>
                  <a:pt x="6560023" y="2743200"/>
                  <a:pt x="6568440" y="2743200"/>
                </a:cubicBezTo>
                <a:cubicBezTo>
                  <a:pt x="6576857" y="2743200"/>
                  <a:pt x="6583680" y="2750023"/>
                  <a:pt x="6583680" y="2758440"/>
                </a:cubicBezTo>
                <a:close/>
                <a:moveTo>
                  <a:pt x="6583680" y="2910840"/>
                </a:moveTo>
                <a:cubicBezTo>
                  <a:pt x="6583680" y="2919257"/>
                  <a:pt x="6576857" y="2926080"/>
                  <a:pt x="6568440" y="2926080"/>
                </a:cubicBezTo>
                <a:cubicBezTo>
                  <a:pt x="6560023" y="2926080"/>
                  <a:pt x="6553200" y="2919257"/>
                  <a:pt x="6553200" y="2910840"/>
                </a:cubicBezTo>
                <a:cubicBezTo>
                  <a:pt x="6553200" y="2902423"/>
                  <a:pt x="6560023" y="2895600"/>
                  <a:pt x="6568440" y="2895600"/>
                </a:cubicBezTo>
                <a:cubicBezTo>
                  <a:pt x="6576857" y="2895600"/>
                  <a:pt x="6583680" y="2902423"/>
                  <a:pt x="6583680" y="2910840"/>
                </a:cubicBezTo>
                <a:close/>
                <a:moveTo>
                  <a:pt x="6583680" y="3063240"/>
                </a:moveTo>
                <a:cubicBezTo>
                  <a:pt x="6583680" y="3071657"/>
                  <a:pt x="6576857" y="3078480"/>
                  <a:pt x="6568440" y="3078480"/>
                </a:cubicBezTo>
                <a:cubicBezTo>
                  <a:pt x="6560023" y="3078480"/>
                  <a:pt x="6553200" y="3071657"/>
                  <a:pt x="6553200" y="3063240"/>
                </a:cubicBezTo>
                <a:cubicBezTo>
                  <a:pt x="6553200" y="3054823"/>
                  <a:pt x="6560023" y="3048000"/>
                  <a:pt x="6568440" y="3048000"/>
                </a:cubicBezTo>
                <a:cubicBezTo>
                  <a:pt x="6576857" y="3048000"/>
                  <a:pt x="6583680" y="3054823"/>
                  <a:pt x="6583680" y="3063240"/>
                </a:cubicBezTo>
                <a:close/>
                <a:moveTo>
                  <a:pt x="6583680" y="3215640"/>
                </a:moveTo>
                <a:cubicBezTo>
                  <a:pt x="6583680" y="3224057"/>
                  <a:pt x="6576857" y="3230880"/>
                  <a:pt x="6568440" y="3230880"/>
                </a:cubicBezTo>
                <a:cubicBezTo>
                  <a:pt x="6560023" y="3230880"/>
                  <a:pt x="6553200" y="3224057"/>
                  <a:pt x="6553200" y="3215640"/>
                </a:cubicBezTo>
                <a:cubicBezTo>
                  <a:pt x="6553200" y="3207223"/>
                  <a:pt x="6560023" y="3200400"/>
                  <a:pt x="6568440" y="3200400"/>
                </a:cubicBezTo>
                <a:cubicBezTo>
                  <a:pt x="6576857" y="3200400"/>
                  <a:pt x="6583680" y="3207223"/>
                  <a:pt x="6583680" y="3215640"/>
                </a:cubicBezTo>
                <a:close/>
                <a:moveTo>
                  <a:pt x="6583680" y="3368040"/>
                </a:moveTo>
                <a:cubicBezTo>
                  <a:pt x="6583680" y="3376457"/>
                  <a:pt x="6576857" y="3383280"/>
                  <a:pt x="6568440" y="3383280"/>
                </a:cubicBezTo>
                <a:cubicBezTo>
                  <a:pt x="6560023" y="3383280"/>
                  <a:pt x="6553200" y="3376457"/>
                  <a:pt x="6553200" y="3368040"/>
                </a:cubicBezTo>
                <a:cubicBezTo>
                  <a:pt x="6553200" y="3359623"/>
                  <a:pt x="6560023" y="3352800"/>
                  <a:pt x="6568440" y="3352800"/>
                </a:cubicBezTo>
                <a:cubicBezTo>
                  <a:pt x="6576857" y="3352800"/>
                  <a:pt x="6583680" y="3359623"/>
                  <a:pt x="6583680" y="3368040"/>
                </a:cubicBezTo>
                <a:close/>
                <a:moveTo>
                  <a:pt x="6583680" y="3520440"/>
                </a:moveTo>
                <a:cubicBezTo>
                  <a:pt x="6583680" y="3528857"/>
                  <a:pt x="6576857" y="3535680"/>
                  <a:pt x="6568440" y="3535680"/>
                </a:cubicBezTo>
                <a:cubicBezTo>
                  <a:pt x="6560023" y="3535680"/>
                  <a:pt x="6553200" y="3528857"/>
                  <a:pt x="6553200" y="3520440"/>
                </a:cubicBezTo>
                <a:cubicBezTo>
                  <a:pt x="6553200" y="3512023"/>
                  <a:pt x="6560023" y="3505200"/>
                  <a:pt x="6568440" y="3505200"/>
                </a:cubicBezTo>
                <a:cubicBezTo>
                  <a:pt x="6576857" y="3505200"/>
                  <a:pt x="6583680" y="3512023"/>
                  <a:pt x="6583680" y="3520440"/>
                </a:cubicBezTo>
                <a:close/>
                <a:moveTo>
                  <a:pt x="6583680" y="3672840"/>
                </a:moveTo>
                <a:cubicBezTo>
                  <a:pt x="6583680" y="3681257"/>
                  <a:pt x="6576857" y="3688080"/>
                  <a:pt x="6568440" y="3688080"/>
                </a:cubicBezTo>
                <a:cubicBezTo>
                  <a:pt x="6560023" y="3688080"/>
                  <a:pt x="6553200" y="3681257"/>
                  <a:pt x="6553200" y="3672840"/>
                </a:cubicBezTo>
                <a:cubicBezTo>
                  <a:pt x="6553200" y="3664423"/>
                  <a:pt x="6560023" y="3657600"/>
                  <a:pt x="6568440" y="3657600"/>
                </a:cubicBezTo>
                <a:cubicBezTo>
                  <a:pt x="6576857" y="3657600"/>
                  <a:pt x="6583680" y="3664423"/>
                  <a:pt x="6583680" y="3672840"/>
                </a:cubicBezTo>
                <a:close/>
                <a:moveTo>
                  <a:pt x="6583680" y="3825240"/>
                </a:moveTo>
                <a:cubicBezTo>
                  <a:pt x="6583680" y="3833657"/>
                  <a:pt x="6576857" y="3840480"/>
                  <a:pt x="6568440" y="3840480"/>
                </a:cubicBezTo>
                <a:cubicBezTo>
                  <a:pt x="6560023" y="3840480"/>
                  <a:pt x="6553200" y="3833657"/>
                  <a:pt x="6553200" y="3825240"/>
                </a:cubicBezTo>
                <a:cubicBezTo>
                  <a:pt x="6553200" y="3816823"/>
                  <a:pt x="6560023" y="3810000"/>
                  <a:pt x="6568440" y="3810000"/>
                </a:cubicBezTo>
                <a:cubicBezTo>
                  <a:pt x="6576857" y="3810000"/>
                  <a:pt x="6583680" y="3816823"/>
                  <a:pt x="6583680" y="3825240"/>
                </a:cubicBezTo>
                <a:close/>
                <a:moveTo>
                  <a:pt x="6583680" y="3977640"/>
                </a:moveTo>
                <a:cubicBezTo>
                  <a:pt x="6583680" y="3986057"/>
                  <a:pt x="6576857" y="3992880"/>
                  <a:pt x="6568440" y="3992880"/>
                </a:cubicBezTo>
                <a:cubicBezTo>
                  <a:pt x="6560023" y="3992880"/>
                  <a:pt x="6553200" y="3986057"/>
                  <a:pt x="6553200" y="3977640"/>
                </a:cubicBezTo>
                <a:cubicBezTo>
                  <a:pt x="6553200" y="3969223"/>
                  <a:pt x="6560023" y="3962400"/>
                  <a:pt x="6568440" y="3962400"/>
                </a:cubicBezTo>
                <a:cubicBezTo>
                  <a:pt x="6576857" y="3962400"/>
                  <a:pt x="6583680" y="3969223"/>
                  <a:pt x="6583680" y="3977640"/>
                </a:cubicBezTo>
                <a:close/>
                <a:moveTo>
                  <a:pt x="6583680" y="4130040"/>
                </a:moveTo>
                <a:cubicBezTo>
                  <a:pt x="6583680" y="4138457"/>
                  <a:pt x="6576857" y="4145280"/>
                  <a:pt x="6568440" y="4145280"/>
                </a:cubicBezTo>
                <a:cubicBezTo>
                  <a:pt x="6560023" y="4145280"/>
                  <a:pt x="6553200" y="4138457"/>
                  <a:pt x="6553200" y="4130040"/>
                </a:cubicBezTo>
                <a:cubicBezTo>
                  <a:pt x="6553200" y="4121623"/>
                  <a:pt x="6560023" y="4114800"/>
                  <a:pt x="6568440" y="4114800"/>
                </a:cubicBezTo>
                <a:cubicBezTo>
                  <a:pt x="6576857" y="4114800"/>
                  <a:pt x="6583680" y="4121623"/>
                  <a:pt x="6583680" y="4130040"/>
                </a:cubicBezTo>
                <a:close/>
                <a:moveTo>
                  <a:pt x="6583680" y="4282440"/>
                </a:moveTo>
                <a:cubicBezTo>
                  <a:pt x="6583680" y="4290857"/>
                  <a:pt x="6576857" y="4297680"/>
                  <a:pt x="6568440" y="4297680"/>
                </a:cubicBezTo>
                <a:cubicBezTo>
                  <a:pt x="6560023" y="4297680"/>
                  <a:pt x="6553200" y="4290857"/>
                  <a:pt x="6553200" y="4282440"/>
                </a:cubicBezTo>
                <a:cubicBezTo>
                  <a:pt x="6553200" y="4274023"/>
                  <a:pt x="6560023" y="4267200"/>
                  <a:pt x="6568440" y="4267200"/>
                </a:cubicBezTo>
                <a:cubicBezTo>
                  <a:pt x="6576857" y="4267200"/>
                  <a:pt x="6583680" y="4274023"/>
                  <a:pt x="6583680" y="4282440"/>
                </a:cubicBezTo>
                <a:close/>
                <a:moveTo>
                  <a:pt x="6583680" y="4434840"/>
                </a:moveTo>
                <a:cubicBezTo>
                  <a:pt x="6583680" y="4443257"/>
                  <a:pt x="6576857" y="4450080"/>
                  <a:pt x="6568440" y="4450080"/>
                </a:cubicBezTo>
                <a:cubicBezTo>
                  <a:pt x="6560023" y="4450080"/>
                  <a:pt x="6553200" y="4443257"/>
                  <a:pt x="6553200" y="4434840"/>
                </a:cubicBezTo>
                <a:cubicBezTo>
                  <a:pt x="6553200" y="4426423"/>
                  <a:pt x="6560023" y="4419600"/>
                  <a:pt x="6568440" y="4419600"/>
                </a:cubicBezTo>
                <a:cubicBezTo>
                  <a:pt x="6576857" y="4419600"/>
                  <a:pt x="6583680" y="4426423"/>
                  <a:pt x="6583680" y="4434840"/>
                </a:cubicBezTo>
                <a:close/>
                <a:moveTo>
                  <a:pt x="6736080" y="15240"/>
                </a:moveTo>
                <a:cubicBezTo>
                  <a:pt x="6736080" y="23657"/>
                  <a:pt x="6729257" y="30480"/>
                  <a:pt x="6720840" y="30480"/>
                </a:cubicBezTo>
                <a:cubicBezTo>
                  <a:pt x="6712423" y="30480"/>
                  <a:pt x="6705600" y="23657"/>
                  <a:pt x="6705600" y="15240"/>
                </a:cubicBezTo>
                <a:cubicBezTo>
                  <a:pt x="6705600" y="6823"/>
                  <a:pt x="6712423" y="0"/>
                  <a:pt x="6720840" y="0"/>
                </a:cubicBezTo>
                <a:cubicBezTo>
                  <a:pt x="6729257" y="0"/>
                  <a:pt x="6736080" y="6823"/>
                  <a:pt x="6736080" y="15240"/>
                </a:cubicBezTo>
                <a:close/>
                <a:moveTo>
                  <a:pt x="6736080" y="167640"/>
                </a:moveTo>
                <a:cubicBezTo>
                  <a:pt x="6736080" y="176057"/>
                  <a:pt x="6729257" y="182880"/>
                  <a:pt x="6720840" y="182880"/>
                </a:cubicBezTo>
                <a:cubicBezTo>
                  <a:pt x="6712423" y="182880"/>
                  <a:pt x="6705600" y="176057"/>
                  <a:pt x="6705600" y="167640"/>
                </a:cubicBezTo>
                <a:cubicBezTo>
                  <a:pt x="6705600" y="159223"/>
                  <a:pt x="6712423" y="152400"/>
                  <a:pt x="6720840" y="152400"/>
                </a:cubicBezTo>
                <a:cubicBezTo>
                  <a:pt x="6729257" y="152400"/>
                  <a:pt x="6736080" y="159223"/>
                  <a:pt x="6736080" y="167640"/>
                </a:cubicBezTo>
                <a:close/>
                <a:moveTo>
                  <a:pt x="6736080" y="320040"/>
                </a:moveTo>
                <a:cubicBezTo>
                  <a:pt x="6736080" y="328457"/>
                  <a:pt x="6729257" y="335280"/>
                  <a:pt x="6720840" y="335280"/>
                </a:cubicBezTo>
                <a:cubicBezTo>
                  <a:pt x="6712423" y="335280"/>
                  <a:pt x="6705600" y="328457"/>
                  <a:pt x="6705600" y="320040"/>
                </a:cubicBezTo>
                <a:cubicBezTo>
                  <a:pt x="6705600" y="311623"/>
                  <a:pt x="6712423" y="304800"/>
                  <a:pt x="6720840" y="304800"/>
                </a:cubicBezTo>
                <a:cubicBezTo>
                  <a:pt x="6729257" y="304800"/>
                  <a:pt x="6736080" y="311623"/>
                  <a:pt x="6736080" y="320040"/>
                </a:cubicBezTo>
                <a:close/>
                <a:moveTo>
                  <a:pt x="6736080" y="472440"/>
                </a:moveTo>
                <a:cubicBezTo>
                  <a:pt x="6736080" y="480857"/>
                  <a:pt x="6729257" y="487680"/>
                  <a:pt x="6720840" y="487680"/>
                </a:cubicBezTo>
                <a:cubicBezTo>
                  <a:pt x="6712423" y="487680"/>
                  <a:pt x="6705600" y="480857"/>
                  <a:pt x="6705600" y="472440"/>
                </a:cubicBezTo>
                <a:cubicBezTo>
                  <a:pt x="6705600" y="464023"/>
                  <a:pt x="6712423" y="457200"/>
                  <a:pt x="6720840" y="457200"/>
                </a:cubicBezTo>
                <a:cubicBezTo>
                  <a:pt x="6729257" y="457200"/>
                  <a:pt x="6736080" y="464023"/>
                  <a:pt x="6736080" y="472440"/>
                </a:cubicBezTo>
                <a:close/>
                <a:moveTo>
                  <a:pt x="6736080" y="624840"/>
                </a:moveTo>
                <a:cubicBezTo>
                  <a:pt x="6736080" y="633257"/>
                  <a:pt x="6729257" y="640080"/>
                  <a:pt x="6720840" y="640080"/>
                </a:cubicBezTo>
                <a:cubicBezTo>
                  <a:pt x="6712423" y="640080"/>
                  <a:pt x="6705600" y="633257"/>
                  <a:pt x="6705600" y="624840"/>
                </a:cubicBezTo>
                <a:cubicBezTo>
                  <a:pt x="6705600" y="616423"/>
                  <a:pt x="6712423" y="609600"/>
                  <a:pt x="6720840" y="609600"/>
                </a:cubicBezTo>
                <a:cubicBezTo>
                  <a:pt x="6729257" y="609600"/>
                  <a:pt x="6736080" y="616423"/>
                  <a:pt x="6736080" y="624840"/>
                </a:cubicBezTo>
                <a:close/>
                <a:moveTo>
                  <a:pt x="6736080" y="777240"/>
                </a:moveTo>
                <a:cubicBezTo>
                  <a:pt x="6736080" y="785657"/>
                  <a:pt x="6729257" y="792480"/>
                  <a:pt x="6720840" y="792480"/>
                </a:cubicBezTo>
                <a:cubicBezTo>
                  <a:pt x="6712423" y="792480"/>
                  <a:pt x="6705600" y="785657"/>
                  <a:pt x="6705600" y="777240"/>
                </a:cubicBezTo>
                <a:cubicBezTo>
                  <a:pt x="6705600" y="768823"/>
                  <a:pt x="6712423" y="762000"/>
                  <a:pt x="6720840" y="762000"/>
                </a:cubicBezTo>
                <a:cubicBezTo>
                  <a:pt x="6729257" y="762000"/>
                  <a:pt x="6736080" y="768823"/>
                  <a:pt x="6736080" y="777240"/>
                </a:cubicBezTo>
                <a:close/>
                <a:moveTo>
                  <a:pt x="6736080" y="929640"/>
                </a:moveTo>
                <a:cubicBezTo>
                  <a:pt x="6736080" y="938057"/>
                  <a:pt x="6729257" y="944880"/>
                  <a:pt x="6720840" y="944880"/>
                </a:cubicBezTo>
                <a:cubicBezTo>
                  <a:pt x="6712423" y="944880"/>
                  <a:pt x="6705600" y="938057"/>
                  <a:pt x="6705600" y="929640"/>
                </a:cubicBezTo>
                <a:cubicBezTo>
                  <a:pt x="6705600" y="921223"/>
                  <a:pt x="6712423" y="914400"/>
                  <a:pt x="6720840" y="914400"/>
                </a:cubicBezTo>
                <a:cubicBezTo>
                  <a:pt x="6729257" y="914400"/>
                  <a:pt x="6736080" y="921223"/>
                  <a:pt x="6736080" y="929640"/>
                </a:cubicBezTo>
                <a:close/>
                <a:moveTo>
                  <a:pt x="6736080" y="1082040"/>
                </a:moveTo>
                <a:cubicBezTo>
                  <a:pt x="6736080" y="1090457"/>
                  <a:pt x="6729257" y="1097280"/>
                  <a:pt x="6720840" y="1097280"/>
                </a:cubicBezTo>
                <a:cubicBezTo>
                  <a:pt x="6712423" y="1097280"/>
                  <a:pt x="6705600" y="1090457"/>
                  <a:pt x="6705600" y="1082040"/>
                </a:cubicBezTo>
                <a:cubicBezTo>
                  <a:pt x="6705600" y="1073623"/>
                  <a:pt x="6712423" y="1066800"/>
                  <a:pt x="6720840" y="1066800"/>
                </a:cubicBezTo>
                <a:cubicBezTo>
                  <a:pt x="6729257" y="1066800"/>
                  <a:pt x="6736080" y="1073623"/>
                  <a:pt x="6736080" y="1082040"/>
                </a:cubicBezTo>
                <a:close/>
                <a:moveTo>
                  <a:pt x="6736080" y="1234440"/>
                </a:moveTo>
                <a:cubicBezTo>
                  <a:pt x="6736080" y="1242857"/>
                  <a:pt x="6729257" y="1249680"/>
                  <a:pt x="6720840" y="1249680"/>
                </a:cubicBezTo>
                <a:cubicBezTo>
                  <a:pt x="6712423" y="1249680"/>
                  <a:pt x="6705600" y="1242857"/>
                  <a:pt x="6705600" y="1234440"/>
                </a:cubicBezTo>
                <a:cubicBezTo>
                  <a:pt x="6705600" y="1226023"/>
                  <a:pt x="6712423" y="1219200"/>
                  <a:pt x="6720840" y="1219200"/>
                </a:cubicBezTo>
                <a:cubicBezTo>
                  <a:pt x="6729257" y="1219200"/>
                  <a:pt x="6736080" y="1226023"/>
                  <a:pt x="6736080" y="1234440"/>
                </a:cubicBezTo>
                <a:close/>
                <a:moveTo>
                  <a:pt x="6736080" y="1386840"/>
                </a:moveTo>
                <a:cubicBezTo>
                  <a:pt x="6736080" y="1395257"/>
                  <a:pt x="6729257" y="1402080"/>
                  <a:pt x="6720840" y="1402080"/>
                </a:cubicBezTo>
                <a:cubicBezTo>
                  <a:pt x="6712423" y="1402080"/>
                  <a:pt x="6705600" y="1395257"/>
                  <a:pt x="6705600" y="1386840"/>
                </a:cubicBezTo>
                <a:cubicBezTo>
                  <a:pt x="6705600" y="1378423"/>
                  <a:pt x="6712423" y="1371600"/>
                  <a:pt x="6720840" y="1371600"/>
                </a:cubicBezTo>
                <a:cubicBezTo>
                  <a:pt x="6729257" y="1371600"/>
                  <a:pt x="6736080" y="1378423"/>
                  <a:pt x="6736080" y="1386840"/>
                </a:cubicBezTo>
                <a:close/>
                <a:moveTo>
                  <a:pt x="6736080" y="1539240"/>
                </a:moveTo>
                <a:cubicBezTo>
                  <a:pt x="6736080" y="1547657"/>
                  <a:pt x="6729257" y="1554480"/>
                  <a:pt x="6720840" y="1554480"/>
                </a:cubicBezTo>
                <a:cubicBezTo>
                  <a:pt x="6712423" y="1554480"/>
                  <a:pt x="6705600" y="1547657"/>
                  <a:pt x="6705600" y="1539240"/>
                </a:cubicBezTo>
                <a:cubicBezTo>
                  <a:pt x="6705600" y="1530823"/>
                  <a:pt x="6712423" y="1524000"/>
                  <a:pt x="6720840" y="1524000"/>
                </a:cubicBezTo>
                <a:cubicBezTo>
                  <a:pt x="6729257" y="1524000"/>
                  <a:pt x="6736080" y="1530823"/>
                  <a:pt x="6736080" y="1539240"/>
                </a:cubicBezTo>
                <a:close/>
                <a:moveTo>
                  <a:pt x="6736080" y="1691640"/>
                </a:moveTo>
                <a:cubicBezTo>
                  <a:pt x="6736080" y="1700057"/>
                  <a:pt x="6729257" y="1706880"/>
                  <a:pt x="6720840" y="1706880"/>
                </a:cubicBezTo>
                <a:cubicBezTo>
                  <a:pt x="6712423" y="1706880"/>
                  <a:pt x="6705600" y="1700057"/>
                  <a:pt x="6705600" y="1691640"/>
                </a:cubicBezTo>
                <a:cubicBezTo>
                  <a:pt x="6705600" y="1683223"/>
                  <a:pt x="6712423" y="1676400"/>
                  <a:pt x="6720840" y="1676400"/>
                </a:cubicBezTo>
                <a:cubicBezTo>
                  <a:pt x="6729257" y="1676400"/>
                  <a:pt x="6736080" y="1683223"/>
                  <a:pt x="6736080" y="1691640"/>
                </a:cubicBezTo>
                <a:close/>
                <a:moveTo>
                  <a:pt x="6736080" y="1844040"/>
                </a:moveTo>
                <a:cubicBezTo>
                  <a:pt x="6736080" y="1852457"/>
                  <a:pt x="6729257" y="1859280"/>
                  <a:pt x="6720840" y="1859280"/>
                </a:cubicBezTo>
                <a:cubicBezTo>
                  <a:pt x="6712423" y="1859280"/>
                  <a:pt x="6705600" y="1852457"/>
                  <a:pt x="6705600" y="1844040"/>
                </a:cubicBezTo>
                <a:cubicBezTo>
                  <a:pt x="6705600" y="1835623"/>
                  <a:pt x="6712423" y="1828800"/>
                  <a:pt x="6720840" y="1828800"/>
                </a:cubicBezTo>
                <a:cubicBezTo>
                  <a:pt x="6729257" y="1828800"/>
                  <a:pt x="6736080" y="1835623"/>
                  <a:pt x="6736080" y="1844040"/>
                </a:cubicBezTo>
                <a:close/>
                <a:moveTo>
                  <a:pt x="6736080" y="1996440"/>
                </a:moveTo>
                <a:cubicBezTo>
                  <a:pt x="6736080" y="2004857"/>
                  <a:pt x="6729257" y="2011680"/>
                  <a:pt x="6720840" y="2011680"/>
                </a:cubicBezTo>
                <a:cubicBezTo>
                  <a:pt x="6712423" y="2011680"/>
                  <a:pt x="6705600" y="2004857"/>
                  <a:pt x="6705600" y="1996440"/>
                </a:cubicBezTo>
                <a:cubicBezTo>
                  <a:pt x="6705600" y="1988023"/>
                  <a:pt x="6712423" y="1981200"/>
                  <a:pt x="6720840" y="1981200"/>
                </a:cubicBezTo>
                <a:cubicBezTo>
                  <a:pt x="6729257" y="1981200"/>
                  <a:pt x="6736080" y="1988023"/>
                  <a:pt x="6736080" y="1996440"/>
                </a:cubicBezTo>
                <a:close/>
                <a:moveTo>
                  <a:pt x="6736080" y="2148840"/>
                </a:moveTo>
                <a:cubicBezTo>
                  <a:pt x="6736080" y="2157257"/>
                  <a:pt x="6729257" y="2164080"/>
                  <a:pt x="6720840" y="2164080"/>
                </a:cubicBezTo>
                <a:cubicBezTo>
                  <a:pt x="6712423" y="2164080"/>
                  <a:pt x="6705600" y="2157257"/>
                  <a:pt x="6705600" y="2148840"/>
                </a:cubicBezTo>
                <a:cubicBezTo>
                  <a:pt x="6705600" y="2140423"/>
                  <a:pt x="6712423" y="2133600"/>
                  <a:pt x="6720840" y="2133600"/>
                </a:cubicBezTo>
                <a:cubicBezTo>
                  <a:pt x="6729257" y="2133600"/>
                  <a:pt x="6736080" y="2140423"/>
                  <a:pt x="6736080" y="2148840"/>
                </a:cubicBezTo>
                <a:close/>
                <a:moveTo>
                  <a:pt x="6736080" y="2301240"/>
                </a:moveTo>
                <a:cubicBezTo>
                  <a:pt x="6736080" y="2309657"/>
                  <a:pt x="6729257" y="2316480"/>
                  <a:pt x="6720840" y="2316480"/>
                </a:cubicBezTo>
                <a:cubicBezTo>
                  <a:pt x="6712423" y="2316480"/>
                  <a:pt x="6705600" y="2309657"/>
                  <a:pt x="6705600" y="2301240"/>
                </a:cubicBezTo>
                <a:cubicBezTo>
                  <a:pt x="6705600" y="2292823"/>
                  <a:pt x="6712423" y="2286000"/>
                  <a:pt x="6720840" y="2286000"/>
                </a:cubicBezTo>
                <a:cubicBezTo>
                  <a:pt x="6729257" y="2286000"/>
                  <a:pt x="6736080" y="2292823"/>
                  <a:pt x="6736080" y="2301240"/>
                </a:cubicBezTo>
                <a:close/>
                <a:moveTo>
                  <a:pt x="6736080" y="2453640"/>
                </a:moveTo>
                <a:cubicBezTo>
                  <a:pt x="6736080" y="2462057"/>
                  <a:pt x="6729257" y="2468880"/>
                  <a:pt x="6720840" y="2468880"/>
                </a:cubicBezTo>
                <a:cubicBezTo>
                  <a:pt x="6712423" y="2468880"/>
                  <a:pt x="6705600" y="2462057"/>
                  <a:pt x="6705600" y="2453640"/>
                </a:cubicBezTo>
                <a:cubicBezTo>
                  <a:pt x="6705600" y="2445223"/>
                  <a:pt x="6712423" y="2438400"/>
                  <a:pt x="6720840" y="2438400"/>
                </a:cubicBezTo>
                <a:cubicBezTo>
                  <a:pt x="6729257" y="2438400"/>
                  <a:pt x="6736080" y="2445223"/>
                  <a:pt x="6736080" y="2453640"/>
                </a:cubicBezTo>
                <a:close/>
                <a:moveTo>
                  <a:pt x="6736080" y="2606040"/>
                </a:moveTo>
                <a:cubicBezTo>
                  <a:pt x="6736080" y="2614457"/>
                  <a:pt x="6729257" y="2621280"/>
                  <a:pt x="6720840" y="2621280"/>
                </a:cubicBezTo>
                <a:cubicBezTo>
                  <a:pt x="6712423" y="2621280"/>
                  <a:pt x="6705600" y="2614457"/>
                  <a:pt x="6705600" y="2606040"/>
                </a:cubicBezTo>
                <a:cubicBezTo>
                  <a:pt x="6705600" y="2597623"/>
                  <a:pt x="6712423" y="2590800"/>
                  <a:pt x="6720840" y="2590800"/>
                </a:cubicBezTo>
                <a:cubicBezTo>
                  <a:pt x="6729257" y="2590800"/>
                  <a:pt x="6736080" y="2597623"/>
                  <a:pt x="6736080" y="2606040"/>
                </a:cubicBezTo>
                <a:close/>
                <a:moveTo>
                  <a:pt x="6736080" y="2758440"/>
                </a:moveTo>
                <a:cubicBezTo>
                  <a:pt x="6736080" y="2766857"/>
                  <a:pt x="6729257" y="2773680"/>
                  <a:pt x="6720840" y="2773680"/>
                </a:cubicBezTo>
                <a:cubicBezTo>
                  <a:pt x="6712423" y="2773680"/>
                  <a:pt x="6705600" y="2766857"/>
                  <a:pt x="6705600" y="2758440"/>
                </a:cubicBezTo>
                <a:cubicBezTo>
                  <a:pt x="6705600" y="2750023"/>
                  <a:pt x="6712423" y="2743200"/>
                  <a:pt x="6720840" y="2743200"/>
                </a:cubicBezTo>
                <a:cubicBezTo>
                  <a:pt x="6729257" y="2743200"/>
                  <a:pt x="6736080" y="2750023"/>
                  <a:pt x="6736080" y="2758440"/>
                </a:cubicBezTo>
                <a:close/>
                <a:moveTo>
                  <a:pt x="6736080" y="2910840"/>
                </a:moveTo>
                <a:cubicBezTo>
                  <a:pt x="6736080" y="2919257"/>
                  <a:pt x="6729257" y="2926080"/>
                  <a:pt x="6720840" y="2926080"/>
                </a:cubicBezTo>
                <a:cubicBezTo>
                  <a:pt x="6712423" y="2926080"/>
                  <a:pt x="6705600" y="2919257"/>
                  <a:pt x="6705600" y="2910840"/>
                </a:cubicBezTo>
                <a:cubicBezTo>
                  <a:pt x="6705600" y="2902423"/>
                  <a:pt x="6712423" y="2895600"/>
                  <a:pt x="6720840" y="2895600"/>
                </a:cubicBezTo>
                <a:cubicBezTo>
                  <a:pt x="6729257" y="2895600"/>
                  <a:pt x="6736080" y="2902423"/>
                  <a:pt x="6736080" y="2910840"/>
                </a:cubicBezTo>
                <a:close/>
                <a:moveTo>
                  <a:pt x="6736080" y="3063240"/>
                </a:moveTo>
                <a:cubicBezTo>
                  <a:pt x="6736080" y="3071657"/>
                  <a:pt x="6729257" y="3078480"/>
                  <a:pt x="6720840" y="3078480"/>
                </a:cubicBezTo>
                <a:cubicBezTo>
                  <a:pt x="6712423" y="3078480"/>
                  <a:pt x="6705600" y="3071657"/>
                  <a:pt x="6705600" y="3063240"/>
                </a:cubicBezTo>
                <a:cubicBezTo>
                  <a:pt x="6705600" y="3054823"/>
                  <a:pt x="6712423" y="3048000"/>
                  <a:pt x="6720840" y="3048000"/>
                </a:cubicBezTo>
                <a:cubicBezTo>
                  <a:pt x="6729257" y="3048000"/>
                  <a:pt x="6736080" y="3054823"/>
                  <a:pt x="6736080" y="3063240"/>
                </a:cubicBezTo>
                <a:close/>
                <a:moveTo>
                  <a:pt x="6736080" y="3215640"/>
                </a:moveTo>
                <a:cubicBezTo>
                  <a:pt x="6736080" y="3224057"/>
                  <a:pt x="6729257" y="3230880"/>
                  <a:pt x="6720840" y="3230880"/>
                </a:cubicBezTo>
                <a:cubicBezTo>
                  <a:pt x="6712423" y="3230880"/>
                  <a:pt x="6705600" y="3224057"/>
                  <a:pt x="6705600" y="3215640"/>
                </a:cubicBezTo>
                <a:cubicBezTo>
                  <a:pt x="6705600" y="3207223"/>
                  <a:pt x="6712423" y="3200400"/>
                  <a:pt x="6720840" y="3200400"/>
                </a:cubicBezTo>
                <a:cubicBezTo>
                  <a:pt x="6729257" y="3200400"/>
                  <a:pt x="6736080" y="3207223"/>
                  <a:pt x="6736080" y="3215640"/>
                </a:cubicBezTo>
                <a:close/>
                <a:moveTo>
                  <a:pt x="6736080" y="3368040"/>
                </a:moveTo>
                <a:cubicBezTo>
                  <a:pt x="6736080" y="3376457"/>
                  <a:pt x="6729257" y="3383280"/>
                  <a:pt x="6720840" y="3383280"/>
                </a:cubicBezTo>
                <a:cubicBezTo>
                  <a:pt x="6712423" y="3383280"/>
                  <a:pt x="6705600" y="3376457"/>
                  <a:pt x="6705600" y="3368040"/>
                </a:cubicBezTo>
                <a:cubicBezTo>
                  <a:pt x="6705600" y="3359623"/>
                  <a:pt x="6712423" y="3352800"/>
                  <a:pt x="6720840" y="3352800"/>
                </a:cubicBezTo>
                <a:cubicBezTo>
                  <a:pt x="6729257" y="3352800"/>
                  <a:pt x="6736080" y="3359623"/>
                  <a:pt x="6736080" y="3368040"/>
                </a:cubicBezTo>
                <a:close/>
                <a:moveTo>
                  <a:pt x="6736080" y="3520440"/>
                </a:moveTo>
                <a:cubicBezTo>
                  <a:pt x="6736080" y="3528857"/>
                  <a:pt x="6729257" y="3535680"/>
                  <a:pt x="6720840" y="3535680"/>
                </a:cubicBezTo>
                <a:cubicBezTo>
                  <a:pt x="6712423" y="3535680"/>
                  <a:pt x="6705600" y="3528857"/>
                  <a:pt x="6705600" y="3520440"/>
                </a:cubicBezTo>
                <a:cubicBezTo>
                  <a:pt x="6705600" y="3512023"/>
                  <a:pt x="6712423" y="3505200"/>
                  <a:pt x="6720840" y="3505200"/>
                </a:cubicBezTo>
                <a:cubicBezTo>
                  <a:pt x="6729257" y="3505200"/>
                  <a:pt x="6736080" y="3512023"/>
                  <a:pt x="6736080" y="3520440"/>
                </a:cubicBezTo>
                <a:close/>
                <a:moveTo>
                  <a:pt x="6736080" y="3672840"/>
                </a:moveTo>
                <a:cubicBezTo>
                  <a:pt x="6736080" y="3681257"/>
                  <a:pt x="6729257" y="3688080"/>
                  <a:pt x="6720840" y="3688080"/>
                </a:cubicBezTo>
                <a:cubicBezTo>
                  <a:pt x="6712423" y="3688080"/>
                  <a:pt x="6705600" y="3681257"/>
                  <a:pt x="6705600" y="3672840"/>
                </a:cubicBezTo>
                <a:cubicBezTo>
                  <a:pt x="6705600" y="3664423"/>
                  <a:pt x="6712423" y="3657600"/>
                  <a:pt x="6720840" y="3657600"/>
                </a:cubicBezTo>
                <a:cubicBezTo>
                  <a:pt x="6729257" y="3657600"/>
                  <a:pt x="6736080" y="3664423"/>
                  <a:pt x="6736080" y="3672840"/>
                </a:cubicBezTo>
                <a:close/>
                <a:moveTo>
                  <a:pt x="6736080" y="3825240"/>
                </a:moveTo>
                <a:cubicBezTo>
                  <a:pt x="6736080" y="3833657"/>
                  <a:pt x="6729257" y="3840480"/>
                  <a:pt x="6720840" y="3840480"/>
                </a:cubicBezTo>
                <a:cubicBezTo>
                  <a:pt x="6712423" y="3840480"/>
                  <a:pt x="6705600" y="3833657"/>
                  <a:pt x="6705600" y="3825240"/>
                </a:cubicBezTo>
                <a:cubicBezTo>
                  <a:pt x="6705600" y="3816823"/>
                  <a:pt x="6712423" y="3810000"/>
                  <a:pt x="6720840" y="3810000"/>
                </a:cubicBezTo>
                <a:cubicBezTo>
                  <a:pt x="6729257" y="3810000"/>
                  <a:pt x="6736080" y="3816823"/>
                  <a:pt x="6736080" y="3825240"/>
                </a:cubicBezTo>
                <a:close/>
                <a:moveTo>
                  <a:pt x="6736080" y="3977640"/>
                </a:moveTo>
                <a:cubicBezTo>
                  <a:pt x="6736080" y="3986057"/>
                  <a:pt x="6729257" y="3992880"/>
                  <a:pt x="6720840" y="3992880"/>
                </a:cubicBezTo>
                <a:cubicBezTo>
                  <a:pt x="6712423" y="3992880"/>
                  <a:pt x="6705600" y="3986057"/>
                  <a:pt x="6705600" y="3977640"/>
                </a:cubicBezTo>
                <a:cubicBezTo>
                  <a:pt x="6705600" y="3969223"/>
                  <a:pt x="6712423" y="3962400"/>
                  <a:pt x="6720840" y="3962400"/>
                </a:cubicBezTo>
                <a:cubicBezTo>
                  <a:pt x="6729257" y="3962400"/>
                  <a:pt x="6736080" y="3969223"/>
                  <a:pt x="6736080" y="3977640"/>
                </a:cubicBezTo>
                <a:close/>
                <a:moveTo>
                  <a:pt x="6736080" y="4130040"/>
                </a:moveTo>
                <a:cubicBezTo>
                  <a:pt x="6736080" y="4138457"/>
                  <a:pt x="6729257" y="4145280"/>
                  <a:pt x="6720840" y="4145280"/>
                </a:cubicBezTo>
                <a:cubicBezTo>
                  <a:pt x="6712423" y="4145280"/>
                  <a:pt x="6705600" y="4138457"/>
                  <a:pt x="6705600" y="4130040"/>
                </a:cubicBezTo>
                <a:cubicBezTo>
                  <a:pt x="6705600" y="4121623"/>
                  <a:pt x="6712423" y="4114800"/>
                  <a:pt x="6720840" y="4114800"/>
                </a:cubicBezTo>
                <a:cubicBezTo>
                  <a:pt x="6729257" y="4114800"/>
                  <a:pt x="6736080" y="4121623"/>
                  <a:pt x="6736080" y="4130040"/>
                </a:cubicBezTo>
                <a:close/>
                <a:moveTo>
                  <a:pt x="6736080" y="4282440"/>
                </a:moveTo>
                <a:cubicBezTo>
                  <a:pt x="6736080" y="4290857"/>
                  <a:pt x="6729257" y="4297680"/>
                  <a:pt x="6720840" y="4297680"/>
                </a:cubicBezTo>
                <a:cubicBezTo>
                  <a:pt x="6712423" y="4297680"/>
                  <a:pt x="6705600" y="4290857"/>
                  <a:pt x="6705600" y="4282440"/>
                </a:cubicBezTo>
                <a:cubicBezTo>
                  <a:pt x="6705600" y="4274023"/>
                  <a:pt x="6712423" y="4267200"/>
                  <a:pt x="6720840" y="4267200"/>
                </a:cubicBezTo>
                <a:cubicBezTo>
                  <a:pt x="6729257" y="4267200"/>
                  <a:pt x="6736080" y="4274023"/>
                  <a:pt x="6736080" y="4282440"/>
                </a:cubicBezTo>
                <a:close/>
                <a:moveTo>
                  <a:pt x="6736080" y="4434840"/>
                </a:moveTo>
                <a:cubicBezTo>
                  <a:pt x="6736080" y="4443257"/>
                  <a:pt x="6729257" y="4450080"/>
                  <a:pt x="6720840" y="4450080"/>
                </a:cubicBezTo>
                <a:cubicBezTo>
                  <a:pt x="6712423" y="4450080"/>
                  <a:pt x="6705600" y="4443257"/>
                  <a:pt x="6705600" y="4434840"/>
                </a:cubicBezTo>
                <a:cubicBezTo>
                  <a:pt x="6705600" y="4426423"/>
                  <a:pt x="6712423" y="4419600"/>
                  <a:pt x="6720840" y="4419600"/>
                </a:cubicBezTo>
                <a:cubicBezTo>
                  <a:pt x="6729257" y="4419600"/>
                  <a:pt x="6736080" y="4426423"/>
                  <a:pt x="6736080" y="4434840"/>
                </a:cubicBezTo>
                <a:close/>
                <a:moveTo>
                  <a:pt x="6888480" y="15240"/>
                </a:moveTo>
                <a:cubicBezTo>
                  <a:pt x="6888480" y="23657"/>
                  <a:pt x="6881657" y="30480"/>
                  <a:pt x="6873240" y="30480"/>
                </a:cubicBezTo>
                <a:cubicBezTo>
                  <a:pt x="6864823" y="30480"/>
                  <a:pt x="6858000" y="23657"/>
                  <a:pt x="6858000" y="15240"/>
                </a:cubicBezTo>
                <a:cubicBezTo>
                  <a:pt x="6858000" y="6823"/>
                  <a:pt x="6864823" y="0"/>
                  <a:pt x="6873240" y="0"/>
                </a:cubicBezTo>
                <a:cubicBezTo>
                  <a:pt x="6881657" y="0"/>
                  <a:pt x="6888480" y="6823"/>
                  <a:pt x="6888480" y="15240"/>
                </a:cubicBezTo>
                <a:close/>
                <a:moveTo>
                  <a:pt x="6888480" y="167640"/>
                </a:moveTo>
                <a:cubicBezTo>
                  <a:pt x="6888480" y="176057"/>
                  <a:pt x="6881657" y="182880"/>
                  <a:pt x="6873240" y="182880"/>
                </a:cubicBezTo>
                <a:cubicBezTo>
                  <a:pt x="6864823" y="182880"/>
                  <a:pt x="6858000" y="176057"/>
                  <a:pt x="6858000" y="167640"/>
                </a:cubicBezTo>
                <a:cubicBezTo>
                  <a:pt x="6858000" y="159223"/>
                  <a:pt x="6864823" y="152400"/>
                  <a:pt x="6873240" y="152400"/>
                </a:cubicBezTo>
                <a:cubicBezTo>
                  <a:pt x="6881657" y="152400"/>
                  <a:pt x="6888480" y="159223"/>
                  <a:pt x="6888480" y="167640"/>
                </a:cubicBezTo>
                <a:close/>
                <a:moveTo>
                  <a:pt x="6888480" y="320040"/>
                </a:moveTo>
                <a:cubicBezTo>
                  <a:pt x="6888480" y="328457"/>
                  <a:pt x="6881657" y="335280"/>
                  <a:pt x="6873240" y="335280"/>
                </a:cubicBezTo>
                <a:cubicBezTo>
                  <a:pt x="6864823" y="335280"/>
                  <a:pt x="6858000" y="328457"/>
                  <a:pt x="6858000" y="320040"/>
                </a:cubicBezTo>
                <a:cubicBezTo>
                  <a:pt x="6858000" y="311623"/>
                  <a:pt x="6864823" y="304800"/>
                  <a:pt x="6873240" y="304800"/>
                </a:cubicBezTo>
                <a:cubicBezTo>
                  <a:pt x="6881657" y="304800"/>
                  <a:pt x="6888480" y="311623"/>
                  <a:pt x="6888480" y="320040"/>
                </a:cubicBezTo>
                <a:close/>
                <a:moveTo>
                  <a:pt x="6888480" y="472440"/>
                </a:moveTo>
                <a:cubicBezTo>
                  <a:pt x="6888480" y="480857"/>
                  <a:pt x="6881657" y="487680"/>
                  <a:pt x="6873240" y="487680"/>
                </a:cubicBezTo>
                <a:cubicBezTo>
                  <a:pt x="6864823" y="487680"/>
                  <a:pt x="6858000" y="480857"/>
                  <a:pt x="6858000" y="472440"/>
                </a:cubicBezTo>
                <a:cubicBezTo>
                  <a:pt x="6858000" y="464023"/>
                  <a:pt x="6864823" y="457200"/>
                  <a:pt x="6873240" y="457200"/>
                </a:cubicBezTo>
                <a:cubicBezTo>
                  <a:pt x="6881657" y="457200"/>
                  <a:pt x="6888480" y="464023"/>
                  <a:pt x="6888480" y="472440"/>
                </a:cubicBezTo>
                <a:close/>
                <a:moveTo>
                  <a:pt x="6888480" y="624840"/>
                </a:moveTo>
                <a:cubicBezTo>
                  <a:pt x="6888480" y="633257"/>
                  <a:pt x="6881657" y="640080"/>
                  <a:pt x="6873240" y="640080"/>
                </a:cubicBezTo>
                <a:cubicBezTo>
                  <a:pt x="6864823" y="640080"/>
                  <a:pt x="6858000" y="633257"/>
                  <a:pt x="6858000" y="624840"/>
                </a:cubicBezTo>
                <a:cubicBezTo>
                  <a:pt x="6858000" y="616423"/>
                  <a:pt x="6864823" y="609600"/>
                  <a:pt x="6873240" y="609600"/>
                </a:cubicBezTo>
                <a:cubicBezTo>
                  <a:pt x="6881657" y="609600"/>
                  <a:pt x="6888480" y="616423"/>
                  <a:pt x="6888480" y="624840"/>
                </a:cubicBezTo>
                <a:close/>
                <a:moveTo>
                  <a:pt x="6888480" y="777240"/>
                </a:moveTo>
                <a:cubicBezTo>
                  <a:pt x="6888480" y="785657"/>
                  <a:pt x="6881657" y="792480"/>
                  <a:pt x="6873240" y="792480"/>
                </a:cubicBezTo>
                <a:cubicBezTo>
                  <a:pt x="6864823" y="792480"/>
                  <a:pt x="6858000" y="785657"/>
                  <a:pt x="6858000" y="777240"/>
                </a:cubicBezTo>
                <a:cubicBezTo>
                  <a:pt x="6858000" y="768823"/>
                  <a:pt x="6864823" y="762000"/>
                  <a:pt x="6873240" y="762000"/>
                </a:cubicBezTo>
                <a:cubicBezTo>
                  <a:pt x="6881657" y="762000"/>
                  <a:pt x="6888480" y="768823"/>
                  <a:pt x="6888480" y="777240"/>
                </a:cubicBezTo>
                <a:close/>
                <a:moveTo>
                  <a:pt x="6888480" y="929640"/>
                </a:moveTo>
                <a:cubicBezTo>
                  <a:pt x="6888480" y="938057"/>
                  <a:pt x="6881657" y="944880"/>
                  <a:pt x="6873240" y="944880"/>
                </a:cubicBezTo>
                <a:cubicBezTo>
                  <a:pt x="6864823" y="944880"/>
                  <a:pt x="6858000" y="938057"/>
                  <a:pt x="6858000" y="929640"/>
                </a:cubicBezTo>
                <a:cubicBezTo>
                  <a:pt x="6858000" y="921223"/>
                  <a:pt x="6864823" y="914400"/>
                  <a:pt x="6873240" y="914400"/>
                </a:cubicBezTo>
                <a:cubicBezTo>
                  <a:pt x="6881657" y="914400"/>
                  <a:pt x="6888480" y="921223"/>
                  <a:pt x="6888480" y="929640"/>
                </a:cubicBezTo>
                <a:close/>
                <a:moveTo>
                  <a:pt x="6888480" y="1082040"/>
                </a:moveTo>
                <a:cubicBezTo>
                  <a:pt x="6888480" y="1090457"/>
                  <a:pt x="6881657" y="1097280"/>
                  <a:pt x="6873240" y="1097280"/>
                </a:cubicBezTo>
                <a:cubicBezTo>
                  <a:pt x="6864823" y="1097280"/>
                  <a:pt x="6858000" y="1090457"/>
                  <a:pt x="6858000" y="1082040"/>
                </a:cubicBezTo>
                <a:cubicBezTo>
                  <a:pt x="6858000" y="1073623"/>
                  <a:pt x="6864823" y="1066800"/>
                  <a:pt x="6873240" y="1066800"/>
                </a:cubicBezTo>
                <a:cubicBezTo>
                  <a:pt x="6881657" y="1066800"/>
                  <a:pt x="6888480" y="1073623"/>
                  <a:pt x="6888480" y="1082040"/>
                </a:cubicBezTo>
                <a:close/>
                <a:moveTo>
                  <a:pt x="6888480" y="1234440"/>
                </a:moveTo>
                <a:cubicBezTo>
                  <a:pt x="6888480" y="1242857"/>
                  <a:pt x="6881657" y="1249680"/>
                  <a:pt x="6873240" y="1249680"/>
                </a:cubicBezTo>
                <a:cubicBezTo>
                  <a:pt x="6864823" y="1249680"/>
                  <a:pt x="6858000" y="1242857"/>
                  <a:pt x="6858000" y="1234440"/>
                </a:cubicBezTo>
                <a:cubicBezTo>
                  <a:pt x="6858000" y="1226023"/>
                  <a:pt x="6864823" y="1219200"/>
                  <a:pt x="6873240" y="1219200"/>
                </a:cubicBezTo>
                <a:cubicBezTo>
                  <a:pt x="6881657" y="1219200"/>
                  <a:pt x="6888480" y="1226023"/>
                  <a:pt x="6888480" y="1234440"/>
                </a:cubicBezTo>
                <a:close/>
                <a:moveTo>
                  <a:pt x="6888480" y="1386840"/>
                </a:moveTo>
                <a:cubicBezTo>
                  <a:pt x="6888480" y="1395257"/>
                  <a:pt x="6881657" y="1402080"/>
                  <a:pt x="6873240" y="1402080"/>
                </a:cubicBezTo>
                <a:cubicBezTo>
                  <a:pt x="6864823" y="1402080"/>
                  <a:pt x="6858000" y="1395257"/>
                  <a:pt x="6858000" y="1386840"/>
                </a:cubicBezTo>
                <a:cubicBezTo>
                  <a:pt x="6858000" y="1378423"/>
                  <a:pt x="6864823" y="1371600"/>
                  <a:pt x="6873240" y="1371600"/>
                </a:cubicBezTo>
                <a:cubicBezTo>
                  <a:pt x="6881657" y="1371600"/>
                  <a:pt x="6888480" y="1378423"/>
                  <a:pt x="6888480" y="1386840"/>
                </a:cubicBezTo>
                <a:close/>
                <a:moveTo>
                  <a:pt x="6888480" y="1539240"/>
                </a:moveTo>
                <a:cubicBezTo>
                  <a:pt x="6888480" y="1547657"/>
                  <a:pt x="6881657" y="1554480"/>
                  <a:pt x="6873240" y="1554480"/>
                </a:cubicBezTo>
                <a:cubicBezTo>
                  <a:pt x="6864823" y="1554480"/>
                  <a:pt x="6858000" y="1547657"/>
                  <a:pt x="6858000" y="1539240"/>
                </a:cubicBezTo>
                <a:cubicBezTo>
                  <a:pt x="6858000" y="1530823"/>
                  <a:pt x="6864823" y="1524000"/>
                  <a:pt x="6873240" y="1524000"/>
                </a:cubicBezTo>
                <a:cubicBezTo>
                  <a:pt x="6881657" y="1524000"/>
                  <a:pt x="6888480" y="1530823"/>
                  <a:pt x="6888480" y="1539240"/>
                </a:cubicBezTo>
                <a:close/>
                <a:moveTo>
                  <a:pt x="6888480" y="1691640"/>
                </a:moveTo>
                <a:cubicBezTo>
                  <a:pt x="6888480" y="1700057"/>
                  <a:pt x="6881657" y="1706880"/>
                  <a:pt x="6873240" y="1706880"/>
                </a:cubicBezTo>
                <a:cubicBezTo>
                  <a:pt x="6864823" y="1706880"/>
                  <a:pt x="6858000" y="1700057"/>
                  <a:pt x="6858000" y="1691640"/>
                </a:cubicBezTo>
                <a:cubicBezTo>
                  <a:pt x="6858000" y="1683223"/>
                  <a:pt x="6864823" y="1676400"/>
                  <a:pt x="6873240" y="1676400"/>
                </a:cubicBezTo>
                <a:cubicBezTo>
                  <a:pt x="6881657" y="1676400"/>
                  <a:pt x="6888480" y="1683223"/>
                  <a:pt x="6888480" y="1691640"/>
                </a:cubicBezTo>
                <a:close/>
                <a:moveTo>
                  <a:pt x="6888480" y="1844040"/>
                </a:moveTo>
                <a:cubicBezTo>
                  <a:pt x="6888480" y="1852457"/>
                  <a:pt x="6881657" y="1859280"/>
                  <a:pt x="6873240" y="1859280"/>
                </a:cubicBezTo>
                <a:cubicBezTo>
                  <a:pt x="6864823" y="1859280"/>
                  <a:pt x="6858000" y="1852457"/>
                  <a:pt x="6858000" y="1844040"/>
                </a:cubicBezTo>
                <a:cubicBezTo>
                  <a:pt x="6858000" y="1835623"/>
                  <a:pt x="6864823" y="1828800"/>
                  <a:pt x="6873240" y="1828800"/>
                </a:cubicBezTo>
                <a:cubicBezTo>
                  <a:pt x="6881657" y="1828800"/>
                  <a:pt x="6888480" y="1835623"/>
                  <a:pt x="6888480" y="1844040"/>
                </a:cubicBezTo>
                <a:close/>
                <a:moveTo>
                  <a:pt x="6888480" y="1996440"/>
                </a:moveTo>
                <a:cubicBezTo>
                  <a:pt x="6888480" y="2004857"/>
                  <a:pt x="6881657" y="2011680"/>
                  <a:pt x="6873240" y="2011680"/>
                </a:cubicBezTo>
                <a:cubicBezTo>
                  <a:pt x="6864823" y="2011680"/>
                  <a:pt x="6858000" y="2004857"/>
                  <a:pt x="6858000" y="1996440"/>
                </a:cubicBezTo>
                <a:cubicBezTo>
                  <a:pt x="6858000" y="1988023"/>
                  <a:pt x="6864823" y="1981200"/>
                  <a:pt x="6873240" y="1981200"/>
                </a:cubicBezTo>
                <a:cubicBezTo>
                  <a:pt x="6881657" y="1981200"/>
                  <a:pt x="6888480" y="1988023"/>
                  <a:pt x="6888480" y="1996440"/>
                </a:cubicBezTo>
                <a:close/>
                <a:moveTo>
                  <a:pt x="6888480" y="2148840"/>
                </a:moveTo>
                <a:cubicBezTo>
                  <a:pt x="6888480" y="2157257"/>
                  <a:pt x="6881657" y="2164080"/>
                  <a:pt x="6873240" y="2164080"/>
                </a:cubicBezTo>
                <a:cubicBezTo>
                  <a:pt x="6864823" y="2164080"/>
                  <a:pt x="6858000" y="2157257"/>
                  <a:pt x="6858000" y="2148840"/>
                </a:cubicBezTo>
                <a:cubicBezTo>
                  <a:pt x="6858000" y="2140423"/>
                  <a:pt x="6864823" y="2133600"/>
                  <a:pt x="6873240" y="2133600"/>
                </a:cubicBezTo>
                <a:cubicBezTo>
                  <a:pt x="6881657" y="2133600"/>
                  <a:pt x="6888480" y="2140423"/>
                  <a:pt x="6888480" y="2148840"/>
                </a:cubicBezTo>
                <a:close/>
                <a:moveTo>
                  <a:pt x="6888480" y="2301240"/>
                </a:moveTo>
                <a:cubicBezTo>
                  <a:pt x="6888480" y="2309657"/>
                  <a:pt x="6881657" y="2316480"/>
                  <a:pt x="6873240" y="2316480"/>
                </a:cubicBezTo>
                <a:cubicBezTo>
                  <a:pt x="6864823" y="2316480"/>
                  <a:pt x="6858000" y="2309657"/>
                  <a:pt x="6858000" y="2301240"/>
                </a:cubicBezTo>
                <a:cubicBezTo>
                  <a:pt x="6858000" y="2292823"/>
                  <a:pt x="6864823" y="2286000"/>
                  <a:pt x="6873240" y="2286000"/>
                </a:cubicBezTo>
                <a:cubicBezTo>
                  <a:pt x="6881657" y="2286000"/>
                  <a:pt x="6888480" y="2292823"/>
                  <a:pt x="6888480" y="2301240"/>
                </a:cubicBezTo>
                <a:close/>
                <a:moveTo>
                  <a:pt x="6888480" y="2453640"/>
                </a:moveTo>
                <a:cubicBezTo>
                  <a:pt x="6888480" y="2462057"/>
                  <a:pt x="6881657" y="2468880"/>
                  <a:pt x="6873240" y="2468880"/>
                </a:cubicBezTo>
                <a:cubicBezTo>
                  <a:pt x="6864823" y="2468880"/>
                  <a:pt x="6858000" y="2462057"/>
                  <a:pt x="6858000" y="2453640"/>
                </a:cubicBezTo>
                <a:cubicBezTo>
                  <a:pt x="6858000" y="2445223"/>
                  <a:pt x="6864823" y="2438400"/>
                  <a:pt x="6873240" y="2438400"/>
                </a:cubicBezTo>
                <a:cubicBezTo>
                  <a:pt x="6881657" y="2438400"/>
                  <a:pt x="6888480" y="2445223"/>
                  <a:pt x="6888480" y="2453640"/>
                </a:cubicBezTo>
                <a:close/>
                <a:moveTo>
                  <a:pt x="6888480" y="2606040"/>
                </a:moveTo>
                <a:cubicBezTo>
                  <a:pt x="6888480" y="2614457"/>
                  <a:pt x="6881657" y="2621280"/>
                  <a:pt x="6873240" y="2621280"/>
                </a:cubicBezTo>
                <a:cubicBezTo>
                  <a:pt x="6864823" y="2621280"/>
                  <a:pt x="6858000" y="2614457"/>
                  <a:pt x="6858000" y="2606040"/>
                </a:cubicBezTo>
                <a:cubicBezTo>
                  <a:pt x="6858000" y="2597623"/>
                  <a:pt x="6864823" y="2590800"/>
                  <a:pt x="6873240" y="2590800"/>
                </a:cubicBezTo>
                <a:cubicBezTo>
                  <a:pt x="6881657" y="2590800"/>
                  <a:pt x="6888480" y="2597623"/>
                  <a:pt x="6888480" y="2606040"/>
                </a:cubicBezTo>
                <a:close/>
                <a:moveTo>
                  <a:pt x="6888480" y="2758440"/>
                </a:moveTo>
                <a:cubicBezTo>
                  <a:pt x="6888480" y="2766857"/>
                  <a:pt x="6881657" y="2773680"/>
                  <a:pt x="6873240" y="2773680"/>
                </a:cubicBezTo>
                <a:cubicBezTo>
                  <a:pt x="6864823" y="2773680"/>
                  <a:pt x="6858000" y="2766857"/>
                  <a:pt x="6858000" y="2758440"/>
                </a:cubicBezTo>
                <a:cubicBezTo>
                  <a:pt x="6858000" y="2750023"/>
                  <a:pt x="6864823" y="2743200"/>
                  <a:pt x="6873240" y="2743200"/>
                </a:cubicBezTo>
                <a:cubicBezTo>
                  <a:pt x="6881657" y="2743200"/>
                  <a:pt x="6888480" y="2750023"/>
                  <a:pt x="6888480" y="2758440"/>
                </a:cubicBezTo>
                <a:close/>
                <a:moveTo>
                  <a:pt x="6888480" y="2910840"/>
                </a:moveTo>
                <a:cubicBezTo>
                  <a:pt x="6888480" y="2919257"/>
                  <a:pt x="6881657" y="2926080"/>
                  <a:pt x="6873240" y="2926080"/>
                </a:cubicBezTo>
                <a:cubicBezTo>
                  <a:pt x="6864823" y="2926080"/>
                  <a:pt x="6858000" y="2919257"/>
                  <a:pt x="6858000" y="2910840"/>
                </a:cubicBezTo>
                <a:cubicBezTo>
                  <a:pt x="6858000" y="2902423"/>
                  <a:pt x="6864823" y="2895600"/>
                  <a:pt x="6873240" y="2895600"/>
                </a:cubicBezTo>
                <a:cubicBezTo>
                  <a:pt x="6881657" y="2895600"/>
                  <a:pt x="6888480" y="2902423"/>
                  <a:pt x="6888480" y="2910840"/>
                </a:cubicBezTo>
                <a:close/>
                <a:moveTo>
                  <a:pt x="6888480" y="3063240"/>
                </a:moveTo>
                <a:cubicBezTo>
                  <a:pt x="6888480" y="3071657"/>
                  <a:pt x="6881657" y="3078480"/>
                  <a:pt x="6873240" y="3078480"/>
                </a:cubicBezTo>
                <a:cubicBezTo>
                  <a:pt x="6864823" y="3078480"/>
                  <a:pt x="6858000" y="3071657"/>
                  <a:pt x="6858000" y="3063240"/>
                </a:cubicBezTo>
                <a:cubicBezTo>
                  <a:pt x="6858000" y="3054823"/>
                  <a:pt x="6864823" y="3048000"/>
                  <a:pt x="6873240" y="3048000"/>
                </a:cubicBezTo>
                <a:cubicBezTo>
                  <a:pt x="6881657" y="3048000"/>
                  <a:pt x="6888480" y="3054823"/>
                  <a:pt x="6888480" y="3063240"/>
                </a:cubicBezTo>
                <a:close/>
                <a:moveTo>
                  <a:pt x="6888480" y="3215640"/>
                </a:moveTo>
                <a:cubicBezTo>
                  <a:pt x="6888480" y="3224057"/>
                  <a:pt x="6881657" y="3230880"/>
                  <a:pt x="6873240" y="3230880"/>
                </a:cubicBezTo>
                <a:cubicBezTo>
                  <a:pt x="6864823" y="3230880"/>
                  <a:pt x="6858000" y="3224057"/>
                  <a:pt x="6858000" y="3215640"/>
                </a:cubicBezTo>
                <a:cubicBezTo>
                  <a:pt x="6858000" y="3207223"/>
                  <a:pt x="6864823" y="3200400"/>
                  <a:pt x="6873240" y="3200400"/>
                </a:cubicBezTo>
                <a:cubicBezTo>
                  <a:pt x="6881657" y="3200400"/>
                  <a:pt x="6888480" y="3207223"/>
                  <a:pt x="6888480" y="3215640"/>
                </a:cubicBezTo>
                <a:close/>
                <a:moveTo>
                  <a:pt x="6888480" y="3368040"/>
                </a:moveTo>
                <a:cubicBezTo>
                  <a:pt x="6888480" y="3376457"/>
                  <a:pt x="6881657" y="3383280"/>
                  <a:pt x="6873240" y="3383280"/>
                </a:cubicBezTo>
                <a:cubicBezTo>
                  <a:pt x="6864823" y="3383280"/>
                  <a:pt x="6858000" y="3376457"/>
                  <a:pt x="6858000" y="3368040"/>
                </a:cubicBezTo>
                <a:cubicBezTo>
                  <a:pt x="6858000" y="3359623"/>
                  <a:pt x="6864823" y="3352800"/>
                  <a:pt x="6873240" y="3352800"/>
                </a:cubicBezTo>
                <a:cubicBezTo>
                  <a:pt x="6881657" y="3352800"/>
                  <a:pt x="6888480" y="3359623"/>
                  <a:pt x="6888480" y="3368040"/>
                </a:cubicBezTo>
                <a:close/>
                <a:moveTo>
                  <a:pt x="6888480" y="3520440"/>
                </a:moveTo>
                <a:cubicBezTo>
                  <a:pt x="6888480" y="3528857"/>
                  <a:pt x="6881657" y="3535680"/>
                  <a:pt x="6873240" y="3535680"/>
                </a:cubicBezTo>
                <a:cubicBezTo>
                  <a:pt x="6864823" y="3535680"/>
                  <a:pt x="6858000" y="3528857"/>
                  <a:pt x="6858000" y="3520440"/>
                </a:cubicBezTo>
                <a:cubicBezTo>
                  <a:pt x="6858000" y="3512023"/>
                  <a:pt x="6864823" y="3505200"/>
                  <a:pt x="6873240" y="3505200"/>
                </a:cubicBezTo>
                <a:cubicBezTo>
                  <a:pt x="6881657" y="3505200"/>
                  <a:pt x="6888480" y="3512023"/>
                  <a:pt x="6888480" y="3520440"/>
                </a:cubicBezTo>
                <a:close/>
                <a:moveTo>
                  <a:pt x="6888480" y="3672840"/>
                </a:moveTo>
                <a:cubicBezTo>
                  <a:pt x="6888480" y="3681257"/>
                  <a:pt x="6881657" y="3688080"/>
                  <a:pt x="6873240" y="3688080"/>
                </a:cubicBezTo>
                <a:cubicBezTo>
                  <a:pt x="6864823" y="3688080"/>
                  <a:pt x="6858000" y="3681257"/>
                  <a:pt x="6858000" y="3672840"/>
                </a:cubicBezTo>
                <a:cubicBezTo>
                  <a:pt x="6858000" y="3664423"/>
                  <a:pt x="6864823" y="3657600"/>
                  <a:pt x="6873240" y="3657600"/>
                </a:cubicBezTo>
                <a:cubicBezTo>
                  <a:pt x="6881657" y="3657600"/>
                  <a:pt x="6888480" y="3664423"/>
                  <a:pt x="6888480" y="3672840"/>
                </a:cubicBezTo>
                <a:close/>
                <a:moveTo>
                  <a:pt x="6888480" y="3825240"/>
                </a:moveTo>
                <a:cubicBezTo>
                  <a:pt x="6888480" y="3833657"/>
                  <a:pt x="6881657" y="3840480"/>
                  <a:pt x="6873240" y="3840480"/>
                </a:cubicBezTo>
                <a:cubicBezTo>
                  <a:pt x="6864823" y="3840480"/>
                  <a:pt x="6858000" y="3833657"/>
                  <a:pt x="6858000" y="3825240"/>
                </a:cubicBezTo>
                <a:cubicBezTo>
                  <a:pt x="6858000" y="3816823"/>
                  <a:pt x="6864823" y="3810000"/>
                  <a:pt x="6873240" y="3810000"/>
                </a:cubicBezTo>
                <a:cubicBezTo>
                  <a:pt x="6881657" y="3810000"/>
                  <a:pt x="6888480" y="3816823"/>
                  <a:pt x="6888480" y="3825240"/>
                </a:cubicBezTo>
                <a:close/>
                <a:moveTo>
                  <a:pt x="6888480" y="3977640"/>
                </a:moveTo>
                <a:cubicBezTo>
                  <a:pt x="6888480" y="3986057"/>
                  <a:pt x="6881657" y="3992880"/>
                  <a:pt x="6873240" y="3992880"/>
                </a:cubicBezTo>
                <a:cubicBezTo>
                  <a:pt x="6864823" y="3992880"/>
                  <a:pt x="6858000" y="3986057"/>
                  <a:pt x="6858000" y="3977640"/>
                </a:cubicBezTo>
                <a:cubicBezTo>
                  <a:pt x="6858000" y="3969223"/>
                  <a:pt x="6864823" y="3962400"/>
                  <a:pt x="6873240" y="3962400"/>
                </a:cubicBezTo>
                <a:cubicBezTo>
                  <a:pt x="6881657" y="3962400"/>
                  <a:pt x="6888480" y="3969223"/>
                  <a:pt x="6888480" y="3977640"/>
                </a:cubicBezTo>
                <a:close/>
                <a:moveTo>
                  <a:pt x="6888480" y="4130040"/>
                </a:moveTo>
                <a:cubicBezTo>
                  <a:pt x="6888480" y="4138457"/>
                  <a:pt x="6881657" y="4145280"/>
                  <a:pt x="6873240" y="4145280"/>
                </a:cubicBezTo>
                <a:cubicBezTo>
                  <a:pt x="6864823" y="4145280"/>
                  <a:pt x="6858000" y="4138457"/>
                  <a:pt x="6858000" y="4130040"/>
                </a:cubicBezTo>
                <a:cubicBezTo>
                  <a:pt x="6858000" y="4121623"/>
                  <a:pt x="6864823" y="4114800"/>
                  <a:pt x="6873240" y="4114800"/>
                </a:cubicBezTo>
                <a:cubicBezTo>
                  <a:pt x="6881657" y="4114800"/>
                  <a:pt x="6888480" y="4121623"/>
                  <a:pt x="6888480" y="4130040"/>
                </a:cubicBezTo>
                <a:close/>
                <a:moveTo>
                  <a:pt x="6888480" y="4282440"/>
                </a:moveTo>
                <a:cubicBezTo>
                  <a:pt x="6888480" y="4290857"/>
                  <a:pt x="6881657" y="4297680"/>
                  <a:pt x="6873240" y="4297680"/>
                </a:cubicBezTo>
                <a:cubicBezTo>
                  <a:pt x="6864823" y="4297680"/>
                  <a:pt x="6858000" y="4290857"/>
                  <a:pt x="6858000" y="4282440"/>
                </a:cubicBezTo>
                <a:cubicBezTo>
                  <a:pt x="6858000" y="4274023"/>
                  <a:pt x="6864823" y="4267200"/>
                  <a:pt x="6873240" y="4267200"/>
                </a:cubicBezTo>
                <a:cubicBezTo>
                  <a:pt x="6881657" y="4267200"/>
                  <a:pt x="6888480" y="4274023"/>
                  <a:pt x="6888480" y="4282440"/>
                </a:cubicBezTo>
                <a:close/>
                <a:moveTo>
                  <a:pt x="6888480" y="4434840"/>
                </a:moveTo>
                <a:cubicBezTo>
                  <a:pt x="6888480" y="4443257"/>
                  <a:pt x="6881657" y="4450080"/>
                  <a:pt x="6873240" y="4450080"/>
                </a:cubicBezTo>
                <a:cubicBezTo>
                  <a:pt x="6864823" y="4450080"/>
                  <a:pt x="6858000" y="4443257"/>
                  <a:pt x="6858000" y="4434840"/>
                </a:cubicBezTo>
                <a:cubicBezTo>
                  <a:pt x="6858000" y="4426423"/>
                  <a:pt x="6864823" y="4419600"/>
                  <a:pt x="6873240" y="4419600"/>
                </a:cubicBezTo>
                <a:cubicBezTo>
                  <a:pt x="6881657" y="4419600"/>
                  <a:pt x="6888480" y="4426423"/>
                  <a:pt x="6888480" y="4434840"/>
                </a:cubicBezTo>
                <a:close/>
                <a:moveTo>
                  <a:pt x="7040880" y="15240"/>
                </a:moveTo>
                <a:cubicBezTo>
                  <a:pt x="7040880" y="23657"/>
                  <a:pt x="7034057" y="30480"/>
                  <a:pt x="7025640" y="30480"/>
                </a:cubicBezTo>
                <a:cubicBezTo>
                  <a:pt x="7017223" y="30480"/>
                  <a:pt x="7010400" y="23657"/>
                  <a:pt x="7010400" y="15240"/>
                </a:cubicBezTo>
                <a:cubicBezTo>
                  <a:pt x="7010400" y="6823"/>
                  <a:pt x="7017223" y="0"/>
                  <a:pt x="7025640" y="0"/>
                </a:cubicBezTo>
                <a:cubicBezTo>
                  <a:pt x="7034057" y="0"/>
                  <a:pt x="7040880" y="6823"/>
                  <a:pt x="7040880" y="15240"/>
                </a:cubicBezTo>
                <a:close/>
                <a:moveTo>
                  <a:pt x="7040880" y="167640"/>
                </a:moveTo>
                <a:cubicBezTo>
                  <a:pt x="7040880" y="176057"/>
                  <a:pt x="7034057" y="182880"/>
                  <a:pt x="7025640" y="182880"/>
                </a:cubicBezTo>
                <a:cubicBezTo>
                  <a:pt x="7017223" y="182880"/>
                  <a:pt x="7010400" y="176057"/>
                  <a:pt x="7010400" y="167640"/>
                </a:cubicBezTo>
                <a:cubicBezTo>
                  <a:pt x="7010400" y="159223"/>
                  <a:pt x="7017223" y="152400"/>
                  <a:pt x="7025640" y="152400"/>
                </a:cubicBezTo>
                <a:cubicBezTo>
                  <a:pt x="7034057" y="152400"/>
                  <a:pt x="7040880" y="159223"/>
                  <a:pt x="7040880" y="167640"/>
                </a:cubicBezTo>
                <a:close/>
                <a:moveTo>
                  <a:pt x="7040880" y="320040"/>
                </a:moveTo>
                <a:cubicBezTo>
                  <a:pt x="7040880" y="328457"/>
                  <a:pt x="7034057" y="335280"/>
                  <a:pt x="7025640" y="335280"/>
                </a:cubicBezTo>
                <a:cubicBezTo>
                  <a:pt x="7017223" y="335280"/>
                  <a:pt x="7010400" y="328457"/>
                  <a:pt x="7010400" y="320040"/>
                </a:cubicBezTo>
                <a:cubicBezTo>
                  <a:pt x="7010400" y="311623"/>
                  <a:pt x="7017223" y="304800"/>
                  <a:pt x="7025640" y="304800"/>
                </a:cubicBezTo>
                <a:cubicBezTo>
                  <a:pt x="7034057" y="304800"/>
                  <a:pt x="7040880" y="311623"/>
                  <a:pt x="7040880" y="320040"/>
                </a:cubicBezTo>
                <a:close/>
                <a:moveTo>
                  <a:pt x="7040880" y="472440"/>
                </a:moveTo>
                <a:cubicBezTo>
                  <a:pt x="7040880" y="480857"/>
                  <a:pt x="7034057" y="487680"/>
                  <a:pt x="7025640" y="487680"/>
                </a:cubicBezTo>
                <a:cubicBezTo>
                  <a:pt x="7017223" y="487680"/>
                  <a:pt x="7010400" y="480857"/>
                  <a:pt x="7010400" y="472440"/>
                </a:cubicBezTo>
                <a:cubicBezTo>
                  <a:pt x="7010400" y="464023"/>
                  <a:pt x="7017223" y="457200"/>
                  <a:pt x="7025640" y="457200"/>
                </a:cubicBezTo>
                <a:cubicBezTo>
                  <a:pt x="7034057" y="457200"/>
                  <a:pt x="7040880" y="464023"/>
                  <a:pt x="7040880" y="472440"/>
                </a:cubicBezTo>
                <a:close/>
                <a:moveTo>
                  <a:pt x="7040880" y="624840"/>
                </a:moveTo>
                <a:cubicBezTo>
                  <a:pt x="7040880" y="633257"/>
                  <a:pt x="7034057" y="640080"/>
                  <a:pt x="7025640" y="640080"/>
                </a:cubicBezTo>
                <a:cubicBezTo>
                  <a:pt x="7017223" y="640080"/>
                  <a:pt x="7010400" y="633257"/>
                  <a:pt x="7010400" y="624840"/>
                </a:cubicBezTo>
                <a:cubicBezTo>
                  <a:pt x="7010400" y="616423"/>
                  <a:pt x="7017223" y="609600"/>
                  <a:pt x="7025640" y="609600"/>
                </a:cubicBezTo>
                <a:cubicBezTo>
                  <a:pt x="7034057" y="609600"/>
                  <a:pt x="7040880" y="616423"/>
                  <a:pt x="7040880" y="624840"/>
                </a:cubicBezTo>
                <a:close/>
                <a:moveTo>
                  <a:pt x="7040880" y="777240"/>
                </a:moveTo>
                <a:cubicBezTo>
                  <a:pt x="7040880" y="785657"/>
                  <a:pt x="7034057" y="792480"/>
                  <a:pt x="7025640" y="792480"/>
                </a:cubicBezTo>
                <a:cubicBezTo>
                  <a:pt x="7017223" y="792480"/>
                  <a:pt x="7010400" y="785657"/>
                  <a:pt x="7010400" y="777240"/>
                </a:cubicBezTo>
                <a:cubicBezTo>
                  <a:pt x="7010400" y="768823"/>
                  <a:pt x="7017223" y="762000"/>
                  <a:pt x="7025640" y="762000"/>
                </a:cubicBezTo>
                <a:cubicBezTo>
                  <a:pt x="7034057" y="762000"/>
                  <a:pt x="7040880" y="768823"/>
                  <a:pt x="7040880" y="777240"/>
                </a:cubicBezTo>
                <a:close/>
                <a:moveTo>
                  <a:pt x="7040880" y="929640"/>
                </a:moveTo>
                <a:cubicBezTo>
                  <a:pt x="7040880" y="938057"/>
                  <a:pt x="7034057" y="944880"/>
                  <a:pt x="7025640" y="944880"/>
                </a:cubicBezTo>
                <a:cubicBezTo>
                  <a:pt x="7017223" y="944880"/>
                  <a:pt x="7010400" y="938057"/>
                  <a:pt x="7010400" y="929640"/>
                </a:cubicBezTo>
                <a:cubicBezTo>
                  <a:pt x="7010400" y="921223"/>
                  <a:pt x="7017223" y="914400"/>
                  <a:pt x="7025640" y="914400"/>
                </a:cubicBezTo>
                <a:cubicBezTo>
                  <a:pt x="7034057" y="914400"/>
                  <a:pt x="7040880" y="921223"/>
                  <a:pt x="7040880" y="929640"/>
                </a:cubicBezTo>
                <a:close/>
                <a:moveTo>
                  <a:pt x="7040880" y="1082040"/>
                </a:moveTo>
                <a:cubicBezTo>
                  <a:pt x="7040880" y="1090457"/>
                  <a:pt x="7034057" y="1097280"/>
                  <a:pt x="7025640" y="1097280"/>
                </a:cubicBezTo>
                <a:cubicBezTo>
                  <a:pt x="7017223" y="1097280"/>
                  <a:pt x="7010400" y="1090457"/>
                  <a:pt x="7010400" y="1082040"/>
                </a:cubicBezTo>
                <a:cubicBezTo>
                  <a:pt x="7010400" y="1073623"/>
                  <a:pt x="7017223" y="1066800"/>
                  <a:pt x="7025640" y="1066800"/>
                </a:cubicBezTo>
                <a:cubicBezTo>
                  <a:pt x="7034057" y="1066800"/>
                  <a:pt x="7040880" y="1073623"/>
                  <a:pt x="7040880" y="1082040"/>
                </a:cubicBezTo>
                <a:close/>
                <a:moveTo>
                  <a:pt x="7040880" y="1234440"/>
                </a:moveTo>
                <a:cubicBezTo>
                  <a:pt x="7040880" y="1242857"/>
                  <a:pt x="7034057" y="1249680"/>
                  <a:pt x="7025640" y="1249680"/>
                </a:cubicBezTo>
                <a:cubicBezTo>
                  <a:pt x="7017223" y="1249680"/>
                  <a:pt x="7010400" y="1242857"/>
                  <a:pt x="7010400" y="1234440"/>
                </a:cubicBezTo>
                <a:cubicBezTo>
                  <a:pt x="7010400" y="1226023"/>
                  <a:pt x="7017223" y="1219200"/>
                  <a:pt x="7025640" y="1219200"/>
                </a:cubicBezTo>
                <a:cubicBezTo>
                  <a:pt x="7034057" y="1219200"/>
                  <a:pt x="7040880" y="1226023"/>
                  <a:pt x="7040880" y="1234440"/>
                </a:cubicBezTo>
                <a:close/>
                <a:moveTo>
                  <a:pt x="7040880" y="1386840"/>
                </a:moveTo>
                <a:cubicBezTo>
                  <a:pt x="7040880" y="1395257"/>
                  <a:pt x="7034057" y="1402080"/>
                  <a:pt x="7025640" y="1402080"/>
                </a:cubicBezTo>
                <a:cubicBezTo>
                  <a:pt x="7017223" y="1402080"/>
                  <a:pt x="7010400" y="1395257"/>
                  <a:pt x="7010400" y="1386840"/>
                </a:cubicBezTo>
                <a:cubicBezTo>
                  <a:pt x="7010400" y="1378423"/>
                  <a:pt x="7017223" y="1371600"/>
                  <a:pt x="7025640" y="1371600"/>
                </a:cubicBezTo>
                <a:cubicBezTo>
                  <a:pt x="7034057" y="1371600"/>
                  <a:pt x="7040880" y="1378423"/>
                  <a:pt x="7040880" y="1386840"/>
                </a:cubicBezTo>
                <a:close/>
                <a:moveTo>
                  <a:pt x="7040880" y="1539240"/>
                </a:moveTo>
                <a:cubicBezTo>
                  <a:pt x="7040880" y="1547657"/>
                  <a:pt x="7034057" y="1554480"/>
                  <a:pt x="7025640" y="1554480"/>
                </a:cubicBezTo>
                <a:cubicBezTo>
                  <a:pt x="7017223" y="1554480"/>
                  <a:pt x="7010400" y="1547657"/>
                  <a:pt x="7010400" y="1539240"/>
                </a:cubicBezTo>
                <a:cubicBezTo>
                  <a:pt x="7010400" y="1530823"/>
                  <a:pt x="7017223" y="1524000"/>
                  <a:pt x="7025640" y="1524000"/>
                </a:cubicBezTo>
                <a:cubicBezTo>
                  <a:pt x="7034057" y="1524000"/>
                  <a:pt x="7040880" y="1530823"/>
                  <a:pt x="7040880" y="1539240"/>
                </a:cubicBezTo>
                <a:close/>
                <a:moveTo>
                  <a:pt x="7040880" y="1691640"/>
                </a:moveTo>
                <a:cubicBezTo>
                  <a:pt x="7040880" y="1700057"/>
                  <a:pt x="7034057" y="1706880"/>
                  <a:pt x="7025640" y="1706880"/>
                </a:cubicBezTo>
                <a:cubicBezTo>
                  <a:pt x="7017223" y="1706880"/>
                  <a:pt x="7010400" y="1700057"/>
                  <a:pt x="7010400" y="1691640"/>
                </a:cubicBezTo>
                <a:cubicBezTo>
                  <a:pt x="7010400" y="1683223"/>
                  <a:pt x="7017223" y="1676400"/>
                  <a:pt x="7025640" y="1676400"/>
                </a:cubicBezTo>
                <a:cubicBezTo>
                  <a:pt x="7034057" y="1676400"/>
                  <a:pt x="7040880" y="1683223"/>
                  <a:pt x="7040880" y="1691640"/>
                </a:cubicBezTo>
                <a:close/>
                <a:moveTo>
                  <a:pt x="7040880" y="1844040"/>
                </a:moveTo>
                <a:cubicBezTo>
                  <a:pt x="7040880" y="1852457"/>
                  <a:pt x="7034057" y="1859280"/>
                  <a:pt x="7025640" y="1859280"/>
                </a:cubicBezTo>
                <a:cubicBezTo>
                  <a:pt x="7017223" y="1859280"/>
                  <a:pt x="7010400" y="1852457"/>
                  <a:pt x="7010400" y="1844040"/>
                </a:cubicBezTo>
                <a:cubicBezTo>
                  <a:pt x="7010400" y="1835623"/>
                  <a:pt x="7017223" y="1828800"/>
                  <a:pt x="7025640" y="1828800"/>
                </a:cubicBezTo>
                <a:cubicBezTo>
                  <a:pt x="7034057" y="1828800"/>
                  <a:pt x="7040880" y="1835623"/>
                  <a:pt x="7040880" y="1844040"/>
                </a:cubicBezTo>
                <a:close/>
                <a:moveTo>
                  <a:pt x="7040880" y="1996440"/>
                </a:moveTo>
                <a:cubicBezTo>
                  <a:pt x="7040880" y="2004857"/>
                  <a:pt x="7034057" y="2011680"/>
                  <a:pt x="7025640" y="2011680"/>
                </a:cubicBezTo>
                <a:cubicBezTo>
                  <a:pt x="7017223" y="2011680"/>
                  <a:pt x="7010400" y="2004857"/>
                  <a:pt x="7010400" y="1996440"/>
                </a:cubicBezTo>
                <a:cubicBezTo>
                  <a:pt x="7010400" y="1988023"/>
                  <a:pt x="7017223" y="1981200"/>
                  <a:pt x="7025640" y="1981200"/>
                </a:cubicBezTo>
                <a:cubicBezTo>
                  <a:pt x="7034057" y="1981200"/>
                  <a:pt x="7040880" y="1988023"/>
                  <a:pt x="7040880" y="1996440"/>
                </a:cubicBezTo>
                <a:close/>
                <a:moveTo>
                  <a:pt x="7040880" y="2148840"/>
                </a:moveTo>
                <a:cubicBezTo>
                  <a:pt x="7040880" y="2157257"/>
                  <a:pt x="7034057" y="2164080"/>
                  <a:pt x="7025640" y="2164080"/>
                </a:cubicBezTo>
                <a:cubicBezTo>
                  <a:pt x="7017223" y="2164080"/>
                  <a:pt x="7010400" y="2157257"/>
                  <a:pt x="7010400" y="2148840"/>
                </a:cubicBezTo>
                <a:cubicBezTo>
                  <a:pt x="7010400" y="2140423"/>
                  <a:pt x="7017223" y="2133600"/>
                  <a:pt x="7025640" y="2133600"/>
                </a:cubicBezTo>
                <a:cubicBezTo>
                  <a:pt x="7034057" y="2133600"/>
                  <a:pt x="7040880" y="2140423"/>
                  <a:pt x="7040880" y="2148840"/>
                </a:cubicBezTo>
                <a:close/>
                <a:moveTo>
                  <a:pt x="7040880" y="2301240"/>
                </a:moveTo>
                <a:cubicBezTo>
                  <a:pt x="7040880" y="2309657"/>
                  <a:pt x="7034057" y="2316480"/>
                  <a:pt x="7025640" y="2316480"/>
                </a:cubicBezTo>
                <a:cubicBezTo>
                  <a:pt x="7017223" y="2316480"/>
                  <a:pt x="7010400" y="2309657"/>
                  <a:pt x="7010400" y="2301240"/>
                </a:cubicBezTo>
                <a:cubicBezTo>
                  <a:pt x="7010400" y="2292823"/>
                  <a:pt x="7017223" y="2286000"/>
                  <a:pt x="7025640" y="2286000"/>
                </a:cubicBezTo>
                <a:cubicBezTo>
                  <a:pt x="7034057" y="2286000"/>
                  <a:pt x="7040880" y="2292823"/>
                  <a:pt x="7040880" y="2301240"/>
                </a:cubicBezTo>
                <a:close/>
                <a:moveTo>
                  <a:pt x="7040880" y="2453640"/>
                </a:moveTo>
                <a:cubicBezTo>
                  <a:pt x="7040880" y="2462057"/>
                  <a:pt x="7034057" y="2468880"/>
                  <a:pt x="7025640" y="2468880"/>
                </a:cubicBezTo>
                <a:cubicBezTo>
                  <a:pt x="7017223" y="2468880"/>
                  <a:pt x="7010400" y="2462057"/>
                  <a:pt x="7010400" y="2453640"/>
                </a:cubicBezTo>
                <a:cubicBezTo>
                  <a:pt x="7010400" y="2445223"/>
                  <a:pt x="7017223" y="2438400"/>
                  <a:pt x="7025640" y="2438400"/>
                </a:cubicBezTo>
                <a:cubicBezTo>
                  <a:pt x="7034057" y="2438400"/>
                  <a:pt x="7040880" y="2445223"/>
                  <a:pt x="7040880" y="2453640"/>
                </a:cubicBezTo>
                <a:close/>
                <a:moveTo>
                  <a:pt x="7040880" y="2606040"/>
                </a:moveTo>
                <a:cubicBezTo>
                  <a:pt x="7040880" y="2614457"/>
                  <a:pt x="7034057" y="2621280"/>
                  <a:pt x="7025640" y="2621280"/>
                </a:cubicBezTo>
                <a:cubicBezTo>
                  <a:pt x="7017223" y="2621280"/>
                  <a:pt x="7010400" y="2614457"/>
                  <a:pt x="7010400" y="2606040"/>
                </a:cubicBezTo>
                <a:cubicBezTo>
                  <a:pt x="7010400" y="2597623"/>
                  <a:pt x="7017223" y="2590800"/>
                  <a:pt x="7025640" y="2590800"/>
                </a:cubicBezTo>
                <a:cubicBezTo>
                  <a:pt x="7034057" y="2590800"/>
                  <a:pt x="7040880" y="2597623"/>
                  <a:pt x="7040880" y="2606040"/>
                </a:cubicBezTo>
                <a:close/>
                <a:moveTo>
                  <a:pt x="7040880" y="2758440"/>
                </a:moveTo>
                <a:cubicBezTo>
                  <a:pt x="7040880" y="2766857"/>
                  <a:pt x="7034057" y="2773680"/>
                  <a:pt x="7025640" y="2773680"/>
                </a:cubicBezTo>
                <a:cubicBezTo>
                  <a:pt x="7017223" y="2773680"/>
                  <a:pt x="7010400" y="2766857"/>
                  <a:pt x="7010400" y="2758440"/>
                </a:cubicBezTo>
                <a:cubicBezTo>
                  <a:pt x="7010400" y="2750023"/>
                  <a:pt x="7017223" y="2743200"/>
                  <a:pt x="7025640" y="2743200"/>
                </a:cubicBezTo>
                <a:cubicBezTo>
                  <a:pt x="7034057" y="2743200"/>
                  <a:pt x="7040880" y="2750023"/>
                  <a:pt x="7040880" y="2758440"/>
                </a:cubicBezTo>
                <a:close/>
                <a:moveTo>
                  <a:pt x="7040880" y="2910840"/>
                </a:moveTo>
                <a:cubicBezTo>
                  <a:pt x="7040880" y="2919257"/>
                  <a:pt x="7034057" y="2926080"/>
                  <a:pt x="7025640" y="2926080"/>
                </a:cubicBezTo>
                <a:cubicBezTo>
                  <a:pt x="7017223" y="2926080"/>
                  <a:pt x="7010400" y="2919257"/>
                  <a:pt x="7010400" y="2910840"/>
                </a:cubicBezTo>
                <a:cubicBezTo>
                  <a:pt x="7010400" y="2902423"/>
                  <a:pt x="7017223" y="2895600"/>
                  <a:pt x="7025640" y="2895600"/>
                </a:cubicBezTo>
                <a:cubicBezTo>
                  <a:pt x="7034057" y="2895600"/>
                  <a:pt x="7040880" y="2902423"/>
                  <a:pt x="7040880" y="2910840"/>
                </a:cubicBezTo>
                <a:close/>
                <a:moveTo>
                  <a:pt x="7040880" y="3063240"/>
                </a:moveTo>
                <a:cubicBezTo>
                  <a:pt x="7040880" y="3071657"/>
                  <a:pt x="7034057" y="3078480"/>
                  <a:pt x="7025640" y="3078480"/>
                </a:cubicBezTo>
                <a:cubicBezTo>
                  <a:pt x="7017223" y="3078480"/>
                  <a:pt x="7010400" y="3071657"/>
                  <a:pt x="7010400" y="3063240"/>
                </a:cubicBezTo>
                <a:cubicBezTo>
                  <a:pt x="7010400" y="3054823"/>
                  <a:pt x="7017223" y="3048000"/>
                  <a:pt x="7025640" y="3048000"/>
                </a:cubicBezTo>
                <a:cubicBezTo>
                  <a:pt x="7034057" y="3048000"/>
                  <a:pt x="7040880" y="3054823"/>
                  <a:pt x="7040880" y="3063240"/>
                </a:cubicBezTo>
                <a:close/>
                <a:moveTo>
                  <a:pt x="7040880" y="3215640"/>
                </a:moveTo>
                <a:cubicBezTo>
                  <a:pt x="7040880" y="3224057"/>
                  <a:pt x="7034057" y="3230880"/>
                  <a:pt x="7025640" y="3230880"/>
                </a:cubicBezTo>
                <a:cubicBezTo>
                  <a:pt x="7017223" y="3230880"/>
                  <a:pt x="7010400" y="3224057"/>
                  <a:pt x="7010400" y="3215640"/>
                </a:cubicBezTo>
                <a:cubicBezTo>
                  <a:pt x="7010400" y="3207223"/>
                  <a:pt x="7017223" y="3200400"/>
                  <a:pt x="7025640" y="3200400"/>
                </a:cubicBezTo>
                <a:cubicBezTo>
                  <a:pt x="7034057" y="3200400"/>
                  <a:pt x="7040880" y="3207223"/>
                  <a:pt x="7040880" y="3215640"/>
                </a:cubicBezTo>
                <a:close/>
                <a:moveTo>
                  <a:pt x="7040880" y="3368040"/>
                </a:moveTo>
                <a:cubicBezTo>
                  <a:pt x="7040880" y="3376457"/>
                  <a:pt x="7034057" y="3383280"/>
                  <a:pt x="7025640" y="3383280"/>
                </a:cubicBezTo>
                <a:cubicBezTo>
                  <a:pt x="7017223" y="3383280"/>
                  <a:pt x="7010400" y="3376457"/>
                  <a:pt x="7010400" y="3368040"/>
                </a:cubicBezTo>
                <a:cubicBezTo>
                  <a:pt x="7010400" y="3359623"/>
                  <a:pt x="7017223" y="3352800"/>
                  <a:pt x="7025640" y="3352800"/>
                </a:cubicBezTo>
                <a:cubicBezTo>
                  <a:pt x="7034057" y="3352800"/>
                  <a:pt x="7040880" y="3359623"/>
                  <a:pt x="7040880" y="3368040"/>
                </a:cubicBezTo>
                <a:close/>
                <a:moveTo>
                  <a:pt x="7040880" y="3520440"/>
                </a:moveTo>
                <a:cubicBezTo>
                  <a:pt x="7040880" y="3528857"/>
                  <a:pt x="7034057" y="3535680"/>
                  <a:pt x="7025640" y="3535680"/>
                </a:cubicBezTo>
                <a:cubicBezTo>
                  <a:pt x="7017223" y="3535680"/>
                  <a:pt x="7010400" y="3528857"/>
                  <a:pt x="7010400" y="3520440"/>
                </a:cubicBezTo>
                <a:cubicBezTo>
                  <a:pt x="7010400" y="3512023"/>
                  <a:pt x="7017223" y="3505200"/>
                  <a:pt x="7025640" y="3505200"/>
                </a:cubicBezTo>
                <a:cubicBezTo>
                  <a:pt x="7034057" y="3505200"/>
                  <a:pt x="7040880" y="3512023"/>
                  <a:pt x="7040880" y="3520440"/>
                </a:cubicBezTo>
                <a:close/>
                <a:moveTo>
                  <a:pt x="7040880" y="3672840"/>
                </a:moveTo>
                <a:cubicBezTo>
                  <a:pt x="7040880" y="3681257"/>
                  <a:pt x="7034057" y="3688080"/>
                  <a:pt x="7025640" y="3688080"/>
                </a:cubicBezTo>
                <a:cubicBezTo>
                  <a:pt x="7017223" y="3688080"/>
                  <a:pt x="7010400" y="3681257"/>
                  <a:pt x="7010400" y="3672840"/>
                </a:cubicBezTo>
                <a:cubicBezTo>
                  <a:pt x="7010400" y="3664423"/>
                  <a:pt x="7017223" y="3657600"/>
                  <a:pt x="7025640" y="3657600"/>
                </a:cubicBezTo>
                <a:cubicBezTo>
                  <a:pt x="7034057" y="3657600"/>
                  <a:pt x="7040880" y="3664423"/>
                  <a:pt x="7040880" y="3672840"/>
                </a:cubicBezTo>
                <a:close/>
                <a:moveTo>
                  <a:pt x="7040880" y="3825240"/>
                </a:moveTo>
                <a:cubicBezTo>
                  <a:pt x="7040880" y="3833657"/>
                  <a:pt x="7034057" y="3840480"/>
                  <a:pt x="7025640" y="3840480"/>
                </a:cubicBezTo>
                <a:cubicBezTo>
                  <a:pt x="7017223" y="3840480"/>
                  <a:pt x="7010400" y="3833657"/>
                  <a:pt x="7010400" y="3825240"/>
                </a:cubicBezTo>
                <a:cubicBezTo>
                  <a:pt x="7010400" y="3816823"/>
                  <a:pt x="7017223" y="3810000"/>
                  <a:pt x="7025640" y="3810000"/>
                </a:cubicBezTo>
                <a:cubicBezTo>
                  <a:pt x="7034057" y="3810000"/>
                  <a:pt x="7040880" y="3816823"/>
                  <a:pt x="7040880" y="3825240"/>
                </a:cubicBezTo>
                <a:close/>
                <a:moveTo>
                  <a:pt x="7040880" y="3977640"/>
                </a:moveTo>
                <a:cubicBezTo>
                  <a:pt x="7040880" y="3986057"/>
                  <a:pt x="7034057" y="3992880"/>
                  <a:pt x="7025640" y="3992880"/>
                </a:cubicBezTo>
                <a:cubicBezTo>
                  <a:pt x="7017223" y="3992880"/>
                  <a:pt x="7010400" y="3986057"/>
                  <a:pt x="7010400" y="3977640"/>
                </a:cubicBezTo>
                <a:cubicBezTo>
                  <a:pt x="7010400" y="3969223"/>
                  <a:pt x="7017223" y="3962400"/>
                  <a:pt x="7025640" y="3962400"/>
                </a:cubicBezTo>
                <a:cubicBezTo>
                  <a:pt x="7034057" y="3962400"/>
                  <a:pt x="7040880" y="3969223"/>
                  <a:pt x="7040880" y="3977640"/>
                </a:cubicBezTo>
                <a:close/>
                <a:moveTo>
                  <a:pt x="7040880" y="4130040"/>
                </a:moveTo>
                <a:cubicBezTo>
                  <a:pt x="7040880" y="4138457"/>
                  <a:pt x="7034057" y="4145280"/>
                  <a:pt x="7025640" y="4145280"/>
                </a:cubicBezTo>
                <a:cubicBezTo>
                  <a:pt x="7017223" y="4145280"/>
                  <a:pt x="7010400" y="4138457"/>
                  <a:pt x="7010400" y="4130040"/>
                </a:cubicBezTo>
                <a:cubicBezTo>
                  <a:pt x="7010400" y="4121623"/>
                  <a:pt x="7017223" y="4114800"/>
                  <a:pt x="7025640" y="4114800"/>
                </a:cubicBezTo>
                <a:cubicBezTo>
                  <a:pt x="7034057" y="4114800"/>
                  <a:pt x="7040880" y="4121623"/>
                  <a:pt x="7040880" y="4130040"/>
                </a:cubicBezTo>
                <a:close/>
                <a:moveTo>
                  <a:pt x="7040880" y="4282440"/>
                </a:moveTo>
                <a:cubicBezTo>
                  <a:pt x="7040880" y="4290857"/>
                  <a:pt x="7034057" y="4297680"/>
                  <a:pt x="7025640" y="4297680"/>
                </a:cubicBezTo>
                <a:cubicBezTo>
                  <a:pt x="7017223" y="4297680"/>
                  <a:pt x="7010400" y="4290857"/>
                  <a:pt x="7010400" y="4282440"/>
                </a:cubicBezTo>
                <a:cubicBezTo>
                  <a:pt x="7010400" y="4274023"/>
                  <a:pt x="7017223" y="4267200"/>
                  <a:pt x="7025640" y="4267200"/>
                </a:cubicBezTo>
                <a:cubicBezTo>
                  <a:pt x="7034057" y="4267200"/>
                  <a:pt x="7040880" y="4274023"/>
                  <a:pt x="7040880" y="4282440"/>
                </a:cubicBezTo>
                <a:close/>
                <a:moveTo>
                  <a:pt x="7040880" y="4434840"/>
                </a:moveTo>
                <a:cubicBezTo>
                  <a:pt x="7040880" y="4443257"/>
                  <a:pt x="7034057" y="4450080"/>
                  <a:pt x="7025640" y="4450080"/>
                </a:cubicBezTo>
                <a:cubicBezTo>
                  <a:pt x="7017223" y="4450080"/>
                  <a:pt x="7010400" y="4443257"/>
                  <a:pt x="7010400" y="4434840"/>
                </a:cubicBezTo>
                <a:cubicBezTo>
                  <a:pt x="7010400" y="4426423"/>
                  <a:pt x="7017223" y="4419600"/>
                  <a:pt x="7025640" y="4419600"/>
                </a:cubicBezTo>
                <a:cubicBezTo>
                  <a:pt x="7034057" y="4419600"/>
                  <a:pt x="7040880" y="4426423"/>
                  <a:pt x="7040880" y="4434840"/>
                </a:cubicBezTo>
                <a:close/>
                <a:moveTo>
                  <a:pt x="7193280" y="15240"/>
                </a:moveTo>
                <a:cubicBezTo>
                  <a:pt x="7193280" y="23657"/>
                  <a:pt x="7186457" y="30480"/>
                  <a:pt x="7178040" y="30480"/>
                </a:cubicBezTo>
                <a:cubicBezTo>
                  <a:pt x="7169623" y="30480"/>
                  <a:pt x="7162800" y="23657"/>
                  <a:pt x="7162800" y="15240"/>
                </a:cubicBezTo>
                <a:cubicBezTo>
                  <a:pt x="7162800" y="6823"/>
                  <a:pt x="7169623" y="0"/>
                  <a:pt x="7178040" y="0"/>
                </a:cubicBezTo>
                <a:cubicBezTo>
                  <a:pt x="7186457" y="0"/>
                  <a:pt x="7193280" y="6823"/>
                  <a:pt x="7193280" y="15240"/>
                </a:cubicBezTo>
                <a:close/>
                <a:moveTo>
                  <a:pt x="7193280" y="167640"/>
                </a:moveTo>
                <a:cubicBezTo>
                  <a:pt x="7193280" y="176057"/>
                  <a:pt x="7186457" y="182880"/>
                  <a:pt x="7178040" y="182880"/>
                </a:cubicBezTo>
                <a:cubicBezTo>
                  <a:pt x="7169623" y="182880"/>
                  <a:pt x="7162800" y="176057"/>
                  <a:pt x="7162800" y="167640"/>
                </a:cubicBezTo>
                <a:cubicBezTo>
                  <a:pt x="7162800" y="159223"/>
                  <a:pt x="7169623" y="152400"/>
                  <a:pt x="7178040" y="152400"/>
                </a:cubicBezTo>
                <a:cubicBezTo>
                  <a:pt x="7186457" y="152400"/>
                  <a:pt x="7193280" y="159223"/>
                  <a:pt x="7193280" y="167640"/>
                </a:cubicBezTo>
                <a:close/>
                <a:moveTo>
                  <a:pt x="7193280" y="320040"/>
                </a:moveTo>
                <a:cubicBezTo>
                  <a:pt x="7193280" y="328457"/>
                  <a:pt x="7186457" y="335280"/>
                  <a:pt x="7178040" y="335280"/>
                </a:cubicBezTo>
                <a:cubicBezTo>
                  <a:pt x="7169623" y="335280"/>
                  <a:pt x="7162800" y="328457"/>
                  <a:pt x="7162800" y="320040"/>
                </a:cubicBezTo>
                <a:cubicBezTo>
                  <a:pt x="7162800" y="311623"/>
                  <a:pt x="7169623" y="304800"/>
                  <a:pt x="7178040" y="304800"/>
                </a:cubicBezTo>
                <a:cubicBezTo>
                  <a:pt x="7186457" y="304800"/>
                  <a:pt x="7193280" y="311623"/>
                  <a:pt x="7193280" y="320040"/>
                </a:cubicBezTo>
                <a:close/>
                <a:moveTo>
                  <a:pt x="7193280" y="472440"/>
                </a:moveTo>
                <a:cubicBezTo>
                  <a:pt x="7193280" y="480857"/>
                  <a:pt x="7186457" y="487680"/>
                  <a:pt x="7178040" y="487680"/>
                </a:cubicBezTo>
                <a:cubicBezTo>
                  <a:pt x="7169623" y="487680"/>
                  <a:pt x="7162800" y="480857"/>
                  <a:pt x="7162800" y="472440"/>
                </a:cubicBezTo>
                <a:cubicBezTo>
                  <a:pt x="7162800" y="464023"/>
                  <a:pt x="7169623" y="457200"/>
                  <a:pt x="7178040" y="457200"/>
                </a:cubicBezTo>
                <a:cubicBezTo>
                  <a:pt x="7186457" y="457200"/>
                  <a:pt x="7193280" y="464023"/>
                  <a:pt x="7193280" y="472440"/>
                </a:cubicBezTo>
                <a:close/>
                <a:moveTo>
                  <a:pt x="7193280" y="624840"/>
                </a:moveTo>
                <a:cubicBezTo>
                  <a:pt x="7193280" y="633257"/>
                  <a:pt x="7186457" y="640080"/>
                  <a:pt x="7178040" y="640080"/>
                </a:cubicBezTo>
                <a:cubicBezTo>
                  <a:pt x="7169623" y="640080"/>
                  <a:pt x="7162800" y="633257"/>
                  <a:pt x="7162800" y="624840"/>
                </a:cubicBezTo>
                <a:cubicBezTo>
                  <a:pt x="7162800" y="616423"/>
                  <a:pt x="7169623" y="609600"/>
                  <a:pt x="7178040" y="609600"/>
                </a:cubicBezTo>
                <a:cubicBezTo>
                  <a:pt x="7186457" y="609600"/>
                  <a:pt x="7193280" y="616423"/>
                  <a:pt x="7193280" y="624840"/>
                </a:cubicBezTo>
                <a:close/>
                <a:moveTo>
                  <a:pt x="7193280" y="777240"/>
                </a:moveTo>
                <a:cubicBezTo>
                  <a:pt x="7193280" y="785657"/>
                  <a:pt x="7186457" y="792480"/>
                  <a:pt x="7178040" y="792480"/>
                </a:cubicBezTo>
                <a:cubicBezTo>
                  <a:pt x="7169623" y="792480"/>
                  <a:pt x="7162800" y="785657"/>
                  <a:pt x="7162800" y="777240"/>
                </a:cubicBezTo>
                <a:cubicBezTo>
                  <a:pt x="7162800" y="768823"/>
                  <a:pt x="7169623" y="762000"/>
                  <a:pt x="7178040" y="762000"/>
                </a:cubicBezTo>
                <a:cubicBezTo>
                  <a:pt x="7186457" y="762000"/>
                  <a:pt x="7193280" y="768823"/>
                  <a:pt x="7193280" y="777240"/>
                </a:cubicBezTo>
                <a:close/>
                <a:moveTo>
                  <a:pt x="7193280" y="929640"/>
                </a:moveTo>
                <a:cubicBezTo>
                  <a:pt x="7193280" y="938057"/>
                  <a:pt x="7186457" y="944880"/>
                  <a:pt x="7178040" y="944880"/>
                </a:cubicBezTo>
                <a:cubicBezTo>
                  <a:pt x="7169623" y="944880"/>
                  <a:pt x="7162800" y="938057"/>
                  <a:pt x="7162800" y="929640"/>
                </a:cubicBezTo>
                <a:cubicBezTo>
                  <a:pt x="7162800" y="921223"/>
                  <a:pt x="7169623" y="914400"/>
                  <a:pt x="7178040" y="914400"/>
                </a:cubicBezTo>
                <a:cubicBezTo>
                  <a:pt x="7186457" y="914400"/>
                  <a:pt x="7193280" y="921223"/>
                  <a:pt x="7193280" y="929640"/>
                </a:cubicBezTo>
                <a:close/>
                <a:moveTo>
                  <a:pt x="7193280" y="1082040"/>
                </a:moveTo>
                <a:cubicBezTo>
                  <a:pt x="7193280" y="1090457"/>
                  <a:pt x="7186457" y="1097280"/>
                  <a:pt x="7178040" y="1097280"/>
                </a:cubicBezTo>
                <a:cubicBezTo>
                  <a:pt x="7169623" y="1097280"/>
                  <a:pt x="7162800" y="1090457"/>
                  <a:pt x="7162800" y="1082040"/>
                </a:cubicBezTo>
                <a:cubicBezTo>
                  <a:pt x="7162800" y="1073623"/>
                  <a:pt x="7169623" y="1066800"/>
                  <a:pt x="7178040" y="1066800"/>
                </a:cubicBezTo>
                <a:cubicBezTo>
                  <a:pt x="7186457" y="1066800"/>
                  <a:pt x="7193280" y="1073623"/>
                  <a:pt x="7193280" y="1082040"/>
                </a:cubicBezTo>
                <a:close/>
                <a:moveTo>
                  <a:pt x="7193280" y="1234440"/>
                </a:moveTo>
                <a:cubicBezTo>
                  <a:pt x="7193280" y="1242857"/>
                  <a:pt x="7186457" y="1249680"/>
                  <a:pt x="7178040" y="1249680"/>
                </a:cubicBezTo>
                <a:cubicBezTo>
                  <a:pt x="7169623" y="1249680"/>
                  <a:pt x="7162800" y="1242857"/>
                  <a:pt x="7162800" y="1234440"/>
                </a:cubicBezTo>
                <a:cubicBezTo>
                  <a:pt x="7162800" y="1226023"/>
                  <a:pt x="7169623" y="1219200"/>
                  <a:pt x="7178040" y="1219200"/>
                </a:cubicBezTo>
                <a:cubicBezTo>
                  <a:pt x="7186457" y="1219200"/>
                  <a:pt x="7193280" y="1226023"/>
                  <a:pt x="7193280" y="1234440"/>
                </a:cubicBezTo>
                <a:close/>
                <a:moveTo>
                  <a:pt x="7193280" y="1386840"/>
                </a:moveTo>
                <a:cubicBezTo>
                  <a:pt x="7193280" y="1395257"/>
                  <a:pt x="7186457" y="1402080"/>
                  <a:pt x="7178040" y="1402080"/>
                </a:cubicBezTo>
                <a:cubicBezTo>
                  <a:pt x="7169623" y="1402080"/>
                  <a:pt x="7162800" y="1395257"/>
                  <a:pt x="7162800" y="1386840"/>
                </a:cubicBezTo>
                <a:cubicBezTo>
                  <a:pt x="7162800" y="1378423"/>
                  <a:pt x="7169623" y="1371600"/>
                  <a:pt x="7178040" y="1371600"/>
                </a:cubicBezTo>
                <a:cubicBezTo>
                  <a:pt x="7186457" y="1371600"/>
                  <a:pt x="7193280" y="1378423"/>
                  <a:pt x="7193280" y="1386840"/>
                </a:cubicBezTo>
                <a:close/>
                <a:moveTo>
                  <a:pt x="7193280" y="1539240"/>
                </a:moveTo>
                <a:cubicBezTo>
                  <a:pt x="7193280" y="1547657"/>
                  <a:pt x="7186457" y="1554480"/>
                  <a:pt x="7178040" y="1554480"/>
                </a:cubicBezTo>
                <a:cubicBezTo>
                  <a:pt x="7169623" y="1554480"/>
                  <a:pt x="7162800" y="1547657"/>
                  <a:pt x="7162800" y="1539240"/>
                </a:cubicBezTo>
                <a:cubicBezTo>
                  <a:pt x="7162800" y="1530823"/>
                  <a:pt x="7169623" y="1524000"/>
                  <a:pt x="7178040" y="1524000"/>
                </a:cubicBezTo>
                <a:cubicBezTo>
                  <a:pt x="7186457" y="1524000"/>
                  <a:pt x="7193280" y="1530823"/>
                  <a:pt x="7193280" y="1539240"/>
                </a:cubicBezTo>
                <a:close/>
                <a:moveTo>
                  <a:pt x="7193280" y="1691640"/>
                </a:moveTo>
                <a:cubicBezTo>
                  <a:pt x="7193280" y="1700057"/>
                  <a:pt x="7186457" y="1706880"/>
                  <a:pt x="7178040" y="1706880"/>
                </a:cubicBezTo>
                <a:cubicBezTo>
                  <a:pt x="7169623" y="1706880"/>
                  <a:pt x="7162800" y="1700057"/>
                  <a:pt x="7162800" y="1691640"/>
                </a:cubicBezTo>
                <a:cubicBezTo>
                  <a:pt x="7162800" y="1683223"/>
                  <a:pt x="7169623" y="1676400"/>
                  <a:pt x="7178040" y="1676400"/>
                </a:cubicBezTo>
                <a:cubicBezTo>
                  <a:pt x="7186457" y="1676400"/>
                  <a:pt x="7193280" y="1683223"/>
                  <a:pt x="7193280" y="1691640"/>
                </a:cubicBezTo>
                <a:close/>
                <a:moveTo>
                  <a:pt x="7193280" y="1844040"/>
                </a:moveTo>
                <a:cubicBezTo>
                  <a:pt x="7193280" y="1852457"/>
                  <a:pt x="7186457" y="1859280"/>
                  <a:pt x="7178040" y="1859280"/>
                </a:cubicBezTo>
                <a:cubicBezTo>
                  <a:pt x="7169623" y="1859280"/>
                  <a:pt x="7162800" y="1852457"/>
                  <a:pt x="7162800" y="1844040"/>
                </a:cubicBezTo>
                <a:cubicBezTo>
                  <a:pt x="7162800" y="1835623"/>
                  <a:pt x="7169623" y="1828800"/>
                  <a:pt x="7178040" y="1828800"/>
                </a:cubicBezTo>
                <a:cubicBezTo>
                  <a:pt x="7186457" y="1828800"/>
                  <a:pt x="7193280" y="1835623"/>
                  <a:pt x="7193280" y="1844040"/>
                </a:cubicBezTo>
                <a:close/>
                <a:moveTo>
                  <a:pt x="7193280" y="1996440"/>
                </a:moveTo>
                <a:cubicBezTo>
                  <a:pt x="7193280" y="2004857"/>
                  <a:pt x="7186457" y="2011680"/>
                  <a:pt x="7178040" y="2011680"/>
                </a:cubicBezTo>
                <a:cubicBezTo>
                  <a:pt x="7169623" y="2011680"/>
                  <a:pt x="7162800" y="2004857"/>
                  <a:pt x="7162800" y="1996440"/>
                </a:cubicBezTo>
                <a:cubicBezTo>
                  <a:pt x="7162800" y="1988023"/>
                  <a:pt x="7169623" y="1981200"/>
                  <a:pt x="7178040" y="1981200"/>
                </a:cubicBezTo>
                <a:cubicBezTo>
                  <a:pt x="7186457" y="1981200"/>
                  <a:pt x="7193280" y="1988023"/>
                  <a:pt x="7193280" y="1996440"/>
                </a:cubicBezTo>
                <a:close/>
                <a:moveTo>
                  <a:pt x="7193280" y="2148840"/>
                </a:moveTo>
                <a:cubicBezTo>
                  <a:pt x="7193280" y="2157257"/>
                  <a:pt x="7186457" y="2164080"/>
                  <a:pt x="7178040" y="2164080"/>
                </a:cubicBezTo>
                <a:cubicBezTo>
                  <a:pt x="7169623" y="2164080"/>
                  <a:pt x="7162800" y="2157257"/>
                  <a:pt x="7162800" y="2148840"/>
                </a:cubicBezTo>
                <a:cubicBezTo>
                  <a:pt x="7162800" y="2140423"/>
                  <a:pt x="7169623" y="2133600"/>
                  <a:pt x="7178040" y="2133600"/>
                </a:cubicBezTo>
                <a:cubicBezTo>
                  <a:pt x="7186457" y="2133600"/>
                  <a:pt x="7193280" y="2140423"/>
                  <a:pt x="7193280" y="2148840"/>
                </a:cubicBezTo>
                <a:close/>
                <a:moveTo>
                  <a:pt x="7193280" y="2301240"/>
                </a:moveTo>
                <a:cubicBezTo>
                  <a:pt x="7193280" y="2309657"/>
                  <a:pt x="7186457" y="2316480"/>
                  <a:pt x="7178040" y="2316480"/>
                </a:cubicBezTo>
                <a:cubicBezTo>
                  <a:pt x="7169623" y="2316480"/>
                  <a:pt x="7162800" y="2309657"/>
                  <a:pt x="7162800" y="2301240"/>
                </a:cubicBezTo>
                <a:cubicBezTo>
                  <a:pt x="7162800" y="2292823"/>
                  <a:pt x="7169623" y="2286000"/>
                  <a:pt x="7178040" y="2286000"/>
                </a:cubicBezTo>
                <a:cubicBezTo>
                  <a:pt x="7186457" y="2286000"/>
                  <a:pt x="7193280" y="2292823"/>
                  <a:pt x="7193280" y="2301240"/>
                </a:cubicBezTo>
                <a:close/>
                <a:moveTo>
                  <a:pt x="7193280" y="2453640"/>
                </a:moveTo>
                <a:cubicBezTo>
                  <a:pt x="7193280" y="2462057"/>
                  <a:pt x="7186457" y="2468880"/>
                  <a:pt x="7178040" y="2468880"/>
                </a:cubicBezTo>
                <a:cubicBezTo>
                  <a:pt x="7169623" y="2468880"/>
                  <a:pt x="7162800" y="2462057"/>
                  <a:pt x="7162800" y="2453640"/>
                </a:cubicBezTo>
                <a:cubicBezTo>
                  <a:pt x="7162800" y="2445223"/>
                  <a:pt x="7169623" y="2438400"/>
                  <a:pt x="7178040" y="2438400"/>
                </a:cubicBezTo>
                <a:cubicBezTo>
                  <a:pt x="7186457" y="2438400"/>
                  <a:pt x="7193280" y="2445223"/>
                  <a:pt x="7193280" y="2453640"/>
                </a:cubicBezTo>
                <a:close/>
                <a:moveTo>
                  <a:pt x="7193280" y="2606040"/>
                </a:moveTo>
                <a:cubicBezTo>
                  <a:pt x="7193280" y="2614457"/>
                  <a:pt x="7186457" y="2621280"/>
                  <a:pt x="7178040" y="2621280"/>
                </a:cubicBezTo>
                <a:cubicBezTo>
                  <a:pt x="7169623" y="2621280"/>
                  <a:pt x="7162800" y="2614457"/>
                  <a:pt x="7162800" y="2606040"/>
                </a:cubicBezTo>
                <a:cubicBezTo>
                  <a:pt x="7162800" y="2597623"/>
                  <a:pt x="7169623" y="2590800"/>
                  <a:pt x="7178040" y="2590800"/>
                </a:cubicBezTo>
                <a:cubicBezTo>
                  <a:pt x="7186457" y="2590800"/>
                  <a:pt x="7193280" y="2597623"/>
                  <a:pt x="7193280" y="2606040"/>
                </a:cubicBezTo>
                <a:close/>
                <a:moveTo>
                  <a:pt x="7193280" y="2758440"/>
                </a:moveTo>
                <a:cubicBezTo>
                  <a:pt x="7193280" y="2766857"/>
                  <a:pt x="7186457" y="2773680"/>
                  <a:pt x="7178040" y="2773680"/>
                </a:cubicBezTo>
                <a:cubicBezTo>
                  <a:pt x="7169623" y="2773680"/>
                  <a:pt x="7162800" y="2766857"/>
                  <a:pt x="7162800" y="2758440"/>
                </a:cubicBezTo>
                <a:cubicBezTo>
                  <a:pt x="7162800" y="2750023"/>
                  <a:pt x="7169623" y="2743200"/>
                  <a:pt x="7178040" y="2743200"/>
                </a:cubicBezTo>
                <a:cubicBezTo>
                  <a:pt x="7186457" y="2743200"/>
                  <a:pt x="7193280" y="2750023"/>
                  <a:pt x="7193280" y="2758440"/>
                </a:cubicBezTo>
                <a:close/>
                <a:moveTo>
                  <a:pt x="7193280" y="2910840"/>
                </a:moveTo>
                <a:cubicBezTo>
                  <a:pt x="7193280" y="2919257"/>
                  <a:pt x="7186457" y="2926080"/>
                  <a:pt x="7178040" y="2926080"/>
                </a:cubicBezTo>
                <a:cubicBezTo>
                  <a:pt x="7169623" y="2926080"/>
                  <a:pt x="7162800" y="2919257"/>
                  <a:pt x="7162800" y="2910840"/>
                </a:cubicBezTo>
                <a:cubicBezTo>
                  <a:pt x="7162800" y="2902423"/>
                  <a:pt x="7169623" y="2895600"/>
                  <a:pt x="7178040" y="2895600"/>
                </a:cubicBezTo>
                <a:cubicBezTo>
                  <a:pt x="7186457" y="2895600"/>
                  <a:pt x="7193280" y="2902423"/>
                  <a:pt x="7193280" y="2910840"/>
                </a:cubicBezTo>
                <a:close/>
                <a:moveTo>
                  <a:pt x="7193280" y="3063240"/>
                </a:moveTo>
                <a:cubicBezTo>
                  <a:pt x="7193280" y="3071657"/>
                  <a:pt x="7186457" y="3078480"/>
                  <a:pt x="7178040" y="3078480"/>
                </a:cubicBezTo>
                <a:cubicBezTo>
                  <a:pt x="7169623" y="3078480"/>
                  <a:pt x="7162800" y="3071657"/>
                  <a:pt x="7162800" y="3063240"/>
                </a:cubicBezTo>
                <a:cubicBezTo>
                  <a:pt x="7162800" y="3054823"/>
                  <a:pt x="7169623" y="3048000"/>
                  <a:pt x="7178040" y="3048000"/>
                </a:cubicBezTo>
                <a:cubicBezTo>
                  <a:pt x="7186457" y="3048000"/>
                  <a:pt x="7193280" y="3054823"/>
                  <a:pt x="7193280" y="3063240"/>
                </a:cubicBezTo>
                <a:close/>
                <a:moveTo>
                  <a:pt x="7193280" y="3215640"/>
                </a:moveTo>
                <a:cubicBezTo>
                  <a:pt x="7193280" y="3224057"/>
                  <a:pt x="7186457" y="3230880"/>
                  <a:pt x="7178040" y="3230880"/>
                </a:cubicBezTo>
                <a:cubicBezTo>
                  <a:pt x="7169623" y="3230880"/>
                  <a:pt x="7162800" y="3224057"/>
                  <a:pt x="7162800" y="3215640"/>
                </a:cubicBezTo>
                <a:cubicBezTo>
                  <a:pt x="7162800" y="3207223"/>
                  <a:pt x="7169623" y="3200400"/>
                  <a:pt x="7178040" y="3200400"/>
                </a:cubicBezTo>
                <a:cubicBezTo>
                  <a:pt x="7186457" y="3200400"/>
                  <a:pt x="7193280" y="3207223"/>
                  <a:pt x="7193280" y="3215640"/>
                </a:cubicBezTo>
                <a:close/>
                <a:moveTo>
                  <a:pt x="7193280" y="3368040"/>
                </a:moveTo>
                <a:cubicBezTo>
                  <a:pt x="7193280" y="3376457"/>
                  <a:pt x="7186457" y="3383280"/>
                  <a:pt x="7178040" y="3383280"/>
                </a:cubicBezTo>
                <a:cubicBezTo>
                  <a:pt x="7169623" y="3383280"/>
                  <a:pt x="7162800" y="3376457"/>
                  <a:pt x="7162800" y="3368040"/>
                </a:cubicBezTo>
                <a:cubicBezTo>
                  <a:pt x="7162800" y="3359623"/>
                  <a:pt x="7169623" y="3352800"/>
                  <a:pt x="7178040" y="3352800"/>
                </a:cubicBezTo>
                <a:cubicBezTo>
                  <a:pt x="7186457" y="3352800"/>
                  <a:pt x="7193280" y="3359623"/>
                  <a:pt x="7193280" y="3368040"/>
                </a:cubicBezTo>
                <a:close/>
                <a:moveTo>
                  <a:pt x="7193280" y="3520440"/>
                </a:moveTo>
                <a:cubicBezTo>
                  <a:pt x="7193280" y="3528857"/>
                  <a:pt x="7186457" y="3535680"/>
                  <a:pt x="7178040" y="3535680"/>
                </a:cubicBezTo>
                <a:cubicBezTo>
                  <a:pt x="7169623" y="3535680"/>
                  <a:pt x="7162800" y="3528857"/>
                  <a:pt x="7162800" y="3520440"/>
                </a:cubicBezTo>
                <a:cubicBezTo>
                  <a:pt x="7162800" y="3512023"/>
                  <a:pt x="7169623" y="3505200"/>
                  <a:pt x="7178040" y="3505200"/>
                </a:cubicBezTo>
                <a:cubicBezTo>
                  <a:pt x="7186457" y="3505200"/>
                  <a:pt x="7193280" y="3512023"/>
                  <a:pt x="7193280" y="3520440"/>
                </a:cubicBezTo>
                <a:close/>
                <a:moveTo>
                  <a:pt x="7193280" y="3672840"/>
                </a:moveTo>
                <a:cubicBezTo>
                  <a:pt x="7193280" y="3681257"/>
                  <a:pt x="7186457" y="3688080"/>
                  <a:pt x="7178040" y="3688080"/>
                </a:cubicBezTo>
                <a:cubicBezTo>
                  <a:pt x="7169623" y="3688080"/>
                  <a:pt x="7162800" y="3681257"/>
                  <a:pt x="7162800" y="3672840"/>
                </a:cubicBezTo>
                <a:cubicBezTo>
                  <a:pt x="7162800" y="3664423"/>
                  <a:pt x="7169623" y="3657600"/>
                  <a:pt x="7178040" y="3657600"/>
                </a:cubicBezTo>
                <a:cubicBezTo>
                  <a:pt x="7186457" y="3657600"/>
                  <a:pt x="7193280" y="3664423"/>
                  <a:pt x="7193280" y="3672840"/>
                </a:cubicBezTo>
                <a:close/>
                <a:moveTo>
                  <a:pt x="7193280" y="3825240"/>
                </a:moveTo>
                <a:cubicBezTo>
                  <a:pt x="7193280" y="3833657"/>
                  <a:pt x="7186457" y="3840480"/>
                  <a:pt x="7178040" y="3840480"/>
                </a:cubicBezTo>
                <a:cubicBezTo>
                  <a:pt x="7169623" y="3840480"/>
                  <a:pt x="7162800" y="3833657"/>
                  <a:pt x="7162800" y="3825240"/>
                </a:cubicBezTo>
                <a:cubicBezTo>
                  <a:pt x="7162800" y="3816823"/>
                  <a:pt x="7169623" y="3810000"/>
                  <a:pt x="7178040" y="3810000"/>
                </a:cubicBezTo>
                <a:cubicBezTo>
                  <a:pt x="7186457" y="3810000"/>
                  <a:pt x="7193280" y="3816823"/>
                  <a:pt x="7193280" y="3825240"/>
                </a:cubicBezTo>
                <a:close/>
                <a:moveTo>
                  <a:pt x="7193280" y="3977640"/>
                </a:moveTo>
                <a:cubicBezTo>
                  <a:pt x="7193280" y="3986057"/>
                  <a:pt x="7186457" y="3992880"/>
                  <a:pt x="7178040" y="3992880"/>
                </a:cubicBezTo>
                <a:cubicBezTo>
                  <a:pt x="7169623" y="3992880"/>
                  <a:pt x="7162800" y="3986057"/>
                  <a:pt x="7162800" y="3977640"/>
                </a:cubicBezTo>
                <a:cubicBezTo>
                  <a:pt x="7162800" y="3969223"/>
                  <a:pt x="7169623" y="3962400"/>
                  <a:pt x="7178040" y="3962400"/>
                </a:cubicBezTo>
                <a:cubicBezTo>
                  <a:pt x="7186457" y="3962400"/>
                  <a:pt x="7193280" y="3969223"/>
                  <a:pt x="7193280" y="3977640"/>
                </a:cubicBezTo>
                <a:close/>
                <a:moveTo>
                  <a:pt x="7193280" y="4130040"/>
                </a:moveTo>
                <a:cubicBezTo>
                  <a:pt x="7193280" y="4138457"/>
                  <a:pt x="7186457" y="4145280"/>
                  <a:pt x="7178040" y="4145280"/>
                </a:cubicBezTo>
                <a:cubicBezTo>
                  <a:pt x="7169623" y="4145280"/>
                  <a:pt x="7162800" y="4138457"/>
                  <a:pt x="7162800" y="4130040"/>
                </a:cubicBezTo>
                <a:cubicBezTo>
                  <a:pt x="7162800" y="4121623"/>
                  <a:pt x="7169623" y="4114800"/>
                  <a:pt x="7178040" y="4114800"/>
                </a:cubicBezTo>
                <a:cubicBezTo>
                  <a:pt x="7186457" y="4114800"/>
                  <a:pt x="7193280" y="4121623"/>
                  <a:pt x="7193280" y="4130040"/>
                </a:cubicBezTo>
                <a:close/>
                <a:moveTo>
                  <a:pt x="7193280" y="4282440"/>
                </a:moveTo>
                <a:cubicBezTo>
                  <a:pt x="7193280" y="4290857"/>
                  <a:pt x="7186457" y="4297680"/>
                  <a:pt x="7178040" y="4297680"/>
                </a:cubicBezTo>
                <a:cubicBezTo>
                  <a:pt x="7169623" y="4297680"/>
                  <a:pt x="7162800" y="4290857"/>
                  <a:pt x="7162800" y="4282440"/>
                </a:cubicBezTo>
                <a:cubicBezTo>
                  <a:pt x="7162800" y="4274023"/>
                  <a:pt x="7169623" y="4267200"/>
                  <a:pt x="7178040" y="4267200"/>
                </a:cubicBezTo>
                <a:cubicBezTo>
                  <a:pt x="7186457" y="4267200"/>
                  <a:pt x="7193280" y="4274023"/>
                  <a:pt x="7193280" y="4282440"/>
                </a:cubicBezTo>
                <a:close/>
                <a:moveTo>
                  <a:pt x="7193280" y="4434840"/>
                </a:moveTo>
                <a:cubicBezTo>
                  <a:pt x="7193280" y="4443257"/>
                  <a:pt x="7186457" y="4450080"/>
                  <a:pt x="7178040" y="4450080"/>
                </a:cubicBezTo>
                <a:cubicBezTo>
                  <a:pt x="7169623" y="4450080"/>
                  <a:pt x="7162800" y="4443257"/>
                  <a:pt x="7162800" y="4434840"/>
                </a:cubicBezTo>
                <a:cubicBezTo>
                  <a:pt x="7162800" y="4426423"/>
                  <a:pt x="7169623" y="4419600"/>
                  <a:pt x="7178040" y="4419600"/>
                </a:cubicBezTo>
                <a:cubicBezTo>
                  <a:pt x="7186457" y="4419600"/>
                  <a:pt x="7193280" y="4426423"/>
                  <a:pt x="7193280" y="4434840"/>
                </a:cubicBezTo>
                <a:close/>
                <a:moveTo>
                  <a:pt x="7345680" y="15240"/>
                </a:moveTo>
                <a:cubicBezTo>
                  <a:pt x="7345680" y="23657"/>
                  <a:pt x="7338857" y="30480"/>
                  <a:pt x="7330440" y="30480"/>
                </a:cubicBezTo>
                <a:cubicBezTo>
                  <a:pt x="7322023" y="30480"/>
                  <a:pt x="7315200" y="23657"/>
                  <a:pt x="7315200" y="15240"/>
                </a:cubicBezTo>
                <a:cubicBezTo>
                  <a:pt x="7315200" y="6823"/>
                  <a:pt x="7322023" y="0"/>
                  <a:pt x="7330440" y="0"/>
                </a:cubicBezTo>
                <a:cubicBezTo>
                  <a:pt x="7338857" y="0"/>
                  <a:pt x="7345680" y="6823"/>
                  <a:pt x="7345680" y="15240"/>
                </a:cubicBezTo>
                <a:close/>
                <a:moveTo>
                  <a:pt x="7345680" y="167640"/>
                </a:moveTo>
                <a:cubicBezTo>
                  <a:pt x="7345680" y="176057"/>
                  <a:pt x="7338857" y="182880"/>
                  <a:pt x="7330440" y="182880"/>
                </a:cubicBezTo>
                <a:cubicBezTo>
                  <a:pt x="7322023" y="182880"/>
                  <a:pt x="7315200" y="176057"/>
                  <a:pt x="7315200" y="167640"/>
                </a:cubicBezTo>
                <a:cubicBezTo>
                  <a:pt x="7315200" y="159223"/>
                  <a:pt x="7322023" y="152400"/>
                  <a:pt x="7330440" y="152400"/>
                </a:cubicBezTo>
                <a:cubicBezTo>
                  <a:pt x="7338857" y="152400"/>
                  <a:pt x="7345680" y="159223"/>
                  <a:pt x="7345680" y="167640"/>
                </a:cubicBezTo>
                <a:close/>
                <a:moveTo>
                  <a:pt x="7345680" y="320040"/>
                </a:moveTo>
                <a:cubicBezTo>
                  <a:pt x="7345680" y="328457"/>
                  <a:pt x="7338857" y="335280"/>
                  <a:pt x="7330440" y="335280"/>
                </a:cubicBezTo>
                <a:cubicBezTo>
                  <a:pt x="7322023" y="335280"/>
                  <a:pt x="7315200" y="328457"/>
                  <a:pt x="7315200" y="320040"/>
                </a:cubicBezTo>
                <a:cubicBezTo>
                  <a:pt x="7315200" y="311623"/>
                  <a:pt x="7322023" y="304800"/>
                  <a:pt x="7330440" y="304800"/>
                </a:cubicBezTo>
                <a:cubicBezTo>
                  <a:pt x="7338857" y="304800"/>
                  <a:pt x="7345680" y="311623"/>
                  <a:pt x="7345680" y="320040"/>
                </a:cubicBezTo>
                <a:close/>
                <a:moveTo>
                  <a:pt x="7345680" y="472440"/>
                </a:moveTo>
                <a:cubicBezTo>
                  <a:pt x="7345680" y="480857"/>
                  <a:pt x="7338857" y="487680"/>
                  <a:pt x="7330440" y="487680"/>
                </a:cubicBezTo>
                <a:cubicBezTo>
                  <a:pt x="7322023" y="487680"/>
                  <a:pt x="7315200" y="480857"/>
                  <a:pt x="7315200" y="472440"/>
                </a:cubicBezTo>
                <a:cubicBezTo>
                  <a:pt x="7315200" y="464023"/>
                  <a:pt x="7322023" y="457200"/>
                  <a:pt x="7330440" y="457200"/>
                </a:cubicBezTo>
                <a:cubicBezTo>
                  <a:pt x="7338857" y="457200"/>
                  <a:pt x="7345680" y="464023"/>
                  <a:pt x="7345680" y="472440"/>
                </a:cubicBezTo>
                <a:close/>
                <a:moveTo>
                  <a:pt x="7345680" y="624840"/>
                </a:moveTo>
                <a:cubicBezTo>
                  <a:pt x="7345680" y="633257"/>
                  <a:pt x="7338857" y="640080"/>
                  <a:pt x="7330440" y="640080"/>
                </a:cubicBezTo>
                <a:cubicBezTo>
                  <a:pt x="7322023" y="640080"/>
                  <a:pt x="7315200" y="633257"/>
                  <a:pt x="7315200" y="624840"/>
                </a:cubicBezTo>
                <a:cubicBezTo>
                  <a:pt x="7315200" y="616423"/>
                  <a:pt x="7322023" y="609600"/>
                  <a:pt x="7330440" y="609600"/>
                </a:cubicBezTo>
                <a:cubicBezTo>
                  <a:pt x="7338857" y="609600"/>
                  <a:pt x="7345680" y="616423"/>
                  <a:pt x="7345680" y="624840"/>
                </a:cubicBezTo>
                <a:close/>
                <a:moveTo>
                  <a:pt x="7345680" y="777240"/>
                </a:moveTo>
                <a:cubicBezTo>
                  <a:pt x="7345680" y="785657"/>
                  <a:pt x="7338857" y="792480"/>
                  <a:pt x="7330440" y="792480"/>
                </a:cubicBezTo>
                <a:cubicBezTo>
                  <a:pt x="7322023" y="792480"/>
                  <a:pt x="7315200" y="785657"/>
                  <a:pt x="7315200" y="777240"/>
                </a:cubicBezTo>
                <a:cubicBezTo>
                  <a:pt x="7315200" y="768823"/>
                  <a:pt x="7322023" y="762000"/>
                  <a:pt x="7330440" y="762000"/>
                </a:cubicBezTo>
                <a:cubicBezTo>
                  <a:pt x="7338857" y="762000"/>
                  <a:pt x="7345680" y="768823"/>
                  <a:pt x="7345680" y="777240"/>
                </a:cubicBezTo>
                <a:close/>
                <a:moveTo>
                  <a:pt x="7345680" y="929640"/>
                </a:moveTo>
                <a:cubicBezTo>
                  <a:pt x="7345680" y="938057"/>
                  <a:pt x="7338857" y="944880"/>
                  <a:pt x="7330440" y="944880"/>
                </a:cubicBezTo>
                <a:cubicBezTo>
                  <a:pt x="7322023" y="944880"/>
                  <a:pt x="7315200" y="938057"/>
                  <a:pt x="7315200" y="929640"/>
                </a:cubicBezTo>
                <a:cubicBezTo>
                  <a:pt x="7315200" y="921223"/>
                  <a:pt x="7322023" y="914400"/>
                  <a:pt x="7330440" y="914400"/>
                </a:cubicBezTo>
                <a:cubicBezTo>
                  <a:pt x="7338857" y="914400"/>
                  <a:pt x="7345680" y="921223"/>
                  <a:pt x="7345680" y="929640"/>
                </a:cubicBezTo>
                <a:close/>
                <a:moveTo>
                  <a:pt x="7345680" y="1082040"/>
                </a:moveTo>
                <a:cubicBezTo>
                  <a:pt x="7345680" y="1090457"/>
                  <a:pt x="7338857" y="1097280"/>
                  <a:pt x="7330440" y="1097280"/>
                </a:cubicBezTo>
                <a:cubicBezTo>
                  <a:pt x="7322023" y="1097280"/>
                  <a:pt x="7315200" y="1090457"/>
                  <a:pt x="7315200" y="1082040"/>
                </a:cubicBezTo>
                <a:cubicBezTo>
                  <a:pt x="7315200" y="1073623"/>
                  <a:pt x="7322023" y="1066800"/>
                  <a:pt x="7330440" y="1066800"/>
                </a:cubicBezTo>
                <a:cubicBezTo>
                  <a:pt x="7338857" y="1066800"/>
                  <a:pt x="7345680" y="1073623"/>
                  <a:pt x="7345680" y="1082040"/>
                </a:cubicBezTo>
                <a:close/>
                <a:moveTo>
                  <a:pt x="7345680" y="1234440"/>
                </a:moveTo>
                <a:cubicBezTo>
                  <a:pt x="7345680" y="1242857"/>
                  <a:pt x="7338857" y="1249680"/>
                  <a:pt x="7330440" y="1249680"/>
                </a:cubicBezTo>
                <a:cubicBezTo>
                  <a:pt x="7322023" y="1249680"/>
                  <a:pt x="7315200" y="1242857"/>
                  <a:pt x="7315200" y="1234440"/>
                </a:cubicBezTo>
                <a:cubicBezTo>
                  <a:pt x="7315200" y="1226023"/>
                  <a:pt x="7322023" y="1219200"/>
                  <a:pt x="7330440" y="1219200"/>
                </a:cubicBezTo>
                <a:cubicBezTo>
                  <a:pt x="7338857" y="1219200"/>
                  <a:pt x="7345680" y="1226023"/>
                  <a:pt x="7345680" y="1234440"/>
                </a:cubicBezTo>
                <a:close/>
                <a:moveTo>
                  <a:pt x="7345680" y="1386840"/>
                </a:moveTo>
                <a:cubicBezTo>
                  <a:pt x="7345680" y="1395257"/>
                  <a:pt x="7338857" y="1402080"/>
                  <a:pt x="7330440" y="1402080"/>
                </a:cubicBezTo>
                <a:cubicBezTo>
                  <a:pt x="7322023" y="1402080"/>
                  <a:pt x="7315200" y="1395257"/>
                  <a:pt x="7315200" y="1386840"/>
                </a:cubicBezTo>
                <a:cubicBezTo>
                  <a:pt x="7315200" y="1378423"/>
                  <a:pt x="7322023" y="1371600"/>
                  <a:pt x="7330440" y="1371600"/>
                </a:cubicBezTo>
                <a:cubicBezTo>
                  <a:pt x="7338857" y="1371600"/>
                  <a:pt x="7345680" y="1378423"/>
                  <a:pt x="7345680" y="1386840"/>
                </a:cubicBezTo>
                <a:close/>
                <a:moveTo>
                  <a:pt x="7345680" y="1539240"/>
                </a:moveTo>
                <a:cubicBezTo>
                  <a:pt x="7345680" y="1547657"/>
                  <a:pt x="7338857" y="1554480"/>
                  <a:pt x="7330440" y="1554480"/>
                </a:cubicBezTo>
                <a:cubicBezTo>
                  <a:pt x="7322023" y="1554480"/>
                  <a:pt x="7315200" y="1547657"/>
                  <a:pt x="7315200" y="1539240"/>
                </a:cubicBezTo>
                <a:cubicBezTo>
                  <a:pt x="7315200" y="1530823"/>
                  <a:pt x="7322023" y="1524000"/>
                  <a:pt x="7330440" y="1524000"/>
                </a:cubicBezTo>
                <a:cubicBezTo>
                  <a:pt x="7338857" y="1524000"/>
                  <a:pt x="7345680" y="1530823"/>
                  <a:pt x="7345680" y="1539240"/>
                </a:cubicBezTo>
                <a:close/>
                <a:moveTo>
                  <a:pt x="7345680" y="1691640"/>
                </a:moveTo>
                <a:cubicBezTo>
                  <a:pt x="7345680" y="1700057"/>
                  <a:pt x="7338857" y="1706880"/>
                  <a:pt x="7330440" y="1706880"/>
                </a:cubicBezTo>
                <a:cubicBezTo>
                  <a:pt x="7322023" y="1706880"/>
                  <a:pt x="7315200" y="1700057"/>
                  <a:pt x="7315200" y="1691640"/>
                </a:cubicBezTo>
                <a:cubicBezTo>
                  <a:pt x="7315200" y="1683223"/>
                  <a:pt x="7322023" y="1676400"/>
                  <a:pt x="7330440" y="1676400"/>
                </a:cubicBezTo>
                <a:cubicBezTo>
                  <a:pt x="7338857" y="1676400"/>
                  <a:pt x="7345680" y="1683223"/>
                  <a:pt x="7345680" y="1691640"/>
                </a:cubicBezTo>
                <a:close/>
                <a:moveTo>
                  <a:pt x="7345680" y="1844040"/>
                </a:moveTo>
                <a:cubicBezTo>
                  <a:pt x="7345680" y="1852457"/>
                  <a:pt x="7338857" y="1859280"/>
                  <a:pt x="7330440" y="1859280"/>
                </a:cubicBezTo>
                <a:cubicBezTo>
                  <a:pt x="7322023" y="1859280"/>
                  <a:pt x="7315200" y="1852457"/>
                  <a:pt x="7315200" y="1844040"/>
                </a:cubicBezTo>
                <a:cubicBezTo>
                  <a:pt x="7315200" y="1835623"/>
                  <a:pt x="7322023" y="1828800"/>
                  <a:pt x="7330440" y="1828800"/>
                </a:cubicBezTo>
                <a:cubicBezTo>
                  <a:pt x="7338857" y="1828800"/>
                  <a:pt x="7345680" y="1835623"/>
                  <a:pt x="7345680" y="1844040"/>
                </a:cubicBezTo>
                <a:close/>
                <a:moveTo>
                  <a:pt x="7345680" y="1996440"/>
                </a:moveTo>
                <a:cubicBezTo>
                  <a:pt x="7345680" y="2004857"/>
                  <a:pt x="7338857" y="2011680"/>
                  <a:pt x="7330440" y="2011680"/>
                </a:cubicBezTo>
                <a:cubicBezTo>
                  <a:pt x="7322023" y="2011680"/>
                  <a:pt x="7315200" y="2004857"/>
                  <a:pt x="7315200" y="1996440"/>
                </a:cubicBezTo>
                <a:cubicBezTo>
                  <a:pt x="7315200" y="1988023"/>
                  <a:pt x="7322023" y="1981200"/>
                  <a:pt x="7330440" y="1981200"/>
                </a:cubicBezTo>
                <a:cubicBezTo>
                  <a:pt x="7338857" y="1981200"/>
                  <a:pt x="7345680" y="1988023"/>
                  <a:pt x="7345680" y="1996440"/>
                </a:cubicBezTo>
                <a:close/>
                <a:moveTo>
                  <a:pt x="7345680" y="2148840"/>
                </a:moveTo>
                <a:cubicBezTo>
                  <a:pt x="7345680" y="2157257"/>
                  <a:pt x="7338857" y="2164080"/>
                  <a:pt x="7330440" y="2164080"/>
                </a:cubicBezTo>
                <a:cubicBezTo>
                  <a:pt x="7322023" y="2164080"/>
                  <a:pt x="7315200" y="2157257"/>
                  <a:pt x="7315200" y="2148840"/>
                </a:cubicBezTo>
                <a:cubicBezTo>
                  <a:pt x="7315200" y="2140423"/>
                  <a:pt x="7322023" y="2133600"/>
                  <a:pt x="7330440" y="2133600"/>
                </a:cubicBezTo>
                <a:cubicBezTo>
                  <a:pt x="7338857" y="2133600"/>
                  <a:pt x="7345680" y="2140423"/>
                  <a:pt x="7345680" y="2148840"/>
                </a:cubicBezTo>
                <a:close/>
                <a:moveTo>
                  <a:pt x="7345680" y="2301240"/>
                </a:moveTo>
                <a:cubicBezTo>
                  <a:pt x="7345680" y="2309657"/>
                  <a:pt x="7338857" y="2316480"/>
                  <a:pt x="7330440" y="2316480"/>
                </a:cubicBezTo>
                <a:cubicBezTo>
                  <a:pt x="7322023" y="2316480"/>
                  <a:pt x="7315200" y="2309657"/>
                  <a:pt x="7315200" y="2301240"/>
                </a:cubicBezTo>
                <a:cubicBezTo>
                  <a:pt x="7315200" y="2292823"/>
                  <a:pt x="7322023" y="2286000"/>
                  <a:pt x="7330440" y="2286000"/>
                </a:cubicBezTo>
                <a:cubicBezTo>
                  <a:pt x="7338857" y="2286000"/>
                  <a:pt x="7345680" y="2292823"/>
                  <a:pt x="7345680" y="2301240"/>
                </a:cubicBezTo>
                <a:close/>
                <a:moveTo>
                  <a:pt x="7345680" y="2453640"/>
                </a:moveTo>
                <a:cubicBezTo>
                  <a:pt x="7345680" y="2462057"/>
                  <a:pt x="7338857" y="2468880"/>
                  <a:pt x="7330440" y="2468880"/>
                </a:cubicBezTo>
                <a:cubicBezTo>
                  <a:pt x="7322023" y="2468880"/>
                  <a:pt x="7315200" y="2462057"/>
                  <a:pt x="7315200" y="2453640"/>
                </a:cubicBezTo>
                <a:cubicBezTo>
                  <a:pt x="7315200" y="2445223"/>
                  <a:pt x="7322023" y="2438400"/>
                  <a:pt x="7330440" y="2438400"/>
                </a:cubicBezTo>
                <a:cubicBezTo>
                  <a:pt x="7338857" y="2438400"/>
                  <a:pt x="7345680" y="2445223"/>
                  <a:pt x="7345680" y="2453640"/>
                </a:cubicBezTo>
                <a:close/>
                <a:moveTo>
                  <a:pt x="7345680" y="2606040"/>
                </a:moveTo>
                <a:cubicBezTo>
                  <a:pt x="7345680" y="2614457"/>
                  <a:pt x="7338857" y="2621280"/>
                  <a:pt x="7330440" y="2621280"/>
                </a:cubicBezTo>
                <a:cubicBezTo>
                  <a:pt x="7322023" y="2621280"/>
                  <a:pt x="7315200" y="2614457"/>
                  <a:pt x="7315200" y="2606040"/>
                </a:cubicBezTo>
                <a:cubicBezTo>
                  <a:pt x="7315200" y="2597623"/>
                  <a:pt x="7322023" y="2590800"/>
                  <a:pt x="7330440" y="2590800"/>
                </a:cubicBezTo>
                <a:cubicBezTo>
                  <a:pt x="7338857" y="2590800"/>
                  <a:pt x="7345680" y="2597623"/>
                  <a:pt x="7345680" y="2606040"/>
                </a:cubicBezTo>
                <a:close/>
                <a:moveTo>
                  <a:pt x="7345680" y="2758440"/>
                </a:moveTo>
                <a:cubicBezTo>
                  <a:pt x="7345680" y="2766857"/>
                  <a:pt x="7338857" y="2773680"/>
                  <a:pt x="7330440" y="2773680"/>
                </a:cubicBezTo>
                <a:cubicBezTo>
                  <a:pt x="7322023" y="2773680"/>
                  <a:pt x="7315200" y="2766857"/>
                  <a:pt x="7315200" y="2758440"/>
                </a:cubicBezTo>
                <a:cubicBezTo>
                  <a:pt x="7315200" y="2750023"/>
                  <a:pt x="7322023" y="2743200"/>
                  <a:pt x="7330440" y="2743200"/>
                </a:cubicBezTo>
                <a:cubicBezTo>
                  <a:pt x="7338857" y="2743200"/>
                  <a:pt x="7345680" y="2750023"/>
                  <a:pt x="7345680" y="2758440"/>
                </a:cubicBezTo>
                <a:close/>
                <a:moveTo>
                  <a:pt x="7345680" y="2910840"/>
                </a:moveTo>
                <a:cubicBezTo>
                  <a:pt x="7345680" y="2919257"/>
                  <a:pt x="7338857" y="2926080"/>
                  <a:pt x="7330440" y="2926080"/>
                </a:cubicBezTo>
                <a:cubicBezTo>
                  <a:pt x="7322023" y="2926080"/>
                  <a:pt x="7315200" y="2919257"/>
                  <a:pt x="7315200" y="2910840"/>
                </a:cubicBezTo>
                <a:cubicBezTo>
                  <a:pt x="7315200" y="2902423"/>
                  <a:pt x="7322023" y="2895600"/>
                  <a:pt x="7330440" y="2895600"/>
                </a:cubicBezTo>
                <a:cubicBezTo>
                  <a:pt x="7338857" y="2895600"/>
                  <a:pt x="7345680" y="2902423"/>
                  <a:pt x="7345680" y="2910840"/>
                </a:cubicBezTo>
                <a:close/>
                <a:moveTo>
                  <a:pt x="7345680" y="3063240"/>
                </a:moveTo>
                <a:cubicBezTo>
                  <a:pt x="7345680" y="3071657"/>
                  <a:pt x="7338857" y="3078480"/>
                  <a:pt x="7330440" y="3078480"/>
                </a:cubicBezTo>
                <a:cubicBezTo>
                  <a:pt x="7322023" y="3078480"/>
                  <a:pt x="7315200" y="3071657"/>
                  <a:pt x="7315200" y="3063240"/>
                </a:cubicBezTo>
                <a:cubicBezTo>
                  <a:pt x="7315200" y="3054823"/>
                  <a:pt x="7322023" y="3048000"/>
                  <a:pt x="7330440" y="3048000"/>
                </a:cubicBezTo>
                <a:cubicBezTo>
                  <a:pt x="7338857" y="3048000"/>
                  <a:pt x="7345680" y="3054823"/>
                  <a:pt x="7345680" y="3063240"/>
                </a:cubicBezTo>
                <a:close/>
                <a:moveTo>
                  <a:pt x="7345680" y="3215640"/>
                </a:moveTo>
                <a:cubicBezTo>
                  <a:pt x="7345680" y="3224057"/>
                  <a:pt x="7338857" y="3230880"/>
                  <a:pt x="7330440" y="3230880"/>
                </a:cubicBezTo>
                <a:cubicBezTo>
                  <a:pt x="7322023" y="3230880"/>
                  <a:pt x="7315200" y="3224057"/>
                  <a:pt x="7315200" y="3215640"/>
                </a:cubicBezTo>
                <a:cubicBezTo>
                  <a:pt x="7315200" y="3207223"/>
                  <a:pt x="7322023" y="3200400"/>
                  <a:pt x="7330440" y="3200400"/>
                </a:cubicBezTo>
                <a:cubicBezTo>
                  <a:pt x="7338857" y="3200400"/>
                  <a:pt x="7345680" y="3207223"/>
                  <a:pt x="7345680" y="3215640"/>
                </a:cubicBezTo>
                <a:close/>
                <a:moveTo>
                  <a:pt x="7345680" y="3368040"/>
                </a:moveTo>
                <a:cubicBezTo>
                  <a:pt x="7345680" y="3376457"/>
                  <a:pt x="7338857" y="3383280"/>
                  <a:pt x="7330440" y="3383280"/>
                </a:cubicBezTo>
                <a:cubicBezTo>
                  <a:pt x="7322023" y="3383280"/>
                  <a:pt x="7315200" y="3376457"/>
                  <a:pt x="7315200" y="3368040"/>
                </a:cubicBezTo>
                <a:cubicBezTo>
                  <a:pt x="7315200" y="3359623"/>
                  <a:pt x="7322023" y="3352800"/>
                  <a:pt x="7330440" y="3352800"/>
                </a:cubicBezTo>
                <a:cubicBezTo>
                  <a:pt x="7338857" y="3352800"/>
                  <a:pt x="7345680" y="3359623"/>
                  <a:pt x="7345680" y="3368040"/>
                </a:cubicBezTo>
                <a:close/>
                <a:moveTo>
                  <a:pt x="7345680" y="3520440"/>
                </a:moveTo>
                <a:cubicBezTo>
                  <a:pt x="7345680" y="3528857"/>
                  <a:pt x="7338857" y="3535680"/>
                  <a:pt x="7330440" y="3535680"/>
                </a:cubicBezTo>
                <a:cubicBezTo>
                  <a:pt x="7322023" y="3535680"/>
                  <a:pt x="7315200" y="3528857"/>
                  <a:pt x="7315200" y="3520440"/>
                </a:cubicBezTo>
                <a:cubicBezTo>
                  <a:pt x="7315200" y="3512023"/>
                  <a:pt x="7322023" y="3505200"/>
                  <a:pt x="7330440" y="3505200"/>
                </a:cubicBezTo>
                <a:cubicBezTo>
                  <a:pt x="7338857" y="3505200"/>
                  <a:pt x="7345680" y="3512023"/>
                  <a:pt x="7345680" y="3520440"/>
                </a:cubicBezTo>
                <a:close/>
                <a:moveTo>
                  <a:pt x="7345680" y="3672840"/>
                </a:moveTo>
                <a:cubicBezTo>
                  <a:pt x="7345680" y="3681257"/>
                  <a:pt x="7338857" y="3688080"/>
                  <a:pt x="7330440" y="3688080"/>
                </a:cubicBezTo>
                <a:cubicBezTo>
                  <a:pt x="7322023" y="3688080"/>
                  <a:pt x="7315200" y="3681257"/>
                  <a:pt x="7315200" y="3672840"/>
                </a:cubicBezTo>
                <a:cubicBezTo>
                  <a:pt x="7315200" y="3664423"/>
                  <a:pt x="7322023" y="3657600"/>
                  <a:pt x="7330440" y="3657600"/>
                </a:cubicBezTo>
                <a:cubicBezTo>
                  <a:pt x="7338857" y="3657600"/>
                  <a:pt x="7345680" y="3664423"/>
                  <a:pt x="7345680" y="3672840"/>
                </a:cubicBezTo>
                <a:close/>
                <a:moveTo>
                  <a:pt x="7345680" y="3825240"/>
                </a:moveTo>
                <a:cubicBezTo>
                  <a:pt x="7345680" y="3833657"/>
                  <a:pt x="7338857" y="3840480"/>
                  <a:pt x="7330440" y="3840480"/>
                </a:cubicBezTo>
                <a:cubicBezTo>
                  <a:pt x="7322023" y="3840480"/>
                  <a:pt x="7315200" y="3833657"/>
                  <a:pt x="7315200" y="3825240"/>
                </a:cubicBezTo>
                <a:cubicBezTo>
                  <a:pt x="7315200" y="3816823"/>
                  <a:pt x="7322023" y="3810000"/>
                  <a:pt x="7330440" y="3810000"/>
                </a:cubicBezTo>
                <a:cubicBezTo>
                  <a:pt x="7338857" y="3810000"/>
                  <a:pt x="7345680" y="3816823"/>
                  <a:pt x="7345680" y="3825240"/>
                </a:cubicBezTo>
                <a:close/>
                <a:moveTo>
                  <a:pt x="7345680" y="3977640"/>
                </a:moveTo>
                <a:cubicBezTo>
                  <a:pt x="7345680" y="3986057"/>
                  <a:pt x="7338857" y="3992880"/>
                  <a:pt x="7330440" y="3992880"/>
                </a:cubicBezTo>
                <a:cubicBezTo>
                  <a:pt x="7322023" y="3992880"/>
                  <a:pt x="7315200" y="3986057"/>
                  <a:pt x="7315200" y="3977640"/>
                </a:cubicBezTo>
                <a:cubicBezTo>
                  <a:pt x="7315200" y="3969223"/>
                  <a:pt x="7322023" y="3962400"/>
                  <a:pt x="7330440" y="3962400"/>
                </a:cubicBezTo>
                <a:cubicBezTo>
                  <a:pt x="7338857" y="3962400"/>
                  <a:pt x="7345680" y="3969223"/>
                  <a:pt x="7345680" y="3977640"/>
                </a:cubicBezTo>
                <a:close/>
                <a:moveTo>
                  <a:pt x="7345680" y="4130040"/>
                </a:moveTo>
                <a:cubicBezTo>
                  <a:pt x="7345680" y="4138457"/>
                  <a:pt x="7338857" y="4145280"/>
                  <a:pt x="7330440" y="4145280"/>
                </a:cubicBezTo>
                <a:cubicBezTo>
                  <a:pt x="7322023" y="4145280"/>
                  <a:pt x="7315200" y="4138457"/>
                  <a:pt x="7315200" y="4130040"/>
                </a:cubicBezTo>
                <a:cubicBezTo>
                  <a:pt x="7315200" y="4121623"/>
                  <a:pt x="7322023" y="4114800"/>
                  <a:pt x="7330440" y="4114800"/>
                </a:cubicBezTo>
                <a:cubicBezTo>
                  <a:pt x="7338857" y="4114800"/>
                  <a:pt x="7345680" y="4121623"/>
                  <a:pt x="7345680" y="4130040"/>
                </a:cubicBezTo>
                <a:close/>
                <a:moveTo>
                  <a:pt x="7345680" y="4282440"/>
                </a:moveTo>
                <a:cubicBezTo>
                  <a:pt x="7345680" y="4290857"/>
                  <a:pt x="7338857" y="4297680"/>
                  <a:pt x="7330440" y="4297680"/>
                </a:cubicBezTo>
                <a:cubicBezTo>
                  <a:pt x="7322023" y="4297680"/>
                  <a:pt x="7315200" y="4290857"/>
                  <a:pt x="7315200" y="4282440"/>
                </a:cubicBezTo>
                <a:cubicBezTo>
                  <a:pt x="7315200" y="4274023"/>
                  <a:pt x="7322023" y="4267200"/>
                  <a:pt x="7330440" y="4267200"/>
                </a:cubicBezTo>
                <a:cubicBezTo>
                  <a:pt x="7338857" y="4267200"/>
                  <a:pt x="7345680" y="4274023"/>
                  <a:pt x="7345680" y="4282440"/>
                </a:cubicBezTo>
                <a:close/>
                <a:moveTo>
                  <a:pt x="7345680" y="4434840"/>
                </a:moveTo>
                <a:cubicBezTo>
                  <a:pt x="7345680" y="4443257"/>
                  <a:pt x="7338857" y="4450080"/>
                  <a:pt x="7330440" y="4450080"/>
                </a:cubicBezTo>
                <a:cubicBezTo>
                  <a:pt x="7322023" y="4450080"/>
                  <a:pt x="7315200" y="4443257"/>
                  <a:pt x="7315200" y="4434840"/>
                </a:cubicBezTo>
                <a:cubicBezTo>
                  <a:pt x="7315200" y="4426423"/>
                  <a:pt x="7322023" y="4419600"/>
                  <a:pt x="7330440" y="4419600"/>
                </a:cubicBezTo>
                <a:cubicBezTo>
                  <a:pt x="7338857" y="4419600"/>
                  <a:pt x="7345680" y="4426423"/>
                  <a:pt x="7345680" y="4434840"/>
                </a:cubicBezTo>
                <a:close/>
                <a:moveTo>
                  <a:pt x="7498080" y="15240"/>
                </a:moveTo>
                <a:cubicBezTo>
                  <a:pt x="7498080" y="23657"/>
                  <a:pt x="7491257" y="30480"/>
                  <a:pt x="7482840" y="30480"/>
                </a:cubicBezTo>
                <a:cubicBezTo>
                  <a:pt x="7474423" y="30480"/>
                  <a:pt x="7467600" y="23657"/>
                  <a:pt x="7467600" y="15240"/>
                </a:cubicBezTo>
                <a:cubicBezTo>
                  <a:pt x="7467600" y="6823"/>
                  <a:pt x="7474423" y="0"/>
                  <a:pt x="7482840" y="0"/>
                </a:cubicBezTo>
                <a:cubicBezTo>
                  <a:pt x="7491257" y="0"/>
                  <a:pt x="7498080" y="6823"/>
                  <a:pt x="7498080" y="15240"/>
                </a:cubicBezTo>
                <a:close/>
                <a:moveTo>
                  <a:pt x="7498080" y="167640"/>
                </a:moveTo>
                <a:cubicBezTo>
                  <a:pt x="7498080" y="176057"/>
                  <a:pt x="7491257" y="182880"/>
                  <a:pt x="7482840" y="182880"/>
                </a:cubicBezTo>
                <a:cubicBezTo>
                  <a:pt x="7474423" y="182880"/>
                  <a:pt x="7467600" y="176057"/>
                  <a:pt x="7467600" y="167640"/>
                </a:cubicBezTo>
                <a:cubicBezTo>
                  <a:pt x="7467600" y="159223"/>
                  <a:pt x="7474423" y="152400"/>
                  <a:pt x="7482840" y="152400"/>
                </a:cubicBezTo>
                <a:cubicBezTo>
                  <a:pt x="7491257" y="152400"/>
                  <a:pt x="7498080" y="159223"/>
                  <a:pt x="7498080" y="167640"/>
                </a:cubicBezTo>
                <a:close/>
                <a:moveTo>
                  <a:pt x="7498080" y="320040"/>
                </a:moveTo>
                <a:cubicBezTo>
                  <a:pt x="7498080" y="328457"/>
                  <a:pt x="7491257" y="335280"/>
                  <a:pt x="7482840" y="335280"/>
                </a:cubicBezTo>
                <a:cubicBezTo>
                  <a:pt x="7474423" y="335280"/>
                  <a:pt x="7467600" y="328457"/>
                  <a:pt x="7467600" y="320040"/>
                </a:cubicBezTo>
                <a:cubicBezTo>
                  <a:pt x="7467600" y="311623"/>
                  <a:pt x="7474423" y="304800"/>
                  <a:pt x="7482840" y="304800"/>
                </a:cubicBezTo>
                <a:cubicBezTo>
                  <a:pt x="7491257" y="304800"/>
                  <a:pt x="7498080" y="311623"/>
                  <a:pt x="7498080" y="320040"/>
                </a:cubicBezTo>
                <a:close/>
                <a:moveTo>
                  <a:pt x="7498080" y="472440"/>
                </a:moveTo>
                <a:cubicBezTo>
                  <a:pt x="7498080" y="480857"/>
                  <a:pt x="7491257" y="487680"/>
                  <a:pt x="7482840" y="487680"/>
                </a:cubicBezTo>
                <a:cubicBezTo>
                  <a:pt x="7474423" y="487680"/>
                  <a:pt x="7467600" y="480857"/>
                  <a:pt x="7467600" y="472440"/>
                </a:cubicBezTo>
                <a:cubicBezTo>
                  <a:pt x="7467600" y="464023"/>
                  <a:pt x="7474423" y="457200"/>
                  <a:pt x="7482840" y="457200"/>
                </a:cubicBezTo>
                <a:cubicBezTo>
                  <a:pt x="7491257" y="457200"/>
                  <a:pt x="7498080" y="464023"/>
                  <a:pt x="7498080" y="472440"/>
                </a:cubicBezTo>
                <a:close/>
                <a:moveTo>
                  <a:pt x="7498080" y="624840"/>
                </a:moveTo>
                <a:cubicBezTo>
                  <a:pt x="7498080" y="633257"/>
                  <a:pt x="7491257" y="640080"/>
                  <a:pt x="7482840" y="640080"/>
                </a:cubicBezTo>
                <a:cubicBezTo>
                  <a:pt x="7474423" y="640080"/>
                  <a:pt x="7467600" y="633257"/>
                  <a:pt x="7467600" y="624840"/>
                </a:cubicBezTo>
                <a:cubicBezTo>
                  <a:pt x="7467600" y="616423"/>
                  <a:pt x="7474423" y="609600"/>
                  <a:pt x="7482840" y="609600"/>
                </a:cubicBezTo>
                <a:cubicBezTo>
                  <a:pt x="7491257" y="609600"/>
                  <a:pt x="7498080" y="616423"/>
                  <a:pt x="7498080" y="624840"/>
                </a:cubicBezTo>
                <a:close/>
                <a:moveTo>
                  <a:pt x="7498080" y="777240"/>
                </a:moveTo>
                <a:cubicBezTo>
                  <a:pt x="7498080" y="785657"/>
                  <a:pt x="7491257" y="792480"/>
                  <a:pt x="7482840" y="792480"/>
                </a:cubicBezTo>
                <a:cubicBezTo>
                  <a:pt x="7474423" y="792480"/>
                  <a:pt x="7467600" y="785657"/>
                  <a:pt x="7467600" y="777240"/>
                </a:cubicBezTo>
                <a:cubicBezTo>
                  <a:pt x="7467600" y="768823"/>
                  <a:pt x="7474423" y="762000"/>
                  <a:pt x="7482840" y="762000"/>
                </a:cubicBezTo>
                <a:cubicBezTo>
                  <a:pt x="7491257" y="762000"/>
                  <a:pt x="7498080" y="768823"/>
                  <a:pt x="7498080" y="777240"/>
                </a:cubicBezTo>
                <a:close/>
                <a:moveTo>
                  <a:pt x="7498080" y="929640"/>
                </a:moveTo>
                <a:cubicBezTo>
                  <a:pt x="7498080" y="938057"/>
                  <a:pt x="7491257" y="944880"/>
                  <a:pt x="7482840" y="944880"/>
                </a:cubicBezTo>
                <a:cubicBezTo>
                  <a:pt x="7474423" y="944880"/>
                  <a:pt x="7467600" y="938057"/>
                  <a:pt x="7467600" y="929640"/>
                </a:cubicBezTo>
                <a:cubicBezTo>
                  <a:pt x="7467600" y="921223"/>
                  <a:pt x="7474423" y="914400"/>
                  <a:pt x="7482840" y="914400"/>
                </a:cubicBezTo>
                <a:cubicBezTo>
                  <a:pt x="7491257" y="914400"/>
                  <a:pt x="7498080" y="921223"/>
                  <a:pt x="7498080" y="929640"/>
                </a:cubicBezTo>
                <a:close/>
                <a:moveTo>
                  <a:pt x="7498080" y="1082040"/>
                </a:moveTo>
                <a:cubicBezTo>
                  <a:pt x="7498080" y="1090457"/>
                  <a:pt x="7491257" y="1097280"/>
                  <a:pt x="7482840" y="1097280"/>
                </a:cubicBezTo>
                <a:cubicBezTo>
                  <a:pt x="7474423" y="1097280"/>
                  <a:pt x="7467600" y="1090457"/>
                  <a:pt x="7467600" y="1082040"/>
                </a:cubicBezTo>
                <a:cubicBezTo>
                  <a:pt x="7467600" y="1073623"/>
                  <a:pt x="7474423" y="1066800"/>
                  <a:pt x="7482840" y="1066800"/>
                </a:cubicBezTo>
                <a:cubicBezTo>
                  <a:pt x="7491257" y="1066800"/>
                  <a:pt x="7498080" y="1073623"/>
                  <a:pt x="7498080" y="1082040"/>
                </a:cubicBezTo>
                <a:close/>
                <a:moveTo>
                  <a:pt x="7498080" y="1234440"/>
                </a:moveTo>
                <a:cubicBezTo>
                  <a:pt x="7498080" y="1242857"/>
                  <a:pt x="7491257" y="1249680"/>
                  <a:pt x="7482840" y="1249680"/>
                </a:cubicBezTo>
                <a:cubicBezTo>
                  <a:pt x="7474423" y="1249680"/>
                  <a:pt x="7467600" y="1242857"/>
                  <a:pt x="7467600" y="1234440"/>
                </a:cubicBezTo>
                <a:cubicBezTo>
                  <a:pt x="7467600" y="1226023"/>
                  <a:pt x="7474423" y="1219200"/>
                  <a:pt x="7482840" y="1219200"/>
                </a:cubicBezTo>
                <a:cubicBezTo>
                  <a:pt x="7491257" y="1219200"/>
                  <a:pt x="7498080" y="1226023"/>
                  <a:pt x="7498080" y="1234440"/>
                </a:cubicBezTo>
                <a:close/>
                <a:moveTo>
                  <a:pt x="7498080" y="1386840"/>
                </a:moveTo>
                <a:cubicBezTo>
                  <a:pt x="7498080" y="1395257"/>
                  <a:pt x="7491257" y="1402080"/>
                  <a:pt x="7482840" y="1402080"/>
                </a:cubicBezTo>
                <a:cubicBezTo>
                  <a:pt x="7474423" y="1402080"/>
                  <a:pt x="7467600" y="1395257"/>
                  <a:pt x="7467600" y="1386840"/>
                </a:cubicBezTo>
                <a:cubicBezTo>
                  <a:pt x="7467600" y="1378423"/>
                  <a:pt x="7474423" y="1371600"/>
                  <a:pt x="7482840" y="1371600"/>
                </a:cubicBezTo>
                <a:cubicBezTo>
                  <a:pt x="7491257" y="1371600"/>
                  <a:pt x="7498080" y="1378423"/>
                  <a:pt x="7498080" y="1386840"/>
                </a:cubicBezTo>
                <a:close/>
                <a:moveTo>
                  <a:pt x="7498080" y="1539240"/>
                </a:moveTo>
                <a:cubicBezTo>
                  <a:pt x="7498080" y="1547657"/>
                  <a:pt x="7491257" y="1554480"/>
                  <a:pt x="7482840" y="1554480"/>
                </a:cubicBezTo>
                <a:cubicBezTo>
                  <a:pt x="7474423" y="1554480"/>
                  <a:pt x="7467600" y="1547657"/>
                  <a:pt x="7467600" y="1539240"/>
                </a:cubicBezTo>
                <a:cubicBezTo>
                  <a:pt x="7467600" y="1530823"/>
                  <a:pt x="7474423" y="1524000"/>
                  <a:pt x="7482840" y="1524000"/>
                </a:cubicBezTo>
                <a:cubicBezTo>
                  <a:pt x="7491257" y="1524000"/>
                  <a:pt x="7498080" y="1530823"/>
                  <a:pt x="7498080" y="1539240"/>
                </a:cubicBezTo>
                <a:close/>
                <a:moveTo>
                  <a:pt x="7498080" y="1691640"/>
                </a:moveTo>
                <a:cubicBezTo>
                  <a:pt x="7498080" y="1700057"/>
                  <a:pt x="7491257" y="1706880"/>
                  <a:pt x="7482840" y="1706880"/>
                </a:cubicBezTo>
                <a:cubicBezTo>
                  <a:pt x="7474423" y="1706880"/>
                  <a:pt x="7467600" y="1700057"/>
                  <a:pt x="7467600" y="1691640"/>
                </a:cubicBezTo>
                <a:cubicBezTo>
                  <a:pt x="7467600" y="1683223"/>
                  <a:pt x="7474423" y="1676400"/>
                  <a:pt x="7482840" y="1676400"/>
                </a:cubicBezTo>
                <a:cubicBezTo>
                  <a:pt x="7491257" y="1676400"/>
                  <a:pt x="7498080" y="1683223"/>
                  <a:pt x="7498080" y="1691640"/>
                </a:cubicBezTo>
                <a:close/>
                <a:moveTo>
                  <a:pt x="7498080" y="1844040"/>
                </a:moveTo>
                <a:cubicBezTo>
                  <a:pt x="7498080" y="1852457"/>
                  <a:pt x="7491257" y="1859280"/>
                  <a:pt x="7482840" y="1859280"/>
                </a:cubicBezTo>
                <a:cubicBezTo>
                  <a:pt x="7474423" y="1859280"/>
                  <a:pt x="7467600" y="1852457"/>
                  <a:pt x="7467600" y="1844040"/>
                </a:cubicBezTo>
                <a:cubicBezTo>
                  <a:pt x="7467600" y="1835623"/>
                  <a:pt x="7474423" y="1828800"/>
                  <a:pt x="7482840" y="1828800"/>
                </a:cubicBezTo>
                <a:cubicBezTo>
                  <a:pt x="7491257" y="1828800"/>
                  <a:pt x="7498080" y="1835623"/>
                  <a:pt x="7498080" y="1844040"/>
                </a:cubicBezTo>
                <a:close/>
                <a:moveTo>
                  <a:pt x="7498080" y="1996440"/>
                </a:moveTo>
                <a:cubicBezTo>
                  <a:pt x="7498080" y="2004857"/>
                  <a:pt x="7491257" y="2011680"/>
                  <a:pt x="7482840" y="2011680"/>
                </a:cubicBezTo>
                <a:cubicBezTo>
                  <a:pt x="7474423" y="2011680"/>
                  <a:pt x="7467600" y="2004857"/>
                  <a:pt x="7467600" y="1996440"/>
                </a:cubicBezTo>
                <a:cubicBezTo>
                  <a:pt x="7467600" y="1988023"/>
                  <a:pt x="7474423" y="1981200"/>
                  <a:pt x="7482840" y="1981200"/>
                </a:cubicBezTo>
                <a:cubicBezTo>
                  <a:pt x="7491257" y="1981200"/>
                  <a:pt x="7498080" y="1988023"/>
                  <a:pt x="7498080" y="1996440"/>
                </a:cubicBezTo>
                <a:close/>
                <a:moveTo>
                  <a:pt x="7498080" y="2148840"/>
                </a:moveTo>
                <a:cubicBezTo>
                  <a:pt x="7498080" y="2157257"/>
                  <a:pt x="7491257" y="2164080"/>
                  <a:pt x="7482840" y="2164080"/>
                </a:cubicBezTo>
                <a:cubicBezTo>
                  <a:pt x="7474423" y="2164080"/>
                  <a:pt x="7467600" y="2157257"/>
                  <a:pt x="7467600" y="2148840"/>
                </a:cubicBezTo>
                <a:cubicBezTo>
                  <a:pt x="7467600" y="2140423"/>
                  <a:pt x="7474423" y="2133600"/>
                  <a:pt x="7482840" y="2133600"/>
                </a:cubicBezTo>
                <a:cubicBezTo>
                  <a:pt x="7491257" y="2133600"/>
                  <a:pt x="7498080" y="2140423"/>
                  <a:pt x="7498080" y="2148840"/>
                </a:cubicBezTo>
                <a:close/>
                <a:moveTo>
                  <a:pt x="7498080" y="2301240"/>
                </a:moveTo>
                <a:cubicBezTo>
                  <a:pt x="7498080" y="2309657"/>
                  <a:pt x="7491257" y="2316480"/>
                  <a:pt x="7482840" y="2316480"/>
                </a:cubicBezTo>
                <a:cubicBezTo>
                  <a:pt x="7474423" y="2316480"/>
                  <a:pt x="7467600" y="2309657"/>
                  <a:pt x="7467600" y="2301240"/>
                </a:cubicBezTo>
                <a:cubicBezTo>
                  <a:pt x="7467600" y="2292823"/>
                  <a:pt x="7474423" y="2286000"/>
                  <a:pt x="7482840" y="2286000"/>
                </a:cubicBezTo>
                <a:cubicBezTo>
                  <a:pt x="7491257" y="2286000"/>
                  <a:pt x="7498080" y="2292823"/>
                  <a:pt x="7498080" y="2301240"/>
                </a:cubicBezTo>
                <a:close/>
                <a:moveTo>
                  <a:pt x="7498080" y="2453640"/>
                </a:moveTo>
                <a:cubicBezTo>
                  <a:pt x="7498080" y="2462057"/>
                  <a:pt x="7491257" y="2468880"/>
                  <a:pt x="7482840" y="2468880"/>
                </a:cubicBezTo>
                <a:cubicBezTo>
                  <a:pt x="7474423" y="2468880"/>
                  <a:pt x="7467600" y="2462057"/>
                  <a:pt x="7467600" y="2453640"/>
                </a:cubicBezTo>
                <a:cubicBezTo>
                  <a:pt x="7467600" y="2445223"/>
                  <a:pt x="7474423" y="2438400"/>
                  <a:pt x="7482840" y="2438400"/>
                </a:cubicBezTo>
                <a:cubicBezTo>
                  <a:pt x="7491257" y="2438400"/>
                  <a:pt x="7498080" y="2445223"/>
                  <a:pt x="7498080" y="2453640"/>
                </a:cubicBezTo>
                <a:close/>
                <a:moveTo>
                  <a:pt x="7498080" y="2606040"/>
                </a:moveTo>
                <a:cubicBezTo>
                  <a:pt x="7498080" y="2614457"/>
                  <a:pt x="7491257" y="2621280"/>
                  <a:pt x="7482840" y="2621280"/>
                </a:cubicBezTo>
                <a:cubicBezTo>
                  <a:pt x="7474423" y="2621280"/>
                  <a:pt x="7467600" y="2614457"/>
                  <a:pt x="7467600" y="2606040"/>
                </a:cubicBezTo>
                <a:cubicBezTo>
                  <a:pt x="7467600" y="2597623"/>
                  <a:pt x="7474423" y="2590800"/>
                  <a:pt x="7482840" y="2590800"/>
                </a:cubicBezTo>
                <a:cubicBezTo>
                  <a:pt x="7491257" y="2590800"/>
                  <a:pt x="7498080" y="2597623"/>
                  <a:pt x="7498080" y="2606040"/>
                </a:cubicBezTo>
                <a:close/>
                <a:moveTo>
                  <a:pt x="7498080" y="2758440"/>
                </a:moveTo>
                <a:cubicBezTo>
                  <a:pt x="7498080" y="2766857"/>
                  <a:pt x="7491257" y="2773680"/>
                  <a:pt x="7482840" y="2773680"/>
                </a:cubicBezTo>
                <a:cubicBezTo>
                  <a:pt x="7474423" y="2773680"/>
                  <a:pt x="7467600" y="2766857"/>
                  <a:pt x="7467600" y="2758440"/>
                </a:cubicBezTo>
                <a:cubicBezTo>
                  <a:pt x="7467600" y="2750023"/>
                  <a:pt x="7474423" y="2743200"/>
                  <a:pt x="7482840" y="2743200"/>
                </a:cubicBezTo>
                <a:cubicBezTo>
                  <a:pt x="7491257" y="2743200"/>
                  <a:pt x="7498080" y="2750023"/>
                  <a:pt x="7498080" y="2758440"/>
                </a:cubicBezTo>
                <a:close/>
                <a:moveTo>
                  <a:pt x="7498080" y="2910840"/>
                </a:moveTo>
                <a:cubicBezTo>
                  <a:pt x="7498080" y="2919257"/>
                  <a:pt x="7491257" y="2926080"/>
                  <a:pt x="7482840" y="2926080"/>
                </a:cubicBezTo>
                <a:cubicBezTo>
                  <a:pt x="7474423" y="2926080"/>
                  <a:pt x="7467600" y="2919257"/>
                  <a:pt x="7467600" y="2910840"/>
                </a:cubicBezTo>
                <a:cubicBezTo>
                  <a:pt x="7467600" y="2902423"/>
                  <a:pt x="7474423" y="2895600"/>
                  <a:pt x="7482840" y="2895600"/>
                </a:cubicBezTo>
                <a:cubicBezTo>
                  <a:pt x="7491257" y="2895600"/>
                  <a:pt x="7498080" y="2902423"/>
                  <a:pt x="7498080" y="2910840"/>
                </a:cubicBezTo>
                <a:close/>
                <a:moveTo>
                  <a:pt x="7498080" y="3063240"/>
                </a:moveTo>
                <a:cubicBezTo>
                  <a:pt x="7498080" y="3071657"/>
                  <a:pt x="7491257" y="3078480"/>
                  <a:pt x="7482840" y="3078480"/>
                </a:cubicBezTo>
                <a:cubicBezTo>
                  <a:pt x="7474423" y="3078480"/>
                  <a:pt x="7467600" y="3071657"/>
                  <a:pt x="7467600" y="3063240"/>
                </a:cubicBezTo>
                <a:cubicBezTo>
                  <a:pt x="7467600" y="3054823"/>
                  <a:pt x="7474423" y="3048000"/>
                  <a:pt x="7482840" y="3048000"/>
                </a:cubicBezTo>
                <a:cubicBezTo>
                  <a:pt x="7491257" y="3048000"/>
                  <a:pt x="7498080" y="3054823"/>
                  <a:pt x="7498080" y="3063240"/>
                </a:cubicBezTo>
                <a:close/>
                <a:moveTo>
                  <a:pt x="7498080" y="3215640"/>
                </a:moveTo>
                <a:cubicBezTo>
                  <a:pt x="7498080" y="3224057"/>
                  <a:pt x="7491257" y="3230880"/>
                  <a:pt x="7482840" y="3230880"/>
                </a:cubicBezTo>
                <a:cubicBezTo>
                  <a:pt x="7474423" y="3230880"/>
                  <a:pt x="7467600" y="3224057"/>
                  <a:pt x="7467600" y="3215640"/>
                </a:cubicBezTo>
                <a:cubicBezTo>
                  <a:pt x="7467600" y="3207223"/>
                  <a:pt x="7474423" y="3200400"/>
                  <a:pt x="7482840" y="3200400"/>
                </a:cubicBezTo>
                <a:cubicBezTo>
                  <a:pt x="7491257" y="3200400"/>
                  <a:pt x="7498080" y="3207223"/>
                  <a:pt x="7498080" y="3215640"/>
                </a:cubicBezTo>
                <a:close/>
                <a:moveTo>
                  <a:pt x="7498080" y="3368040"/>
                </a:moveTo>
                <a:cubicBezTo>
                  <a:pt x="7498080" y="3376457"/>
                  <a:pt x="7491257" y="3383280"/>
                  <a:pt x="7482840" y="3383280"/>
                </a:cubicBezTo>
                <a:cubicBezTo>
                  <a:pt x="7474423" y="3383280"/>
                  <a:pt x="7467600" y="3376457"/>
                  <a:pt x="7467600" y="3368040"/>
                </a:cubicBezTo>
                <a:cubicBezTo>
                  <a:pt x="7467600" y="3359623"/>
                  <a:pt x="7474423" y="3352800"/>
                  <a:pt x="7482840" y="3352800"/>
                </a:cubicBezTo>
                <a:cubicBezTo>
                  <a:pt x="7491257" y="3352800"/>
                  <a:pt x="7498080" y="3359623"/>
                  <a:pt x="7498080" y="3368040"/>
                </a:cubicBezTo>
                <a:close/>
                <a:moveTo>
                  <a:pt x="7498080" y="3520440"/>
                </a:moveTo>
                <a:cubicBezTo>
                  <a:pt x="7498080" y="3528857"/>
                  <a:pt x="7491257" y="3535680"/>
                  <a:pt x="7482840" y="3535680"/>
                </a:cubicBezTo>
                <a:cubicBezTo>
                  <a:pt x="7474423" y="3535680"/>
                  <a:pt x="7467600" y="3528857"/>
                  <a:pt x="7467600" y="3520440"/>
                </a:cubicBezTo>
                <a:cubicBezTo>
                  <a:pt x="7467600" y="3512023"/>
                  <a:pt x="7474423" y="3505200"/>
                  <a:pt x="7482840" y="3505200"/>
                </a:cubicBezTo>
                <a:cubicBezTo>
                  <a:pt x="7491257" y="3505200"/>
                  <a:pt x="7498080" y="3512023"/>
                  <a:pt x="7498080" y="3520440"/>
                </a:cubicBezTo>
                <a:close/>
                <a:moveTo>
                  <a:pt x="7498080" y="3672840"/>
                </a:moveTo>
                <a:cubicBezTo>
                  <a:pt x="7498080" y="3681257"/>
                  <a:pt x="7491257" y="3688080"/>
                  <a:pt x="7482840" y="3688080"/>
                </a:cubicBezTo>
                <a:cubicBezTo>
                  <a:pt x="7474423" y="3688080"/>
                  <a:pt x="7467600" y="3681257"/>
                  <a:pt x="7467600" y="3672840"/>
                </a:cubicBezTo>
                <a:cubicBezTo>
                  <a:pt x="7467600" y="3664423"/>
                  <a:pt x="7474423" y="3657600"/>
                  <a:pt x="7482840" y="3657600"/>
                </a:cubicBezTo>
                <a:cubicBezTo>
                  <a:pt x="7491257" y="3657600"/>
                  <a:pt x="7498080" y="3664423"/>
                  <a:pt x="7498080" y="3672840"/>
                </a:cubicBezTo>
                <a:close/>
                <a:moveTo>
                  <a:pt x="7498080" y="3825240"/>
                </a:moveTo>
                <a:cubicBezTo>
                  <a:pt x="7498080" y="3833657"/>
                  <a:pt x="7491257" y="3840480"/>
                  <a:pt x="7482840" y="3840480"/>
                </a:cubicBezTo>
                <a:cubicBezTo>
                  <a:pt x="7474423" y="3840480"/>
                  <a:pt x="7467600" y="3833657"/>
                  <a:pt x="7467600" y="3825240"/>
                </a:cubicBezTo>
                <a:cubicBezTo>
                  <a:pt x="7467600" y="3816823"/>
                  <a:pt x="7474423" y="3810000"/>
                  <a:pt x="7482840" y="3810000"/>
                </a:cubicBezTo>
                <a:cubicBezTo>
                  <a:pt x="7491257" y="3810000"/>
                  <a:pt x="7498080" y="3816823"/>
                  <a:pt x="7498080" y="3825240"/>
                </a:cubicBezTo>
                <a:close/>
                <a:moveTo>
                  <a:pt x="7498080" y="3977640"/>
                </a:moveTo>
                <a:cubicBezTo>
                  <a:pt x="7498080" y="3986057"/>
                  <a:pt x="7491257" y="3992880"/>
                  <a:pt x="7482840" y="3992880"/>
                </a:cubicBezTo>
                <a:cubicBezTo>
                  <a:pt x="7474423" y="3992880"/>
                  <a:pt x="7467600" y="3986057"/>
                  <a:pt x="7467600" y="3977640"/>
                </a:cubicBezTo>
                <a:cubicBezTo>
                  <a:pt x="7467600" y="3969223"/>
                  <a:pt x="7474423" y="3962400"/>
                  <a:pt x="7482840" y="3962400"/>
                </a:cubicBezTo>
                <a:cubicBezTo>
                  <a:pt x="7491257" y="3962400"/>
                  <a:pt x="7498080" y="3969223"/>
                  <a:pt x="7498080" y="3977640"/>
                </a:cubicBezTo>
                <a:close/>
                <a:moveTo>
                  <a:pt x="7498080" y="4130040"/>
                </a:moveTo>
                <a:cubicBezTo>
                  <a:pt x="7498080" y="4138457"/>
                  <a:pt x="7491257" y="4145280"/>
                  <a:pt x="7482840" y="4145280"/>
                </a:cubicBezTo>
                <a:cubicBezTo>
                  <a:pt x="7474423" y="4145280"/>
                  <a:pt x="7467600" y="4138457"/>
                  <a:pt x="7467600" y="4130040"/>
                </a:cubicBezTo>
                <a:cubicBezTo>
                  <a:pt x="7467600" y="4121623"/>
                  <a:pt x="7474423" y="4114800"/>
                  <a:pt x="7482840" y="4114800"/>
                </a:cubicBezTo>
                <a:cubicBezTo>
                  <a:pt x="7491257" y="4114800"/>
                  <a:pt x="7498080" y="4121623"/>
                  <a:pt x="7498080" y="4130040"/>
                </a:cubicBezTo>
                <a:close/>
                <a:moveTo>
                  <a:pt x="7498080" y="4282440"/>
                </a:moveTo>
                <a:cubicBezTo>
                  <a:pt x="7498080" y="4290857"/>
                  <a:pt x="7491257" y="4297680"/>
                  <a:pt x="7482840" y="4297680"/>
                </a:cubicBezTo>
                <a:cubicBezTo>
                  <a:pt x="7474423" y="4297680"/>
                  <a:pt x="7467600" y="4290857"/>
                  <a:pt x="7467600" y="4282440"/>
                </a:cubicBezTo>
                <a:cubicBezTo>
                  <a:pt x="7467600" y="4274023"/>
                  <a:pt x="7474423" y="4267200"/>
                  <a:pt x="7482840" y="4267200"/>
                </a:cubicBezTo>
                <a:cubicBezTo>
                  <a:pt x="7491257" y="4267200"/>
                  <a:pt x="7498080" y="4274023"/>
                  <a:pt x="7498080" y="4282440"/>
                </a:cubicBezTo>
                <a:close/>
                <a:moveTo>
                  <a:pt x="7498080" y="4434840"/>
                </a:moveTo>
                <a:cubicBezTo>
                  <a:pt x="7498080" y="4443257"/>
                  <a:pt x="7491257" y="4450080"/>
                  <a:pt x="7482840" y="4450080"/>
                </a:cubicBezTo>
                <a:cubicBezTo>
                  <a:pt x="7474423" y="4450080"/>
                  <a:pt x="7467600" y="4443257"/>
                  <a:pt x="7467600" y="4434840"/>
                </a:cubicBezTo>
                <a:cubicBezTo>
                  <a:pt x="7467600" y="4426423"/>
                  <a:pt x="7474423" y="4419600"/>
                  <a:pt x="7482840" y="4419600"/>
                </a:cubicBezTo>
                <a:cubicBezTo>
                  <a:pt x="7491257" y="4419600"/>
                  <a:pt x="7498080" y="4426423"/>
                  <a:pt x="7498080" y="4434840"/>
                </a:cubicBezTo>
                <a:close/>
                <a:moveTo>
                  <a:pt x="7650480" y="15240"/>
                </a:moveTo>
                <a:cubicBezTo>
                  <a:pt x="7650480" y="23657"/>
                  <a:pt x="7643657" y="30480"/>
                  <a:pt x="7635240" y="30480"/>
                </a:cubicBezTo>
                <a:cubicBezTo>
                  <a:pt x="7626823" y="30480"/>
                  <a:pt x="7620000" y="23657"/>
                  <a:pt x="7620000" y="15240"/>
                </a:cubicBezTo>
                <a:cubicBezTo>
                  <a:pt x="7620000" y="6823"/>
                  <a:pt x="7626823" y="0"/>
                  <a:pt x="7635240" y="0"/>
                </a:cubicBezTo>
                <a:cubicBezTo>
                  <a:pt x="7643657" y="0"/>
                  <a:pt x="7650480" y="6823"/>
                  <a:pt x="7650480" y="15240"/>
                </a:cubicBezTo>
                <a:close/>
                <a:moveTo>
                  <a:pt x="7650480" y="167640"/>
                </a:moveTo>
                <a:cubicBezTo>
                  <a:pt x="7650480" y="176057"/>
                  <a:pt x="7643657" y="182880"/>
                  <a:pt x="7635240" y="182880"/>
                </a:cubicBezTo>
                <a:cubicBezTo>
                  <a:pt x="7626823" y="182880"/>
                  <a:pt x="7620000" y="176057"/>
                  <a:pt x="7620000" y="167640"/>
                </a:cubicBezTo>
                <a:cubicBezTo>
                  <a:pt x="7620000" y="159223"/>
                  <a:pt x="7626823" y="152400"/>
                  <a:pt x="7635240" y="152400"/>
                </a:cubicBezTo>
                <a:cubicBezTo>
                  <a:pt x="7643657" y="152400"/>
                  <a:pt x="7650480" y="159223"/>
                  <a:pt x="7650480" y="167640"/>
                </a:cubicBezTo>
                <a:close/>
                <a:moveTo>
                  <a:pt x="7650480" y="320040"/>
                </a:moveTo>
                <a:cubicBezTo>
                  <a:pt x="7650480" y="328457"/>
                  <a:pt x="7643657" y="335280"/>
                  <a:pt x="7635240" y="335280"/>
                </a:cubicBezTo>
                <a:cubicBezTo>
                  <a:pt x="7626823" y="335280"/>
                  <a:pt x="7620000" y="328457"/>
                  <a:pt x="7620000" y="320040"/>
                </a:cubicBezTo>
                <a:cubicBezTo>
                  <a:pt x="7620000" y="311623"/>
                  <a:pt x="7626823" y="304800"/>
                  <a:pt x="7635240" y="304800"/>
                </a:cubicBezTo>
                <a:cubicBezTo>
                  <a:pt x="7643657" y="304800"/>
                  <a:pt x="7650480" y="311623"/>
                  <a:pt x="7650480" y="320040"/>
                </a:cubicBezTo>
                <a:close/>
                <a:moveTo>
                  <a:pt x="7650480" y="472440"/>
                </a:moveTo>
                <a:cubicBezTo>
                  <a:pt x="7650480" y="480857"/>
                  <a:pt x="7643657" y="487680"/>
                  <a:pt x="7635240" y="487680"/>
                </a:cubicBezTo>
                <a:cubicBezTo>
                  <a:pt x="7626823" y="487680"/>
                  <a:pt x="7620000" y="480857"/>
                  <a:pt x="7620000" y="472440"/>
                </a:cubicBezTo>
                <a:cubicBezTo>
                  <a:pt x="7620000" y="464023"/>
                  <a:pt x="7626823" y="457200"/>
                  <a:pt x="7635240" y="457200"/>
                </a:cubicBezTo>
                <a:cubicBezTo>
                  <a:pt x="7643657" y="457200"/>
                  <a:pt x="7650480" y="464023"/>
                  <a:pt x="7650480" y="472440"/>
                </a:cubicBezTo>
                <a:close/>
                <a:moveTo>
                  <a:pt x="7650480" y="624840"/>
                </a:moveTo>
                <a:cubicBezTo>
                  <a:pt x="7650480" y="633257"/>
                  <a:pt x="7643657" y="640080"/>
                  <a:pt x="7635240" y="640080"/>
                </a:cubicBezTo>
                <a:cubicBezTo>
                  <a:pt x="7626823" y="640080"/>
                  <a:pt x="7620000" y="633257"/>
                  <a:pt x="7620000" y="624840"/>
                </a:cubicBezTo>
                <a:cubicBezTo>
                  <a:pt x="7620000" y="616423"/>
                  <a:pt x="7626823" y="609600"/>
                  <a:pt x="7635240" y="609600"/>
                </a:cubicBezTo>
                <a:cubicBezTo>
                  <a:pt x="7643657" y="609600"/>
                  <a:pt x="7650480" y="616423"/>
                  <a:pt x="7650480" y="624840"/>
                </a:cubicBezTo>
                <a:close/>
                <a:moveTo>
                  <a:pt x="7650480" y="777240"/>
                </a:moveTo>
                <a:cubicBezTo>
                  <a:pt x="7650480" y="785657"/>
                  <a:pt x="7643657" y="792480"/>
                  <a:pt x="7635240" y="792480"/>
                </a:cubicBezTo>
                <a:cubicBezTo>
                  <a:pt x="7626823" y="792480"/>
                  <a:pt x="7620000" y="785657"/>
                  <a:pt x="7620000" y="777240"/>
                </a:cubicBezTo>
                <a:cubicBezTo>
                  <a:pt x="7620000" y="768823"/>
                  <a:pt x="7626823" y="762000"/>
                  <a:pt x="7635240" y="762000"/>
                </a:cubicBezTo>
                <a:cubicBezTo>
                  <a:pt x="7643657" y="762000"/>
                  <a:pt x="7650480" y="768823"/>
                  <a:pt x="7650480" y="777240"/>
                </a:cubicBezTo>
                <a:close/>
                <a:moveTo>
                  <a:pt x="7650480" y="929640"/>
                </a:moveTo>
                <a:cubicBezTo>
                  <a:pt x="7650480" y="938057"/>
                  <a:pt x="7643657" y="944880"/>
                  <a:pt x="7635240" y="944880"/>
                </a:cubicBezTo>
                <a:cubicBezTo>
                  <a:pt x="7626823" y="944880"/>
                  <a:pt x="7620000" y="938057"/>
                  <a:pt x="7620000" y="929640"/>
                </a:cubicBezTo>
                <a:cubicBezTo>
                  <a:pt x="7620000" y="921223"/>
                  <a:pt x="7626823" y="914400"/>
                  <a:pt x="7635240" y="914400"/>
                </a:cubicBezTo>
                <a:cubicBezTo>
                  <a:pt x="7643657" y="914400"/>
                  <a:pt x="7650480" y="921223"/>
                  <a:pt x="7650480" y="929640"/>
                </a:cubicBezTo>
                <a:close/>
                <a:moveTo>
                  <a:pt x="7650480" y="1082040"/>
                </a:moveTo>
                <a:cubicBezTo>
                  <a:pt x="7650480" y="1090457"/>
                  <a:pt x="7643657" y="1097280"/>
                  <a:pt x="7635240" y="1097280"/>
                </a:cubicBezTo>
                <a:cubicBezTo>
                  <a:pt x="7626823" y="1097280"/>
                  <a:pt x="7620000" y="1090457"/>
                  <a:pt x="7620000" y="1082040"/>
                </a:cubicBezTo>
                <a:cubicBezTo>
                  <a:pt x="7620000" y="1073623"/>
                  <a:pt x="7626823" y="1066800"/>
                  <a:pt x="7635240" y="1066800"/>
                </a:cubicBezTo>
                <a:cubicBezTo>
                  <a:pt x="7643657" y="1066800"/>
                  <a:pt x="7650480" y="1073623"/>
                  <a:pt x="7650480" y="1082040"/>
                </a:cubicBezTo>
                <a:close/>
                <a:moveTo>
                  <a:pt x="7650480" y="1234440"/>
                </a:moveTo>
                <a:cubicBezTo>
                  <a:pt x="7650480" y="1242857"/>
                  <a:pt x="7643657" y="1249680"/>
                  <a:pt x="7635240" y="1249680"/>
                </a:cubicBezTo>
                <a:cubicBezTo>
                  <a:pt x="7626823" y="1249680"/>
                  <a:pt x="7620000" y="1242857"/>
                  <a:pt x="7620000" y="1234440"/>
                </a:cubicBezTo>
                <a:cubicBezTo>
                  <a:pt x="7620000" y="1226023"/>
                  <a:pt x="7626823" y="1219200"/>
                  <a:pt x="7635240" y="1219200"/>
                </a:cubicBezTo>
                <a:cubicBezTo>
                  <a:pt x="7643657" y="1219200"/>
                  <a:pt x="7650480" y="1226023"/>
                  <a:pt x="7650480" y="1234440"/>
                </a:cubicBezTo>
                <a:close/>
                <a:moveTo>
                  <a:pt x="7650480" y="1386840"/>
                </a:moveTo>
                <a:cubicBezTo>
                  <a:pt x="7650480" y="1395257"/>
                  <a:pt x="7643657" y="1402080"/>
                  <a:pt x="7635240" y="1402080"/>
                </a:cubicBezTo>
                <a:cubicBezTo>
                  <a:pt x="7626823" y="1402080"/>
                  <a:pt x="7620000" y="1395257"/>
                  <a:pt x="7620000" y="1386840"/>
                </a:cubicBezTo>
                <a:cubicBezTo>
                  <a:pt x="7620000" y="1378423"/>
                  <a:pt x="7626823" y="1371600"/>
                  <a:pt x="7635240" y="1371600"/>
                </a:cubicBezTo>
                <a:cubicBezTo>
                  <a:pt x="7643657" y="1371600"/>
                  <a:pt x="7650480" y="1378423"/>
                  <a:pt x="7650480" y="1386840"/>
                </a:cubicBezTo>
                <a:close/>
                <a:moveTo>
                  <a:pt x="7650480" y="1539240"/>
                </a:moveTo>
                <a:cubicBezTo>
                  <a:pt x="7650480" y="1547657"/>
                  <a:pt x="7643657" y="1554480"/>
                  <a:pt x="7635240" y="1554480"/>
                </a:cubicBezTo>
                <a:cubicBezTo>
                  <a:pt x="7626823" y="1554480"/>
                  <a:pt x="7620000" y="1547657"/>
                  <a:pt x="7620000" y="1539240"/>
                </a:cubicBezTo>
                <a:cubicBezTo>
                  <a:pt x="7620000" y="1530823"/>
                  <a:pt x="7626823" y="1524000"/>
                  <a:pt x="7635240" y="1524000"/>
                </a:cubicBezTo>
                <a:cubicBezTo>
                  <a:pt x="7643657" y="1524000"/>
                  <a:pt x="7650480" y="1530823"/>
                  <a:pt x="7650480" y="1539240"/>
                </a:cubicBezTo>
                <a:close/>
                <a:moveTo>
                  <a:pt x="7650480" y="1691640"/>
                </a:moveTo>
                <a:cubicBezTo>
                  <a:pt x="7650480" y="1700057"/>
                  <a:pt x="7643657" y="1706880"/>
                  <a:pt x="7635240" y="1706880"/>
                </a:cubicBezTo>
                <a:cubicBezTo>
                  <a:pt x="7626823" y="1706880"/>
                  <a:pt x="7620000" y="1700057"/>
                  <a:pt x="7620000" y="1691640"/>
                </a:cubicBezTo>
                <a:cubicBezTo>
                  <a:pt x="7620000" y="1683223"/>
                  <a:pt x="7626823" y="1676400"/>
                  <a:pt x="7635240" y="1676400"/>
                </a:cubicBezTo>
                <a:cubicBezTo>
                  <a:pt x="7643657" y="1676400"/>
                  <a:pt x="7650480" y="1683223"/>
                  <a:pt x="7650480" y="1691640"/>
                </a:cubicBezTo>
                <a:close/>
                <a:moveTo>
                  <a:pt x="7650480" y="1844040"/>
                </a:moveTo>
                <a:cubicBezTo>
                  <a:pt x="7650480" y="1852457"/>
                  <a:pt x="7643657" y="1859280"/>
                  <a:pt x="7635240" y="1859280"/>
                </a:cubicBezTo>
                <a:cubicBezTo>
                  <a:pt x="7626823" y="1859280"/>
                  <a:pt x="7620000" y="1852457"/>
                  <a:pt x="7620000" y="1844040"/>
                </a:cubicBezTo>
                <a:cubicBezTo>
                  <a:pt x="7620000" y="1835623"/>
                  <a:pt x="7626823" y="1828800"/>
                  <a:pt x="7635240" y="1828800"/>
                </a:cubicBezTo>
                <a:cubicBezTo>
                  <a:pt x="7643657" y="1828800"/>
                  <a:pt x="7650480" y="1835623"/>
                  <a:pt x="7650480" y="1844040"/>
                </a:cubicBezTo>
                <a:close/>
                <a:moveTo>
                  <a:pt x="7650480" y="1996440"/>
                </a:moveTo>
                <a:cubicBezTo>
                  <a:pt x="7650480" y="2004857"/>
                  <a:pt x="7643657" y="2011680"/>
                  <a:pt x="7635240" y="2011680"/>
                </a:cubicBezTo>
                <a:cubicBezTo>
                  <a:pt x="7626823" y="2011680"/>
                  <a:pt x="7620000" y="2004857"/>
                  <a:pt x="7620000" y="1996440"/>
                </a:cubicBezTo>
                <a:cubicBezTo>
                  <a:pt x="7620000" y="1988023"/>
                  <a:pt x="7626823" y="1981200"/>
                  <a:pt x="7635240" y="1981200"/>
                </a:cubicBezTo>
                <a:cubicBezTo>
                  <a:pt x="7643657" y="1981200"/>
                  <a:pt x="7650480" y="1988023"/>
                  <a:pt x="7650480" y="1996440"/>
                </a:cubicBezTo>
                <a:close/>
                <a:moveTo>
                  <a:pt x="7650480" y="2148840"/>
                </a:moveTo>
                <a:cubicBezTo>
                  <a:pt x="7650480" y="2157257"/>
                  <a:pt x="7643657" y="2164080"/>
                  <a:pt x="7635240" y="2164080"/>
                </a:cubicBezTo>
                <a:cubicBezTo>
                  <a:pt x="7626823" y="2164080"/>
                  <a:pt x="7620000" y="2157257"/>
                  <a:pt x="7620000" y="2148840"/>
                </a:cubicBezTo>
                <a:cubicBezTo>
                  <a:pt x="7620000" y="2140423"/>
                  <a:pt x="7626823" y="2133600"/>
                  <a:pt x="7635240" y="2133600"/>
                </a:cubicBezTo>
                <a:cubicBezTo>
                  <a:pt x="7643657" y="2133600"/>
                  <a:pt x="7650480" y="2140423"/>
                  <a:pt x="7650480" y="2148840"/>
                </a:cubicBezTo>
                <a:close/>
                <a:moveTo>
                  <a:pt x="7650480" y="2301240"/>
                </a:moveTo>
                <a:cubicBezTo>
                  <a:pt x="7650480" y="2309657"/>
                  <a:pt x="7643657" y="2316480"/>
                  <a:pt x="7635240" y="2316480"/>
                </a:cubicBezTo>
                <a:cubicBezTo>
                  <a:pt x="7626823" y="2316480"/>
                  <a:pt x="7620000" y="2309657"/>
                  <a:pt x="7620000" y="2301240"/>
                </a:cubicBezTo>
                <a:cubicBezTo>
                  <a:pt x="7620000" y="2292823"/>
                  <a:pt x="7626823" y="2286000"/>
                  <a:pt x="7635240" y="2286000"/>
                </a:cubicBezTo>
                <a:cubicBezTo>
                  <a:pt x="7643657" y="2286000"/>
                  <a:pt x="7650480" y="2292823"/>
                  <a:pt x="7650480" y="2301240"/>
                </a:cubicBezTo>
                <a:close/>
                <a:moveTo>
                  <a:pt x="7650480" y="2453640"/>
                </a:moveTo>
                <a:cubicBezTo>
                  <a:pt x="7650480" y="2462057"/>
                  <a:pt x="7643657" y="2468880"/>
                  <a:pt x="7635240" y="2468880"/>
                </a:cubicBezTo>
                <a:cubicBezTo>
                  <a:pt x="7626823" y="2468880"/>
                  <a:pt x="7620000" y="2462057"/>
                  <a:pt x="7620000" y="2453640"/>
                </a:cubicBezTo>
                <a:cubicBezTo>
                  <a:pt x="7620000" y="2445223"/>
                  <a:pt x="7626823" y="2438400"/>
                  <a:pt x="7635240" y="2438400"/>
                </a:cubicBezTo>
                <a:cubicBezTo>
                  <a:pt x="7643657" y="2438400"/>
                  <a:pt x="7650480" y="2445223"/>
                  <a:pt x="7650480" y="2453640"/>
                </a:cubicBezTo>
                <a:close/>
                <a:moveTo>
                  <a:pt x="7650480" y="2606040"/>
                </a:moveTo>
                <a:cubicBezTo>
                  <a:pt x="7650480" y="2614457"/>
                  <a:pt x="7643657" y="2621280"/>
                  <a:pt x="7635240" y="2621280"/>
                </a:cubicBezTo>
                <a:cubicBezTo>
                  <a:pt x="7626823" y="2621280"/>
                  <a:pt x="7620000" y="2614457"/>
                  <a:pt x="7620000" y="2606040"/>
                </a:cubicBezTo>
                <a:cubicBezTo>
                  <a:pt x="7620000" y="2597623"/>
                  <a:pt x="7626823" y="2590800"/>
                  <a:pt x="7635240" y="2590800"/>
                </a:cubicBezTo>
                <a:cubicBezTo>
                  <a:pt x="7643657" y="2590800"/>
                  <a:pt x="7650480" y="2597623"/>
                  <a:pt x="7650480" y="2606040"/>
                </a:cubicBezTo>
                <a:close/>
                <a:moveTo>
                  <a:pt x="7650480" y="2758440"/>
                </a:moveTo>
                <a:cubicBezTo>
                  <a:pt x="7650480" y="2766857"/>
                  <a:pt x="7643657" y="2773680"/>
                  <a:pt x="7635240" y="2773680"/>
                </a:cubicBezTo>
                <a:cubicBezTo>
                  <a:pt x="7626823" y="2773680"/>
                  <a:pt x="7620000" y="2766857"/>
                  <a:pt x="7620000" y="2758440"/>
                </a:cubicBezTo>
                <a:cubicBezTo>
                  <a:pt x="7620000" y="2750023"/>
                  <a:pt x="7626823" y="2743200"/>
                  <a:pt x="7635240" y="2743200"/>
                </a:cubicBezTo>
                <a:cubicBezTo>
                  <a:pt x="7643657" y="2743200"/>
                  <a:pt x="7650480" y="2750023"/>
                  <a:pt x="7650480" y="2758440"/>
                </a:cubicBezTo>
                <a:close/>
                <a:moveTo>
                  <a:pt x="7650480" y="2910840"/>
                </a:moveTo>
                <a:cubicBezTo>
                  <a:pt x="7650480" y="2919257"/>
                  <a:pt x="7643657" y="2926080"/>
                  <a:pt x="7635240" y="2926080"/>
                </a:cubicBezTo>
                <a:cubicBezTo>
                  <a:pt x="7626823" y="2926080"/>
                  <a:pt x="7620000" y="2919257"/>
                  <a:pt x="7620000" y="2910840"/>
                </a:cubicBezTo>
                <a:cubicBezTo>
                  <a:pt x="7620000" y="2902423"/>
                  <a:pt x="7626823" y="2895600"/>
                  <a:pt x="7635240" y="2895600"/>
                </a:cubicBezTo>
                <a:cubicBezTo>
                  <a:pt x="7643657" y="2895600"/>
                  <a:pt x="7650480" y="2902423"/>
                  <a:pt x="7650480" y="2910840"/>
                </a:cubicBezTo>
                <a:close/>
                <a:moveTo>
                  <a:pt x="7650480" y="3063240"/>
                </a:moveTo>
                <a:cubicBezTo>
                  <a:pt x="7650480" y="3071657"/>
                  <a:pt x="7643657" y="3078480"/>
                  <a:pt x="7635240" y="3078480"/>
                </a:cubicBezTo>
                <a:cubicBezTo>
                  <a:pt x="7626823" y="3078480"/>
                  <a:pt x="7620000" y="3071657"/>
                  <a:pt x="7620000" y="3063240"/>
                </a:cubicBezTo>
                <a:cubicBezTo>
                  <a:pt x="7620000" y="3054823"/>
                  <a:pt x="7626823" y="3048000"/>
                  <a:pt x="7635240" y="3048000"/>
                </a:cubicBezTo>
                <a:cubicBezTo>
                  <a:pt x="7643657" y="3048000"/>
                  <a:pt x="7650480" y="3054823"/>
                  <a:pt x="7650480" y="3063240"/>
                </a:cubicBezTo>
                <a:close/>
                <a:moveTo>
                  <a:pt x="7650480" y="3215640"/>
                </a:moveTo>
                <a:cubicBezTo>
                  <a:pt x="7650480" y="3224057"/>
                  <a:pt x="7643657" y="3230880"/>
                  <a:pt x="7635240" y="3230880"/>
                </a:cubicBezTo>
                <a:cubicBezTo>
                  <a:pt x="7626823" y="3230880"/>
                  <a:pt x="7620000" y="3224057"/>
                  <a:pt x="7620000" y="3215640"/>
                </a:cubicBezTo>
                <a:cubicBezTo>
                  <a:pt x="7620000" y="3207223"/>
                  <a:pt x="7626823" y="3200400"/>
                  <a:pt x="7635240" y="3200400"/>
                </a:cubicBezTo>
                <a:cubicBezTo>
                  <a:pt x="7643657" y="3200400"/>
                  <a:pt x="7650480" y="3207223"/>
                  <a:pt x="7650480" y="3215640"/>
                </a:cubicBezTo>
                <a:close/>
                <a:moveTo>
                  <a:pt x="7650480" y="3368040"/>
                </a:moveTo>
                <a:cubicBezTo>
                  <a:pt x="7650480" y="3376457"/>
                  <a:pt x="7643657" y="3383280"/>
                  <a:pt x="7635240" y="3383280"/>
                </a:cubicBezTo>
                <a:cubicBezTo>
                  <a:pt x="7626823" y="3383280"/>
                  <a:pt x="7620000" y="3376457"/>
                  <a:pt x="7620000" y="3368040"/>
                </a:cubicBezTo>
                <a:cubicBezTo>
                  <a:pt x="7620000" y="3359623"/>
                  <a:pt x="7626823" y="3352800"/>
                  <a:pt x="7635240" y="3352800"/>
                </a:cubicBezTo>
                <a:cubicBezTo>
                  <a:pt x="7643657" y="3352800"/>
                  <a:pt x="7650480" y="3359623"/>
                  <a:pt x="7650480" y="3368040"/>
                </a:cubicBezTo>
                <a:close/>
                <a:moveTo>
                  <a:pt x="7650480" y="3520440"/>
                </a:moveTo>
                <a:cubicBezTo>
                  <a:pt x="7650480" y="3528857"/>
                  <a:pt x="7643657" y="3535680"/>
                  <a:pt x="7635240" y="3535680"/>
                </a:cubicBezTo>
                <a:cubicBezTo>
                  <a:pt x="7626823" y="3535680"/>
                  <a:pt x="7620000" y="3528857"/>
                  <a:pt x="7620000" y="3520440"/>
                </a:cubicBezTo>
                <a:cubicBezTo>
                  <a:pt x="7620000" y="3512023"/>
                  <a:pt x="7626823" y="3505200"/>
                  <a:pt x="7635240" y="3505200"/>
                </a:cubicBezTo>
                <a:cubicBezTo>
                  <a:pt x="7643657" y="3505200"/>
                  <a:pt x="7650480" y="3512023"/>
                  <a:pt x="7650480" y="3520440"/>
                </a:cubicBezTo>
                <a:close/>
                <a:moveTo>
                  <a:pt x="7650480" y="3672840"/>
                </a:moveTo>
                <a:cubicBezTo>
                  <a:pt x="7650480" y="3681257"/>
                  <a:pt x="7643657" y="3688080"/>
                  <a:pt x="7635240" y="3688080"/>
                </a:cubicBezTo>
                <a:cubicBezTo>
                  <a:pt x="7626823" y="3688080"/>
                  <a:pt x="7620000" y="3681257"/>
                  <a:pt x="7620000" y="3672840"/>
                </a:cubicBezTo>
                <a:cubicBezTo>
                  <a:pt x="7620000" y="3664423"/>
                  <a:pt x="7626823" y="3657600"/>
                  <a:pt x="7635240" y="3657600"/>
                </a:cubicBezTo>
                <a:cubicBezTo>
                  <a:pt x="7643657" y="3657600"/>
                  <a:pt x="7650480" y="3664423"/>
                  <a:pt x="7650480" y="3672840"/>
                </a:cubicBezTo>
                <a:close/>
                <a:moveTo>
                  <a:pt x="7650480" y="3825240"/>
                </a:moveTo>
                <a:cubicBezTo>
                  <a:pt x="7650480" y="3833657"/>
                  <a:pt x="7643657" y="3840480"/>
                  <a:pt x="7635240" y="3840480"/>
                </a:cubicBezTo>
                <a:cubicBezTo>
                  <a:pt x="7626823" y="3840480"/>
                  <a:pt x="7620000" y="3833657"/>
                  <a:pt x="7620000" y="3825240"/>
                </a:cubicBezTo>
                <a:cubicBezTo>
                  <a:pt x="7620000" y="3816823"/>
                  <a:pt x="7626823" y="3810000"/>
                  <a:pt x="7635240" y="3810000"/>
                </a:cubicBezTo>
                <a:cubicBezTo>
                  <a:pt x="7643657" y="3810000"/>
                  <a:pt x="7650480" y="3816823"/>
                  <a:pt x="7650480" y="3825240"/>
                </a:cubicBezTo>
                <a:close/>
                <a:moveTo>
                  <a:pt x="7650480" y="3977640"/>
                </a:moveTo>
                <a:cubicBezTo>
                  <a:pt x="7650480" y="3986057"/>
                  <a:pt x="7643657" y="3992880"/>
                  <a:pt x="7635240" y="3992880"/>
                </a:cubicBezTo>
                <a:cubicBezTo>
                  <a:pt x="7626823" y="3992880"/>
                  <a:pt x="7620000" y="3986057"/>
                  <a:pt x="7620000" y="3977640"/>
                </a:cubicBezTo>
                <a:cubicBezTo>
                  <a:pt x="7620000" y="3969223"/>
                  <a:pt x="7626823" y="3962400"/>
                  <a:pt x="7635240" y="3962400"/>
                </a:cubicBezTo>
                <a:cubicBezTo>
                  <a:pt x="7643657" y="3962400"/>
                  <a:pt x="7650480" y="3969223"/>
                  <a:pt x="7650480" y="3977640"/>
                </a:cubicBezTo>
                <a:close/>
                <a:moveTo>
                  <a:pt x="7650480" y="4130040"/>
                </a:moveTo>
                <a:cubicBezTo>
                  <a:pt x="7650480" y="4138457"/>
                  <a:pt x="7643657" y="4145280"/>
                  <a:pt x="7635240" y="4145280"/>
                </a:cubicBezTo>
                <a:cubicBezTo>
                  <a:pt x="7626823" y="4145280"/>
                  <a:pt x="7620000" y="4138457"/>
                  <a:pt x="7620000" y="4130040"/>
                </a:cubicBezTo>
                <a:cubicBezTo>
                  <a:pt x="7620000" y="4121623"/>
                  <a:pt x="7626823" y="4114800"/>
                  <a:pt x="7635240" y="4114800"/>
                </a:cubicBezTo>
                <a:cubicBezTo>
                  <a:pt x="7643657" y="4114800"/>
                  <a:pt x="7650480" y="4121623"/>
                  <a:pt x="7650480" y="4130040"/>
                </a:cubicBezTo>
                <a:close/>
                <a:moveTo>
                  <a:pt x="7650480" y="4282440"/>
                </a:moveTo>
                <a:cubicBezTo>
                  <a:pt x="7650480" y="4290857"/>
                  <a:pt x="7643657" y="4297680"/>
                  <a:pt x="7635240" y="4297680"/>
                </a:cubicBezTo>
                <a:cubicBezTo>
                  <a:pt x="7626823" y="4297680"/>
                  <a:pt x="7620000" y="4290857"/>
                  <a:pt x="7620000" y="4282440"/>
                </a:cubicBezTo>
                <a:cubicBezTo>
                  <a:pt x="7620000" y="4274023"/>
                  <a:pt x="7626823" y="4267200"/>
                  <a:pt x="7635240" y="4267200"/>
                </a:cubicBezTo>
                <a:cubicBezTo>
                  <a:pt x="7643657" y="4267200"/>
                  <a:pt x="7650480" y="4274023"/>
                  <a:pt x="7650480" y="4282440"/>
                </a:cubicBezTo>
                <a:close/>
                <a:moveTo>
                  <a:pt x="7650480" y="4434840"/>
                </a:moveTo>
                <a:cubicBezTo>
                  <a:pt x="7650480" y="4443257"/>
                  <a:pt x="7643657" y="4450080"/>
                  <a:pt x="7635240" y="4450080"/>
                </a:cubicBezTo>
                <a:cubicBezTo>
                  <a:pt x="7626823" y="4450080"/>
                  <a:pt x="7620000" y="4443257"/>
                  <a:pt x="7620000" y="4434840"/>
                </a:cubicBezTo>
                <a:cubicBezTo>
                  <a:pt x="7620000" y="4426423"/>
                  <a:pt x="7626823" y="4419600"/>
                  <a:pt x="7635240" y="4419600"/>
                </a:cubicBezTo>
                <a:cubicBezTo>
                  <a:pt x="7643657" y="4419600"/>
                  <a:pt x="7650480" y="4426423"/>
                  <a:pt x="7650480" y="4434840"/>
                </a:cubicBezTo>
                <a:close/>
                <a:moveTo>
                  <a:pt x="7802880" y="15240"/>
                </a:moveTo>
                <a:cubicBezTo>
                  <a:pt x="7802880" y="23657"/>
                  <a:pt x="7796057" y="30480"/>
                  <a:pt x="7787640" y="30480"/>
                </a:cubicBezTo>
                <a:cubicBezTo>
                  <a:pt x="7779223" y="30480"/>
                  <a:pt x="7772400" y="23657"/>
                  <a:pt x="7772400" y="15240"/>
                </a:cubicBezTo>
                <a:cubicBezTo>
                  <a:pt x="7772400" y="6823"/>
                  <a:pt x="7779223" y="0"/>
                  <a:pt x="7787640" y="0"/>
                </a:cubicBezTo>
                <a:cubicBezTo>
                  <a:pt x="7796057" y="0"/>
                  <a:pt x="7802880" y="6823"/>
                  <a:pt x="7802880" y="15240"/>
                </a:cubicBezTo>
                <a:close/>
                <a:moveTo>
                  <a:pt x="7802880" y="167640"/>
                </a:moveTo>
                <a:cubicBezTo>
                  <a:pt x="7802880" y="176057"/>
                  <a:pt x="7796057" y="182880"/>
                  <a:pt x="7787640" y="182880"/>
                </a:cubicBezTo>
                <a:cubicBezTo>
                  <a:pt x="7779223" y="182880"/>
                  <a:pt x="7772400" y="176057"/>
                  <a:pt x="7772400" y="167640"/>
                </a:cubicBezTo>
                <a:cubicBezTo>
                  <a:pt x="7772400" y="159223"/>
                  <a:pt x="7779223" y="152400"/>
                  <a:pt x="7787640" y="152400"/>
                </a:cubicBezTo>
                <a:cubicBezTo>
                  <a:pt x="7796057" y="152400"/>
                  <a:pt x="7802880" y="159223"/>
                  <a:pt x="7802880" y="167640"/>
                </a:cubicBezTo>
                <a:close/>
                <a:moveTo>
                  <a:pt x="7802880" y="320040"/>
                </a:moveTo>
                <a:cubicBezTo>
                  <a:pt x="7802880" y="328457"/>
                  <a:pt x="7796057" y="335280"/>
                  <a:pt x="7787640" y="335280"/>
                </a:cubicBezTo>
                <a:cubicBezTo>
                  <a:pt x="7779223" y="335280"/>
                  <a:pt x="7772400" y="328457"/>
                  <a:pt x="7772400" y="320040"/>
                </a:cubicBezTo>
                <a:cubicBezTo>
                  <a:pt x="7772400" y="311623"/>
                  <a:pt x="7779223" y="304800"/>
                  <a:pt x="7787640" y="304800"/>
                </a:cubicBezTo>
                <a:cubicBezTo>
                  <a:pt x="7796057" y="304800"/>
                  <a:pt x="7802880" y="311623"/>
                  <a:pt x="7802880" y="320040"/>
                </a:cubicBezTo>
                <a:close/>
                <a:moveTo>
                  <a:pt x="7802880" y="472440"/>
                </a:moveTo>
                <a:cubicBezTo>
                  <a:pt x="7802880" y="480857"/>
                  <a:pt x="7796057" y="487680"/>
                  <a:pt x="7787640" y="487680"/>
                </a:cubicBezTo>
                <a:cubicBezTo>
                  <a:pt x="7779223" y="487680"/>
                  <a:pt x="7772400" y="480857"/>
                  <a:pt x="7772400" y="472440"/>
                </a:cubicBezTo>
                <a:cubicBezTo>
                  <a:pt x="7772400" y="464023"/>
                  <a:pt x="7779223" y="457200"/>
                  <a:pt x="7787640" y="457200"/>
                </a:cubicBezTo>
                <a:cubicBezTo>
                  <a:pt x="7796057" y="457200"/>
                  <a:pt x="7802880" y="464023"/>
                  <a:pt x="7802880" y="472440"/>
                </a:cubicBezTo>
                <a:close/>
                <a:moveTo>
                  <a:pt x="7802880" y="624840"/>
                </a:moveTo>
                <a:cubicBezTo>
                  <a:pt x="7802880" y="633257"/>
                  <a:pt x="7796057" y="640080"/>
                  <a:pt x="7787640" y="640080"/>
                </a:cubicBezTo>
                <a:cubicBezTo>
                  <a:pt x="7779223" y="640080"/>
                  <a:pt x="7772400" y="633257"/>
                  <a:pt x="7772400" y="624840"/>
                </a:cubicBezTo>
                <a:cubicBezTo>
                  <a:pt x="7772400" y="616423"/>
                  <a:pt x="7779223" y="609600"/>
                  <a:pt x="7787640" y="609600"/>
                </a:cubicBezTo>
                <a:cubicBezTo>
                  <a:pt x="7796057" y="609600"/>
                  <a:pt x="7802880" y="616423"/>
                  <a:pt x="7802880" y="624840"/>
                </a:cubicBezTo>
                <a:close/>
                <a:moveTo>
                  <a:pt x="7802880" y="777240"/>
                </a:moveTo>
                <a:cubicBezTo>
                  <a:pt x="7802880" y="785657"/>
                  <a:pt x="7796057" y="792480"/>
                  <a:pt x="7787640" y="792480"/>
                </a:cubicBezTo>
                <a:cubicBezTo>
                  <a:pt x="7779223" y="792480"/>
                  <a:pt x="7772400" y="785657"/>
                  <a:pt x="7772400" y="777240"/>
                </a:cubicBezTo>
                <a:cubicBezTo>
                  <a:pt x="7772400" y="768823"/>
                  <a:pt x="7779223" y="762000"/>
                  <a:pt x="7787640" y="762000"/>
                </a:cubicBezTo>
                <a:cubicBezTo>
                  <a:pt x="7796057" y="762000"/>
                  <a:pt x="7802880" y="768823"/>
                  <a:pt x="7802880" y="777240"/>
                </a:cubicBezTo>
                <a:close/>
                <a:moveTo>
                  <a:pt x="7802880" y="929640"/>
                </a:moveTo>
                <a:cubicBezTo>
                  <a:pt x="7802880" y="938057"/>
                  <a:pt x="7796057" y="944880"/>
                  <a:pt x="7787640" y="944880"/>
                </a:cubicBezTo>
                <a:cubicBezTo>
                  <a:pt x="7779223" y="944880"/>
                  <a:pt x="7772400" y="938057"/>
                  <a:pt x="7772400" y="929640"/>
                </a:cubicBezTo>
                <a:cubicBezTo>
                  <a:pt x="7772400" y="921223"/>
                  <a:pt x="7779223" y="914400"/>
                  <a:pt x="7787640" y="914400"/>
                </a:cubicBezTo>
                <a:cubicBezTo>
                  <a:pt x="7796057" y="914400"/>
                  <a:pt x="7802880" y="921223"/>
                  <a:pt x="7802880" y="929640"/>
                </a:cubicBezTo>
                <a:close/>
                <a:moveTo>
                  <a:pt x="7802880" y="1082040"/>
                </a:moveTo>
                <a:cubicBezTo>
                  <a:pt x="7802880" y="1090457"/>
                  <a:pt x="7796057" y="1097280"/>
                  <a:pt x="7787640" y="1097280"/>
                </a:cubicBezTo>
                <a:cubicBezTo>
                  <a:pt x="7779223" y="1097280"/>
                  <a:pt x="7772400" y="1090457"/>
                  <a:pt x="7772400" y="1082040"/>
                </a:cubicBezTo>
                <a:cubicBezTo>
                  <a:pt x="7772400" y="1073623"/>
                  <a:pt x="7779223" y="1066800"/>
                  <a:pt x="7787640" y="1066800"/>
                </a:cubicBezTo>
                <a:cubicBezTo>
                  <a:pt x="7796057" y="1066800"/>
                  <a:pt x="7802880" y="1073623"/>
                  <a:pt x="7802880" y="1082040"/>
                </a:cubicBezTo>
                <a:close/>
                <a:moveTo>
                  <a:pt x="7802880" y="1234440"/>
                </a:moveTo>
                <a:cubicBezTo>
                  <a:pt x="7802880" y="1242857"/>
                  <a:pt x="7796057" y="1249680"/>
                  <a:pt x="7787640" y="1249680"/>
                </a:cubicBezTo>
                <a:cubicBezTo>
                  <a:pt x="7779223" y="1249680"/>
                  <a:pt x="7772400" y="1242857"/>
                  <a:pt x="7772400" y="1234440"/>
                </a:cubicBezTo>
                <a:cubicBezTo>
                  <a:pt x="7772400" y="1226023"/>
                  <a:pt x="7779223" y="1219200"/>
                  <a:pt x="7787640" y="1219200"/>
                </a:cubicBezTo>
                <a:cubicBezTo>
                  <a:pt x="7796057" y="1219200"/>
                  <a:pt x="7802880" y="1226023"/>
                  <a:pt x="7802880" y="1234440"/>
                </a:cubicBezTo>
                <a:close/>
                <a:moveTo>
                  <a:pt x="7802880" y="1386840"/>
                </a:moveTo>
                <a:cubicBezTo>
                  <a:pt x="7802880" y="1395257"/>
                  <a:pt x="7796057" y="1402080"/>
                  <a:pt x="7787640" y="1402080"/>
                </a:cubicBezTo>
                <a:cubicBezTo>
                  <a:pt x="7779223" y="1402080"/>
                  <a:pt x="7772400" y="1395257"/>
                  <a:pt x="7772400" y="1386840"/>
                </a:cubicBezTo>
                <a:cubicBezTo>
                  <a:pt x="7772400" y="1378423"/>
                  <a:pt x="7779223" y="1371600"/>
                  <a:pt x="7787640" y="1371600"/>
                </a:cubicBezTo>
                <a:cubicBezTo>
                  <a:pt x="7796057" y="1371600"/>
                  <a:pt x="7802880" y="1378423"/>
                  <a:pt x="7802880" y="1386840"/>
                </a:cubicBezTo>
                <a:close/>
                <a:moveTo>
                  <a:pt x="7802880" y="1539240"/>
                </a:moveTo>
                <a:cubicBezTo>
                  <a:pt x="7802880" y="1547657"/>
                  <a:pt x="7796057" y="1554480"/>
                  <a:pt x="7787640" y="1554480"/>
                </a:cubicBezTo>
                <a:cubicBezTo>
                  <a:pt x="7779223" y="1554480"/>
                  <a:pt x="7772400" y="1547657"/>
                  <a:pt x="7772400" y="1539240"/>
                </a:cubicBezTo>
                <a:cubicBezTo>
                  <a:pt x="7772400" y="1530823"/>
                  <a:pt x="7779223" y="1524000"/>
                  <a:pt x="7787640" y="1524000"/>
                </a:cubicBezTo>
                <a:cubicBezTo>
                  <a:pt x="7796057" y="1524000"/>
                  <a:pt x="7802880" y="1530823"/>
                  <a:pt x="7802880" y="1539240"/>
                </a:cubicBezTo>
                <a:close/>
                <a:moveTo>
                  <a:pt x="7802880" y="1691640"/>
                </a:moveTo>
                <a:cubicBezTo>
                  <a:pt x="7802880" y="1700057"/>
                  <a:pt x="7796057" y="1706880"/>
                  <a:pt x="7787640" y="1706880"/>
                </a:cubicBezTo>
                <a:cubicBezTo>
                  <a:pt x="7779223" y="1706880"/>
                  <a:pt x="7772400" y="1700057"/>
                  <a:pt x="7772400" y="1691640"/>
                </a:cubicBezTo>
                <a:cubicBezTo>
                  <a:pt x="7772400" y="1683223"/>
                  <a:pt x="7779223" y="1676400"/>
                  <a:pt x="7787640" y="1676400"/>
                </a:cubicBezTo>
                <a:cubicBezTo>
                  <a:pt x="7796057" y="1676400"/>
                  <a:pt x="7802880" y="1683223"/>
                  <a:pt x="7802880" y="1691640"/>
                </a:cubicBezTo>
                <a:close/>
                <a:moveTo>
                  <a:pt x="7802880" y="1844040"/>
                </a:moveTo>
                <a:cubicBezTo>
                  <a:pt x="7802880" y="1852457"/>
                  <a:pt x="7796057" y="1859280"/>
                  <a:pt x="7787640" y="1859280"/>
                </a:cubicBezTo>
                <a:cubicBezTo>
                  <a:pt x="7779223" y="1859280"/>
                  <a:pt x="7772400" y="1852457"/>
                  <a:pt x="7772400" y="1844040"/>
                </a:cubicBezTo>
                <a:cubicBezTo>
                  <a:pt x="7772400" y="1835623"/>
                  <a:pt x="7779223" y="1828800"/>
                  <a:pt x="7787640" y="1828800"/>
                </a:cubicBezTo>
                <a:cubicBezTo>
                  <a:pt x="7796057" y="1828800"/>
                  <a:pt x="7802880" y="1835623"/>
                  <a:pt x="7802880" y="1844040"/>
                </a:cubicBezTo>
                <a:close/>
                <a:moveTo>
                  <a:pt x="7802880" y="1996440"/>
                </a:moveTo>
                <a:cubicBezTo>
                  <a:pt x="7802880" y="2004857"/>
                  <a:pt x="7796057" y="2011680"/>
                  <a:pt x="7787640" y="2011680"/>
                </a:cubicBezTo>
                <a:cubicBezTo>
                  <a:pt x="7779223" y="2011680"/>
                  <a:pt x="7772400" y="2004857"/>
                  <a:pt x="7772400" y="1996440"/>
                </a:cubicBezTo>
                <a:cubicBezTo>
                  <a:pt x="7772400" y="1988023"/>
                  <a:pt x="7779223" y="1981200"/>
                  <a:pt x="7787640" y="1981200"/>
                </a:cubicBezTo>
                <a:cubicBezTo>
                  <a:pt x="7796057" y="1981200"/>
                  <a:pt x="7802880" y="1988023"/>
                  <a:pt x="7802880" y="1996440"/>
                </a:cubicBezTo>
                <a:close/>
                <a:moveTo>
                  <a:pt x="7802880" y="2148840"/>
                </a:moveTo>
                <a:cubicBezTo>
                  <a:pt x="7802880" y="2157257"/>
                  <a:pt x="7796057" y="2164080"/>
                  <a:pt x="7787640" y="2164080"/>
                </a:cubicBezTo>
                <a:cubicBezTo>
                  <a:pt x="7779223" y="2164080"/>
                  <a:pt x="7772400" y="2157257"/>
                  <a:pt x="7772400" y="2148840"/>
                </a:cubicBezTo>
                <a:cubicBezTo>
                  <a:pt x="7772400" y="2140423"/>
                  <a:pt x="7779223" y="2133600"/>
                  <a:pt x="7787640" y="2133600"/>
                </a:cubicBezTo>
                <a:cubicBezTo>
                  <a:pt x="7796057" y="2133600"/>
                  <a:pt x="7802880" y="2140423"/>
                  <a:pt x="7802880" y="2148840"/>
                </a:cubicBezTo>
                <a:close/>
                <a:moveTo>
                  <a:pt x="7802880" y="2301240"/>
                </a:moveTo>
                <a:cubicBezTo>
                  <a:pt x="7802880" y="2309657"/>
                  <a:pt x="7796057" y="2316480"/>
                  <a:pt x="7787640" y="2316480"/>
                </a:cubicBezTo>
                <a:cubicBezTo>
                  <a:pt x="7779223" y="2316480"/>
                  <a:pt x="7772400" y="2309657"/>
                  <a:pt x="7772400" y="2301240"/>
                </a:cubicBezTo>
                <a:cubicBezTo>
                  <a:pt x="7772400" y="2292823"/>
                  <a:pt x="7779223" y="2286000"/>
                  <a:pt x="7787640" y="2286000"/>
                </a:cubicBezTo>
                <a:cubicBezTo>
                  <a:pt x="7796057" y="2286000"/>
                  <a:pt x="7802880" y="2292823"/>
                  <a:pt x="7802880" y="2301240"/>
                </a:cubicBezTo>
                <a:close/>
                <a:moveTo>
                  <a:pt x="7802880" y="2453640"/>
                </a:moveTo>
                <a:cubicBezTo>
                  <a:pt x="7802880" y="2462057"/>
                  <a:pt x="7796057" y="2468880"/>
                  <a:pt x="7787640" y="2468880"/>
                </a:cubicBezTo>
                <a:cubicBezTo>
                  <a:pt x="7779223" y="2468880"/>
                  <a:pt x="7772400" y="2462057"/>
                  <a:pt x="7772400" y="2453640"/>
                </a:cubicBezTo>
                <a:cubicBezTo>
                  <a:pt x="7772400" y="2445223"/>
                  <a:pt x="7779223" y="2438400"/>
                  <a:pt x="7787640" y="2438400"/>
                </a:cubicBezTo>
                <a:cubicBezTo>
                  <a:pt x="7796057" y="2438400"/>
                  <a:pt x="7802880" y="2445223"/>
                  <a:pt x="7802880" y="2453640"/>
                </a:cubicBezTo>
                <a:close/>
                <a:moveTo>
                  <a:pt x="7802880" y="2606040"/>
                </a:moveTo>
                <a:cubicBezTo>
                  <a:pt x="7802880" y="2614457"/>
                  <a:pt x="7796057" y="2621280"/>
                  <a:pt x="7787640" y="2621280"/>
                </a:cubicBezTo>
                <a:cubicBezTo>
                  <a:pt x="7779223" y="2621280"/>
                  <a:pt x="7772400" y="2614457"/>
                  <a:pt x="7772400" y="2606040"/>
                </a:cubicBezTo>
                <a:cubicBezTo>
                  <a:pt x="7772400" y="2597623"/>
                  <a:pt x="7779223" y="2590800"/>
                  <a:pt x="7787640" y="2590800"/>
                </a:cubicBezTo>
                <a:cubicBezTo>
                  <a:pt x="7796057" y="2590800"/>
                  <a:pt x="7802880" y="2597623"/>
                  <a:pt x="7802880" y="2606040"/>
                </a:cubicBezTo>
                <a:close/>
                <a:moveTo>
                  <a:pt x="7802880" y="2758440"/>
                </a:moveTo>
                <a:cubicBezTo>
                  <a:pt x="7802880" y="2766857"/>
                  <a:pt x="7796057" y="2773680"/>
                  <a:pt x="7787640" y="2773680"/>
                </a:cubicBezTo>
                <a:cubicBezTo>
                  <a:pt x="7779223" y="2773680"/>
                  <a:pt x="7772400" y="2766857"/>
                  <a:pt x="7772400" y="2758440"/>
                </a:cubicBezTo>
                <a:cubicBezTo>
                  <a:pt x="7772400" y="2750023"/>
                  <a:pt x="7779223" y="2743200"/>
                  <a:pt x="7787640" y="2743200"/>
                </a:cubicBezTo>
                <a:cubicBezTo>
                  <a:pt x="7796057" y="2743200"/>
                  <a:pt x="7802880" y="2750023"/>
                  <a:pt x="7802880" y="2758440"/>
                </a:cubicBezTo>
                <a:close/>
                <a:moveTo>
                  <a:pt x="7802880" y="2910840"/>
                </a:moveTo>
                <a:cubicBezTo>
                  <a:pt x="7802880" y="2919257"/>
                  <a:pt x="7796057" y="2926080"/>
                  <a:pt x="7787640" y="2926080"/>
                </a:cubicBezTo>
                <a:cubicBezTo>
                  <a:pt x="7779223" y="2926080"/>
                  <a:pt x="7772400" y="2919257"/>
                  <a:pt x="7772400" y="2910840"/>
                </a:cubicBezTo>
                <a:cubicBezTo>
                  <a:pt x="7772400" y="2902423"/>
                  <a:pt x="7779223" y="2895600"/>
                  <a:pt x="7787640" y="2895600"/>
                </a:cubicBezTo>
                <a:cubicBezTo>
                  <a:pt x="7796057" y="2895600"/>
                  <a:pt x="7802880" y="2902423"/>
                  <a:pt x="7802880" y="2910840"/>
                </a:cubicBezTo>
                <a:close/>
                <a:moveTo>
                  <a:pt x="7802880" y="3063240"/>
                </a:moveTo>
                <a:cubicBezTo>
                  <a:pt x="7802880" y="3071657"/>
                  <a:pt x="7796057" y="3078480"/>
                  <a:pt x="7787640" y="3078480"/>
                </a:cubicBezTo>
                <a:cubicBezTo>
                  <a:pt x="7779223" y="3078480"/>
                  <a:pt x="7772400" y="3071657"/>
                  <a:pt x="7772400" y="3063240"/>
                </a:cubicBezTo>
                <a:cubicBezTo>
                  <a:pt x="7772400" y="3054823"/>
                  <a:pt x="7779223" y="3048000"/>
                  <a:pt x="7787640" y="3048000"/>
                </a:cubicBezTo>
                <a:cubicBezTo>
                  <a:pt x="7796057" y="3048000"/>
                  <a:pt x="7802880" y="3054823"/>
                  <a:pt x="7802880" y="3063240"/>
                </a:cubicBezTo>
                <a:close/>
                <a:moveTo>
                  <a:pt x="7802880" y="3215640"/>
                </a:moveTo>
                <a:cubicBezTo>
                  <a:pt x="7802880" y="3224057"/>
                  <a:pt x="7796057" y="3230880"/>
                  <a:pt x="7787640" y="3230880"/>
                </a:cubicBezTo>
                <a:cubicBezTo>
                  <a:pt x="7779223" y="3230880"/>
                  <a:pt x="7772400" y="3224057"/>
                  <a:pt x="7772400" y="3215640"/>
                </a:cubicBezTo>
                <a:cubicBezTo>
                  <a:pt x="7772400" y="3207223"/>
                  <a:pt x="7779223" y="3200400"/>
                  <a:pt x="7787640" y="3200400"/>
                </a:cubicBezTo>
                <a:cubicBezTo>
                  <a:pt x="7796057" y="3200400"/>
                  <a:pt x="7802880" y="3207223"/>
                  <a:pt x="7802880" y="3215640"/>
                </a:cubicBezTo>
                <a:close/>
                <a:moveTo>
                  <a:pt x="7802880" y="3368040"/>
                </a:moveTo>
                <a:cubicBezTo>
                  <a:pt x="7802880" y="3376457"/>
                  <a:pt x="7796057" y="3383280"/>
                  <a:pt x="7787640" y="3383280"/>
                </a:cubicBezTo>
                <a:cubicBezTo>
                  <a:pt x="7779223" y="3383280"/>
                  <a:pt x="7772400" y="3376457"/>
                  <a:pt x="7772400" y="3368040"/>
                </a:cubicBezTo>
                <a:cubicBezTo>
                  <a:pt x="7772400" y="3359623"/>
                  <a:pt x="7779223" y="3352800"/>
                  <a:pt x="7787640" y="3352800"/>
                </a:cubicBezTo>
                <a:cubicBezTo>
                  <a:pt x="7796057" y="3352800"/>
                  <a:pt x="7802880" y="3359623"/>
                  <a:pt x="7802880" y="3368040"/>
                </a:cubicBezTo>
                <a:close/>
                <a:moveTo>
                  <a:pt x="7802880" y="3520440"/>
                </a:moveTo>
                <a:cubicBezTo>
                  <a:pt x="7802880" y="3528857"/>
                  <a:pt x="7796057" y="3535680"/>
                  <a:pt x="7787640" y="3535680"/>
                </a:cubicBezTo>
                <a:cubicBezTo>
                  <a:pt x="7779223" y="3535680"/>
                  <a:pt x="7772400" y="3528857"/>
                  <a:pt x="7772400" y="3520440"/>
                </a:cubicBezTo>
                <a:cubicBezTo>
                  <a:pt x="7772400" y="3512023"/>
                  <a:pt x="7779223" y="3505200"/>
                  <a:pt x="7787640" y="3505200"/>
                </a:cubicBezTo>
                <a:cubicBezTo>
                  <a:pt x="7796057" y="3505200"/>
                  <a:pt x="7802880" y="3512023"/>
                  <a:pt x="7802880" y="3520440"/>
                </a:cubicBezTo>
                <a:close/>
                <a:moveTo>
                  <a:pt x="7802880" y="3672840"/>
                </a:moveTo>
                <a:cubicBezTo>
                  <a:pt x="7802880" y="3681257"/>
                  <a:pt x="7796057" y="3688080"/>
                  <a:pt x="7787640" y="3688080"/>
                </a:cubicBezTo>
                <a:cubicBezTo>
                  <a:pt x="7779223" y="3688080"/>
                  <a:pt x="7772400" y="3681257"/>
                  <a:pt x="7772400" y="3672840"/>
                </a:cubicBezTo>
                <a:cubicBezTo>
                  <a:pt x="7772400" y="3664423"/>
                  <a:pt x="7779223" y="3657600"/>
                  <a:pt x="7787640" y="3657600"/>
                </a:cubicBezTo>
                <a:cubicBezTo>
                  <a:pt x="7796057" y="3657600"/>
                  <a:pt x="7802880" y="3664423"/>
                  <a:pt x="7802880" y="3672840"/>
                </a:cubicBezTo>
                <a:close/>
                <a:moveTo>
                  <a:pt x="7802880" y="3825240"/>
                </a:moveTo>
                <a:cubicBezTo>
                  <a:pt x="7802880" y="3833657"/>
                  <a:pt x="7796057" y="3840480"/>
                  <a:pt x="7787640" y="3840480"/>
                </a:cubicBezTo>
                <a:cubicBezTo>
                  <a:pt x="7779223" y="3840480"/>
                  <a:pt x="7772400" y="3833657"/>
                  <a:pt x="7772400" y="3825240"/>
                </a:cubicBezTo>
                <a:cubicBezTo>
                  <a:pt x="7772400" y="3816823"/>
                  <a:pt x="7779223" y="3810000"/>
                  <a:pt x="7787640" y="3810000"/>
                </a:cubicBezTo>
                <a:cubicBezTo>
                  <a:pt x="7796057" y="3810000"/>
                  <a:pt x="7802880" y="3816823"/>
                  <a:pt x="7802880" y="3825240"/>
                </a:cubicBezTo>
                <a:close/>
                <a:moveTo>
                  <a:pt x="7802880" y="3977640"/>
                </a:moveTo>
                <a:cubicBezTo>
                  <a:pt x="7802880" y="3986057"/>
                  <a:pt x="7796057" y="3992880"/>
                  <a:pt x="7787640" y="3992880"/>
                </a:cubicBezTo>
                <a:cubicBezTo>
                  <a:pt x="7779223" y="3992880"/>
                  <a:pt x="7772400" y="3986057"/>
                  <a:pt x="7772400" y="3977640"/>
                </a:cubicBezTo>
                <a:cubicBezTo>
                  <a:pt x="7772400" y="3969223"/>
                  <a:pt x="7779223" y="3962400"/>
                  <a:pt x="7787640" y="3962400"/>
                </a:cubicBezTo>
                <a:cubicBezTo>
                  <a:pt x="7796057" y="3962400"/>
                  <a:pt x="7802880" y="3969223"/>
                  <a:pt x="7802880" y="3977640"/>
                </a:cubicBezTo>
                <a:close/>
                <a:moveTo>
                  <a:pt x="7802880" y="4130040"/>
                </a:moveTo>
                <a:cubicBezTo>
                  <a:pt x="7802880" y="4138457"/>
                  <a:pt x="7796057" y="4145280"/>
                  <a:pt x="7787640" y="4145280"/>
                </a:cubicBezTo>
                <a:cubicBezTo>
                  <a:pt x="7779223" y="4145280"/>
                  <a:pt x="7772400" y="4138457"/>
                  <a:pt x="7772400" y="4130040"/>
                </a:cubicBezTo>
                <a:cubicBezTo>
                  <a:pt x="7772400" y="4121623"/>
                  <a:pt x="7779223" y="4114800"/>
                  <a:pt x="7787640" y="4114800"/>
                </a:cubicBezTo>
                <a:cubicBezTo>
                  <a:pt x="7796057" y="4114800"/>
                  <a:pt x="7802880" y="4121623"/>
                  <a:pt x="7802880" y="4130040"/>
                </a:cubicBezTo>
                <a:close/>
                <a:moveTo>
                  <a:pt x="7802880" y="4282440"/>
                </a:moveTo>
                <a:cubicBezTo>
                  <a:pt x="7802880" y="4290857"/>
                  <a:pt x="7796057" y="4297680"/>
                  <a:pt x="7787640" y="4297680"/>
                </a:cubicBezTo>
                <a:cubicBezTo>
                  <a:pt x="7779223" y="4297680"/>
                  <a:pt x="7772400" y="4290857"/>
                  <a:pt x="7772400" y="4282440"/>
                </a:cubicBezTo>
                <a:cubicBezTo>
                  <a:pt x="7772400" y="4274023"/>
                  <a:pt x="7779223" y="4267200"/>
                  <a:pt x="7787640" y="4267200"/>
                </a:cubicBezTo>
                <a:cubicBezTo>
                  <a:pt x="7796057" y="4267200"/>
                  <a:pt x="7802880" y="4274023"/>
                  <a:pt x="7802880" y="4282440"/>
                </a:cubicBezTo>
                <a:close/>
                <a:moveTo>
                  <a:pt x="7802880" y="4434840"/>
                </a:moveTo>
                <a:cubicBezTo>
                  <a:pt x="7802880" y="4443257"/>
                  <a:pt x="7796057" y="4450080"/>
                  <a:pt x="7787640" y="4450080"/>
                </a:cubicBezTo>
                <a:cubicBezTo>
                  <a:pt x="7779223" y="4450080"/>
                  <a:pt x="7772400" y="4443257"/>
                  <a:pt x="7772400" y="4434840"/>
                </a:cubicBezTo>
                <a:cubicBezTo>
                  <a:pt x="7772400" y="4426423"/>
                  <a:pt x="7779223" y="4419600"/>
                  <a:pt x="7787640" y="4419600"/>
                </a:cubicBezTo>
                <a:cubicBezTo>
                  <a:pt x="7796057" y="4419600"/>
                  <a:pt x="7802880" y="4426423"/>
                  <a:pt x="7802880" y="4434840"/>
                </a:cubicBezTo>
                <a:close/>
                <a:moveTo>
                  <a:pt x="7955280" y="15240"/>
                </a:moveTo>
                <a:cubicBezTo>
                  <a:pt x="7955280" y="23657"/>
                  <a:pt x="7948457" y="30480"/>
                  <a:pt x="7940040" y="30480"/>
                </a:cubicBezTo>
                <a:cubicBezTo>
                  <a:pt x="7931623" y="30480"/>
                  <a:pt x="7924800" y="23657"/>
                  <a:pt x="7924800" y="15240"/>
                </a:cubicBezTo>
                <a:cubicBezTo>
                  <a:pt x="7924800" y="6823"/>
                  <a:pt x="7931623" y="0"/>
                  <a:pt x="7940040" y="0"/>
                </a:cubicBezTo>
                <a:cubicBezTo>
                  <a:pt x="7948457" y="0"/>
                  <a:pt x="7955280" y="6823"/>
                  <a:pt x="7955280" y="15240"/>
                </a:cubicBezTo>
                <a:close/>
                <a:moveTo>
                  <a:pt x="7955280" y="167640"/>
                </a:moveTo>
                <a:cubicBezTo>
                  <a:pt x="7955280" y="176057"/>
                  <a:pt x="7948457" y="182880"/>
                  <a:pt x="7940040" y="182880"/>
                </a:cubicBezTo>
                <a:cubicBezTo>
                  <a:pt x="7931623" y="182880"/>
                  <a:pt x="7924800" y="176057"/>
                  <a:pt x="7924800" y="167640"/>
                </a:cubicBezTo>
                <a:cubicBezTo>
                  <a:pt x="7924800" y="159223"/>
                  <a:pt x="7931623" y="152400"/>
                  <a:pt x="7940040" y="152400"/>
                </a:cubicBezTo>
                <a:cubicBezTo>
                  <a:pt x="7948457" y="152400"/>
                  <a:pt x="7955280" y="159223"/>
                  <a:pt x="7955280" y="167640"/>
                </a:cubicBezTo>
                <a:close/>
                <a:moveTo>
                  <a:pt x="7955280" y="320040"/>
                </a:moveTo>
                <a:cubicBezTo>
                  <a:pt x="7955280" y="328457"/>
                  <a:pt x="7948457" y="335280"/>
                  <a:pt x="7940040" y="335280"/>
                </a:cubicBezTo>
                <a:cubicBezTo>
                  <a:pt x="7931623" y="335280"/>
                  <a:pt x="7924800" y="328457"/>
                  <a:pt x="7924800" y="320040"/>
                </a:cubicBezTo>
                <a:cubicBezTo>
                  <a:pt x="7924800" y="311623"/>
                  <a:pt x="7931623" y="304800"/>
                  <a:pt x="7940040" y="304800"/>
                </a:cubicBezTo>
                <a:cubicBezTo>
                  <a:pt x="7948457" y="304800"/>
                  <a:pt x="7955280" y="311623"/>
                  <a:pt x="7955280" y="320040"/>
                </a:cubicBezTo>
                <a:close/>
                <a:moveTo>
                  <a:pt x="7955280" y="472440"/>
                </a:moveTo>
                <a:cubicBezTo>
                  <a:pt x="7955280" y="480857"/>
                  <a:pt x="7948457" y="487680"/>
                  <a:pt x="7940040" y="487680"/>
                </a:cubicBezTo>
                <a:cubicBezTo>
                  <a:pt x="7931623" y="487680"/>
                  <a:pt x="7924800" y="480857"/>
                  <a:pt x="7924800" y="472440"/>
                </a:cubicBezTo>
                <a:cubicBezTo>
                  <a:pt x="7924800" y="464023"/>
                  <a:pt x="7931623" y="457200"/>
                  <a:pt x="7940040" y="457200"/>
                </a:cubicBezTo>
                <a:cubicBezTo>
                  <a:pt x="7948457" y="457200"/>
                  <a:pt x="7955280" y="464023"/>
                  <a:pt x="7955280" y="472440"/>
                </a:cubicBezTo>
                <a:close/>
                <a:moveTo>
                  <a:pt x="7955280" y="624840"/>
                </a:moveTo>
                <a:cubicBezTo>
                  <a:pt x="7955280" y="633257"/>
                  <a:pt x="7948457" y="640080"/>
                  <a:pt x="7940040" y="640080"/>
                </a:cubicBezTo>
                <a:cubicBezTo>
                  <a:pt x="7931623" y="640080"/>
                  <a:pt x="7924800" y="633257"/>
                  <a:pt x="7924800" y="624840"/>
                </a:cubicBezTo>
                <a:cubicBezTo>
                  <a:pt x="7924800" y="616423"/>
                  <a:pt x="7931623" y="609600"/>
                  <a:pt x="7940040" y="609600"/>
                </a:cubicBezTo>
                <a:cubicBezTo>
                  <a:pt x="7948457" y="609600"/>
                  <a:pt x="7955280" y="616423"/>
                  <a:pt x="7955280" y="624840"/>
                </a:cubicBezTo>
                <a:close/>
                <a:moveTo>
                  <a:pt x="7955280" y="777240"/>
                </a:moveTo>
                <a:cubicBezTo>
                  <a:pt x="7955280" y="785657"/>
                  <a:pt x="7948457" y="792480"/>
                  <a:pt x="7940040" y="792480"/>
                </a:cubicBezTo>
                <a:cubicBezTo>
                  <a:pt x="7931623" y="792480"/>
                  <a:pt x="7924800" y="785657"/>
                  <a:pt x="7924800" y="777240"/>
                </a:cubicBezTo>
                <a:cubicBezTo>
                  <a:pt x="7924800" y="768823"/>
                  <a:pt x="7931623" y="762000"/>
                  <a:pt x="7940040" y="762000"/>
                </a:cubicBezTo>
                <a:cubicBezTo>
                  <a:pt x="7948457" y="762000"/>
                  <a:pt x="7955280" y="768823"/>
                  <a:pt x="7955280" y="777240"/>
                </a:cubicBezTo>
                <a:close/>
                <a:moveTo>
                  <a:pt x="7955280" y="929640"/>
                </a:moveTo>
                <a:cubicBezTo>
                  <a:pt x="7955280" y="938057"/>
                  <a:pt x="7948457" y="944880"/>
                  <a:pt x="7940040" y="944880"/>
                </a:cubicBezTo>
                <a:cubicBezTo>
                  <a:pt x="7931623" y="944880"/>
                  <a:pt x="7924800" y="938057"/>
                  <a:pt x="7924800" y="929640"/>
                </a:cubicBezTo>
                <a:cubicBezTo>
                  <a:pt x="7924800" y="921223"/>
                  <a:pt x="7931623" y="914400"/>
                  <a:pt x="7940040" y="914400"/>
                </a:cubicBezTo>
                <a:cubicBezTo>
                  <a:pt x="7948457" y="914400"/>
                  <a:pt x="7955280" y="921223"/>
                  <a:pt x="7955280" y="929640"/>
                </a:cubicBezTo>
                <a:close/>
                <a:moveTo>
                  <a:pt x="7955280" y="1082040"/>
                </a:moveTo>
                <a:cubicBezTo>
                  <a:pt x="7955280" y="1090457"/>
                  <a:pt x="7948457" y="1097280"/>
                  <a:pt x="7940040" y="1097280"/>
                </a:cubicBezTo>
                <a:cubicBezTo>
                  <a:pt x="7931623" y="1097280"/>
                  <a:pt x="7924800" y="1090457"/>
                  <a:pt x="7924800" y="1082040"/>
                </a:cubicBezTo>
                <a:cubicBezTo>
                  <a:pt x="7924800" y="1073623"/>
                  <a:pt x="7931623" y="1066800"/>
                  <a:pt x="7940040" y="1066800"/>
                </a:cubicBezTo>
                <a:cubicBezTo>
                  <a:pt x="7948457" y="1066800"/>
                  <a:pt x="7955280" y="1073623"/>
                  <a:pt x="7955280" y="1082040"/>
                </a:cubicBezTo>
                <a:close/>
                <a:moveTo>
                  <a:pt x="7955280" y="1234440"/>
                </a:moveTo>
                <a:cubicBezTo>
                  <a:pt x="7955280" y="1242857"/>
                  <a:pt x="7948457" y="1249680"/>
                  <a:pt x="7940040" y="1249680"/>
                </a:cubicBezTo>
                <a:cubicBezTo>
                  <a:pt x="7931623" y="1249680"/>
                  <a:pt x="7924800" y="1242857"/>
                  <a:pt x="7924800" y="1234440"/>
                </a:cubicBezTo>
                <a:cubicBezTo>
                  <a:pt x="7924800" y="1226023"/>
                  <a:pt x="7931623" y="1219200"/>
                  <a:pt x="7940040" y="1219200"/>
                </a:cubicBezTo>
                <a:cubicBezTo>
                  <a:pt x="7948457" y="1219200"/>
                  <a:pt x="7955280" y="1226023"/>
                  <a:pt x="7955280" y="1234440"/>
                </a:cubicBezTo>
                <a:close/>
                <a:moveTo>
                  <a:pt x="7955280" y="1386840"/>
                </a:moveTo>
                <a:cubicBezTo>
                  <a:pt x="7955280" y="1395257"/>
                  <a:pt x="7948457" y="1402080"/>
                  <a:pt x="7940040" y="1402080"/>
                </a:cubicBezTo>
                <a:cubicBezTo>
                  <a:pt x="7931623" y="1402080"/>
                  <a:pt x="7924800" y="1395257"/>
                  <a:pt x="7924800" y="1386840"/>
                </a:cubicBezTo>
                <a:cubicBezTo>
                  <a:pt x="7924800" y="1378423"/>
                  <a:pt x="7931623" y="1371600"/>
                  <a:pt x="7940040" y="1371600"/>
                </a:cubicBezTo>
                <a:cubicBezTo>
                  <a:pt x="7948457" y="1371600"/>
                  <a:pt x="7955280" y="1378423"/>
                  <a:pt x="7955280" y="1386840"/>
                </a:cubicBezTo>
                <a:close/>
                <a:moveTo>
                  <a:pt x="7955280" y="1539240"/>
                </a:moveTo>
                <a:cubicBezTo>
                  <a:pt x="7955280" y="1547657"/>
                  <a:pt x="7948457" y="1554480"/>
                  <a:pt x="7940040" y="1554480"/>
                </a:cubicBezTo>
                <a:cubicBezTo>
                  <a:pt x="7931623" y="1554480"/>
                  <a:pt x="7924800" y="1547657"/>
                  <a:pt x="7924800" y="1539240"/>
                </a:cubicBezTo>
                <a:cubicBezTo>
                  <a:pt x="7924800" y="1530823"/>
                  <a:pt x="7931623" y="1524000"/>
                  <a:pt x="7940040" y="1524000"/>
                </a:cubicBezTo>
                <a:cubicBezTo>
                  <a:pt x="7948457" y="1524000"/>
                  <a:pt x="7955280" y="1530823"/>
                  <a:pt x="7955280" y="1539240"/>
                </a:cubicBezTo>
                <a:close/>
                <a:moveTo>
                  <a:pt x="7955280" y="1691640"/>
                </a:moveTo>
                <a:cubicBezTo>
                  <a:pt x="7955280" y="1700057"/>
                  <a:pt x="7948457" y="1706880"/>
                  <a:pt x="7940040" y="1706880"/>
                </a:cubicBezTo>
                <a:cubicBezTo>
                  <a:pt x="7931623" y="1706880"/>
                  <a:pt x="7924800" y="1700057"/>
                  <a:pt x="7924800" y="1691640"/>
                </a:cubicBezTo>
                <a:cubicBezTo>
                  <a:pt x="7924800" y="1683223"/>
                  <a:pt x="7931623" y="1676400"/>
                  <a:pt x="7940040" y="1676400"/>
                </a:cubicBezTo>
                <a:cubicBezTo>
                  <a:pt x="7948457" y="1676400"/>
                  <a:pt x="7955280" y="1683223"/>
                  <a:pt x="7955280" y="1691640"/>
                </a:cubicBezTo>
                <a:close/>
                <a:moveTo>
                  <a:pt x="7955280" y="1844040"/>
                </a:moveTo>
                <a:cubicBezTo>
                  <a:pt x="7955280" y="1852457"/>
                  <a:pt x="7948457" y="1859280"/>
                  <a:pt x="7940040" y="1859280"/>
                </a:cubicBezTo>
                <a:cubicBezTo>
                  <a:pt x="7931623" y="1859280"/>
                  <a:pt x="7924800" y="1852457"/>
                  <a:pt x="7924800" y="1844040"/>
                </a:cubicBezTo>
                <a:cubicBezTo>
                  <a:pt x="7924800" y="1835623"/>
                  <a:pt x="7931623" y="1828800"/>
                  <a:pt x="7940040" y="1828800"/>
                </a:cubicBezTo>
                <a:cubicBezTo>
                  <a:pt x="7948457" y="1828800"/>
                  <a:pt x="7955280" y="1835623"/>
                  <a:pt x="7955280" y="1844040"/>
                </a:cubicBezTo>
                <a:close/>
                <a:moveTo>
                  <a:pt x="7955280" y="1996440"/>
                </a:moveTo>
                <a:cubicBezTo>
                  <a:pt x="7955280" y="2004857"/>
                  <a:pt x="7948457" y="2011680"/>
                  <a:pt x="7940040" y="2011680"/>
                </a:cubicBezTo>
                <a:cubicBezTo>
                  <a:pt x="7931623" y="2011680"/>
                  <a:pt x="7924800" y="2004857"/>
                  <a:pt x="7924800" y="1996440"/>
                </a:cubicBezTo>
                <a:cubicBezTo>
                  <a:pt x="7924800" y="1988023"/>
                  <a:pt x="7931623" y="1981200"/>
                  <a:pt x="7940040" y="1981200"/>
                </a:cubicBezTo>
                <a:cubicBezTo>
                  <a:pt x="7948457" y="1981200"/>
                  <a:pt x="7955280" y="1988023"/>
                  <a:pt x="7955280" y="1996440"/>
                </a:cubicBezTo>
                <a:close/>
                <a:moveTo>
                  <a:pt x="7955280" y="2148840"/>
                </a:moveTo>
                <a:cubicBezTo>
                  <a:pt x="7955280" y="2157257"/>
                  <a:pt x="7948457" y="2164080"/>
                  <a:pt x="7940040" y="2164080"/>
                </a:cubicBezTo>
                <a:cubicBezTo>
                  <a:pt x="7931623" y="2164080"/>
                  <a:pt x="7924800" y="2157257"/>
                  <a:pt x="7924800" y="2148840"/>
                </a:cubicBezTo>
                <a:cubicBezTo>
                  <a:pt x="7924800" y="2140423"/>
                  <a:pt x="7931623" y="2133600"/>
                  <a:pt x="7940040" y="2133600"/>
                </a:cubicBezTo>
                <a:cubicBezTo>
                  <a:pt x="7948457" y="2133600"/>
                  <a:pt x="7955280" y="2140423"/>
                  <a:pt x="7955280" y="2148840"/>
                </a:cubicBezTo>
                <a:close/>
                <a:moveTo>
                  <a:pt x="7955280" y="2301240"/>
                </a:moveTo>
                <a:cubicBezTo>
                  <a:pt x="7955280" y="2309657"/>
                  <a:pt x="7948457" y="2316480"/>
                  <a:pt x="7940040" y="2316480"/>
                </a:cubicBezTo>
                <a:cubicBezTo>
                  <a:pt x="7931623" y="2316480"/>
                  <a:pt x="7924800" y="2309657"/>
                  <a:pt x="7924800" y="2301240"/>
                </a:cubicBezTo>
                <a:cubicBezTo>
                  <a:pt x="7924800" y="2292823"/>
                  <a:pt x="7931623" y="2286000"/>
                  <a:pt x="7940040" y="2286000"/>
                </a:cubicBezTo>
                <a:cubicBezTo>
                  <a:pt x="7948457" y="2286000"/>
                  <a:pt x="7955280" y="2292823"/>
                  <a:pt x="7955280" y="2301240"/>
                </a:cubicBezTo>
                <a:close/>
                <a:moveTo>
                  <a:pt x="7955280" y="2453640"/>
                </a:moveTo>
                <a:cubicBezTo>
                  <a:pt x="7955280" y="2462057"/>
                  <a:pt x="7948457" y="2468880"/>
                  <a:pt x="7940040" y="2468880"/>
                </a:cubicBezTo>
                <a:cubicBezTo>
                  <a:pt x="7931623" y="2468880"/>
                  <a:pt x="7924800" y="2462057"/>
                  <a:pt x="7924800" y="2453640"/>
                </a:cubicBezTo>
                <a:cubicBezTo>
                  <a:pt x="7924800" y="2445223"/>
                  <a:pt x="7931623" y="2438400"/>
                  <a:pt x="7940040" y="2438400"/>
                </a:cubicBezTo>
                <a:cubicBezTo>
                  <a:pt x="7948457" y="2438400"/>
                  <a:pt x="7955280" y="2445223"/>
                  <a:pt x="7955280" y="2453640"/>
                </a:cubicBezTo>
                <a:close/>
                <a:moveTo>
                  <a:pt x="7955280" y="2606040"/>
                </a:moveTo>
                <a:cubicBezTo>
                  <a:pt x="7955280" y="2614457"/>
                  <a:pt x="7948457" y="2621280"/>
                  <a:pt x="7940040" y="2621280"/>
                </a:cubicBezTo>
                <a:cubicBezTo>
                  <a:pt x="7931623" y="2621280"/>
                  <a:pt x="7924800" y="2614457"/>
                  <a:pt x="7924800" y="2606040"/>
                </a:cubicBezTo>
                <a:cubicBezTo>
                  <a:pt x="7924800" y="2597623"/>
                  <a:pt x="7931623" y="2590800"/>
                  <a:pt x="7940040" y="2590800"/>
                </a:cubicBezTo>
                <a:cubicBezTo>
                  <a:pt x="7948457" y="2590800"/>
                  <a:pt x="7955280" y="2597623"/>
                  <a:pt x="7955280" y="2606040"/>
                </a:cubicBezTo>
                <a:close/>
                <a:moveTo>
                  <a:pt x="7955280" y="2758440"/>
                </a:moveTo>
                <a:cubicBezTo>
                  <a:pt x="7955280" y="2766857"/>
                  <a:pt x="7948457" y="2773680"/>
                  <a:pt x="7940040" y="2773680"/>
                </a:cubicBezTo>
                <a:cubicBezTo>
                  <a:pt x="7931623" y="2773680"/>
                  <a:pt x="7924800" y="2766857"/>
                  <a:pt x="7924800" y="2758440"/>
                </a:cubicBezTo>
                <a:cubicBezTo>
                  <a:pt x="7924800" y="2750023"/>
                  <a:pt x="7931623" y="2743200"/>
                  <a:pt x="7940040" y="2743200"/>
                </a:cubicBezTo>
                <a:cubicBezTo>
                  <a:pt x="7948457" y="2743200"/>
                  <a:pt x="7955280" y="2750023"/>
                  <a:pt x="7955280" y="2758440"/>
                </a:cubicBezTo>
                <a:close/>
                <a:moveTo>
                  <a:pt x="7955280" y="2910840"/>
                </a:moveTo>
                <a:cubicBezTo>
                  <a:pt x="7955280" y="2919257"/>
                  <a:pt x="7948457" y="2926080"/>
                  <a:pt x="7940040" y="2926080"/>
                </a:cubicBezTo>
                <a:cubicBezTo>
                  <a:pt x="7931623" y="2926080"/>
                  <a:pt x="7924800" y="2919257"/>
                  <a:pt x="7924800" y="2910840"/>
                </a:cubicBezTo>
                <a:cubicBezTo>
                  <a:pt x="7924800" y="2902423"/>
                  <a:pt x="7931623" y="2895600"/>
                  <a:pt x="7940040" y="2895600"/>
                </a:cubicBezTo>
                <a:cubicBezTo>
                  <a:pt x="7948457" y="2895600"/>
                  <a:pt x="7955280" y="2902423"/>
                  <a:pt x="7955280" y="2910840"/>
                </a:cubicBezTo>
                <a:close/>
                <a:moveTo>
                  <a:pt x="7955280" y="3063240"/>
                </a:moveTo>
                <a:cubicBezTo>
                  <a:pt x="7955280" y="3071657"/>
                  <a:pt x="7948457" y="3078480"/>
                  <a:pt x="7940040" y="3078480"/>
                </a:cubicBezTo>
                <a:cubicBezTo>
                  <a:pt x="7931623" y="3078480"/>
                  <a:pt x="7924800" y="3071657"/>
                  <a:pt x="7924800" y="3063240"/>
                </a:cubicBezTo>
                <a:cubicBezTo>
                  <a:pt x="7924800" y="3054823"/>
                  <a:pt x="7931623" y="3048000"/>
                  <a:pt x="7940040" y="3048000"/>
                </a:cubicBezTo>
                <a:cubicBezTo>
                  <a:pt x="7948457" y="3048000"/>
                  <a:pt x="7955280" y="3054823"/>
                  <a:pt x="7955280" y="3063240"/>
                </a:cubicBezTo>
                <a:close/>
                <a:moveTo>
                  <a:pt x="7955280" y="3215640"/>
                </a:moveTo>
                <a:cubicBezTo>
                  <a:pt x="7955280" y="3224057"/>
                  <a:pt x="7948457" y="3230880"/>
                  <a:pt x="7940040" y="3230880"/>
                </a:cubicBezTo>
                <a:cubicBezTo>
                  <a:pt x="7931623" y="3230880"/>
                  <a:pt x="7924800" y="3224057"/>
                  <a:pt x="7924800" y="3215640"/>
                </a:cubicBezTo>
                <a:cubicBezTo>
                  <a:pt x="7924800" y="3207223"/>
                  <a:pt x="7931623" y="3200400"/>
                  <a:pt x="7940040" y="3200400"/>
                </a:cubicBezTo>
                <a:cubicBezTo>
                  <a:pt x="7948457" y="3200400"/>
                  <a:pt x="7955280" y="3207223"/>
                  <a:pt x="7955280" y="3215640"/>
                </a:cubicBezTo>
                <a:close/>
                <a:moveTo>
                  <a:pt x="7955280" y="3368040"/>
                </a:moveTo>
                <a:cubicBezTo>
                  <a:pt x="7955280" y="3376457"/>
                  <a:pt x="7948457" y="3383280"/>
                  <a:pt x="7940040" y="3383280"/>
                </a:cubicBezTo>
                <a:cubicBezTo>
                  <a:pt x="7931623" y="3383280"/>
                  <a:pt x="7924800" y="3376457"/>
                  <a:pt x="7924800" y="3368040"/>
                </a:cubicBezTo>
                <a:cubicBezTo>
                  <a:pt x="7924800" y="3359623"/>
                  <a:pt x="7931623" y="3352800"/>
                  <a:pt x="7940040" y="3352800"/>
                </a:cubicBezTo>
                <a:cubicBezTo>
                  <a:pt x="7948457" y="3352800"/>
                  <a:pt x="7955280" y="3359623"/>
                  <a:pt x="7955280" y="3368040"/>
                </a:cubicBezTo>
                <a:close/>
                <a:moveTo>
                  <a:pt x="7955280" y="3520440"/>
                </a:moveTo>
                <a:cubicBezTo>
                  <a:pt x="7955280" y="3528857"/>
                  <a:pt x="7948457" y="3535680"/>
                  <a:pt x="7940040" y="3535680"/>
                </a:cubicBezTo>
                <a:cubicBezTo>
                  <a:pt x="7931623" y="3535680"/>
                  <a:pt x="7924800" y="3528857"/>
                  <a:pt x="7924800" y="3520440"/>
                </a:cubicBezTo>
                <a:cubicBezTo>
                  <a:pt x="7924800" y="3512023"/>
                  <a:pt x="7931623" y="3505200"/>
                  <a:pt x="7940040" y="3505200"/>
                </a:cubicBezTo>
                <a:cubicBezTo>
                  <a:pt x="7948457" y="3505200"/>
                  <a:pt x="7955280" y="3512023"/>
                  <a:pt x="7955280" y="3520440"/>
                </a:cubicBezTo>
                <a:close/>
                <a:moveTo>
                  <a:pt x="7955280" y="3672840"/>
                </a:moveTo>
                <a:cubicBezTo>
                  <a:pt x="7955280" y="3681257"/>
                  <a:pt x="7948457" y="3688080"/>
                  <a:pt x="7940040" y="3688080"/>
                </a:cubicBezTo>
                <a:cubicBezTo>
                  <a:pt x="7931623" y="3688080"/>
                  <a:pt x="7924800" y="3681257"/>
                  <a:pt x="7924800" y="3672840"/>
                </a:cubicBezTo>
                <a:cubicBezTo>
                  <a:pt x="7924800" y="3664423"/>
                  <a:pt x="7931623" y="3657600"/>
                  <a:pt x="7940040" y="3657600"/>
                </a:cubicBezTo>
                <a:cubicBezTo>
                  <a:pt x="7948457" y="3657600"/>
                  <a:pt x="7955280" y="3664423"/>
                  <a:pt x="7955280" y="3672840"/>
                </a:cubicBezTo>
                <a:close/>
                <a:moveTo>
                  <a:pt x="7955280" y="3825240"/>
                </a:moveTo>
                <a:cubicBezTo>
                  <a:pt x="7955280" y="3833657"/>
                  <a:pt x="7948457" y="3840480"/>
                  <a:pt x="7940040" y="3840480"/>
                </a:cubicBezTo>
                <a:cubicBezTo>
                  <a:pt x="7931623" y="3840480"/>
                  <a:pt x="7924800" y="3833657"/>
                  <a:pt x="7924800" y="3825240"/>
                </a:cubicBezTo>
                <a:cubicBezTo>
                  <a:pt x="7924800" y="3816823"/>
                  <a:pt x="7931623" y="3810000"/>
                  <a:pt x="7940040" y="3810000"/>
                </a:cubicBezTo>
                <a:cubicBezTo>
                  <a:pt x="7948457" y="3810000"/>
                  <a:pt x="7955280" y="3816823"/>
                  <a:pt x="7955280" y="3825240"/>
                </a:cubicBezTo>
                <a:close/>
                <a:moveTo>
                  <a:pt x="7955280" y="3977640"/>
                </a:moveTo>
                <a:cubicBezTo>
                  <a:pt x="7955280" y="3986057"/>
                  <a:pt x="7948457" y="3992880"/>
                  <a:pt x="7940040" y="3992880"/>
                </a:cubicBezTo>
                <a:cubicBezTo>
                  <a:pt x="7931623" y="3992880"/>
                  <a:pt x="7924800" y="3986057"/>
                  <a:pt x="7924800" y="3977640"/>
                </a:cubicBezTo>
                <a:cubicBezTo>
                  <a:pt x="7924800" y="3969223"/>
                  <a:pt x="7931623" y="3962400"/>
                  <a:pt x="7940040" y="3962400"/>
                </a:cubicBezTo>
                <a:cubicBezTo>
                  <a:pt x="7948457" y="3962400"/>
                  <a:pt x="7955280" y="3969223"/>
                  <a:pt x="7955280" y="3977640"/>
                </a:cubicBezTo>
                <a:close/>
                <a:moveTo>
                  <a:pt x="7955280" y="4130040"/>
                </a:moveTo>
                <a:cubicBezTo>
                  <a:pt x="7955280" y="4138457"/>
                  <a:pt x="7948457" y="4145280"/>
                  <a:pt x="7940040" y="4145280"/>
                </a:cubicBezTo>
                <a:cubicBezTo>
                  <a:pt x="7931623" y="4145280"/>
                  <a:pt x="7924800" y="4138457"/>
                  <a:pt x="7924800" y="4130040"/>
                </a:cubicBezTo>
                <a:cubicBezTo>
                  <a:pt x="7924800" y="4121623"/>
                  <a:pt x="7931623" y="4114800"/>
                  <a:pt x="7940040" y="4114800"/>
                </a:cubicBezTo>
                <a:cubicBezTo>
                  <a:pt x="7948457" y="4114800"/>
                  <a:pt x="7955280" y="4121623"/>
                  <a:pt x="7955280" y="4130040"/>
                </a:cubicBezTo>
                <a:close/>
                <a:moveTo>
                  <a:pt x="7955280" y="4282440"/>
                </a:moveTo>
                <a:cubicBezTo>
                  <a:pt x="7955280" y="4290857"/>
                  <a:pt x="7948457" y="4297680"/>
                  <a:pt x="7940040" y="4297680"/>
                </a:cubicBezTo>
                <a:cubicBezTo>
                  <a:pt x="7931623" y="4297680"/>
                  <a:pt x="7924800" y="4290857"/>
                  <a:pt x="7924800" y="4282440"/>
                </a:cubicBezTo>
                <a:cubicBezTo>
                  <a:pt x="7924800" y="4274023"/>
                  <a:pt x="7931623" y="4267200"/>
                  <a:pt x="7940040" y="4267200"/>
                </a:cubicBezTo>
                <a:cubicBezTo>
                  <a:pt x="7948457" y="4267200"/>
                  <a:pt x="7955280" y="4274023"/>
                  <a:pt x="7955280" y="4282440"/>
                </a:cubicBezTo>
                <a:close/>
                <a:moveTo>
                  <a:pt x="7955280" y="4434840"/>
                </a:moveTo>
                <a:cubicBezTo>
                  <a:pt x="7955280" y="4443257"/>
                  <a:pt x="7948457" y="4450080"/>
                  <a:pt x="7940040" y="4450080"/>
                </a:cubicBezTo>
                <a:cubicBezTo>
                  <a:pt x="7931623" y="4450080"/>
                  <a:pt x="7924800" y="4443257"/>
                  <a:pt x="7924800" y="4434840"/>
                </a:cubicBezTo>
                <a:cubicBezTo>
                  <a:pt x="7924800" y="4426423"/>
                  <a:pt x="7931623" y="4419600"/>
                  <a:pt x="7940040" y="4419600"/>
                </a:cubicBezTo>
                <a:cubicBezTo>
                  <a:pt x="7948457" y="4419600"/>
                  <a:pt x="7955280" y="4426423"/>
                  <a:pt x="7955280" y="4434840"/>
                </a:cubicBezTo>
                <a:close/>
                <a:moveTo>
                  <a:pt x="8107680" y="15240"/>
                </a:moveTo>
                <a:cubicBezTo>
                  <a:pt x="8107680" y="23657"/>
                  <a:pt x="8100857" y="30480"/>
                  <a:pt x="8092440" y="30480"/>
                </a:cubicBezTo>
                <a:cubicBezTo>
                  <a:pt x="8084023" y="30480"/>
                  <a:pt x="8077200" y="23657"/>
                  <a:pt x="8077200" y="15240"/>
                </a:cubicBezTo>
                <a:cubicBezTo>
                  <a:pt x="8077200" y="6823"/>
                  <a:pt x="8084023" y="0"/>
                  <a:pt x="8092440" y="0"/>
                </a:cubicBezTo>
                <a:cubicBezTo>
                  <a:pt x="8100857" y="0"/>
                  <a:pt x="8107680" y="6823"/>
                  <a:pt x="8107680" y="15240"/>
                </a:cubicBezTo>
                <a:close/>
                <a:moveTo>
                  <a:pt x="8107680" y="167640"/>
                </a:moveTo>
                <a:cubicBezTo>
                  <a:pt x="8107680" y="176057"/>
                  <a:pt x="8100857" y="182880"/>
                  <a:pt x="8092440" y="182880"/>
                </a:cubicBezTo>
                <a:cubicBezTo>
                  <a:pt x="8084023" y="182880"/>
                  <a:pt x="8077200" y="176057"/>
                  <a:pt x="8077200" y="167640"/>
                </a:cubicBezTo>
                <a:cubicBezTo>
                  <a:pt x="8077200" y="159223"/>
                  <a:pt x="8084023" y="152400"/>
                  <a:pt x="8092440" y="152400"/>
                </a:cubicBezTo>
                <a:cubicBezTo>
                  <a:pt x="8100857" y="152400"/>
                  <a:pt x="8107680" y="159223"/>
                  <a:pt x="8107680" y="167640"/>
                </a:cubicBezTo>
                <a:close/>
                <a:moveTo>
                  <a:pt x="8107680" y="320040"/>
                </a:moveTo>
                <a:cubicBezTo>
                  <a:pt x="8107680" y="328457"/>
                  <a:pt x="8100857" y="335280"/>
                  <a:pt x="8092440" y="335280"/>
                </a:cubicBezTo>
                <a:cubicBezTo>
                  <a:pt x="8084023" y="335280"/>
                  <a:pt x="8077200" y="328457"/>
                  <a:pt x="8077200" y="320040"/>
                </a:cubicBezTo>
                <a:cubicBezTo>
                  <a:pt x="8077200" y="311623"/>
                  <a:pt x="8084023" y="304800"/>
                  <a:pt x="8092440" y="304800"/>
                </a:cubicBezTo>
                <a:cubicBezTo>
                  <a:pt x="8100857" y="304800"/>
                  <a:pt x="8107680" y="311623"/>
                  <a:pt x="8107680" y="320040"/>
                </a:cubicBezTo>
                <a:close/>
                <a:moveTo>
                  <a:pt x="8107680" y="472440"/>
                </a:moveTo>
                <a:cubicBezTo>
                  <a:pt x="8107680" y="480857"/>
                  <a:pt x="8100857" y="487680"/>
                  <a:pt x="8092440" y="487680"/>
                </a:cubicBezTo>
                <a:cubicBezTo>
                  <a:pt x="8084023" y="487680"/>
                  <a:pt x="8077200" y="480857"/>
                  <a:pt x="8077200" y="472440"/>
                </a:cubicBezTo>
                <a:cubicBezTo>
                  <a:pt x="8077200" y="464023"/>
                  <a:pt x="8084023" y="457200"/>
                  <a:pt x="8092440" y="457200"/>
                </a:cubicBezTo>
                <a:cubicBezTo>
                  <a:pt x="8100857" y="457200"/>
                  <a:pt x="8107680" y="464023"/>
                  <a:pt x="8107680" y="472440"/>
                </a:cubicBezTo>
                <a:close/>
                <a:moveTo>
                  <a:pt x="8107680" y="624840"/>
                </a:moveTo>
                <a:cubicBezTo>
                  <a:pt x="8107680" y="633257"/>
                  <a:pt x="8100857" y="640080"/>
                  <a:pt x="8092440" y="640080"/>
                </a:cubicBezTo>
                <a:cubicBezTo>
                  <a:pt x="8084023" y="640080"/>
                  <a:pt x="8077200" y="633257"/>
                  <a:pt x="8077200" y="624840"/>
                </a:cubicBezTo>
                <a:cubicBezTo>
                  <a:pt x="8077200" y="616423"/>
                  <a:pt x="8084023" y="609600"/>
                  <a:pt x="8092440" y="609600"/>
                </a:cubicBezTo>
                <a:cubicBezTo>
                  <a:pt x="8100857" y="609600"/>
                  <a:pt x="8107680" y="616423"/>
                  <a:pt x="8107680" y="624840"/>
                </a:cubicBezTo>
                <a:close/>
                <a:moveTo>
                  <a:pt x="8107680" y="777240"/>
                </a:moveTo>
                <a:cubicBezTo>
                  <a:pt x="8107680" y="785657"/>
                  <a:pt x="8100857" y="792480"/>
                  <a:pt x="8092440" y="792480"/>
                </a:cubicBezTo>
                <a:cubicBezTo>
                  <a:pt x="8084023" y="792480"/>
                  <a:pt x="8077200" y="785657"/>
                  <a:pt x="8077200" y="777240"/>
                </a:cubicBezTo>
                <a:cubicBezTo>
                  <a:pt x="8077200" y="768823"/>
                  <a:pt x="8084023" y="762000"/>
                  <a:pt x="8092440" y="762000"/>
                </a:cubicBezTo>
                <a:cubicBezTo>
                  <a:pt x="8100857" y="762000"/>
                  <a:pt x="8107680" y="768823"/>
                  <a:pt x="8107680" y="777240"/>
                </a:cubicBezTo>
                <a:close/>
                <a:moveTo>
                  <a:pt x="8107680" y="929640"/>
                </a:moveTo>
                <a:cubicBezTo>
                  <a:pt x="8107680" y="938057"/>
                  <a:pt x="8100857" y="944880"/>
                  <a:pt x="8092440" y="944880"/>
                </a:cubicBezTo>
                <a:cubicBezTo>
                  <a:pt x="8084023" y="944880"/>
                  <a:pt x="8077200" y="938057"/>
                  <a:pt x="8077200" y="929640"/>
                </a:cubicBezTo>
                <a:cubicBezTo>
                  <a:pt x="8077200" y="921223"/>
                  <a:pt x="8084023" y="914400"/>
                  <a:pt x="8092440" y="914400"/>
                </a:cubicBezTo>
                <a:cubicBezTo>
                  <a:pt x="8100857" y="914400"/>
                  <a:pt x="8107680" y="921223"/>
                  <a:pt x="8107680" y="929640"/>
                </a:cubicBezTo>
                <a:close/>
                <a:moveTo>
                  <a:pt x="8107680" y="1082040"/>
                </a:moveTo>
                <a:cubicBezTo>
                  <a:pt x="8107680" y="1090457"/>
                  <a:pt x="8100857" y="1097280"/>
                  <a:pt x="8092440" y="1097280"/>
                </a:cubicBezTo>
                <a:cubicBezTo>
                  <a:pt x="8084023" y="1097280"/>
                  <a:pt x="8077200" y="1090457"/>
                  <a:pt x="8077200" y="1082040"/>
                </a:cubicBezTo>
                <a:cubicBezTo>
                  <a:pt x="8077200" y="1073623"/>
                  <a:pt x="8084023" y="1066800"/>
                  <a:pt x="8092440" y="1066800"/>
                </a:cubicBezTo>
                <a:cubicBezTo>
                  <a:pt x="8100857" y="1066800"/>
                  <a:pt x="8107680" y="1073623"/>
                  <a:pt x="8107680" y="1082040"/>
                </a:cubicBezTo>
                <a:close/>
                <a:moveTo>
                  <a:pt x="8107680" y="1234440"/>
                </a:moveTo>
                <a:cubicBezTo>
                  <a:pt x="8107680" y="1242857"/>
                  <a:pt x="8100857" y="1249680"/>
                  <a:pt x="8092440" y="1249680"/>
                </a:cubicBezTo>
                <a:cubicBezTo>
                  <a:pt x="8084023" y="1249680"/>
                  <a:pt x="8077200" y="1242857"/>
                  <a:pt x="8077200" y="1234440"/>
                </a:cubicBezTo>
                <a:cubicBezTo>
                  <a:pt x="8077200" y="1226023"/>
                  <a:pt x="8084023" y="1219200"/>
                  <a:pt x="8092440" y="1219200"/>
                </a:cubicBezTo>
                <a:cubicBezTo>
                  <a:pt x="8100857" y="1219200"/>
                  <a:pt x="8107680" y="1226023"/>
                  <a:pt x="8107680" y="1234440"/>
                </a:cubicBezTo>
                <a:close/>
                <a:moveTo>
                  <a:pt x="8107680" y="1386840"/>
                </a:moveTo>
                <a:cubicBezTo>
                  <a:pt x="8107680" y="1395257"/>
                  <a:pt x="8100857" y="1402080"/>
                  <a:pt x="8092440" y="1402080"/>
                </a:cubicBezTo>
                <a:cubicBezTo>
                  <a:pt x="8084023" y="1402080"/>
                  <a:pt x="8077200" y="1395257"/>
                  <a:pt x="8077200" y="1386840"/>
                </a:cubicBezTo>
                <a:cubicBezTo>
                  <a:pt x="8077200" y="1378423"/>
                  <a:pt x="8084023" y="1371600"/>
                  <a:pt x="8092440" y="1371600"/>
                </a:cubicBezTo>
                <a:cubicBezTo>
                  <a:pt x="8100857" y="1371600"/>
                  <a:pt x="8107680" y="1378423"/>
                  <a:pt x="8107680" y="1386840"/>
                </a:cubicBezTo>
                <a:close/>
                <a:moveTo>
                  <a:pt x="8107680" y="1539240"/>
                </a:moveTo>
                <a:cubicBezTo>
                  <a:pt x="8107680" y="1547657"/>
                  <a:pt x="8100857" y="1554480"/>
                  <a:pt x="8092440" y="1554480"/>
                </a:cubicBezTo>
                <a:cubicBezTo>
                  <a:pt x="8084023" y="1554480"/>
                  <a:pt x="8077200" y="1547657"/>
                  <a:pt x="8077200" y="1539240"/>
                </a:cubicBezTo>
                <a:cubicBezTo>
                  <a:pt x="8077200" y="1530823"/>
                  <a:pt x="8084023" y="1524000"/>
                  <a:pt x="8092440" y="1524000"/>
                </a:cubicBezTo>
                <a:cubicBezTo>
                  <a:pt x="8100857" y="1524000"/>
                  <a:pt x="8107680" y="1530823"/>
                  <a:pt x="8107680" y="1539240"/>
                </a:cubicBezTo>
                <a:close/>
                <a:moveTo>
                  <a:pt x="8107680" y="1691640"/>
                </a:moveTo>
                <a:cubicBezTo>
                  <a:pt x="8107680" y="1700057"/>
                  <a:pt x="8100857" y="1706880"/>
                  <a:pt x="8092440" y="1706880"/>
                </a:cubicBezTo>
                <a:cubicBezTo>
                  <a:pt x="8084023" y="1706880"/>
                  <a:pt x="8077200" y="1700057"/>
                  <a:pt x="8077200" y="1691640"/>
                </a:cubicBezTo>
                <a:cubicBezTo>
                  <a:pt x="8077200" y="1683223"/>
                  <a:pt x="8084023" y="1676400"/>
                  <a:pt x="8092440" y="1676400"/>
                </a:cubicBezTo>
                <a:cubicBezTo>
                  <a:pt x="8100857" y="1676400"/>
                  <a:pt x="8107680" y="1683223"/>
                  <a:pt x="8107680" y="1691640"/>
                </a:cubicBezTo>
                <a:close/>
                <a:moveTo>
                  <a:pt x="8107680" y="1844040"/>
                </a:moveTo>
                <a:cubicBezTo>
                  <a:pt x="8107680" y="1852457"/>
                  <a:pt x="8100857" y="1859280"/>
                  <a:pt x="8092440" y="1859280"/>
                </a:cubicBezTo>
                <a:cubicBezTo>
                  <a:pt x="8084023" y="1859280"/>
                  <a:pt x="8077200" y="1852457"/>
                  <a:pt x="8077200" y="1844040"/>
                </a:cubicBezTo>
                <a:cubicBezTo>
                  <a:pt x="8077200" y="1835623"/>
                  <a:pt x="8084023" y="1828800"/>
                  <a:pt x="8092440" y="1828800"/>
                </a:cubicBezTo>
                <a:cubicBezTo>
                  <a:pt x="8100857" y="1828800"/>
                  <a:pt x="8107680" y="1835623"/>
                  <a:pt x="8107680" y="1844040"/>
                </a:cubicBezTo>
                <a:close/>
                <a:moveTo>
                  <a:pt x="8107680" y="1996440"/>
                </a:moveTo>
                <a:cubicBezTo>
                  <a:pt x="8107680" y="2004857"/>
                  <a:pt x="8100857" y="2011680"/>
                  <a:pt x="8092440" y="2011680"/>
                </a:cubicBezTo>
                <a:cubicBezTo>
                  <a:pt x="8084023" y="2011680"/>
                  <a:pt x="8077200" y="2004857"/>
                  <a:pt x="8077200" y="1996440"/>
                </a:cubicBezTo>
                <a:cubicBezTo>
                  <a:pt x="8077200" y="1988023"/>
                  <a:pt x="8084023" y="1981200"/>
                  <a:pt x="8092440" y="1981200"/>
                </a:cubicBezTo>
                <a:cubicBezTo>
                  <a:pt x="8100857" y="1981200"/>
                  <a:pt x="8107680" y="1988023"/>
                  <a:pt x="8107680" y="1996440"/>
                </a:cubicBezTo>
                <a:close/>
                <a:moveTo>
                  <a:pt x="8107680" y="2148840"/>
                </a:moveTo>
                <a:cubicBezTo>
                  <a:pt x="8107680" y="2157257"/>
                  <a:pt x="8100857" y="2164080"/>
                  <a:pt x="8092440" y="2164080"/>
                </a:cubicBezTo>
                <a:cubicBezTo>
                  <a:pt x="8084023" y="2164080"/>
                  <a:pt x="8077200" y="2157257"/>
                  <a:pt x="8077200" y="2148840"/>
                </a:cubicBezTo>
                <a:cubicBezTo>
                  <a:pt x="8077200" y="2140423"/>
                  <a:pt x="8084023" y="2133600"/>
                  <a:pt x="8092440" y="2133600"/>
                </a:cubicBezTo>
                <a:cubicBezTo>
                  <a:pt x="8100857" y="2133600"/>
                  <a:pt x="8107680" y="2140423"/>
                  <a:pt x="8107680" y="2148840"/>
                </a:cubicBezTo>
                <a:close/>
                <a:moveTo>
                  <a:pt x="8107680" y="2301240"/>
                </a:moveTo>
                <a:cubicBezTo>
                  <a:pt x="8107680" y="2309657"/>
                  <a:pt x="8100857" y="2316480"/>
                  <a:pt x="8092440" y="2316480"/>
                </a:cubicBezTo>
                <a:cubicBezTo>
                  <a:pt x="8084023" y="2316480"/>
                  <a:pt x="8077200" y="2309657"/>
                  <a:pt x="8077200" y="2301240"/>
                </a:cubicBezTo>
                <a:cubicBezTo>
                  <a:pt x="8077200" y="2292823"/>
                  <a:pt x="8084023" y="2286000"/>
                  <a:pt x="8092440" y="2286000"/>
                </a:cubicBezTo>
                <a:cubicBezTo>
                  <a:pt x="8100857" y="2286000"/>
                  <a:pt x="8107680" y="2292823"/>
                  <a:pt x="8107680" y="2301240"/>
                </a:cubicBezTo>
                <a:close/>
                <a:moveTo>
                  <a:pt x="8107680" y="2453640"/>
                </a:moveTo>
                <a:cubicBezTo>
                  <a:pt x="8107680" y="2462057"/>
                  <a:pt x="8100857" y="2468880"/>
                  <a:pt x="8092440" y="2468880"/>
                </a:cubicBezTo>
                <a:cubicBezTo>
                  <a:pt x="8084023" y="2468880"/>
                  <a:pt x="8077200" y="2462057"/>
                  <a:pt x="8077200" y="2453640"/>
                </a:cubicBezTo>
                <a:cubicBezTo>
                  <a:pt x="8077200" y="2445223"/>
                  <a:pt x="8084023" y="2438400"/>
                  <a:pt x="8092440" y="2438400"/>
                </a:cubicBezTo>
                <a:cubicBezTo>
                  <a:pt x="8100857" y="2438400"/>
                  <a:pt x="8107680" y="2445223"/>
                  <a:pt x="8107680" y="2453640"/>
                </a:cubicBezTo>
                <a:close/>
                <a:moveTo>
                  <a:pt x="8107680" y="2606040"/>
                </a:moveTo>
                <a:cubicBezTo>
                  <a:pt x="8107680" y="2614457"/>
                  <a:pt x="8100857" y="2621280"/>
                  <a:pt x="8092440" y="2621280"/>
                </a:cubicBezTo>
                <a:cubicBezTo>
                  <a:pt x="8084023" y="2621280"/>
                  <a:pt x="8077200" y="2614457"/>
                  <a:pt x="8077200" y="2606040"/>
                </a:cubicBezTo>
                <a:cubicBezTo>
                  <a:pt x="8077200" y="2597623"/>
                  <a:pt x="8084023" y="2590800"/>
                  <a:pt x="8092440" y="2590800"/>
                </a:cubicBezTo>
                <a:cubicBezTo>
                  <a:pt x="8100857" y="2590800"/>
                  <a:pt x="8107680" y="2597623"/>
                  <a:pt x="8107680" y="2606040"/>
                </a:cubicBezTo>
                <a:close/>
                <a:moveTo>
                  <a:pt x="8107680" y="2758440"/>
                </a:moveTo>
                <a:cubicBezTo>
                  <a:pt x="8107680" y="2766857"/>
                  <a:pt x="8100857" y="2773680"/>
                  <a:pt x="8092440" y="2773680"/>
                </a:cubicBezTo>
                <a:cubicBezTo>
                  <a:pt x="8084023" y="2773680"/>
                  <a:pt x="8077200" y="2766857"/>
                  <a:pt x="8077200" y="2758440"/>
                </a:cubicBezTo>
                <a:cubicBezTo>
                  <a:pt x="8077200" y="2750023"/>
                  <a:pt x="8084023" y="2743200"/>
                  <a:pt x="8092440" y="2743200"/>
                </a:cubicBezTo>
                <a:cubicBezTo>
                  <a:pt x="8100857" y="2743200"/>
                  <a:pt x="8107680" y="2750023"/>
                  <a:pt x="8107680" y="2758440"/>
                </a:cubicBezTo>
                <a:close/>
                <a:moveTo>
                  <a:pt x="8107680" y="2910840"/>
                </a:moveTo>
                <a:cubicBezTo>
                  <a:pt x="8107680" y="2919257"/>
                  <a:pt x="8100857" y="2926080"/>
                  <a:pt x="8092440" y="2926080"/>
                </a:cubicBezTo>
                <a:cubicBezTo>
                  <a:pt x="8084023" y="2926080"/>
                  <a:pt x="8077200" y="2919257"/>
                  <a:pt x="8077200" y="2910840"/>
                </a:cubicBezTo>
                <a:cubicBezTo>
                  <a:pt x="8077200" y="2902423"/>
                  <a:pt x="8084023" y="2895600"/>
                  <a:pt x="8092440" y="2895600"/>
                </a:cubicBezTo>
                <a:cubicBezTo>
                  <a:pt x="8100857" y="2895600"/>
                  <a:pt x="8107680" y="2902423"/>
                  <a:pt x="8107680" y="2910840"/>
                </a:cubicBezTo>
                <a:close/>
                <a:moveTo>
                  <a:pt x="8107680" y="3063240"/>
                </a:moveTo>
                <a:cubicBezTo>
                  <a:pt x="8107680" y="3071657"/>
                  <a:pt x="8100857" y="3078480"/>
                  <a:pt x="8092440" y="3078480"/>
                </a:cubicBezTo>
                <a:cubicBezTo>
                  <a:pt x="8084023" y="3078480"/>
                  <a:pt x="8077200" y="3071657"/>
                  <a:pt x="8077200" y="3063240"/>
                </a:cubicBezTo>
                <a:cubicBezTo>
                  <a:pt x="8077200" y="3054823"/>
                  <a:pt x="8084023" y="3048000"/>
                  <a:pt x="8092440" y="3048000"/>
                </a:cubicBezTo>
                <a:cubicBezTo>
                  <a:pt x="8100857" y="3048000"/>
                  <a:pt x="8107680" y="3054823"/>
                  <a:pt x="8107680" y="3063240"/>
                </a:cubicBezTo>
                <a:close/>
                <a:moveTo>
                  <a:pt x="8107680" y="3215640"/>
                </a:moveTo>
                <a:cubicBezTo>
                  <a:pt x="8107680" y="3224057"/>
                  <a:pt x="8100857" y="3230880"/>
                  <a:pt x="8092440" y="3230880"/>
                </a:cubicBezTo>
                <a:cubicBezTo>
                  <a:pt x="8084023" y="3230880"/>
                  <a:pt x="8077200" y="3224057"/>
                  <a:pt x="8077200" y="3215640"/>
                </a:cubicBezTo>
                <a:cubicBezTo>
                  <a:pt x="8077200" y="3207223"/>
                  <a:pt x="8084023" y="3200400"/>
                  <a:pt x="8092440" y="3200400"/>
                </a:cubicBezTo>
                <a:cubicBezTo>
                  <a:pt x="8100857" y="3200400"/>
                  <a:pt x="8107680" y="3207223"/>
                  <a:pt x="8107680" y="3215640"/>
                </a:cubicBezTo>
                <a:close/>
                <a:moveTo>
                  <a:pt x="8107680" y="3368040"/>
                </a:moveTo>
                <a:cubicBezTo>
                  <a:pt x="8107680" y="3376457"/>
                  <a:pt x="8100857" y="3383280"/>
                  <a:pt x="8092440" y="3383280"/>
                </a:cubicBezTo>
                <a:cubicBezTo>
                  <a:pt x="8084023" y="3383280"/>
                  <a:pt x="8077200" y="3376457"/>
                  <a:pt x="8077200" y="3368040"/>
                </a:cubicBezTo>
                <a:cubicBezTo>
                  <a:pt x="8077200" y="3359623"/>
                  <a:pt x="8084023" y="3352800"/>
                  <a:pt x="8092440" y="3352800"/>
                </a:cubicBezTo>
                <a:cubicBezTo>
                  <a:pt x="8100857" y="3352800"/>
                  <a:pt x="8107680" y="3359623"/>
                  <a:pt x="8107680" y="3368040"/>
                </a:cubicBezTo>
                <a:close/>
                <a:moveTo>
                  <a:pt x="8107680" y="3520440"/>
                </a:moveTo>
                <a:cubicBezTo>
                  <a:pt x="8107680" y="3528857"/>
                  <a:pt x="8100857" y="3535680"/>
                  <a:pt x="8092440" y="3535680"/>
                </a:cubicBezTo>
                <a:cubicBezTo>
                  <a:pt x="8084023" y="3535680"/>
                  <a:pt x="8077200" y="3528857"/>
                  <a:pt x="8077200" y="3520440"/>
                </a:cubicBezTo>
                <a:cubicBezTo>
                  <a:pt x="8077200" y="3512023"/>
                  <a:pt x="8084023" y="3505200"/>
                  <a:pt x="8092440" y="3505200"/>
                </a:cubicBezTo>
                <a:cubicBezTo>
                  <a:pt x="8100857" y="3505200"/>
                  <a:pt x="8107680" y="3512023"/>
                  <a:pt x="8107680" y="3520440"/>
                </a:cubicBezTo>
                <a:close/>
                <a:moveTo>
                  <a:pt x="8107680" y="3672840"/>
                </a:moveTo>
                <a:cubicBezTo>
                  <a:pt x="8107680" y="3681257"/>
                  <a:pt x="8100857" y="3688080"/>
                  <a:pt x="8092440" y="3688080"/>
                </a:cubicBezTo>
                <a:cubicBezTo>
                  <a:pt x="8084023" y="3688080"/>
                  <a:pt x="8077200" y="3681257"/>
                  <a:pt x="8077200" y="3672840"/>
                </a:cubicBezTo>
                <a:cubicBezTo>
                  <a:pt x="8077200" y="3664423"/>
                  <a:pt x="8084023" y="3657600"/>
                  <a:pt x="8092440" y="3657600"/>
                </a:cubicBezTo>
                <a:cubicBezTo>
                  <a:pt x="8100857" y="3657600"/>
                  <a:pt x="8107680" y="3664423"/>
                  <a:pt x="8107680" y="3672840"/>
                </a:cubicBezTo>
                <a:close/>
                <a:moveTo>
                  <a:pt x="8107680" y="3825240"/>
                </a:moveTo>
                <a:cubicBezTo>
                  <a:pt x="8107680" y="3833657"/>
                  <a:pt x="8100857" y="3840480"/>
                  <a:pt x="8092440" y="3840480"/>
                </a:cubicBezTo>
                <a:cubicBezTo>
                  <a:pt x="8084023" y="3840480"/>
                  <a:pt x="8077200" y="3833657"/>
                  <a:pt x="8077200" y="3825240"/>
                </a:cubicBezTo>
                <a:cubicBezTo>
                  <a:pt x="8077200" y="3816823"/>
                  <a:pt x="8084023" y="3810000"/>
                  <a:pt x="8092440" y="3810000"/>
                </a:cubicBezTo>
                <a:cubicBezTo>
                  <a:pt x="8100857" y="3810000"/>
                  <a:pt x="8107680" y="3816823"/>
                  <a:pt x="8107680" y="3825240"/>
                </a:cubicBezTo>
                <a:close/>
                <a:moveTo>
                  <a:pt x="8107680" y="3977640"/>
                </a:moveTo>
                <a:cubicBezTo>
                  <a:pt x="8107680" y="3986057"/>
                  <a:pt x="8100857" y="3992880"/>
                  <a:pt x="8092440" y="3992880"/>
                </a:cubicBezTo>
                <a:cubicBezTo>
                  <a:pt x="8084023" y="3992880"/>
                  <a:pt x="8077200" y="3986057"/>
                  <a:pt x="8077200" y="3977640"/>
                </a:cubicBezTo>
                <a:cubicBezTo>
                  <a:pt x="8077200" y="3969223"/>
                  <a:pt x="8084023" y="3962400"/>
                  <a:pt x="8092440" y="3962400"/>
                </a:cubicBezTo>
                <a:cubicBezTo>
                  <a:pt x="8100857" y="3962400"/>
                  <a:pt x="8107680" y="3969223"/>
                  <a:pt x="8107680" y="3977640"/>
                </a:cubicBezTo>
                <a:close/>
                <a:moveTo>
                  <a:pt x="8107680" y="4130040"/>
                </a:moveTo>
                <a:cubicBezTo>
                  <a:pt x="8107680" y="4138457"/>
                  <a:pt x="8100857" y="4145280"/>
                  <a:pt x="8092440" y="4145280"/>
                </a:cubicBezTo>
                <a:cubicBezTo>
                  <a:pt x="8084023" y="4145280"/>
                  <a:pt x="8077200" y="4138457"/>
                  <a:pt x="8077200" y="4130040"/>
                </a:cubicBezTo>
                <a:cubicBezTo>
                  <a:pt x="8077200" y="4121623"/>
                  <a:pt x="8084023" y="4114800"/>
                  <a:pt x="8092440" y="4114800"/>
                </a:cubicBezTo>
                <a:cubicBezTo>
                  <a:pt x="8100857" y="4114800"/>
                  <a:pt x="8107680" y="4121623"/>
                  <a:pt x="8107680" y="4130040"/>
                </a:cubicBezTo>
                <a:close/>
                <a:moveTo>
                  <a:pt x="8107680" y="4282440"/>
                </a:moveTo>
                <a:cubicBezTo>
                  <a:pt x="8107680" y="4290857"/>
                  <a:pt x="8100857" y="4297680"/>
                  <a:pt x="8092440" y="4297680"/>
                </a:cubicBezTo>
                <a:cubicBezTo>
                  <a:pt x="8084023" y="4297680"/>
                  <a:pt x="8077200" y="4290857"/>
                  <a:pt x="8077200" y="4282440"/>
                </a:cubicBezTo>
                <a:cubicBezTo>
                  <a:pt x="8077200" y="4274023"/>
                  <a:pt x="8084023" y="4267200"/>
                  <a:pt x="8092440" y="4267200"/>
                </a:cubicBezTo>
                <a:cubicBezTo>
                  <a:pt x="8100857" y="4267200"/>
                  <a:pt x="8107680" y="4274023"/>
                  <a:pt x="8107680" y="4282440"/>
                </a:cubicBezTo>
                <a:close/>
                <a:moveTo>
                  <a:pt x="8107680" y="4434840"/>
                </a:moveTo>
                <a:cubicBezTo>
                  <a:pt x="8107680" y="4443257"/>
                  <a:pt x="8100857" y="4450080"/>
                  <a:pt x="8092440" y="4450080"/>
                </a:cubicBezTo>
                <a:cubicBezTo>
                  <a:pt x="8084023" y="4450080"/>
                  <a:pt x="8077200" y="4443257"/>
                  <a:pt x="8077200" y="4434840"/>
                </a:cubicBezTo>
                <a:cubicBezTo>
                  <a:pt x="8077200" y="4426423"/>
                  <a:pt x="8084023" y="4419600"/>
                  <a:pt x="8092440" y="4419600"/>
                </a:cubicBezTo>
                <a:cubicBezTo>
                  <a:pt x="8100857" y="4419600"/>
                  <a:pt x="8107680" y="4426423"/>
                  <a:pt x="8107680" y="4434840"/>
                </a:cubicBezTo>
                <a:close/>
                <a:moveTo>
                  <a:pt x="8260080" y="15240"/>
                </a:moveTo>
                <a:cubicBezTo>
                  <a:pt x="8260080" y="23657"/>
                  <a:pt x="8253257" y="30480"/>
                  <a:pt x="8244840" y="30480"/>
                </a:cubicBezTo>
                <a:cubicBezTo>
                  <a:pt x="8236423" y="30480"/>
                  <a:pt x="8229600" y="23657"/>
                  <a:pt x="8229600" y="15240"/>
                </a:cubicBezTo>
                <a:cubicBezTo>
                  <a:pt x="8229600" y="6823"/>
                  <a:pt x="8236423" y="0"/>
                  <a:pt x="8244840" y="0"/>
                </a:cubicBezTo>
                <a:cubicBezTo>
                  <a:pt x="8253257" y="0"/>
                  <a:pt x="8260080" y="6823"/>
                  <a:pt x="8260080" y="15240"/>
                </a:cubicBezTo>
                <a:close/>
                <a:moveTo>
                  <a:pt x="8260080" y="167640"/>
                </a:moveTo>
                <a:cubicBezTo>
                  <a:pt x="8260080" y="176057"/>
                  <a:pt x="8253257" y="182880"/>
                  <a:pt x="8244840" y="182880"/>
                </a:cubicBezTo>
                <a:cubicBezTo>
                  <a:pt x="8236423" y="182880"/>
                  <a:pt x="8229600" y="176057"/>
                  <a:pt x="8229600" y="167640"/>
                </a:cubicBezTo>
                <a:cubicBezTo>
                  <a:pt x="8229600" y="159223"/>
                  <a:pt x="8236423" y="152400"/>
                  <a:pt x="8244840" y="152400"/>
                </a:cubicBezTo>
                <a:cubicBezTo>
                  <a:pt x="8253257" y="152400"/>
                  <a:pt x="8260080" y="159223"/>
                  <a:pt x="8260080" y="167640"/>
                </a:cubicBezTo>
                <a:close/>
                <a:moveTo>
                  <a:pt x="8260080" y="320040"/>
                </a:moveTo>
                <a:cubicBezTo>
                  <a:pt x="8260080" y="328457"/>
                  <a:pt x="8253257" y="335280"/>
                  <a:pt x="8244840" y="335280"/>
                </a:cubicBezTo>
                <a:cubicBezTo>
                  <a:pt x="8236423" y="335280"/>
                  <a:pt x="8229600" y="328457"/>
                  <a:pt x="8229600" y="320040"/>
                </a:cubicBezTo>
                <a:cubicBezTo>
                  <a:pt x="8229600" y="311623"/>
                  <a:pt x="8236423" y="304800"/>
                  <a:pt x="8244840" y="304800"/>
                </a:cubicBezTo>
                <a:cubicBezTo>
                  <a:pt x="8253257" y="304800"/>
                  <a:pt x="8260080" y="311623"/>
                  <a:pt x="8260080" y="320040"/>
                </a:cubicBezTo>
                <a:close/>
                <a:moveTo>
                  <a:pt x="8260080" y="472440"/>
                </a:moveTo>
                <a:cubicBezTo>
                  <a:pt x="8260080" y="480857"/>
                  <a:pt x="8253257" y="487680"/>
                  <a:pt x="8244840" y="487680"/>
                </a:cubicBezTo>
                <a:cubicBezTo>
                  <a:pt x="8236423" y="487680"/>
                  <a:pt x="8229600" y="480857"/>
                  <a:pt x="8229600" y="472440"/>
                </a:cubicBezTo>
                <a:cubicBezTo>
                  <a:pt x="8229600" y="464023"/>
                  <a:pt x="8236423" y="457200"/>
                  <a:pt x="8244840" y="457200"/>
                </a:cubicBezTo>
                <a:cubicBezTo>
                  <a:pt x="8253257" y="457200"/>
                  <a:pt x="8260080" y="464023"/>
                  <a:pt x="8260080" y="472440"/>
                </a:cubicBezTo>
                <a:close/>
                <a:moveTo>
                  <a:pt x="8260080" y="624840"/>
                </a:moveTo>
                <a:cubicBezTo>
                  <a:pt x="8260080" y="633257"/>
                  <a:pt x="8253257" y="640080"/>
                  <a:pt x="8244840" y="640080"/>
                </a:cubicBezTo>
                <a:cubicBezTo>
                  <a:pt x="8236423" y="640080"/>
                  <a:pt x="8229600" y="633257"/>
                  <a:pt x="8229600" y="624840"/>
                </a:cubicBezTo>
                <a:cubicBezTo>
                  <a:pt x="8229600" y="616423"/>
                  <a:pt x="8236423" y="609600"/>
                  <a:pt x="8244840" y="609600"/>
                </a:cubicBezTo>
                <a:cubicBezTo>
                  <a:pt x="8253257" y="609600"/>
                  <a:pt x="8260080" y="616423"/>
                  <a:pt x="8260080" y="624840"/>
                </a:cubicBezTo>
                <a:close/>
                <a:moveTo>
                  <a:pt x="8260080" y="777240"/>
                </a:moveTo>
                <a:cubicBezTo>
                  <a:pt x="8260080" y="785657"/>
                  <a:pt x="8253257" y="792480"/>
                  <a:pt x="8244840" y="792480"/>
                </a:cubicBezTo>
                <a:cubicBezTo>
                  <a:pt x="8236423" y="792480"/>
                  <a:pt x="8229600" y="785657"/>
                  <a:pt x="8229600" y="777240"/>
                </a:cubicBezTo>
                <a:cubicBezTo>
                  <a:pt x="8229600" y="768823"/>
                  <a:pt x="8236423" y="762000"/>
                  <a:pt x="8244840" y="762000"/>
                </a:cubicBezTo>
                <a:cubicBezTo>
                  <a:pt x="8253257" y="762000"/>
                  <a:pt x="8260080" y="768823"/>
                  <a:pt x="8260080" y="777240"/>
                </a:cubicBezTo>
                <a:close/>
                <a:moveTo>
                  <a:pt x="8260080" y="929640"/>
                </a:moveTo>
                <a:cubicBezTo>
                  <a:pt x="8260080" y="938057"/>
                  <a:pt x="8253257" y="944880"/>
                  <a:pt x="8244840" y="944880"/>
                </a:cubicBezTo>
                <a:cubicBezTo>
                  <a:pt x="8236423" y="944880"/>
                  <a:pt x="8229600" y="938057"/>
                  <a:pt x="8229600" y="929640"/>
                </a:cubicBezTo>
                <a:cubicBezTo>
                  <a:pt x="8229600" y="921223"/>
                  <a:pt x="8236423" y="914400"/>
                  <a:pt x="8244840" y="914400"/>
                </a:cubicBezTo>
                <a:cubicBezTo>
                  <a:pt x="8253257" y="914400"/>
                  <a:pt x="8260080" y="921223"/>
                  <a:pt x="8260080" y="929640"/>
                </a:cubicBezTo>
                <a:close/>
                <a:moveTo>
                  <a:pt x="8260080" y="1082040"/>
                </a:moveTo>
                <a:cubicBezTo>
                  <a:pt x="8260080" y="1090457"/>
                  <a:pt x="8253257" y="1097280"/>
                  <a:pt x="8244840" y="1097280"/>
                </a:cubicBezTo>
                <a:cubicBezTo>
                  <a:pt x="8236423" y="1097280"/>
                  <a:pt x="8229600" y="1090457"/>
                  <a:pt x="8229600" y="1082040"/>
                </a:cubicBezTo>
                <a:cubicBezTo>
                  <a:pt x="8229600" y="1073623"/>
                  <a:pt x="8236423" y="1066800"/>
                  <a:pt x="8244840" y="1066800"/>
                </a:cubicBezTo>
                <a:cubicBezTo>
                  <a:pt x="8253257" y="1066800"/>
                  <a:pt x="8260080" y="1073623"/>
                  <a:pt x="8260080" y="1082040"/>
                </a:cubicBezTo>
                <a:close/>
                <a:moveTo>
                  <a:pt x="8260080" y="1234440"/>
                </a:moveTo>
                <a:cubicBezTo>
                  <a:pt x="8260080" y="1242857"/>
                  <a:pt x="8253257" y="1249680"/>
                  <a:pt x="8244840" y="1249680"/>
                </a:cubicBezTo>
                <a:cubicBezTo>
                  <a:pt x="8236423" y="1249680"/>
                  <a:pt x="8229600" y="1242857"/>
                  <a:pt x="8229600" y="1234440"/>
                </a:cubicBezTo>
                <a:cubicBezTo>
                  <a:pt x="8229600" y="1226023"/>
                  <a:pt x="8236423" y="1219200"/>
                  <a:pt x="8244840" y="1219200"/>
                </a:cubicBezTo>
                <a:cubicBezTo>
                  <a:pt x="8253257" y="1219200"/>
                  <a:pt x="8260080" y="1226023"/>
                  <a:pt x="8260080" y="1234440"/>
                </a:cubicBezTo>
                <a:close/>
                <a:moveTo>
                  <a:pt x="8260080" y="1386840"/>
                </a:moveTo>
                <a:cubicBezTo>
                  <a:pt x="8260080" y="1395257"/>
                  <a:pt x="8253257" y="1402080"/>
                  <a:pt x="8244840" y="1402080"/>
                </a:cubicBezTo>
                <a:cubicBezTo>
                  <a:pt x="8236423" y="1402080"/>
                  <a:pt x="8229600" y="1395257"/>
                  <a:pt x="8229600" y="1386840"/>
                </a:cubicBezTo>
                <a:cubicBezTo>
                  <a:pt x="8229600" y="1378423"/>
                  <a:pt x="8236423" y="1371600"/>
                  <a:pt x="8244840" y="1371600"/>
                </a:cubicBezTo>
                <a:cubicBezTo>
                  <a:pt x="8253257" y="1371600"/>
                  <a:pt x="8260080" y="1378423"/>
                  <a:pt x="8260080" y="1386840"/>
                </a:cubicBezTo>
                <a:close/>
                <a:moveTo>
                  <a:pt x="8260080" y="1539240"/>
                </a:moveTo>
                <a:cubicBezTo>
                  <a:pt x="8260080" y="1547657"/>
                  <a:pt x="8253257" y="1554480"/>
                  <a:pt x="8244840" y="1554480"/>
                </a:cubicBezTo>
                <a:cubicBezTo>
                  <a:pt x="8236423" y="1554480"/>
                  <a:pt x="8229600" y="1547657"/>
                  <a:pt x="8229600" y="1539240"/>
                </a:cubicBezTo>
                <a:cubicBezTo>
                  <a:pt x="8229600" y="1530823"/>
                  <a:pt x="8236423" y="1524000"/>
                  <a:pt x="8244840" y="1524000"/>
                </a:cubicBezTo>
                <a:cubicBezTo>
                  <a:pt x="8253257" y="1524000"/>
                  <a:pt x="8260080" y="1530823"/>
                  <a:pt x="8260080" y="1539240"/>
                </a:cubicBezTo>
                <a:close/>
                <a:moveTo>
                  <a:pt x="8260080" y="1691640"/>
                </a:moveTo>
                <a:cubicBezTo>
                  <a:pt x="8260080" y="1700057"/>
                  <a:pt x="8253257" y="1706880"/>
                  <a:pt x="8244840" y="1706880"/>
                </a:cubicBezTo>
                <a:cubicBezTo>
                  <a:pt x="8236423" y="1706880"/>
                  <a:pt x="8229600" y="1700057"/>
                  <a:pt x="8229600" y="1691640"/>
                </a:cubicBezTo>
                <a:cubicBezTo>
                  <a:pt x="8229600" y="1683223"/>
                  <a:pt x="8236423" y="1676400"/>
                  <a:pt x="8244840" y="1676400"/>
                </a:cubicBezTo>
                <a:cubicBezTo>
                  <a:pt x="8253257" y="1676400"/>
                  <a:pt x="8260080" y="1683223"/>
                  <a:pt x="8260080" y="1691640"/>
                </a:cubicBezTo>
                <a:close/>
                <a:moveTo>
                  <a:pt x="8260080" y="1844040"/>
                </a:moveTo>
                <a:cubicBezTo>
                  <a:pt x="8260080" y="1852457"/>
                  <a:pt x="8253257" y="1859280"/>
                  <a:pt x="8244840" y="1859280"/>
                </a:cubicBezTo>
                <a:cubicBezTo>
                  <a:pt x="8236423" y="1859280"/>
                  <a:pt x="8229600" y="1852457"/>
                  <a:pt x="8229600" y="1844040"/>
                </a:cubicBezTo>
                <a:cubicBezTo>
                  <a:pt x="8229600" y="1835623"/>
                  <a:pt x="8236423" y="1828800"/>
                  <a:pt x="8244840" y="1828800"/>
                </a:cubicBezTo>
                <a:cubicBezTo>
                  <a:pt x="8253257" y="1828800"/>
                  <a:pt x="8260080" y="1835623"/>
                  <a:pt x="8260080" y="1844040"/>
                </a:cubicBezTo>
                <a:close/>
                <a:moveTo>
                  <a:pt x="8260080" y="1996440"/>
                </a:moveTo>
                <a:cubicBezTo>
                  <a:pt x="8260080" y="2004857"/>
                  <a:pt x="8253257" y="2011680"/>
                  <a:pt x="8244840" y="2011680"/>
                </a:cubicBezTo>
                <a:cubicBezTo>
                  <a:pt x="8236423" y="2011680"/>
                  <a:pt x="8229600" y="2004857"/>
                  <a:pt x="8229600" y="1996440"/>
                </a:cubicBezTo>
                <a:cubicBezTo>
                  <a:pt x="8229600" y="1988023"/>
                  <a:pt x="8236423" y="1981200"/>
                  <a:pt x="8244840" y="1981200"/>
                </a:cubicBezTo>
                <a:cubicBezTo>
                  <a:pt x="8253257" y="1981200"/>
                  <a:pt x="8260080" y="1988023"/>
                  <a:pt x="8260080" y="1996440"/>
                </a:cubicBezTo>
                <a:close/>
                <a:moveTo>
                  <a:pt x="8260080" y="2148840"/>
                </a:moveTo>
                <a:cubicBezTo>
                  <a:pt x="8260080" y="2157257"/>
                  <a:pt x="8253257" y="2164080"/>
                  <a:pt x="8244840" y="2164080"/>
                </a:cubicBezTo>
                <a:cubicBezTo>
                  <a:pt x="8236423" y="2164080"/>
                  <a:pt x="8229600" y="2157257"/>
                  <a:pt x="8229600" y="2148840"/>
                </a:cubicBezTo>
                <a:cubicBezTo>
                  <a:pt x="8229600" y="2140423"/>
                  <a:pt x="8236423" y="2133600"/>
                  <a:pt x="8244840" y="2133600"/>
                </a:cubicBezTo>
                <a:cubicBezTo>
                  <a:pt x="8253257" y="2133600"/>
                  <a:pt x="8260080" y="2140423"/>
                  <a:pt x="8260080" y="2148840"/>
                </a:cubicBezTo>
                <a:close/>
                <a:moveTo>
                  <a:pt x="8260080" y="2301240"/>
                </a:moveTo>
                <a:cubicBezTo>
                  <a:pt x="8260080" y="2309657"/>
                  <a:pt x="8253257" y="2316480"/>
                  <a:pt x="8244840" y="2316480"/>
                </a:cubicBezTo>
                <a:cubicBezTo>
                  <a:pt x="8236423" y="2316480"/>
                  <a:pt x="8229600" y="2309657"/>
                  <a:pt x="8229600" y="2301240"/>
                </a:cubicBezTo>
                <a:cubicBezTo>
                  <a:pt x="8229600" y="2292823"/>
                  <a:pt x="8236423" y="2286000"/>
                  <a:pt x="8244840" y="2286000"/>
                </a:cubicBezTo>
                <a:cubicBezTo>
                  <a:pt x="8253257" y="2286000"/>
                  <a:pt x="8260080" y="2292823"/>
                  <a:pt x="8260080" y="2301240"/>
                </a:cubicBezTo>
                <a:close/>
                <a:moveTo>
                  <a:pt x="8260080" y="2453640"/>
                </a:moveTo>
                <a:cubicBezTo>
                  <a:pt x="8260080" y="2462057"/>
                  <a:pt x="8253257" y="2468880"/>
                  <a:pt x="8244840" y="2468880"/>
                </a:cubicBezTo>
                <a:cubicBezTo>
                  <a:pt x="8236423" y="2468880"/>
                  <a:pt x="8229600" y="2462057"/>
                  <a:pt x="8229600" y="2453640"/>
                </a:cubicBezTo>
                <a:cubicBezTo>
                  <a:pt x="8229600" y="2445223"/>
                  <a:pt x="8236423" y="2438400"/>
                  <a:pt x="8244840" y="2438400"/>
                </a:cubicBezTo>
                <a:cubicBezTo>
                  <a:pt x="8253257" y="2438400"/>
                  <a:pt x="8260080" y="2445223"/>
                  <a:pt x="8260080" y="2453640"/>
                </a:cubicBezTo>
                <a:close/>
                <a:moveTo>
                  <a:pt x="8260080" y="2606040"/>
                </a:moveTo>
                <a:cubicBezTo>
                  <a:pt x="8260080" y="2614457"/>
                  <a:pt x="8253257" y="2621280"/>
                  <a:pt x="8244840" y="2621280"/>
                </a:cubicBezTo>
                <a:cubicBezTo>
                  <a:pt x="8236423" y="2621280"/>
                  <a:pt x="8229600" y="2614457"/>
                  <a:pt x="8229600" y="2606040"/>
                </a:cubicBezTo>
                <a:cubicBezTo>
                  <a:pt x="8229600" y="2597623"/>
                  <a:pt x="8236423" y="2590800"/>
                  <a:pt x="8244840" y="2590800"/>
                </a:cubicBezTo>
                <a:cubicBezTo>
                  <a:pt x="8253257" y="2590800"/>
                  <a:pt x="8260080" y="2597623"/>
                  <a:pt x="8260080" y="2606040"/>
                </a:cubicBezTo>
                <a:close/>
                <a:moveTo>
                  <a:pt x="8260080" y="2758440"/>
                </a:moveTo>
                <a:cubicBezTo>
                  <a:pt x="8260080" y="2766857"/>
                  <a:pt x="8253257" y="2773680"/>
                  <a:pt x="8244840" y="2773680"/>
                </a:cubicBezTo>
                <a:cubicBezTo>
                  <a:pt x="8236423" y="2773680"/>
                  <a:pt x="8229600" y="2766857"/>
                  <a:pt x="8229600" y="2758440"/>
                </a:cubicBezTo>
                <a:cubicBezTo>
                  <a:pt x="8229600" y="2750023"/>
                  <a:pt x="8236423" y="2743200"/>
                  <a:pt x="8244840" y="2743200"/>
                </a:cubicBezTo>
                <a:cubicBezTo>
                  <a:pt x="8253257" y="2743200"/>
                  <a:pt x="8260080" y="2750023"/>
                  <a:pt x="8260080" y="2758440"/>
                </a:cubicBezTo>
                <a:close/>
                <a:moveTo>
                  <a:pt x="8260080" y="2910840"/>
                </a:moveTo>
                <a:cubicBezTo>
                  <a:pt x="8260080" y="2919257"/>
                  <a:pt x="8253257" y="2926080"/>
                  <a:pt x="8244840" y="2926080"/>
                </a:cubicBezTo>
                <a:cubicBezTo>
                  <a:pt x="8236423" y="2926080"/>
                  <a:pt x="8229600" y="2919257"/>
                  <a:pt x="8229600" y="2910840"/>
                </a:cubicBezTo>
                <a:cubicBezTo>
                  <a:pt x="8229600" y="2902423"/>
                  <a:pt x="8236423" y="2895600"/>
                  <a:pt x="8244840" y="2895600"/>
                </a:cubicBezTo>
                <a:cubicBezTo>
                  <a:pt x="8253257" y="2895600"/>
                  <a:pt x="8260080" y="2902423"/>
                  <a:pt x="8260080" y="2910840"/>
                </a:cubicBezTo>
                <a:close/>
                <a:moveTo>
                  <a:pt x="8260080" y="3063240"/>
                </a:moveTo>
                <a:cubicBezTo>
                  <a:pt x="8260080" y="3071657"/>
                  <a:pt x="8253257" y="3078480"/>
                  <a:pt x="8244840" y="3078480"/>
                </a:cubicBezTo>
                <a:cubicBezTo>
                  <a:pt x="8236423" y="3078480"/>
                  <a:pt x="8229600" y="3071657"/>
                  <a:pt x="8229600" y="3063240"/>
                </a:cubicBezTo>
                <a:cubicBezTo>
                  <a:pt x="8229600" y="3054823"/>
                  <a:pt x="8236423" y="3048000"/>
                  <a:pt x="8244840" y="3048000"/>
                </a:cubicBezTo>
                <a:cubicBezTo>
                  <a:pt x="8253257" y="3048000"/>
                  <a:pt x="8260080" y="3054823"/>
                  <a:pt x="8260080" y="3063240"/>
                </a:cubicBezTo>
                <a:close/>
                <a:moveTo>
                  <a:pt x="8260080" y="3215640"/>
                </a:moveTo>
                <a:cubicBezTo>
                  <a:pt x="8260080" y="3224057"/>
                  <a:pt x="8253257" y="3230880"/>
                  <a:pt x="8244840" y="3230880"/>
                </a:cubicBezTo>
                <a:cubicBezTo>
                  <a:pt x="8236423" y="3230880"/>
                  <a:pt x="8229600" y="3224057"/>
                  <a:pt x="8229600" y="3215640"/>
                </a:cubicBezTo>
                <a:cubicBezTo>
                  <a:pt x="8229600" y="3207223"/>
                  <a:pt x="8236423" y="3200400"/>
                  <a:pt x="8244840" y="3200400"/>
                </a:cubicBezTo>
                <a:cubicBezTo>
                  <a:pt x="8253257" y="3200400"/>
                  <a:pt x="8260080" y="3207223"/>
                  <a:pt x="8260080" y="3215640"/>
                </a:cubicBezTo>
                <a:close/>
                <a:moveTo>
                  <a:pt x="8260080" y="3368040"/>
                </a:moveTo>
                <a:cubicBezTo>
                  <a:pt x="8260080" y="3376457"/>
                  <a:pt x="8253257" y="3383280"/>
                  <a:pt x="8244840" y="3383280"/>
                </a:cubicBezTo>
                <a:cubicBezTo>
                  <a:pt x="8236423" y="3383280"/>
                  <a:pt x="8229600" y="3376457"/>
                  <a:pt x="8229600" y="3368040"/>
                </a:cubicBezTo>
                <a:cubicBezTo>
                  <a:pt x="8229600" y="3359623"/>
                  <a:pt x="8236423" y="3352800"/>
                  <a:pt x="8244840" y="3352800"/>
                </a:cubicBezTo>
                <a:cubicBezTo>
                  <a:pt x="8253257" y="3352800"/>
                  <a:pt x="8260080" y="3359623"/>
                  <a:pt x="8260080" y="3368040"/>
                </a:cubicBezTo>
                <a:close/>
                <a:moveTo>
                  <a:pt x="8260080" y="3520440"/>
                </a:moveTo>
                <a:cubicBezTo>
                  <a:pt x="8260080" y="3528857"/>
                  <a:pt x="8253257" y="3535680"/>
                  <a:pt x="8244840" y="3535680"/>
                </a:cubicBezTo>
                <a:cubicBezTo>
                  <a:pt x="8236423" y="3535680"/>
                  <a:pt x="8229600" y="3528857"/>
                  <a:pt x="8229600" y="3520440"/>
                </a:cubicBezTo>
                <a:cubicBezTo>
                  <a:pt x="8229600" y="3512023"/>
                  <a:pt x="8236423" y="3505200"/>
                  <a:pt x="8244840" y="3505200"/>
                </a:cubicBezTo>
                <a:cubicBezTo>
                  <a:pt x="8253257" y="3505200"/>
                  <a:pt x="8260080" y="3512023"/>
                  <a:pt x="8260080" y="3520440"/>
                </a:cubicBezTo>
                <a:close/>
                <a:moveTo>
                  <a:pt x="8260080" y="3672840"/>
                </a:moveTo>
                <a:cubicBezTo>
                  <a:pt x="8260080" y="3681257"/>
                  <a:pt x="8253257" y="3688080"/>
                  <a:pt x="8244840" y="3688080"/>
                </a:cubicBezTo>
                <a:cubicBezTo>
                  <a:pt x="8236423" y="3688080"/>
                  <a:pt x="8229600" y="3681257"/>
                  <a:pt x="8229600" y="3672840"/>
                </a:cubicBezTo>
                <a:cubicBezTo>
                  <a:pt x="8229600" y="3664423"/>
                  <a:pt x="8236423" y="3657600"/>
                  <a:pt x="8244840" y="3657600"/>
                </a:cubicBezTo>
                <a:cubicBezTo>
                  <a:pt x="8253257" y="3657600"/>
                  <a:pt x="8260080" y="3664423"/>
                  <a:pt x="8260080" y="3672840"/>
                </a:cubicBezTo>
                <a:close/>
                <a:moveTo>
                  <a:pt x="8260080" y="3825240"/>
                </a:moveTo>
                <a:cubicBezTo>
                  <a:pt x="8260080" y="3833657"/>
                  <a:pt x="8253257" y="3840480"/>
                  <a:pt x="8244840" y="3840480"/>
                </a:cubicBezTo>
                <a:cubicBezTo>
                  <a:pt x="8236423" y="3840480"/>
                  <a:pt x="8229600" y="3833657"/>
                  <a:pt x="8229600" y="3825240"/>
                </a:cubicBezTo>
                <a:cubicBezTo>
                  <a:pt x="8229600" y="3816823"/>
                  <a:pt x="8236423" y="3810000"/>
                  <a:pt x="8244840" y="3810000"/>
                </a:cubicBezTo>
                <a:cubicBezTo>
                  <a:pt x="8253257" y="3810000"/>
                  <a:pt x="8260080" y="3816823"/>
                  <a:pt x="8260080" y="3825240"/>
                </a:cubicBezTo>
                <a:close/>
                <a:moveTo>
                  <a:pt x="8260080" y="3977640"/>
                </a:moveTo>
                <a:cubicBezTo>
                  <a:pt x="8260080" y="3986057"/>
                  <a:pt x="8253257" y="3992880"/>
                  <a:pt x="8244840" y="3992880"/>
                </a:cubicBezTo>
                <a:cubicBezTo>
                  <a:pt x="8236423" y="3992880"/>
                  <a:pt x="8229600" y="3986057"/>
                  <a:pt x="8229600" y="3977640"/>
                </a:cubicBezTo>
                <a:cubicBezTo>
                  <a:pt x="8229600" y="3969223"/>
                  <a:pt x="8236423" y="3962400"/>
                  <a:pt x="8244840" y="3962400"/>
                </a:cubicBezTo>
                <a:cubicBezTo>
                  <a:pt x="8253257" y="3962400"/>
                  <a:pt x="8260080" y="3969223"/>
                  <a:pt x="8260080" y="3977640"/>
                </a:cubicBezTo>
                <a:close/>
                <a:moveTo>
                  <a:pt x="8260080" y="4130040"/>
                </a:moveTo>
                <a:cubicBezTo>
                  <a:pt x="8260080" y="4138457"/>
                  <a:pt x="8253257" y="4145280"/>
                  <a:pt x="8244840" y="4145280"/>
                </a:cubicBezTo>
                <a:cubicBezTo>
                  <a:pt x="8236423" y="4145280"/>
                  <a:pt x="8229600" y="4138457"/>
                  <a:pt x="8229600" y="4130040"/>
                </a:cubicBezTo>
                <a:cubicBezTo>
                  <a:pt x="8229600" y="4121623"/>
                  <a:pt x="8236423" y="4114800"/>
                  <a:pt x="8244840" y="4114800"/>
                </a:cubicBezTo>
                <a:cubicBezTo>
                  <a:pt x="8253257" y="4114800"/>
                  <a:pt x="8260080" y="4121623"/>
                  <a:pt x="8260080" y="4130040"/>
                </a:cubicBezTo>
                <a:close/>
                <a:moveTo>
                  <a:pt x="8260080" y="4282440"/>
                </a:moveTo>
                <a:cubicBezTo>
                  <a:pt x="8260080" y="4290857"/>
                  <a:pt x="8253257" y="4297680"/>
                  <a:pt x="8244840" y="4297680"/>
                </a:cubicBezTo>
                <a:cubicBezTo>
                  <a:pt x="8236423" y="4297680"/>
                  <a:pt x="8229600" y="4290857"/>
                  <a:pt x="8229600" y="4282440"/>
                </a:cubicBezTo>
                <a:cubicBezTo>
                  <a:pt x="8229600" y="4274023"/>
                  <a:pt x="8236423" y="4267200"/>
                  <a:pt x="8244840" y="4267200"/>
                </a:cubicBezTo>
                <a:cubicBezTo>
                  <a:pt x="8253257" y="4267200"/>
                  <a:pt x="8260080" y="4274023"/>
                  <a:pt x="8260080" y="4282440"/>
                </a:cubicBezTo>
                <a:close/>
                <a:moveTo>
                  <a:pt x="8260080" y="4434840"/>
                </a:moveTo>
                <a:cubicBezTo>
                  <a:pt x="8260080" y="4443257"/>
                  <a:pt x="8253257" y="4450080"/>
                  <a:pt x="8244840" y="4450080"/>
                </a:cubicBezTo>
                <a:cubicBezTo>
                  <a:pt x="8236423" y="4450080"/>
                  <a:pt x="8229600" y="4443257"/>
                  <a:pt x="8229600" y="4434840"/>
                </a:cubicBezTo>
                <a:cubicBezTo>
                  <a:pt x="8229600" y="4426423"/>
                  <a:pt x="8236423" y="4419600"/>
                  <a:pt x="8244840" y="4419600"/>
                </a:cubicBezTo>
                <a:cubicBezTo>
                  <a:pt x="8253257" y="4419600"/>
                  <a:pt x="8260080" y="4426423"/>
                  <a:pt x="8260080" y="4434840"/>
                </a:cubicBezTo>
                <a:close/>
                <a:moveTo>
                  <a:pt x="8412480" y="15240"/>
                </a:moveTo>
                <a:cubicBezTo>
                  <a:pt x="8412480" y="23657"/>
                  <a:pt x="8405657" y="30480"/>
                  <a:pt x="8397240" y="30480"/>
                </a:cubicBezTo>
                <a:cubicBezTo>
                  <a:pt x="8388823" y="30480"/>
                  <a:pt x="8382000" y="23657"/>
                  <a:pt x="8382000" y="15240"/>
                </a:cubicBezTo>
                <a:cubicBezTo>
                  <a:pt x="8382000" y="6823"/>
                  <a:pt x="8388823" y="0"/>
                  <a:pt x="8397240" y="0"/>
                </a:cubicBezTo>
                <a:cubicBezTo>
                  <a:pt x="8405657" y="0"/>
                  <a:pt x="8412480" y="6823"/>
                  <a:pt x="8412480" y="15240"/>
                </a:cubicBezTo>
                <a:close/>
                <a:moveTo>
                  <a:pt x="8412480" y="167640"/>
                </a:moveTo>
                <a:cubicBezTo>
                  <a:pt x="8412480" y="176057"/>
                  <a:pt x="8405657" y="182880"/>
                  <a:pt x="8397240" y="182880"/>
                </a:cubicBezTo>
                <a:cubicBezTo>
                  <a:pt x="8388823" y="182880"/>
                  <a:pt x="8382000" y="176057"/>
                  <a:pt x="8382000" y="167640"/>
                </a:cubicBezTo>
                <a:cubicBezTo>
                  <a:pt x="8382000" y="159223"/>
                  <a:pt x="8388823" y="152400"/>
                  <a:pt x="8397240" y="152400"/>
                </a:cubicBezTo>
                <a:cubicBezTo>
                  <a:pt x="8405657" y="152400"/>
                  <a:pt x="8412480" y="159223"/>
                  <a:pt x="8412480" y="167640"/>
                </a:cubicBezTo>
                <a:close/>
                <a:moveTo>
                  <a:pt x="8412480" y="320040"/>
                </a:moveTo>
                <a:cubicBezTo>
                  <a:pt x="8412480" y="328457"/>
                  <a:pt x="8405657" y="335280"/>
                  <a:pt x="8397240" y="335280"/>
                </a:cubicBezTo>
                <a:cubicBezTo>
                  <a:pt x="8388823" y="335280"/>
                  <a:pt x="8382000" y="328457"/>
                  <a:pt x="8382000" y="320040"/>
                </a:cubicBezTo>
                <a:cubicBezTo>
                  <a:pt x="8382000" y="311623"/>
                  <a:pt x="8388823" y="304800"/>
                  <a:pt x="8397240" y="304800"/>
                </a:cubicBezTo>
                <a:cubicBezTo>
                  <a:pt x="8405657" y="304800"/>
                  <a:pt x="8412480" y="311623"/>
                  <a:pt x="8412480" y="320040"/>
                </a:cubicBezTo>
                <a:close/>
                <a:moveTo>
                  <a:pt x="8412480" y="472440"/>
                </a:moveTo>
                <a:cubicBezTo>
                  <a:pt x="8412480" y="480857"/>
                  <a:pt x="8405657" y="487680"/>
                  <a:pt x="8397240" y="487680"/>
                </a:cubicBezTo>
                <a:cubicBezTo>
                  <a:pt x="8388823" y="487680"/>
                  <a:pt x="8382000" y="480857"/>
                  <a:pt x="8382000" y="472440"/>
                </a:cubicBezTo>
                <a:cubicBezTo>
                  <a:pt x="8382000" y="464023"/>
                  <a:pt x="8388823" y="457200"/>
                  <a:pt x="8397240" y="457200"/>
                </a:cubicBezTo>
                <a:cubicBezTo>
                  <a:pt x="8405657" y="457200"/>
                  <a:pt x="8412480" y="464023"/>
                  <a:pt x="8412480" y="472440"/>
                </a:cubicBezTo>
                <a:close/>
                <a:moveTo>
                  <a:pt x="8412480" y="624840"/>
                </a:moveTo>
                <a:cubicBezTo>
                  <a:pt x="8412480" y="633257"/>
                  <a:pt x="8405657" y="640080"/>
                  <a:pt x="8397240" y="640080"/>
                </a:cubicBezTo>
                <a:cubicBezTo>
                  <a:pt x="8388823" y="640080"/>
                  <a:pt x="8382000" y="633257"/>
                  <a:pt x="8382000" y="624840"/>
                </a:cubicBezTo>
                <a:cubicBezTo>
                  <a:pt x="8382000" y="616423"/>
                  <a:pt x="8388823" y="609600"/>
                  <a:pt x="8397240" y="609600"/>
                </a:cubicBezTo>
                <a:cubicBezTo>
                  <a:pt x="8405657" y="609600"/>
                  <a:pt x="8412480" y="616423"/>
                  <a:pt x="8412480" y="624840"/>
                </a:cubicBezTo>
                <a:close/>
                <a:moveTo>
                  <a:pt x="8412480" y="777240"/>
                </a:moveTo>
                <a:cubicBezTo>
                  <a:pt x="8412480" y="785657"/>
                  <a:pt x="8405657" y="792480"/>
                  <a:pt x="8397240" y="792480"/>
                </a:cubicBezTo>
                <a:cubicBezTo>
                  <a:pt x="8388823" y="792480"/>
                  <a:pt x="8382000" y="785657"/>
                  <a:pt x="8382000" y="777240"/>
                </a:cubicBezTo>
                <a:cubicBezTo>
                  <a:pt x="8382000" y="768823"/>
                  <a:pt x="8388823" y="762000"/>
                  <a:pt x="8397240" y="762000"/>
                </a:cubicBezTo>
                <a:cubicBezTo>
                  <a:pt x="8405657" y="762000"/>
                  <a:pt x="8412480" y="768823"/>
                  <a:pt x="8412480" y="777240"/>
                </a:cubicBezTo>
                <a:close/>
                <a:moveTo>
                  <a:pt x="8412480" y="929640"/>
                </a:moveTo>
                <a:cubicBezTo>
                  <a:pt x="8412480" y="938057"/>
                  <a:pt x="8405657" y="944880"/>
                  <a:pt x="8397240" y="944880"/>
                </a:cubicBezTo>
                <a:cubicBezTo>
                  <a:pt x="8388823" y="944880"/>
                  <a:pt x="8382000" y="938057"/>
                  <a:pt x="8382000" y="929640"/>
                </a:cubicBezTo>
                <a:cubicBezTo>
                  <a:pt x="8382000" y="921223"/>
                  <a:pt x="8388823" y="914400"/>
                  <a:pt x="8397240" y="914400"/>
                </a:cubicBezTo>
                <a:cubicBezTo>
                  <a:pt x="8405657" y="914400"/>
                  <a:pt x="8412480" y="921223"/>
                  <a:pt x="8412480" y="929640"/>
                </a:cubicBezTo>
                <a:close/>
                <a:moveTo>
                  <a:pt x="8412480" y="1082040"/>
                </a:moveTo>
                <a:cubicBezTo>
                  <a:pt x="8412480" y="1090457"/>
                  <a:pt x="8405657" y="1097280"/>
                  <a:pt x="8397240" y="1097280"/>
                </a:cubicBezTo>
                <a:cubicBezTo>
                  <a:pt x="8388823" y="1097280"/>
                  <a:pt x="8382000" y="1090457"/>
                  <a:pt x="8382000" y="1082040"/>
                </a:cubicBezTo>
                <a:cubicBezTo>
                  <a:pt x="8382000" y="1073623"/>
                  <a:pt x="8388823" y="1066800"/>
                  <a:pt x="8397240" y="1066800"/>
                </a:cubicBezTo>
                <a:cubicBezTo>
                  <a:pt x="8405657" y="1066800"/>
                  <a:pt x="8412480" y="1073623"/>
                  <a:pt x="8412480" y="1082040"/>
                </a:cubicBezTo>
                <a:close/>
                <a:moveTo>
                  <a:pt x="8412480" y="1234440"/>
                </a:moveTo>
                <a:cubicBezTo>
                  <a:pt x="8412480" y="1242857"/>
                  <a:pt x="8405657" y="1249680"/>
                  <a:pt x="8397240" y="1249680"/>
                </a:cubicBezTo>
                <a:cubicBezTo>
                  <a:pt x="8388823" y="1249680"/>
                  <a:pt x="8382000" y="1242857"/>
                  <a:pt x="8382000" y="1234440"/>
                </a:cubicBezTo>
                <a:cubicBezTo>
                  <a:pt x="8382000" y="1226023"/>
                  <a:pt x="8388823" y="1219200"/>
                  <a:pt x="8397240" y="1219200"/>
                </a:cubicBezTo>
                <a:cubicBezTo>
                  <a:pt x="8405657" y="1219200"/>
                  <a:pt x="8412480" y="1226023"/>
                  <a:pt x="8412480" y="1234440"/>
                </a:cubicBezTo>
                <a:close/>
                <a:moveTo>
                  <a:pt x="8412480" y="1386840"/>
                </a:moveTo>
                <a:cubicBezTo>
                  <a:pt x="8412480" y="1395257"/>
                  <a:pt x="8405657" y="1402080"/>
                  <a:pt x="8397240" y="1402080"/>
                </a:cubicBezTo>
                <a:cubicBezTo>
                  <a:pt x="8388823" y="1402080"/>
                  <a:pt x="8382000" y="1395257"/>
                  <a:pt x="8382000" y="1386840"/>
                </a:cubicBezTo>
                <a:cubicBezTo>
                  <a:pt x="8382000" y="1378423"/>
                  <a:pt x="8388823" y="1371600"/>
                  <a:pt x="8397240" y="1371600"/>
                </a:cubicBezTo>
                <a:cubicBezTo>
                  <a:pt x="8405657" y="1371600"/>
                  <a:pt x="8412480" y="1378423"/>
                  <a:pt x="8412480" y="1386840"/>
                </a:cubicBezTo>
                <a:close/>
                <a:moveTo>
                  <a:pt x="8412480" y="1539240"/>
                </a:moveTo>
                <a:cubicBezTo>
                  <a:pt x="8412480" y="1547657"/>
                  <a:pt x="8405657" y="1554480"/>
                  <a:pt x="8397240" y="1554480"/>
                </a:cubicBezTo>
                <a:cubicBezTo>
                  <a:pt x="8388823" y="1554480"/>
                  <a:pt x="8382000" y="1547657"/>
                  <a:pt x="8382000" y="1539240"/>
                </a:cubicBezTo>
                <a:cubicBezTo>
                  <a:pt x="8382000" y="1530823"/>
                  <a:pt x="8388823" y="1524000"/>
                  <a:pt x="8397240" y="1524000"/>
                </a:cubicBezTo>
                <a:cubicBezTo>
                  <a:pt x="8405657" y="1524000"/>
                  <a:pt x="8412480" y="1530823"/>
                  <a:pt x="8412480" y="1539240"/>
                </a:cubicBezTo>
                <a:close/>
                <a:moveTo>
                  <a:pt x="8412480" y="1691640"/>
                </a:moveTo>
                <a:cubicBezTo>
                  <a:pt x="8412480" y="1700057"/>
                  <a:pt x="8405657" y="1706880"/>
                  <a:pt x="8397240" y="1706880"/>
                </a:cubicBezTo>
                <a:cubicBezTo>
                  <a:pt x="8388823" y="1706880"/>
                  <a:pt x="8382000" y="1700057"/>
                  <a:pt x="8382000" y="1691640"/>
                </a:cubicBezTo>
                <a:cubicBezTo>
                  <a:pt x="8382000" y="1683223"/>
                  <a:pt x="8388823" y="1676400"/>
                  <a:pt x="8397240" y="1676400"/>
                </a:cubicBezTo>
                <a:cubicBezTo>
                  <a:pt x="8405657" y="1676400"/>
                  <a:pt x="8412480" y="1683223"/>
                  <a:pt x="8412480" y="1691640"/>
                </a:cubicBezTo>
                <a:close/>
                <a:moveTo>
                  <a:pt x="8412480" y="1844040"/>
                </a:moveTo>
                <a:cubicBezTo>
                  <a:pt x="8412480" y="1852457"/>
                  <a:pt x="8405657" y="1859280"/>
                  <a:pt x="8397240" y="1859280"/>
                </a:cubicBezTo>
                <a:cubicBezTo>
                  <a:pt x="8388823" y="1859280"/>
                  <a:pt x="8382000" y="1852457"/>
                  <a:pt x="8382000" y="1844040"/>
                </a:cubicBezTo>
                <a:cubicBezTo>
                  <a:pt x="8382000" y="1835623"/>
                  <a:pt x="8388823" y="1828800"/>
                  <a:pt x="8397240" y="1828800"/>
                </a:cubicBezTo>
                <a:cubicBezTo>
                  <a:pt x="8405657" y="1828800"/>
                  <a:pt x="8412480" y="1835623"/>
                  <a:pt x="8412480" y="1844040"/>
                </a:cubicBezTo>
                <a:close/>
                <a:moveTo>
                  <a:pt x="8412480" y="1996440"/>
                </a:moveTo>
                <a:cubicBezTo>
                  <a:pt x="8412480" y="2004857"/>
                  <a:pt x="8405657" y="2011680"/>
                  <a:pt x="8397240" y="2011680"/>
                </a:cubicBezTo>
                <a:cubicBezTo>
                  <a:pt x="8388823" y="2011680"/>
                  <a:pt x="8382000" y="2004857"/>
                  <a:pt x="8382000" y="1996440"/>
                </a:cubicBezTo>
                <a:cubicBezTo>
                  <a:pt x="8382000" y="1988023"/>
                  <a:pt x="8388823" y="1981200"/>
                  <a:pt x="8397240" y="1981200"/>
                </a:cubicBezTo>
                <a:cubicBezTo>
                  <a:pt x="8405657" y="1981200"/>
                  <a:pt x="8412480" y="1988023"/>
                  <a:pt x="8412480" y="1996440"/>
                </a:cubicBezTo>
                <a:close/>
                <a:moveTo>
                  <a:pt x="8412480" y="2148840"/>
                </a:moveTo>
                <a:cubicBezTo>
                  <a:pt x="8412480" y="2157257"/>
                  <a:pt x="8405657" y="2164080"/>
                  <a:pt x="8397240" y="2164080"/>
                </a:cubicBezTo>
                <a:cubicBezTo>
                  <a:pt x="8388823" y="2164080"/>
                  <a:pt x="8382000" y="2157257"/>
                  <a:pt x="8382000" y="2148840"/>
                </a:cubicBezTo>
                <a:cubicBezTo>
                  <a:pt x="8382000" y="2140423"/>
                  <a:pt x="8388823" y="2133600"/>
                  <a:pt x="8397240" y="2133600"/>
                </a:cubicBezTo>
                <a:cubicBezTo>
                  <a:pt x="8405657" y="2133600"/>
                  <a:pt x="8412480" y="2140423"/>
                  <a:pt x="8412480" y="2148840"/>
                </a:cubicBezTo>
                <a:close/>
                <a:moveTo>
                  <a:pt x="8412480" y="2301240"/>
                </a:moveTo>
                <a:cubicBezTo>
                  <a:pt x="8412480" y="2309657"/>
                  <a:pt x="8405657" y="2316480"/>
                  <a:pt x="8397240" y="2316480"/>
                </a:cubicBezTo>
                <a:cubicBezTo>
                  <a:pt x="8388823" y="2316480"/>
                  <a:pt x="8382000" y="2309657"/>
                  <a:pt x="8382000" y="2301240"/>
                </a:cubicBezTo>
                <a:cubicBezTo>
                  <a:pt x="8382000" y="2292823"/>
                  <a:pt x="8388823" y="2286000"/>
                  <a:pt x="8397240" y="2286000"/>
                </a:cubicBezTo>
                <a:cubicBezTo>
                  <a:pt x="8405657" y="2286000"/>
                  <a:pt x="8412480" y="2292823"/>
                  <a:pt x="8412480" y="2301240"/>
                </a:cubicBezTo>
                <a:close/>
                <a:moveTo>
                  <a:pt x="8412480" y="2453640"/>
                </a:moveTo>
                <a:cubicBezTo>
                  <a:pt x="8412480" y="2462057"/>
                  <a:pt x="8405657" y="2468880"/>
                  <a:pt x="8397240" y="2468880"/>
                </a:cubicBezTo>
                <a:cubicBezTo>
                  <a:pt x="8388823" y="2468880"/>
                  <a:pt x="8382000" y="2462057"/>
                  <a:pt x="8382000" y="2453640"/>
                </a:cubicBezTo>
                <a:cubicBezTo>
                  <a:pt x="8382000" y="2445223"/>
                  <a:pt x="8388823" y="2438400"/>
                  <a:pt x="8397240" y="2438400"/>
                </a:cubicBezTo>
                <a:cubicBezTo>
                  <a:pt x="8405657" y="2438400"/>
                  <a:pt x="8412480" y="2445223"/>
                  <a:pt x="8412480" y="2453640"/>
                </a:cubicBezTo>
                <a:close/>
                <a:moveTo>
                  <a:pt x="8412480" y="2606040"/>
                </a:moveTo>
                <a:cubicBezTo>
                  <a:pt x="8412480" y="2614457"/>
                  <a:pt x="8405657" y="2621280"/>
                  <a:pt x="8397240" y="2621280"/>
                </a:cubicBezTo>
                <a:cubicBezTo>
                  <a:pt x="8388823" y="2621280"/>
                  <a:pt x="8382000" y="2614457"/>
                  <a:pt x="8382000" y="2606040"/>
                </a:cubicBezTo>
                <a:cubicBezTo>
                  <a:pt x="8382000" y="2597623"/>
                  <a:pt x="8388823" y="2590800"/>
                  <a:pt x="8397240" y="2590800"/>
                </a:cubicBezTo>
                <a:cubicBezTo>
                  <a:pt x="8405657" y="2590800"/>
                  <a:pt x="8412480" y="2597623"/>
                  <a:pt x="8412480" y="2606040"/>
                </a:cubicBezTo>
                <a:close/>
                <a:moveTo>
                  <a:pt x="8412480" y="2758440"/>
                </a:moveTo>
                <a:cubicBezTo>
                  <a:pt x="8412480" y="2766857"/>
                  <a:pt x="8405657" y="2773680"/>
                  <a:pt x="8397240" y="2773680"/>
                </a:cubicBezTo>
                <a:cubicBezTo>
                  <a:pt x="8388823" y="2773680"/>
                  <a:pt x="8382000" y="2766857"/>
                  <a:pt x="8382000" y="2758440"/>
                </a:cubicBezTo>
                <a:cubicBezTo>
                  <a:pt x="8382000" y="2750023"/>
                  <a:pt x="8388823" y="2743200"/>
                  <a:pt x="8397240" y="2743200"/>
                </a:cubicBezTo>
                <a:cubicBezTo>
                  <a:pt x="8405657" y="2743200"/>
                  <a:pt x="8412480" y="2750023"/>
                  <a:pt x="8412480" y="2758440"/>
                </a:cubicBezTo>
                <a:close/>
                <a:moveTo>
                  <a:pt x="8412480" y="2910840"/>
                </a:moveTo>
                <a:cubicBezTo>
                  <a:pt x="8412480" y="2919257"/>
                  <a:pt x="8405657" y="2926080"/>
                  <a:pt x="8397240" y="2926080"/>
                </a:cubicBezTo>
                <a:cubicBezTo>
                  <a:pt x="8388823" y="2926080"/>
                  <a:pt x="8382000" y="2919257"/>
                  <a:pt x="8382000" y="2910840"/>
                </a:cubicBezTo>
                <a:cubicBezTo>
                  <a:pt x="8382000" y="2902423"/>
                  <a:pt x="8388823" y="2895600"/>
                  <a:pt x="8397240" y="2895600"/>
                </a:cubicBezTo>
                <a:cubicBezTo>
                  <a:pt x="8405657" y="2895600"/>
                  <a:pt x="8412480" y="2902423"/>
                  <a:pt x="8412480" y="2910840"/>
                </a:cubicBezTo>
                <a:close/>
                <a:moveTo>
                  <a:pt x="8412480" y="3063240"/>
                </a:moveTo>
                <a:cubicBezTo>
                  <a:pt x="8412480" y="3071657"/>
                  <a:pt x="8405657" y="3078480"/>
                  <a:pt x="8397240" y="3078480"/>
                </a:cubicBezTo>
                <a:cubicBezTo>
                  <a:pt x="8388823" y="3078480"/>
                  <a:pt x="8382000" y="3071657"/>
                  <a:pt x="8382000" y="3063240"/>
                </a:cubicBezTo>
                <a:cubicBezTo>
                  <a:pt x="8382000" y="3054823"/>
                  <a:pt x="8388823" y="3048000"/>
                  <a:pt x="8397240" y="3048000"/>
                </a:cubicBezTo>
                <a:cubicBezTo>
                  <a:pt x="8405657" y="3048000"/>
                  <a:pt x="8412480" y="3054823"/>
                  <a:pt x="8412480" y="3063240"/>
                </a:cubicBezTo>
                <a:close/>
                <a:moveTo>
                  <a:pt x="8412480" y="3215640"/>
                </a:moveTo>
                <a:cubicBezTo>
                  <a:pt x="8412480" y="3224057"/>
                  <a:pt x="8405657" y="3230880"/>
                  <a:pt x="8397240" y="3230880"/>
                </a:cubicBezTo>
                <a:cubicBezTo>
                  <a:pt x="8388823" y="3230880"/>
                  <a:pt x="8382000" y="3224057"/>
                  <a:pt x="8382000" y="3215640"/>
                </a:cubicBezTo>
                <a:cubicBezTo>
                  <a:pt x="8382000" y="3207223"/>
                  <a:pt x="8388823" y="3200400"/>
                  <a:pt x="8397240" y="3200400"/>
                </a:cubicBezTo>
                <a:cubicBezTo>
                  <a:pt x="8405657" y="3200400"/>
                  <a:pt x="8412480" y="3207223"/>
                  <a:pt x="8412480" y="3215640"/>
                </a:cubicBezTo>
                <a:close/>
                <a:moveTo>
                  <a:pt x="8412480" y="3368040"/>
                </a:moveTo>
                <a:cubicBezTo>
                  <a:pt x="8412480" y="3376457"/>
                  <a:pt x="8405657" y="3383280"/>
                  <a:pt x="8397240" y="3383280"/>
                </a:cubicBezTo>
                <a:cubicBezTo>
                  <a:pt x="8388823" y="3383280"/>
                  <a:pt x="8382000" y="3376457"/>
                  <a:pt x="8382000" y="3368040"/>
                </a:cubicBezTo>
                <a:cubicBezTo>
                  <a:pt x="8382000" y="3359623"/>
                  <a:pt x="8388823" y="3352800"/>
                  <a:pt x="8397240" y="3352800"/>
                </a:cubicBezTo>
                <a:cubicBezTo>
                  <a:pt x="8405657" y="3352800"/>
                  <a:pt x="8412480" y="3359623"/>
                  <a:pt x="8412480" y="3368040"/>
                </a:cubicBezTo>
                <a:close/>
                <a:moveTo>
                  <a:pt x="8412480" y="3520440"/>
                </a:moveTo>
                <a:cubicBezTo>
                  <a:pt x="8412480" y="3528857"/>
                  <a:pt x="8405657" y="3535680"/>
                  <a:pt x="8397240" y="3535680"/>
                </a:cubicBezTo>
                <a:cubicBezTo>
                  <a:pt x="8388823" y="3535680"/>
                  <a:pt x="8382000" y="3528857"/>
                  <a:pt x="8382000" y="3520440"/>
                </a:cubicBezTo>
                <a:cubicBezTo>
                  <a:pt x="8382000" y="3512023"/>
                  <a:pt x="8388823" y="3505200"/>
                  <a:pt x="8397240" y="3505200"/>
                </a:cubicBezTo>
                <a:cubicBezTo>
                  <a:pt x="8405657" y="3505200"/>
                  <a:pt x="8412480" y="3512023"/>
                  <a:pt x="8412480" y="3520440"/>
                </a:cubicBezTo>
                <a:close/>
                <a:moveTo>
                  <a:pt x="8412480" y="3672840"/>
                </a:moveTo>
                <a:cubicBezTo>
                  <a:pt x="8412480" y="3681257"/>
                  <a:pt x="8405657" y="3688080"/>
                  <a:pt x="8397240" y="3688080"/>
                </a:cubicBezTo>
                <a:cubicBezTo>
                  <a:pt x="8388823" y="3688080"/>
                  <a:pt x="8382000" y="3681257"/>
                  <a:pt x="8382000" y="3672840"/>
                </a:cubicBezTo>
                <a:cubicBezTo>
                  <a:pt x="8382000" y="3664423"/>
                  <a:pt x="8388823" y="3657600"/>
                  <a:pt x="8397240" y="3657600"/>
                </a:cubicBezTo>
                <a:cubicBezTo>
                  <a:pt x="8405657" y="3657600"/>
                  <a:pt x="8412480" y="3664423"/>
                  <a:pt x="8412480" y="3672840"/>
                </a:cubicBezTo>
                <a:close/>
                <a:moveTo>
                  <a:pt x="8412480" y="3825240"/>
                </a:moveTo>
                <a:cubicBezTo>
                  <a:pt x="8412480" y="3833657"/>
                  <a:pt x="8405657" y="3840480"/>
                  <a:pt x="8397240" y="3840480"/>
                </a:cubicBezTo>
                <a:cubicBezTo>
                  <a:pt x="8388823" y="3840480"/>
                  <a:pt x="8382000" y="3833657"/>
                  <a:pt x="8382000" y="3825240"/>
                </a:cubicBezTo>
                <a:cubicBezTo>
                  <a:pt x="8382000" y="3816823"/>
                  <a:pt x="8388823" y="3810000"/>
                  <a:pt x="8397240" y="3810000"/>
                </a:cubicBezTo>
                <a:cubicBezTo>
                  <a:pt x="8405657" y="3810000"/>
                  <a:pt x="8412480" y="3816823"/>
                  <a:pt x="8412480" y="3825240"/>
                </a:cubicBezTo>
                <a:close/>
                <a:moveTo>
                  <a:pt x="8412480" y="3977640"/>
                </a:moveTo>
                <a:cubicBezTo>
                  <a:pt x="8412480" y="3986057"/>
                  <a:pt x="8405657" y="3992880"/>
                  <a:pt x="8397240" y="3992880"/>
                </a:cubicBezTo>
                <a:cubicBezTo>
                  <a:pt x="8388823" y="3992880"/>
                  <a:pt x="8382000" y="3986057"/>
                  <a:pt x="8382000" y="3977640"/>
                </a:cubicBezTo>
                <a:cubicBezTo>
                  <a:pt x="8382000" y="3969223"/>
                  <a:pt x="8388823" y="3962400"/>
                  <a:pt x="8397240" y="3962400"/>
                </a:cubicBezTo>
                <a:cubicBezTo>
                  <a:pt x="8405657" y="3962400"/>
                  <a:pt x="8412480" y="3969223"/>
                  <a:pt x="8412480" y="3977640"/>
                </a:cubicBezTo>
                <a:close/>
                <a:moveTo>
                  <a:pt x="8412480" y="4130040"/>
                </a:moveTo>
                <a:cubicBezTo>
                  <a:pt x="8412480" y="4138457"/>
                  <a:pt x="8405657" y="4145280"/>
                  <a:pt x="8397240" y="4145280"/>
                </a:cubicBezTo>
                <a:cubicBezTo>
                  <a:pt x="8388823" y="4145280"/>
                  <a:pt x="8382000" y="4138457"/>
                  <a:pt x="8382000" y="4130040"/>
                </a:cubicBezTo>
                <a:cubicBezTo>
                  <a:pt x="8382000" y="4121623"/>
                  <a:pt x="8388823" y="4114800"/>
                  <a:pt x="8397240" y="4114800"/>
                </a:cubicBezTo>
                <a:cubicBezTo>
                  <a:pt x="8405657" y="4114800"/>
                  <a:pt x="8412480" y="4121623"/>
                  <a:pt x="8412480" y="4130040"/>
                </a:cubicBezTo>
                <a:close/>
                <a:moveTo>
                  <a:pt x="8412480" y="4282440"/>
                </a:moveTo>
                <a:cubicBezTo>
                  <a:pt x="8412480" y="4290857"/>
                  <a:pt x="8405657" y="4297680"/>
                  <a:pt x="8397240" y="4297680"/>
                </a:cubicBezTo>
                <a:cubicBezTo>
                  <a:pt x="8388823" y="4297680"/>
                  <a:pt x="8382000" y="4290857"/>
                  <a:pt x="8382000" y="4282440"/>
                </a:cubicBezTo>
                <a:cubicBezTo>
                  <a:pt x="8382000" y="4274023"/>
                  <a:pt x="8388823" y="4267200"/>
                  <a:pt x="8397240" y="4267200"/>
                </a:cubicBezTo>
                <a:cubicBezTo>
                  <a:pt x="8405657" y="4267200"/>
                  <a:pt x="8412480" y="4274023"/>
                  <a:pt x="8412480" y="4282440"/>
                </a:cubicBezTo>
                <a:close/>
                <a:moveTo>
                  <a:pt x="8412480" y="4434840"/>
                </a:moveTo>
                <a:cubicBezTo>
                  <a:pt x="8412480" y="4443257"/>
                  <a:pt x="8405657" y="4450080"/>
                  <a:pt x="8397240" y="4450080"/>
                </a:cubicBezTo>
                <a:cubicBezTo>
                  <a:pt x="8388823" y="4450080"/>
                  <a:pt x="8382000" y="4443257"/>
                  <a:pt x="8382000" y="4434840"/>
                </a:cubicBezTo>
                <a:cubicBezTo>
                  <a:pt x="8382000" y="4426423"/>
                  <a:pt x="8388823" y="4419600"/>
                  <a:pt x="8397240" y="4419600"/>
                </a:cubicBezTo>
                <a:cubicBezTo>
                  <a:pt x="8405657" y="4419600"/>
                  <a:pt x="8412480" y="4426423"/>
                  <a:pt x="8412480" y="4434840"/>
                </a:cubicBezTo>
                <a:close/>
                <a:moveTo>
                  <a:pt x="8564880" y="15240"/>
                </a:moveTo>
                <a:cubicBezTo>
                  <a:pt x="8564880" y="23657"/>
                  <a:pt x="8558057" y="30480"/>
                  <a:pt x="8549640" y="30480"/>
                </a:cubicBezTo>
                <a:cubicBezTo>
                  <a:pt x="8541223" y="30480"/>
                  <a:pt x="8534400" y="23657"/>
                  <a:pt x="8534400" y="15240"/>
                </a:cubicBezTo>
                <a:cubicBezTo>
                  <a:pt x="8534400" y="6823"/>
                  <a:pt x="8541223" y="0"/>
                  <a:pt x="8549640" y="0"/>
                </a:cubicBezTo>
                <a:cubicBezTo>
                  <a:pt x="8558057" y="0"/>
                  <a:pt x="8564880" y="6823"/>
                  <a:pt x="8564880" y="15240"/>
                </a:cubicBezTo>
                <a:close/>
                <a:moveTo>
                  <a:pt x="8564880" y="167640"/>
                </a:moveTo>
                <a:cubicBezTo>
                  <a:pt x="8564880" y="176057"/>
                  <a:pt x="8558057" y="182880"/>
                  <a:pt x="8549640" y="182880"/>
                </a:cubicBezTo>
                <a:cubicBezTo>
                  <a:pt x="8541223" y="182880"/>
                  <a:pt x="8534400" y="176057"/>
                  <a:pt x="8534400" y="167640"/>
                </a:cubicBezTo>
                <a:cubicBezTo>
                  <a:pt x="8534400" y="159223"/>
                  <a:pt x="8541223" y="152400"/>
                  <a:pt x="8549640" y="152400"/>
                </a:cubicBezTo>
                <a:cubicBezTo>
                  <a:pt x="8558057" y="152400"/>
                  <a:pt x="8564880" y="159223"/>
                  <a:pt x="8564880" y="167640"/>
                </a:cubicBezTo>
                <a:close/>
                <a:moveTo>
                  <a:pt x="8564880" y="320040"/>
                </a:moveTo>
                <a:cubicBezTo>
                  <a:pt x="8564880" y="328457"/>
                  <a:pt x="8558057" y="335280"/>
                  <a:pt x="8549640" y="335280"/>
                </a:cubicBezTo>
                <a:cubicBezTo>
                  <a:pt x="8541223" y="335280"/>
                  <a:pt x="8534400" y="328457"/>
                  <a:pt x="8534400" y="320040"/>
                </a:cubicBezTo>
                <a:cubicBezTo>
                  <a:pt x="8534400" y="311623"/>
                  <a:pt x="8541223" y="304800"/>
                  <a:pt x="8549640" y="304800"/>
                </a:cubicBezTo>
                <a:cubicBezTo>
                  <a:pt x="8558057" y="304800"/>
                  <a:pt x="8564880" y="311623"/>
                  <a:pt x="8564880" y="320040"/>
                </a:cubicBezTo>
                <a:close/>
                <a:moveTo>
                  <a:pt x="8564880" y="472440"/>
                </a:moveTo>
                <a:cubicBezTo>
                  <a:pt x="8564880" y="480857"/>
                  <a:pt x="8558057" y="487680"/>
                  <a:pt x="8549640" y="487680"/>
                </a:cubicBezTo>
                <a:cubicBezTo>
                  <a:pt x="8541223" y="487680"/>
                  <a:pt x="8534400" y="480857"/>
                  <a:pt x="8534400" y="472440"/>
                </a:cubicBezTo>
                <a:cubicBezTo>
                  <a:pt x="8534400" y="464023"/>
                  <a:pt x="8541223" y="457200"/>
                  <a:pt x="8549640" y="457200"/>
                </a:cubicBezTo>
                <a:cubicBezTo>
                  <a:pt x="8558057" y="457200"/>
                  <a:pt x="8564880" y="464023"/>
                  <a:pt x="8564880" y="472440"/>
                </a:cubicBezTo>
                <a:close/>
                <a:moveTo>
                  <a:pt x="8564880" y="624840"/>
                </a:moveTo>
                <a:cubicBezTo>
                  <a:pt x="8564880" y="633257"/>
                  <a:pt x="8558057" y="640080"/>
                  <a:pt x="8549640" y="640080"/>
                </a:cubicBezTo>
                <a:cubicBezTo>
                  <a:pt x="8541223" y="640080"/>
                  <a:pt x="8534400" y="633257"/>
                  <a:pt x="8534400" y="624840"/>
                </a:cubicBezTo>
                <a:cubicBezTo>
                  <a:pt x="8534400" y="616423"/>
                  <a:pt x="8541223" y="609600"/>
                  <a:pt x="8549640" y="609600"/>
                </a:cubicBezTo>
                <a:cubicBezTo>
                  <a:pt x="8558057" y="609600"/>
                  <a:pt x="8564880" y="616423"/>
                  <a:pt x="8564880" y="624840"/>
                </a:cubicBezTo>
                <a:close/>
                <a:moveTo>
                  <a:pt x="8564880" y="777240"/>
                </a:moveTo>
                <a:cubicBezTo>
                  <a:pt x="8564880" y="785657"/>
                  <a:pt x="8558057" y="792480"/>
                  <a:pt x="8549640" y="792480"/>
                </a:cubicBezTo>
                <a:cubicBezTo>
                  <a:pt x="8541223" y="792480"/>
                  <a:pt x="8534400" y="785657"/>
                  <a:pt x="8534400" y="777240"/>
                </a:cubicBezTo>
                <a:cubicBezTo>
                  <a:pt x="8534400" y="768823"/>
                  <a:pt x="8541223" y="762000"/>
                  <a:pt x="8549640" y="762000"/>
                </a:cubicBezTo>
                <a:cubicBezTo>
                  <a:pt x="8558057" y="762000"/>
                  <a:pt x="8564880" y="768823"/>
                  <a:pt x="8564880" y="777240"/>
                </a:cubicBezTo>
                <a:close/>
                <a:moveTo>
                  <a:pt x="8564880" y="929640"/>
                </a:moveTo>
                <a:cubicBezTo>
                  <a:pt x="8564880" y="938057"/>
                  <a:pt x="8558057" y="944880"/>
                  <a:pt x="8549640" y="944880"/>
                </a:cubicBezTo>
                <a:cubicBezTo>
                  <a:pt x="8541223" y="944880"/>
                  <a:pt x="8534400" y="938057"/>
                  <a:pt x="8534400" y="929640"/>
                </a:cubicBezTo>
                <a:cubicBezTo>
                  <a:pt x="8534400" y="921223"/>
                  <a:pt x="8541223" y="914400"/>
                  <a:pt x="8549640" y="914400"/>
                </a:cubicBezTo>
                <a:cubicBezTo>
                  <a:pt x="8558057" y="914400"/>
                  <a:pt x="8564880" y="921223"/>
                  <a:pt x="8564880" y="929640"/>
                </a:cubicBezTo>
                <a:close/>
                <a:moveTo>
                  <a:pt x="8564880" y="1082040"/>
                </a:moveTo>
                <a:cubicBezTo>
                  <a:pt x="8564880" y="1090457"/>
                  <a:pt x="8558057" y="1097280"/>
                  <a:pt x="8549640" y="1097280"/>
                </a:cubicBezTo>
                <a:cubicBezTo>
                  <a:pt x="8541223" y="1097280"/>
                  <a:pt x="8534400" y="1090457"/>
                  <a:pt x="8534400" y="1082040"/>
                </a:cubicBezTo>
                <a:cubicBezTo>
                  <a:pt x="8534400" y="1073623"/>
                  <a:pt x="8541223" y="1066800"/>
                  <a:pt x="8549640" y="1066800"/>
                </a:cubicBezTo>
                <a:cubicBezTo>
                  <a:pt x="8558057" y="1066800"/>
                  <a:pt x="8564880" y="1073623"/>
                  <a:pt x="8564880" y="1082040"/>
                </a:cubicBezTo>
                <a:close/>
                <a:moveTo>
                  <a:pt x="8564880" y="1234440"/>
                </a:moveTo>
                <a:cubicBezTo>
                  <a:pt x="8564880" y="1242857"/>
                  <a:pt x="8558057" y="1249680"/>
                  <a:pt x="8549640" y="1249680"/>
                </a:cubicBezTo>
                <a:cubicBezTo>
                  <a:pt x="8541223" y="1249680"/>
                  <a:pt x="8534400" y="1242857"/>
                  <a:pt x="8534400" y="1234440"/>
                </a:cubicBezTo>
                <a:cubicBezTo>
                  <a:pt x="8534400" y="1226023"/>
                  <a:pt x="8541223" y="1219200"/>
                  <a:pt x="8549640" y="1219200"/>
                </a:cubicBezTo>
                <a:cubicBezTo>
                  <a:pt x="8558057" y="1219200"/>
                  <a:pt x="8564880" y="1226023"/>
                  <a:pt x="8564880" y="1234440"/>
                </a:cubicBezTo>
                <a:close/>
                <a:moveTo>
                  <a:pt x="8564880" y="1386840"/>
                </a:moveTo>
                <a:cubicBezTo>
                  <a:pt x="8564880" y="1395257"/>
                  <a:pt x="8558057" y="1402080"/>
                  <a:pt x="8549640" y="1402080"/>
                </a:cubicBezTo>
                <a:cubicBezTo>
                  <a:pt x="8541223" y="1402080"/>
                  <a:pt x="8534400" y="1395257"/>
                  <a:pt x="8534400" y="1386840"/>
                </a:cubicBezTo>
                <a:cubicBezTo>
                  <a:pt x="8534400" y="1378423"/>
                  <a:pt x="8541223" y="1371600"/>
                  <a:pt x="8549640" y="1371600"/>
                </a:cubicBezTo>
                <a:cubicBezTo>
                  <a:pt x="8558057" y="1371600"/>
                  <a:pt x="8564880" y="1378423"/>
                  <a:pt x="8564880" y="1386840"/>
                </a:cubicBezTo>
                <a:close/>
                <a:moveTo>
                  <a:pt x="8564880" y="1539240"/>
                </a:moveTo>
                <a:cubicBezTo>
                  <a:pt x="8564880" y="1547657"/>
                  <a:pt x="8558057" y="1554480"/>
                  <a:pt x="8549640" y="1554480"/>
                </a:cubicBezTo>
                <a:cubicBezTo>
                  <a:pt x="8541223" y="1554480"/>
                  <a:pt x="8534400" y="1547657"/>
                  <a:pt x="8534400" y="1539240"/>
                </a:cubicBezTo>
                <a:cubicBezTo>
                  <a:pt x="8534400" y="1530823"/>
                  <a:pt x="8541223" y="1524000"/>
                  <a:pt x="8549640" y="1524000"/>
                </a:cubicBezTo>
                <a:cubicBezTo>
                  <a:pt x="8558057" y="1524000"/>
                  <a:pt x="8564880" y="1530823"/>
                  <a:pt x="8564880" y="1539240"/>
                </a:cubicBezTo>
                <a:close/>
                <a:moveTo>
                  <a:pt x="8564880" y="1691640"/>
                </a:moveTo>
                <a:cubicBezTo>
                  <a:pt x="8564880" y="1700057"/>
                  <a:pt x="8558057" y="1706880"/>
                  <a:pt x="8549640" y="1706880"/>
                </a:cubicBezTo>
                <a:cubicBezTo>
                  <a:pt x="8541223" y="1706880"/>
                  <a:pt x="8534400" y="1700057"/>
                  <a:pt x="8534400" y="1691640"/>
                </a:cubicBezTo>
                <a:cubicBezTo>
                  <a:pt x="8534400" y="1683223"/>
                  <a:pt x="8541223" y="1676400"/>
                  <a:pt x="8549640" y="1676400"/>
                </a:cubicBezTo>
                <a:cubicBezTo>
                  <a:pt x="8558057" y="1676400"/>
                  <a:pt x="8564880" y="1683223"/>
                  <a:pt x="8564880" y="1691640"/>
                </a:cubicBezTo>
                <a:close/>
                <a:moveTo>
                  <a:pt x="8564880" y="1844040"/>
                </a:moveTo>
                <a:cubicBezTo>
                  <a:pt x="8564880" y="1852457"/>
                  <a:pt x="8558057" y="1859280"/>
                  <a:pt x="8549640" y="1859280"/>
                </a:cubicBezTo>
                <a:cubicBezTo>
                  <a:pt x="8541223" y="1859280"/>
                  <a:pt x="8534400" y="1852457"/>
                  <a:pt x="8534400" y="1844040"/>
                </a:cubicBezTo>
                <a:cubicBezTo>
                  <a:pt x="8534400" y="1835623"/>
                  <a:pt x="8541223" y="1828800"/>
                  <a:pt x="8549640" y="1828800"/>
                </a:cubicBezTo>
                <a:cubicBezTo>
                  <a:pt x="8558057" y="1828800"/>
                  <a:pt x="8564880" y="1835623"/>
                  <a:pt x="8564880" y="1844040"/>
                </a:cubicBezTo>
                <a:close/>
                <a:moveTo>
                  <a:pt x="8564880" y="1996440"/>
                </a:moveTo>
                <a:cubicBezTo>
                  <a:pt x="8564880" y="2004857"/>
                  <a:pt x="8558057" y="2011680"/>
                  <a:pt x="8549640" y="2011680"/>
                </a:cubicBezTo>
                <a:cubicBezTo>
                  <a:pt x="8541223" y="2011680"/>
                  <a:pt x="8534400" y="2004857"/>
                  <a:pt x="8534400" y="1996440"/>
                </a:cubicBezTo>
                <a:cubicBezTo>
                  <a:pt x="8534400" y="1988023"/>
                  <a:pt x="8541223" y="1981200"/>
                  <a:pt x="8549640" y="1981200"/>
                </a:cubicBezTo>
                <a:cubicBezTo>
                  <a:pt x="8558057" y="1981200"/>
                  <a:pt x="8564880" y="1988023"/>
                  <a:pt x="8564880" y="1996440"/>
                </a:cubicBezTo>
                <a:close/>
                <a:moveTo>
                  <a:pt x="8564880" y="2148840"/>
                </a:moveTo>
                <a:cubicBezTo>
                  <a:pt x="8564880" y="2157257"/>
                  <a:pt x="8558057" y="2164080"/>
                  <a:pt x="8549640" y="2164080"/>
                </a:cubicBezTo>
                <a:cubicBezTo>
                  <a:pt x="8541223" y="2164080"/>
                  <a:pt x="8534400" y="2157257"/>
                  <a:pt x="8534400" y="2148840"/>
                </a:cubicBezTo>
                <a:cubicBezTo>
                  <a:pt x="8534400" y="2140423"/>
                  <a:pt x="8541223" y="2133600"/>
                  <a:pt x="8549640" y="2133600"/>
                </a:cubicBezTo>
                <a:cubicBezTo>
                  <a:pt x="8558057" y="2133600"/>
                  <a:pt x="8564880" y="2140423"/>
                  <a:pt x="8564880" y="2148840"/>
                </a:cubicBezTo>
                <a:close/>
                <a:moveTo>
                  <a:pt x="8564880" y="2301240"/>
                </a:moveTo>
                <a:cubicBezTo>
                  <a:pt x="8564880" y="2309657"/>
                  <a:pt x="8558057" y="2316480"/>
                  <a:pt x="8549640" y="2316480"/>
                </a:cubicBezTo>
                <a:cubicBezTo>
                  <a:pt x="8541223" y="2316480"/>
                  <a:pt x="8534400" y="2309657"/>
                  <a:pt x="8534400" y="2301240"/>
                </a:cubicBezTo>
                <a:cubicBezTo>
                  <a:pt x="8534400" y="2292823"/>
                  <a:pt x="8541223" y="2286000"/>
                  <a:pt x="8549640" y="2286000"/>
                </a:cubicBezTo>
                <a:cubicBezTo>
                  <a:pt x="8558057" y="2286000"/>
                  <a:pt x="8564880" y="2292823"/>
                  <a:pt x="8564880" y="2301240"/>
                </a:cubicBezTo>
                <a:close/>
                <a:moveTo>
                  <a:pt x="8564880" y="2453640"/>
                </a:moveTo>
                <a:cubicBezTo>
                  <a:pt x="8564880" y="2462057"/>
                  <a:pt x="8558057" y="2468880"/>
                  <a:pt x="8549640" y="2468880"/>
                </a:cubicBezTo>
                <a:cubicBezTo>
                  <a:pt x="8541223" y="2468880"/>
                  <a:pt x="8534400" y="2462057"/>
                  <a:pt x="8534400" y="2453640"/>
                </a:cubicBezTo>
                <a:cubicBezTo>
                  <a:pt x="8534400" y="2445223"/>
                  <a:pt x="8541223" y="2438400"/>
                  <a:pt x="8549640" y="2438400"/>
                </a:cubicBezTo>
                <a:cubicBezTo>
                  <a:pt x="8558057" y="2438400"/>
                  <a:pt x="8564880" y="2445223"/>
                  <a:pt x="8564880" y="2453640"/>
                </a:cubicBezTo>
                <a:close/>
                <a:moveTo>
                  <a:pt x="8564880" y="2606040"/>
                </a:moveTo>
                <a:cubicBezTo>
                  <a:pt x="8564880" y="2614457"/>
                  <a:pt x="8558057" y="2621280"/>
                  <a:pt x="8549640" y="2621280"/>
                </a:cubicBezTo>
                <a:cubicBezTo>
                  <a:pt x="8541223" y="2621280"/>
                  <a:pt x="8534400" y="2614457"/>
                  <a:pt x="8534400" y="2606040"/>
                </a:cubicBezTo>
                <a:cubicBezTo>
                  <a:pt x="8534400" y="2597623"/>
                  <a:pt x="8541223" y="2590800"/>
                  <a:pt x="8549640" y="2590800"/>
                </a:cubicBezTo>
                <a:cubicBezTo>
                  <a:pt x="8558057" y="2590800"/>
                  <a:pt x="8564880" y="2597623"/>
                  <a:pt x="8564880" y="2606040"/>
                </a:cubicBezTo>
                <a:close/>
                <a:moveTo>
                  <a:pt x="8564880" y="2758440"/>
                </a:moveTo>
                <a:cubicBezTo>
                  <a:pt x="8564880" y="2766857"/>
                  <a:pt x="8558057" y="2773680"/>
                  <a:pt x="8549640" y="2773680"/>
                </a:cubicBezTo>
                <a:cubicBezTo>
                  <a:pt x="8541223" y="2773680"/>
                  <a:pt x="8534400" y="2766857"/>
                  <a:pt x="8534400" y="2758440"/>
                </a:cubicBezTo>
                <a:cubicBezTo>
                  <a:pt x="8534400" y="2750023"/>
                  <a:pt x="8541223" y="2743200"/>
                  <a:pt x="8549640" y="2743200"/>
                </a:cubicBezTo>
                <a:cubicBezTo>
                  <a:pt x="8558057" y="2743200"/>
                  <a:pt x="8564880" y="2750023"/>
                  <a:pt x="8564880" y="2758440"/>
                </a:cubicBezTo>
                <a:close/>
                <a:moveTo>
                  <a:pt x="8564880" y="2910840"/>
                </a:moveTo>
                <a:cubicBezTo>
                  <a:pt x="8564880" y="2919257"/>
                  <a:pt x="8558057" y="2926080"/>
                  <a:pt x="8549640" y="2926080"/>
                </a:cubicBezTo>
                <a:cubicBezTo>
                  <a:pt x="8541223" y="2926080"/>
                  <a:pt x="8534400" y="2919257"/>
                  <a:pt x="8534400" y="2910840"/>
                </a:cubicBezTo>
                <a:cubicBezTo>
                  <a:pt x="8534400" y="2902423"/>
                  <a:pt x="8541223" y="2895600"/>
                  <a:pt x="8549640" y="2895600"/>
                </a:cubicBezTo>
                <a:cubicBezTo>
                  <a:pt x="8558057" y="2895600"/>
                  <a:pt x="8564880" y="2902423"/>
                  <a:pt x="8564880" y="2910840"/>
                </a:cubicBezTo>
                <a:close/>
                <a:moveTo>
                  <a:pt x="8564880" y="3063240"/>
                </a:moveTo>
                <a:cubicBezTo>
                  <a:pt x="8564880" y="3071657"/>
                  <a:pt x="8558057" y="3078480"/>
                  <a:pt x="8549640" y="3078480"/>
                </a:cubicBezTo>
                <a:cubicBezTo>
                  <a:pt x="8541223" y="3078480"/>
                  <a:pt x="8534400" y="3071657"/>
                  <a:pt x="8534400" y="3063240"/>
                </a:cubicBezTo>
                <a:cubicBezTo>
                  <a:pt x="8534400" y="3054823"/>
                  <a:pt x="8541223" y="3048000"/>
                  <a:pt x="8549640" y="3048000"/>
                </a:cubicBezTo>
                <a:cubicBezTo>
                  <a:pt x="8558057" y="3048000"/>
                  <a:pt x="8564880" y="3054823"/>
                  <a:pt x="8564880" y="3063240"/>
                </a:cubicBezTo>
                <a:close/>
                <a:moveTo>
                  <a:pt x="8564880" y="3215640"/>
                </a:moveTo>
                <a:cubicBezTo>
                  <a:pt x="8564880" y="3224057"/>
                  <a:pt x="8558057" y="3230880"/>
                  <a:pt x="8549640" y="3230880"/>
                </a:cubicBezTo>
                <a:cubicBezTo>
                  <a:pt x="8541223" y="3230880"/>
                  <a:pt x="8534400" y="3224057"/>
                  <a:pt x="8534400" y="3215640"/>
                </a:cubicBezTo>
                <a:cubicBezTo>
                  <a:pt x="8534400" y="3207223"/>
                  <a:pt x="8541223" y="3200400"/>
                  <a:pt x="8549640" y="3200400"/>
                </a:cubicBezTo>
                <a:cubicBezTo>
                  <a:pt x="8558057" y="3200400"/>
                  <a:pt x="8564880" y="3207223"/>
                  <a:pt x="8564880" y="3215640"/>
                </a:cubicBezTo>
                <a:close/>
                <a:moveTo>
                  <a:pt x="8564880" y="3368040"/>
                </a:moveTo>
                <a:cubicBezTo>
                  <a:pt x="8564880" y="3376457"/>
                  <a:pt x="8558057" y="3383280"/>
                  <a:pt x="8549640" y="3383280"/>
                </a:cubicBezTo>
                <a:cubicBezTo>
                  <a:pt x="8541223" y="3383280"/>
                  <a:pt x="8534400" y="3376457"/>
                  <a:pt x="8534400" y="3368040"/>
                </a:cubicBezTo>
                <a:cubicBezTo>
                  <a:pt x="8534400" y="3359623"/>
                  <a:pt x="8541223" y="3352800"/>
                  <a:pt x="8549640" y="3352800"/>
                </a:cubicBezTo>
                <a:cubicBezTo>
                  <a:pt x="8558057" y="3352800"/>
                  <a:pt x="8564880" y="3359623"/>
                  <a:pt x="8564880" y="3368040"/>
                </a:cubicBezTo>
                <a:close/>
                <a:moveTo>
                  <a:pt x="8564880" y="3520440"/>
                </a:moveTo>
                <a:cubicBezTo>
                  <a:pt x="8564880" y="3528857"/>
                  <a:pt x="8558057" y="3535680"/>
                  <a:pt x="8549640" y="3535680"/>
                </a:cubicBezTo>
                <a:cubicBezTo>
                  <a:pt x="8541223" y="3535680"/>
                  <a:pt x="8534400" y="3528857"/>
                  <a:pt x="8534400" y="3520440"/>
                </a:cubicBezTo>
                <a:cubicBezTo>
                  <a:pt x="8534400" y="3512023"/>
                  <a:pt x="8541223" y="3505200"/>
                  <a:pt x="8549640" y="3505200"/>
                </a:cubicBezTo>
                <a:cubicBezTo>
                  <a:pt x="8558057" y="3505200"/>
                  <a:pt x="8564880" y="3512023"/>
                  <a:pt x="8564880" y="3520440"/>
                </a:cubicBezTo>
                <a:close/>
                <a:moveTo>
                  <a:pt x="8564880" y="3672840"/>
                </a:moveTo>
                <a:cubicBezTo>
                  <a:pt x="8564880" y="3681257"/>
                  <a:pt x="8558057" y="3688080"/>
                  <a:pt x="8549640" y="3688080"/>
                </a:cubicBezTo>
                <a:cubicBezTo>
                  <a:pt x="8541223" y="3688080"/>
                  <a:pt x="8534400" y="3681257"/>
                  <a:pt x="8534400" y="3672840"/>
                </a:cubicBezTo>
                <a:cubicBezTo>
                  <a:pt x="8534400" y="3664423"/>
                  <a:pt x="8541223" y="3657600"/>
                  <a:pt x="8549640" y="3657600"/>
                </a:cubicBezTo>
                <a:cubicBezTo>
                  <a:pt x="8558057" y="3657600"/>
                  <a:pt x="8564880" y="3664423"/>
                  <a:pt x="8564880" y="3672840"/>
                </a:cubicBezTo>
                <a:close/>
                <a:moveTo>
                  <a:pt x="8564880" y="3825240"/>
                </a:moveTo>
                <a:cubicBezTo>
                  <a:pt x="8564880" y="3833657"/>
                  <a:pt x="8558057" y="3840480"/>
                  <a:pt x="8549640" y="3840480"/>
                </a:cubicBezTo>
                <a:cubicBezTo>
                  <a:pt x="8541223" y="3840480"/>
                  <a:pt x="8534400" y="3833657"/>
                  <a:pt x="8534400" y="3825240"/>
                </a:cubicBezTo>
                <a:cubicBezTo>
                  <a:pt x="8534400" y="3816823"/>
                  <a:pt x="8541223" y="3810000"/>
                  <a:pt x="8549640" y="3810000"/>
                </a:cubicBezTo>
                <a:cubicBezTo>
                  <a:pt x="8558057" y="3810000"/>
                  <a:pt x="8564880" y="3816823"/>
                  <a:pt x="8564880" y="3825240"/>
                </a:cubicBezTo>
                <a:close/>
                <a:moveTo>
                  <a:pt x="8564880" y="3977640"/>
                </a:moveTo>
                <a:cubicBezTo>
                  <a:pt x="8564880" y="3986057"/>
                  <a:pt x="8558057" y="3992880"/>
                  <a:pt x="8549640" y="3992880"/>
                </a:cubicBezTo>
                <a:cubicBezTo>
                  <a:pt x="8541223" y="3992880"/>
                  <a:pt x="8534400" y="3986057"/>
                  <a:pt x="8534400" y="3977640"/>
                </a:cubicBezTo>
                <a:cubicBezTo>
                  <a:pt x="8534400" y="3969223"/>
                  <a:pt x="8541223" y="3962400"/>
                  <a:pt x="8549640" y="3962400"/>
                </a:cubicBezTo>
                <a:cubicBezTo>
                  <a:pt x="8558057" y="3962400"/>
                  <a:pt x="8564880" y="3969223"/>
                  <a:pt x="8564880" y="3977640"/>
                </a:cubicBezTo>
                <a:close/>
                <a:moveTo>
                  <a:pt x="8564880" y="4130040"/>
                </a:moveTo>
                <a:cubicBezTo>
                  <a:pt x="8564880" y="4138457"/>
                  <a:pt x="8558057" y="4145280"/>
                  <a:pt x="8549640" y="4145280"/>
                </a:cubicBezTo>
                <a:cubicBezTo>
                  <a:pt x="8541223" y="4145280"/>
                  <a:pt x="8534400" y="4138457"/>
                  <a:pt x="8534400" y="4130040"/>
                </a:cubicBezTo>
                <a:cubicBezTo>
                  <a:pt x="8534400" y="4121623"/>
                  <a:pt x="8541223" y="4114800"/>
                  <a:pt x="8549640" y="4114800"/>
                </a:cubicBezTo>
                <a:cubicBezTo>
                  <a:pt x="8558057" y="4114800"/>
                  <a:pt x="8564880" y="4121623"/>
                  <a:pt x="8564880" y="4130040"/>
                </a:cubicBezTo>
                <a:close/>
                <a:moveTo>
                  <a:pt x="8564880" y="4282440"/>
                </a:moveTo>
                <a:cubicBezTo>
                  <a:pt x="8564880" y="4290857"/>
                  <a:pt x="8558057" y="4297680"/>
                  <a:pt x="8549640" y="4297680"/>
                </a:cubicBezTo>
                <a:cubicBezTo>
                  <a:pt x="8541223" y="4297680"/>
                  <a:pt x="8534400" y="4290857"/>
                  <a:pt x="8534400" y="4282440"/>
                </a:cubicBezTo>
                <a:cubicBezTo>
                  <a:pt x="8534400" y="4274023"/>
                  <a:pt x="8541223" y="4267200"/>
                  <a:pt x="8549640" y="4267200"/>
                </a:cubicBezTo>
                <a:cubicBezTo>
                  <a:pt x="8558057" y="4267200"/>
                  <a:pt x="8564880" y="4274023"/>
                  <a:pt x="8564880" y="4282440"/>
                </a:cubicBezTo>
                <a:close/>
                <a:moveTo>
                  <a:pt x="8564880" y="4434840"/>
                </a:moveTo>
                <a:cubicBezTo>
                  <a:pt x="8564880" y="4443257"/>
                  <a:pt x="8558057" y="4450080"/>
                  <a:pt x="8549640" y="4450080"/>
                </a:cubicBezTo>
                <a:cubicBezTo>
                  <a:pt x="8541223" y="4450080"/>
                  <a:pt x="8534400" y="4443257"/>
                  <a:pt x="8534400" y="4434840"/>
                </a:cubicBezTo>
                <a:cubicBezTo>
                  <a:pt x="8534400" y="4426423"/>
                  <a:pt x="8541223" y="4419600"/>
                  <a:pt x="8549640" y="4419600"/>
                </a:cubicBezTo>
                <a:cubicBezTo>
                  <a:pt x="8558057" y="4419600"/>
                  <a:pt x="8564880" y="4426423"/>
                  <a:pt x="8564880" y="4434840"/>
                </a:cubicBezTo>
                <a:close/>
                <a:moveTo>
                  <a:pt x="8717280" y="15240"/>
                </a:moveTo>
                <a:cubicBezTo>
                  <a:pt x="8717280" y="23657"/>
                  <a:pt x="8710457" y="30480"/>
                  <a:pt x="8702040" y="30480"/>
                </a:cubicBezTo>
                <a:cubicBezTo>
                  <a:pt x="8693623" y="30480"/>
                  <a:pt x="8686800" y="23657"/>
                  <a:pt x="8686800" y="15240"/>
                </a:cubicBezTo>
                <a:cubicBezTo>
                  <a:pt x="8686800" y="6823"/>
                  <a:pt x="8693623" y="0"/>
                  <a:pt x="8702040" y="0"/>
                </a:cubicBezTo>
                <a:cubicBezTo>
                  <a:pt x="8710457" y="0"/>
                  <a:pt x="8717280" y="6823"/>
                  <a:pt x="8717280" y="15240"/>
                </a:cubicBezTo>
                <a:close/>
                <a:moveTo>
                  <a:pt x="8717280" y="167640"/>
                </a:moveTo>
                <a:cubicBezTo>
                  <a:pt x="8717280" y="176057"/>
                  <a:pt x="8710457" y="182880"/>
                  <a:pt x="8702040" y="182880"/>
                </a:cubicBezTo>
                <a:cubicBezTo>
                  <a:pt x="8693623" y="182880"/>
                  <a:pt x="8686800" y="176057"/>
                  <a:pt x="8686800" y="167640"/>
                </a:cubicBezTo>
                <a:cubicBezTo>
                  <a:pt x="8686800" y="159223"/>
                  <a:pt x="8693623" y="152400"/>
                  <a:pt x="8702040" y="152400"/>
                </a:cubicBezTo>
                <a:cubicBezTo>
                  <a:pt x="8710457" y="152400"/>
                  <a:pt x="8717280" y="159223"/>
                  <a:pt x="8717280" y="167640"/>
                </a:cubicBezTo>
                <a:close/>
                <a:moveTo>
                  <a:pt x="8717280" y="320040"/>
                </a:moveTo>
                <a:cubicBezTo>
                  <a:pt x="8717280" y="328457"/>
                  <a:pt x="8710457" y="335280"/>
                  <a:pt x="8702040" y="335280"/>
                </a:cubicBezTo>
                <a:cubicBezTo>
                  <a:pt x="8693623" y="335280"/>
                  <a:pt x="8686800" y="328457"/>
                  <a:pt x="8686800" y="320040"/>
                </a:cubicBezTo>
                <a:cubicBezTo>
                  <a:pt x="8686800" y="311623"/>
                  <a:pt x="8693623" y="304800"/>
                  <a:pt x="8702040" y="304800"/>
                </a:cubicBezTo>
                <a:cubicBezTo>
                  <a:pt x="8710457" y="304800"/>
                  <a:pt x="8717280" y="311623"/>
                  <a:pt x="8717280" y="320040"/>
                </a:cubicBezTo>
                <a:close/>
                <a:moveTo>
                  <a:pt x="8717280" y="472440"/>
                </a:moveTo>
                <a:cubicBezTo>
                  <a:pt x="8717280" y="480857"/>
                  <a:pt x="8710457" y="487680"/>
                  <a:pt x="8702040" y="487680"/>
                </a:cubicBezTo>
                <a:cubicBezTo>
                  <a:pt x="8693623" y="487680"/>
                  <a:pt x="8686800" y="480857"/>
                  <a:pt x="8686800" y="472440"/>
                </a:cubicBezTo>
                <a:cubicBezTo>
                  <a:pt x="8686800" y="464023"/>
                  <a:pt x="8693623" y="457200"/>
                  <a:pt x="8702040" y="457200"/>
                </a:cubicBezTo>
                <a:cubicBezTo>
                  <a:pt x="8710457" y="457200"/>
                  <a:pt x="8717280" y="464023"/>
                  <a:pt x="8717280" y="472440"/>
                </a:cubicBezTo>
                <a:close/>
                <a:moveTo>
                  <a:pt x="8717280" y="624840"/>
                </a:moveTo>
                <a:cubicBezTo>
                  <a:pt x="8717280" y="633257"/>
                  <a:pt x="8710457" y="640080"/>
                  <a:pt x="8702040" y="640080"/>
                </a:cubicBezTo>
                <a:cubicBezTo>
                  <a:pt x="8693623" y="640080"/>
                  <a:pt x="8686800" y="633257"/>
                  <a:pt x="8686800" y="624840"/>
                </a:cubicBezTo>
                <a:cubicBezTo>
                  <a:pt x="8686800" y="616423"/>
                  <a:pt x="8693623" y="609600"/>
                  <a:pt x="8702040" y="609600"/>
                </a:cubicBezTo>
                <a:cubicBezTo>
                  <a:pt x="8710457" y="609600"/>
                  <a:pt x="8717280" y="616423"/>
                  <a:pt x="8717280" y="624840"/>
                </a:cubicBezTo>
                <a:close/>
                <a:moveTo>
                  <a:pt x="8717280" y="777240"/>
                </a:moveTo>
                <a:cubicBezTo>
                  <a:pt x="8717280" y="785657"/>
                  <a:pt x="8710457" y="792480"/>
                  <a:pt x="8702040" y="792480"/>
                </a:cubicBezTo>
                <a:cubicBezTo>
                  <a:pt x="8693623" y="792480"/>
                  <a:pt x="8686800" y="785657"/>
                  <a:pt x="8686800" y="777240"/>
                </a:cubicBezTo>
                <a:cubicBezTo>
                  <a:pt x="8686800" y="768823"/>
                  <a:pt x="8693623" y="762000"/>
                  <a:pt x="8702040" y="762000"/>
                </a:cubicBezTo>
                <a:cubicBezTo>
                  <a:pt x="8710457" y="762000"/>
                  <a:pt x="8717280" y="768823"/>
                  <a:pt x="8717280" y="777240"/>
                </a:cubicBezTo>
                <a:close/>
                <a:moveTo>
                  <a:pt x="8717280" y="929640"/>
                </a:moveTo>
                <a:cubicBezTo>
                  <a:pt x="8717280" y="938057"/>
                  <a:pt x="8710457" y="944880"/>
                  <a:pt x="8702040" y="944880"/>
                </a:cubicBezTo>
                <a:cubicBezTo>
                  <a:pt x="8693623" y="944880"/>
                  <a:pt x="8686800" y="938057"/>
                  <a:pt x="8686800" y="929640"/>
                </a:cubicBezTo>
                <a:cubicBezTo>
                  <a:pt x="8686800" y="921223"/>
                  <a:pt x="8693623" y="914400"/>
                  <a:pt x="8702040" y="914400"/>
                </a:cubicBezTo>
                <a:cubicBezTo>
                  <a:pt x="8710457" y="914400"/>
                  <a:pt x="8717280" y="921223"/>
                  <a:pt x="8717280" y="929640"/>
                </a:cubicBezTo>
                <a:close/>
                <a:moveTo>
                  <a:pt x="8717280" y="1082040"/>
                </a:moveTo>
                <a:cubicBezTo>
                  <a:pt x="8717280" y="1090457"/>
                  <a:pt x="8710457" y="1097280"/>
                  <a:pt x="8702040" y="1097280"/>
                </a:cubicBezTo>
                <a:cubicBezTo>
                  <a:pt x="8693623" y="1097280"/>
                  <a:pt x="8686800" y="1090457"/>
                  <a:pt x="8686800" y="1082040"/>
                </a:cubicBezTo>
                <a:cubicBezTo>
                  <a:pt x="8686800" y="1073623"/>
                  <a:pt x="8693623" y="1066800"/>
                  <a:pt x="8702040" y="1066800"/>
                </a:cubicBezTo>
                <a:cubicBezTo>
                  <a:pt x="8710457" y="1066800"/>
                  <a:pt x="8717280" y="1073623"/>
                  <a:pt x="8717280" y="1082040"/>
                </a:cubicBezTo>
                <a:close/>
                <a:moveTo>
                  <a:pt x="8717280" y="1234440"/>
                </a:moveTo>
                <a:cubicBezTo>
                  <a:pt x="8717280" y="1242857"/>
                  <a:pt x="8710457" y="1249680"/>
                  <a:pt x="8702040" y="1249680"/>
                </a:cubicBezTo>
                <a:cubicBezTo>
                  <a:pt x="8693623" y="1249680"/>
                  <a:pt x="8686800" y="1242857"/>
                  <a:pt x="8686800" y="1234440"/>
                </a:cubicBezTo>
                <a:cubicBezTo>
                  <a:pt x="8686800" y="1226023"/>
                  <a:pt x="8693623" y="1219200"/>
                  <a:pt x="8702040" y="1219200"/>
                </a:cubicBezTo>
                <a:cubicBezTo>
                  <a:pt x="8710457" y="1219200"/>
                  <a:pt x="8717280" y="1226023"/>
                  <a:pt x="8717280" y="1234440"/>
                </a:cubicBezTo>
                <a:close/>
                <a:moveTo>
                  <a:pt x="8717280" y="1386840"/>
                </a:moveTo>
                <a:cubicBezTo>
                  <a:pt x="8717280" y="1395257"/>
                  <a:pt x="8710457" y="1402080"/>
                  <a:pt x="8702040" y="1402080"/>
                </a:cubicBezTo>
                <a:cubicBezTo>
                  <a:pt x="8693623" y="1402080"/>
                  <a:pt x="8686800" y="1395257"/>
                  <a:pt x="8686800" y="1386840"/>
                </a:cubicBezTo>
                <a:cubicBezTo>
                  <a:pt x="8686800" y="1378423"/>
                  <a:pt x="8693623" y="1371600"/>
                  <a:pt x="8702040" y="1371600"/>
                </a:cubicBezTo>
                <a:cubicBezTo>
                  <a:pt x="8710457" y="1371600"/>
                  <a:pt x="8717280" y="1378423"/>
                  <a:pt x="8717280" y="1386840"/>
                </a:cubicBezTo>
                <a:close/>
                <a:moveTo>
                  <a:pt x="8717280" y="1539240"/>
                </a:moveTo>
                <a:cubicBezTo>
                  <a:pt x="8717280" y="1547657"/>
                  <a:pt x="8710457" y="1554480"/>
                  <a:pt x="8702040" y="1554480"/>
                </a:cubicBezTo>
                <a:cubicBezTo>
                  <a:pt x="8693623" y="1554480"/>
                  <a:pt x="8686800" y="1547657"/>
                  <a:pt x="8686800" y="1539240"/>
                </a:cubicBezTo>
                <a:cubicBezTo>
                  <a:pt x="8686800" y="1530823"/>
                  <a:pt x="8693623" y="1524000"/>
                  <a:pt x="8702040" y="1524000"/>
                </a:cubicBezTo>
                <a:cubicBezTo>
                  <a:pt x="8710457" y="1524000"/>
                  <a:pt x="8717280" y="1530823"/>
                  <a:pt x="8717280" y="1539240"/>
                </a:cubicBezTo>
                <a:close/>
                <a:moveTo>
                  <a:pt x="8717280" y="1691640"/>
                </a:moveTo>
                <a:cubicBezTo>
                  <a:pt x="8717280" y="1700057"/>
                  <a:pt x="8710457" y="1706880"/>
                  <a:pt x="8702040" y="1706880"/>
                </a:cubicBezTo>
                <a:cubicBezTo>
                  <a:pt x="8693623" y="1706880"/>
                  <a:pt x="8686800" y="1700057"/>
                  <a:pt x="8686800" y="1691640"/>
                </a:cubicBezTo>
                <a:cubicBezTo>
                  <a:pt x="8686800" y="1683223"/>
                  <a:pt x="8693623" y="1676400"/>
                  <a:pt x="8702040" y="1676400"/>
                </a:cubicBezTo>
                <a:cubicBezTo>
                  <a:pt x="8710457" y="1676400"/>
                  <a:pt x="8717280" y="1683223"/>
                  <a:pt x="8717280" y="1691640"/>
                </a:cubicBezTo>
                <a:close/>
                <a:moveTo>
                  <a:pt x="8717280" y="1844040"/>
                </a:moveTo>
                <a:cubicBezTo>
                  <a:pt x="8717280" y="1852457"/>
                  <a:pt x="8710457" y="1859280"/>
                  <a:pt x="8702040" y="1859280"/>
                </a:cubicBezTo>
                <a:cubicBezTo>
                  <a:pt x="8693623" y="1859280"/>
                  <a:pt x="8686800" y="1852457"/>
                  <a:pt x="8686800" y="1844040"/>
                </a:cubicBezTo>
                <a:cubicBezTo>
                  <a:pt x="8686800" y="1835623"/>
                  <a:pt x="8693623" y="1828800"/>
                  <a:pt x="8702040" y="1828800"/>
                </a:cubicBezTo>
                <a:cubicBezTo>
                  <a:pt x="8710457" y="1828800"/>
                  <a:pt x="8717280" y="1835623"/>
                  <a:pt x="8717280" y="1844040"/>
                </a:cubicBezTo>
                <a:close/>
                <a:moveTo>
                  <a:pt x="8717280" y="1996440"/>
                </a:moveTo>
                <a:cubicBezTo>
                  <a:pt x="8717280" y="2004857"/>
                  <a:pt x="8710457" y="2011680"/>
                  <a:pt x="8702040" y="2011680"/>
                </a:cubicBezTo>
                <a:cubicBezTo>
                  <a:pt x="8693623" y="2011680"/>
                  <a:pt x="8686800" y="2004857"/>
                  <a:pt x="8686800" y="1996440"/>
                </a:cubicBezTo>
                <a:cubicBezTo>
                  <a:pt x="8686800" y="1988023"/>
                  <a:pt x="8693623" y="1981200"/>
                  <a:pt x="8702040" y="1981200"/>
                </a:cubicBezTo>
                <a:cubicBezTo>
                  <a:pt x="8710457" y="1981200"/>
                  <a:pt x="8717280" y="1988023"/>
                  <a:pt x="8717280" y="1996440"/>
                </a:cubicBezTo>
                <a:close/>
                <a:moveTo>
                  <a:pt x="8717280" y="2148840"/>
                </a:moveTo>
                <a:cubicBezTo>
                  <a:pt x="8717280" y="2157257"/>
                  <a:pt x="8710457" y="2164080"/>
                  <a:pt x="8702040" y="2164080"/>
                </a:cubicBezTo>
                <a:cubicBezTo>
                  <a:pt x="8693623" y="2164080"/>
                  <a:pt x="8686800" y="2157257"/>
                  <a:pt x="8686800" y="2148840"/>
                </a:cubicBezTo>
                <a:cubicBezTo>
                  <a:pt x="8686800" y="2140423"/>
                  <a:pt x="8693623" y="2133600"/>
                  <a:pt x="8702040" y="2133600"/>
                </a:cubicBezTo>
                <a:cubicBezTo>
                  <a:pt x="8710457" y="2133600"/>
                  <a:pt x="8717280" y="2140423"/>
                  <a:pt x="8717280" y="2148840"/>
                </a:cubicBezTo>
                <a:close/>
                <a:moveTo>
                  <a:pt x="8717280" y="2301240"/>
                </a:moveTo>
                <a:cubicBezTo>
                  <a:pt x="8717280" y="2309657"/>
                  <a:pt x="8710457" y="2316480"/>
                  <a:pt x="8702040" y="2316480"/>
                </a:cubicBezTo>
                <a:cubicBezTo>
                  <a:pt x="8693623" y="2316480"/>
                  <a:pt x="8686800" y="2309657"/>
                  <a:pt x="8686800" y="2301240"/>
                </a:cubicBezTo>
                <a:cubicBezTo>
                  <a:pt x="8686800" y="2292823"/>
                  <a:pt x="8693623" y="2286000"/>
                  <a:pt x="8702040" y="2286000"/>
                </a:cubicBezTo>
                <a:cubicBezTo>
                  <a:pt x="8710457" y="2286000"/>
                  <a:pt x="8717280" y="2292823"/>
                  <a:pt x="8717280" y="2301240"/>
                </a:cubicBezTo>
                <a:close/>
                <a:moveTo>
                  <a:pt x="8717280" y="2453640"/>
                </a:moveTo>
                <a:cubicBezTo>
                  <a:pt x="8717280" y="2462057"/>
                  <a:pt x="8710457" y="2468880"/>
                  <a:pt x="8702040" y="2468880"/>
                </a:cubicBezTo>
                <a:cubicBezTo>
                  <a:pt x="8693623" y="2468880"/>
                  <a:pt x="8686800" y="2462057"/>
                  <a:pt x="8686800" y="2453640"/>
                </a:cubicBezTo>
                <a:cubicBezTo>
                  <a:pt x="8686800" y="2445223"/>
                  <a:pt x="8693623" y="2438400"/>
                  <a:pt x="8702040" y="2438400"/>
                </a:cubicBezTo>
                <a:cubicBezTo>
                  <a:pt x="8710457" y="2438400"/>
                  <a:pt x="8717280" y="2445223"/>
                  <a:pt x="8717280" y="2453640"/>
                </a:cubicBezTo>
                <a:close/>
                <a:moveTo>
                  <a:pt x="8717280" y="2606040"/>
                </a:moveTo>
                <a:cubicBezTo>
                  <a:pt x="8717280" y="2614457"/>
                  <a:pt x="8710457" y="2621280"/>
                  <a:pt x="8702040" y="2621280"/>
                </a:cubicBezTo>
                <a:cubicBezTo>
                  <a:pt x="8693623" y="2621280"/>
                  <a:pt x="8686800" y="2614457"/>
                  <a:pt x="8686800" y="2606040"/>
                </a:cubicBezTo>
                <a:cubicBezTo>
                  <a:pt x="8686800" y="2597623"/>
                  <a:pt x="8693623" y="2590800"/>
                  <a:pt x="8702040" y="2590800"/>
                </a:cubicBezTo>
                <a:cubicBezTo>
                  <a:pt x="8710457" y="2590800"/>
                  <a:pt x="8717280" y="2597623"/>
                  <a:pt x="8717280" y="2606040"/>
                </a:cubicBezTo>
                <a:close/>
                <a:moveTo>
                  <a:pt x="8717280" y="2758440"/>
                </a:moveTo>
                <a:cubicBezTo>
                  <a:pt x="8717280" y="2766857"/>
                  <a:pt x="8710457" y="2773680"/>
                  <a:pt x="8702040" y="2773680"/>
                </a:cubicBezTo>
                <a:cubicBezTo>
                  <a:pt x="8693623" y="2773680"/>
                  <a:pt x="8686800" y="2766857"/>
                  <a:pt x="8686800" y="2758440"/>
                </a:cubicBezTo>
                <a:cubicBezTo>
                  <a:pt x="8686800" y="2750023"/>
                  <a:pt x="8693623" y="2743200"/>
                  <a:pt x="8702040" y="2743200"/>
                </a:cubicBezTo>
                <a:cubicBezTo>
                  <a:pt x="8710457" y="2743200"/>
                  <a:pt x="8717280" y="2750023"/>
                  <a:pt x="8717280" y="2758440"/>
                </a:cubicBezTo>
                <a:close/>
                <a:moveTo>
                  <a:pt x="8717280" y="2910840"/>
                </a:moveTo>
                <a:cubicBezTo>
                  <a:pt x="8717280" y="2919257"/>
                  <a:pt x="8710457" y="2926080"/>
                  <a:pt x="8702040" y="2926080"/>
                </a:cubicBezTo>
                <a:cubicBezTo>
                  <a:pt x="8693623" y="2926080"/>
                  <a:pt x="8686800" y="2919257"/>
                  <a:pt x="8686800" y="2910840"/>
                </a:cubicBezTo>
                <a:cubicBezTo>
                  <a:pt x="8686800" y="2902423"/>
                  <a:pt x="8693623" y="2895600"/>
                  <a:pt x="8702040" y="2895600"/>
                </a:cubicBezTo>
                <a:cubicBezTo>
                  <a:pt x="8710457" y="2895600"/>
                  <a:pt x="8717280" y="2902423"/>
                  <a:pt x="8717280" y="2910840"/>
                </a:cubicBezTo>
                <a:close/>
                <a:moveTo>
                  <a:pt x="8717280" y="3063240"/>
                </a:moveTo>
                <a:cubicBezTo>
                  <a:pt x="8717280" y="3071657"/>
                  <a:pt x="8710457" y="3078480"/>
                  <a:pt x="8702040" y="3078480"/>
                </a:cubicBezTo>
                <a:cubicBezTo>
                  <a:pt x="8693623" y="3078480"/>
                  <a:pt x="8686800" y="3071657"/>
                  <a:pt x="8686800" y="3063240"/>
                </a:cubicBezTo>
                <a:cubicBezTo>
                  <a:pt x="8686800" y="3054823"/>
                  <a:pt x="8693623" y="3048000"/>
                  <a:pt x="8702040" y="3048000"/>
                </a:cubicBezTo>
                <a:cubicBezTo>
                  <a:pt x="8710457" y="3048000"/>
                  <a:pt x="8717280" y="3054823"/>
                  <a:pt x="8717280" y="3063240"/>
                </a:cubicBezTo>
                <a:close/>
                <a:moveTo>
                  <a:pt x="8717280" y="3215640"/>
                </a:moveTo>
                <a:cubicBezTo>
                  <a:pt x="8717280" y="3224057"/>
                  <a:pt x="8710457" y="3230880"/>
                  <a:pt x="8702040" y="3230880"/>
                </a:cubicBezTo>
                <a:cubicBezTo>
                  <a:pt x="8693623" y="3230880"/>
                  <a:pt x="8686800" y="3224057"/>
                  <a:pt x="8686800" y="3215640"/>
                </a:cubicBezTo>
                <a:cubicBezTo>
                  <a:pt x="8686800" y="3207223"/>
                  <a:pt x="8693623" y="3200400"/>
                  <a:pt x="8702040" y="3200400"/>
                </a:cubicBezTo>
                <a:cubicBezTo>
                  <a:pt x="8710457" y="3200400"/>
                  <a:pt x="8717280" y="3207223"/>
                  <a:pt x="8717280" y="3215640"/>
                </a:cubicBezTo>
                <a:close/>
                <a:moveTo>
                  <a:pt x="8717280" y="3368040"/>
                </a:moveTo>
                <a:cubicBezTo>
                  <a:pt x="8717280" y="3376457"/>
                  <a:pt x="8710457" y="3383280"/>
                  <a:pt x="8702040" y="3383280"/>
                </a:cubicBezTo>
                <a:cubicBezTo>
                  <a:pt x="8693623" y="3383280"/>
                  <a:pt x="8686800" y="3376457"/>
                  <a:pt x="8686800" y="3368040"/>
                </a:cubicBezTo>
                <a:cubicBezTo>
                  <a:pt x="8686800" y="3359623"/>
                  <a:pt x="8693623" y="3352800"/>
                  <a:pt x="8702040" y="3352800"/>
                </a:cubicBezTo>
                <a:cubicBezTo>
                  <a:pt x="8710457" y="3352800"/>
                  <a:pt x="8717280" y="3359623"/>
                  <a:pt x="8717280" y="3368040"/>
                </a:cubicBezTo>
                <a:close/>
                <a:moveTo>
                  <a:pt x="8717280" y="3520440"/>
                </a:moveTo>
                <a:cubicBezTo>
                  <a:pt x="8717280" y="3528857"/>
                  <a:pt x="8710457" y="3535680"/>
                  <a:pt x="8702040" y="3535680"/>
                </a:cubicBezTo>
                <a:cubicBezTo>
                  <a:pt x="8693623" y="3535680"/>
                  <a:pt x="8686800" y="3528857"/>
                  <a:pt x="8686800" y="3520440"/>
                </a:cubicBezTo>
                <a:cubicBezTo>
                  <a:pt x="8686800" y="3512023"/>
                  <a:pt x="8693623" y="3505200"/>
                  <a:pt x="8702040" y="3505200"/>
                </a:cubicBezTo>
                <a:cubicBezTo>
                  <a:pt x="8710457" y="3505200"/>
                  <a:pt x="8717280" y="3512023"/>
                  <a:pt x="8717280" y="3520440"/>
                </a:cubicBezTo>
                <a:close/>
                <a:moveTo>
                  <a:pt x="8717280" y="3672840"/>
                </a:moveTo>
                <a:cubicBezTo>
                  <a:pt x="8717280" y="3681257"/>
                  <a:pt x="8710457" y="3688080"/>
                  <a:pt x="8702040" y="3688080"/>
                </a:cubicBezTo>
                <a:cubicBezTo>
                  <a:pt x="8693623" y="3688080"/>
                  <a:pt x="8686800" y="3681257"/>
                  <a:pt x="8686800" y="3672840"/>
                </a:cubicBezTo>
                <a:cubicBezTo>
                  <a:pt x="8686800" y="3664423"/>
                  <a:pt x="8693623" y="3657600"/>
                  <a:pt x="8702040" y="3657600"/>
                </a:cubicBezTo>
                <a:cubicBezTo>
                  <a:pt x="8710457" y="3657600"/>
                  <a:pt x="8717280" y="3664423"/>
                  <a:pt x="8717280" y="3672840"/>
                </a:cubicBezTo>
                <a:close/>
                <a:moveTo>
                  <a:pt x="8717280" y="3825240"/>
                </a:moveTo>
                <a:cubicBezTo>
                  <a:pt x="8717280" y="3833657"/>
                  <a:pt x="8710457" y="3840480"/>
                  <a:pt x="8702040" y="3840480"/>
                </a:cubicBezTo>
                <a:cubicBezTo>
                  <a:pt x="8693623" y="3840480"/>
                  <a:pt x="8686800" y="3833657"/>
                  <a:pt x="8686800" y="3825240"/>
                </a:cubicBezTo>
                <a:cubicBezTo>
                  <a:pt x="8686800" y="3816823"/>
                  <a:pt x="8693623" y="3810000"/>
                  <a:pt x="8702040" y="3810000"/>
                </a:cubicBezTo>
                <a:cubicBezTo>
                  <a:pt x="8710457" y="3810000"/>
                  <a:pt x="8717280" y="3816823"/>
                  <a:pt x="8717280" y="3825240"/>
                </a:cubicBezTo>
                <a:close/>
                <a:moveTo>
                  <a:pt x="8717280" y="3977640"/>
                </a:moveTo>
                <a:cubicBezTo>
                  <a:pt x="8717280" y="3986057"/>
                  <a:pt x="8710457" y="3992880"/>
                  <a:pt x="8702040" y="3992880"/>
                </a:cubicBezTo>
                <a:cubicBezTo>
                  <a:pt x="8693623" y="3992880"/>
                  <a:pt x="8686800" y="3986057"/>
                  <a:pt x="8686800" y="3977640"/>
                </a:cubicBezTo>
                <a:cubicBezTo>
                  <a:pt x="8686800" y="3969223"/>
                  <a:pt x="8693623" y="3962400"/>
                  <a:pt x="8702040" y="3962400"/>
                </a:cubicBezTo>
                <a:cubicBezTo>
                  <a:pt x="8710457" y="3962400"/>
                  <a:pt x="8717280" y="3969223"/>
                  <a:pt x="8717280" y="3977640"/>
                </a:cubicBezTo>
                <a:close/>
                <a:moveTo>
                  <a:pt x="8717280" y="4130040"/>
                </a:moveTo>
                <a:cubicBezTo>
                  <a:pt x="8717280" y="4138457"/>
                  <a:pt x="8710457" y="4145280"/>
                  <a:pt x="8702040" y="4145280"/>
                </a:cubicBezTo>
                <a:cubicBezTo>
                  <a:pt x="8693623" y="4145280"/>
                  <a:pt x="8686800" y="4138457"/>
                  <a:pt x="8686800" y="4130040"/>
                </a:cubicBezTo>
                <a:cubicBezTo>
                  <a:pt x="8686800" y="4121623"/>
                  <a:pt x="8693623" y="4114800"/>
                  <a:pt x="8702040" y="4114800"/>
                </a:cubicBezTo>
                <a:cubicBezTo>
                  <a:pt x="8710457" y="4114800"/>
                  <a:pt x="8717280" y="4121623"/>
                  <a:pt x="8717280" y="4130040"/>
                </a:cubicBezTo>
                <a:close/>
                <a:moveTo>
                  <a:pt x="8717280" y="4282440"/>
                </a:moveTo>
                <a:cubicBezTo>
                  <a:pt x="8717280" y="4290857"/>
                  <a:pt x="8710457" y="4297680"/>
                  <a:pt x="8702040" y="4297680"/>
                </a:cubicBezTo>
                <a:cubicBezTo>
                  <a:pt x="8693623" y="4297680"/>
                  <a:pt x="8686800" y="4290857"/>
                  <a:pt x="8686800" y="4282440"/>
                </a:cubicBezTo>
                <a:cubicBezTo>
                  <a:pt x="8686800" y="4274023"/>
                  <a:pt x="8693623" y="4267200"/>
                  <a:pt x="8702040" y="4267200"/>
                </a:cubicBezTo>
                <a:cubicBezTo>
                  <a:pt x="8710457" y="4267200"/>
                  <a:pt x="8717280" y="4274023"/>
                  <a:pt x="8717280" y="4282440"/>
                </a:cubicBezTo>
                <a:close/>
                <a:moveTo>
                  <a:pt x="8717280" y="4434840"/>
                </a:moveTo>
                <a:cubicBezTo>
                  <a:pt x="8717280" y="4443257"/>
                  <a:pt x="8710457" y="4450080"/>
                  <a:pt x="8702040" y="4450080"/>
                </a:cubicBezTo>
                <a:cubicBezTo>
                  <a:pt x="8693623" y="4450080"/>
                  <a:pt x="8686800" y="4443257"/>
                  <a:pt x="8686800" y="4434840"/>
                </a:cubicBezTo>
                <a:cubicBezTo>
                  <a:pt x="8686800" y="4426423"/>
                  <a:pt x="8693623" y="4419600"/>
                  <a:pt x="8702040" y="4419600"/>
                </a:cubicBezTo>
                <a:cubicBezTo>
                  <a:pt x="8710457" y="4419600"/>
                  <a:pt x="8717280" y="4426423"/>
                  <a:pt x="8717280" y="4434840"/>
                </a:cubicBezTo>
                <a:close/>
                <a:moveTo>
                  <a:pt x="8869680" y="15240"/>
                </a:moveTo>
                <a:cubicBezTo>
                  <a:pt x="8869680" y="23657"/>
                  <a:pt x="8862857" y="30480"/>
                  <a:pt x="8854440" y="30480"/>
                </a:cubicBezTo>
                <a:cubicBezTo>
                  <a:pt x="8846023" y="30480"/>
                  <a:pt x="8839200" y="23657"/>
                  <a:pt x="8839200" y="15240"/>
                </a:cubicBezTo>
                <a:cubicBezTo>
                  <a:pt x="8839200" y="6823"/>
                  <a:pt x="8846023" y="0"/>
                  <a:pt x="8854440" y="0"/>
                </a:cubicBezTo>
                <a:cubicBezTo>
                  <a:pt x="8862857" y="0"/>
                  <a:pt x="8869680" y="6823"/>
                  <a:pt x="8869680" y="15240"/>
                </a:cubicBezTo>
                <a:close/>
                <a:moveTo>
                  <a:pt x="8869680" y="167640"/>
                </a:moveTo>
                <a:cubicBezTo>
                  <a:pt x="8869680" y="176057"/>
                  <a:pt x="8862857" y="182880"/>
                  <a:pt x="8854440" y="182880"/>
                </a:cubicBezTo>
                <a:cubicBezTo>
                  <a:pt x="8846023" y="182880"/>
                  <a:pt x="8839200" y="176057"/>
                  <a:pt x="8839200" y="167640"/>
                </a:cubicBezTo>
                <a:cubicBezTo>
                  <a:pt x="8839200" y="159223"/>
                  <a:pt x="8846023" y="152400"/>
                  <a:pt x="8854440" y="152400"/>
                </a:cubicBezTo>
                <a:cubicBezTo>
                  <a:pt x="8862857" y="152400"/>
                  <a:pt x="8869680" y="159223"/>
                  <a:pt x="8869680" y="167640"/>
                </a:cubicBezTo>
                <a:close/>
                <a:moveTo>
                  <a:pt x="8869680" y="320040"/>
                </a:moveTo>
                <a:cubicBezTo>
                  <a:pt x="8869680" y="328457"/>
                  <a:pt x="8862857" y="335280"/>
                  <a:pt x="8854440" y="335280"/>
                </a:cubicBezTo>
                <a:cubicBezTo>
                  <a:pt x="8846023" y="335280"/>
                  <a:pt x="8839200" y="328457"/>
                  <a:pt x="8839200" y="320040"/>
                </a:cubicBezTo>
                <a:cubicBezTo>
                  <a:pt x="8839200" y="311623"/>
                  <a:pt x="8846023" y="304800"/>
                  <a:pt x="8854440" y="304800"/>
                </a:cubicBezTo>
                <a:cubicBezTo>
                  <a:pt x="8862857" y="304800"/>
                  <a:pt x="8869680" y="311623"/>
                  <a:pt x="8869680" y="320040"/>
                </a:cubicBezTo>
                <a:close/>
                <a:moveTo>
                  <a:pt x="8869680" y="472440"/>
                </a:moveTo>
                <a:cubicBezTo>
                  <a:pt x="8869680" y="480857"/>
                  <a:pt x="8862857" y="487680"/>
                  <a:pt x="8854440" y="487680"/>
                </a:cubicBezTo>
                <a:cubicBezTo>
                  <a:pt x="8846023" y="487680"/>
                  <a:pt x="8839200" y="480857"/>
                  <a:pt x="8839200" y="472440"/>
                </a:cubicBezTo>
                <a:cubicBezTo>
                  <a:pt x="8839200" y="464023"/>
                  <a:pt x="8846023" y="457200"/>
                  <a:pt x="8854440" y="457200"/>
                </a:cubicBezTo>
                <a:cubicBezTo>
                  <a:pt x="8862857" y="457200"/>
                  <a:pt x="8869680" y="464023"/>
                  <a:pt x="8869680" y="472440"/>
                </a:cubicBezTo>
                <a:close/>
                <a:moveTo>
                  <a:pt x="8869680" y="624840"/>
                </a:moveTo>
                <a:cubicBezTo>
                  <a:pt x="8869680" y="633257"/>
                  <a:pt x="8862857" y="640080"/>
                  <a:pt x="8854440" y="640080"/>
                </a:cubicBezTo>
                <a:cubicBezTo>
                  <a:pt x="8846023" y="640080"/>
                  <a:pt x="8839200" y="633257"/>
                  <a:pt x="8839200" y="624840"/>
                </a:cubicBezTo>
                <a:cubicBezTo>
                  <a:pt x="8839200" y="616423"/>
                  <a:pt x="8846023" y="609600"/>
                  <a:pt x="8854440" y="609600"/>
                </a:cubicBezTo>
                <a:cubicBezTo>
                  <a:pt x="8862857" y="609600"/>
                  <a:pt x="8869680" y="616423"/>
                  <a:pt x="8869680" y="624840"/>
                </a:cubicBezTo>
                <a:close/>
                <a:moveTo>
                  <a:pt x="8869680" y="777240"/>
                </a:moveTo>
                <a:cubicBezTo>
                  <a:pt x="8869680" y="785657"/>
                  <a:pt x="8862857" y="792480"/>
                  <a:pt x="8854440" y="792480"/>
                </a:cubicBezTo>
                <a:cubicBezTo>
                  <a:pt x="8846023" y="792480"/>
                  <a:pt x="8839200" y="785657"/>
                  <a:pt x="8839200" y="777240"/>
                </a:cubicBezTo>
                <a:cubicBezTo>
                  <a:pt x="8839200" y="768823"/>
                  <a:pt x="8846023" y="762000"/>
                  <a:pt x="8854440" y="762000"/>
                </a:cubicBezTo>
                <a:cubicBezTo>
                  <a:pt x="8862857" y="762000"/>
                  <a:pt x="8869680" y="768823"/>
                  <a:pt x="8869680" y="777240"/>
                </a:cubicBezTo>
                <a:close/>
                <a:moveTo>
                  <a:pt x="8869680" y="929640"/>
                </a:moveTo>
                <a:cubicBezTo>
                  <a:pt x="8869680" y="938057"/>
                  <a:pt x="8862857" y="944880"/>
                  <a:pt x="8854440" y="944880"/>
                </a:cubicBezTo>
                <a:cubicBezTo>
                  <a:pt x="8846023" y="944880"/>
                  <a:pt x="8839200" y="938057"/>
                  <a:pt x="8839200" y="929640"/>
                </a:cubicBezTo>
                <a:cubicBezTo>
                  <a:pt x="8839200" y="921223"/>
                  <a:pt x="8846023" y="914400"/>
                  <a:pt x="8854440" y="914400"/>
                </a:cubicBezTo>
                <a:cubicBezTo>
                  <a:pt x="8862857" y="914400"/>
                  <a:pt x="8869680" y="921223"/>
                  <a:pt x="8869680" y="929640"/>
                </a:cubicBezTo>
                <a:close/>
                <a:moveTo>
                  <a:pt x="8869680" y="1082040"/>
                </a:moveTo>
                <a:cubicBezTo>
                  <a:pt x="8869680" y="1090457"/>
                  <a:pt x="8862857" y="1097280"/>
                  <a:pt x="8854440" y="1097280"/>
                </a:cubicBezTo>
                <a:cubicBezTo>
                  <a:pt x="8846023" y="1097280"/>
                  <a:pt x="8839200" y="1090457"/>
                  <a:pt x="8839200" y="1082040"/>
                </a:cubicBezTo>
                <a:cubicBezTo>
                  <a:pt x="8839200" y="1073623"/>
                  <a:pt x="8846023" y="1066800"/>
                  <a:pt x="8854440" y="1066800"/>
                </a:cubicBezTo>
                <a:cubicBezTo>
                  <a:pt x="8862857" y="1066800"/>
                  <a:pt x="8869680" y="1073623"/>
                  <a:pt x="8869680" y="1082040"/>
                </a:cubicBezTo>
                <a:close/>
                <a:moveTo>
                  <a:pt x="8869680" y="1234440"/>
                </a:moveTo>
                <a:cubicBezTo>
                  <a:pt x="8869680" y="1242857"/>
                  <a:pt x="8862857" y="1249680"/>
                  <a:pt x="8854440" y="1249680"/>
                </a:cubicBezTo>
                <a:cubicBezTo>
                  <a:pt x="8846023" y="1249680"/>
                  <a:pt x="8839200" y="1242857"/>
                  <a:pt x="8839200" y="1234440"/>
                </a:cubicBezTo>
                <a:cubicBezTo>
                  <a:pt x="8839200" y="1226023"/>
                  <a:pt x="8846023" y="1219200"/>
                  <a:pt x="8854440" y="1219200"/>
                </a:cubicBezTo>
                <a:cubicBezTo>
                  <a:pt x="8862857" y="1219200"/>
                  <a:pt x="8869680" y="1226023"/>
                  <a:pt x="8869680" y="1234440"/>
                </a:cubicBezTo>
                <a:close/>
                <a:moveTo>
                  <a:pt x="8869680" y="1386840"/>
                </a:moveTo>
                <a:cubicBezTo>
                  <a:pt x="8869680" y="1395257"/>
                  <a:pt x="8862857" y="1402080"/>
                  <a:pt x="8854440" y="1402080"/>
                </a:cubicBezTo>
                <a:cubicBezTo>
                  <a:pt x="8846023" y="1402080"/>
                  <a:pt x="8839200" y="1395257"/>
                  <a:pt x="8839200" y="1386840"/>
                </a:cubicBezTo>
                <a:cubicBezTo>
                  <a:pt x="8839200" y="1378423"/>
                  <a:pt x="8846023" y="1371600"/>
                  <a:pt x="8854440" y="1371600"/>
                </a:cubicBezTo>
                <a:cubicBezTo>
                  <a:pt x="8862857" y="1371600"/>
                  <a:pt x="8869680" y="1378423"/>
                  <a:pt x="8869680" y="1386840"/>
                </a:cubicBezTo>
                <a:close/>
                <a:moveTo>
                  <a:pt x="8869680" y="1539240"/>
                </a:moveTo>
                <a:cubicBezTo>
                  <a:pt x="8869680" y="1547657"/>
                  <a:pt x="8862857" y="1554480"/>
                  <a:pt x="8854440" y="1554480"/>
                </a:cubicBezTo>
                <a:cubicBezTo>
                  <a:pt x="8846023" y="1554480"/>
                  <a:pt x="8839200" y="1547657"/>
                  <a:pt x="8839200" y="1539240"/>
                </a:cubicBezTo>
                <a:cubicBezTo>
                  <a:pt x="8839200" y="1530823"/>
                  <a:pt x="8846023" y="1524000"/>
                  <a:pt x="8854440" y="1524000"/>
                </a:cubicBezTo>
                <a:cubicBezTo>
                  <a:pt x="8862857" y="1524000"/>
                  <a:pt x="8869680" y="1530823"/>
                  <a:pt x="8869680" y="1539240"/>
                </a:cubicBezTo>
                <a:close/>
                <a:moveTo>
                  <a:pt x="8869680" y="1691640"/>
                </a:moveTo>
                <a:cubicBezTo>
                  <a:pt x="8869680" y="1700057"/>
                  <a:pt x="8862857" y="1706880"/>
                  <a:pt x="8854440" y="1706880"/>
                </a:cubicBezTo>
                <a:cubicBezTo>
                  <a:pt x="8846023" y="1706880"/>
                  <a:pt x="8839200" y="1700057"/>
                  <a:pt x="8839200" y="1691640"/>
                </a:cubicBezTo>
                <a:cubicBezTo>
                  <a:pt x="8839200" y="1683223"/>
                  <a:pt x="8846023" y="1676400"/>
                  <a:pt x="8854440" y="1676400"/>
                </a:cubicBezTo>
                <a:cubicBezTo>
                  <a:pt x="8862857" y="1676400"/>
                  <a:pt x="8869680" y="1683223"/>
                  <a:pt x="8869680" y="1691640"/>
                </a:cubicBezTo>
                <a:close/>
                <a:moveTo>
                  <a:pt x="8869680" y="1844040"/>
                </a:moveTo>
                <a:cubicBezTo>
                  <a:pt x="8869680" y="1852457"/>
                  <a:pt x="8862857" y="1859280"/>
                  <a:pt x="8854440" y="1859280"/>
                </a:cubicBezTo>
                <a:cubicBezTo>
                  <a:pt x="8846023" y="1859280"/>
                  <a:pt x="8839200" y="1852457"/>
                  <a:pt x="8839200" y="1844040"/>
                </a:cubicBezTo>
                <a:cubicBezTo>
                  <a:pt x="8839200" y="1835623"/>
                  <a:pt x="8846023" y="1828800"/>
                  <a:pt x="8854440" y="1828800"/>
                </a:cubicBezTo>
                <a:cubicBezTo>
                  <a:pt x="8862857" y="1828800"/>
                  <a:pt x="8869680" y="1835623"/>
                  <a:pt x="8869680" y="1844040"/>
                </a:cubicBezTo>
                <a:close/>
                <a:moveTo>
                  <a:pt x="8869680" y="1996440"/>
                </a:moveTo>
                <a:cubicBezTo>
                  <a:pt x="8869680" y="2004857"/>
                  <a:pt x="8862857" y="2011680"/>
                  <a:pt x="8854440" y="2011680"/>
                </a:cubicBezTo>
                <a:cubicBezTo>
                  <a:pt x="8846023" y="2011680"/>
                  <a:pt x="8839200" y="2004857"/>
                  <a:pt x="8839200" y="1996440"/>
                </a:cubicBezTo>
                <a:cubicBezTo>
                  <a:pt x="8839200" y="1988023"/>
                  <a:pt x="8846023" y="1981200"/>
                  <a:pt x="8854440" y="1981200"/>
                </a:cubicBezTo>
                <a:cubicBezTo>
                  <a:pt x="8862857" y="1981200"/>
                  <a:pt x="8869680" y="1988023"/>
                  <a:pt x="8869680" y="1996440"/>
                </a:cubicBezTo>
                <a:close/>
                <a:moveTo>
                  <a:pt x="8869680" y="2148840"/>
                </a:moveTo>
                <a:cubicBezTo>
                  <a:pt x="8869680" y="2157257"/>
                  <a:pt x="8862857" y="2164080"/>
                  <a:pt x="8854440" y="2164080"/>
                </a:cubicBezTo>
                <a:cubicBezTo>
                  <a:pt x="8846023" y="2164080"/>
                  <a:pt x="8839200" y="2157257"/>
                  <a:pt x="8839200" y="2148840"/>
                </a:cubicBezTo>
                <a:cubicBezTo>
                  <a:pt x="8839200" y="2140423"/>
                  <a:pt x="8846023" y="2133600"/>
                  <a:pt x="8854440" y="2133600"/>
                </a:cubicBezTo>
                <a:cubicBezTo>
                  <a:pt x="8862857" y="2133600"/>
                  <a:pt x="8869680" y="2140423"/>
                  <a:pt x="8869680" y="2148840"/>
                </a:cubicBezTo>
                <a:close/>
                <a:moveTo>
                  <a:pt x="8869680" y="2301240"/>
                </a:moveTo>
                <a:cubicBezTo>
                  <a:pt x="8869680" y="2309657"/>
                  <a:pt x="8862857" y="2316480"/>
                  <a:pt x="8854440" y="2316480"/>
                </a:cubicBezTo>
                <a:cubicBezTo>
                  <a:pt x="8846023" y="2316480"/>
                  <a:pt x="8839200" y="2309657"/>
                  <a:pt x="8839200" y="2301240"/>
                </a:cubicBezTo>
                <a:cubicBezTo>
                  <a:pt x="8839200" y="2292823"/>
                  <a:pt x="8846023" y="2286000"/>
                  <a:pt x="8854440" y="2286000"/>
                </a:cubicBezTo>
                <a:cubicBezTo>
                  <a:pt x="8862857" y="2286000"/>
                  <a:pt x="8869680" y="2292823"/>
                  <a:pt x="8869680" y="2301240"/>
                </a:cubicBezTo>
                <a:close/>
                <a:moveTo>
                  <a:pt x="8869680" y="2453640"/>
                </a:moveTo>
                <a:cubicBezTo>
                  <a:pt x="8869680" y="2462057"/>
                  <a:pt x="8862857" y="2468880"/>
                  <a:pt x="8854440" y="2468880"/>
                </a:cubicBezTo>
                <a:cubicBezTo>
                  <a:pt x="8846023" y="2468880"/>
                  <a:pt x="8839200" y="2462057"/>
                  <a:pt x="8839200" y="2453640"/>
                </a:cubicBezTo>
                <a:cubicBezTo>
                  <a:pt x="8839200" y="2445223"/>
                  <a:pt x="8846023" y="2438400"/>
                  <a:pt x="8854440" y="2438400"/>
                </a:cubicBezTo>
                <a:cubicBezTo>
                  <a:pt x="8862857" y="2438400"/>
                  <a:pt x="8869680" y="2445223"/>
                  <a:pt x="8869680" y="2453640"/>
                </a:cubicBezTo>
                <a:close/>
                <a:moveTo>
                  <a:pt x="8869680" y="2606040"/>
                </a:moveTo>
                <a:cubicBezTo>
                  <a:pt x="8869680" y="2614457"/>
                  <a:pt x="8862857" y="2621280"/>
                  <a:pt x="8854440" y="2621280"/>
                </a:cubicBezTo>
                <a:cubicBezTo>
                  <a:pt x="8846023" y="2621280"/>
                  <a:pt x="8839200" y="2614457"/>
                  <a:pt x="8839200" y="2606040"/>
                </a:cubicBezTo>
                <a:cubicBezTo>
                  <a:pt x="8839200" y="2597623"/>
                  <a:pt x="8846023" y="2590800"/>
                  <a:pt x="8854440" y="2590800"/>
                </a:cubicBezTo>
                <a:cubicBezTo>
                  <a:pt x="8862857" y="2590800"/>
                  <a:pt x="8869680" y="2597623"/>
                  <a:pt x="8869680" y="2606040"/>
                </a:cubicBezTo>
                <a:close/>
                <a:moveTo>
                  <a:pt x="8869680" y="2758440"/>
                </a:moveTo>
                <a:cubicBezTo>
                  <a:pt x="8869680" y="2766857"/>
                  <a:pt x="8862857" y="2773680"/>
                  <a:pt x="8854440" y="2773680"/>
                </a:cubicBezTo>
                <a:cubicBezTo>
                  <a:pt x="8846023" y="2773680"/>
                  <a:pt x="8839200" y="2766857"/>
                  <a:pt x="8839200" y="2758440"/>
                </a:cubicBezTo>
                <a:cubicBezTo>
                  <a:pt x="8839200" y="2750023"/>
                  <a:pt x="8846023" y="2743200"/>
                  <a:pt x="8854440" y="2743200"/>
                </a:cubicBezTo>
                <a:cubicBezTo>
                  <a:pt x="8862857" y="2743200"/>
                  <a:pt x="8869680" y="2750023"/>
                  <a:pt x="8869680" y="2758440"/>
                </a:cubicBezTo>
                <a:close/>
                <a:moveTo>
                  <a:pt x="8869680" y="2910840"/>
                </a:moveTo>
                <a:cubicBezTo>
                  <a:pt x="8869680" y="2919257"/>
                  <a:pt x="8862857" y="2926080"/>
                  <a:pt x="8854440" y="2926080"/>
                </a:cubicBezTo>
                <a:cubicBezTo>
                  <a:pt x="8846023" y="2926080"/>
                  <a:pt x="8839200" y="2919257"/>
                  <a:pt x="8839200" y="2910840"/>
                </a:cubicBezTo>
                <a:cubicBezTo>
                  <a:pt x="8839200" y="2902423"/>
                  <a:pt x="8846023" y="2895600"/>
                  <a:pt x="8854440" y="2895600"/>
                </a:cubicBezTo>
                <a:cubicBezTo>
                  <a:pt x="8862857" y="2895600"/>
                  <a:pt x="8869680" y="2902423"/>
                  <a:pt x="8869680" y="2910840"/>
                </a:cubicBezTo>
                <a:close/>
                <a:moveTo>
                  <a:pt x="8869680" y="3063240"/>
                </a:moveTo>
                <a:cubicBezTo>
                  <a:pt x="8869680" y="3071657"/>
                  <a:pt x="8862857" y="3078480"/>
                  <a:pt x="8854440" y="3078480"/>
                </a:cubicBezTo>
                <a:cubicBezTo>
                  <a:pt x="8846023" y="3078480"/>
                  <a:pt x="8839200" y="3071657"/>
                  <a:pt x="8839200" y="3063240"/>
                </a:cubicBezTo>
                <a:cubicBezTo>
                  <a:pt x="8839200" y="3054823"/>
                  <a:pt x="8846023" y="3048000"/>
                  <a:pt x="8854440" y="3048000"/>
                </a:cubicBezTo>
                <a:cubicBezTo>
                  <a:pt x="8862857" y="3048000"/>
                  <a:pt x="8869680" y="3054823"/>
                  <a:pt x="8869680" y="3063240"/>
                </a:cubicBezTo>
                <a:close/>
                <a:moveTo>
                  <a:pt x="8869680" y="3215640"/>
                </a:moveTo>
                <a:cubicBezTo>
                  <a:pt x="8869680" y="3224057"/>
                  <a:pt x="8862857" y="3230880"/>
                  <a:pt x="8854440" y="3230880"/>
                </a:cubicBezTo>
                <a:cubicBezTo>
                  <a:pt x="8846023" y="3230880"/>
                  <a:pt x="8839200" y="3224057"/>
                  <a:pt x="8839200" y="3215640"/>
                </a:cubicBezTo>
                <a:cubicBezTo>
                  <a:pt x="8839200" y="3207223"/>
                  <a:pt x="8846023" y="3200400"/>
                  <a:pt x="8854440" y="3200400"/>
                </a:cubicBezTo>
                <a:cubicBezTo>
                  <a:pt x="8862857" y="3200400"/>
                  <a:pt x="8869680" y="3207223"/>
                  <a:pt x="8869680" y="3215640"/>
                </a:cubicBezTo>
                <a:close/>
                <a:moveTo>
                  <a:pt x="8869680" y="3368040"/>
                </a:moveTo>
                <a:cubicBezTo>
                  <a:pt x="8869680" y="3376457"/>
                  <a:pt x="8862857" y="3383280"/>
                  <a:pt x="8854440" y="3383280"/>
                </a:cubicBezTo>
                <a:cubicBezTo>
                  <a:pt x="8846023" y="3383280"/>
                  <a:pt x="8839200" y="3376457"/>
                  <a:pt x="8839200" y="3368040"/>
                </a:cubicBezTo>
                <a:cubicBezTo>
                  <a:pt x="8839200" y="3359623"/>
                  <a:pt x="8846023" y="3352800"/>
                  <a:pt x="8854440" y="3352800"/>
                </a:cubicBezTo>
                <a:cubicBezTo>
                  <a:pt x="8862857" y="3352800"/>
                  <a:pt x="8869680" y="3359623"/>
                  <a:pt x="8869680" y="3368040"/>
                </a:cubicBezTo>
                <a:close/>
                <a:moveTo>
                  <a:pt x="8869680" y="3520440"/>
                </a:moveTo>
                <a:cubicBezTo>
                  <a:pt x="8869680" y="3528857"/>
                  <a:pt x="8862857" y="3535680"/>
                  <a:pt x="8854440" y="3535680"/>
                </a:cubicBezTo>
                <a:cubicBezTo>
                  <a:pt x="8846023" y="3535680"/>
                  <a:pt x="8839200" y="3528857"/>
                  <a:pt x="8839200" y="3520440"/>
                </a:cubicBezTo>
                <a:cubicBezTo>
                  <a:pt x="8839200" y="3512023"/>
                  <a:pt x="8846023" y="3505200"/>
                  <a:pt x="8854440" y="3505200"/>
                </a:cubicBezTo>
                <a:cubicBezTo>
                  <a:pt x="8862857" y="3505200"/>
                  <a:pt x="8869680" y="3512023"/>
                  <a:pt x="8869680" y="3520440"/>
                </a:cubicBezTo>
                <a:close/>
                <a:moveTo>
                  <a:pt x="8869680" y="3672840"/>
                </a:moveTo>
                <a:cubicBezTo>
                  <a:pt x="8869680" y="3681257"/>
                  <a:pt x="8862857" y="3688080"/>
                  <a:pt x="8854440" y="3688080"/>
                </a:cubicBezTo>
                <a:cubicBezTo>
                  <a:pt x="8846023" y="3688080"/>
                  <a:pt x="8839200" y="3681257"/>
                  <a:pt x="8839200" y="3672840"/>
                </a:cubicBezTo>
                <a:cubicBezTo>
                  <a:pt x="8839200" y="3664423"/>
                  <a:pt x="8846023" y="3657600"/>
                  <a:pt x="8854440" y="3657600"/>
                </a:cubicBezTo>
                <a:cubicBezTo>
                  <a:pt x="8862857" y="3657600"/>
                  <a:pt x="8869680" y="3664423"/>
                  <a:pt x="8869680" y="3672840"/>
                </a:cubicBezTo>
                <a:close/>
                <a:moveTo>
                  <a:pt x="8869680" y="3825240"/>
                </a:moveTo>
                <a:cubicBezTo>
                  <a:pt x="8869680" y="3833657"/>
                  <a:pt x="8862857" y="3840480"/>
                  <a:pt x="8854440" y="3840480"/>
                </a:cubicBezTo>
                <a:cubicBezTo>
                  <a:pt x="8846023" y="3840480"/>
                  <a:pt x="8839200" y="3833657"/>
                  <a:pt x="8839200" y="3825240"/>
                </a:cubicBezTo>
                <a:cubicBezTo>
                  <a:pt x="8839200" y="3816823"/>
                  <a:pt x="8846023" y="3810000"/>
                  <a:pt x="8854440" y="3810000"/>
                </a:cubicBezTo>
                <a:cubicBezTo>
                  <a:pt x="8862857" y="3810000"/>
                  <a:pt x="8869680" y="3816823"/>
                  <a:pt x="8869680" y="3825240"/>
                </a:cubicBezTo>
                <a:close/>
                <a:moveTo>
                  <a:pt x="8869680" y="3977640"/>
                </a:moveTo>
                <a:cubicBezTo>
                  <a:pt x="8869680" y="3986057"/>
                  <a:pt x="8862857" y="3992880"/>
                  <a:pt x="8854440" y="3992880"/>
                </a:cubicBezTo>
                <a:cubicBezTo>
                  <a:pt x="8846023" y="3992880"/>
                  <a:pt x="8839200" y="3986057"/>
                  <a:pt x="8839200" y="3977640"/>
                </a:cubicBezTo>
                <a:cubicBezTo>
                  <a:pt x="8839200" y="3969223"/>
                  <a:pt x="8846023" y="3962400"/>
                  <a:pt x="8854440" y="3962400"/>
                </a:cubicBezTo>
                <a:cubicBezTo>
                  <a:pt x="8862857" y="3962400"/>
                  <a:pt x="8869680" y="3969223"/>
                  <a:pt x="8869680" y="3977640"/>
                </a:cubicBezTo>
                <a:close/>
                <a:moveTo>
                  <a:pt x="8869680" y="4130040"/>
                </a:moveTo>
                <a:cubicBezTo>
                  <a:pt x="8869680" y="4138457"/>
                  <a:pt x="8862857" y="4145280"/>
                  <a:pt x="8854440" y="4145280"/>
                </a:cubicBezTo>
                <a:cubicBezTo>
                  <a:pt x="8846023" y="4145280"/>
                  <a:pt x="8839200" y="4138457"/>
                  <a:pt x="8839200" y="4130040"/>
                </a:cubicBezTo>
                <a:cubicBezTo>
                  <a:pt x="8839200" y="4121623"/>
                  <a:pt x="8846023" y="4114800"/>
                  <a:pt x="8854440" y="4114800"/>
                </a:cubicBezTo>
                <a:cubicBezTo>
                  <a:pt x="8862857" y="4114800"/>
                  <a:pt x="8869680" y="4121623"/>
                  <a:pt x="8869680" y="4130040"/>
                </a:cubicBezTo>
                <a:close/>
                <a:moveTo>
                  <a:pt x="8869680" y="4282440"/>
                </a:moveTo>
                <a:cubicBezTo>
                  <a:pt x="8869680" y="4290857"/>
                  <a:pt x="8862857" y="4297680"/>
                  <a:pt x="8854440" y="4297680"/>
                </a:cubicBezTo>
                <a:cubicBezTo>
                  <a:pt x="8846023" y="4297680"/>
                  <a:pt x="8839200" y="4290857"/>
                  <a:pt x="8839200" y="4282440"/>
                </a:cubicBezTo>
                <a:cubicBezTo>
                  <a:pt x="8839200" y="4274023"/>
                  <a:pt x="8846023" y="4267200"/>
                  <a:pt x="8854440" y="4267200"/>
                </a:cubicBezTo>
                <a:cubicBezTo>
                  <a:pt x="8862857" y="4267200"/>
                  <a:pt x="8869680" y="4274023"/>
                  <a:pt x="8869680" y="4282440"/>
                </a:cubicBezTo>
                <a:close/>
                <a:moveTo>
                  <a:pt x="8869680" y="4434840"/>
                </a:moveTo>
                <a:cubicBezTo>
                  <a:pt x="8869680" y="4443257"/>
                  <a:pt x="8862857" y="4450080"/>
                  <a:pt x="8854440" y="4450080"/>
                </a:cubicBezTo>
                <a:cubicBezTo>
                  <a:pt x="8846023" y="4450080"/>
                  <a:pt x="8839200" y="4443257"/>
                  <a:pt x="8839200" y="4434840"/>
                </a:cubicBezTo>
                <a:cubicBezTo>
                  <a:pt x="8839200" y="4426423"/>
                  <a:pt x="8846023" y="4419600"/>
                  <a:pt x="8854440" y="4419600"/>
                </a:cubicBezTo>
                <a:cubicBezTo>
                  <a:pt x="8862857" y="4419600"/>
                  <a:pt x="8869680" y="4426423"/>
                  <a:pt x="8869680" y="4434840"/>
                </a:cubicBezTo>
                <a:close/>
                <a:moveTo>
                  <a:pt x="9022080" y="15240"/>
                </a:moveTo>
                <a:cubicBezTo>
                  <a:pt x="9022080" y="23657"/>
                  <a:pt x="9015257" y="30480"/>
                  <a:pt x="9006840" y="30480"/>
                </a:cubicBezTo>
                <a:cubicBezTo>
                  <a:pt x="8998423" y="30480"/>
                  <a:pt x="8991600" y="23657"/>
                  <a:pt x="8991600" y="15240"/>
                </a:cubicBezTo>
                <a:cubicBezTo>
                  <a:pt x="8991600" y="6823"/>
                  <a:pt x="8998423" y="0"/>
                  <a:pt x="9006840" y="0"/>
                </a:cubicBezTo>
                <a:cubicBezTo>
                  <a:pt x="9015257" y="0"/>
                  <a:pt x="9022080" y="6823"/>
                  <a:pt x="9022080" y="15240"/>
                </a:cubicBezTo>
                <a:close/>
                <a:moveTo>
                  <a:pt x="9022080" y="167640"/>
                </a:moveTo>
                <a:cubicBezTo>
                  <a:pt x="9022080" y="176057"/>
                  <a:pt x="9015257" y="182880"/>
                  <a:pt x="9006840" y="182880"/>
                </a:cubicBezTo>
                <a:cubicBezTo>
                  <a:pt x="8998423" y="182880"/>
                  <a:pt x="8991600" y="176057"/>
                  <a:pt x="8991600" y="167640"/>
                </a:cubicBezTo>
                <a:cubicBezTo>
                  <a:pt x="8991600" y="159223"/>
                  <a:pt x="8998423" y="152400"/>
                  <a:pt x="9006840" y="152400"/>
                </a:cubicBezTo>
                <a:cubicBezTo>
                  <a:pt x="9015257" y="152400"/>
                  <a:pt x="9022080" y="159223"/>
                  <a:pt x="9022080" y="167640"/>
                </a:cubicBezTo>
                <a:close/>
                <a:moveTo>
                  <a:pt x="9022080" y="320040"/>
                </a:moveTo>
                <a:cubicBezTo>
                  <a:pt x="9022080" y="328457"/>
                  <a:pt x="9015257" y="335280"/>
                  <a:pt x="9006840" y="335280"/>
                </a:cubicBezTo>
                <a:cubicBezTo>
                  <a:pt x="8998423" y="335280"/>
                  <a:pt x="8991600" y="328457"/>
                  <a:pt x="8991600" y="320040"/>
                </a:cubicBezTo>
                <a:cubicBezTo>
                  <a:pt x="8991600" y="311623"/>
                  <a:pt x="8998423" y="304800"/>
                  <a:pt x="9006840" y="304800"/>
                </a:cubicBezTo>
                <a:cubicBezTo>
                  <a:pt x="9015257" y="304800"/>
                  <a:pt x="9022080" y="311623"/>
                  <a:pt x="9022080" y="320040"/>
                </a:cubicBezTo>
                <a:close/>
                <a:moveTo>
                  <a:pt x="9022080" y="472440"/>
                </a:moveTo>
                <a:cubicBezTo>
                  <a:pt x="9022080" y="480857"/>
                  <a:pt x="9015257" y="487680"/>
                  <a:pt x="9006840" y="487680"/>
                </a:cubicBezTo>
                <a:cubicBezTo>
                  <a:pt x="8998423" y="487680"/>
                  <a:pt x="8991600" y="480857"/>
                  <a:pt x="8991600" y="472440"/>
                </a:cubicBezTo>
                <a:cubicBezTo>
                  <a:pt x="8991600" y="464023"/>
                  <a:pt x="8998423" y="457200"/>
                  <a:pt x="9006840" y="457200"/>
                </a:cubicBezTo>
                <a:cubicBezTo>
                  <a:pt x="9015257" y="457200"/>
                  <a:pt x="9022080" y="464023"/>
                  <a:pt x="9022080" y="472440"/>
                </a:cubicBezTo>
                <a:close/>
                <a:moveTo>
                  <a:pt x="9022080" y="624840"/>
                </a:moveTo>
                <a:cubicBezTo>
                  <a:pt x="9022080" y="633257"/>
                  <a:pt x="9015257" y="640080"/>
                  <a:pt x="9006840" y="640080"/>
                </a:cubicBezTo>
                <a:cubicBezTo>
                  <a:pt x="8998423" y="640080"/>
                  <a:pt x="8991600" y="633257"/>
                  <a:pt x="8991600" y="624840"/>
                </a:cubicBezTo>
                <a:cubicBezTo>
                  <a:pt x="8991600" y="616423"/>
                  <a:pt x="8998423" y="609600"/>
                  <a:pt x="9006840" y="609600"/>
                </a:cubicBezTo>
                <a:cubicBezTo>
                  <a:pt x="9015257" y="609600"/>
                  <a:pt x="9022080" y="616423"/>
                  <a:pt x="9022080" y="624840"/>
                </a:cubicBezTo>
                <a:close/>
                <a:moveTo>
                  <a:pt x="9022080" y="777240"/>
                </a:moveTo>
                <a:cubicBezTo>
                  <a:pt x="9022080" y="785657"/>
                  <a:pt x="9015257" y="792480"/>
                  <a:pt x="9006840" y="792480"/>
                </a:cubicBezTo>
                <a:cubicBezTo>
                  <a:pt x="8998423" y="792480"/>
                  <a:pt x="8991600" y="785657"/>
                  <a:pt x="8991600" y="777240"/>
                </a:cubicBezTo>
                <a:cubicBezTo>
                  <a:pt x="8991600" y="768823"/>
                  <a:pt x="8998423" y="762000"/>
                  <a:pt x="9006840" y="762000"/>
                </a:cubicBezTo>
                <a:cubicBezTo>
                  <a:pt x="9015257" y="762000"/>
                  <a:pt x="9022080" y="768823"/>
                  <a:pt x="9022080" y="777240"/>
                </a:cubicBezTo>
                <a:close/>
                <a:moveTo>
                  <a:pt x="9022080" y="929640"/>
                </a:moveTo>
                <a:cubicBezTo>
                  <a:pt x="9022080" y="938057"/>
                  <a:pt x="9015257" y="944880"/>
                  <a:pt x="9006840" y="944880"/>
                </a:cubicBezTo>
                <a:cubicBezTo>
                  <a:pt x="8998423" y="944880"/>
                  <a:pt x="8991600" y="938057"/>
                  <a:pt x="8991600" y="929640"/>
                </a:cubicBezTo>
                <a:cubicBezTo>
                  <a:pt x="8991600" y="921223"/>
                  <a:pt x="8998423" y="914400"/>
                  <a:pt x="9006840" y="914400"/>
                </a:cubicBezTo>
                <a:cubicBezTo>
                  <a:pt x="9015257" y="914400"/>
                  <a:pt x="9022080" y="921223"/>
                  <a:pt x="9022080" y="929640"/>
                </a:cubicBezTo>
                <a:close/>
                <a:moveTo>
                  <a:pt x="9022080" y="1082040"/>
                </a:moveTo>
                <a:cubicBezTo>
                  <a:pt x="9022080" y="1090457"/>
                  <a:pt x="9015257" y="1097280"/>
                  <a:pt x="9006840" y="1097280"/>
                </a:cubicBezTo>
                <a:cubicBezTo>
                  <a:pt x="8998423" y="1097280"/>
                  <a:pt x="8991600" y="1090457"/>
                  <a:pt x="8991600" y="1082040"/>
                </a:cubicBezTo>
                <a:cubicBezTo>
                  <a:pt x="8991600" y="1073623"/>
                  <a:pt x="8998423" y="1066800"/>
                  <a:pt x="9006840" y="1066800"/>
                </a:cubicBezTo>
                <a:cubicBezTo>
                  <a:pt x="9015257" y="1066800"/>
                  <a:pt x="9022080" y="1073623"/>
                  <a:pt x="9022080" y="1082040"/>
                </a:cubicBezTo>
                <a:close/>
                <a:moveTo>
                  <a:pt x="9022080" y="1234440"/>
                </a:moveTo>
                <a:cubicBezTo>
                  <a:pt x="9022080" y="1242857"/>
                  <a:pt x="9015257" y="1249680"/>
                  <a:pt x="9006840" y="1249680"/>
                </a:cubicBezTo>
                <a:cubicBezTo>
                  <a:pt x="8998423" y="1249680"/>
                  <a:pt x="8991600" y="1242857"/>
                  <a:pt x="8991600" y="1234440"/>
                </a:cubicBezTo>
                <a:cubicBezTo>
                  <a:pt x="8991600" y="1226023"/>
                  <a:pt x="8998423" y="1219200"/>
                  <a:pt x="9006840" y="1219200"/>
                </a:cubicBezTo>
                <a:cubicBezTo>
                  <a:pt x="9015257" y="1219200"/>
                  <a:pt x="9022080" y="1226023"/>
                  <a:pt x="9022080" y="1234440"/>
                </a:cubicBezTo>
                <a:close/>
                <a:moveTo>
                  <a:pt x="9022080" y="1386840"/>
                </a:moveTo>
                <a:cubicBezTo>
                  <a:pt x="9022080" y="1395257"/>
                  <a:pt x="9015257" y="1402080"/>
                  <a:pt x="9006840" y="1402080"/>
                </a:cubicBezTo>
                <a:cubicBezTo>
                  <a:pt x="8998423" y="1402080"/>
                  <a:pt x="8991600" y="1395257"/>
                  <a:pt x="8991600" y="1386840"/>
                </a:cubicBezTo>
                <a:cubicBezTo>
                  <a:pt x="8991600" y="1378423"/>
                  <a:pt x="8998423" y="1371600"/>
                  <a:pt x="9006840" y="1371600"/>
                </a:cubicBezTo>
                <a:cubicBezTo>
                  <a:pt x="9015257" y="1371600"/>
                  <a:pt x="9022080" y="1378423"/>
                  <a:pt x="9022080" y="1386840"/>
                </a:cubicBezTo>
                <a:close/>
                <a:moveTo>
                  <a:pt x="9022080" y="1539240"/>
                </a:moveTo>
                <a:cubicBezTo>
                  <a:pt x="9022080" y="1547657"/>
                  <a:pt x="9015257" y="1554480"/>
                  <a:pt x="9006840" y="1554480"/>
                </a:cubicBezTo>
                <a:cubicBezTo>
                  <a:pt x="8998423" y="1554480"/>
                  <a:pt x="8991600" y="1547657"/>
                  <a:pt x="8991600" y="1539240"/>
                </a:cubicBezTo>
                <a:cubicBezTo>
                  <a:pt x="8991600" y="1530823"/>
                  <a:pt x="8998423" y="1524000"/>
                  <a:pt x="9006840" y="1524000"/>
                </a:cubicBezTo>
                <a:cubicBezTo>
                  <a:pt x="9015257" y="1524000"/>
                  <a:pt x="9022080" y="1530823"/>
                  <a:pt x="9022080" y="1539240"/>
                </a:cubicBezTo>
                <a:close/>
                <a:moveTo>
                  <a:pt x="9022080" y="1691640"/>
                </a:moveTo>
                <a:cubicBezTo>
                  <a:pt x="9022080" y="1700057"/>
                  <a:pt x="9015257" y="1706880"/>
                  <a:pt x="9006840" y="1706880"/>
                </a:cubicBezTo>
                <a:cubicBezTo>
                  <a:pt x="8998423" y="1706880"/>
                  <a:pt x="8991600" y="1700057"/>
                  <a:pt x="8991600" y="1691640"/>
                </a:cubicBezTo>
                <a:cubicBezTo>
                  <a:pt x="8991600" y="1683223"/>
                  <a:pt x="8998423" y="1676400"/>
                  <a:pt x="9006840" y="1676400"/>
                </a:cubicBezTo>
                <a:cubicBezTo>
                  <a:pt x="9015257" y="1676400"/>
                  <a:pt x="9022080" y="1683223"/>
                  <a:pt x="9022080" y="1691640"/>
                </a:cubicBezTo>
                <a:close/>
                <a:moveTo>
                  <a:pt x="9022080" y="1844040"/>
                </a:moveTo>
                <a:cubicBezTo>
                  <a:pt x="9022080" y="1852457"/>
                  <a:pt x="9015257" y="1859280"/>
                  <a:pt x="9006840" y="1859280"/>
                </a:cubicBezTo>
                <a:cubicBezTo>
                  <a:pt x="8998423" y="1859280"/>
                  <a:pt x="8991600" y="1852457"/>
                  <a:pt x="8991600" y="1844040"/>
                </a:cubicBezTo>
                <a:cubicBezTo>
                  <a:pt x="8991600" y="1835623"/>
                  <a:pt x="8998423" y="1828800"/>
                  <a:pt x="9006840" y="1828800"/>
                </a:cubicBezTo>
                <a:cubicBezTo>
                  <a:pt x="9015257" y="1828800"/>
                  <a:pt x="9022080" y="1835623"/>
                  <a:pt x="9022080" y="1844040"/>
                </a:cubicBezTo>
                <a:close/>
                <a:moveTo>
                  <a:pt x="9022080" y="1996440"/>
                </a:moveTo>
                <a:cubicBezTo>
                  <a:pt x="9022080" y="2004857"/>
                  <a:pt x="9015257" y="2011680"/>
                  <a:pt x="9006840" y="2011680"/>
                </a:cubicBezTo>
                <a:cubicBezTo>
                  <a:pt x="8998423" y="2011680"/>
                  <a:pt x="8991600" y="2004857"/>
                  <a:pt x="8991600" y="1996440"/>
                </a:cubicBezTo>
                <a:cubicBezTo>
                  <a:pt x="8991600" y="1988023"/>
                  <a:pt x="8998423" y="1981200"/>
                  <a:pt x="9006840" y="1981200"/>
                </a:cubicBezTo>
                <a:cubicBezTo>
                  <a:pt x="9015257" y="1981200"/>
                  <a:pt x="9022080" y="1988023"/>
                  <a:pt x="9022080" y="1996440"/>
                </a:cubicBezTo>
                <a:close/>
                <a:moveTo>
                  <a:pt x="9022080" y="2148840"/>
                </a:moveTo>
                <a:cubicBezTo>
                  <a:pt x="9022080" y="2157257"/>
                  <a:pt x="9015257" y="2164080"/>
                  <a:pt x="9006840" y="2164080"/>
                </a:cubicBezTo>
                <a:cubicBezTo>
                  <a:pt x="8998423" y="2164080"/>
                  <a:pt x="8991600" y="2157257"/>
                  <a:pt x="8991600" y="2148840"/>
                </a:cubicBezTo>
                <a:cubicBezTo>
                  <a:pt x="8991600" y="2140423"/>
                  <a:pt x="8998423" y="2133600"/>
                  <a:pt x="9006840" y="2133600"/>
                </a:cubicBezTo>
                <a:cubicBezTo>
                  <a:pt x="9015257" y="2133600"/>
                  <a:pt x="9022080" y="2140423"/>
                  <a:pt x="9022080" y="2148840"/>
                </a:cubicBezTo>
                <a:close/>
                <a:moveTo>
                  <a:pt x="9022080" y="2301240"/>
                </a:moveTo>
                <a:cubicBezTo>
                  <a:pt x="9022080" y="2309657"/>
                  <a:pt x="9015257" y="2316480"/>
                  <a:pt x="9006840" y="2316480"/>
                </a:cubicBezTo>
                <a:cubicBezTo>
                  <a:pt x="8998423" y="2316480"/>
                  <a:pt x="8991600" y="2309657"/>
                  <a:pt x="8991600" y="2301240"/>
                </a:cubicBezTo>
                <a:cubicBezTo>
                  <a:pt x="8991600" y="2292823"/>
                  <a:pt x="8998423" y="2286000"/>
                  <a:pt x="9006840" y="2286000"/>
                </a:cubicBezTo>
                <a:cubicBezTo>
                  <a:pt x="9015257" y="2286000"/>
                  <a:pt x="9022080" y="2292823"/>
                  <a:pt x="9022080" y="2301240"/>
                </a:cubicBezTo>
                <a:close/>
                <a:moveTo>
                  <a:pt x="9022080" y="2453640"/>
                </a:moveTo>
                <a:cubicBezTo>
                  <a:pt x="9022080" y="2462057"/>
                  <a:pt x="9015257" y="2468880"/>
                  <a:pt x="9006840" y="2468880"/>
                </a:cubicBezTo>
                <a:cubicBezTo>
                  <a:pt x="8998423" y="2468880"/>
                  <a:pt x="8991600" y="2462057"/>
                  <a:pt x="8991600" y="2453640"/>
                </a:cubicBezTo>
                <a:cubicBezTo>
                  <a:pt x="8991600" y="2445223"/>
                  <a:pt x="8998423" y="2438400"/>
                  <a:pt x="9006840" y="2438400"/>
                </a:cubicBezTo>
                <a:cubicBezTo>
                  <a:pt x="9015257" y="2438400"/>
                  <a:pt x="9022080" y="2445223"/>
                  <a:pt x="9022080" y="2453640"/>
                </a:cubicBezTo>
                <a:close/>
                <a:moveTo>
                  <a:pt x="9022080" y="2606040"/>
                </a:moveTo>
                <a:cubicBezTo>
                  <a:pt x="9022080" y="2614457"/>
                  <a:pt x="9015257" y="2621280"/>
                  <a:pt x="9006840" y="2621280"/>
                </a:cubicBezTo>
                <a:cubicBezTo>
                  <a:pt x="8998423" y="2621280"/>
                  <a:pt x="8991600" y="2614457"/>
                  <a:pt x="8991600" y="2606040"/>
                </a:cubicBezTo>
                <a:cubicBezTo>
                  <a:pt x="8991600" y="2597623"/>
                  <a:pt x="8998423" y="2590800"/>
                  <a:pt x="9006840" y="2590800"/>
                </a:cubicBezTo>
                <a:cubicBezTo>
                  <a:pt x="9015257" y="2590800"/>
                  <a:pt x="9022080" y="2597623"/>
                  <a:pt x="9022080" y="2606040"/>
                </a:cubicBezTo>
                <a:close/>
                <a:moveTo>
                  <a:pt x="9022080" y="2758440"/>
                </a:moveTo>
                <a:cubicBezTo>
                  <a:pt x="9022080" y="2766857"/>
                  <a:pt x="9015257" y="2773680"/>
                  <a:pt x="9006840" y="2773680"/>
                </a:cubicBezTo>
                <a:cubicBezTo>
                  <a:pt x="8998423" y="2773680"/>
                  <a:pt x="8991600" y="2766857"/>
                  <a:pt x="8991600" y="2758440"/>
                </a:cubicBezTo>
                <a:cubicBezTo>
                  <a:pt x="8991600" y="2750023"/>
                  <a:pt x="8998423" y="2743200"/>
                  <a:pt x="9006840" y="2743200"/>
                </a:cubicBezTo>
                <a:cubicBezTo>
                  <a:pt x="9015257" y="2743200"/>
                  <a:pt x="9022080" y="2750023"/>
                  <a:pt x="9022080" y="2758440"/>
                </a:cubicBezTo>
                <a:close/>
                <a:moveTo>
                  <a:pt x="9022080" y="2910840"/>
                </a:moveTo>
                <a:cubicBezTo>
                  <a:pt x="9022080" y="2919257"/>
                  <a:pt x="9015257" y="2926080"/>
                  <a:pt x="9006840" y="2926080"/>
                </a:cubicBezTo>
                <a:cubicBezTo>
                  <a:pt x="8998423" y="2926080"/>
                  <a:pt x="8991600" y="2919257"/>
                  <a:pt x="8991600" y="2910840"/>
                </a:cubicBezTo>
                <a:cubicBezTo>
                  <a:pt x="8991600" y="2902423"/>
                  <a:pt x="8998423" y="2895600"/>
                  <a:pt x="9006840" y="2895600"/>
                </a:cubicBezTo>
                <a:cubicBezTo>
                  <a:pt x="9015257" y="2895600"/>
                  <a:pt x="9022080" y="2902423"/>
                  <a:pt x="9022080" y="2910840"/>
                </a:cubicBezTo>
                <a:close/>
                <a:moveTo>
                  <a:pt x="9022080" y="3063240"/>
                </a:moveTo>
                <a:cubicBezTo>
                  <a:pt x="9022080" y="3071657"/>
                  <a:pt x="9015257" y="3078480"/>
                  <a:pt x="9006840" y="3078480"/>
                </a:cubicBezTo>
                <a:cubicBezTo>
                  <a:pt x="8998423" y="3078480"/>
                  <a:pt x="8991600" y="3071657"/>
                  <a:pt x="8991600" y="3063240"/>
                </a:cubicBezTo>
                <a:cubicBezTo>
                  <a:pt x="8991600" y="3054823"/>
                  <a:pt x="8998423" y="3048000"/>
                  <a:pt x="9006840" y="3048000"/>
                </a:cubicBezTo>
                <a:cubicBezTo>
                  <a:pt x="9015257" y="3048000"/>
                  <a:pt x="9022080" y="3054823"/>
                  <a:pt x="9022080" y="3063240"/>
                </a:cubicBezTo>
                <a:close/>
                <a:moveTo>
                  <a:pt x="9022080" y="3215640"/>
                </a:moveTo>
                <a:cubicBezTo>
                  <a:pt x="9022080" y="3224057"/>
                  <a:pt x="9015257" y="3230880"/>
                  <a:pt x="9006840" y="3230880"/>
                </a:cubicBezTo>
                <a:cubicBezTo>
                  <a:pt x="8998423" y="3230880"/>
                  <a:pt x="8991600" y="3224057"/>
                  <a:pt x="8991600" y="3215640"/>
                </a:cubicBezTo>
                <a:cubicBezTo>
                  <a:pt x="8991600" y="3207223"/>
                  <a:pt x="8998423" y="3200400"/>
                  <a:pt x="9006840" y="3200400"/>
                </a:cubicBezTo>
                <a:cubicBezTo>
                  <a:pt x="9015257" y="3200400"/>
                  <a:pt x="9022080" y="3207223"/>
                  <a:pt x="9022080" y="3215640"/>
                </a:cubicBezTo>
                <a:close/>
                <a:moveTo>
                  <a:pt x="9022080" y="3368040"/>
                </a:moveTo>
                <a:cubicBezTo>
                  <a:pt x="9022080" y="3376457"/>
                  <a:pt x="9015257" y="3383280"/>
                  <a:pt x="9006840" y="3383280"/>
                </a:cubicBezTo>
                <a:cubicBezTo>
                  <a:pt x="8998423" y="3383280"/>
                  <a:pt x="8991600" y="3376457"/>
                  <a:pt x="8991600" y="3368040"/>
                </a:cubicBezTo>
                <a:cubicBezTo>
                  <a:pt x="8991600" y="3359623"/>
                  <a:pt x="8998423" y="3352800"/>
                  <a:pt x="9006840" y="3352800"/>
                </a:cubicBezTo>
                <a:cubicBezTo>
                  <a:pt x="9015257" y="3352800"/>
                  <a:pt x="9022080" y="3359623"/>
                  <a:pt x="9022080" y="3368040"/>
                </a:cubicBezTo>
                <a:close/>
                <a:moveTo>
                  <a:pt x="9022080" y="3520440"/>
                </a:moveTo>
                <a:cubicBezTo>
                  <a:pt x="9022080" y="3528857"/>
                  <a:pt x="9015257" y="3535680"/>
                  <a:pt x="9006840" y="3535680"/>
                </a:cubicBezTo>
                <a:cubicBezTo>
                  <a:pt x="8998423" y="3535680"/>
                  <a:pt x="8991600" y="3528857"/>
                  <a:pt x="8991600" y="3520440"/>
                </a:cubicBezTo>
                <a:cubicBezTo>
                  <a:pt x="8991600" y="3512023"/>
                  <a:pt x="8998423" y="3505200"/>
                  <a:pt x="9006840" y="3505200"/>
                </a:cubicBezTo>
                <a:cubicBezTo>
                  <a:pt x="9015257" y="3505200"/>
                  <a:pt x="9022080" y="3512023"/>
                  <a:pt x="9022080" y="3520440"/>
                </a:cubicBezTo>
                <a:close/>
                <a:moveTo>
                  <a:pt x="9022080" y="3672840"/>
                </a:moveTo>
                <a:cubicBezTo>
                  <a:pt x="9022080" y="3681257"/>
                  <a:pt x="9015257" y="3688080"/>
                  <a:pt x="9006840" y="3688080"/>
                </a:cubicBezTo>
                <a:cubicBezTo>
                  <a:pt x="8998423" y="3688080"/>
                  <a:pt x="8991600" y="3681257"/>
                  <a:pt x="8991600" y="3672840"/>
                </a:cubicBezTo>
                <a:cubicBezTo>
                  <a:pt x="8991600" y="3664423"/>
                  <a:pt x="8998423" y="3657600"/>
                  <a:pt x="9006840" y="3657600"/>
                </a:cubicBezTo>
                <a:cubicBezTo>
                  <a:pt x="9015257" y="3657600"/>
                  <a:pt x="9022080" y="3664423"/>
                  <a:pt x="9022080" y="3672840"/>
                </a:cubicBezTo>
                <a:close/>
                <a:moveTo>
                  <a:pt x="9022080" y="3825240"/>
                </a:moveTo>
                <a:cubicBezTo>
                  <a:pt x="9022080" y="3833657"/>
                  <a:pt x="9015257" y="3840480"/>
                  <a:pt x="9006840" y="3840480"/>
                </a:cubicBezTo>
                <a:cubicBezTo>
                  <a:pt x="8998423" y="3840480"/>
                  <a:pt x="8991600" y="3833657"/>
                  <a:pt x="8991600" y="3825240"/>
                </a:cubicBezTo>
                <a:cubicBezTo>
                  <a:pt x="8991600" y="3816823"/>
                  <a:pt x="8998423" y="3810000"/>
                  <a:pt x="9006840" y="3810000"/>
                </a:cubicBezTo>
                <a:cubicBezTo>
                  <a:pt x="9015257" y="3810000"/>
                  <a:pt x="9022080" y="3816823"/>
                  <a:pt x="9022080" y="3825240"/>
                </a:cubicBezTo>
                <a:close/>
                <a:moveTo>
                  <a:pt x="9022080" y="3977640"/>
                </a:moveTo>
                <a:cubicBezTo>
                  <a:pt x="9022080" y="3986057"/>
                  <a:pt x="9015257" y="3992880"/>
                  <a:pt x="9006840" y="3992880"/>
                </a:cubicBezTo>
                <a:cubicBezTo>
                  <a:pt x="8998423" y="3992880"/>
                  <a:pt x="8991600" y="3986057"/>
                  <a:pt x="8991600" y="3977640"/>
                </a:cubicBezTo>
                <a:cubicBezTo>
                  <a:pt x="8991600" y="3969223"/>
                  <a:pt x="8998423" y="3962400"/>
                  <a:pt x="9006840" y="3962400"/>
                </a:cubicBezTo>
                <a:cubicBezTo>
                  <a:pt x="9015257" y="3962400"/>
                  <a:pt x="9022080" y="3969223"/>
                  <a:pt x="9022080" y="3977640"/>
                </a:cubicBezTo>
                <a:close/>
                <a:moveTo>
                  <a:pt x="9022080" y="4130040"/>
                </a:moveTo>
                <a:cubicBezTo>
                  <a:pt x="9022080" y="4138457"/>
                  <a:pt x="9015257" y="4145280"/>
                  <a:pt x="9006840" y="4145280"/>
                </a:cubicBezTo>
                <a:cubicBezTo>
                  <a:pt x="8998423" y="4145280"/>
                  <a:pt x="8991600" y="4138457"/>
                  <a:pt x="8991600" y="4130040"/>
                </a:cubicBezTo>
                <a:cubicBezTo>
                  <a:pt x="8991600" y="4121623"/>
                  <a:pt x="8998423" y="4114800"/>
                  <a:pt x="9006840" y="4114800"/>
                </a:cubicBezTo>
                <a:cubicBezTo>
                  <a:pt x="9015257" y="4114800"/>
                  <a:pt x="9022080" y="4121623"/>
                  <a:pt x="9022080" y="4130040"/>
                </a:cubicBezTo>
                <a:close/>
                <a:moveTo>
                  <a:pt x="9022080" y="4282440"/>
                </a:moveTo>
                <a:cubicBezTo>
                  <a:pt x="9022080" y="4290857"/>
                  <a:pt x="9015257" y="4297680"/>
                  <a:pt x="9006840" y="4297680"/>
                </a:cubicBezTo>
                <a:cubicBezTo>
                  <a:pt x="8998423" y="4297680"/>
                  <a:pt x="8991600" y="4290857"/>
                  <a:pt x="8991600" y="4282440"/>
                </a:cubicBezTo>
                <a:cubicBezTo>
                  <a:pt x="8991600" y="4274023"/>
                  <a:pt x="8998423" y="4267200"/>
                  <a:pt x="9006840" y="4267200"/>
                </a:cubicBezTo>
                <a:cubicBezTo>
                  <a:pt x="9015257" y="4267200"/>
                  <a:pt x="9022080" y="4274023"/>
                  <a:pt x="9022080" y="4282440"/>
                </a:cubicBezTo>
                <a:close/>
                <a:moveTo>
                  <a:pt x="9022080" y="4434840"/>
                </a:moveTo>
                <a:cubicBezTo>
                  <a:pt x="9022080" y="4443257"/>
                  <a:pt x="9015257" y="4450080"/>
                  <a:pt x="9006840" y="4450080"/>
                </a:cubicBezTo>
                <a:cubicBezTo>
                  <a:pt x="8998423" y="4450080"/>
                  <a:pt x="8991600" y="4443257"/>
                  <a:pt x="8991600" y="4434840"/>
                </a:cubicBezTo>
                <a:cubicBezTo>
                  <a:pt x="8991600" y="4426423"/>
                  <a:pt x="8998423" y="4419600"/>
                  <a:pt x="9006840" y="4419600"/>
                </a:cubicBezTo>
                <a:cubicBezTo>
                  <a:pt x="9015257" y="4419600"/>
                  <a:pt x="9022080" y="4426423"/>
                  <a:pt x="9022080" y="4434840"/>
                </a:cubicBezTo>
                <a:close/>
                <a:moveTo>
                  <a:pt x="9174480" y="15240"/>
                </a:moveTo>
                <a:cubicBezTo>
                  <a:pt x="9174480" y="23657"/>
                  <a:pt x="9167657" y="30480"/>
                  <a:pt x="9159240" y="30480"/>
                </a:cubicBezTo>
                <a:cubicBezTo>
                  <a:pt x="9150823" y="30480"/>
                  <a:pt x="9144000" y="23657"/>
                  <a:pt x="9144000" y="15240"/>
                </a:cubicBezTo>
                <a:cubicBezTo>
                  <a:pt x="9144000" y="6823"/>
                  <a:pt x="9150823" y="0"/>
                  <a:pt x="9159240" y="0"/>
                </a:cubicBezTo>
                <a:cubicBezTo>
                  <a:pt x="9167657" y="0"/>
                  <a:pt x="9174480" y="6823"/>
                  <a:pt x="9174480" y="15240"/>
                </a:cubicBezTo>
                <a:close/>
                <a:moveTo>
                  <a:pt x="9174480" y="167640"/>
                </a:moveTo>
                <a:cubicBezTo>
                  <a:pt x="9174480" y="176057"/>
                  <a:pt x="9167657" y="182880"/>
                  <a:pt x="9159240" y="182880"/>
                </a:cubicBezTo>
                <a:cubicBezTo>
                  <a:pt x="9150823" y="182880"/>
                  <a:pt x="9144000" y="176057"/>
                  <a:pt x="9144000" y="167640"/>
                </a:cubicBezTo>
                <a:cubicBezTo>
                  <a:pt x="9144000" y="159223"/>
                  <a:pt x="9150823" y="152400"/>
                  <a:pt x="9159240" y="152400"/>
                </a:cubicBezTo>
                <a:cubicBezTo>
                  <a:pt x="9167657" y="152400"/>
                  <a:pt x="9174480" y="159223"/>
                  <a:pt x="9174480" y="167640"/>
                </a:cubicBezTo>
                <a:close/>
                <a:moveTo>
                  <a:pt x="9174480" y="320040"/>
                </a:moveTo>
                <a:cubicBezTo>
                  <a:pt x="9174480" y="328457"/>
                  <a:pt x="9167657" y="335280"/>
                  <a:pt x="9159240" y="335280"/>
                </a:cubicBezTo>
                <a:cubicBezTo>
                  <a:pt x="9150823" y="335280"/>
                  <a:pt x="9144000" y="328457"/>
                  <a:pt x="9144000" y="320040"/>
                </a:cubicBezTo>
                <a:cubicBezTo>
                  <a:pt x="9144000" y="311623"/>
                  <a:pt x="9150823" y="304800"/>
                  <a:pt x="9159240" y="304800"/>
                </a:cubicBezTo>
                <a:cubicBezTo>
                  <a:pt x="9167657" y="304800"/>
                  <a:pt x="9174480" y="311623"/>
                  <a:pt x="9174480" y="320040"/>
                </a:cubicBezTo>
                <a:close/>
                <a:moveTo>
                  <a:pt x="9174480" y="472440"/>
                </a:moveTo>
                <a:cubicBezTo>
                  <a:pt x="9174480" y="480857"/>
                  <a:pt x="9167657" y="487680"/>
                  <a:pt x="9159240" y="487680"/>
                </a:cubicBezTo>
                <a:cubicBezTo>
                  <a:pt x="9150823" y="487680"/>
                  <a:pt x="9144000" y="480857"/>
                  <a:pt x="9144000" y="472440"/>
                </a:cubicBezTo>
                <a:cubicBezTo>
                  <a:pt x="9144000" y="464023"/>
                  <a:pt x="9150823" y="457200"/>
                  <a:pt x="9159240" y="457200"/>
                </a:cubicBezTo>
                <a:cubicBezTo>
                  <a:pt x="9167657" y="457200"/>
                  <a:pt x="9174480" y="464023"/>
                  <a:pt x="9174480" y="472440"/>
                </a:cubicBezTo>
                <a:close/>
                <a:moveTo>
                  <a:pt x="9174480" y="624840"/>
                </a:moveTo>
                <a:cubicBezTo>
                  <a:pt x="9174480" y="633257"/>
                  <a:pt x="9167657" y="640080"/>
                  <a:pt x="9159240" y="640080"/>
                </a:cubicBezTo>
                <a:cubicBezTo>
                  <a:pt x="9150823" y="640080"/>
                  <a:pt x="9144000" y="633257"/>
                  <a:pt x="9144000" y="624840"/>
                </a:cubicBezTo>
                <a:cubicBezTo>
                  <a:pt x="9144000" y="616423"/>
                  <a:pt x="9150823" y="609600"/>
                  <a:pt x="9159240" y="609600"/>
                </a:cubicBezTo>
                <a:cubicBezTo>
                  <a:pt x="9167657" y="609600"/>
                  <a:pt x="9174480" y="616423"/>
                  <a:pt x="9174480" y="624840"/>
                </a:cubicBezTo>
                <a:close/>
                <a:moveTo>
                  <a:pt x="9174480" y="777240"/>
                </a:moveTo>
                <a:cubicBezTo>
                  <a:pt x="9174480" y="785657"/>
                  <a:pt x="9167657" y="792480"/>
                  <a:pt x="9159240" y="792480"/>
                </a:cubicBezTo>
                <a:cubicBezTo>
                  <a:pt x="9150823" y="792480"/>
                  <a:pt x="9144000" y="785657"/>
                  <a:pt x="9144000" y="777240"/>
                </a:cubicBezTo>
                <a:cubicBezTo>
                  <a:pt x="9144000" y="768823"/>
                  <a:pt x="9150823" y="762000"/>
                  <a:pt x="9159240" y="762000"/>
                </a:cubicBezTo>
                <a:cubicBezTo>
                  <a:pt x="9167657" y="762000"/>
                  <a:pt x="9174480" y="768823"/>
                  <a:pt x="9174480" y="777240"/>
                </a:cubicBezTo>
                <a:close/>
                <a:moveTo>
                  <a:pt x="9174480" y="929640"/>
                </a:moveTo>
                <a:cubicBezTo>
                  <a:pt x="9174480" y="938057"/>
                  <a:pt x="9167657" y="944880"/>
                  <a:pt x="9159240" y="944880"/>
                </a:cubicBezTo>
                <a:cubicBezTo>
                  <a:pt x="9150823" y="944880"/>
                  <a:pt x="9144000" y="938057"/>
                  <a:pt x="9144000" y="929640"/>
                </a:cubicBezTo>
                <a:cubicBezTo>
                  <a:pt x="9144000" y="921223"/>
                  <a:pt x="9150823" y="914400"/>
                  <a:pt x="9159240" y="914400"/>
                </a:cubicBezTo>
                <a:cubicBezTo>
                  <a:pt x="9167657" y="914400"/>
                  <a:pt x="9174480" y="921223"/>
                  <a:pt x="9174480" y="929640"/>
                </a:cubicBezTo>
                <a:close/>
                <a:moveTo>
                  <a:pt x="9174480" y="1082040"/>
                </a:moveTo>
                <a:cubicBezTo>
                  <a:pt x="9174480" y="1090457"/>
                  <a:pt x="9167657" y="1097280"/>
                  <a:pt x="9159240" y="1097280"/>
                </a:cubicBezTo>
                <a:cubicBezTo>
                  <a:pt x="9150823" y="1097280"/>
                  <a:pt x="9144000" y="1090457"/>
                  <a:pt x="9144000" y="1082040"/>
                </a:cubicBezTo>
                <a:cubicBezTo>
                  <a:pt x="9144000" y="1073623"/>
                  <a:pt x="9150823" y="1066800"/>
                  <a:pt x="9159240" y="1066800"/>
                </a:cubicBezTo>
                <a:cubicBezTo>
                  <a:pt x="9167657" y="1066800"/>
                  <a:pt x="9174480" y="1073623"/>
                  <a:pt x="9174480" y="1082040"/>
                </a:cubicBezTo>
                <a:close/>
                <a:moveTo>
                  <a:pt x="9174480" y="1234440"/>
                </a:moveTo>
                <a:cubicBezTo>
                  <a:pt x="9174480" y="1242857"/>
                  <a:pt x="9167657" y="1249680"/>
                  <a:pt x="9159240" y="1249680"/>
                </a:cubicBezTo>
                <a:cubicBezTo>
                  <a:pt x="9150823" y="1249680"/>
                  <a:pt x="9144000" y="1242857"/>
                  <a:pt x="9144000" y="1234440"/>
                </a:cubicBezTo>
                <a:cubicBezTo>
                  <a:pt x="9144000" y="1226023"/>
                  <a:pt x="9150823" y="1219200"/>
                  <a:pt x="9159240" y="1219200"/>
                </a:cubicBezTo>
                <a:cubicBezTo>
                  <a:pt x="9167657" y="1219200"/>
                  <a:pt x="9174480" y="1226023"/>
                  <a:pt x="9174480" y="1234440"/>
                </a:cubicBezTo>
                <a:close/>
                <a:moveTo>
                  <a:pt x="9174480" y="1386840"/>
                </a:moveTo>
                <a:cubicBezTo>
                  <a:pt x="9174480" y="1395257"/>
                  <a:pt x="9167657" y="1402080"/>
                  <a:pt x="9159240" y="1402080"/>
                </a:cubicBezTo>
                <a:cubicBezTo>
                  <a:pt x="9150823" y="1402080"/>
                  <a:pt x="9144000" y="1395257"/>
                  <a:pt x="9144000" y="1386840"/>
                </a:cubicBezTo>
                <a:cubicBezTo>
                  <a:pt x="9144000" y="1378423"/>
                  <a:pt x="9150823" y="1371600"/>
                  <a:pt x="9159240" y="1371600"/>
                </a:cubicBezTo>
                <a:cubicBezTo>
                  <a:pt x="9167657" y="1371600"/>
                  <a:pt x="9174480" y="1378423"/>
                  <a:pt x="9174480" y="1386840"/>
                </a:cubicBezTo>
                <a:close/>
                <a:moveTo>
                  <a:pt x="9174480" y="1539240"/>
                </a:moveTo>
                <a:cubicBezTo>
                  <a:pt x="9174480" y="1547657"/>
                  <a:pt x="9167657" y="1554480"/>
                  <a:pt x="9159240" y="1554480"/>
                </a:cubicBezTo>
                <a:cubicBezTo>
                  <a:pt x="9150823" y="1554480"/>
                  <a:pt x="9144000" y="1547657"/>
                  <a:pt x="9144000" y="1539240"/>
                </a:cubicBezTo>
                <a:cubicBezTo>
                  <a:pt x="9144000" y="1530823"/>
                  <a:pt x="9150823" y="1524000"/>
                  <a:pt x="9159240" y="1524000"/>
                </a:cubicBezTo>
                <a:cubicBezTo>
                  <a:pt x="9167657" y="1524000"/>
                  <a:pt x="9174480" y="1530823"/>
                  <a:pt x="9174480" y="1539240"/>
                </a:cubicBezTo>
                <a:close/>
                <a:moveTo>
                  <a:pt x="9174480" y="1691640"/>
                </a:moveTo>
                <a:cubicBezTo>
                  <a:pt x="9174480" y="1700057"/>
                  <a:pt x="9167657" y="1706880"/>
                  <a:pt x="9159240" y="1706880"/>
                </a:cubicBezTo>
                <a:cubicBezTo>
                  <a:pt x="9150823" y="1706880"/>
                  <a:pt x="9144000" y="1700057"/>
                  <a:pt x="9144000" y="1691640"/>
                </a:cubicBezTo>
                <a:cubicBezTo>
                  <a:pt x="9144000" y="1683223"/>
                  <a:pt x="9150823" y="1676400"/>
                  <a:pt x="9159240" y="1676400"/>
                </a:cubicBezTo>
                <a:cubicBezTo>
                  <a:pt x="9167657" y="1676400"/>
                  <a:pt x="9174480" y="1683223"/>
                  <a:pt x="9174480" y="1691640"/>
                </a:cubicBezTo>
                <a:close/>
                <a:moveTo>
                  <a:pt x="9174480" y="1844040"/>
                </a:moveTo>
                <a:cubicBezTo>
                  <a:pt x="9174480" y="1852457"/>
                  <a:pt x="9167657" y="1859280"/>
                  <a:pt x="9159240" y="1859280"/>
                </a:cubicBezTo>
                <a:cubicBezTo>
                  <a:pt x="9150823" y="1859280"/>
                  <a:pt x="9144000" y="1852457"/>
                  <a:pt x="9144000" y="1844040"/>
                </a:cubicBezTo>
                <a:cubicBezTo>
                  <a:pt x="9144000" y="1835623"/>
                  <a:pt x="9150823" y="1828800"/>
                  <a:pt x="9159240" y="1828800"/>
                </a:cubicBezTo>
                <a:cubicBezTo>
                  <a:pt x="9167657" y="1828800"/>
                  <a:pt x="9174480" y="1835623"/>
                  <a:pt x="9174480" y="1844040"/>
                </a:cubicBezTo>
                <a:close/>
                <a:moveTo>
                  <a:pt x="9174480" y="1996440"/>
                </a:moveTo>
                <a:cubicBezTo>
                  <a:pt x="9174480" y="2004857"/>
                  <a:pt x="9167657" y="2011680"/>
                  <a:pt x="9159240" y="2011680"/>
                </a:cubicBezTo>
                <a:cubicBezTo>
                  <a:pt x="9150823" y="2011680"/>
                  <a:pt x="9144000" y="2004857"/>
                  <a:pt x="9144000" y="1996440"/>
                </a:cubicBezTo>
                <a:cubicBezTo>
                  <a:pt x="9144000" y="1988023"/>
                  <a:pt x="9150823" y="1981200"/>
                  <a:pt x="9159240" y="1981200"/>
                </a:cubicBezTo>
                <a:cubicBezTo>
                  <a:pt x="9167657" y="1981200"/>
                  <a:pt x="9174480" y="1988023"/>
                  <a:pt x="9174480" y="1996440"/>
                </a:cubicBezTo>
                <a:close/>
                <a:moveTo>
                  <a:pt x="9174480" y="2148840"/>
                </a:moveTo>
                <a:cubicBezTo>
                  <a:pt x="9174480" y="2157257"/>
                  <a:pt x="9167657" y="2164080"/>
                  <a:pt x="9159240" y="2164080"/>
                </a:cubicBezTo>
                <a:cubicBezTo>
                  <a:pt x="9150823" y="2164080"/>
                  <a:pt x="9144000" y="2157257"/>
                  <a:pt x="9144000" y="2148840"/>
                </a:cubicBezTo>
                <a:cubicBezTo>
                  <a:pt x="9144000" y="2140423"/>
                  <a:pt x="9150823" y="2133600"/>
                  <a:pt x="9159240" y="2133600"/>
                </a:cubicBezTo>
                <a:cubicBezTo>
                  <a:pt x="9167657" y="2133600"/>
                  <a:pt x="9174480" y="2140423"/>
                  <a:pt x="9174480" y="2148840"/>
                </a:cubicBezTo>
                <a:close/>
                <a:moveTo>
                  <a:pt x="9174480" y="2301240"/>
                </a:moveTo>
                <a:cubicBezTo>
                  <a:pt x="9174480" y="2309657"/>
                  <a:pt x="9167657" y="2316480"/>
                  <a:pt x="9159240" y="2316480"/>
                </a:cubicBezTo>
                <a:cubicBezTo>
                  <a:pt x="9150823" y="2316480"/>
                  <a:pt x="9144000" y="2309657"/>
                  <a:pt x="9144000" y="2301240"/>
                </a:cubicBezTo>
                <a:cubicBezTo>
                  <a:pt x="9144000" y="2292823"/>
                  <a:pt x="9150823" y="2286000"/>
                  <a:pt x="9159240" y="2286000"/>
                </a:cubicBezTo>
                <a:cubicBezTo>
                  <a:pt x="9167657" y="2286000"/>
                  <a:pt x="9174480" y="2292823"/>
                  <a:pt x="9174480" y="2301240"/>
                </a:cubicBezTo>
                <a:close/>
                <a:moveTo>
                  <a:pt x="9174480" y="2453640"/>
                </a:moveTo>
                <a:cubicBezTo>
                  <a:pt x="9174480" y="2462057"/>
                  <a:pt x="9167657" y="2468880"/>
                  <a:pt x="9159240" y="2468880"/>
                </a:cubicBezTo>
                <a:cubicBezTo>
                  <a:pt x="9150823" y="2468880"/>
                  <a:pt x="9144000" y="2462057"/>
                  <a:pt x="9144000" y="2453640"/>
                </a:cubicBezTo>
                <a:cubicBezTo>
                  <a:pt x="9144000" y="2445223"/>
                  <a:pt x="9150823" y="2438400"/>
                  <a:pt x="9159240" y="2438400"/>
                </a:cubicBezTo>
                <a:cubicBezTo>
                  <a:pt x="9167657" y="2438400"/>
                  <a:pt x="9174480" y="2445223"/>
                  <a:pt x="9174480" y="2453640"/>
                </a:cubicBezTo>
                <a:close/>
                <a:moveTo>
                  <a:pt x="9174480" y="2606040"/>
                </a:moveTo>
                <a:cubicBezTo>
                  <a:pt x="9174480" y="2614457"/>
                  <a:pt x="9167657" y="2621280"/>
                  <a:pt x="9159240" y="2621280"/>
                </a:cubicBezTo>
                <a:cubicBezTo>
                  <a:pt x="9150823" y="2621280"/>
                  <a:pt x="9144000" y="2614457"/>
                  <a:pt x="9144000" y="2606040"/>
                </a:cubicBezTo>
                <a:cubicBezTo>
                  <a:pt x="9144000" y="2597623"/>
                  <a:pt x="9150823" y="2590800"/>
                  <a:pt x="9159240" y="2590800"/>
                </a:cubicBezTo>
                <a:cubicBezTo>
                  <a:pt x="9167657" y="2590800"/>
                  <a:pt x="9174480" y="2597623"/>
                  <a:pt x="9174480" y="2606040"/>
                </a:cubicBezTo>
                <a:close/>
                <a:moveTo>
                  <a:pt x="9174480" y="2758440"/>
                </a:moveTo>
                <a:cubicBezTo>
                  <a:pt x="9174480" y="2766857"/>
                  <a:pt x="9167657" y="2773680"/>
                  <a:pt x="9159240" y="2773680"/>
                </a:cubicBezTo>
                <a:cubicBezTo>
                  <a:pt x="9150823" y="2773680"/>
                  <a:pt x="9144000" y="2766857"/>
                  <a:pt x="9144000" y="2758440"/>
                </a:cubicBezTo>
                <a:cubicBezTo>
                  <a:pt x="9144000" y="2750023"/>
                  <a:pt x="9150823" y="2743200"/>
                  <a:pt x="9159240" y="2743200"/>
                </a:cubicBezTo>
                <a:cubicBezTo>
                  <a:pt x="9167657" y="2743200"/>
                  <a:pt x="9174480" y="2750023"/>
                  <a:pt x="9174480" y="2758440"/>
                </a:cubicBezTo>
                <a:close/>
                <a:moveTo>
                  <a:pt x="9174480" y="2910840"/>
                </a:moveTo>
                <a:cubicBezTo>
                  <a:pt x="9174480" y="2919257"/>
                  <a:pt x="9167657" y="2926080"/>
                  <a:pt x="9159240" y="2926080"/>
                </a:cubicBezTo>
                <a:cubicBezTo>
                  <a:pt x="9150823" y="2926080"/>
                  <a:pt x="9144000" y="2919257"/>
                  <a:pt x="9144000" y="2910840"/>
                </a:cubicBezTo>
                <a:cubicBezTo>
                  <a:pt x="9144000" y="2902423"/>
                  <a:pt x="9150823" y="2895600"/>
                  <a:pt x="9159240" y="2895600"/>
                </a:cubicBezTo>
                <a:cubicBezTo>
                  <a:pt x="9167657" y="2895600"/>
                  <a:pt x="9174480" y="2902423"/>
                  <a:pt x="9174480" y="2910840"/>
                </a:cubicBezTo>
                <a:close/>
                <a:moveTo>
                  <a:pt x="9174480" y="3063240"/>
                </a:moveTo>
                <a:cubicBezTo>
                  <a:pt x="9174480" y="3071657"/>
                  <a:pt x="9167657" y="3078480"/>
                  <a:pt x="9159240" y="3078480"/>
                </a:cubicBezTo>
                <a:cubicBezTo>
                  <a:pt x="9150823" y="3078480"/>
                  <a:pt x="9144000" y="3071657"/>
                  <a:pt x="9144000" y="3063240"/>
                </a:cubicBezTo>
                <a:cubicBezTo>
                  <a:pt x="9144000" y="3054823"/>
                  <a:pt x="9150823" y="3048000"/>
                  <a:pt x="9159240" y="3048000"/>
                </a:cubicBezTo>
                <a:cubicBezTo>
                  <a:pt x="9167657" y="3048000"/>
                  <a:pt x="9174480" y="3054823"/>
                  <a:pt x="9174480" y="3063240"/>
                </a:cubicBezTo>
                <a:close/>
                <a:moveTo>
                  <a:pt x="9174480" y="3215640"/>
                </a:moveTo>
                <a:cubicBezTo>
                  <a:pt x="9174480" y="3224057"/>
                  <a:pt x="9167657" y="3230880"/>
                  <a:pt x="9159240" y="3230880"/>
                </a:cubicBezTo>
                <a:cubicBezTo>
                  <a:pt x="9150823" y="3230880"/>
                  <a:pt x="9144000" y="3224057"/>
                  <a:pt x="9144000" y="3215640"/>
                </a:cubicBezTo>
                <a:cubicBezTo>
                  <a:pt x="9144000" y="3207223"/>
                  <a:pt x="9150823" y="3200400"/>
                  <a:pt x="9159240" y="3200400"/>
                </a:cubicBezTo>
                <a:cubicBezTo>
                  <a:pt x="9167657" y="3200400"/>
                  <a:pt x="9174480" y="3207223"/>
                  <a:pt x="9174480" y="3215640"/>
                </a:cubicBezTo>
                <a:close/>
                <a:moveTo>
                  <a:pt x="9174480" y="3368040"/>
                </a:moveTo>
                <a:cubicBezTo>
                  <a:pt x="9174480" y="3376457"/>
                  <a:pt x="9167657" y="3383280"/>
                  <a:pt x="9159240" y="3383280"/>
                </a:cubicBezTo>
                <a:cubicBezTo>
                  <a:pt x="9150823" y="3383280"/>
                  <a:pt x="9144000" y="3376457"/>
                  <a:pt x="9144000" y="3368040"/>
                </a:cubicBezTo>
                <a:cubicBezTo>
                  <a:pt x="9144000" y="3359623"/>
                  <a:pt x="9150823" y="3352800"/>
                  <a:pt x="9159240" y="3352800"/>
                </a:cubicBezTo>
                <a:cubicBezTo>
                  <a:pt x="9167657" y="3352800"/>
                  <a:pt x="9174480" y="3359623"/>
                  <a:pt x="9174480" y="3368040"/>
                </a:cubicBezTo>
                <a:close/>
                <a:moveTo>
                  <a:pt x="9174480" y="3520440"/>
                </a:moveTo>
                <a:cubicBezTo>
                  <a:pt x="9174480" y="3528857"/>
                  <a:pt x="9167657" y="3535680"/>
                  <a:pt x="9159240" y="3535680"/>
                </a:cubicBezTo>
                <a:cubicBezTo>
                  <a:pt x="9150823" y="3535680"/>
                  <a:pt x="9144000" y="3528857"/>
                  <a:pt x="9144000" y="3520440"/>
                </a:cubicBezTo>
                <a:cubicBezTo>
                  <a:pt x="9144000" y="3512023"/>
                  <a:pt x="9150823" y="3505200"/>
                  <a:pt x="9159240" y="3505200"/>
                </a:cubicBezTo>
                <a:cubicBezTo>
                  <a:pt x="9167657" y="3505200"/>
                  <a:pt x="9174480" y="3512023"/>
                  <a:pt x="9174480" y="3520440"/>
                </a:cubicBezTo>
                <a:close/>
                <a:moveTo>
                  <a:pt x="9174480" y="3672840"/>
                </a:moveTo>
                <a:cubicBezTo>
                  <a:pt x="9174480" y="3681257"/>
                  <a:pt x="9167657" y="3688080"/>
                  <a:pt x="9159240" y="3688080"/>
                </a:cubicBezTo>
                <a:cubicBezTo>
                  <a:pt x="9150823" y="3688080"/>
                  <a:pt x="9144000" y="3681257"/>
                  <a:pt x="9144000" y="3672840"/>
                </a:cubicBezTo>
                <a:cubicBezTo>
                  <a:pt x="9144000" y="3664423"/>
                  <a:pt x="9150823" y="3657600"/>
                  <a:pt x="9159240" y="3657600"/>
                </a:cubicBezTo>
                <a:cubicBezTo>
                  <a:pt x="9167657" y="3657600"/>
                  <a:pt x="9174480" y="3664423"/>
                  <a:pt x="9174480" y="3672840"/>
                </a:cubicBezTo>
                <a:close/>
                <a:moveTo>
                  <a:pt x="9174480" y="3825240"/>
                </a:moveTo>
                <a:cubicBezTo>
                  <a:pt x="9174480" y="3833657"/>
                  <a:pt x="9167657" y="3840480"/>
                  <a:pt x="9159240" y="3840480"/>
                </a:cubicBezTo>
                <a:cubicBezTo>
                  <a:pt x="9150823" y="3840480"/>
                  <a:pt x="9144000" y="3833657"/>
                  <a:pt x="9144000" y="3825240"/>
                </a:cubicBezTo>
                <a:cubicBezTo>
                  <a:pt x="9144000" y="3816823"/>
                  <a:pt x="9150823" y="3810000"/>
                  <a:pt x="9159240" y="3810000"/>
                </a:cubicBezTo>
                <a:cubicBezTo>
                  <a:pt x="9167657" y="3810000"/>
                  <a:pt x="9174480" y="3816823"/>
                  <a:pt x="9174480" y="3825240"/>
                </a:cubicBezTo>
                <a:close/>
                <a:moveTo>
                  <a:pt x="9174480" y="3977640"/>
                </a:moveTo>
                <a:cubicBezTo>
                  <a:pt x="9174480" y="3986057"/>
                  <a:pt x="9167657" y="3992880"/>
                  <a:pt x="9159240" y="3992880"/>
                </a:cubicBezTo>
                <a:cubicBezTo>
                  <a:pt x="9150823" y="3992880"/>
                  <a:pt x="9144000" y="3986057"/>
                  <a:pt x="9144000" y="3977640"/>
                </a:cubicBezTo>
                <a:cubicBezTo>
                  <a:pt x="9144000" y="3969223"/>
                  <a:pt x="9150823" y="3962400"/>
                  <a:pt x="9159240" y="3962400"/>
                </a:cubicBezTo>
                <a:cubicBezTo>
                  <a:pt x="9167657" y="3962400"/>
                  <a:pt x="9174480" y="3969223"/>
                  <a:pt x="9174480" y="3977640"/>
                </a:cubicBezTo>
                <a:close/>
                <a:moveTo>
                  <a:pt x="9174480" y="4130040"/>
                </a:moveTo>
                <a:cubicBezTo>
                  <a:pt x="9174480" y="4138457"/>
                  <a:pt x="9167657" y="4145280"/>
                  <a:pt x="9159240" y="4145280"/>
                </a:cubicBezTo>
                <a:cubicBezTo>
                  <a:pt x="9150823" y="4145280"/>
                  <a:pt x="9144000" y="4138457"/>
                  <a:pt x="9144000" y="4130040"/>
                </a:cubicBezTo>
                <a:cubicBezTo>
                  <a:pt x="9144000" y="4121623"/>
                  <a:pt x="9150823" y="4114800"/>
                  <a:pt x="9159240" y="4114800"/>
                </a:cubicBezTo>
                <a:cubicBezTo>
                  <a:pt x="9167657" y="4114800"/>
                  <a:pt x="9174480" y="4121623"/>
                  <a:pt x="9174480" y="4130040"/>
                </a:cubicBezTo>
                <a:close/>
                <a:moveTo>
                  <a:pt x="9174480" y="4282440"/>
                </a:moveTo>
                <a:cubicBezTo>
                  <a:pt x="9174480" y="4290857"/>
                  <a:pt x="9167657" y="4297680"/>
                  <a:pt x="9159240" y="4297680"/>
                </a:cubicBezTo>
                <a:cubicBezTo>
                  <a:pt x="9150823" y="4297680"/>
                  <a:pt x="9144000" y="4290857"/>
                  <a:pt x="9144000" y="4282440"/>
                </a:cubicBezTo>
                <a:cubicBezTo>
                  <a:pt x="9144000" y="4274023"/>
                  <a:pt x="9150823" y="4267200"/>
                  <a:pt x="9159240" y="4267200"/>
                </a:cubicBezTo>
                <a:cubicBezTo>
                  <a:pt x="9167657" y="4267200"/>
                  <a:pt x="9174480" y="4274023"/>
                  <a:pt x="9174480" y="4282440"/>
                </a:cubicBezTo>
                <a:close/>
                <a:moveTo>
                  <a:pt x="9174480" y="4434840"/>
                </a:moveTo>
                <a:cubicBezTo>
                  <a:pt x="9174480" y="4443257"/>
                  <a:pt x="9167657" y="4450080"/>
                  <a:pt x="9159240" y="4450080"/>
                </a:cubicBezTo>
                <a:cubicBezTo>
                  <a:pt x="9150823" y="4450080"/>
                  <a:pt x="9144000" y="4443257"/>
                  <a:pt x="9144000" y="4434840"/>
                </a:cubicBezTo>
                <a:cubicBezTo>
                  <a:pt x="9144000" y="4426423"/>
                  <a:pt x="9150823" y="4419600"/>
                  <a:pt x="9159240" y="4419600"/>
                </a:cubicBezTo>
                <a:cubicBezTo>
                  <a:pt x="9167657" y="4419600"/>
                  <a:pt x="9174480" y="4426423"/>
                  <a:pt x="9174480" y="4434840"/>
                </a:cubicBezTo>
                <a:close/>
                <a:moveTo>
                  <a:pt x="9326880" y="15240"/>
                </a:moveTo>
                <a:cubicBezTo>
                  <a:pt x="9326880" y="23657"/>
                  <a:pt x="9320057" y="30480"/>
                  <a:pt x="9311640" y="30480"/>
                </a:cubicBezTo>
                <a:cubicBezTo>
                  <a:pt x="9303223" y="30480"/>
                  <a:pt x="9296400" y="23657"/>
                  <a:pt x="9296400" y="15240"/>
                </a:cubicBezTo>
                <a:cubicBezTo>
                  <a:pt x="9296400" y="6823"/>
                  <a:pt x="9303223" y="0"/>
                  <a:pt x="9311640" y="0"/>
                </a:cubicBezTo>
                <a:cubicBezTo>
                  <a:pt x="9320057" y="0"/>
                  <a:pt x="9326880" y="6823"/>
                  <a:pt x="9326880" y="15240"/>
                </a:cubicBezTo>
                <a:close/>
                <a:moveTo>
                  <a:pt x="9326880" y="167640"/>
                </a:moveTo>
                <a:cubicBezTo>
                  <a:pt x="9326880" y="176057"/>
                  <a:pt x="9320057" y="182880"/>
                  <a:pt x="9311640" y="182880"/>
                </a:cubicBezTo>
                <a:cubicBezTo>
                  <a:pt x="9303223" y="182880"/>
                  <a:pt x="9296400" y="176057"/>
                  <a:pt x="9296400" y="167640"/>
                </a:cubicBezTo>
                <a:cubicBezTo>
                  <a:pt x="9296400" y="159223"/>
                  <a:pt x="9303223" y="152400"/>
                  <a:pt x="9311640" y="152400"/>
                </a:cubicBezTo>
                <a:cubicBezTo>
                  <a:pt x="9320057" y="152400"/>
                  <a:pt x="9326880" y="159223"/>
                  <a:pt x="9326880" y="167640"/>
                </a:cubicBezTo>
                <a:close/>
                <a:moveTo>
                  <a:pt x="9326880" y="320040"/>
                </a:moveTo>
                <a:cubicBezTo>
                  <a:pt x="9326880" y="328457"/>
                  <a:pt x="9320057" y="335280"/>
                  <a:pt x="9311640" y="335280"/>
                </a:cubicBezTo>
                <a:cubicBezTo>
                  <a:pt x="9303223" y="335280"/>
                  <a:pt x="9296400" y="328457"/>
                  <a:pt x="9296400" y="320040"/>
                </a:cubicBezTo>
                <a:cubicBezTo>
                  <a:pt x="9296400" y="311623"/>
                  <a:pt x="9303223" y="304800"/>
                  <a:pt x="9311640" y="304800"/>
                </a:cubicBezTo>
                <a:cubicBezTo>
                  <a:pt x="9320057" y="304800"/>
                  <a:pt x="9326880" y="311623"/>
                  <a:pt x="9326880" y="320040"/>
                </a:cubicBezTo>
                <a:close/>
                <a:moveTo>
                  <a:pt x="9326880" y="472440"/>
                </a:moveTo>
                <a:cubicBezTo>
                  <a:pt x="9326880" y="480857"/>
                  <a:pt x="9320057" y="487680"/>
                  <a:pt x="9311640" y="487680"/>
                </a:cubicBezTo>
                <a:cubicBezTo>
                  <a:pt x="9303223" y="487680"/>
                  <a:pt x="9296400" y="480857"/>
                  <a:pt x="9296400" y="472440"/>
                </a:cubicBezTo>
                <a:cubicBezTo>
                  <a:pt x="9296400" y="464023"/>
                  <a:pt x="9303223" y="457200"/>
                  <a:pt x="9311640" y="457200"/>
                </a:cubicBezTo>
                <a:cubicBezTo>
                  <a:pt x="9320057" y="457200"/>
                  <a:pt x="9326880" y="464023"/>
                  <a:pt x="9326880" y="472440"/>
                </a:cubicBezTo>
                <a:close/>
                <a:moveTo>
                  <a:pt x="9326880" y="624840"/>
                </a:moveTo>
                <a:cubicBezTo>
                  <a:pt x="9326880" y="633257"/>
                  <a:pt x="9320057" y="640080"/>
                  <a:pt x="9311640" y="640080"/>
                </a:cubicBezTo>
                <a:cubicBezTo>
                  <a:pt x="9303223" y="640080"/>
                  <a:pt x="9296400" y="633257"/>
                  <a:pt x="9296400" y="624840"/>
                </a:cubicBezTo>
                <a:cubicBezTo>
                  <a:pt x="9296400" y="616423"/>
                  <a:pt x="9303223" y="609600"/>
                  <a:pt x="9311640" y="609600"/>
                </a:cubicBezTo>
                <a:cubicBezTo>
                  <a:pt x="9320057" y="609600"/>
                  <a:pt x="9326880" y="616423"/>
                  <a:pt x="9326880" y="624840"/>
                </a:cubicBezTo>
                <a:close/>
                <a:moveTo>
                  <a:pt x="9326880" y="777240"/>
                </a:moveTo>
                <a:cubicBezTo>
                  <a:pt x="9326880" y="785657"/>
                  <a:pt x="9320057" y="792480"/>
                  <a:pt x="9311640" y="792480"/>
                </a:cubicBezTo>
                <a:cubicBezTo>
                  <a:pt x="9303223" y="792480"/>
                  <a:pt x="9296400" y="785657"/>
                  <a:pt x="9296400" y="777240"/>
                </a:cubicBezTo>
                <a:cubicBezTo>
                  <a:pt x="9296400" y="768823"/>
                  <a:pt x="9303223" y="762000"/>
                  <a:pt x="9311640" y="762000"/>
                </a:cubicBezTo>
                <a:cubicBezTo>
                  <a:pt x="9320057" y="762000"/>
                  <a:pt x="9326880" y="768823"/>
                  <a:pt x="9326880" y="777240"/>
                </a:cubicBezTo>
                <a:close/>
                <a:moveTo>
                  <a:pt x="9326880" y="929640"/>
                </a:moveTo>
                <a:cubicBezTo>
                  <a:pt x="9326880" y="938057"/>
                  <a:pt x="9320057" y="944880"/>
                  <a:pt x="9311640" y="944880"/>
                </a:cubicBezTo>
                <a:cubicBezTo>
                  <a:pt x="9303223" y="944880"/>
                  <a:pt x="9296400" y="938057"/>
                  <a:pt x="9296400" y="929640"/>
                </a:cubicBezTo>
                <a:cubicBezTo>
                  <a:pt x="9296400" y="921223"/>
                  <a:pt x="9303223" y="914400"/>
                  <a:pt x="9311640" y="914400"/>
                </a:cubicBezTo>
                <a:cubicBezTo>
                  <a:pt x="9320057" y="914400"/>
                  <a:pt x="9326880" y="921223"/>
                  <a:pt x="9326880" y="929640"/>
                </a:cubicBezTo>
                <a:close/>
                <a:moveTo>
                  <a:pt x="9326880" y="1082040"/>
                </a:moveTo>
                <a:cubicBezTo>
                  <a:pt x="9326880" y="1090457"/>
                  <a:pt x="9320057" y="1097280"/>
                  <a:pt x="9311640" y="1097280"/>
                </a:cubicBezTo>
                <a:cubicBezTo>
                  <a:pt x="9303223" y="1097280"/>
                  <a:pt x="9296400" y="1090457"/>
                  <a:pt x="9296400" y="1082040"/>
                </a:cubicBezTo>
                <a:cubicBezTo>
                  <a:pt x="9296400" y="1073623"/>
                  <a:pt x="9303223" y="1066800"/>
                  <a:pt x="9311640" y="1066800"/>
                </a:cubicBezTo>
                <a:cubicBezTo>
                  <a:pt x="9320057" y="1066800"/>
                  <a:pt x="9326880" y="1073623"/>
                  <a:pt x="9326880" y="1082040"/>
                </a:cubicBezTo>
                <a:close/>
                <a:moveTo>
                  <a:pt x="9326880" y="1234440"/>
                </a:moveTo>
                <a:cubicBezTo>
                  <a:pt x="9326880" y="1242857"/>
                  <a:pt x="9320057" y="1249680"/>
                  <a:pt x="9311640" y="1249680"/>
                </a:cubicBezTo>
                <a:cubicBezTo>
                  <a:pt x="9303223" y="1249680"/>
                  <a:pt x="9296400" y="1242857"/>
                  <a:pt x="9296400" y="1234440"/>
                </a:cubicBezTo>
                <a:cubicBezTo>
                  <a:pt x="9296400" y="1226023"/>
                  <a:pt x="9303223" y="1219200"/>
                  <a:pt x="9311640" y="1219200"/>
                </a:cubicBezTo>
                <a:cubicBezTo>
                  <a:pt x="9320057" y="1219200"/>
                  <a:pt x="9326880" y="1226023"/>
                  <a:pt x="9326880" y="1234440"/>
                </a:cubicBezTo>
                <a:close/>
                <a:moveTo>
                  <a:pt x="9326880" y="1386840"/>
                </a:moveTo>
                <a:cubicBezTo>
                  <a:pt x="9326880" y="1395257"/>
                  <a:pt x="9320057" y="1402080"/>
                  <a:pt x="9311640" y="1402080"/>
                </a:cubicBezTo>
                <a:cubicBezTo>
                  <a:pt x="9303223" y="1402080"/>
                  <a:pt x="9296400" y="1395257"/>
                  <a:pt x="9296400" y="1386840"/>
                </a:cubicBezTo>
                <a:cubicBezTo>
                  <a:pt x="9296400" y="1378423"/>
                  <a:pt x="9303223" y="1371600"/>
                  <a:pt x="9311640" y="1371600"/>
                </a:cubicBezTo>
                <a:cubicBezTo>
                  <a:pt x="9320057" y="1371600"/>
                  <a:pt x="9326880" y="1378423"/>
                  <a:pt x="9326880" y="1386840"/>
                </a:cubicBezTo>
                <a:close/>
                <a:moveTo>
                  <a:pt x="9326880" y="1539240"/>
                </a:moveTo>
                <a:cubicBezTo>
                  <a:pt x="9326880" y="1547657"/>
                  <a:pt x="9320057" y="1554480"/>
                  <a:pt x="9311640" y="1554480"/>
                </a:cubicBezTo>
                <a:cubicBezTo>
                  <a:pt x="9303223" y="1554480"/>
                  <a:pt x="9296400" y="1547657"/>
                  <a:pt x="9296400" y="1539240"/>
                </a:cubicBezTo>
                <a:cubicBezTo>
                  <a:pt x="9296400" y="1530823"/>
                  <a:pt x="9303223" y="1524000"/>
                  <a:pt x="9311640" y="1524000"/>
                </a:cubicBezTo>
                <a:cubicBezTo>
                  <a:pt x="9320057" y="1524000"/>
                  <a:pt x="9326880" y="1530823"/>
                  <a:pt x="9326880" y="1539240"/>
                </a:cubicBezTo>
                <a:close/>
                <a:moveTo>
                  <a:pt x="9326880" y="1691640"/>
                </a:moveTo>
                <a:cubicBezTo>
                  <a:pt x="9326880" y="1700057"/>
                  <a:pt x="9320057" y="1706880"/>
                  <a:pt x="9311640" y="1706880"/>
                </a:cubicBezTo>
                <a:cubicBezTo>
                  <a:pt x="9303223" y="1706880"/>
                  <a:pt x="9296400" y="1700057"/>
                  <a:pt x="9296400" y="1691640"/>
                </a:cubicBezTo>
                <a:cubicBezTo>
                  <a:pt x="9296400" y="1683223"/>
                  <a:pt x="9303223" y="1676400"/>
                  <a:pt x="9311640" y="1676400"/>
                </a:cubicBezTo>
                <a:cubicBezTo>
                  <a:pt x="9320057" y="1676400"/>
                  <a:pt x="9326880" y="1683223"/>
                  <a:pt x="9326880" y="1691640"/>
                </a:cubicBezTo>
                <a:close/>
                <a:moveTo>
                  <a:pt x="9326880" y="1844040"/>
                </a:moveTo>
                <a:cubicBezTo>
                  <a:pt x="9326880" y="1852457"/>
                  <a:pt x="9320057" y="1859280"/>
                  <a:pt x="9311640" y="1859280"/>
                </a:cubicBezTo>
                <a:cubicBezTo>
                  <a:pt x="9303223" y="1859280"/>
                  <a:pt x="9296400" y="1852457"/>
                  <a:pt x="9296400" y="1844040"/>
                </a:cubicBezTo>
                <a:cubicBezTo>
                  <a:pt x="9296400" y="1835623"/>
                  <a:pt x="9303223" y="1828800"/>
                  <a:pt x="9311640" y="1828800"/>
                </a:cubicBezTo>
                <a:cubicBezTo>
                  <a:pt x="9320057" y="1828800"/>
                  <a:pt x="9326880" y="1835623"/>
                  <a:pt x="9326880" y="1844040"/>
                </a:cubicBezTo>
                <a:close/>
                <a:moveTo>
                  <a:pt x="9326880" y="1996440"/>
                </a:moveTo>
                <a:cubicBezTo>
                  <a:pt x="9326880" y="2004857"/>
                  <a:pt x="9320057" y="2011680"/>
                  <a:pt x="9311640" y="2011680"/>
                </a:cubicBezTo>
                <a:cubicBezTo>
                  <a:pt x="9303223" y="2011680"/>
                  <a:pt x="9296400" y="2004857"/>
                  <a:pt x="9296400" y="1996440"/>
                </a:cubicBezTo>
                <a:cubicBezTo>
                  <a:pt x="9296400" y="1988023"/>
                  <a:pt x="9303223" y="1981200"/>
                  <a:pt x="9311640" y="1981200"/>
                </a:cubicBezTo>
                <a:cubicBezTo>
                  <a:pt x="9320057" y="1981200"/>
                  <a:pt x="9326880" y="1988023"/>
                  <a:pt x="9326880" y="1996440"/>
                </a:cubicBezTo>
                <a:close/>
                <a:moveTo>
                  <a:pt x="9326880" y="2148840"/>
                </a:moveTo>
                <a:cubicBezTo>
                  <a:pt x="9326880" y="2157257"/>
                  <a:pt x="9320057" y="2164080"/>
                  <a:pt x="9311640" y="2164080"/>
                </a:cubicBezTo>
                <a:cubicBezTo>
                  <a:pt x="9303223" y="2164080"/>
                  <a:pt x="9296400" y="2157257"/>
                  <a:pt x="9296400" y="2148840"/>
                </a:cubicBezTo>
                <a:cubicBezTo>
                  <a:pt x="9296400" y="2140423"/>
                  <a:pt x="9303223" y="2133600"/>
                  <a:pt x="9311640" y="2133600"/>
                </a:cubicBezTo>
                <a:cubicBezTo>
                  <a:pt x="9320057" y="2133600"/>
                  <a:pt x="9326880" y="2140423"/>
                  <a:pt x="9326880" y="2148840"/>
                </a:cubicBezTo>
                <a:close/>
                <a:moveTo>
                  <a:pt x="9326880" y="2301240"/>
                </a:moveTo>
                <a:cubicBezTo>
                  <a:pt x="9326880" y="2309657"/>
                  <a:pt x="9320057" y="2316480"/>
                  <a:pt x="9311640" y="2316480"/>
                </a:cubicBezTo>
                <a:cubicBezTo>
                  <a:pt x="9303223" y="2316480"/>
                  <a:pt x="9296400" y="2309657"/>
                  <a:pt x="9296400" y="2301240"/>
                </a:cubicBezTo>
                <a:cubicBezTo>
                  <a:pt x="9296400" y="2292823"/>
                  <a:pt x="9303223" y="2286000"/>
                  <a:pt x="9311640" y="2286000"/>
                </a:cubicBezTo>
                <a:cubicBezTo>
                  <a:pt x="9320057" y="2286000"/>
                  <a:pt x="9326880" y="2292823"/>
                  <a:pt x="9326880" y="2301240"/>
                </a:cubicBezTo>
                <a:close/>
                <a:moveTo>
                  <a:pt x="9326880" y="2453640"/>
                </a:moveTo>
                <a:cubicBezTo>
                  <a:pt x="9326880" y="2462057"/>
                  <a:pt x="9320057" y="2468880"/>
                  <a:pt x="9311640" y="2468880"/>
                </a:cubicBezTo>
                <a:cubicBezTo>
                  <a:pt x="9303223" y="2468880"/>
                  <a:pt x="9296400" y="2462057"/>
                  <a:pt x="9296400" y="2453640"/>
                </a:cubicBezTo>
                <a:cubicBezTo>
                  <a:pt x="9296400" y="2445223"/>
                  <a:pt x="9303223" y="2438400"/>
                  <a:pt x="9311640" y="2438400"/>
                </a:cubicBezTo>
                <a:cubicBezTo>
                  <a:pt x="9320057" y="2438400"/>
                  <a:pt x="9326880" y="2445223"/>
                  <a:pt x="9326880" y="2453640"/>
                </a:cubicBezTo>
                <a:close/>
                <a:moveTo>
                  <a:pt x="9326880" y="2606040"/>
                </a:moveTo>
                <a:cubicBezTo>
                  <a:pt x="9326880" y="2614457"/>
                  <a:pt x="9320057" y="2621280"/>
                  <a:pt x="9311640" y="2621280"/>
                </a:cubicBezTo>
                <a:cubicBezTo>
                  <a:pt x="9303223" y="2621280"/>
                  <a:pt x="9296400" y="2614457"/>
                  <a:pt x="9296400" y="2606040"/>
                </a:cubicBezTo>
                <a:cubicBezTo>
                  <a:pt x="9296400" y="2597623"/>
                  <a:pt x="9303223" y="2590800"/>
                  <a:pt x="9311640" y="2590800"/>
                </a:cubicBezTo>
                <a:cubicBezTo>
                  <a:pt x="9320057" y="2590800"/>
                  <a:pt x="9326880" y="2597623"/>
                  <a:pt x="9326880" y="2606040"/>
                </a:cubicBezTo>
                <a:close/>
                <a:moveTo>
                  <a:pt x="9326880" y="2758440"/>
                </a:moveTo>
                <a:cubicBezTo>
                  <a:pt x="9326880" y="2766857"/>
                  <a:pt x="9320057" y="2773680"/>
                  <a:pt x="9311640" y="2773680"/>
                </a:cubicBezTo>
                <a:cubicBezTo>
                  <a:pt x="9303223" y="2773680"/>
                  <a:pt x="9296400" y="2766857"/>
                  <a:pt x="9296400" y="2758440"/>
                </a:cubicBezTo>
                <a:cubicBezTo>
                  <a:pt x="9296400" y="2750023"/>
                  <a:pt x="9303223" y="2743200"/>
                  <a:pt x="9311640" y="2743200"/>
                </a:cubicBezTo>
                <a:cubicBezTo>
                  <a:pt x="9320057" y="2743200"/>
                  <a:pt x="9326880" y="2750023"/>
                  <a:pt x="9326880" y="2758440"/>
                </a:cubicBezTo>
                <a:close/>
                <a:moveTo>
                  <a:pt x="9326880" y="2910840"/>
                </a:moveTo>
                <a:cubicBezTo>
                  <a:pt x="9326880" y="2919257"/>
                  <a:pt x="9320057" y="2926080"/>
                  <a:pt x="9311640" y="2926080"/>
                </a:cubicBezTo>
                <a:cubicBezTo>
                  <a:pt x="9303223" y="2926080"/>
                  <a:pt x="9296400" y="2919257"/>
                  <a:pt x="9296400" y="2910840"/>
                </a:cubicBezTo>
                <a:cubicBezTo>
                  <a:pt x="9296400" y="2902423"/>
                  <a:pt x="9303223" y="2895600"/>
                  <a:pt x="9311640" y="2895600"/>
                </a:cubicBezTo>
                <a:cubicBezTo>
                  <a:pt x="9320057" y="2895600"/>
                  <a:pt x="9326880" y="2902423"/>
                  <a:pt x="9326880" y="2910840"/>
                </a:cubicBezTo>
                <a:close/>
                <a:moveTo>
                  <a:pt x="9326880" y="3063240"/>
                </a:moveTo>
                <a:cubicBezTo>
                  <a:pt x="9326880" y="3071657"/>
                  <a:pt x="9320057" y="3078480"/>
                  <a:pt x="9311640" y="3078480"/>
                </a:cubicBezTo>
                <a:cubicBezTo>
                  <a:pt x="9303223" y="3078480"/>
                  <a:pt x="9296400" y="3071657"/>
                  <a:pt x="9296400" y="3063240"/>
                </a:cubicBezTo>
                <a:cubicBezTo>
                  <a:pt x="9296400" y="3054823"/>
                  <a:pt x="9303223" y="3048000"/>
                  <a:pt x="9311640" y="3048000"/>
                </a:cubicBezTo>
                <a:cubicBezTo>
                  <a:pt x="9320057" y="3048000"/>
                  <a:pt x="9326880" y="3054823"/>
                  <a:pt x="9326880" y="3063240"/>
                </a:cubicBezTo>
                <a:close/>
                <a:moveTo>
                  <a:pt x="9326880" y="3215640"/>
                </a:moveTo>
                <a:cubicBezTo>
                  <a:pt x="9326880" y="3224057"/>
                  <a:pt x="9320057" y="3230880"/>
                  <a:pt x="9311640" y="3230880"/>
                </a:cubicBezTo>
                <a:cubicBezTo>
                  <a:pt x="9303223" y="3230880"/>
                  <a:pt x="9296400" y="3224057"/>
                  <a:pt x="9296400" y="3215640"/>
                </a:cubicBezTo>
                <a:cubicBezTo>
                  <a:pt x="9296400" y="3207223"/>
                  <a:pt x="9303223" y="3200400"/>
                  <a:pt x="9311640" y="3200400"/>
                </a:cubicBezTo>
                <a:cubicBezTo>
                  <a:pt x="9320057" y="3200400"/>
                  <a:pt x="9326880" y="3207223"/>
                  <a:pt x="9326880" y="3215640"/>
                </a:cubicBezTo>
                <a:close/>
                <a:moveTo>
                  <a:pt x="9326880" y="3368040"/>
                </a:moveTo>
                <a:cubicBezTo>
                  <a:pt x="9326880" y="3376457"/>
                  <a:pt x="9320057" y="3383280"/>
                  <a:pt x="9311640" y="3383280"/>
                </a:cubicBezTo>
                <a:cubicBezTo>
                  <a:pt x="9303223" y="3383280"/>
                  <a:pt x="9296400" y="3376457"/>
                  <a:pt x="9296400" y="3368040"/>
                </a:cubicBezTo>
                <a:cubicBezTo>
                  <a:pt x="9296400" y="3359623"/>
                  <a:pt x="9303223" y="3352800"/>
                  <a:pt x="9311640" y="3352800"/>
                </a:cubicBezTo>
                <a:cubicBezTo>
                  <a:pt x="9320057" y="3352800"/>
                  <a:pt x="9326880" y="3359623"/>
                  <a:pt x="9326880" y="3368040"/>
                </a:cubicBezTo>
                <a:close/>
                <a:moveTo>
                  <a:pt x="9326880" y="3520440"/>
                </a:moveTo>
                <a:cubicBezTo>
                  <a:pt x="9326880" y="3528857"/>
                  <a:pt x="9320057" y="3535680"/>
                  <a:pt x="9311640" y="3535680"/>
                </a:cubicBezTo>
                <a:cubicBezTo>
                  <a:pt x="9303223" y="3535680"/>
                  <a:pt x="9296400" y="3528857"/>
                  <a:pt x="9296400" y="3520440"/>
                </a:cubicBezTo>
                <a:cubicBezTo>
                  <a:pt x="9296400" y="3512023"/>
                  <a:pt x="9303223" y="3505200"/>
                  <a:pt x="9311640" y="3505200"/>
                </a:cubicBezTo>
                <a:cubicBezTo>
                  <a:pt x="9320057" y="3505200"/>
                  <a:pt x="9326880" y="3512023"/>
                  <a:pt x="9326880" y="3520440"/>
                </a:cubicBezTo>
                <a:close/>
                <a:moveTo>
                  <a:pt x="9326880" y="3672840"/>
                </a:moveTo>
                <a:cubicBezTo>
                  <a:pt x="9326880" y="3681257"/>
                  <a:pt x="9320057" y="3688080"/>
                  <a:pt x="9311640" y="3688080"/>
                </a:cubicBezTo>
                <a:cubicBezTo>
                  <a:pt x="9303223" y="3688080"/>
                  <a:pt x="9296400" y="3681257"/>
                  <a:pt x="9296400" y="3672840"/>
                </a:cubicBezTo>
                <a:cubicBezTo>
                  <a:pt x="9296400" y="3664423"/>
                  <a:pt x="9303223" y="3657600"/>
                  <a:pt x="9311640" y="3657600"/>
                </a:cubicBezTo>
                <a:cubicBezTo>
                  <a:pt x="9320057" y="3657600"/>
                  <a:pt x="9326880" y="3664423"/>
                  <a:pt x="9326880" y="3672840"/>
                </a:cubicBezTo>
                <a:close/>
                <a:moveTo>
                  <a:pt x="9326880" y="3825240"/>
                </a:moveTo>
                <a:cubicBezTo>
                  <a:pt x="9326880" y="3833657"/>
                  <a:pt x="9320057" y="3840480"/>
                  <a:pt x="9311640" y="3840480"/>
                </a:cubicBezTo>
                <a:cubicBezTo>
                  <a:pt x="9303223" y="3840480"/>
                  <a:pt x="9296400" y="3833657"/>
                  <a:pt x="9296400" y="3825240"/>
                </a:cubicBezTo>
                <a:cubicBezTo>
                  <a:pt x="9296400" y="3816823"/>
                  <a:pt x="9303223" y="3810000"/>
                  <a:pt x="9311640" y="3810000"/>
                </a:cubicBezTo>
                <a:cubicBezTo>
                  <a:pt x="9320057" y="3810000"/>
                  <a:pt x="9326880" y="3816823"/>
                  <a:pt x="9326880" y="3825240"/>
                </a:cubicBezTo>
                <a:close/>
                <a:moveTo>
                  <a:pt x="9326880" y="3977640"/>
                </a:moveTo>
                <a:cubicBezTo>
                  <a:pt x="9326880" y="3986057"/>
                  <a:pt x="9320057" y="3992880"/>
                  <a:pt x="9311640" y="3992880"/>
                </a:cubicBezTo>
                <a:cubicBezTo>
                  <a:pt x="9303223" y="3992880"/>
                  <a:pt x="9296400" y="3986057"/>
                  <a:pt x="9296400" y="3977640"/>
                </a:cubicBezTo>
                <a:cubicBezTo>
                  <a:pt x="9296400" y="3969223"/>
                  <a:pt x="9303223" y="3962400"/>
                  <a:pt x="9311640" y="3962400"/>
                </a:cubicBezTo>
                <a:cubicBezTo>
                  <a:pt x="9320057" y="3962400"/>
                  <a:pt x="9326880" y="3969223"/>
                  <a:pt x="9326880" y="3977640"/>
                </a:cubicBezTo>
                <a:close/>
                <a:moveTo>
                  <a:pt x="9326880" y="4130040"/>
                </a:moveTo>
                <a:cubicBezTo>
                  <a:pt x="9326880" y="4138457"/>
                  <a:pt x="9320057" y="4145280"/>
                  <a:pt x="9311640" y="4145280"/>
                </a:cubicBezTo>
                <a:cubicBezTo>
                  <a:pt x="9303223" y="4145280"/>
                  <a:pt x="9296400" y="4138457"/>
                  <a:pt x="9296400" y="4130040"/>
                </a:cubicBezTo>
                <a:cubicBezTo>
                  <a:pt x="9296400" y="4121623"/>
                  <a:pt x="9303223" y="4114800"/>
                  <a:pt x="9311640" y="4114800"/>
                </a:cubicBezTo>
                <a:cubicBezTo>
                  <a:pt x="9320057" y="4114800"/>
                  <a:pt x="9326880" y="4121623"/>
                  <a:pt x="9326880" y="4130040"/>
                </a:cubicBezTo>
                <a:close/>
                <a:moveTo>
                  <a:pt x="9326880" y="4282440"/>
                </a:moveTo>
                <a:cubicBezTo>
                  <a:pt x="9326880" y="4290857"/>
                  <a:pt x="9320057" y="4297680"/>
                  <a:pt x="9311640" y="4297680"/>
                </a:cubicBezTo>
                <a:cubicBezTo>
                  <a:pt x="9303223" y="4297680"/>
                  <a:pt x="9296400" y="4290857"/>
                  <a:pt x="9296400" y="4282440"/>
                </a:cubicBezTo>
                <a:cubicBezTo>
                  <a:pt x="9296400" y="4274023"/>
                  <a:pt x="9303223" y="4267200"/>
                  <a:pt x="9311640" y="4267200"/>
                </a:cubicBezTo>
                <a:cubicBezTo>
                  <a:pt x="9320057" y="4267200"/>
                  <a:pt x="9326880" y="4274023"/>
                  <a:pt x="9326880" y="4282440"/>
                </a:cubicBezTo>
                <a:close/>
                <a:moveTo>
                  <a:pt x="9326880" y="4434840"/>
                </a:moveTo>
                <a:cubicBezTo>
                  <a:pt x="9326880" y="4443257"/>
                  <a:pt x="9320057" y="4450080"/>
                  <a:pt x="9311640" y="4450080"/>
                </a:cubicBezTo>
                <a:cubicBezTo>
                  <a:pt x="9303223" y="4450080"/>
                  <a:pt x="9296400" y="4443257"/>
                  <a:pt x="9296400" y="4434840"/>
                </a:cubicBezTo>
                <a:cubicBezTo>
                  <a:pt x="9296400" y="4426423"/>
                  <a:pt x="9303223" y="4419600"/>
                  <a:pt x="9311640" y="4419600"/>
                </a:cubicBezTo>
                <a:cubicBezTo>
                  <a:pt x="9320057" y="4419600"/>
                  <a:pt x="9326880" y="4426423"/>
                  <a:pt x="9326880" y="4434840"/>
                </a:cubicBezTo>
                <a:close/>
                <a:moveTo>
                  <a:pt x="9479280" y="15240"/>
                </a:moveTo>
                <a:cubicBezTo>
                  <a:pt x="9479280" y="23657"/>
                  <a:pt x="9472457" y="30480"/>
                  <a:pt x="9464040" y="30480"/>
                </a:cubicBezTo>
                <a:cubicBezTo>
                  <a:pt x="9455623" y="30480"/>
                  <a:pt x="9448800" y="23657"/>
                  <a:pt x="9448800" y="15240"/>
                </a:cubicBezTo>
                <a:cubicBezTo>
                  <a:pt x="9448800" y="6823"/>
                  <a:pt x="9455623" y="0"/>
                  <a:pt x="9464040" y="0"/>
                </a:cubicBezTo>
                <a:cubicBezTo>
                  <a:pt x="9472457" y="0"/>
                  <a:pt x="9479280" y="6823"/>
                  <a:pt x="9479280" y="15240"/>
                </a:cubicBezTo>
                <a:close/>
                <a:moveTo>
                  <a:pt x="9479280" y="167640"/>
                </a:moveTo>
                <a:cubicBezTo>
                  <a:pt x="9479280" y="176057"/>
                  <a:pt x="9472457" y="182880"/>
                  <a:pt x="9464040" y="182880"/>
                </a:cubicBezTo>
                <a:cubicBezTo>
                  <a:pt x="9455623" y="182880"/>
                  <a:pt x="9448800" y="176057"/>
                  <a:pt x="9448800" y="167640"/>
                </a:cubicBezTo>
                <a:cubicBezTo>
                  <a:pt x="9448800" y="159223"/>
                  <a:pt x="9455623" y="152400"/>
                  <a:pt x="9464040" y="152400"/>
                </a:cubicBezTo>
                <a:cubicBezTo>
                  <a:pt x="9472457" y="152400"/>
                  <a:pt x="9479280" y="159223"/>
                  <a:pt x="9479280" y="167640"/>
                </a:cubicBezTo>
                <a:close/>
                <a:moveTo>
                  <a:pt x="9479280" y="320040"/>
                </a:moveTo>
                <a:cubicBezTo>
                  <a:pt x="9479280" y="328457"/>
                  <a:pt x="9472457" y="335280"/>
                  <a:pt x="9464040" y="335280"/>
                </a:cubicBezTo>
                <a:cubicBezTo>
                  <a:pt x="9455623" y="335280"/>
                  <a:pt x="9448800" y="328457"/>
                  <a:pt x="9448800" y="320040"/>
                </a:cubicBezTo>
                <a:cubicBezTo>
                  <a:pt x="9448800" y="311623"/>
                  <a:pt x="9455623" y="304800"/>
                  <a:pt x="9464040" y="304800"/>
                </a:cubicBezTo>
                <a:cubicBezTo>
                  <a:pt x="9472457" y="304800"/>
                  <a:pt x="9479280" y="311623"/>
                  <a:pt x="9479280" y="320040"/>
                </a:cubicBezTo>
                <a:close/>
                <a:moveTo>
                  <a:pt x="9479280" y="472440"/>
                </a:moveTo>
                <a:cubicBezTo>
                  <a:pt x="9479280" y="480857"/>
                  <a:pt x="9472457" y="487680"/>
                  <a:pt x="9464040" y="487680"/>
                </a:cubicBezTo>
                <a:cubicBezTo>
                  <a:pt x="9455623" y="487680"/>
                  <a:pt x="9448800" y="480857"/>
                  <a:pt x="9448800" y="472440"/>
                </a:cubicBezTo>
                <a:cubicBezTo>
                  <a:pt x="9448800" y="464023"/>
                  <a:pt x="9455623" y="457200"/>
                  <a:pt x="9464040" y="457200"/>
                </a:cubicBezTo>
                <a:cubicBezTo>
                  <a:pt x="9472457" y="457200"/>
                  <a:pt x="9479280" y="464023"/>
                  <a:pt x="9479280" y="472440"/>
                </a:cubicBezTo>
                <a:close/>
                <a:moveTo>
                  <a:pt x="9479280" y="624840"/>
                </a:moveTo>
                <a:cubicBezTo>
                  <a:pt x="9479280" y="633257"/>
                  <a:pt x="9472457" y="640080"/>
                  <a:pt x="9464040" y="640080"/>
                </a:cubicBezTo>
                <a:cubicBezTo>
                  <a:pt x="9455623" y="640080"/>
                  <a:pt x="9448800" y="633257"/>
                  <a:pt x="9448800" y="624840"/>
                </a:cubicBezTo>
                <a:cubicBezTo>
                  <a:pt x="9448800" y="616423"/>
                  <a:pt x="9455623" y="609600"/>
                  <a:pt x="9464040" y="609600"/>
                </a:cubicBezTo>
                <a:cubicBezTo>
                  <a:pt x="9472457" y="609600"/>
                  <a:pt x="9479280" y="616423"/>
                  <a:pt x="9479280" y="624840"/>
                </a:cubicBezTo>
                <a:close/>
                <a:moveTo>
                  <a:pt x="9479280" y="777240"/>
                </a:moveTo>
                <a:cubicBezTo>
                  <a:pt x="9479280" y="785657"/>
                  <a:pt x="9472457" y="792480"/>
                  <a:pt x="9464040" y="792480"/>
                </a:cubicBezTo>
                <a:cubicBezTo>
                  <a:pt x="9455623" y="792480"/>
                  <a:pt x="9448800" y="785657"/>
                  <a:pt x="9448800" y="777240"/>
                </a:cubicBezTo>
                <a:cubicBezTo>
                  <a:pt x="9448800" y="768823"/>
                  <a:pt x="9455623" y="762000"/>
                  <a:pt x="9464040" y="762000"/>
                </a:cubicBezTo>
                <a:cubicBezTo>
                  <a:pt x="9472457" y="762000"/>
                  <a:pt x="9479280" y="768823"/>
                  <a:pt x="9479280" y="777240"/>
                </a:cubicBezTo>
                <a:close/>
                <a:moveTo>
                  <a:pt x="9479280" y="929640"/>
                </a:moveTo>
                <a:cubicBezTo>
                  <a:pt x="9479280" y="938057"/>
                  <a:pt x="9472457" y="944880"/>
                  <a:pt x="9464040" y="944880"/>
                </a:cubicBezTo>
                <a:cubicBezTo>
                  <a:pt x="9455623" y="944880"/>
                  <a:pt x="9448800" y="938057"/>
                  <a:pt x="9448800" y="929640"/>
                </a:cubicBezTo>
                <a:cubicBezTo>
                  <a:pt x="9448800" y="921223"/>
                  <a:pt x="9455623" y="914400"/>
                  <a:pt x="9464040" y="914400"/>
                </a:cubicBezTo>
                <a:cubicBezTo>
                  <a:pt x="9472457" y="914400"/>
                  <a:pt x="9479280" y="921223"/>
                  <a:pt x="9479280" y="929640"/>
                </a:cubicBezTo>
                <a:close/>
                <a:moveTo>
                  <a:pt x="9479280" y="1082040"/>
                </a:moveTo>
                <a:cubicBezTo>
                  <a:pt x="9479280" y="1090457"/>
                  <a:pt x="9472457" y="1097280"/>
                  <a:pt x="9464040" y="1097280"/>
                </a:cubicBezTo>
                <a:cubicBezTo>
                  <a:pt x="9455623" y="1097280"/>
                  <a:pt x="9448800" y="1090457"/>
                  <a:pt x="9448800" y="1082040"/>
                </a:cubicBezTo>
                <a:cubicBezTo>
                  <a:pt x="9448800" y="1073623"/>
                  <a:pt x="9455623" y="1066800"/>
                  <a:pt x="9464040" y="1066800"/>
                </a:cubicBezTo>
                <a:cubicBezTo>
                  <a:pt x="9472457" y="1066800"/>
                  <a:pt x="9479280" y="1073623"/>
                  <a:pt x="9479280" y="1082040"/>
                </a:cubicBezTo>
                <a:close/>
                <a:moveTo>
                  <a:pt x="9479280" y="1234440"/>
                </a:moveTo>
                <a:cubicBezTo>
                  <a:pt x="9479280" y="1242857"/>
                  <a:pt x="9472457" y="1249680"/>
                  <a:pt x="9464040" y="1249680"/>
                </a:cubicBezTo>
                <a:cubicBezTo>
                  <a:pt x="9455623" y="1249680"/>
                  <a:pt x="9448800" y="1242857"/>
                  <a:pt x="9448800" y="1234440"/>
                </a:cubicBezTo>
                <a:cubicBezTo>
                  <a:pt x="9448800" y="1226023"/>
                  <a:pt x="9455623" y="1219200"/>
                  <a:pt x="9464040" y="1219200"/>
                </a:cubicBezTo>
                <a:cubicBezTo>
                  <a:pt x="9472457" y="1219200"/>
                  <a:pt x="9479280" y="1226023"/>
                  <a:pt x="9479280" y="1234440"/>
                </a:cubicBezTo>
                <a:close/>
                <a:moveTo>
                  <a:pt x="9479280" y="1386840"/>
                </a:moveTo>
                <a:cubicBezTo>
                  <a:pt x="9479280" y="1395257"/>
                  <a:pt x="9472457" y="1402080"/>
                  <a:pt x="9464040" y="1402080"/>
                </a:cubicBezTo>
                <a:cubicBezTo>
                  <a:pt x="9455623" y="1402080"/>
                  <a:pt x="9448800" y="1395257"/>
                  <a:pt x="9448800" y="1386840"/>
                </a:cubicBezTo>
                <a:cubicBezTo>
                  <a:pt x="9448800" y="1378423"/>
                  <a:pt x="9455623" y="1371600"/>
                  <a:pt x="9464040" y="1371600"/>
                </a:cubicBezTo>
                <a:cubicBezTo>
                  <a:pt x="9472457" y="1371600"/>
                  <a:pt x="9479280" y="1378423"/>
                  <a:pt x="9479280" y="1386840"/>
                </a:cubicBezTo>
                <a:close/>
                <a:moveTo>
                  <a:pt x="9479280" y="1539240"/>
                </a:moveTo>
                <a:cubicBezTo>
                  <a:pt x="9479280" y="1547657"/>
                  <a:pt x="9472457" y="1554480"/>
                  <a:pt x="9464040" y="1554480"/>
                </a:cubicBezTo>
                <a:cubicBezTo>
                  <a:pt x="9455623" y="1554480"/>
                  <a:pt x="9448800" y="1547657"/>
                  <a:pt x="9448800" y="1539240"/>
                </a:cubicBezTo>
                <a:cubicBezTo>
                  <a:pt x="9448800" y="1530823"/>
                  <a:pt x="9455623" y="1524000"/>
                  <a:pt x="9464040" y="1524000"/>
                </a:cubicBezTo>
                <a:cubicBezTo>
                  <a:pt x="9472457" y="1524000"/>
                  <a:pt x="9479280" y="1530823"/>
                  <a:pt x="9479280" y="1539240"/>
                </a:cubicBezTo>
                <a:close/>
                <a:moveTo>
                  <a:pt x="9479280" y="1691640"/>
                </a:moveTo>
                <a:cubicBezTo>
                  <a:pt x="9479280" y="1700057"/>
                  <a:pt x="9472457" y="1706880"/>
                  <a:pt x="9464040" y="1706880"/>
                </a:cubicBezTo>
                <a:cubicBezTo>
                  <a:pt x="9455623" y="1706880"/>
                  <a:pt x="9448800" y="1700057"/>
                  <a:pt x="9448800" y="1691640"/>
                </a:cubicBezTo>
                <a:cubicBezTo>
                  <a:pt x="9448800" y="1683223"/>
                  <a:pt x="9455623" y="1676400"/>
                  <a:pt x="9464040" y="1676400"/>
                </a:cubicBezTo>
                <a:cubicBezTo>
                  <a:pt x="9472457" y="1676400"/>
                  <a:pt x="9479280" y="1683223"/>
                  <a:pt x="9479280" y="1691640"/>
                </a:cubicBezTo>
                <a:close/>
                <a:moveTo>
                  <a:pt x="9479280" y="1844040"/>
                </a:moveTo>
                <a:cubicBezTo>
                  <a:pt x="9479280" y="1852457"/>
                  <a:pt x="9472457" y="1859280"/>
                  <a:pt x="9464040" y="1859280"/>
                </a:cubicBezTo>
                <a:cubicBezTo>
                  <a:pt x="9455623" y="1859280"/>
                  <a:pt x="9448800" y="1852457"/>
                  <a:pt x="9448800" y="1844040"/>
                </a:cubicBezTo>
                <a:cubicBezTo>
                  <a:pt x="9448800" y="1835623"/>
                  <a:pt x="9455623" y="1828800"/>
                  <a:pt x="9464040" y="1828800"/>
                </a:cubicBezTo>
                <a:cubicBezTo>
                  <a:pt x="9472457" y="1828800"/>
                  <a:pt x="9479280" y="1835623"/>
                  <a:pt x="9479280" y="1844040"/>
                </a:cubicBezTo>
                <a:close/>
                <a:moveTo>
                  <a:pt x="9479280" y="1996440"/>
                </a:moveTo>
                <a:cubicBezTo>
                  <a:pt x="9479280" y="2004857"/>
                  <a:pt x="9472457" y="2011680"/>
                  <a:pt x="9464040" y="2011680"/>
                </a:cubicBezTo>
                <a:cubicBezTo>
                  <a:pt x="9455623" y="2011680"/>
                  <a:pt x="9448800" y="2004857"/>
                  <a:pt x="9448800" y="1996440"/>
                </a:cubicBezTo>
                <a:cubicBezTo>
                  <a:pt x="9448800" y="1988023"/>
                  <a:pt x="9455623" y="1981200"/>
                  <a:pt x="9464040" y="1981200"/>
                </a:cubicBezTo>
                <a:cubicBezTo>
                  <a:pt x="9472457" y="1981200"/>
                  <a:pt x="9479280" y="1988023"/>
                  <a:pt x="9479280" y="1996440"/>
                </a:cubicBezTo>
                <a:close/>
                <a:moveTo>
                  <a:pt x="9479280" y="2148840"/>
                </a:moveTo>
                <a:cubicBezTo>
                  <a:pt x="9479280" y="2157257"/>
                  <a:pt x="9472457" y="2164080"/>
                  <a:pt x="9464040" y="2164080"/>
                </a:cubicBezTo>
                <a:cubicBezTo>
                  <a:pt x="9455623" y="2164080"/>
                  <a:pt x="9448800" y="2157257"/>
                  <a:pt x="9448800" y="2148840"/>
                </a:cubicBezTo>
                <a:cubicBezTo>
                  <a:pt x="9448800" y="2140423"/>
                  <a:pt x="9455623" y="2133600"/>
                  <a:pt x="9464040" y="2133600"/>
                </a:cubicBezTo>
                <a:cubicBezTo>
                  <a:pt x="9472457" y="2133600"/>
                  <a:pt x="9479280" y="2140423"/>
                  <a:pt x="9479280" y="2148840"/>
                </a:cubicBezTo>
                <a:close/>
                <a:moveTo>
                  <a:pt x="9479280" y="2301240"/>
                </a:moveTo>
                <a:cubicBezTo>
                  <a:pt x="9479280" y="2309657"/>
                  <a:pt x="9472457" y="2316480"/>
                  <a:pt x="9464040" y="2316480"/>
                </a:cubicBezTo>
                <a:cubicBezTo>
                  <a:pt x="9455623" y="2316480"/>
                  <a:pt x="9448800" y="2309657"/>
                  <a:pt x="9448800" y="2301240"/>
                </a:cubicBezTo>
                <a:cubicBezTo>
                  <a:pt x="9448800" y="2292823"/>
                  <a:pt x="9455623" y="2286000"/>
                  <a:pt x="9464040" y="2286000"/>
                </a:cubicBezTo>
                <a:cubicBezTo>
                  <a:pt x="9472457" y="2286000"/>
                  <a:pt x="9479280" y="2292823"/>
                  <a:pt x="9479280" y="2301240"/>
                </a:cubicBezTo>
                <a:close/>
                <a:moveTo>
                  <a:pt x="9479280" y="2453640"/>
                </a:moveTo>
                <a:cubicBezTo>
                  <a:pt x="9479280" y="2462057"/>
                  <a:pt x="9472457" y="2468880"/>
                  <a:pt x="9464040" y="2468880"/>
                </a:cubicBezTo>
                <a:cubicBezTo>
                  <a:pt x="9455623" y="2468880"/>
                  <a:pt x="9448800" y="2462057"/>
                  <a:pt x="9448800" y="2453640"/>
                </a:cubicBezTo>
                <a:cubicBezTo>
                  <a:pt x="9448800" y="2445223"/>
                  <a:pt x="9455623" y="2438400"/>
                  <a:pt x="9464040" y="2438400"/>
                </a:cubicBezTo>
                <a:cubicBezTo>
                  <a:pt x="9472457" y="2438400"/>
                  <a:pt x="9479280" y="2445223"/>
                  <a:pt x="9479280" y="2453640"/>
                </a:cubicBezTo>
                <a:close/>
                <a:moveTo>
                  <a:pt x="9479280" y="2606040"/>
                </a:moveTo>
                <a:cubicBezTo>
                  <a:pt x="9479280" y="2614457"/>
                  <a:pt x="9472457" y="2621280"/>
                  <a:pt x="9464040" y="2621280"/>
                </a:cubicBezTo>
                <a:cubicBezTo>
                  <a:pt x="9455623" y="2621280"/>
                  <a:pt x="9448800" y="2614457"/>
                  <a:pt x="9448800" y="2606040"/>
                </a:cubicBezTo>
                <a:cubicBezTo>
                  <a:pt x="9448800" y="2597623"/>
                  <a:pt x="9455623" y="2590800"/>
                  <a:pt x="9464040" y="2590800"/>
                </a:cubicBezTo>
                <a:cubicBezTo>
                  <a:pt x="9472457" y="2590800"/>
                  <a:pt x="9479280" y="2597623"/>
                  <a:pt x="9479280" y="2606040"/>
                </a:cubicBezTo>
                <a:close/>
                <a:moveTo>
                  <a:pt x="9479280" y="2758440"/>
                </a:moveTo>
                <a:cubicBezTo>
                  <a:pt x="9479280" y="2766857"/>
                  <a:pt x="9472457" y="2773680"/>
                  <a:pt x="9464040" y="2773680"/>
                </a:cubicBezTo>
                <a:cubicBezTo>
                  <a:pt x="9455623" y="2773680"/>
                  <a:pt x="9448800" y="2766857"/>
                  <a:pt x="9448800" y="2758440"/>
                </a:cubicBezTo>
                <a:cubicBezTo>
                  <a:pt x="9448800" y="2750023"/>
                  <a:pt x="9455623" y="2743200"/>
                  <a:pt x="9464040" y="2743200"/>
                </a:cubicBezTo>
                <a:cubicBezTo>
                  <a:pt x="9472457" y="2743200"/>
                  <a:pt x="9479280" y="2750023"/>
                  <a:pt x="9479280" y="2758440"/>
                </a:cubicBezTo>
                <a:close/>
                <a:moveTo>
                  <a:pt x="9479280" y="2910840"/>
                </a:moveTo>
                <a:cubicBezTo>
                  <a:pt x="9479280" y="2919257"/>
                  <a:pt x="9472457" y="2926080"/>
                  <a:pt x="9464040" y="2926080"/>
                </a:cubicBezTo>
                <a:cubicBezTo>
                  <a:pt x="9455623" y="2926080"/>
                  <a:pt x="9448800" y="2919257"/>
                  <a:pt x="9448800" y="2910840"/>
                </a:cubicBezTo>
                <a:cubicBezTo>
                  <a:pt x="9448800" y="2902423"/>
                  <a:pt x="9455623" y="2895600"/>
                  <a:pt x="9464040" y="2895600"/>
                </a:cubicBezTo>
                <a:cubicBezTo>
                  <a:pt x="9472457" y="2895600"/>
                  <a:pt x="9479280" y="2902423"/>
                  <a:pt x="9479280" y="2910840"/>
                </a:cubicBezTo>
                <a:close/>
                <a:moveTo>
                  <a:pt x="9479280" y="3063240"/>
                </a:moveTo>
                <a:cubicBezTo>
                  <a:pt x="9479280" y="3071657"/>
                  <a:pt x="9472457" y="3078480"/>
                  <a:pt x="9464040" y="3078480"/>
                </a:cubicBezTo>
                <a:cubicBezTo>
                  <a:pt x="9455623" y="3078480"/>
                  <a:pt x="9448800" y="3071657"/>
                  <a:pt x="9448800" y="3063240"/>
                </a:cubicBezTo>
                <a:cubicBezTo>
                  <a:pt x="9448800" y="3054823"/>
                  <a:pt x="9455623" y="3048000"/>
                  <a:pt x="9464040" y="3048000"/>
                </a:cubicBezTo>
                <a:cubicBezTo>
                  <a:pt x="9472457" y="3048000"/>
                  <a:pt x="9479280" y="3054823"/>
                  <a:pt x="9479280" y="3063240"/>
                </a:cubicBezTo>
                <a:close/>
                <a:moveTo>
                  <a:pt x="9479280" y="3215640"/>
                </a:moveTo>
                <a:cubicBezTo>
                  <a:pt x="9479280" y="3224057"/>
                  <a:pt x="9472457" y="3230880"/>
                  <a:pt x="9464040" y="3230880"/>
                </a:cubicBezTo>
                <a:cubicBezTo>
                  <a:pt x="9455623" y="3230880"/>
                  <a:pt x="9448800" y="3224057"/>
                  <a:pt x="9448800" y="3215640"/>
                </a:cubicBezTo>
                <a:cubicBezTo>
                  <a:pt x="9448800" y="3207223"/>
                  <a:pt x="9455623" y="3200400"/>
                  <a:pt x="9464040" y="3200400"/>
                </a:cubicBezTo>
                <a:cubicBezTo>
                  <a:pt x="9472457" y="3200400"/>
                  <a:pt x="9479280" y="3207223"/>
                  <a:pt x="9479280" y="3215640"/>
                </a:cubicBezTo>
                <a:close/>
                <a:moveTo>
                  <a:pt x="9479280" y="3368040"/>
                </a:moveTo>
                <a:cubicBezTo>
                  <a:pt x="9479280" y="3376457"/>
                  <a:pt x="9472457" y="3383280"/>
                  <a:pt x="9464040" y="3383280"/>
                </a:cubicBezTo>
                <a:cubicBezTo>
                  <a:pt x="9455623" y="3383280"/>
                  <a:pt x="9448800" y="3376457"/>
                  <a:pt x="9448800" y="3368040"/>
                </a:cubicBezTo>
                <a:cubicBezTo>
                  <a:pt x="9448800" y="3359623"/>
                  <a:pt x="9455623" y="3352800"/>
                  <a:pt x="9464040" y="3352800"/>
                </a:cubicBezTo>
                <a:cubicBezTo>
                  <a:pt x="9472457" y="3352800"/>
                  <a:pt x="9479280" y="3359623"/>
                  <a:pt x="9479280" y="3368040"/>
                </a:cubicBezTo>
                <a:close/>
                <a:moveTo>
                  <a:pt x="9479280" y="3520440"/>
                </a:moveTo>
                <a:cubicBezTo>
                  <a:pt x="9479280" y="3528857"/>
                  <a:pt x="9472457" y="3535680"/>
                  <a:pt x="9464040" y="3535680"/>
                </a:cubicBezTo>
                <a:cubicBezTo>
                  <a:pt x="9455623" y="3535680"/>
                  <a:pt x="9448800" y="3528857"/>
                  <a:pt x="9448800" y="3520440"/>
                </a:cubicBezTo>
                <a:cubicBezTo>
                  <a:pt x="9448800" y="3512023"/>
                  <a:pt x="9455623" y="3505200"/>
                  <a:pt x="9464040" y="3505200"/>
                </a:cubicBezTo>
                <a:cubicBezTo>
                  <a:pt x="9472457" y="3505200"/>
                  <a:pt x="9479280" y="3512023"/>
                  <a:pt x="9479280" y="3520440"/>
                </a:cubicBezTo>
                <a:close/>
                <a:moveTo>
                  <a:pt x="9479280" y="3672840"/>
                </a:moveTo>
                <a:cubicBezTo>
                  <a:pt x="9479280" y="3681257"/>
                  <a:pt x="9472457" y="3688080"/>
                  <a:pt x="9464040" y="3688080"/>
                </a:cubicBezTo>
                <a:cubicBezTo>
                  <a:pt x="9455623" y="3688080"/>
                  <a:pt x="9448800" y="3681257"/>
                  <a:pt x="9448800" y="3672840"/>
                </a:cubicBezTo>
                <a:cubicBezTo>
                  <a:pt x="9448800" y="3664423"/>
                  <a:pt x="9455623" y="3657600"/>
                  <a:pt x="9464040" y="3657600"/>
                </a:cubicBezTo>
                <a:cubicBezTo>
                  <a:pt x="9472457" y="3657600"/>
                  <a:pt x="9479280" y="3664423"/>
                  <a:pt x="9479280" y="3672840"/>
                </a:cubicBezTo>
                <a:close/>
                <a:moveTo>
                  <a:pt x="9479280" y="3825240"/>
                </a:moveTo>
                <a:cubicBezTo>
                  <a:pt x="9479280" y="3833657"/>
                  <a:pt x="9472457" y="3840480"/>
                  <a:pt x="9464040" y="3840480"/>
                </a:cubicBezTo>
                <a:cubicBezTo>
                  <a:pt x="9455623" y="3840480"/>
                  <a:pt x="9448800" y="3833657"/>
                  <a:pt x="9448800" y="3825240"/>
                </a:cubicBezTo>
                <a:cubicBezTo>
                  <a:pt x="9448800" y="3816823"/>
                  <a:pt x="9455623" y="3810000"/>
                  <a:pt x="9464040" y="3810000"/>
                </a:cubicBezTo>
                <a:cubicBezTo>
                  <a:pt x="9472457" y="3810000"/>
                  <a:pt x="9479280" y="3816823"/>
                  <a:pt x="9479280" y="3825240"/>
                </a:cubicBezTo>
                <a:close/>
                <a:moveTo>
                  <a:pt x="9479280" y="3977640"/>
                </a:moveTo>
                <a:cubicBezTo>
                  <a:pt x="9479280" y="3986057"/>
                  <a:pt x="9472457" y="3992880"/>
                  <a:pt x="9464040" y="3992880"/>
                </a:cubicBezTo>
                <a:cubicBezTo>
                  <a:pt x="9455623" y="3992880"/>
                  <a:pt x="9448800" y="3986057"/>
                  <a:pt x="9448800" y="3977640"/>
                </a:cubicBezTo>
                <a:cubicBezTo>
                  <a:pt x="9448800" y="3969223"/>
                  <a:pt x="9455623" y="3962400"/>
                  <a:pt x="9464040" y="3962400"/>
                </a:cubicBezTo>
                <a:cubicBezTo>
                  <a:pt x="9472457" y="3962400"/>
                  <a:pt x="9479280" y="3969223"/>
                  <a:pt x="9479280" y="3977640"/>
                </a:cubicBezTo>
                <a:close/>
                <a:moveTo>
                  <a:pt x="9479280" y="4130040"/>
                </a:moveTo>
                <a:cubicBezTo>
                  <a:pt x="9479280" y="4138457"/>
                  <a:pt x="9472457" y="4145280"/>
                  <a:pt x="9464040" y="4145280"/>
                </a:cubicBezTo>
                <a:cubicBezTo>
                  <a:pt x="9455623" y="4145280"/>
                  <a:pt x="9448800" y="4138457"/>
                  <a:pt x="9448800" y="4130040"/>
                </a:cubicBezTo>
                <a:cubicBezTo>
                  <a:pt x="9448800" y="4121623"/>
                  <a:pt x="9455623" y="4114800"/>
                  <a:pt x="9464040" y="4114800"/>
                </a:cubicBezTo>
                <a:cubicBezTo>
                  <a:pt x="9472457" y="4114800"/>
                  <a:pt x="9479280" y="4121623"/>
                  <a:pt x="9479280" y="4130040"/>
                </a:cubicBezTo>
                <a:close/>
                <a:moveTo>
                  <a:pt x="9479280" y="4282440"/>
                </a:moveTo>
                <a:cubicBezTo>
                  <a:pt x="9479280" y="4290857"/>
                  <a:pt x="9472457" y="4297680"/>
                  <a:pt x="9464040" y="4297680"/>
                </a:cubicBezTo>
                <a:cubicBezTo>
                  <a:pt x="9455623" y="4297680"/>
                  <a:pt x="9448800" y="4290857"/>
                  <a:pt x="9448800" y="4282440"/>
                </a:cubicBezTo>
                <a:cubicBezTo>
                  <a:pt x="9448800" y="4274023"/>
                  <a:pt x="9455623" y="4267200"/>
                  <a:pt x="9464040" y="4267200"/>
                </a:cubicBezTo>
                <a:cubicBezTo>
                  <a:pt x="9472457" y="4267200"/>
                  <a:pt x="9479280" y="4274023"/>
                  <a:pt x="9479280" y="4282440"/>
                </a:cubicBezTo>
                <a:close/>
                <a:moveTo>
                  <a:pt x="9479280" y="4434840"/>
                </a:moveTo>
                <a:cubicBezTo>
                  <a:pt x="9479280" y="4443257"/>
                  <a:pt x="9472457" y="4450080"/>
                  <a:pt x="9464040" y="4450080"/>
                </a:cubicBezTo>
                <a:cubicBezTo>
                  <a:pt x="9455623" y="4450080"/>
                  <a:pt x="9448800" y="4443257"/>
                  <a:pt x="9448800" y="4434840"/>
                </a:cubicBezTo>
                <a:cubicBezTo>
                  <a:pt x="9448800" y="4426423"/>
                  <a:pt x="9455623" y="4419600"/>
                  <a:pt x="9464040" y="4419600"/>
                </a:cubicBezTo>
                <a:cubicBezTo>
                  <a:pt x="9472457" y="4419600"/>
                  <a:pt x="9479280" y="4426423"/>
                  <a:pt x="9479280" y="4434840"/>
                </a:cubicBezTo>
                <a:close/>
                <a:moveTo>
                  <a:pt x="9631680" y="15240"/>
                </a:moveTo>
                <a:cubicBezTo>
                  <a:pt x="9631680" y="23657"/>
                  <a:pt x="9624857" y="30480"/>
                  <a:pt x="9616440" y="30480"/>
                </a:cubicBezTo>
                <a:cubicBezTo>
                  <a:pt x="9608023" y="30480"/>
                  <a:pt x="9601200" y="23657"/>
                  <a:pt x="9601200" y="15240"/>
                </a:cubicBezTo>
                <a:cubicBezTo>
                  <a:pt x="9601200" y="6823"/>
                  <a:pt x="9608023" y="0"/>
                  <a:pt x="9616440" y="0"/>
                </a:cubicBezTo>
                <a:cubicBezTo>
                  <a:pt x="9624857" y="0"/>
                  <a:pt x="9631680" y="6823"/>
                  <a:pt x="9631680" y="15240"/>
                </a:cubicBezTo>
                <a:close/>
                <a:moveTo>
                  <a:pt x="9631680" y="167640"/>
                </a:moveTo>
                <a:cubicBezTo>
                  <a:pt x="9631680" y="176057"/>
                  <a:pt x="9624857" y="182880"/>
                  <a:pt x="9616440" y="182880"/>
                </a:cubicBezTo>
                <a:cubicBezTo>
                  <a:pt x="9608023" y="182880"/>
                  <a:pt x="9601200" y="176057"/>
                  <a:pt x="9601200" y="167640"/>
                </a:cubicBezTo>
                <a:cubicBezTo>
                  <a:pt x="9601200" y="159223"/>
                  <a:pt x="9608023" y="152400"/>
                  <a:pt x="9616440" y="152400"/>
                </a:cubicBezTo>
                <a:cubicBezTo>
                  <a:pt x="9624857" y="152400"/>
                  <a:pt x="9631680" y="159223"/>
                  <a:pt x="9631680" y="167640"/>
                </a:cubicBezTo>
                <a:close/>
                <a:moveTo>
                  <a:pt x="9631680" y="320040"/>
                </a:moveTo>
                <a:cubicBezTo>
                  <a:pt x="9631680" y="328457"/>
                  <a:pt x="9624857" y="335280"/>
                  <a:pt x="9616440" y="335280"/>
                </a:cubicBezTo>
                <a:cubicBezTo>
                  <a:pt x="9608023" y="335280"/>
                  <a:pt x="9601200" y="328457"/>
                  <a:pt x="9601200" y="320040"/>
                </a:cubicBezTo>
                <a:cubicBezTo>
                  <a:pt x="9601200" y="311623"/>
                  <a:pt x="9608023" y="304800"/>
                  <a:pt x="9616440" y="304800"/>
                </a:cubicBezTo>
                <a:cubicBezTo>
                  <a:pt x="9624857" y="304800"/>
                  <a:pt x="9631680" y="311623"/>
                  <a:pt x="9631680" y="320040"/>
                </a:cubicBezTo>
                <a:close/>
                <a:moveTo>
                  <a:pt x="9631680" y="472440"/>
                </a:moveTo>
                <a:cubicBezTo>
                  <a:pt x="9631680" y="480857"/>
                  <a:pt x="9624857" y="487680"/>
                  <a:pt x="9616440" y="487680"/>
                </a:cubicBezTo>
                <a:cubicBezTo>
                  <a:pt x="9608023" y="487680"/>
                  <a:pt x="9601200" y="480857"/>
                  <a:pt x="9601200" y="472440"/>
                </a:cubicBezTo>
                <a:cubicBezTo>
                  <a:pt x="9601200" y="464023"/>
                  <a:pt x="9608023" y="457200"/>
                  <a:pt x="9616440" y="457200"/>
                </a:cubicBezTo>
                <a:cubicBezTo>
                  <a:pt x="9624857" y="457200"/>
                  <a:pt x="9631680" y="464023"/>
                  <a:pt x="9631680" y="472440"/>
                </a:cubicBezTo>
                <a:close/>
                <a:moveTo>
                  <a:pt x="9631680" y="624840"/>
                </a:moveTo>
                <a:cubicBezTo>
                  <a:pt x="9631680" y="633257"/>
                  <a:pt x="9624857" y="640080"/>
                  <a:pt x="9616440" y="640080"/>
                </a:cubicBezTo>
                <a:cubicBezTo>
                  <a:pt x="9608023" y="640080"/>
                  <a:pt x="9601200" y="633257"/>
                  <a:pt x="9601200" y="624840"/>
                </a:cubicBezTo>
                <a:cubicBezTo>
                  <a:pt x="9601200" y="616423"/>
                  <a:pt x="9608023" y="609600"/>
                  <a:pt x="9616440" y="609600"/>
                </a:cubicBezTo>
                <a:cubicBezTo>
                  <a:pt x="9624857" y="609600"/>
                  <a:pt x="9631680" y="616423"/>
                  <a:pt x="9631680" y="624840"/>
                </a:cubicBezTo>
                <a:close/>
                <a:moveTo>
                  <a:pt x="9631680" y="777240"/>
                </a:moveTo>
                <a:cubicBezTo>
                  <a:pt x="9631680" y="785657"/>
                  <a:pt x="9624857" y="792480"/>
                  <a:pt x="9616440" y="792480"/>
                </a:cubicBezTo>
                <a:cubicBezTo>
                  <a:pt x="9608023" y="792480"/>
                  <a:pt x="9601200" y="785657"/>
                  <a:pt x="9601200" y="777240"/>
                </a:cubicBezTo>
                <a:cubicBezTo>
                  <a:pt x="9601200" y="768823"/>
                  <a:pt x="9608023" y="762000"/>
                  <a:pt x="9616440" y="762000"/>
                </a:cubicBezTo>
                <a:cubicBezTo>
                  <a:pt x="9624857" y="762000"/>
                  <a:pt x="9631680" y="768823"/>
                  <a:pt x="9631680" y="777240"/>
                </a:cubicBezTo>
                <a:close/>
                <a:moveTo>
                  <a:pt x="9631680" y="929640"/>
                </a:moveTo>
                <a:cubicBezTo>
                  <a:pt x="9631680" y="938057"/>
                  <a:pt x="9624857" y="944880"/>
                  <a:pt x="9616440" y="944880"/>
                </a:cubicBezTo>
                <a:cubicBezTo>
                  <a:pt x="9608023" y="944880"/>
                  <a:pt x="9601200" y="938057"/>
                  <a:pt x="9601200" y="929640"/>
                </a:cubicBezTo>
                <a:cubicBezTo>
                  <a:pt x="9601200" y="921223"/>
                  <a:pt x="9608023" y="914400"/>
                  <a:pt x="9616440" y="914400"/>
                </a:cubicBezTo>
                <a:cubicBezTo>
                  <a:pt x="9624857" y="914400"/>
                  <a:pt x="9631680" y="921223"/>
                  <a:pt x="9631680" y="929640"/>
                </a:cubicBezTo>
                <a:close/>
                <a:moveTo>
                  <a:pt x="9631680" y="1082040"/>
                </a:moveTo>
                <a:cubicBezTo>
                  <a:pt x="9631680" y="1090457"/>
                  <a:pt x="9624857" y="1097280"/>
                  <a:pt x="9616440" y="1097280"/>
                </a:cubicBezTo>
                <a:cubicBezTo>
                  <a:pt x="9608023" y="1097280"/>
                  <a:pt x="9601200" y="1090457"/>
                  <a:pt x="9601200" y="1082040"/>
                </a:cubicBezTo>
                <a:cubicBezTo>
                  <a:pt x="9601200" y="1073623"/>
                  <a:pt x="9608023" y="1066800"/>
                  <a:pt x="9616440" y="1066800"/>
                </a:cubicBezTo>
                <a:cubicBezTo>
                  <a:pt x="9624857" y="1066800"/>
                  <a:pt x="9631680" y="1073623"/>
                  <a:pt x="9631680" y="1082040"/>
                </a:cubicBezTo>
                <a:close/>
                <a:moveTo>
                  <a:pt x="9631680" y="1234440"/>
                </a:moveTo>
                <a:cubicBezTo>
                  <a:pt x="9631680" y="1242857"/>
                  <a:pt x="9624857" y="1249680"/>
                  <a:pt x="9616440" y="1249680"/>
                </a:cubicBezTo>
                <a:cubicBezTo>
                  <a:pt x="9608023" y="1249680"/>
                  <a:pt x="9601200" y="1242857"/>
                  <a:pt x="9601200" y="1234440"/>
                </a:cubicBezTo>
                <a:cubicBezTo>
                  <a:pt x="9601200" y="1226023"/>
                  <a:pt x="9608023" y="1219200"/>
                  <a:pt x="9616440" y="1219200"/>
                </a:cubicBezTo>
                <a:cubicBezTo>
                  <a:pt x="9624857" y="1219200"/>
                  <a:pt x="9631680" y="1226023"/>
                  <a:pt x="9631680" y="1234440"/>
                </a:cubicBezTo>
                <a:close/>
                <a:moveTo>
                  <a:pt x="9631680" y="1386840"/>
                </a:moveTo>
                <a:cubicBezTo>
                  <a:pt x="9631680" y="1395257"/>
                  <a:pt x="9624857" y="1402080"/>
                  <a:pt x="9616440" y="1402080"/>
                </a:cubicBezTo>
                <a:cubicBezTo>
                  <a:pt x="9608023" y="1402080"/>
                  <a:pt x="9601200" y="1395257"/>
                  <a:pt x="9601200" y="1386840"/>
                </a:cubicBezTo>
                <a:cubicBezTo>
                  <a:pt x="9601200" y="1378423"/>
                  <a:pt x="9608023" y="1371600"/>
                  <a:pt x="9616440" y="1371600"/>
                </a:cubicBezTo>
                <a:cubicBezTo>
                  <a:pt x="9624857" y="1371600"/>
                  <a:pt x="9631680" y="1378423"/>
                  <a:pt x="9631680" y="1386840"/>
                </a:cubicBezTo>
                <a:close/>
                <a:moveTo>
                  <a:pt x="9631680" y="1539240"/>
                </a:moveTo>
                <a:cubicBezTo>
                  <a:pt x="9631680" y="1547657"/>
                  <a:pt x="9624857" y="1554480"/>
                  <a:pt x="9616440" y="1554480"/>
                </a:cubicBezTo>
                <a:cubicBezTo>
                  <a:pt x="9608023" y="1554480"/>
                  <a:pt x="9601200" y="1547657"/>
                  <a:pt x="9601200" y="1539240"/>
                </a:cubicBezTo>
                <a:cubicBezTo>
                  <a:pt x="9601200" y="1530823"/>
                  <a:pt x="9608023" y="1524000"/>
                  <a:pt x="9616440" y="1524000"/>
                </a:cubicBezTo>
                <a:cubicBezTo>
                  <a:pt x="9624857" y="1524000"/>
                  <a:pt x="9631680" y="1530823"/>
                  <a:pt x="9631680" y="1539240"/>
                </a:cubicBezTo>
                <a:close/>
                <a:moveTo>
                  <a:pt x="9631680" y="1691640"/>
                </a:moveTo>
                <a:cubicBezTo>
                  <a:pt x="9631680" y="1700057"/>
                  <a:pt x="9624857" y="1706880"/>
                  <a:pt x="9616440" y="1706880"/>
                </a:cubicBezTo>
                <a:cubicBezTo>
                  <a:pt x="9608023" y="1706880"/>
                  <a:pt x="9601200" y="1700057"/>
                  <a:pt x="9601200" y="1691640"/>
                </a:cubicBezTo>
                <a:cubicBezTo>
                  <a:pt x="9601200" y="1683223"/>
                  <a:pt x="9608023" y="1676400"/>
                  <a:pt x="9616440" y="1676400"/>
                </a:cubicBezTo>
                <a:cubicBezTo>
                  <a:pt x="9624857" y="1676400"/>
                  <a:pt x="9631680" y="1683223"/>
                  <a:pt x="9631680" y="1691640"/>
                </a:cubicBezTo>
                <a:close/>
                <a:moveTo>
                  <a:pt x="9631680" y="1844040"/>
                </a:moveTo>
                <a:cubicBezTo>
                  <a:pt x="9631680" y="1852457"/>
                  <a:pt x="9624857" y="1859280"/>
                  <a:pt x="9616440" y="1859280"/>
                </a:cubicBezTo>
                <a:cubicBezTo>
                  <a:pt x="9608023" y="1859280"/>
                  <a:pt x="9601200" y="1852457"/>
                  <a:pt x="9601200" y="1844040"/>
                </a:cubicBezTo>
                <a:cubicBezTo>
                  <a:pt x="9601200" y="1835623"/>
                  <a:pt x="9608023" y="1828800"/>
                  <a:pt x="9616440" y="1828800"/>
                </a:cubicBezTo>
                <a:cubicBezTo>
                  <a:pt x="9624857" y="1828800"/>
                  <a:pt x="9631680" y="1835623"/>
                  <a:pt x="9631680" y="1844040"/>
                </a:cubicBezTo>
                <a:close/>
                <a:moveTo>
                  <a:pt x="9631680" y="1996440"/>
                </a:moveTo>
                <a:cubicBezTo>
                  <a:pt x="9631680" y="2004857"/>
                  <a:pt x="9624857" y="2011680"/>
                  <a:pt x="9616440" y="2011680"/>
                </a:cubicBezTo>
                <a:cubicBezTo>
                  <a:pt x="9608023" y="2011680"/>
                  <a:pt x="9601200" y="2004857"/>
                  <a:pt x="9601200" y="1996440"/>
                </a:cubicBezTo>
                <a:cubicBezTo>
                  <a:pt x="9601200" y="1988023"/>
                  <a:pt x="9608023" y="1981200"/>
                  <a:pt x="9616440" y="1981200"/>
                </a:cubicBezTo>
                <a:cubicBezTo>
                  <a:pt x="9624857" y="1981200"/>
                  <a:pt x="9631680" y="1988023"/>
                  <a:pt x="9631680" y="1996440"/>
                </a:cubicBezTo>
                <a:close/>
                <a:moveTo>
                  <a:pt x="9631680" y="2148840"/>
                </a:moveTo>
                <a:cubicBezTo>
                  <a:pt x="9631680" y="2157257"/>
                  <a:pt x="9624857" y="2164080"/>
                  <a:pt x="9616440" y="2164080"/>
                </a:cubicBezTo>
                <a:cubicBezTo>
                  <a:pt x="9608023" y="2164080"/>
                  <a:pt x="9601200" y="2157257"/>
                  <a:pt x="9601200" y="2148840"/>
                </a:cubicBezTo>
                <a:cubicBezTo>
                  <a:pt x="9601200" y="2140423"/>
                  <a:pt x="9608023" y="2133600"/>
                  <a:pt x="9616440" y="2133600"/>
                </a:cubicBezTo>
                <a:cubicBezTo>
                  <a:pt x="9624857" y="2133600"/>
                  <a:pt x="9631680" y="2140423"/>
                  <a:pt x="9631680" y="2148840"/>
                </a:cubicBezTo>
                <a:close/>
                <a:moveTo>
                  <a:pt x="9631680" y="2301240"/>
                </a:moveTo>
                <a:cubicBezTo>
                  <a:pt x="9631680" y="2309657"/>
                  <a:pt x="9624857" y="2316480"/>
                  <a:pt x="9616440" y="2316480"/>
                </a:cubicBezTo>
                <a:cubicBezTo>
                  <a:pt x="9608023" y="2316480"/>
                  <a:pt x="9601200" y="2309657"/>
                  <a:pt x="9601200" y="2301240"/>
                </a:cubicBezTo>
                <a:cubicBezTo>
                  <a:pt x="9601200" y="2292823"/>
                  <a:pt x="9608023" y="2286000"/>
                  <a:pt x="9616440" y="2286000"/>
                </a:cubicBezTo>
                <a:cubicBezTo>
                  <a:pt x="9624857" y="2286000"/>
                  <a:pt x="9631680" y="2292823"/>
                  <a:pt x="9631680" y="2301240"/>
                </a:cubicBezTo>
                <a:close/>
                <a:moveTo>
                  <a:pt x="9631680" y="2453640"/>
                </a:moveTo>
                <a:cubicBezTo>
                  <a:pt x="9631680" y="2462057"/>
                  <a:pt x="9624857" y="2468880"/>
                  <a:pt x="9616440" y="2468880"/>
                </a:cubicBezTo>
                <a:cubicBezTo>
                  <a:pt x="9608023" y="2468880"/>
                  <a:pt x="9601200" y="2462057"/>
                  <a:pt x="9601200" y="2453640"/>
                </a:cubicBezTo>
                <a:cubicBezTo>
                  <a:pt x="9601200" y="2445223"/>
                  <a:pt x="9608023" y="2438400"/>
                  <a:pt x="9616440" y="2438400"/>
                </a:cubicBezTo>
                <a:cubicBezTo>
                  <a:pt x="9624857" y="2438400"/>
                  <a:pt x="9631680" y="2445223"/>
                  <a:pt x="9631680" y="2453640"/>
                </a:cubicBezTo>
                <a:close/>
                <a:moveTo>
                  <a:pt x="9631680" y="2606040"/>
                </a:moveTo>
                <a:cubicBezTo>
                  <a:pt x="9631680" y="2614457"/>
                  <a:pt x="9624857" y="2621280"/>
                  <a:pt x="9616440" y="2621280"/>
                </a:cubicBezTo>
                <a:cubicBezTo>
                  <a:pt x="9608023" y="2621280"/>
                  <a:pt x="9601200" y="2614457"/>
                  <a:pt x="9601200" y="2606040"/>
                </a:cubicBezTo>
                <a:cubicBezTo>
                  <a:pt x="9601200" y="2597623"/>
                  <a:pt x="9608023" y="2590800"/>
                  <a:pt x="9616440" y="2590800"/>
                </a:cubicBezTo>
                <a:cubicBezTo>
                  <a:pt x="9624857" y="2590800"/>
                  <a:pt x="9631680" y="2597623"/>
                  <a:pt x="9631680" y="2606040"/>
                </a:cubicBezTo>
                <a:close/>
                <a:moveTo>
                  <a:pt x="9631680" y="2758440"/>
                </a:moveTo>
                <a:cubicBezTo>
                  <a:pt x="9631680" y="2766857"/>
                  <a:pt x="9624857" y="2773680"/>
                  <a:pt x="9616440" y="2773680"/>
                </a:cubicBezTo>
                <a:cubicBezTo>
                  <a:pt x="9608023" y="2773680"/>
                  <a:pt x="9601200" y="2766857"/>
                  <a:pt x="9601200" y="2758440"/>
                </a:cubicBezTo>
                <a:cubicBezTo>
                  <a:pt x="9601200" y="2750023"/>
                  <a:pt x="9608023" y="2743200"/>
                  <a:pt x="9616440" y="2743200"/>
                </a:cubicBezTo>
                <a:cubicBezTo>
                  <a:pt x="9624857" y="2743200"/>
                  <a:pt x="9631680" y="2750023"/>
                  <a:pt x="9631680" y="2758440"/>
                </a:cubicBezTo>
                <a:close/>
                <a:moveTo>
                  <a:pt x="9631680" y="2910840"/>
                </a:moveTo>
                <a:cubicBezTo>
                  <a:pt x="9631680" y="2919257"/>
                  <a:pt x="9624857" y="2926080"/>
                  <a:pt x="9616440" y="2926080"/>
                </a:cubicBezTo>
                <a:cubicBezTo>
                  <a:pt x="9608023" y="2926080"/>
                  <a:pt x="9601200" y="2919257"/>
                  <a:pt x="9601200" y="2910840"/>
                </a:cubicBezTo>
                <a:cubicBezTo>
                  <a:pt x="9601200" y="2902423"/>
                  <a:pt x="9608023" y="2895600"/>
                  <a:pt x="9616440" y="2895600"/>
                </a:cubicBezTo>
                <a:cubicBezTo>
                  <a:pt x="9624857" y="2895600"/>
                  <a:pt x="9631680" y="2902423"/>
                  <a:pt x="9631680" y="2910840"/>
                </a:cubicBezTo>
                <a:close/>
                <a:moveTo>
                  <a:pt x="9631680" y="3063240"/>
                </a:moveTo>
                <a:cubicBezTo>
                  <a:pt x="9631680" y="3071657"/>
                  <a:pt x="9624857" y="3078480"/>
                  <a:pt x="9616440" y="3078480"/>
                </a:cubicBezTo>
                <a:cubicBezTo>
                  <a:pt x="9608023" y="3078480"/>
                  <a:pt x="9601200" y="3071657"/>
                  <a:pt x="9601200" y="3063240"/>
                </a:cubicBezTo>
                <a:cubicBezTo>
                  <a:pt x="9601200" y="3054823"/>
                  <a:pt x="9608023" y="3048000"/>
                  <a:pt x="9616440" y="3048000"/>
                </a:cubicBezTo>
                <a:cubicBezTo>
                  <a:pt x="9624857" y="3048000"/>
                  <a:pt x="9631680" y="3054823"/>
                  <a:pt x="9631680" y="3063240"/>
                </a:cubicBezTo>
                <a:close/>
                <a:moveTo>
                  <a:pt x="9631680" y="3215640"/>
                </a:moveTo>
                <a:cubicBezTo>
                  <a:pt x="9631680" y="3224057"/>
                  <a:pt x="9624857" y="3230880"/>
                  <a:pt x="9616440" y="3230880"/>
                </a:cubicBezTo>
                <a:cubicBezTo>
                  <a:pt x="9608023" y="3230880"/>
                  <a:pt x="9601200" y="3224057"/>
                  <a:pt x="9601200" y="3215640"/>
                </a:cubicBezTo>
                <a:cubicBezTo>
                  <a:pt x="9601200" y="3207223"/>
                  <a:pt x="9608023" y="3200400"/>
                  <a:pt x="9616440" y="3200400"/>
                </a:cubicBezTo>
                <a:cubicBezTo>
                  <a:pt x="9624857" y="3200400"/>
                  <a:pt x="9631680" y="3207223"/>
                  <a:pt x="9631680" y="3215640"/>
                </a:cubicBezTo>
                <a:close/>
                <a:moveTo>
                  <a:pt x="9631680" y="3368040"/>
                </a:moveTo>
                <a:cubicBezTo>
                  <a:pt x="9631680" y="3376457"/>
                  <a:pt x="9624857" y="3383280"/>
                  <a:pt x="9616440" y="3383280"/>
                </a:cubicBezTo>
                <a:cubicBezTo>
                  <a:pt x="9608023" y="3383280"/>
                  <a:pt x="9601200" y="3376457"/>
                  <a:pt x="9601200" y="3368040"/>
                </a:cubicBezTo>
                <a:cubicBezTo>
                  <a:pt x="9601200" y="3359623"/>
                  <a:pt x="9608023" y="3352800"/>
                  <a:pt x="9616440" y="3352800"/>
                </a:cubicBezTo>
                <a:cubicBezTo>
                  <a:pt x="9624857" y="3352800"/>
                  <a:pt x="9631680" y="3359623"/>
                  <a:pt x="9631680" y="3368040"/>
                </a:cubicBezTo>
                <a:close/>
                <a:moveTo>
                  <a:pt x="9631680" y="3520440"/>
                </a:moveTo>
                <a:cubicBezTo>
                  <a:pt x="9631680" y="3528857"/>
                  <a:pt x="9624857" y="3535680"/>
                  <a:pt x="9616440" y="3535680"/>
                </a:cubicBezTo>
                <a:cubicBezTo>
                  <a:pt x="9608023" y="3535680"/>
                  <a:pt x="9601200" y="3528857"/>
                  <a:pt x="9601200" y="3520440"/>
                </a:cubicBezTo>
                <a:cubicBezTo>
                  <a:pt x="9601200" y="3512023"/>
                  <a:pt x="9608023" y="3505200"/>
                  <a:pt x="9616440" y="3505200"/>
                </a:cubicBezTo>
                <a:cubicBezTo>
                  <a:pt x="9624857" y="3505200"/>
                  <a:pt x="9631680" y="3512023"/>
                  <a:pt x="9631680" y="3520440"/>
                </a:cubicBezTo>
                <a:close/>
                <a:moveTo>
                  <a:pt x="9631680" y="3672840"/>
                </a:moveTo>
                <a:cubicBezTo>
                  <a:pt x="9631680" y="3681257"/>
                  <a:pt x="9624857" y="3688080"/>
                  <a:pt x="9616440" y="3688080"/>
                </a:cubicBezTo>
                <a:cubicBezTo>
                  <a:pt x="9608023" y="3688080"/>
                  <a:pt x="9601200" y="3681257"/>
                  <a:pt x="9601200" y="3672840"/>
                </a:cubicBezTo>
                <a:cubicBezTo>
                  <a:pt x="9601200" y="3664423"/>
                  <a:pt x="9608023" y="3657600"/>
                  <a:pt x="9616440" y="3657600"/>
                </a:cubicBezTo>
                <a:cubicBezTo>
                  <a:pt x="9624857" y="3657600"/>
                  <a:pt x="9631680" y="3664423"/>
                  <a:pt x="9631680" y="3672840"/>
                </a:cubicBezTo>
                <a:close/>
                <a:moveTo>
                  <a:pt x="9631680" y="3825240"/>
                </a:moveTo>
                <a:cubicBezTo>
                  <a:pt x="9631680" y="3833657"/>
                  <a:pt x="9624857" y="3840480"/>
                  <a:pt x="9616440" y="3840480"/>
                </a:cubicBezTo>
                <a:cubicBezTo>
                  <a:pt x="9608023" y="3840480"/>
                  <a:pt x="9601200" y="3833657"/>
                  <a:pt x="9601200" y="3825240"/>
                </a:cubicBezTo>
                <a:cubicBezTo>
                  <a:pt x="9601200" y="3816823"/>
                  <a:pt x="9608023" y="3810000"/>
                  <a:pt x="9616440" y="3810000"/>
                </a:cubicBezTo>
                <a:cubicBezTo>
                  <a:pt x="9624857" y="3810000"/>
                  <a:pt x="9631680" y="3816823"/>
                  <a:pt x="9631680" y="3825240"/>
                </a:cubicBezTo>
                <a:close/>
                <a:moveTo>
                  <a:pt x="9631680" y="3977640"/>
                </a:moveTo>
                <a:cubicBezTo>
                  <a:pt x="9631680" y="3986057"/>
                  <a:pt x="9624857" y="3992880"/>
                  <a:pt x="9616440" y="3992880"/>
                </a:cubicBezTo>
                <a:cubicBezTo>
                  <a:pt x="9608023" y="3992880"/>
                  <a:pt x="9601200" y="3986057"/>
                  <a:pt x="9601200" y="3977640"/>
                </a:cubicBezTo>
                <a:cubicBezTo>
                  <a:pt x="9601200" y="3969223"/>
                  <a:pt x="9608023" y="3962400"/>
                  <a:pt x="9616440" y="3962400"/>
                </a:cubicBezTo>
                <a:cubicBezTo>
                  <a:pt x="9624857" y="3962400"/>
                  <a:pt x="9631680" y="3969223"/>
                  <a:pt x="9631680" y="3977640"/>
                </a:cubicBezTo>
                <a:close/>
                <a:moveTo>
                  <a:pt x="9631680" y="4130040"/>
                </a:moveTo>
                <a:cubicBezTo>
                  <a:pt x="9631680" y="4138457"/>
                  <a:pt x="9624857" y="4145280"/>
                  <a:pt x="9616440" y="4145280"/>
                </a:cubicBezTo>
                <a:cubicBezTo>
                  <a:pt x="9608023" y="4145280"/>
                  <a:pt x="9601200" y="4138457"/>
                  <a:pt x="9601200" y="4130040"/>
                </a:cubicBezTo>
                <a:cubicBezTo>
                  <a:pt x="9601200" y="4121623"/>
                  <a:pt x="9608023" y="4114800"/>
                  <a:pt x="9616440" y="4114800"/>
                </a:cubicBezTo>
                <a:cubicBezTo>
                  <a:pt x="9624857" y="4114800"/>
                  <a:pt x="9631680" y="4121623"/>
                  <a:pt x="9631680" y="4130040"/>
                </a:cubicBezTo>
                <a:close/>
                <a:moveTo>
                  <a:pt x="9631680" y="4282440"/>
                </a:moveTo>
                <a:cubicBezTo>
                  <a:pt x="9631680" y="4290857"/>
                  <a:pt x="9624857" y="4297680"/>
                  <a:pt x="9616440" y="4297680"/>
                </a:cubicBezTo>
                <a:cubicBezTo>
                  <a:pt x="9608023" y="4297680"/>
                  <a:pt x="9601200" y="4290857"/>
                  <a:pt x="9601200" y="4282440"/>
                </a:cubicBezTo>
                <a:cubicBezTo>
                  <a:pt x="9601200" y="4274023"/>
                  <a:pt x="9608023" y="4267200"/>
                  <a:pt x="9616440" y="4267200"/>
                </a:cubicBezTo>
                <a:cubicBezTo>
                  <a:pt x="9624857" y="4267200"/>
                  <a:pt x="9631680" y="4274023"/>
                  <a:pt x="9631680" y="4282440"/>
                </a:cubicBezTo>
                <a:close/>
                <a:moveTo>
                  <a:pt x="9631680" y="4434840"/>
                </a:moveTo>
                <a:cubicBezTo>
                  <a:pt x="9631680" y="4443257"/>
                  <a:pt x="9624857" y="4450080"/>
                  <a:pt x="9616440" y="4450080"/>
                </a:cubicBezTo>
                <a:cubicBezTo>
                  <a:pt x="9608023" y="4450080"/>
                  <a:pt x="9601200" y="4443257"/>
                  <a:pt x="9601200" y="4434840"/>
                </a:cubicBezTo>
                <a:cubicBezTo>
                  <a:pt x="9601200" y="4426423"/>
                  <a:pt x="9608023" y="4419600"/>
                  <a:pt x="9616440" y="4419600"/>
                </a:cubicBezTo>
                <a:cubicBezTo>
                  <a:pt x="9624857" y="4419600"/>
                  <a:pt x="9631680" y="4426423"/>
                  <a:pt x="9631680" y="4434840"/>
                </a:cubicBezTo>
                <a:close/>
                <a:moveTo>
                  <a:pt x="9784080" y="15240"/>
                </a:moveTo>
                <a:cubicBezTo>
                  <a:pt x="9784080" y="23657"/>
                  <a:pt x="9777257" y="30480"/>
                  <a:pt x="9768840" y="30480"/>
                </a:cubicBezTo>
                <a:cubicBezTo>
                  <a:pt x="9760423" y="30480"/>
                  <a:pt x="9753600" y="23657"/>
                  <a:pt x="9753600" y="15240"/>
                </a:cubicBezTo>
                <a:cubicBezTo>
                  <a:pt x="9753600" y="6823"/>
                  <a:pt x="9760423" y="0"/>
                  <a:pt x="9768840" y="0"/>
                </a:cubicBezTo>
                <a:cubicBezTo>
                  <a:pt x="9777257" y="0"/>
                  <a:pt x="9784080" y="6823"/>
                  <a:pt x="9784080" y="15240"/>
                </a:cubicBezTo>
                <a:close/>
                <a:moveTo>
                  <a:pt x="9784080" y="167640"/>
                </a:moveTo>
                <a:cubicBezTo>
                  <a:pt x="9784080" y="176057"/>
                  <a:pt x="9777257" y="182880"/>
                  <a:pt x="9768840" y="182880"/>
                </a:cubicBezTo>
                <a:cubicBezTo>
                  <a:pt x="9760423" y="182880"/>
                  <a:pt x="9753600" y="176057"/>
                  <a:pt x="9753600" y="167640"/>
                </a:cubicBezTo>
                <a:cubicBezTo>
                  <a:pt x="9753600" y="159223"/>
                  <a:pt x="9760423" y="152400"/>
                  <a:pt x="9768840" y="152400"/>
                </a:cubicBezTo>
                <a:cubicBezTo>
                  <a:pt x="9777257" y="152400"/>
                  <a:pt x="9784080" y="159223"/>
                  <a:pt x="9784080" y="167640"/>
                </a:cubicBezTo>
                <a:close/>
                <a:moveTo>
                  <a:pt x="9784080" y="320040"/>
                </a:moveTo>
                <a:cubicBezTo>
                  <a:pt x="9784080" y="328457"/>
                  <a:pt x="9777257" y="335280"/>
                  <a:pt x="9768840" y="335280"/>
                </a:cubicBezTo>
                <a:cubicBezTo>
                  <a:pt x="9760423" y="335280"/>
                  <a:pt x="9753600" y="328457"/>
                  <a:pt x="9753600" y="320040"/>
                </a:cubicBezTo>
                <a:cubicBezTo>
                  <a:pt x="9753600" y="311623"/>
                  <a:pt x="9760423" y="304800"/>
                  <a:pt x="9768840" y="304800"/>
                </a:cubicBezTo>
                <a:cubicBezTo>
                  <a:pt x="9777257" y="304800"/>
                  <a:pt x="9784080" y="311623"/>
                  <a:pt x="9784080" y="320040"/>
                </a:cubicBezTo>
                <a:close/>
                <a:moveTo>
                  <a:pt x="9784080" y="472440"/>
                </a:moveTo>
                <a:cubicBezTo>
                  <a:pt x="9784080" y="480857"/>
                  <a:pt x="9777257" y="487680"/>
                  <a:pt x="9768840" y="487680"/>
                </a:cubicBezTo>
                <a:cubicBezTo>
                  <a:pt x="9760423" y="487680"/>
                  <a:pt x="9753600" y="480857"/>
                  <a:pt x="9753600" y="472440"/>
                </a:cubicBezTo>
                <a:cubicBezTo>
                  <a:pt x="9753600" y="464023"/>
                  <a:pt x="9760423" y="457200"/>
                  <a:pt x="9768840" y="457200"/>
                </a:cubicBezTo>
                <a:cubicBezTo>
                  <a:pt x="9777257" y="457200"/>
                  <a:pt x="9784080" y="464023"/>
                  <a:pt x="9784080" y="472440"/>
                </a:cubicBezTo>
                <a:close/>
                <a:moveTo>
                  <a:pt x="9784080" y="624840"/>
                </a:moveTo>
                <a:cubicBezTo>
                  <a:pt x="9784080" y="633257"/>
                  <a:pt x="9777257" y="640080"/>
                  <a:pt x="9768840" y="640080"/>
                </a:cubicBezTo>
                <a:cubicBezTo>
                  <a:pt x="9760423" y="640080"/>
                  <a:pt x="9753600" y="633257"/>
                  <a:pt x="9753600" y="624840"/>
                </a:cubicBezTo>
                <a:cubicBezTo>
                  <a:pt x="9753600" y="616423"/>
                  <a:pt x="9760423" y="609600"/>
                  <a:pt x="9768840" y="609600"/>
                </a:cubicBezTo>
                <a:cubicBezTo>
                  <a:pt x="9777257" y="609600"/>
                  <a:pt x="9784080" y="616423"/>
                  <a:pt x="9784080" y="624840"/>
                </a:cubicBezTo>
                <a:close/>
                <a:moveTo>
                  <a:pt x="9784080" y="777240"/>
                </a:moveTo>
                <a:cubicBezTo>
                  <a:pt x="9784080" y="785657"/>
                  <a:pt x="9777257" y="792480"/>
                  <a:pt x="9768840" y="792480"/>
                </a:cubicBezTo>
                <a:cubicBezTo>
                  <a:pt x="9760423" y="792480"/>
                  <a:pt x="9753600" y="785657"/>
                  <a:pt x="9753600" y="777240"/>
                </a:cubicBezTo>
                <a:cubicBezTo>
                  <a:pt x="9753600" y="768823"/>
                  <a:pt x="9760423" y="762000"/>
                  <a:pt x="9768840" y="762000"/>
                </a:cubicBezTo>
                <a:cubicBezTo>
                  <a:pt x="9777257" y="762000"/>
                  <a:pt x="9784080" y="768823"/>
                  <a:pt x="9784080" y="777240"/>
                </a:cubicBezTo>
                <a:close/>
                <a:moveTo>
                  <a:pt x="9784080" y="929640"/>
                </a:moveTo>
                <a:cubicBezTo>
                  <a:pt x="9784080" y="938057"/>
                  <a:pt x="9777257" y="944880"/>
                  <a:pt x="9768840" y="944880"/>
                </a:cubicBezTo>
                <a:cubicBezTo>
                  <a:pt x="9760423" y="944880"/>
                  <a:pt x="9753600" y="938057"/>
                  <a:pt x="9753600" y="929640"/>
                </a:cubicBezTo>
                <a:cubicBezTo>
                  <a:pt x="9753600" y="921223"/>
                  <a:pt x="9760423" y="914400"/>
                  <a:pt x="9768840" y="914400"/>
                </a:cubicBezTo>
                <a:cubicBezTo>
                  <a:pt x="9777257" y="914400"/>
                  <a:pt x="9784080" y="921223"/>
                  <a:pt x="9784080" y="929640"/>
                </a:cubicBezTo>
                <a:close/>
                <a:moveTo>
                  <a:pt x="9784080" y="1082040"/>
                </a:moveTo>
                <a:cubicBezTo>
                  <a:pt x="9784080" y="1090457"/>
                  <a:pt x="9777257" y="1097280"/>
                  <a:pt x="9768840" y="1097280"/>
                </a:cubicBezTo>
                <a:cubicBezTo>
                  <a:pt x="9760423" y="1097280"/>
                  <a:pt x="9753600" y="1090457"/>
                  <a:pt x="9753600" y="1082040"/>
                </a:cubicBezTo>
                <a:cubicBezTo>
                  <a:pt x="9753600" y="1073623"/>
                  <a:pt x="9760423" y="1066800"/>
                  <a:pt x="9768840" y="1066800"/>
                </a:cubicBezTo>
                <a:cubicBezTo>
                  <a:pt x="9777257" y="1066800"/>
                  <a:pt x="9784080" y="1073623"/>
                  <a:pt x="9784080" y="1082040"/>
                </a:cubicBezTo>
                <a:close/>
                <a:moveTo>
                  <a:pt x="9784080" y="1234440"/>
                </a:moveTo>
                <a:cubicBezTo>
                  <a:pt x="9784080" y="1242857"/>
                  <a:pt x="9777257" y="1249680"/>
                  <a:pt x="9768840" y="1249680"/>
                </a:cubicBezTo>
                <a:cubicBezTo>
                  <a:pt x="9760423" y="1249680"/>
                  <a:pt x="9753600" y="1242857"/>
                  <a:pt x="9753600" y="1234440"/>
                </a:cubicBezTo>
                <a:cubicBezTo>
                  <a:pt x="9753600" y="1226023"/>
                  <a:pt x="9760423" y="1219200"/>
                  <a:pt x="9768840" y="1219200"/>
                </a:cubicBezTo>
                <a:cubicBezTo>
                  <a:pt x="9777257" y="1219200"/>
                  <a:pt x="9784080" y="1226023"/>
                  <a:pt x="9784080" y="1234440"/>
                </a:cubicBezTo>
                <a:close/>
                <a:moveTo>
                  <a:pt x="9784080" y="1386840"/>
                </a:moveTo>
                <a:cubicBezTo>
                  <a:pt x="9784080" y="1395257"/>
                  <a:pt x="9777257" y="1402080"/>
                  <a:pt x="9768840" y="1402080"/>
                </a:cubicBezTo>
                <a:cubicBezTo>
                  <a:pt x="9760423" y="1402080"/>
                  <a:pt x="9753600" y="1395257"/>
                  <a:pt x="9753600" y="1386840"/>
                </a:cubicBezTo>
                <a:cubicBezTo>
                  <a:pt x="9753600" y="1378423"/>
                  <a:pt x="9760423" y="1371600"/>
                  <a:pt x="9768840" y="1371600"/>
                </a:cubicBezTo>
                <a:cubicBezTo>
                  <a:pt x="9777257" y="1371600"/>
                  <a:pt x="9784080" y="1378423"/>
                  <a:pt x="9784080" y="1386840"/>
                </a:cubicBezTo>
                <a:close/>
                <a:moveTo>
                  <a:pt x="9784080" y="1539240"/>
                </a:moveTo>
                <a:cubicBezTo>
                  <a:pt x="9784080" y="1547657"/>
                  <a:pt x="9777257" y="1554480"/>
                  <a:pt x="9768840" y="1554480"/>
                </a:cubicBezTo>
                <a:cubicBezTo>
                  <a:pt x="9760423" y="1554480"/>
                  <a:pt x="9753600" y="1547657"/>
                  <a:pt x="9753600" y="1539240"/>
                </a:cubicBezTo>
                <a:cubicBezTo>
                  <a:pt x="9753600" y="1530823"/>
                  <a:pt x="9760423" y="1524000"/>
                  <a:pt x="9768840" y="1524000"/>
                </a:cubicBezTo>
                <a:cubicBezTo>
                  <a:pt x="9777257" y="1524000"/>
                  <a:pt x="9784080" y="1530823"/>
                  <a:pt x="9784080" y="1539240"/>
                </a:cubicBezTo>
                <a:close/>
                <a:moveTo>
                  <a:pt x="9784080" y="1691640"/>
                </a:moveTo>
                <a:cubicBezTo>
                  <a:pt x="9784080" y="1700057"/>
                  <a:pt x="9777257" y="1706880"/>
                  <a:pt x="9768840" y="1706880"/>
                </a:cubicBezTo>
                <a:cubicBezTo>
                  <a:pt x="9760423" y="1706880"/>
                  <a:pt x="9753600" y="1700057"/>
                  <a:pt x="9753600" y="1691640"/>
                </a:cubicBezTo>
                <a:cubicBezTo>
                  <a:pt x="9753600" y="1683223"/>
                  <a:pt x="9760423" y="1676400"/>
                  <a:pt x="9768840" y="1676400"/>
                </a:cubicBezTo>
                <a:cubicBezTo>
                  <a:pt x="9777257" y="1676400"/>
                  <a:pt x="9784080" y="1683223"/>
                  <a:pt x="9784080" y="1691640"/>
                </a:cubicBezTo>
                <a:close/>
                <a:moveTo>
                  <a:pt x="9784080" y="1844040"/>
                </a:moveTo>
                <a:cubicBezTo>
                  <a:pt x="9784080" y="1852457"/>
                  <a:pt x="9777257" y="1859280"/>
                  <a:pt x="9768840" y="1859280"/>
                </a:cubicBezTo>
                <a:cubicBezTo>
                  <a:pt x="9760423" y="1859280"/>
                  <a:pt x="9753600" y="1852457"/>
                  <a:pt x="9753600" y="1844040"/>
                </a:cubicBezTo>
                <a:cubicBezTo>
                  <a:pt x="9753600" y="1835623"/>
                  <a:pt x="9760423" y="1828800"/>
                  <a:pt x="9768840" y="1828800"/>
                </a:cubicBezTo>
                <a:cubicBezTo>
                  <a:pt x="9777257" y="1828800"/>
                  <a:pt x="9784080" y="1835623"/>
                  <a:pt x="9784080" y="1844040"/>
                </a:cubicBezTo>
                <a:close/>
                <a:moveTo>
                  <a:pt x="9784080" y="1996440"/>
                </a:moveTo>
                <a:cubicBezTo>
                  <a:pt x="9784080" y="2004857"/>
                  <a:pt x="9777257" y="2011680"/>
                  <a:pt x="9768840" y="2011680"/>
                </a:cubicBezTo>
                <a:cubicBezTo>
                  <a:pt x="9760423" y="2011680"/>
                  <a:pt x="9753600" y="2004857"/>
                  <a:pt x="9753600" y="1996440"/>
                </a:cubicBezTo>
                <a:cubicBezTo>
                  <a:pt x="9753600" y="1988023"/>
                  <a:pt x="9760423" y="1981200"/>
                  <a:pt x="9768840" y="1981200"/>
                </a:cubicBezTo>
                <a:cubicBezTo>
                  <a:pt x="9777257" y="1981200"/>
                  <a:pt x="9784080" y="1988023"/>
                  <a:pt x="9784080" y="1996440"/>
                </a:cubicBezTo>
                <a:close/>
                <a:moveTo>
                  <a:pt x="9784080" y="2148840"/>
                </a:moveTo>
                <a:cubicBezTo>
                  <a:pt x="9784080" y="2157257"/>
                  <a:pt x="9777257" y="2164080"/>
                  <a:pt x="9768840" y="2164080"/>
                </a:cubicBezTo>
                <a:cubicBezTo>
                  <a:pt x="9760423" y="2164080"/>
                  <a:pt x="9753600" y="2157257"/>
                  <a:pt x="9753600" y="2148840"/>
                </a:cubicBezTo>
                <a:cubicBezTo>
                  <a:pt x="9753600" y="2140423"/>
                  <a:pt x="9760423" y="2133600"/>
                  <a:pt x="9768840" y="2133600"/>
                </a:cubicBezTo>
                <a:cubicBezTo>
                  <a:pt x="9777257" y="2133600"/>
                  <a:pt x="9784080" y="2140423"/>
                  <a:pt x="9784080" y="2148840"/>
                </a:cubicBezTo>
                <a:close/>
                <a:moveTo>
                  <a:pt x="9784080" y="2301240"/>
                </a:moveTo>
                <a:cubicBezTo>
                  <a:pt x="9784080" y="2309657"/>
                  <a:pt x="9777257" y="2316480"/>
                  <a:pt x="9768840" y="2316480"/>
                </a:cubicBezTo>
                <a:cubicBezTo>
                  <a:pt x="9760423" y="2316480"/>
                  <a:pt x="9753600" y="2309657"/>
                  <a:pt x="9753600" y="2301240"/>
                </a:cubicBezTo>
                <a:cubicBezTo>
                  <a:pt x="9753600" y="2292823"/>
                  <a:pt x="9760423" y="2286000"/>
                  <a:pt x="9768840" y="2286000"/>
                </a:cubicBezTo>
                <a:cubicBezTo>
                  <a:pt x="9777257" y="2286000"/>
                  <a:pt x="9784080" y="2292823"/>
                  <a:pt x="9784080" y="2301240"/>
                </a:cubicBezTo>
                <a:close/>
                <a:moveTo>
                  <a:pt x="9784080" y="2453640"/>
                </a:moveTo>
                <a:cubicBezTo>
                  <a:pt x="9784080" y="2462057"/>
                  <a:pt x="9777257" y="2468880"/>
                  <a:pt x="9768840" y="2468880"/>
                </a:cubicBezTo>
                <a:cubicBezTo>
                  <a:pt x="9760423" y="2468880"/>
                  <a:pt x="9753600" y="2462057"/>
                  <a:pt x="9753600" y="2453640"/>
                </a:cubicBezTo>
                <a:cubicBezTo>
                  <a:pt x="9753600" y="2445223"/>
                  <a:pt x="9760423" y="2438400"/>
                  <a:pt x="9768840" y="2438400"/>
                </a:cubicBezTo>
                <a:cubicBezTo>
                  <a:pt x="9777257" y="2438400"/>
                  <a:pt x="9784080" y="2445223"/>
                  <a:pt x="9784080" y="2453640"/>
                </a:cubicBezTo>
                <a:close/>
                <a:moveTo>
                  <a:pt x="9784080" y="2606040"/>
                </a:moveTo>
                <a:cubicBezTo>
                  <a:pt x="9784080" y="2614457"/>
                  <a:pt x="9777257" y="2621280"/>
                  <a:pt x="9768840" y="2621280"/>
                </a:cubicBezTo>
                <a:cubicBezTo>
                  <a:pt x="9760423" y="2621280"/>
                  <a:pt x="9753600" y="2614457"/>
                  <a:pt x="9753600" y="2606040"/>
                </a:cubicBezTo>
                <a:cubicBezTo>
                  <a:pt x="9753600" y="2597623"/>
                  <a:pt x="9760423" y="2590800"/>
                  <a:pt x="9768840" y="2590800"/>
                </a:cubicBezTo>
                <a:cubicBezTo>
                  <a:pt x="9777257" y="2590800"/>
                  <a:pt x="9784080" y="2597623"/>
                  <a:pt x="9784080" y="2606040"/>
                </a:cubicBezTo>
                <a:close/>
                <a:moveTo>
                  <a:pt x="9784080" y="2758440"/>
                </a:moveTo>
                <a:cubicBezTo>
                  <a:pt x="9784080" y="2766857"/>
                  <a:pt x="9777257" y="2773680"/>
                  <a:pt x="9768840" y="2773680"/>
                </a:cubicBezTo>
                <a:cubicBezTo>
                  <a:pt x="9760423" y="2773680"/>
                  <a:pt x="9753600" y="2766857"/>
                  <a:pt x="9753600" y="2758440"/>
                </a:cubicBezTo>
                <a:cubicBezTo>
                  <a:pt x="9753600" y="2750023"/>
                  <a:pt x="9760423" y="2743200"/>
                  <a:pt x="9768840" y="2743200"/>
                </a:cubicBezTo>
                <a:cubicBezTo>
                  <a:pt x="9777257" y="2743200"/>
                  <a:pt x="9784080" y="2750023"/>
                  <a:pt x="9784080" y="2758440"/>
                </a:cubicBezTo>
                <a:close/>
                <a:moveTo>
                  <a:pt x="9784080" y="2910840"/>
                </a:moveTo>
                <a:cubicBezTo>
                  <a:pt x="9784080" y="2919257"/>
                  <a:pt x="9777257" y="2926080"/>
                  <a:pt x="9768840" y="2926080"/>
                </a:cubicBezTo>
                <a:cubicBezTo>
                  <a:pt x="9760423" y="2926080"/>
                  <a:pt x="9753600" y="2919257"/>
                  <a:pt x="9753600" y="2910840"/>
                </a:cubicBezTo>
                <a:cubicBezTo>
                  <a:pt x="9753600" y="2902423"/>
                  <a:pt x="9760423" y="2895600"/>
                  <a:pt x="9768840" y="2895600"/>
                </a:cubicBezTo>
                <a:cubicBezTo>
                  <a:pt x="9777257" y="2895600"/>
                  <a:pt x="9784080" y="2902423"/>
                  <a:pt x="9784080" y="2910840"/>
                </a:cubicBezTo>
                <a:close/>
                <a:moveTo>
                  <a:pt x="9784080" y="3063240"/>
                </a:moveTo>
                <a:cubicBezTo>
                  <a:pt x="9784080" y="3071657"/>
                  <a:pt x="9777257" y="3078480"/>
                  <a:pt x="9768840" y="3078480"/>
                </a:cubicBezTo>
                <a:cubicBezTo>
                  <a:pt x="9760423" y="3078480"/>
                  <a:pt x="9753600" y="3071657"/>
                  <a:pt x="9753600" y="3063240"/>
                </a:cubicBezTo>
                <a:cubicBezTo>
                  <a:pt x="9753600" y="3054823"/>
                  <a:pt x="9760423" y="3048000"/>
                  <a:pt x="9768840" y="3048000"/>
                </a:cubicBezTo>
                <a:cubicBezTo>
                  <a:pt x="9777257" y="3048000"/>
                  <a:pt x="9784080" y="3054823"/>
                  <a:pt x="9784080" y="3063240"/>
                </a:cubicBezTo>
                <a:close/>
                <a:moveTo>
                  <a:pt x="9784080" y="3215640"/>
                </a:moveTo>
                <a:cubicBezTo>
                  <a:pt x="9784080" y="3224057"/>
                  <a:pt x="9777257" y="3230880"/>
                  <a:pt x="9768840" y="3230880"/>
                </a:cubicBezTo>
                <a:cubicBezTo>
                  <a:pt x="9760423" y="3230880"/>
                  <a:pt x="9753600" y="3224057"/>
                  <a:pt x="9753600" y="3215640"/>
                </a:cubicBezTo>
                <a:cubicBezTo>
                  <a:pt x="9753600" y="3207223"/>
                  <a:pt x="9760423" y="3200400"/>
                  <a:pt x="9768840" y="3200400"/>
                </a:cubicBezTo>
                <a:cubicBezTo>
                  <a:pt x="9777257" y="3200400"/>
                  <a:pt x="9784080" y="3207223"/>
                  <a:pt x="9784080" y="3215640"/>
                </a:cubicBezTo>
                <a:close/>
                <a:moveTo>
                  <a:pt x="9784080" y="3368040"/>
                </a:moveTo>
                <a:cubicBezTo>
                  <a:pt x="9784080" y="3376457"/>
                  <a:pt x="9777257" y="3383280"/>
                  <a:pt x="9768840" y="3383280"/>
                </a:cubicBezTo>
                <a:cubicBezTo>
                  <a:pt x="9760423" y="3383280"/>
                  <a:pt x="9753600" y="3376457"/>
                  <a:pt x="9753600" y="3368040"/>
                </a:cubicBezTo>
                <a:cubicBezTo>
                  <a:pt x="9753600" y="3359623"/>
                  <a:pt x="9760423" y="3352800"/>
                  <a:pt x="9768840" y="3352800"/>
                </a:cubicBezTo>
                <a:cubicBezTo>
                  <a:pt x="9777257" y="3352800"/>
                  <a:pt x="9784080" y="3359623"/>
                  <a:pt x="9784080" y="3368040"/>
                </a:cubicBezTo>
                <a:close/>
                <a:moveTo>
                  <a:pt x="9784080" y="3520440"/>
                </a:moveTo>
                <a:cubicBezTo>
                  <a:pt x="9784080" y="3528857"/>
                  <a:pt x="9777257" y="3535680"/>
                  <a:pt x="9768840" y="3535680"/>
                </a:cubicBezTo>
                <a:cubicBezTo>
                  <a:pt x="9760423" y="3535680"/>
                  <a:pt x="9753600" y="3528857"/>
                  <a:pt x="9753600" y="3520440"/>
                </a:cubicBezTo>
                <a:cubicBezTo>
                  <a:pt x="9753600" y="3512023"/>
                  <a:pt x="9760423" y="3505200"/>
                  <a:pt x="9768840" y="3505200"/>
                </a:cubicBezTo>
                <a:cubicBezTo>
                  <a:pt x="9777257" y="3505200"/>
                  <a:pt x="9784080" y="3512023"/>
                  <a:pt x="9784080" y="3520440"/>
                </a:cubicBezTo>
                <a:close/>
                <a:moveTo>
                  <a:pt x="9784080" y="3672840"/>
                </a:moveTo>
                <a:cubicBezTo>
                  <a:pt x="9784080" y="3681257"/>
                  <a:pt x="9777257" y="3688080"/>
                  <a:pt x="9768840" y="3688080"/>
                </a:cubicBezTo>
                <a:cubicBezTo>
                  <a:pt x="9760423" y="3688080"/>
                  <a:pt x="9753600" y="3681257"/>
                  <a:pt x="9753600" y="3672840"/>
                </a:cubicBezTo>
                <a:cubicBezTo>
                  <a:pt x="9753600" y="3664423"/>
                  <a:pt x="9760423" y="3657600"/>
                  <a:pt x="9768840" y="3657600"/>
                </a:cubicBezTo>
                <a:cubicBezTo>
                  <a:pt x="9777257" y="3657600"/>
                  <a:pt x="9784080" y="3664423"/>
                  <a:pt x="9784080" y="3672840"/>
                </a:cubicBezTo>
                <a:close/>
                <a:moveTo>
                  <a:pt x="9784080" y="3825240"/>
                </a:moveTo>
                <a:cubicBezTo>
                  <a:pt x="9784080" y="3833657"/>
                  <a:pt x="9777257" y="3840480"/>
                  <a:pt x="9768840" y="3840480"/>
                </a:cubicBezTo>
                <a:cubicBezTo>
                  <a:pt x="9760423" y="3840480"/>
                  <a:pt x="9753600" y="3833657"/>
                  <a:pt x="9753600" y="3825240"/>
                </a:cubicBezTo>
                <a:cubicBezTo>
                  <a:pt x="9753600" y="3816823"/>
                  <a:pt x="9760423" y="3810000"/>
                  <a:pt x="9768840" y="3810000"/>
                </a:cubicBezTo>
                <a:cubicBezTo>
                  <a:pt x="9777257" y="3810000"/>
                  <a:pt x="9784080" y="3816823"/>
                  <a:pt x="9784080" y="3825240"/>
                </a:cubicBezTo>
                <a:close/>
                <a:moveTo>
                  <a:pt x="9784080" y="3977640"/>
                </a:moveTo>
                <a:cubicBezTo>
                  <a:pt x="9784080" y="3986057"/>
                  <a:pt x="9777257" y="3992880"/>
                  <a:pt x="9768840" y="3992880"/>
                </a:cubicBezTo>
                <a:cubicBezTo>
                  <a:pt x="9760423" y="3992880"/>
                  <a:pt x="9753600" y="3986057"/>
                  <a:pt x="9753600" y="3977640"/>
                </a:cubicBezTo>
                <a:cubicBezTo>
                  <a:pt x="9753600" y="3969223"/>
                  <a:pt x="9760423" y="3962400"/>
                  <a:pt x="9768840" y="3962400"/>
                </a:cubicBezTo>
                <a:cubicBezTo>
                  <a:pt x="9777257" y="3962400"/>
                  <a:pt x="9784080" y="3969223"/>
                  <a:pt x="9784080" y="3977640"/>
                </a:cubicBezTo>
                <a:close/>
                <a:moveTo>
                  <a:pt x="9784080" y="4130040"/>
                </a:moveTo>
                <a:cubicBezTo>
                  <a:pt x="9784080" y="4138457"/>
                  <a:pt x="9777257" y="4145280"/>
                  <a:pt x="9768840" y="4145280"/>
                </a:cubicBezTo>
                <a:cubicBezTo>
                  <a:pt x="9760423" y="4145280"/>
                  <a:pt x="9753600" y="4138457"/>
                  <a:pt x="9753600" y="4130040"/>
                </a:cubicBezTo>
                <a:cubicBezTo>
                  <a:pt x="9753600" y="4121623"/>
                  <a:pt x="9760423" y="4114800"/>
                  <a:pt x="9768840" y="4114800"/>
                </a:cubicBezTo>
                <a:cubicBezTo>
                  <a:pt x="9777257" y="4114800"/>
                  <a:pt x="9784080" y="4121623"/>
                  <a:pt x="9784080" y="4130040"/>
                </a:cubicBezTo>
                <a:close/>
                <a:moveTo>
                  <a:pt x="9784080" y="4282440"/>
                </a:moveTo>
                <a:cubicBezTo>
                  <a:pt x="9784080" y="4290857"/>
                  <a:pt x="9777257" y="4297680"/>
                  <a:pt x="9768840" y="4297680"/>
                </a:cubicBezTo>
                <a:cubicBezTo>
                  <a:pt x="9760423" y="4297680"/>
                  <a:pt x="9753600" y="4290857"/>
                  <a:pt x="9753600" y="4282440"/>
                </a:cubicBezTo>
                <a:cubicBezTo>
                  <a:pt x="9753600" y="4274023"/>
                  <a:pt x="9760423" y="4267200"/>
                  <a:pt x="9768840" y="4267200"/>
                </a:cubicBezTo>
                <a:cubicBezTo>
                  <a:pt x="9777257" y="4267200"/>
                  <a:pt x="9784080" y="4274023"/>
                  <a:pt x="9784080" y="4282440"/>
                </a:cubicBezTo>
                <a:close/>
                <a:moveTo>
                  <a:pt x="9784080" y="4434840"/>
                </a:moveTo>
                <a:cubicBezTo>
                  <a:pt x="9784080" y="4443257"/>
                  <a:pt x="9777257" y="4450080"/>
                  <a:pt x="9768840" y="4450080"/>
                </a:cubicBezTo>
                <a:cubicBezTo>
                  <a:pt x="9760423" y="4450080"/>
                  <a:pt x="9753600" y="4443257"/>
                  <a:pt x="9753600" y="4434840"/>
                </a:cubicBezTo>
                <a:cubicBezTo>
                  <a:pt x="9753600" y="4426423"/>
                  <a:pt x="9760423" y="4419600"/>
                  <a:pt x="9768840" y="4419600"/>
                </a:cubicBezTo>
                <a:cubicBezTo>
                  <a:pt x="9777257" y="4419600"/>
                  <a:pt x="9784080" y="4426423"/>
                  <a:pt x="9784080" y="4434840"/>
                </a:cubicBezTo>
                <a:close/>
                <a:moveTo>
                  <a:pt x="9936480" y="15240"/>
                </a:moveTo>
                <a:cubicBezTo>
                  <a:pt x="9936480" y="23657"/>
                  <a:pt x="9929657" y="30480"/>
                  <a:pt x="9921240" y="30480"/>
                </a:cubicBezTo>
                <a:cubicBezTo>
                  <a:pt x="9912823" y="30480"/>
                  <a:pt x="9906000" y="23657"/>
                  <a:pt x="9906000" y="15240"/>
                </a:cubicBezTo>
                <a:cubicBezTo>
                  <a:pt x="9906000" y="6823"/>
                  <a:pt x="9912823" y="0"/>
                  <a:pt x="9921240" y="0"/>
                </a:cubicBezTo>
                <a:cubicBezTo>
                  <a:pt x="9929657" y="0"/>
                  <a:pt x="9936480" y="6823"/>
                  <a:pt x="9936480" y="15240"/>
                </a:cubicBezTo>
                <a:close/>
                <a:moveTo>
                  <a:pt x="9936480" y="167640"/>
                </a:moveTo>
                <a:cubicBezTo>
                  <a:pt x="9936480" y="176057"/>
                  <a:pt x="9929657" y="182880"/>
                  <a:pt x="9921240" y="182880"/>
                </a:cubicBezTo>
                <a:cubicBezTo>
                  <a:pt x="9912823" y="182880"/>
                  <a:pt x="9906000" y="176057"/>
                  <a:pt x="9906000" y="167640"/>
                </a:cubicBezTo>
                <a:cubicBezTo>
                  <a:pt x="9906000" y="159223"/>
                  <a:pt x="9912823" y="152400"/>
                  <a:pt x="9921240" y="152400"/>
                </a:cubicBezTo>
                <a:cubicBezTo>
                  <a:pt x="9929657" y="152400"/>
                  <a:pt x="9936480" y="159223"/>
                  <a:pt x="9936480" y="167640"/>
                </a:cubicBezTo>
                <a:close/>
                <a:moveTo>
                  <a:pt x="9936480" y="320040"/>
                </a:moveTo>
                <a:cubicBezTo>
                  <a:pt x="9936480" y="328457"/>
                  <a:pt x="9929657" y="335280"/>
                  <a:pt x="9921240" y="335280"/>
                </a:cubicBezTo>
                <a:cubicBezTo>
                  <a:pt x="9912823" y="335280"/>
                  <a:pt x="9906000" y="328457"/>
                  <a:pt x="9906000" y="320040"/>
                </a:cubicBezTo>
                <a:cubicBezTo>
                  <a:pt x="9906000" y="311623"/>
                  <a:pt x="9912823" y="304800"/>
                  <a:pt x="9921240" y="304800"/>
                </a:cubicBezTo>
                <a:cubicBezTo>
                  <a:pt x="9929657" y="304800"/>
                  <a:pt x="9936480" y="311623"/>
                  <a:pt x="9936480" y="320040"/>
                </a:cubicBezTo>
                <a:close/>
                <a:moveTo>
                  <a:pt x="9936480" y="472440"/>
                </a:moveTo>
                <a:cubicBezTo>
                  <a:pt x="9936480" y="480857"/>
                  <a:pt x="9929657" y="487680"/>
                  <a:pt x="9921240" y="487680"/>
                </a:cubicBezTo>
                <a:cubicBezTo>
                  <a:pt x="9912823" y="487680"/>
                  <a:pt x="9906000" y="480857"/>
                  <a:pt x="9906000" y="472440"/>
                </a:cubicBezTo>
                <a:cubicBezTo>
                  <a:pt x="9906000" y="464023"/>
                  <a:pt x="9912823" y="457200"/>
                  <a:pt x="9921240" y="457200"/>
                </a:cubicBezTo>
                <a:cubicBezTo>
                  <a:pt x="9929657" y="457200"/>
                  <a:pt x="9936480" y="464023"/>
                  <a:pt x="9936480" y="472440"/>
                </a:cubicBezTo>
                <a:close/>
                <a:moveTo>
                  <a:pt x="9936480" y="624840"/>
                </a:moveTo>
                <a:cubicBezTo>
                  <a:pt x="9936480" y="633257"/>
                  <a:pt x="9929657" y="640080"/>
                  <a:pt x="9921240" y="640080"/>
                </a:cubicBezTo>
                <a:cubicBezTo>
                  <a:pt x="9912823" y="640080"/>
                  <a:pt x="9906000" y="633257"/>
                  <a:pt x="9906000" y="624840"/>
                </a:cubicBezTo>
                <a:cubicBezTo>
                  <a:pt x="9906000" y="616423"/>
                  <a:pt x="9912823" y="609600"/>
                  <a:pt x="9921240" y="609600"/>
                </a:cubicBezTo>
                <a:cubicBezTo>
                  <a:pt x="9929657" y="609600"/>
                  <a:pt x="9936480" y="616423"/>
                  <a:pt x="9936480" y="624840"/>
                </a:cubicBezTo>
                <a:close/>
                <a:moveTo>
                  <a:pt x="9936480" y="777240"/>
                </a:moveTo>
                <a:cubicBezTo>
                  <a:pt x="9936480" y="785657"/>
                  <a:pt x="9929657" y="792480"/>
                  <a:pt x="9921240" y="792480"/>
                </a:cubicBezTo>
                <a:cubicBezTo>
                  <a:pt x="9912823" y="792480"/>
                  <a:pt x="9906000" y="785657"/>
                  <a:pt x="9906000" y="777240"/>
                </a:cubicBezTo>
                <a:cubicBezTo>
                  <a:pt x="9906000" y="768823"/>
                  <a:pt x="9912823" y="762000"/>
                  <a:pt x="9921240" y="762000"/>
                </a:cubicBezTo>
                <a:cubicBezTo>
                  <a:pt x="9929657" y="762000"/>
                  <a:pt x="9936480" y="768823"/>
                  <a:pt x="9936480" y="777240"/>
                </a:cubicBezTo>
                <a:close/>
                <a:moveTo>
                  <a:pt x="9936480" y="929640"/>
                </a:moveTo>
                <a:cubicBezTo>
                  <a:pt x="9936480" y="938057"/>
                  <a:pt x="9929657" y="944880"/>
                  <a:pt x="9921240" y="944880"/>
                </a:cubicBezTo>
                <a:cubicBezTo>
                  <a:pt x="9912823" y="944880"/>
                  <a:pt x="9906000" y="938057"/>
                  <a:pt x="9906000" y="929640"/>
                </a:cubicBezTo>
                <a:cubicBezTo>
                  <a:pt x="9906000" y="921223"/>
                  <a:pt x="9912823" y="914400"/>
                  <a:pt x="9921240" y="914400"/>
                </a:cubicBezTo>
                <a:cubicBezTo>
                  <a:pt x="9929657" y="914400"/>
                  <a:pt x="9936480" y="921223"/>
                  <a:pt x="9936480" y="929640"/>
                </a:cubicBezTo>
                <a:close/>
                <a:moveTo>
                  <a:pt x="9936480" y="1082040"/>
                </a:moveTo>
                <a:cubicBezTo>
                  <a:pt x="9936480" y="1090457"/>
                  <a:pt x="9929657" y="1097280"/>
                  <a:pt x="9921240" y="1097280"/>
                </a:cubicBezTo>
                <a:cubicBezTo>
                  <a:pt x="9912823" y="1097280"/>
                  <a:pt x="9906000" y="1090457"/>
                  <a:pt x="9906000" y="1082040"/>
                </a:cubicBezTo>
                <a:cubicBezTo>
                  <a:pt x="9906000" y="1073623"/>
                  <a:pt x="9912823" y="1066800"/>
                  <a:pt x="9921240" y="1066800"/>
                </a:cubicBezTo>
                <a:cubicBezTo>
                  <a:pt x="9929657" y="1066800"/>
                  <a:pt x="9936480" y="1073623"/>
                  <a:pt x="9936480" y="1082040"/>
                </a:cubicBezTo>
                <a:close/>
                <a:moveTo>
                  <a:pt x="9936480" y="1234440"/>
                </a:moveTo>
                <a:cubicBezTo>
                  <a:pt x="9936480" y="1242857"/>
                  <a:pt x="9929657" y="1249680"/>
                  <a:pt x="9921240" y="1249680"/>
                </a:cubicBezTo>
                <a:cubicBezTo>
                  <a:pt x="9912823" y="1249680"/>
                  <a:pt x="9906000" y="1242857"/>
                  <a:pt x="9906000" y="1234440"/>
                </a:cubicBezTo>
                <a:cubicBezTo>
                  <a:pt x="9906000" y="1226023"/>
                  <a:pt x="9912823" y="1219200"/>
                  <a:pt x="9921240" y="1219200"/>
                </a:cubicBezTo>
                <a:cubicBezTo>
                  <a:pt x="9929657" y="1219200"/>
                  <a:pt x="9936480" y="1226023"/>
                  <a:pt x="9936480" y="1234440"/>
                </a:cubicBezTo>
                <a:close/>
                <a:moveTo>
                  <a:pt x="9936480" y="1386840"/>
                </a:moveTo>
                <a:cubicBezTo>
                  <a:pt x="9936480" y="1395257"/>
                  <a:pt x="9929657" y="1402080"/>
                  <a:pt x="9921240" y="1402080"/>
                </a:cubicBezTo>
                <a:cubicBezTo>
                  <a:pt x="9912823" y="1402080"/>
                  <a:pt x="9906000" y="1395257"/>
                  <a:pt x="9906000" y="1386840"/>
                </a:cubicBezTo>
                <a:cubicBezTo>
                  <a:pt x="9906000" y="1378423"/>
                  <a:pt x="9912823" y="1371600"/>
                  <a:pt x="9921240" y="1371600"/>
                </a:cubicBezTo>
                <a:cubicBezTo>
                  <a:pt x="9929657" y="1371600"/>
                  <a:pt x="9936480" y="1378423"/>
                  <a:pt x="9936480" y="1386840"/>
                </a:cubicBezTo>
                <a:close/>
                <a:moveTo>
                  <a:pt x="9936480" y="1539240"/>
                </a:moveTo>
                <a:cubicBezTo>
                  <a:pt x="9936480" y="1547657"/>
                  <a:pt x="9929657" y="1554480"/>
                  <a:pt x="9921240" y="1554480"/>
                </a:cubicBezTo>
                <a:cubicBezTo>
                  <a:pt x="9912823" y="1554480"/>
                  <a:pt x="9906000" y="1547657"/>
                  <a:pt x="9906000" y="1539240"/>
                </a:cubicBezTo>
                <a:cubicBezTo>
                  <a:pt x="9906000" y="1530823"/>
                  <a:pt x="9912823" y="1524000"/>
                  <a:pt x="9921240" y="1524000"/>
                </a:cubicBezTo>
                <a:cubicBezTo>
                  <a:pt x="9929657" y="1524000"/>
                  <a:pt x="9936480" y="1530823"/>
                  <a:pt x="9936480" y="1539240"/>
                </a:cubicBezTo>
                <a:close/>
                <a:moveTo>
                  <a:pt x="9936480" y="1691640"/>
                </a:moveTo>
                <a:cubicBezTo>
                  <a:pt x="9936480" y="1700057"/>
                  <a:pt x="9929657" y="1706880"/>
                  <a:pt x="9921240" y="1706880"/>
                </a:cubicBezTo>
                <a:cubicBezTo>
                  <a:pt x="9912823" y="1706880"/>
                  <a:pt x="9906000" y="1700057"/>
                  <a:pt x="9906000" y="1691640"/>
                </a:cubicBezTo>
                <a:cubicBezTo>
                  <a:pt x="9906000" y="1683223"/>
                  <a:pt x="9912823" y="1676400"/>
                  <a:pt x="9921240" y="1676400"/>
                </a:cubicBezTo>
                <a:cubicBezTo>
                  <a:pt x="9929657" y="1676400"/>
                  <a:pt x="9936480" y="1683223"/>
                  <a:pt x="9936480" y="1691640"/>
                </a:cubicBezTo>
                <a:close/>
                <a:moveTo>
                  <a:pt x="9936480" y="1844040"/>
                </a:moveTo>
                <a:cubicBezTo>
                  <a:pt x="9936480" y="1852457"/>
                  <a:pt x="9929657" y="1859280"/>
                  <a:pt x="9921240" y="1859280"/>
                </a:cubicBezTo>
                <a:cubicBezTo>
                  <a:pt x="9912823" y="1859280"/>
                  <a:pt x="9906000" y="1852457"/>
                  <a:pt x="9906000" y="1844040"/>
                </a:cubicBezTo>
                <a:cubicBezTo>
                  <a:pt x="9906000" y="1835623"/>
                  <a:pt x="9912823" y="1828800"/>
                  <a:pt x="9921240" y="1828800"/>
                </a:cubicBezTo>
                <a:cubicBezTo>
                  <a:pt x="9929657" y="1828800"/>
                  <a:pt x="9936480" y="1835623"/>
                  <a:pt x="9936480" y="1844040"/>
                </a:cubicBezTo>
                <a:close/>
                <a:moveTo>
                  <a:pt x="9936480" y="1996440"/>
                </a:moveTo>
                <a:cubicBezTo>
                  <a:pt x="9936480" y="2004857"/>
                  <a:pt x="9929657" y="2011680"/>
                  <a:pt x="9921240" y="2011680"/>
                </a:cubicBezTo>
                <a:cubicBezTo>
                  <a:pt x="9912823" y="2011680"/>
                  <a:pt x="9906000" y="2004857"/>
                  <a:pt x="9906000" y="1996440"/>
                </a:cubicBezTo>
                <a:cubicBezTo>
                  <a:pt x="9906000" y="1988023"/>
                  <a:pt x="9912823" y="1981200"/>
                  <a:pt x="9921240" y="1981200"/>
                </a:cubicBezTo>
                <a:cubicBezTo>
                  <a:pt x="9929657" y="1981200"/>
                  <a:pt x="9936480" y="1988023"/>
                  <a:pt x="9936480" y="1996440"/>
                </a:cubicBezTo>
                <a:close/>
                <a:moveTo>
                  <a:pt x="9936480" y="2148840"/>
                </a:moveTo>
                <a:cubicBezTo>
                  <a:pt x="9936480" y="2157257"/>
                  <a:pt x="9929657" y="2164080"/>
                  <a:pt x="9921240" y="2164080"/>
                </a:cubicBezTo>
                <a:cubicBezTo>
                  <a:pt x="9912823" y="2164080"/>
                  <a:pt x="9906000" y="2157257"/>
                  <a:pt x="9906000" y="2148840"/>
                </a:cubicBezTo>
                <a:cubicBezTo>
                  <a:pt x="9906000" y="2140423"/>
                  <a:pt x="9912823" y="2133600"/>
                  <a:pt x="9921240" y="2133600"/>
                </a:cubicBezTo>
                <a:cubicBezTo>
                  <a:pt x="9929657" y="2133600"/>
                  <a:pt x="9936480" y="2140423"/>
                  <a:pt x="9936480" y="2148840"/>
                </a:cubicBezTo>
                <a:close/>
                <a:moveTo>
                  <a:pt x="9936480" y="2301240"/>
                </a:moveTo>
                <a:cubicBezTo>
                  <a:pt x="9936480" y="2309657"/>
                  <a:pt x="9929657" y="2316480"/>
                  <a:pt x="9921240" y="2316480"/>
                </a:cubicBezTo>
                <a:cubicBezTo>
                  <a:pt x="9912823" y="2316480"/>
                  <a:pt x="9906000" y="2309657"/>
                  <a:pt x="9906000" y="2301240"/>
                </a:cubicBezTo>
                <a:cubicBezTo>
                  <a:pt x="9906000" y="2292823"/>
                  <a:pt x="9912823" y="2286000"/>
                  <a:pt x="9921240" y="2286000"/>
                </a:cubicBezTo>
                <a:cubicBezTo>
                  <a:pt x="9929657" y="2286000"/>
                  <a:pt x="9936480" y="2292823"/>
                  <a:pt x="9936480" y="2301240"/>
                </a:cubicBezTo>
                <a:close/>
                <a:moveTo>
                  <a:pt x="9936480" y="2453640"/>
                </a:moveTo>
                <a:cubicBezTo>
                  <a:pt x="9936480" y="2462057"/>
                  <a:pt x="9929657" y="2468880"/>
                  <a:pt x="9921240" y="2468880"/>
                </a:cubicBezTo>
                <a:cubicBezTo>
                  <a:pt x="9912823" y="2468880"/>
                  <a:pt x="9906000" y="2462057"/>
                  <a:pt x="9906000" y="2453640"/>
                </a:cubicBezTo>
                <a:cubicBezTo>
                  <a:pt x="9906000" y="2445223"/>
                  <a:pt x="9912823" y="2438400"/>
                  <a:pt x="9921240" y="2438400"/>
                </a:cubicBezTo>
                <a:cubicBezTo>
                  <a:pt x="9929657" y="2438400"/>
                  <a:pt x="9936480" y="2445223"/>
                  <a:pt x="9936480" y="2453640"/>
                </a:cubicBezTo>
                <a:close/>
                <a:moveTo>
                  <a:pt x="9936480" y="2606040"/>
                </a:moveTo>
                <a:cubicBezTo>
                  <a:pt x="9936480" y="2614457"/>
                  <a:pt x="9929657" y="2621280"/>
                  <a:pt x="9921240" y="2621280"/>
                </a:cubicBezTo>
                <a:cubicBezTo>
                  <a:pt x="9912823" y="2621280"/>
                  <a:pt x="9906000" y="2614457"/>
                  <a:pt x="9906000" y="2606040"/>
                </a:cubicBezTo>
                <a:cubicBezTo>
                  <a:pt x="9906000" y="2597623"/>
                  <a:pt x="9912823" y="2590800"/>
                  <a:pt x="9921240" y="2590800"/>
                </a:cubicBezTo>
                <a:cubicBezTo>
                  <a:pt x="9929657" y="2590800"/>
                  <a:pt x="9936480" y="2597623"/>
                  <a:pt x="9936480" y="2606040"/>
                </a:cubicBezTo>
                <a:close/>
                <a:moveTo>
                  <a:pt x="9936480" y="2758440"/>
                </a:moveTo>
                <a:cubicBezTo>
                  <a:pt x="9936480" y="2766857"/>
                  <a:pt x="9929657" y="2773680"/>
                  <a:pt x="9921240" y="2773680"/>
                </a:cubicBezTo>
                <a:cubicBezTo>
                  <a:pt x="9912823" y="2773680"/>
                  <a:pt x="9906000" y="2766857"/>
                  <a:pt x="9906000" y="2758440"/>
                </a:cubicBezTo>
                <a:cubicBezTo>
                  <a:pt x="9906000" y="2750023"/>
                  <a:pt x="9912823" y="2743200"/>
                  <a:pt x="9921240" y="2743200"/>
                </a:cubicBezTo>
                <a:cubicBezTo>
                  <a:pt x="9929657" y="2743200"/>
                  <a:pt x="9936480" y="2750023"/>
                  <a:pt x="9936480" y="2758440"/>
                </a:cubicBezTo>
                <a:close/>
                <a:moveTo>
                  <a:pt x="9936480" y="2910840"/>
                </a:moveTo>
                <a:cubicBezTo>
                  <a:pt x="9936480" y="2919257"/>
                  <a:pt x="9929657" y="2926080"/>
                  <a:pt x="9921240" y="2926080"/>
                </a:cubicBezTo>
                <a:cubicBezTo>
                  <a:pt x="9912823" y="2926080"/>
                  <a:pt x="9906000" y="2919257"/>
                  <a:pt x="9906000" y="2910840"/>
                </a:cubicBezTo>
                <a:cubicBezTo>
                  <a:pt x="9906000" y="2902423"/>
                  <a:pt x="9912823" y="2895600"/>
                  <a:pt x="9921240" y="2895600"/>
                </a:cubicBezTo>
                <a:cubicBezTo>
                  <a:pt x="9929657" y="2895600"/>
                  <a:pt x="9936480" y="2902423"/>
                  <a:pt x="9936480" y="2910840"/>
                </a:cubicBezTo>
                <a:close/>
                <a:moveTo>
                  <a:pt x="9936480" y="3063240"/>
                </a:moveTo>
                <a:cubicBezTo>
                  <a:pt x="9936480" y="3071657"/>
                  <a:pt x="9929657" y="3078480"/>
                  <a:pt x="9921240" y="3078480"/>
                </a:cubicBezTo>
                <a:cubicBezTo>
                  <a:pt x="9912823" y="3078480"/>
                  <a:pt x="9906000" y="3071657"/>
                  <a:pt x="9906000" y="3063240"/>
                </a:cubicBezTo>
                <a:cubicBezTo>
                  <a:pt x="9906000" y="3054823"/>
                  <a:pt x="9912823" y="3048000"/>
                  <a:pt x="9921240" y="3048000"/>
                </a:cubicBezTo>
                <a:cubicBezTo>
                  <a:pt x="9929657" y="3048000"/>
                  <a:pt x="9936480" y="3054823"/>
                  <a:pt x="9936480" y="3063240"/>
                </a:cubicBezTo>
                <a:close/>
                <a:moveTo>
                  <a:pt x="9936480" y="3215640"/>
                </a:moveTo>
                <a:cubicBezTo>
                  <a:pt x="9936480" y="3224057"/>
                  <a:pt x="9929657" y="3230880"/>
                  <a:pt x="9921240" y="3230880"/>
                </a:cubicBezTo>
                <a:cubicBezTo>
                  <a:pt x="9912823" y="3230880"/>
                  <a:pt x="9906000" y="3224057"/>
                  <a:pt x="9906000" y="3215640"/>
                </a:cubicBezTo>
                <a:cubicBezTo>
                  <a:pt x="9906000" y="3207223"/>
                  <a:pt x="9912823" y="3200400"/>
                  <a:pt x="9921240" y="3200400"/>
                </a:cubicBezTo>
                <a:cubicBezTo>
                  <a:pt x="9929657" y="3200400"/>
                  <a:pt x="9936480" y="3207223"/>
                  <a:pt x="9936480" y="3215640"/>
                </a:cubicBezTo>
                <a:close/>
                <a:moveTo>
                  <a:pt x="9936480" y="3368040"/>
                </a:moveTo>
                <a:cubicBezTo>
                  <a:pt x="9936480" y="3376457"/>
                  <a:pt x="9929657" y="3383280"/>
                  <a:pt x="9921240" y="3383280"/>
                </a:cubicBezTo>
                <a:cubicBezTo>
                  <a:pt x="9912823" y="3383280"/>
                  <a:pt x="9906000" y="3376457"/>
                  <a:pt x="9906000" y="3368040"/>
                </a:cubicBezTo>
                <a:cubicBezTo>
                  <a:pt x="9906000" y="3359623"/>
                  <a:pt x="9912823" y="3352800"/>
                  <a:pt x="9921240" y="3352800"/>
                </a:cubicBezTo>
                <a:cubicBezTo>
                  <a:pt x="9929657" y="3352800"/>
                  <a:pt x="9936480" y="3359623"/>
                  <a:pt x="9936480" y="3368040"/>
                </a:cubicBezTo>
                <a:close/>
                <a:moveTo>
                  <a:pt x="9936480" y="3520440"/>
                </a:moveTo>
                <a:cubicBezTo>
                  <a:pt x="9936480" y="3528857"/>
                  <a:pt x="9929657" y="3535680"/>
                  <a:pt x="9921240" y="3535680"/>
                </a:cubicBezTo>
                <a:cubicBezTo>
                  <a:pt x="9912823" y="3535680"/>
                  <a:pt x="9906000" y="3528857"/>
                  <a:pt x="9906000" y="3520440"/>
                </a:cubicBezTo>
                <a:cubicBezTo>
                  <a:pt x="9906000" y="3512023"/>
                  <a:pt x="9912823" y="3505200"/>
                  <a:pt x="9921240" y="3505200"/>
                </a:cubicBezTo>
                <a:cubicBezTo>
                  <a:pt x="9929657" y="3505200"/>
                  <a:pt x="9936480" y="3512023"/>
                  <a:pt x="9936480" y="3520440"/>
                </a:cubicBezTo>
                <a:close/>
                <a:moveTo>
                  <a:pt x="9936480" y="3672840"/>
                </a:moveTo>
                <a:cubicBezTo>
                  <a:pt x="9936480" y="3681257"/>
                  <a:pt x="9929657" y="3688080"/>
                  <a:pt x="9921240" y="3688080"/>
                </a:cubicBezTo>
                <a:cubicBezTo>
                  <a:pt x="9912823" y="3688080"/>
                  <a:pt x="9906000" y="3681257"/>
                  <a:pt x="9906000" y="3672840"/>
                </a:cubicBezTo>
                <a:cubicBezTo>
                  <a:pt x="9906000" y="3664423"/>
                  <a:pt x="9912823" y="3657600"/>
                  <a:pt x="9921240" y="3657600"/>
                </a:cubicBezTo>
                <a:cubicBezTo>
                  <a:pt x="9929657" y="3657600"/>
                  <a:pt x="9936480" y="3664423"/>
                  <a:pt x="9936480" y="3672840"/>
                </a:cubicBezTo>
                <a:close/>
                <a:moveTo>
                  <a:pt x="9936480" y="3825240"/>
                </a:moveTo>
                <a:cubicBezTo>
                  <a:pt x="9936480" y="3833657"/>
                  <a:pt x="9929657" y="3840480"/>
                  <a:pt x="9921240" y="3840480"/>
                </a:cubicBezTo>
                <a:cubicBezTo>
                  <a:pt x="9912823" y="3840480"/>
                  <a:pt x="9906000" y="3833657"/>
                  <a:pt x="9906000" y="3825240"/>
                </a:cubicBezTo>
                <a:cubicBezTo>
                  <a:pt x="9906000" y="3816823"/>
                  <a:pt x="9912823" y="3810000"/>
                  <a:pt x="9921240" y="3810000"/>
                </a:cubicBezTo>
                <a:cubicBezTo>
                  <a:pt x="9929657" y="3810000"/>
                  <a:pt x="9936480" y="3816823"/>
                  <a:pt x="9936480" y="3825240"/>
                </a:cubicBezTo>
                <a:close/>
                <a:moveTo>
                  <a:pt x="9936480" y="3977640"/>
                </a:moveTo>
                <a:cubicBezTo>
                  <a:pt x="9936480" y="3986057"/>
                  <a:pt x="9929657" y="3992880"/>
                  <a:pt x="9921240" y="3992880"/>
                </a:cubicBezTo>
                <a:cubicBezTo>
                  <a:pt x="9912823" y="3992880"/>
                  <a:pt x="9906000" y="3986057"/>
                  <a:pt x="9906000" y="3977640"/>
                </a:cubicBezTo>
                <a:cubicBezTo>
                  <a:pt x="9906000" y="3969223"/>
                  <a:pt x="9912823" y="3962400"/>
                  <a:pt x="9921240" y="3962400"/>
                </a:cubicBezTo>
                <a:cubicBezTo>
                  <a:pt x="9929657" y="3962400"/>
                  <a:pt x="9936480" y="3969223"/>
                  <a:pt x="9936480" y="3977640"/>
                </a:cubicBezTo>
                <a:close/>
                <a:moveTo>
                  <a:pt x="9936480" y="4130040"/>
                </a:moveTo>
                <a:cubicBezTo>
                  <a:pt x="9936480" y="4138457"/>
                  <a:pt x="9929657" y="4145280"/>
                  <a:pt x="9921240" y="4145280"/>
                </a:cubicBezTo>
                <a:cubicBezTo>
                  <a:pt x="9912823" y="4145280"/>
                  <a:pt x="9906000" y="4138457"/>
                  <a:pt x="9906000" y="4130040"/>
                </a:cubicBezTo>
                <a:cubicBezTo>
                  <a:pt x="9906000" y="4121623"/>
                  <a:pt x="9912823" y="4114800"/>
                  <a:pt x="9921240" y="4114800"/>
                </a:cubicBezTo>
                <a:cubicBezTo>
                  <a:pt x="9929657" y="4114800"/>
                  <a:pt x="9936480" y="4121623"/>
                  <a:pt x="9936480" y="4130040"/>
                </a:cubicBezTo>
                <a:close/>
                <a:moveTo>
                  <a:pt x="9936480" y="4282440"/>
                </a:moveTo>
                <a:cubicBezTo>
                  <a:pt x="9936480" y="4290857"/>
                  <a:pt x="9929657" y="4297680"/>
                  <a:pt x="9921240" y="4297680"/>
                </a:cubicBezTo>
                <a:cubicBezTo>
                  <a:pt x="9912823" y="4297680"/>
                  <a:pt x="9906000" y="4290857"/>
                  <a:pt x="9906000" y="4282440"/>
                </a:cubicBezTo>
                <a:cubicBezTo>
                  <a:pt x="9906000" y="4274023"/>
                  <a:pt x="9912823" y="4267200"/>
                  <a:pt x="9921240" y="4267200"/>
                </a:cubicBezTo>
                <a:cubicBezTo>
                  <a:pt x="9929657" y="4267200"/>
                  <a:pt x="9936480" y="4274023"/>
                  <a:pt x="9936480" y="4282440"/>
                </a:cubicBezTo>
                <a:close/>
                <a:moveTo>
                  <a:pt x="9936480" y="4434840"/>
                </a:moveTo>
                <a:cubicBezTo>
                  <a:pt x="9936480" y="4443257"/>
                  <a:pt x="9929657" y="4450080"/>
                  <a:pt x="9921240" y="4450080"/>
                </a:cubicBezTo>
                <a:cubicBezTo>
                  <a:pt x="9912823" y="4450080"/>
                  <a:pt x="9906000" y="4443257"/>
                  <a:pt x="9906000" y="4434840"/>
                </a:cubicBezTo>
                <a:cubicBezTo>
                  <a:pt x="9906000" y="4426423"/>
                  <a:pt x="9912823" y="4419600"/>
                  <a:pt x="9921240" y="4419600"/>
                </a:cubicBezTo>
                <a:cubicBezTo>
                  <a:pt x="9929657" y="4419600"/>
                  <a:pt x="9936480" y="4426423"/>
                  <a:pt x="9936480" y="4434840"/>
                </a:cubicBezTo>
                <a:close/>
                <a:moveTo>
                  <a:pt x="10088880" y="15240"/>
                </a:moveTo>
                <a:cubicBezTo>
                  <a:pt x="10088880" y="23657"/>
                  <a:pt x="10082057" y="30480"/>
                  <a:pt x="10073640" y="30480"/>
                </a:cubicBezTo>
                <a:cubicBezTo>
                  <a:pt x="10065223" y="30480"/>
                  <a:pt x="10058400" y="23657"/>
                  <a:pt x="10058400" y="15240"/>
                </a:cubicBezTo>
                <a:cubicBezTo>
                  <a:pt x="10058400" y="6823"/>
                  <a:pt x="10065223" y="0"/>
                  <a:pt x="10073640" y="0"/>
                </a:cubicBezTo>
                <a:cubicBezTo>
                  <a:pt x="10082057" y="0"/>
                  <a:pt x="10088880" y="6823"/>
                  <a:pt x="10088880" y="15240"/>
                </a:cubicBezTo>
                <a:close/>
                <a:moveTo>
                  <a:pt x="10088880" y="167640"/>
                </a:moveTo>
                <a:cubicBezTo>
                  <a:pt x="10088880" y="176057"/>
                  <a:pt x="10082057" y="182880"/>
                  <a:pt x="10073640" y="182880"/>
                </a:cubicBezTo>
                <a:cubicBezTo>
                  <a:pt x="10065223" y="182880"/>
                  <a:pt x="10058400" y="176057"/>
                  <a:pt x="10058400" y="167640"/>
                </a:cubicBezTo>
                <a:cubicBezTo>
                  <a:pt x="10058400" y="159223"/>
                  <a:pt x="10065223" y="152400"/>
                  <a:pt x="10073640" y="152400"/>
                </a:cubicBezTo>
                <a:cubicBezTo>
                  <a:pt x="10082057" y="152400"/>
                  <a:pt x="10088880" y="159223"/>
                  <a:pt x="10088880" y="167640"/>
                </a:cubicBezTo>
                <a:close/>
                <a:moveTo>
                  <a:pt x="10088880" y="320040"/>
                </a:moveTo>
                <a:cubicBezTo>
                  <a:pt x="10088880" y="328457"/>
                  <a:pt x="10082057" y="335280"/>
                  <a:pt x="10073640" y="335280"/>
                </a:cubicBezTo>
                <a:cubicBezTo>
                  <a:pt x="10065223" y="335280"/>
                  <a:pt x="10058400" y="328457"/>
                  <a:pt x="10058400" y="320040"/>
                </a:cubicBezTo>
                <a:cubicBezTo>
                  <a:pt x="10058400" y="311623"/>
                  <a:pt x="10065223" y="304800"/>
                  <a:pt x="10073640" y="304800"/>
                </a:cubicBezTo>
                <a:cubicBezTo>
                  <a:pt x="10082057" y="304800"/>
                  <a:pt x="10088880" y="311623"/>
                  <a:pt x="10088880" y="320040"/>
                </a:cubicBezTo>
                <a:close/>
                <a:moveTo>
                  <a:pt x="10088880" y="472440"/>
                </a:moveTo>
                <a:cubicBezTo>
                  <a:pt x="10088880" y="480857"/>
                  <a:pt x="10082057" y="487680"/>
                  <a:pt x="10073640" y="487680"/>
                </a:cubicBezTo>
                <a:cubicBezTo>
                  <a:pt x="10065223" y="487680"/>
                  <a:pt x="10058400" y="480857"/>
                  <a:pt x="10058400" y="472440"/>
                </a:cubicBezTo>
                <a:cubicBezTo>
                  <a:pt x="10058400" y="464023"/>
                  <a:pt x="10065223" y="457200"/>
                  <a:pt x="10073640" y="457200"/>
                </a:cubicBezTo>
                <a:cubicBezTo>
                  <a:pt x="10082057" y="457200"/>
                  <a:pt x="10088880" y="464023"/>
                  <a:pt x="10088880" y="472440"/>
                </a:cubicBezTo>
                <a:close/>
                <a:moveTo>
                  <a:pt x="10088880" y="624840"/>
                </a:moveTo>
                <a:cubicBezTo>
                  <a:pt x="10088880" y="633257"/>
                  <a:pt x="10082057" y="640080"/>
                  <a:pt x="10073640" y="640080"/>
                </a:cubicBezTo>
                <a:cubicBezTo>
                  <a:pt x="10065223" y="640080"/>
                  <a:pt x="10058400" y="633257"/>
                  <a:pt x="10058400" y="624840"/>
                </a:cubicBezTo>
                <a:cubicBezTo>
                  <a:pt x="10058400" y="616423"/>
                  <a:pt x="10065223" y="609600"/>
                  <a:pt x="10073640" y="609600"/>
                </a:cubicBezTo>
                <a:cubicBezTo>
                  <a:pt x="10082057" y="609600"/>
                  <a:pt x="10088880" y="616423"/>
                  <a:pt x="10088880" y="624840"/>
                </a:cubicBezTo>
                <a:close/>
                <a:moveTo>
                  <a:pt x="10088880" y="777240"/>
                </a:moveTo>
                <a:cubicBezTo>
                  <a:pt x="10088880" y="785657"/>
                  <a:pt x="10082057" y="792480"/>
                  <a:pt x="10073640" y="792480"/>
                </a:cubicBezTo>
                <a:cubicBezTo>
                  <a:pt x="10065223" y="792480"/>
                  <a:pt x="10058400" y="785657"/>
                  <a:pt x="10058400" y="777240"/>
                </a:cubicBezTo>
                <a:cubicBezTo>
                  <a:pt x="10058400" y="768823"/>
                  <a:pt x="10065223" y="762000"/>
                  <a:pt x="10073640" y="762000"/>
                </a:cubicBezTo>
                <a:cubicBezTo>
                  <a:pt x="10082057" y="762000"/>
                  <a:pt x="10088880" y="768823"/>
                  <a:pt x="10088880" y="777240"/>
                </a:cubicBezTo>
                <a:close/>
                <a:moveTo>
                  <a:pt x="10088880" y="929640"/>
                </a:moveTo>
                <a:cubicBezTo>
                  <a:pt x="10088880" y="938057"/>
                  <a:pt x="10082057" y="944880"/>
                  <a:pt x="10073640" y="944880"/>
                </a:cubicBezTo>
                <a:cubicBezTo>
                  <a:pt x="10065223" y="944880"/>
                  <a:pt x="10058400" y="938057"/>
                  <a:pt x="10058400" y="929640"/>
                </a:cubicBezTo>
                <a:cubicBezTo>
                  <a:pt x="10058400" y="921223"/>
                  <a:pt x="10065223" y="914400"/>
                  <a:pt x="10073640" y="914400"/>
                </a:cubicBezTo>
                <a:cubicBezTo>
                  <a:pt x="10082057" y="914400"/>
                  <a:pt x="10088880" y="921223"/>
                  <a:pt x="10088880" y="929640"/>
                </a:cubicBezTo>
                <a:close/>
                <a:moveTo>
                  <a:pt x="10088880" y="1082040"/>
                </a:moveTo>
                <a:cubicBezTo>
                  <a:pt x="10088880" y="1090457"/>
                  <a:pt x="10082057" y="1097280"/>
                  <a:pt x="10073640" y="1097280"/>
                </a:cubicBezTo>
                <a:cubicBezTo>
                  <a:pt x="10065223" y="1097280"/>
                  <a:pt x="10058400" y="1090457"/>
                  <a:pt x="10058400" y="1082040"/>
                </a:cubicBezTo>
                <a:cubicBezTo>
                  <a:pt x="10058400" y="1073623"/>
                  <a:pt x="10065223" y="1066800"/>
                  <a:pt x="10073640" y="1066800"/>
                </a:cubicBezTo>
                <a:cubicBezTo>
                  <a:pt x="10082057" y="1066800"/>
                  <a:pt x="10088880" y="1073623"/>
                  <a:pt x="10088880" y="1082040"/>
                </a:cubicBezTo>
                <a:close/>
                <a:moveTo>
                  <a:pt x="10088880" y="1234440"/>
                </a:moveTo>
                <a:cubicBezTo>
                  <a:pt x="10088880" y="1242857"/>
                  <a:pt x="10082057" y="1249680"/>
                  <a:pt x="10073640" y="1249680"/>
                </a:cubicBezTo>
                <a:cubicBezTo>
                  <a:pt x="10065223" y="1249680"/>
                  <a:pt x="10058400" y="1242857"/>
                  <a:pt x="10058400" y="1234440"/>
                </a:cubicBezTo>
                <a:cubicBezTo>
                  <a:pt x="10058400" y="1226023"/>
                  <a:pt x="10065223" y="1219200"/>
                  <a:pt x="10073640" y="1219200"/>
                </a:cubicBezTo>
                <a:cubicBezTo>
                  <a:pt x="10082057" y="1219200"/>
                  <a:pt x="10088880" y="1226023"/>
                  <a:pt x="10088880" y="1234440"/>
                </a:cubicBezTo>
                <a:close/>
                <a:moveTo>
                  <a:pt x="10088880" y="1386840"/>
                </a:moveTo>
                <a:cubicBezTo>
                  <a:pt x="10088880" y="1395257"/>
                  <a:pt x="10082057" y="1402080"/>
                  <a:pt x="10073640" y="1402080"/>
                </a:cubicBezTo>
                <a:cubicBezTo>
                  <a:pt x="10065223" y="1402080"/>
                  <a:pt x="10058400" y="1395257"/>
                  <a:pt x="10058400" y="1386840"/>
                </a:cubicBezTo>
                <a:cubicBezTo>
                  <a:pt x="10058400" y="1378423"/>
                  <a:pt x="10065223" y="1371600"/>
                  <a:pt x="10073640" y="1371600"/>
                </a:cubicBezTo>
                <a:cubicBezTo>
                  <a:pt x="10082057" y="1371600"/>
                  <a:pt x="10088880" y="1378423"/>
                  <a:pt x="10088880" y="1386840"/>
                </a:cubicBezTo>
                <a:close/>
                <a:moveTo>
                  <a:pt x="10088880" y="1539240"/>
                </a:moveTo>
                <a:cubicBezTo>
                  <a:pt x="10088880" y="1547657"/>
                  <a:pt x="10082057" y="1554480"/>
                  <a:pt x="10073640" y="1554480"/>
                </a:cubicBezTo>
                <a:cubicBezTo>
                  <a:pt x="10065223" y="1554480"/>
                  <a:pt x="10058400" y="1547657"/>
                  <a:pt x="10058400" y="1539240"/>
                </a:cubicBezTo>
                <a:cubicBezTo>
                  <a:pt x="10058400" y="1530823"/>
                  <a:pt x="10065223" y="1524000"/>
                  <a:pt x="10073640" y="1524000"/>
                </a:cubicBezTo>
                <a:cubicBezTo>
                  <a:pt x="10082057" y="1524000"/>
                  <a:pt x="10088880" y="1530823"/>
                  <a:pt x="10088880" y="1539240"/>
                </a:cubicBezTo>
                <a:close/>
                <a:moveTo>
                  <a:pt x="10088880" y="1691640"/>
                </a:moveTo>
                <a:cubicBezTo>
                  <a:pt x="10088880" y="1700057"/>
                  <a:pt x="10082057" y="1706880"/>
                  <a:pt x="10073640" y="1706880"/>
                </a:cubicBezTo>
                <a:cubicBezTo>
                  <a:pt x="10065223" y="1706880"/>
                  <a:pt x="10058400" y="1700057"/>
                  <a:pt x="10058400" y="1691640"/>
                </a:cubicBezTo>
                <a:cubicBezTo>
                  <a:pt x="10058400" y="1683223"/>
                  <a:pt x="10065223" y="1676400"/>
                  <a:pt x="10073640" y="1676400"/>
                </a:cubicBezTo>
                <a:cubicBezTo>
                  <a:pt x="10082057" y="1676400"/>
                  <a:pt x="10088880" y="1683223"/>
                  <a:pt x="10088880" y="1691640"/>
                </a:cubicBezTo>
                <a:close/>
                <a:moveTo>
                  <a:pt x="10088880" y="1844040"/>
                </a:moveTo>
                <a:cubicBezTo>
                  <a:pt x="10088880" y="1852457"/>
                  <a:pt x="10082057" y="1859280"/>
                  <a:pt x="10073640" y="1859280"/>
                </a:cubicBezTo>
                <a:cubicBezTo>
                  <a:pt x="10065223" y="1859280"/>
                  <a:pt x="10058400" y="1852457"/>
                  <a:pt x="10058400" y="1844040"/>
                </a:cubicBezTo>
                <a:cubicBezTo>
                  <a:pt x="10058400" y="1835623"/>
                  <a:pt x="10065223" y="1828800"/>
                  <a:pt x="10073640" y="1828800"/>
                </a:cubicBezTo>
                <a:cubicBezTo>
                  <a:pt x="10082057" y="1828800"/>
                  <a:pt x="10088880" y="1835623"/>
                  <a:pt x="10088880" y="1844040"/>
                </a:cubicBezTo>
                <a:close/>
                <a:moveTo>
                  <a:pt x="10088880" y="1996440"/>
                </a:moveTo>
                <a:cubicBezTo>
                  <a:pt x="10088880" y="2004857"/>
                  <a:pt x="10082057" y="2011680"/>
                  <a:pt x="10073640" y="2011680"/>
                </a:cubicBezTo>
                <a:cubicBezTo>
                  <a:pt x="10065223" y="2011680"/>
                  <a:pt x="10058400" y="2004857"/>
                  <a:pt x="10058400" y="1996440"/>
                </a:cubicBezTo>
                <a:cubicBezTo>
                  <a:pt x="10058400" y="1988023"/>
                  <a:pt x="10065223" y="1981200"/>
                  <a:pt x="10073640" y="1981200"/>
                </a:cubicBezTo>
                <a:cubicBezTo>
                  <a:pt x="10082057" y="1981200"/>
                  <a:pt x="10088880" y="1988023"/>
                  <a:pt x="10088880" y="1996440"/>
                </a:cubicBezTo>
                <a:close/>
                <a:moveTo>
                  <a:pt x="10088880" y="2148840"/>
                </a:moveTo>
                <a:cubicBezTo>
                  <a:pt x="10088880" y="2157257"/>
                  <a:pt x="10082057" y="2164080"/>
                  <a:pt x="10073640" y="2164080"/>
                </a:cubicBezTo>
                <a:cubicBezTo>
                  <a:pt x="10065223" y="2164080"/>
                  <a:pt x="10058400" y="2157257"/>
                  <a:pt x="10058400" y="2148840"/>
                </a:cubicBezTo>
                <a:cubicBezTo>
                  <a:pt x="10058400" y="2140423"/>
                  <a:pt x="10065223" y="2133600"/>
                  <a:pt x="10073640" y="2133600"/>
                </a:cubicBezTo>
                <a:cubicBezTo>
                  <a:pt x="10082057" y="2133600"/>
                  <a:pt x="10088880" y="2140423"/>
                  <a:pt x="10088880" y="2148840"/>
                </a:cubicBezTo>
                <a:close/>
                <a:moveTo>
                  <a:pt x="10088880" y="2301240"/>
                </a:moveTo>
                <a:cubicBezTo>
                  <a:pt x="10088880" y="2309657"/>
                  <a:pt x="10082057" y="2316480"/>
                  <a:pt x="10073640" y="2316480"/>
                </a:cubicBezTo>
                <a:cubicBezTo>
                  <a:pt x="10065223" y="2316480"/>
                  <a:pt x="10058400" y="2309657"/>
                  <a:pt x="10058400" y="2301240"/>
                </a:cubicBezTo>
                <a:cubicBezTo>
                  <a:pt x="10058400" y="2292823"/>
                  <a:pt x="10065223" y="2286000"/>
                  <a:pt x="10073640" y="2286000"/>
                </a:cubicBezTo>
                <a:cubicBezTo>
                  <a:pt x="10082057" y="2286000"/>
                  <a:pt x="10088880" y="2292823"/>
                  <a:pt x="10088880" y="2301240"/>
                </a:cubicBezTo>
                <a:close/>
                <a:moveTo>
                  <a:pt x="10088880" y="2453640"/>
                </a:moveTo>
                <a:cubicBezTo>
                  <a:pt x="10088880" y="2462057"/>
                  <a:pt x="10082057" y="2468880"/>
                  <a:pt x="10073640" y="2468880"/>
                </a:cubicBezTo>
                <a:cubicBezTo>
                  <a:pt x="10065223" y="2468880"/>
                  <a:pt x="10058400" y="2462057"/>
                  <a:pt x="10058400" y="2453640"/>
                </a:cubicBezTo>
                <a:cubicBezTo>
                  <a:pt x="10058400" y="2445223"/>
                  <a:pt x="10065223" y="2438400"/>
                  <a:pt x="10073640" y="2438400"/>
                </a:cubicBezTo>
                <a:cubicBezTo>
                  <a:pt x="10082057" y="2438400"/>
                  <a:pt x="10088880" y="2445223"/>
                  <a:pt x="10088880" y="2453640"/>
                </a:cubicBezTo>
                <a:close/>
                <a:moveTo>
                  <a:pt x="10088880" y="2606040"/>
                </a:moveTo>
                <a:cubicBezTo>
                  <a:pt x="10088880" y="2614457"/>
                  <a:pt x="10082057" y="2621280"/>
                  <a:pt x="10073640" y="2621280"/>
                </a:cubicBezTo>
                <a:cubicBezTo>
                  <a:pt x="10065223" y="2621280"/>
                  <a:pt x="10058400" y="2614457"/>
                  <a:pt x="10058400" y="2606040"/>
                </a:cubicBezTo>
                <a:cubicBezTo>
                  <a:pt x="10058400" y="2597623"/>
                  <a:pt x="10065223" y="2590800"/>
                  <a:pt x="10073640" y="2590800"/>
                </a:cubicBezTo>
                <a:cubicBezTo>
                  <a:pt x="10082057" y="2590800"/>
                  <a:pt x="10088880" y="2597623"/>
                  <a:pt x="10088880" y="2606040"/>
                </a:cubicBezTo>
                <a:close/>
                <a:moveTo>
                  <a:pt x="10088880" y="2758440"/>
                </a:moveTo>
                <a:cubicBezTo>
                  <a:pt x="10088880" y="2766857"/>
                  <a:pt x="10082057" y="2773680"/>
                  <a:pt x="10073640" y="2773680"/>
                </a:cubicBezTo>
                <a:cubicBezTo>
                  <a:pt x="10065223" y="2773680"/>
                  <a:pt x="10058400" y="2766857"/>
                  <a:pt x="10058400" y="2758440"/>
                </a:cubicBezTo>
                <a:cubicBezTo>
                  <a:pt x="10058400" y="2750023"/>
                  <a:pt x="10065223" y="2743200"/>
                  <a:pt x="10073640" y="2743200"/>
                </a:cubicBezTo>
                <a:cubicBezTo>
                  <a:pt x="10082057" y="2743200"/>
                  <a:pt x="10088880" y="2750023"/>
                  <a:pt x="10088880" y="2758440"/>
                </a:cubicBezTo>
                <a:close/>
                <a:moveTo>
                  <a:pt x="10088880" y="2910840"/>
                </a:moveTo>
                <a:cubicBezTo>
                  <a:pt x="10088880" y="2919257"/>
                  <a:pt x="10082057" y="2926080"/>
                  <a:pt x="10073640" y="2926080"/>
                </a:cubicBezTo>
                <a:cubicBezTo>
                  <a:pt x="10065223" y="2926080"/>
                  <a:pt x="10058400" y="2919257"/>
                  <a:pt x="10058400" y="2910840"/>
                </a:cubicBezTo>
                <a:cubicBezTo>
                  <a:pt x="10058400" y="2902423"/>
                  <a:pt x="10065223" y="2895600"/>
                  <a:pt x="10073640" y="2895600"/>
                </a:cubicBezTo>
                <a:cubicBezTo>
                  <a:pt x="10082057" y="2895600"/>
                  <a:pt x="10088880" y="2902423"/>
                  <a:pt x="10088880" y="2910840"/>
                </a:cubicBezTo>
                <a:close/>
                <a:moveTo>
                  <a:pt x="10088880" y="3063240"/>
                </a:moveTo>
                <a:cubicBezTo>
                  <a:pt x="10088880" y="3071657"/>
                  <a:pt x="10082057" y="3078480"/>
                  <a:pt x="10073640" y="3078480"/>
                </a:cubicBezTo>
                <a:cubicBezTo>
                  <a:pt x="10065223" y="3078480"/>
                  <a:pt x="10058400" y="3071657"/>
                  <a:pt x="10058400" y="3063240"/>
                </a:cubicBezTo>
                <a:cubicBezTo>
                  <a:pt x="10058400" y="3054823"/>
                  <a:pt x="10065223" y="3048000"/>
                  <a:pt x="10073640" y="3048000"/>
                </a:cubicBezTo>
                <a:cubicBezTo>
                  <a:pt x="10082057" y="3048000"/>
                  <a:pt x="10088880" y="3054823"/>
                  <a:pt x="10088880" y="3063240"/>
                </a:cubicBezTo>
                <a:close/>
                <a:moveTo>
                  <a:pt x="10088880" y="3215640"/>
                </a:moveTo>
                <a:cubicBezTo>
                  <a:pt x="10088880" y="3224057"/>
                  <a:pt x="10082057" y="3230880"/>
                  <a:pt x="10073640" y="3230880"/>
                </a:cubicBezTo>
                <a:cubicBezTo>
                  <a:pt x="10065223" y="3230880"/>
                  <a:pt x="10058400" y="3224057"/>
                  <a:pt x="10058400" y="3215640"/>
                </a:cubicBezTo>
                <a:cubicBezTo>
                  <a:pt x="10058400" y="3207223"/>
                  <a:pt x="10065223" y="3200400"/>
                  <a:pt x="10073640" y="3200400"/>
                </a:cubicBezTo>
                <a:cubicBezTo>
                  <a:pt x="10082057" y="3200400"/>
                  <a:pt x="10088880" y="3207223"/>
                  <a:pt x="10088880" y="3215640"/>
                </a:cubicBezTo>
                <a:close/>
                <a:moveTo>
                  <a:pt x="10088880" y="3368040"/>
                </a:moveTo>
                <a:cubicBezTo>
                  <a:pt x="10088880" y="3376457"/>
                  <a:pt x="10082057" y="3383280"/>
                  <a:pt x="10073640" y="3383280"/>
                </a:cubicBezTo>
                <a:cubicBezTo>
                  <a:pt x="10065223" y="3383280"/>
                  <a:pt x="10058400" y="3376457"/>
                  <a:pt x="10058400" y="3368040"/>
                </a:cubicBezTo>
                <a:cubicBezTo>
                  <a:pt x="10058400" y="3359623"/>
                  <a:pt x="10065223" y="3352800"/>
                  <a:pt x="10073640" y="3352800"/>
                </a:cubicBezTo>
                <a:cubicBezTo>
                  <a:pt x="10082057" y="3352800"/>
                  <a:pt x="10088880" y="3359623"/>
                  <a:pt x="10088880" y="3368040"/>
                </a:cubicBezTo>
                <a:close/>
                <a:moveTo>
                  <a:pt x="10088880" y="3520440"/>
                </a:moveTo>
                <a:cubicBezTo>
                  <a:pt x="10088880" y="3528857"/>
                  <a:pt x="10082057" y="3535680"/>
                  <a:pt x="10073640" y="3535680"/>
                </a:cubicBezTo>
                <a:cubicBezTo>
                  <a:pt x="10065223" y="3535680"/>
                  <a:pt x="10058400" y="3528857"/>
                  <a:pt x="10058400" y="3520440"/>
                </a:cubicBezTo>
                <a:cubicBezTo>
                  <a:pt x="10058400" y="3512023"/>
                  <a:pt x="10065223" y="3505200"/>
                  <a:pt x="10073640" y="3505200"/>
                </a:cubicBezTo>
                <a:cubicBezTo>
                  <a:pt x="10082057" y="3505200"/>
                  <a:pt x="10088880" y="3512023"/>
                  <a:pt x="10088880" y="3520440"/>
                </a:cubicBezTo>
                <a:close/>
                <a:moveTo>
                  <a:pt x="10088880" y="3672840"/>
                </a:moveTo>
                <a:cubicBezTo>
                  <a:pt x="10088880" y="3681257"/>
                  <a:pt x="10082057" y="3688080"/>
                  <a:pt x="10073640" y="3688080"/>
                </a:cubicBezTo>
                <a:cubicBezTo>
                  <a:pt x="10065223" y="3688080"/>
                  <a:pt x="10058400" y="3681257"/>
                  <a:pt x="10058400" y="3672840"/>
                </a:cubicBezTo>
                <a:cubicBezTo>
                  <a:pt x="10058400" y="3664423"/>
                  <a:pt x="10065223" y="3657600"/>
                  <a:pt x="10073640" y="3657600"/>
                </a:cubicBezTo>
                <a:cubicBezTo>
                  <a:pt x="10082057" y="3657600"/>
                  <a:pt x="10088880" y="3664423"/>
                  <a:pt x="10088880" y="3672840"/>
                </a:cubicBezTo>
                <a:close/>
                <a:moveTo>
                  <a:pt x="10088880" y="3825240"/>
                </a:moveTo>
                <a:cubicBezTo>
                  <a:pt x="10088880" y="3833657"/>
                  <a:pt x="10082057" y="3840480"/>
                  <a:pt x="10073640" y="3840480"/>
                </a:cubicBezTo>
                <a:cubicBezTo>
                  <a:pt x="10065223" y="3840480"/>
                  <a:pt x="10058400" y="3833657"/>
                  <a:pt x="10058400" y="3825240"/>
                </a:cubicBezTo>
                <a:cubicBezTo>
                  <a:pt x="10058400" y="3816823"/>
                  <a:pt x="10065223" y="3810000"/>
                  <a:pt x="10073640" y="3810000"/>
                </a:cubicBezTo>
                <a:cubicBezTo>
                  <a:pt x="10082057" y="3810000"/>
                  <a:pt x="10088880" y="3816823"/>
                  <a:pt x="10088880" y="3825240"/>
                </a:cubicBezTo>
                <a:close/>
                <a:moveTo>
                  <a:pt x="10088880" y="3977640"/>
                </a:moveTo>
                <a:cubicBezTo>
                  <a:pt x="10088880" y="3986057"/>
                  <a:pt x="10082057" y="3992880"/>
                  <a:pt x="10073640" y="3992880"/>
                </a:cubicBezTo>
                <a:cubicBezTo>
                  <a:pt x="10065223" y="3992880"/>
                  <a:pt x="10058400" y="3986057"/>
                  <a:pt x="10058400" y="3977640"/>
                </a:cubicBezTo>
                <a:cubicBezTo>
                  <a:pt x="10058400" y="3969223"/>
                  <a:pt x="10065223" y="3962400"/>
                  <a:pt x="10073640" y="3962400"/>
                </a:cubicBezTo>
                <a:cubicBezTo>
                  <a:pt x="10082057" y="3962400"/>
                  <a:pt x="10088880" y="3969223"/>
                  <a:pt x="10088880" y="3977640"/>
                </a:cubicBezTo>
                <a:close/>
                <a:moveTo>
                  <a:pt x="10088880" y="4130040"/>
                </a:moveTo>
                <a:cubicBezTo>
                  <a:pt x="10088880" y="4138457"/>
                  <a:pt x="10082057" y="4145280"/>
                  <a:pt x="10073640" y="4145280"/>
                </a:cubicBezTo>
                <a:cubicBezTo>
                  <a:pt x="10065223" y="4145280"/>
                  <a:pt x="10058400" y="4138457"/>
                  <a:pt x="10058400" y="4130040"/>
                </a:cubicBezTo>
                <a:cubicBezTo>
                  <a:pt x="10058400" y="4121623"/>
                  <a:pt x="10065223" y="4114800"/>
                  <a:pt x="10073640" y="4114800"/>
                </a:cubicBezTo>
                <a:cubicBezTo>
                  <a:pt x="10082057" y="4114800"/>
                  <a:pt x="10088880" y="4121623"/>
                  <a:pt x="10088880" y="4130040"/>
                </a:cubicBezTo>
                <a:close/>
                <a:moveTo>
                  <a:pt x="10088880" y="4282440"/>
                </a:moveTo>
                <a:cubicBezTo>
                  <a:pt x="10088880" y="4290857"/>
                  <a:pt x="10082057" y="4297680"/>
                  <a:pt x="10073640" y="4297680"/>
                </a:cubicBezTo>
                <a:cubicBezTo>
                  <a:pt x="10065223" y="4297680"/>
                  <a:pt x="10058400" y="4290857"/>
                  <a:pt x="10058400" y="4282440"/>
                </a:cubicBezTo>
                <a:cubicBezTo>
                  <a:pt x="10058400" y="4274023"/>
                  <a:pt x="10065223" y="4267200"/>
                  <a:pt x="10073640" y="4267200"/>
                </a:cubicBezTo>
                <a:cubicBezTo>
                  <a:pt x="10082057" y="4267200"/>
                  <a:pt x="10088880" y="4274023"/>
                  <a:pt x="10088880" y="4282440"/>
                </a:cubicBezTo>
                <a:close/>
                <a:moveTo>
                  <a:pt x="10088880" y="4434840"/>
                </a:moveTo>
                <a:cubicBezTo>
                  <a:pt x="10088880" y="4443257"/>
                  <a:pt x="10082057" y="4450080"/>
                  <a:pt x="10073640" y="4450080"/>
                </a:cubicBezTo>
                <a:cubicBezTo>
                  <a:pt x="10065223" y="4450080"/>
                  <a:pt x="10058400" y="4443257"/>
                  <a:pt x="10058400" y="4434840"/>
                </a:cubicBezTo>
                <a:cubicBezTo>
                  <a:pt x="10058400" y="4426423"/>
                  <a:pt x="10065223" y="4419600"/>
                  <a:pt x="10073640" y="4419600"/>
                </a:cubicBezTo>
                <a:cubicBezTo>
                  <a:pt x="10082057" y="4419600"/>
                  <a:pt x="10088880" y="4426423"/>
                  <a:pt x="10088880" y="4434840"/>
                </a:cubicBezTo>
                <a:close/>
                <a:moveTo>
                  <a:pt x="10241280" y="15240"/>
                </a:moveTo>
                <a:cubicBezTo>
                  <a:pt x="10241280" y="23657"/>
                  <a:pt x="10234457" y="30480"/>
                  <a:pt x="10226040" y="30480"/>
                </a:cubicBezTo>
                <a:cubicBezTo>
                  <a:pt x="10217623" y="30480"/>
                  <a:pt x="10210800" y="23657"/>
                  <a:pt x="10210800" y="15240"/>
                </a:cubicBezTo>
                <a:cubicBezTo>
                  <a:pt x="10210800" y="6823"/>
                  <a:pt x="10217623" y="0"/>
                  <a:pt x="10226040" y="0"/>
                </a:cubicBezTo>
                <a:cubicBezTo>
                  <a:pt x="10234457" y="0"/>
                  <a:pt x="10241280" y="6823"/>
                  <a:pt x="10241280" y="15240"/>
                </a:cubicBezTo>
                <a:close/>
                <a:moveTo>
                  <a:pt x="10241280" y="167640"/>
                </a:moveTo>
                <a:cubicBezTo>
                  <a:pt x="10241280" y="176057"/>
                  <a:pt x="10234457" y="182880"/>
                  <a:pt x="10226040" y="182880"/>
                </a:cubicBezTo>
                <a:cubicBezTo>
                  <a:pt x="10217623" y="182880"/>
                  <a:pt x="10210800" y="176057"/>
                  <a:pt x="10210800" y="167640"/>
                </a:cubicBezTo>
                <a:cubicBezTo>
                  <a:pt x="10210800" y="159223"/>
                  <a:pt x="10217623" y="152400"/>
                  <a:pt x="10226040" y="152400"/>
                </a:cubicBezTo>
                <a:cubicBezTo>
                  <a:pt x="10234457" y="152400"/>
                  <a:pt x="10241280" y="159223"/>
                  <a:pt x="10241280" y="167640"/>
                </a:cubicBezTo>
                <a:close/>
                <a:moveTo>
                  <a:pt x="10241280" y="320040"/>
                </a:moveTo>
                <a:cubicBezTo>
                  <a:pt x="10241280" y="328457"/>
                  <a:pt x="10234457" y="335280"/>
                  <a:pt x="10226040" y="335280"/>
                </a:cubicBezTo>
                <a:cubicBezTo>
                  <a:pt x="10217623" y="335280"/>
                  <a:pt x="10210800" y="328457"/>
                  <a:pt x="10210800" y="320040"/>
                </a:cubicBezTo>
                <a:cubicBezTo>
                  <a:pt x="10210800" y="311623"/>
                  <a:pt x="10217623" y="304800"/>
                  <a:pt x="10226040" y="304800"/>
                </a:cubicBezTo>
                <a:cubicBezTo>
                  <a:pt x="10234457" y="304800"/>
                  <a:pt x="10241280" y="311623"/>
                  <a:pt x="10241280" y="320040"/>
                </a:cubicBezTo>
                <a:close/>
                <a:moveTo>
                  <a:pt x="10241280" y="472440"/>
                </a:moveTo>
                <a:cubicBezTo>
                  <a:pt x="10241280" y="480857"/>
                  <a:pt x="10234457" y="487680"/>
                  <a:pt x="10226040" y="487680"/>
                </a:cubicBezTo>
                <a:cubicBezTo>
                  <a:pt x="10217623" y="487680"/>
                  <a:pt x="10210800" y="480857"/>
                  <a:pt x="10210800" y="472440"/>
                </a:cubicBezTo>
                <a:cubicBezTo>
                  <a:pt x="10210800" y="464023"/>
                  <a:pt x="10217623" y="457200"/>
                  <a:pt x="10226040" y="457200"/>
                </a:cubicBezTo>
                <a:cubicBezTo>
                  <a:pt x="10234457" y="457200"/>
                  <a:pt x="10241280" y="464023"/>
                  <a:pt x="10241280" y="472440"/>
                </a:cubicBezTo>
                <a:close/>
                <a:moveTo>
                  <a:pt x="10241280" y="624840"/>
                </a:moveTo>
                <a:cubicBezTo>
                  <a:pt x="10241280" y="633257"/>
                  <a:pt x="10234457" y="640080"/>
                  <a:pt x="10226040" y="640080"/>
                </a:cubicBezTo>
                <a:cubicBezTo>
                  <a:pt x="10217623" y="640080"/>
                  <a:pt x="10210800" y="633257"/>
                  <a:pt x="10210800" y="624840"/>
                </a:cubicBezTo>
                <a:cubicBezTo>
                  <a:pt x="10210800" y="616423"/>
                  <a:pt x="10217623" y="609600"/>
                  <a:pt x="10226040" y="609600"/>
                </a:cubicBezTo>
                <a:cubicBezTo>
                  <a:pt x="10234457" y="609600"/>
                  <a:pt x="10241280" y="616423"/>
                  <a:pt x="10241280" y="624840"/>
                </a:cubicBezTo>
                <a:close/>
                <a:moveTo>
                  <a:pt x="10241280" y="777240"/>
                </a:moveTo>
                <a:cubicBezTo>
                  <a:pt x="10241280" y="785657"/>
                  <a:pt x="10234457" y="792480"/>
                  <a:pt x="10226040" y="792480"/>
                </a:cubicBezTo>
                <a:cubicBezTo>
                  <a:pt x="10217623" y="792480"/>
                  <a:pt x="10210800" y="785657"/>
                  <a:pt x="10210800" y="777240"/>
                </a:cubicBezTo>
                <a:cubicBezTo>
                  <a:pt x="10210800" y="768823"/>
                  <a:pt x="10217623" y="762000"/>
                  <a:pt x="10226040" y="762000"/>
                </a:cubicBezTo>
                <a:cubicBezTo>
                  <a:pt x="10234457" y="762000"/>
                  <a:pt x="10241280" y="768823"/>
                  <a:pt x="10241280" y="777240"/>
                </a:cubicBezTo>
                <a:close/>
                <a:moveTo>
                  <a:pt x="10241280" y="929640"/>
                </a:moveTo>
                <a:cubicBezTo>
                  <a:pt x="10241280" y="938057"/>
                  <a:pt x="10234457" y="944880"/>
                  <a:pt x="10226040" y="944880"/>
                </a:cubicBezTo>
                <a:cubicBezTo>
                  <a:pt x="10217623" y="944880"/>
                  <a:pt x="10210800" y="938057"/>
                  <a:pt x="10210800" y="929640"/>
                </a:cubicBezTo>
                <a:cubicBezTo>
                  <a:pt x="10210800" y="921223"/>
                  <a:pt x="10217623" y="914400"/>
                  <a:pt x="10226040" y="914400"/>
                </a:cubicBezTo>
                <a:cubicBezTo>
                  <a:pt x="10234457" y="914400"/>
                  <a:pt x="10241280" y="921223"/>
                  <a:pt x="10241280" y="929640"/>
                </a:cubicBezTo>
                <a:close/>
                <a:moveTo>
                  <a:pt x="10241280" y="1082040"/>
                </a:moveTo>
                <a:cubicBezTo>
                  <a:pt x="10241280" y="1090457"/>
                  <a:pt x="10234457" y="1097280"/>
                  <a:pt x="10226040" y="1097280"/>
                </a:cubicBezTo>
                <a:cubicBezTo>
                  <a:pt x="10217623" y="1097280"/>
                  <a:pt x="10210800" y="1090457"/>
                  <a:pt x="10210800" y="1082040"/>
                </a:cubicBezTo>
                <a:cubicBezTo>
                  <a:pt x="10210800" y="1073623"/>
                  <a:pt x="10217623" y="1066800"/>
                  <a:pt x="10226040" y="1066800"/>
                </a:cubicBezTo>
                <a:cubicBezTo>
                  <a:pt x="10234457" y="1066800"/>
                  <a:pt x="10241280" y="1073623"/>
                  <a:pt x="10241280" y="1082040"/>
                </a:cubicBezTo>
                <a:close/>
                <a:moveTo>
                  <a:pt x="10241280" y="1234440"/>
                </a:moveTo>
                <a:cubicBezTo>
                  <a:pt x="10241280" y="1242857"/>
                  <a:pt x="10234457" y="1249680"/>
                  <a:pt x="10226040" y="1249680"/>
                </a:cubicBezTo>
                <a:cubicBezTo>
                  <a:pt x="10217623" y="1249680"/>
                  <a:pt x="10210800" y="1242857"/>
                  <a:pt x="10210800" y="1234440"/>
                </a:cubicBezTo>
                <a:cubicBezTo>
                  <a:pt x="10210800" y="1226023"/>
                  <a:pt x="10217623" y="1219200"/>
                  <a:pt x="10226040" y="1219200"/>
                </a:cubicBezTo>
                <a:cubicBezTo>
                  <a:pt x="10234457" y="1219200"/>
                  <a:pt x="10241280" y="1226023"/>
                  <a:pt x="10241280" y="1234440"/>
                </a:cubicBezTo>
                <a:close/>
                <a:moveTo>
                  <a:pt x="10241280" y="1386840"/>
                </a:moveTo>
                <a:cubicBezTo>
                  <a:pt x="10241280" y="1395257"/>
                  <a:pt x="10234457" y="1402080"/>
                  <a:pt x="10226040" y="1402080"/>
                </a:cubicBezTo>
                <a:cubicBezTo>
                  <a:pt x="10217623" y="1402080"/>
                  <a:pt x="10210800" y="1395257"/>
                  <a:pt x="10210800" y="1386840"/>
                </a:cubicBezTo>
                <a:cubicBezTo>
                  <a:pt x="10210800" y="1378423"/>
                  <a:pt x="10217623" y="1371600"/>
                  <a:pt x="10226040" y="1371600"/>
                </a:cubicBezTo>
                <a:cubicBezTo>
                  <a:pt x="10234457" y="1371600"/>
                  <a:pt x="10241280" y="1378423"/>
                  <a:pt x="10241280" y="1386840"/>
                </a:cubicBezTo>
                <a:close/>
                <a:moveTo>
                  <a:pt x="10241280" y="1539240"/>
                </a:moveTo>
                <a:cubicBezTo>
                  <a:pt x="10241280" y="1547657"/>
                  <a:pt x="10234457" y="1554480"/>
                  <a:pt x="10226040" y="1554480"/>
                </a:cubicBezTo>
                <a:cubicBezTo>
                  <a:pt x="10217623" y="1554480"/>
                  <a:pt x="10210800" y="1547657"/>
                  <a:pt x="10210800" y="1539240"/>
                </a:cubicBezTo>
                <a:cubicBezTo>
                  <a:pt x="10210800" y="1530823"/>
                  <a:pt x="10217623" y="1524000"/>
                  <a:pt x="10226040" y="1524000"/>
                </a:cubicBezTo>
                <a:cubicBezTo>
                  <a:pt x="10234457" y="1524000"/>
                  <a:pt x="10241280" y="1530823"/>
                  <a:pt x="10241280" y="1539240"/>
                </a:cubicBezTo>
                <a:close/>
                <a:moveTo>
                  <a:pt x="10241280" y="1691640"/>
                </a:moveTo>
                <a:cubicBezTo>
                  <a:pt x="10241280" y="1700057"/>
                  <a:pt x="10234457" y="1706880"/>
                  <a:pt x="10226040" y="1706880"/>
                </a:cubicBezTo>
                <a:cubicBezTo>
                  <a:pt x="10217623" y="1706880"/>
                  <a:pt x="10210800" y="1700057"/>
                  <a:pt x="10210800" y="1691640"/>
                </a:cubicBezTo>
                <a:cubicBezTo>
                  <a:pt x="10210800" y="1683223"/>
                  <a:pt x="10217623" y="1676400"/>
                  <a:pt x="10226040" y="1676400"/>
                </a:cubicBezTo>
                <a:cubicBezTo>
                  <a:pt x="10234457" y="1676400"/>
                  <a:pt x="10241280" y="1683223"/>
                  <a:pt x="10241280" y="1691640"/>
                </a:cubicBezTo>
                <a:close/>
                <a:moveTo>
                  <a:pt x="10241280" y="1844040"/>
                </a:moveTo>
                <a:cubicBezTo>
                  <a:pt x="10241280" y="1852457"/>
                  <a:pt x="10234457" y="1859280"/>
                  <a:pt x="10226040" y="1859280"/>
                </a:cubicBezTo>
                <a:cubicBezTo>
                  <a:pt x="10217623" y="1859280"/>
                  <a:pt x="10210800" y="1852457"/>
                  <a:pt x="10210800" y="1844040"/>
                </a:cubicBezTo>
                <a:cubicBezTo>
                  <a:pt x="10210800" y="1835623"/>
                  <a:pt x="10217623" y="1828800"/>
                  <a:pt x="10226040" y="1828800"/>
                </a:cubicBezTo>
                <a:cubicBezTo>
                  <a:pt x="10234457" y="1828800"/>
                  <a:pt x="10241280" y="1835623"/>
                  <a:pt x="10241280" y="1844040"/>
                </a:cubicBezTo>
                <a:close/>
                <a:moveTo>
                  <a:pt x="10241280" y="1996440"/>
                </a:moveTo>
                <a:cubicBezTo>
                  <a:pt x="10241280" y="2004857"/>
                  <a:pt x="10234457" y="2011680"/>
                  <a:pt x="10226040" y="2011680"/>
                </a:cubicBezTo>
                <a:cubicBezTo>
                  <a:pt x="10217623" y="2011680"/>
                  <a:pt x="10210800" y="2004857"/>
                  <a:pt x="10210800" y="1996440"/>
                </a:cubicBezTo>
                <a:cubicBezTo>
                  <a:pt x="10210800" y="1988023"/>
                  <a:pt x="10217623" y="1981200"/>
                  <a:pt x="10226040" y="1981200"/>
                </a:cubicBezTo>
                <a:cubicBezTo>
                  <a:pt x="10234457" y="1981200"/>
                  <a:pt x="10241280" y="1988023"/>
                  <a:pt x="10241280" y="1996440"/>
                </a:cubicBezTo>
                <a:close/>
                <a:moveTo>
                  <a:pt x="10241280" y="2148840"/>
                </a:moveTo>
                <a:cubicBezTo>
                  <a:pt x="10241280" y="2157257"/>
                  <a:pt x="10234457" y="2164080"/>
                  <a:pt x="10226040" y="2164080"/>
                </a:cubicBezTo>
                <a:cubicBezTo>
                  <a:pt x="10217623" y="2164080"/>
                  <a:pt x="10210800" y="2157257"/>
                  <a:pt x="10210800" y="2148840"/>
                </a:cubicBezTo>
                <a:cubicBezTo>
                  <a:pt x="10210800" y="2140423"/>
                  <a:pt x="10217623" y="2133600"/>
                  <a:pt x="10226040" y="2133600"/>
                </a:cubicBezTo>
                <a:cubicBezTo>
                  <a:pt x="10234457" y="2133600"/>
                  <a:pt x="10241280" y="2140423"/>
                  <a:pt x="10241280" y="2148840"/>
                </a:cubicBezTo>
                <a:close/>
                <a:moveTo>
                  <a:pt x="10241280" y="2301240"/>
                </a:moveTo>
                <a:cubicBezTo>
                  <a:pt x="10241280" y="2309657"/>
                  <a:pt x="10234457" y="2316480"/>
                  <a:pt x="10226040" y="2316480"/>
                </a:cubicBezTo>
                <a:cubicBezTo>
                  <a:pt x="10217623" y="2316480"/>
                  <a:pt x="10210800" y="2309657"/>
                  <a:pt x="10210800" y="2301240"/>
                </a:cubicBezTo>
                <a:cubicBezTo>
                  <a:pt x="10210800" y="2292823"/>
                  <a:pt x="10217623" y="2286000"/>
                  <a:pt x="10226040" y="2286000"/>
                </a:cubicBezTo>
                <a:cubicBezTo>
                  <a:pt x="10234457" y="2286000"/>
                  <a:pt x="10241280" y="2292823"/>
                  <a:pt x="10241280" y="2301240"/>
                </a:cubicBezTo>
                <a:close/>
                <a:moveTo>
                  <a:pt x="10241280" y="2453640"/>
                </a:moveTo>
                <a:cubicBezTo>
                  <a:pt x="10241280" y="2462057"/>
                  <a:pt x="10234457" y="2468880"/>
                  <a:pt x="10226040" y="2468880"/>
                </a:cubicBezTo>
                <a:cubicBezTo>
                  <a:pt x="10217623" y="2468880"/>
                  <a:pt x="10210800" y="2462057"/>
                  <a:pt x="10210800" y="2453640"/>
                </a:cubicBezTo>
                <a:cubicBezTo>
                  <a:pt x="10210800" y="2445223"/>
                  <a:pt x="10217623" y="2438400"/>
                  <a:pt x="10226040" y="2438400"/>
                </a:cubicBezTo>
                <a:cubicBezTo>
                  <a:pt x="10234457" y="2438400"/>
                  <a:pt x="10241280" y="2445223"/>
                  <a:pt x="10241280" y="2453640"/>
                </a:cubicBezTo>
                <a:close/>
                <a:moveTo>
                  <a:pt x="10241280" y="2606040"/>
                </a:moveTo>
                <a:cubicBezTo>
                  <a:pt x="10241280" y="2614457"/>
                  <a:pt x="10234457" y="2621280"/>
                  <a:pt x="10226040" y="2621280"/>
                </a:cubicBezTo>
                <a:cubicBezTo>
                  <a:pt x="10217623" y="2621280"/>
                  <a:pt x="10210800" y="2614457"/>
                  <a:pt x="10210800" y="2606040"/>
                </a:cubicBezTo>
                <a:cubicBezTo>
                  <a:pt x="10210800" y="2597623"/>
                  <a:pt x="10217623" y="2590800"/>
                  <a:pt x="10226040" y="2590800"/>
                </a:cubicBezTo>
                <a:cubicBezTo>
                  <a:pt x="10234457" y="2590800"/>
                  <a:pt x="10241280" y="2597623"/>
                  <a:pt x="10241280" y="2606040"/>
                </a:cubicBezTo>
                <a:close/>
                <a:moveTo>
                  <a:pt x="10241280" y="2758440"/>
                </a:moveTo>
                <a:cubicBezTo>
                  <a:pt x="10241280" y="2766857"/>
                  <a:pt x="10234457" y="2773680"/>
                  <a:pt x="10226040" y="2773680"/>
                </a:cubicBezTo>
                <a:cubicBezTo>
                  <a:pt x="10217623" y="2773680"/>
                  <a:pt x="10210800" y="2766857"/>
                  <a:pt x="10210800" y="2758440"/>
                </a:cubicBezTo>
                <a:cubicBezTo>
                  <a:pt x="10210800" y="2750023"/>
                  <a:pt x="10217623" y="2743200"/>
                  <a:pt x="10226040" y="2743200"/>
                </a:cubicBezTo>
                <a:cubicBezTo>
                  <a:pt x="10234457" y="2743200"/>
                  <a:pt x="10241280" y="2750023"/>
                  <a:pt x="10241280" y="2758440"/>
                </a:cubicBezTo>
                <a:close/>
                <a:moveTo>
                  <a:pt x="10241280" y="2910840"/>
                </a:moveTo>
                <a:cubicBezTo>
                  <a:pt x="10241280" y="2919257"/>
                  <a:pt x="10234457" y="2926080"/>
                  <a:pt x="10226040" y="2926080"/>
                </a:cubicBezTo>
                <a:cubicBezTo>
                  <a:pt x="10217623" y="2926080"/>
                  <a:pt x="10210800" y="2919257"/>
                  <a:pt x="10210800" y="2910840"/>
                </a:cubicBezTo>
                <a:cubicBezTo>
                  <a:pt x="10210800" y="2902423"/>
                  <a:pt x="10217623" y="2895600"/>
                  <a:pt x="10226040" y="2895600"/>
                </a:cubicBezTo>
                <a:cubicBezTo>
                  <a:pt x="10234457" y="2895600"/>
                  <a:pt x="10241280" y="2902423"/>
                  <a:pt x="10241280" y="2910840"/>
                </a:cubicBezTo>
                <a:close/>
                <a:moveTo>
                  <a:pt x="10241280" y="3063240"/>
                </a:moveTo>
                <a:cubicBezTo>
                  <a:pt x="10241280" y="3071657"/>
                  <a:pt x="10234457" y="3078480"/>
                  <a:pt x="10226040" y="3078480"/>
                </a:cubicBezTo>
                <a:cubicBezTo>
                  <a:pt x="10217623" y="3078480"/>
                  <a:pt x="10210800" y="3071657"/>
                  <a:pt x="10210800" y="3063240"/>
                </a:cubicBezTo>
                <a:cubicBezTo>
                  <a:pt x="10210800" y="3054823"/>
                  <a:pt x="10217623" y="3048000"/>
                  <a:pt x="10226040" y="3048000"/>
                </a:cubicBezTo>
                <a:cubicBezTo>
                  <a:pt x="10234457" y="3048000"/>
                  <a:pt x="10241280" y="3054823"/>
                  <a:pt x="10241280" y="3063240"/>
                </a:cubicBezTo>
                <a:close/>
                <a:moveTo>
                  <a:pt x="10241280" y="3215640"/>
                </a:moveTo>
                <a:cubicBezTo>
                  <a:pt x="10241280" y="3224057"/>
                  <a:pt x="10234457" y="3230880"/>
                  <a:pt x="10226040" y="3230880"/>
                </a:cubicBezTo>
                <a:cubicBezTo>
                  <a:pt x="10217623" y="3230880"/>
                  <a:pt x="10210800" y="3224057"/>
                  <a:pt x="10210800" y="3215640"/>
                </a:cubicBezTo>
                <a:cubicBezTo>
                  <a:pt x="10210800" y="3207223"/>
                  <a:pt x="10217623" y="3200400"/>
                  <a:pt x="10226040" y="3200400"/>
                </a:cubicBezTo>
                <a:cubicBezTo>
                  <a:pt x="10234457" y="3200400"/>
                  <a:pt x="10241280" y="3207223"/>
                  <a:pt x="10241280" y="3215640"/>
                </a:cubicBezTo>
                <a:close/>
                <a:moveTo>
                  <a:pt x="10241280" y="3368040"/>
                </a:moveTo>
                <a:cubicBezTo>
                  <a:pt x="10241280" y="3376457"/>
                  <a:pt x="10234457" y="3383280"/>
                  <a:pt x="10226040" y="3383280"/>
                </a:cubicBezTo>
                <a:cubicBezTo>
                  <a:pt x="10217623" y="3383280"/>
                  <a:pt x="10210800" y="3376457"/>
                  <a:pt x="10210800" y="3368040"/>
                </a:cubicBezTo>
                <a:cubicBezTo>
                  <a:pt x="10210800" y="3359623"/>
                  <a:pt x="10217623" y="3352800"/>
                  <a:pt x="10226040" y="3352800"/>
                </a:cubicBezTo>
                <a:cubicBezTo>
                  <a:pt x="10234457" y="3352800"/>
                  <a:pt x="10241280" y="3359623"/>
                  <a:pt x="10241280" y="3368040"/>
                </a:cubicBezTo>
                <a:close/>
                <a:moveTo>
                  <a:pt x="10241280" y="3520440"/>
                </a:moveTo>
                <a:cubicBezTo>
                  <a:pt x="10241280" y="3528857"/>
                  <a:pt x="10234457" y="3535680"/>
                  <a:pt x="10226040" y="3535680"/>
                </a:cubicBezTo>
                <a:cubicBezTo>
                  <a:pt x="10217623" y="3535680"/>
                  <a:pt x="10210800" y="3528857"/>
                  <a:pt x="10210800" y="3520440"/>
                </a:cubicBezTo>
                <a:cubicBezTo>
                  <a:pt x="10210800" y="3512023"/>
                  <a:pt x="10217623" y="3505200"/>
                  <a:pt x="10226040" y="3505200"/>
                </a:cubicBezTo>
                <a:cubicBezTo>
                  <a:pt x="10234457" y="3505200"/>
                  <a:pt x="10241280" y="3512023"/>
                  <a:pt x="10241280" y="3520440"/>
                </a:cubicBezTo>
                <a:close/>
                <a:moveTo>
                  <a:pt x="10241280" y="3672840"/>
                </a:moveTo>
                <a:cubicBezTo>
                  <a:pt x="10241280" y="3681257"/>
                  <a:pt x="10234457" y="3688080"/>
                  <a:pt x="10226040" y="3688080"/>
                </a:cubicBezTo>
                <a:cubicBezTo>
                  <a:pt x="10217623" y="3688080"/>
                  <a:pt x="10210800" y="3681257"/>
                  <a:pt x="10210800" y="3672840"/>
                </a:cubicBezTo>
                <a:cubicBezTo>
                  <a:pt x="10210800" y="3664423"/>
                  <a:pt x="10217623" y="3657600"/>
                  <a:pt x="10226040" y="3657600"/>
                </a:cubicBezTo>
                <a:cubicBezTo>
                  <a:pt x="10234457" y="3657600"/>
                  <a:pt x="10241280" y="3664423"/>
                  <a:pt x="10241280" y="3672840"/>
                </a:cubicBezTo>
                <a:close/>
                <a:moveTo>
                  <a:pt x="10241280" y="3825240"/>
                </a:moveTo>
                <a:cubicBezTo>
                  <a:pt x="10241280" y="3833657"/>
                  <a:pt x="10234457" y="3840480"/>
                  <a:pt x="10226040" y="3840480"/>
                </a:cubicBezTo>
                <a:cubicBezTo>
                  <a:pt x="10217623" y="3840480"/>
                  <a:pt x="10210800" y="3833657"/>
                  <a:pt x="10210800" y="3825240"/>
                </a:cubicBezTo>
                <a:cubicBezTo>
                  <a:pt x="10210800" y="3816823"/>
                  <a:pt x="10217623" y="3810000"/>
                  <a:pt x="10226040" y="3810000"/>
                </a:cubicBezTo>
                <a:cubicBezTo>
                  <a:pt x="10234457" y="3810000"/>
                  <a:pt x="10241280" y="3816823"/>
                  <a:pt x="10241280" y="3825240"/>
                </a:cubicBezTo>
                <a:close/>
                <a:moveTo>
                  <a:pt x="10241280" y="3977640"/>
                </a:moveTo>
                <a:cubicBezTo>
                  <a:pt x="10241280" y="3986057"/>
                  <a:pt x="10234457" y="3992880"/>
                  <a:pt x="10226040" y="3992880"/>
                </a:cubicBezTo>
                <a:cubicBezTo>
                  <a:pt x="10217623" y="3992880"/>
                  <a:pt x="10210800" y="3986057"/>
                  <a:pt x="10210800" y="3977640"/>
                </a:cubicBezTo>
                <a:cubicBezTo>
                  <a:pt x="10210800" y="3969223"/>
                  <a:pt x="10217623" y="3962400"/>
                  <a:pt x="10226040" y="3962400"/>
                </a:cubicBezTo>
                <a:cubicBezTo>
                  <a:pt x="10234457" y="3962400"/>
                  <a:pt x="10241280" y="3969223"/>
                  <a:pt x="10241280" y="3977640"/>
                </a:cubicBezTo>
                <a:close/>
                <a:moveTo>
                  <a:pt x="10241280" y="4130040"/>
                </a:moveTo>
                <a:cubicBezTo>
                  <a:pt x="10241280" y="4138457"/>
                  <a:pt x="10234457" y="4145280"/>
                  <a:pt x="10226040" y="4145280"/>
                </a:cubicBezTo>
                <a:cubicBezTo>
                  <a:pt x="10217623" y="4145280"/>
                  <a:pt x="10210800" y="4138457"/>
                  <a:pt x="10210800" y="4130040"/>
                </a:cubicBezTo>
                <a:cubicBezTo>
                  <a:pt x="10210800" y="4121623"/>
                  <a:pt x="10217623" y="4114800"/>
                  <a:pt x="10226040" y="4114800"/>
                </a:cubicBezTo>
                <a:cubicBezTo>
                  <a:pt x="10234457" y="4114800"/>
                  <a:pt x="10241280" y="4121623"/>
                  <a:pt x="10241280" y="4130040"/>
                </a:cubicBezTo>
                <a:close/>
                <a:moveTo>
                  <a:pt x="10241280" y="4282440"/>
                </a:moveTo>
                <a:cubicBezTo>
                  <a:pt x="10241280" y="4290857"/>
                  <a:pt x="10234457" y="4297680"/>
                  <a:pt x="10226040" y="4297680"/>
                </a:cubicBezTo>
                <a:cubicBezTo>
                  <a:pt x="10217623" y="4297680"/>
                  <a:pt x="10210800" y="4290857"/>
                  <a:pt x="10210800" y="4282440"/>
                </a:cubicBezTo>
                <a:cubicBezTo>
                  <a:pt x="10210800" y="4274023"/>
                  <a:pt x="10217623" y="4267200"/>
                  <a:pt x="10226040" y="4267200"/>
                </a:cubicBezTo>
                <a:cubicBezTo>
                  <a:pt x="10234457" y="4267200"/>
                  <a:pt x="10241280" y="4274023"/>
                  <a:pt x="10241280" y="4282440"/>
                </a:cubicBezTo>
                <a:close/>
                <a:moveTo>
                  <a:pt x="10241280" y="4434840"/>
                </a:moveTo>
                <a:cubicBezTo>
                  <a:pt x="10241280" y="4443257"/>
                  <a:pt x="10234457" y="4450080"/>
                  <a:pt x="10226040" y="4450080"/>
                </a:cubicBezTo>
                <a:cubicBezTo>
                  <a:pt x="10217623" y="4450080"/>
                  <a:pt x="10210800" y="4443257"/>
                  <a:pt x="10210800" y="4434840"/>
                </a:cubicBezTo>
                <a:cubicBezTo>
                  <a:pt x="10210800" y="4426423"/>
                  <a:pt x="10217623" y="4419600"/>
                  <a:pt x="10226040" y="4419600"/>
                </a:cubicBezTo>
                <a:cubicBezTo>
                  <a:pt x="10234457" y="4419600"/>
                  <a:pt x="10241280" y="4426423"/>
                  <a:pt x="10241280" y="4434840"/>
                </a:cubicBezTo>
                <a:close/>
                <a:moveTo>
                  <a:pt x="10393680" y="15240"/>
                </a:moveTo>
                <a:cubicBezTo>
                  <a:pt x="10393680" y="23657"/>
                  <a:pt x="10386857" y="30480"/>
                  <a:pt x="10378440" y="30480"/>
                </a:cubicBezTo>
                <a:cubicBezTo>
                  <a:pt x="10370023" y="30480"/>
                  <a:pt x="10363200" y="23657"/>
                  <a:pt x="10363200" y="15240"/>
                </a:cubicBezTo>
                <a:cubicBezTo>
                  <a:pt x="10363200" y="6823"/>
                  <a:pt x="10370023" y="0"/>
                  <a:pt x="10378440" y="0"/>
                </a:cubicBezTo>
                <a:cubicBezTo>
                  <a:pt x="10386857" y="0"/>
                  <a:pt x="10393680" y="6823"/>
                  <a:pt x="10393680" y="15240"/>
                </a:cubicBezTo>
                <a:close/>
                <a:moveTo>
                  <a:pt x="10393680" y="167640"/>
                </a:moveTo>
                <a:cubicBezTo>
                  <a:pt x="10393680" y="176057"/>
                  <a:pt x="10386857" y="182880"/>
                  <a:pt x="10378440" y="182880"/>
                </a:cubicBezTo>
                <a:cubicBezTo>
                  <a:pt x="10370023" y="182880"/>
                  <a:pt x="10363200" y="176057"/>
                  <a:pt x="10363200" y="167640"/>
                </a:cubicBezTo>
                <a:cubicBezTo>
                  <a:pt x="10363200" y="159223"/>
                  <a:pt x="10370023" y="152400"/>
                  <a:pt x="10378440" y="152400"/>
                </a:cubicBezTo>
                <a:cubicBezTo>
                  <a:pt x="10386857" y="152400"/>
                  <a:pt x="10393680" y="159223"/>
                  <a:pt x="10393680" y="167640"/>
                </a:cubicBezTo>
                <a:close/>
                <a:moveTo>
                  <a:pt x="10393680" y="320040"/>
                </a:moveTo>
                <a:cubicBezTo>
                  <a:pt x="10393680" y="328457"/>
                  <a:pt x="10386857" y="335280"/>
                  <a:pt x="10378440" y="335280"/>
                </a:cubicBezTo>
                <a:cubicBezTo>
                  <a:pt x="10370023" y="335280"/>
                  <a:pt x="10363200" y="328457"/>
                  <a:pt x="10363200" y="320040"/>
                </a:cubicBezTo>
                <a:cubicBezTo>
                  <a:pt x="10363200" y="311623"/>
                  <a:pt x="10370023" y="304800"/>
                  <a:pt x="10378440" y="304800"/>
                </a:cubicBezTo>
                <a:cubicBezTo>
                  <a:pt x="10386857" y="304800"/>
                  <a:pt x="10393680" y="311623"/>
                  <a:pt x="10393680" y="320040"/>
                </a:cubicBezTo>
                <a:close/>
                <a:moveTo>
                  <a:pt x="10393680" y="472440"/>
                </a:moveTo>
                <a:cubicBezTo>
                  <a:pt x="10393680" y="480857"/>
                  <a:pt x="10386857" y="487680"/>
                  <a:pt x="10378440" y="487680"/>
                </a:cubicBezTo>
                <a:cubicBezTo>
                  <a:pt x="10370023" y="487680"/>
                  <a:pt x="10363200" y="480857"/>
                  <a:pt x="10363200" y="472440"/>
                </a:cubicBezTo>
                <a:cubicBezTo>
                  <a:pt x="10363200" y="464023"/>
                  <a:pt x="10370023" y="457200"/>
                  <a:pt x="10378440" y="457200"/>
                </a:cubicBezTo>
                <a:cubicBezTo>
                  <a:pt x="10386857" y="457200"/>
                  <a:pt x="10393680" y="464023"/>
                  <a:pt x="10393680" y="472440"/>
                </a:cubicBezTo>
                <a:close/>
                <a:moveTo>
                  <a:pt x="10393680" y="624840"/>
                </a:moveTo>
                <a:cubicBezTo>
                  <a:pt x="10393680" y="633257"/>
                  <a:pt x="10386857" y="640080"/>
                  <a:pt x="10378440" y="640080"/>
                </a:cubicBezTo>
                <a:cubicBezTo>
                  <a:pt x="10370023" y="640080"/>
                  <a:pt x="10363200" y="633257"/>
                  <a:pt x="10363200" y="624840"/>
                </a:cubicBezTo>
                <a:cubicBezTo>
                  <a:pt x="10363200" y="616423"/>
                  <a:pt x="10370023" y="609600"/>
                  <a:pt x="10378440" y="609600"/>
                </a:cubicBezTo>
                <a:cubicBezTo>
                  <a:pt x="10386857" y="609600"/>
                  <a:pt x="10393680" y="616423"/>
                  <a:pt x="10393680" y="624840"/>
                </a:cubicBezTo>
                <a:close/>
                <a:moveTo>
                  <a:pt x="10393680" y="777240"/>
                </a:moveTo>
                <a:cubicBezTo>
                  <a:pt x="10393680" y="785657"/>
                  <a:pt x="10386857" y="792480"/>
                  <a:pt x="10378440" y="792480"/>
                </a:cubicBezTo>
                <a:cubicBezTo>
                  <a:pt x="10370023" y="792480"/>
                  <a:pt x="10363200" y="785657"/>
                  <a:pt x="10363200" y="777240"/>
                </a:cubicBezTo>
                <a:cubicBezTo>
                  <a:pt x="10363200" y="768823"/>
                  <a:pt x="10370023" y="762000"/>
                  <a:pt x="10378440" y="762000"/>
                </a:cubicBezTo>
                <a:cubicBezTo>
                  <a:pt x="10386857" y="762000"/>
                  <a:pt x="10393680" y="768823"/>
                  <a:pt x="10393680" y="777240"/>
                </a:cubicBezTo>
                <a:close/>
                <a:moveTo>
                  <a:pt x="10393680" y="929640"/>
                </a:moveTo>
                <a:cubicBezTo>
                  <a:pt x="10393680" y="938057"/>
                  <a:pt x="10386857" y="944880"/>
                  <a:pt x="10378440" y="944880"/>
                </a:cubicBezTo>
                <a:cubicBezTo>
                  <a:pt x="10370023" y="944880"/>
                  <a:pt x="10363200" y="938057"/>
                  <a:pt x="10363200" y="929640"/>
                </a:cubicBezTo>
                <a:cubicBezTo>
                  <a:pt x="10363200" y="921223"/>
                  <a:pt x="10370023" y="914400"/>
                  <a:pt x="10378440" y="914400"/>
                </a:cubicBezTo>
                <a:cubicBezTo>
                  <a:pt x="10386857" y="914400"/>
                  <a:pt x="10393680" y="921223"/>
                  <a:pt x="10393680" y="929640"/>
                </a:cubicBezTo>
                <a:close/>
                <a:moveTo>
                  <a:pt x="10393680" y="1082040"/>
                </a:moveTo>
                <a:cubicBezTo>
                  <a:pt x="10393680" y="1090457"/>
                  <a:pt x="10386857" y="1097280"/>
                  <a:pt x="10378440" y="1097280"/>
                </a:cubicBezTo>
                <a:cubicBezTo>
                  <a:pt x="10370023" y="1097280"/>
                  <a:pt x="10363200" y="1090457"/>
                  <a:pt x="10363200" y="1082040"/>
                </a:cubicBezTo>
                <a:cubicBezTo>
                  <a:pt x="10363200" y="1073623"/>
                  <a:pt x="10370023" y="1066800"/>
                  <a:pt x="10378440" y="1066800"/>
                </a:cubicBezTo>
                <a:cubicBezTo>
                  <a:pt x="10386857" y="1066800"/>
                  <a:pt x="10393680" y="1073623"/>
                  <a:pt x="10393680" y="1082040"/>
                </a:cubicBezTo>
                <a:close/>
                <a:moveTo>
                  <a:pt x="10393680" y="1234440"/>
                </a:moveTo>
                <a:cubicBezTo>
                  <a:pt x="10393680" y="1242857"/>
                  <a:pt x="10386857" y="1249680"/>
                  <a:pt x="10378440" y="1249680"/>
                </a:cubicBezTo>
                <a:cubicBezTo>
                  <a:pt x="10370023" y="1249680"/>
                  <a:pt x="10363200" y="1242857"/>
                  <a:pt x="10363200" y="1234440"/>
                </a:cubicBezTo>
                <a:cubicBezTo>
                  <a:pt x="10363200" y="1226023"/>
                  <a:pt x="10370023" y="1219200"/>
                  <a:pt x="10378440" y="1219200"/>
                </a:cubicBezTo>
                <a:cubicBezTo>
                  <a:pt x="10386857" y="1219200"/>
                  <a:pt x="10393680" y="1226023"/>
                  <a:pt x="10393680" y="1234440"/>
                </a:cubicBezTo>
                <a:close/>
                <a:moveTo>
                  <a:pt x="10393680" y="1386840"/>
                </a:moveTo>
                <a:cubicBezTo>
                  <a:pt x="10393680" y="1395257"/>
                  <a:pt x="10386857" y="1402080"/>
                  <a:pt x="10378440" y="1402080"/>
                </a:cubicBezTo>
                <a:cubicBezTo>
                  <a:pt x="10370023" y="1402080"/>
                  <a:pt x="10363200" y="1395257"/>
                  <a:pt x="10363200" y="1386840"/>
                </a:cubicBezTo>
                <a:cubicBezTo>
                  <a:pt x="10363200" y="1378423"/>
                  <a:pt x="10370023" y="1371600"/>
                  <a:pt x="10378440" y="1371600"/>
                </a:cubicBezTo>
                <a:cubicBezTo>
                  <a:pt x="10386857" y="1371600"/>
                  <a:pt x="10393680" y="1378423"/>
                  <a:pt x="10393680" y="1386840"/>
                </a:cubicBezTo>
                <a:close/>
                <a:moveTo>
                  <a:pt x="10393680" y="1539240"/>
                </a:moveTo>
                <a:cubicBezTo>
                  <a:pt x="10393680" y="1547657"/>
                  <a:pt x="10386857" y="1554480"/>
                  <a:pt x="10378440" y="1554480"/>
                </a:cubicBezTo>
                <a:cubicBezTo>
                  <a:pt x="10370023" y="1554480"/>
                  <a:pt x="10363200" y="1547657"/>
                  <a:pt x="10363200" y="1539240"/>
                </a:cubicBezTo>
                <a:cubicBezTo>
                  <a:pt x="10363200" y="1530823"/>
                  <a:pt x="10370023" y="1524000"/>
                  <a:pt x="10378440" y="1524000"/>
                </a:cubicBezTo>
                <a:cubicBezTo>
                  <a:pt x="10386857" y="1524000"/>
                  <a:pt x="10393680" y="1530823"/>
                  <a:pt x="10393680" y="1539240"/>
                </a:cubicBezTo>
                <a:close/>
                <a:moveTo>
                  <a:pt x="10393680" y="1691640"/>
                </a:moveTo>
                <a:cubicBezTo>
                  <a:pt x="10393680" y="1700057"/>
                  <a:pt x="10386857" y="1706880"/>
                  <a:pt x="10378440" y="1706880"/>
                </a:cubicBezTo>
                <a:cubicBezTo>
                  <a:pt x="10370023" y="1706880"/>
                  <a:pt x="10363200" y="1700057"/>
                  <a:pt x="10363200" y="1691640"/>
                </a:cubicBezTo>
                <a:cubicBezTo>
                  <a:pt x="10363200" y="1683223"/>
                  <a:pt x="10370023" y="1676400"/>
                  <a:pt x="10378440" y="1676400"/>
                </a:cubicBezTo>
                <a:cubicBezTo>
                  <a:pt x="10386857" y="1676400"/>
                  <a:pt x="10393680" y="1683223"/>
                  <a:pt x="10393680" y="1691640"/>
                </a:cubicBezTo>
                <a:close/>
                <a:moveTo>
                  <a:pt x="10393680" y="1844040"/>
                </a:moveTo>
                <a:cubicBezTo>
                  <a:pt x="10393680" y="1852457"/>
                  <a:pt x="10386857" y="1859280"/>
                  <a:pt x="10378440" y="1859280"/>
                </a:cubicBezTo>
                <a:cubicBezTo>
                  <a:pt x="10370023" y="1859280"/>
                  <a:pt x="10363200" y="1852457"/>
                  <a:pt x="10363200" y="1844040"/>
                </a:cubicBezTo>
                <a:cubicBezTo>
                  <a:pt x="10363200" y="1835623"/>
                  <a:pt x="10370023" y="1828800"/>
                  <a:pt x="10378440" y="1828800"/>
                </a:cubicBezTo>
                <a:cubicBezTo>
                  <a:pt x="10386857" y="1828800"/>
                  <a:pt x="10393680" y="1835623"/>
                  <a:pt x="10393680" y="1844040"/>
                </a:cubicBezTo>
                <a:close/>
                <a:moveTo>
                  <a:pt x="10393680" y="1996440"/>
                </a:moveTo>
                <a:cubicBezTo>
                  <a:pt x="10393680" y="2004857"/>
                  <a:pt x="10386857" y="2011680"/>
                  <a:pt x="10378440" y="2011680"/>
                </a:cubicBezTo>
                <a:cubicBezTo>
                  <a:pt x="10370023" y="2011680"/>
                  <a:pt x="10363200" y="2004857"/>
                  <a:pt x="10363200" y="1996440"/>
                </a:cubicBezTo>
                <a:cubicBezTo>
                  <a:pt x="10363200" y="1988023"/>
                  <a:pt x="10370023" y="1981200"/>
                  <a:pt x="10378440" y="1981200"/>
                </a:cubicBezTo>
                <a:cubicBezTo>
                  <a:pt x="10386857" y="1981200"/>
                  <a:pt x="10393680" y="1988023"/>
                  <a:pt x="10393680" y="1996440"/>
                </a:cubicBezTo>
                <a:close/>
                <a:moveTo>
                  <a:pt x="10393680" y="2148840"/>
                </a:moveTo>
                <a:cubicBezTo>
                  <a:pt x="10393680" y="2157257"/>
                  <a:pt x="10386857" y="2164080"/>
                  <a:pt x="10378440" y="2164080"/>
                </a:cubicBezTo>
                <a:cubicBezTo>
                  <a:pt x="10370023" y="2164080"/>
                  <a:pt x="10363200" y="2157257"/>
                  <a:pt x="10363200" y="2148840"/>
                </a:cubicBezTo>
                <a:cubicBezTo>
                  <a:pt x="10363200" y="2140423"/>
                  <a:pt x="10370023" y="2133600"/>
                  <a:pt x="10378440" y="2133600"/>
                </a:cubicBezTo>
                <a:cubicBezTo>
                  <a:pt x="10386857" y="2133600"/>
                  <a:pt x="10393680" y="2140423"/>
                  <a:pt x="10393680" y="2148840"/>
                </a:cubicBezTo>
                <a:close/>
                <a:moveTo>
                  <a:pt x="10393680" y="2301240"/>
                </a:moveTo>
                <a:cubicBezTo>
                  <a:pt x="10393680" y="2309657"/>
                  <a:pt x="10386857" y="2316480"/>
                  <a:pt x="10378440" y="2316480"/>
                </a:cubicBezTo>
                <a:cubicBezTo>
                  <a:pt x="10370023" y="2316480"/>
                  <a:pt x="10363200" y="2309657"/>
                  <a:pt x="10363200" y="2301240"/>
                </a:cubicBezTo>
                <a:cubicBezTo>
                  <a:pt x="10363200" y="2292823"/>
                  <a:pt x="10370023" y="2286000"/>
                  <a:pt x="10378440" y="2286000"/>
                </a:cubicBezTo>
                <a:cubicBezTo>
                  <a:pt x="10386857" y="2286000"/>
                  <a:pt x="10393680" y="2292823"/>
                  <a:pt x="10393680" y="2301240"/>
                </a:cubicBezTo>
                <a:close/>
                <a:moveTo>
                  <a:pt x="10393680" y="2453640"/>
                </a:moveTo>
                <a:cubicBezTo>
                  <a:pt x="10393680" y="2462057"/>
                  <a:pt x="10386857" y="2468880"/>
                  <a:pt x="10378440" y="2468880"/>
                </a:cubicBezTo>
                <a:cubicBezTo>
                  <a:pt x="10370023" y="2468880"/>
                  <a:pt x="10363200" y="2462057"/>
                  <a:pt x="10363200" y="2453640"/>
                </a:cubicBezTo>
                <a:cubicBezTo>
                  <a:pt x="10363200" y="2445223"/>
                  <a:pt x="10370023" y="2438400"/>
                  <a:pt x="10378440" y="2438400"/>
                </a:cubicBezTo>
                <a:cubicBezTo>
                  <a:pt x="10386857" y="2438400"/>
                  <a:pt x="10393680" y="2445223"/>
                  <a:pt x="10393680" y="2453640"/>
                </a:cubicBezTo>
                <a:close/>
                <a:moveTo>
                  <a:pt x="10393680" y="2606040"/>
                </a:moveTo>
                <a:cubicBezTo>
                  <a:pt x="10393680" y="2614457"/>
                  <a:pt x="10386857" y="2621280"/>
                  <a:pt x="10378440" y="2621280"/>
                </a:cubicBezTo>
                <a:cubicBezTo>
                  <a:pt x="10370023" y="2621280"/>
                  <a:pt x="10363200" y="2614457"/>
                  <a:pt x="10363200" y="2606040"/>
                </a:cubicBezTo>
                <a:cubicBezTo>
                  <a:pt x="10363200" y="2597623"/>
                  <a:pt x="10370023" y="2590800"/>
                  <a:pt x="10378440" y="2590800"/>
                </a:cubicBezTo>
                <a:cubicBezTo>
                  <a:pt x="10386857" y="2590800"/>
                  <a:pt x="10393680" y="2597623"/>
                  <a:pt x="10393680" y="2606040"/>
                </a:cubicBezTo>
                <a:close/>
                <a:moveTo>
                  <a:pt x="10393680" y="2758440"/>
                </a:moveTo>
                <a:cubicBezTo>
                  <a:pt x="10393680" y="2766857"/>
                  <a:pt x="10386857" y="2773680"/>
                  <a:pt x="10378440" y="2773680"/>
                </a:cubicBezTo>
                <a:cubicBezTo>
                  <a:pt x="10370023" y="2773680"/>
                  <a:pt x="10363200" y="2766857"/>
                  <a:pt x="10363200" y="2758440"/>
                </a:cubicBezTo>
                <a:cubicBezTo>
                  <a:pt x="10363200" y="2750023"/>
                  <a:pt x="10370023" y="2743200"/>
                  <a:pt x="10378440" y="2743200"/>
                </a:cubicBezTo>
                <a:cubicBezTo>
                  <a:pt x="10386857" y="2743200"/>
                  <a:pt x="10393680" y="2750023"/>
                  <a:pt x="10393680" y="2758440"/>
                </a:cubicBezTo>
                <a:close/>
                <a:moveTo>
                  <a:pt x="10393680" y="2910840"/>
                </a:moveTo>
                <a:cubicBezTo>
                  <a:pt x="10393680" y="2919257"/>
                  <a:pt x="10386857" y="2926080"/>
                  <a:pt x="10378440" y="2926080"/>
                </a:cubicBezTo>
                <a:cubicBezTo>
                  <a:pt x="10370023" y="2926080"/>
                  <a:pt x="10363200" y="2919257"/>
                  <a:pt x="10363200" y="2910840"/>
                </a:cubicBezTo>
                <a:cubicBezTo>
                  <a:pt x="10363200" y="2902423"/>
                  <a:pt x="10370023" y="2895600"/>
                  <a:pt x="10378440" y="2895600"/>
                </a:cubicBezTo>
                <a:cubicBezTo>
                  <a:pt x="10386857" y="2895600"/>
                  <a:pt x="10393680" y="2902423"/>
                  <a:pt x="10393680" y="2910840"/>
                </a:cubicBezTo>
                <a:close/>
                <a:moveTo>
                  <a:pt x="10393680" y="3063240"/>
                </a:moveTo>
                <a:cubicBezTo>
                  <a:pt x="10393680" y="3071657"/>
                  <a:pt x="10386857" y="3078480"/>
                  <a:pt x="10378440" y="3078480"/>
                </a:cubicBezTo>
                <a:cubicBezTo>
                  <a:pt x="10370023" y="3078480"/>
                  <a:pt x="10363200" y="3071657"/>
                  <a:pt x="10363200" y="3063240"/>
                </a:cubicBezTo>
                <a:cubicBezTo>
                  <a:pt x="10363200" y="3054823"/>
                  <a:pt x="10370023" y="3048000"/>
                  <a:pt x="10378440" y="3048000"/>
                </a:cubicBezTo>
                <a:cubicBezTo>
                  <a:pt x="10386857" y="3048000"/>
                  <a:pt x="10393680" y="3054823"/>
                  <a:pt x="10393680" y="3063240"/>
                </a:cubicBezTo>
                <a:close/>
                <a:moveTo>
                  <a:pt x="10393680" y="3215640"/>
                </a:moveTo>
                <a:cubicBezTo>
                  <a:pt x="10393680" y="3224057"/>
                  <a:pt x="10386857" y="3230880"/>
                  <a:pt x="10378440" y="3230880"/>
                </a:cubicBezTo>
                <a:cubicBezTo>
                  <a:pt x="10370023" y="3230880"/>
                  <a:pt x="10363200" y="3224057"/>
                  <a:pt x="10363200" y="3215640"/>
                </a:cubicBezTo>
                <a:cubicBezTo>
                  <a:pt x="10363200" y="3207223"/>
                  <a:pt x="10370023" y="3200400"/>
                  <a:pt x="10378440" y="3200400"/>
                </a:cubicBezTo>
                <a:cubicBezTo>
                  <a:pt x="10386857" y="3200400"/>
                  <a:pt x="10393680" y="3207223"/>
                  <a:pt x="10393680" y="3215640"/>
                </a:cubicBezTo>
                <a:close/>
                <a:moveTo>
                  <a:pt x="10393680" y="3368040"/>
                </a:moveTo>
                <a:cubicBezTo>
                  <a:pt x="10393680" y="3376457"/>
                  <a:pt x="10386857" y="3383280"/>
                  <a:pt x="10378440" y="3383280"/>
                </a:cubicBezTo>
                <a:cubicBezTo>
                  <a:pt x="10370023" y="3383280"/>
                  <a:pt x="10363200" y="3376457"/>
                  <a:pt x="10363200" y="3368040"/>
                </a:cubicBezTo>
                <a:cubicBezTo>
                  <a:pt x="10363200" y="3359623"/>
                  <a:pt x="10370023" y="3352800"/>
                  <a:pt x="10378440" y="3352800"/>
                </a:cubicBezTo>
                <a:cubicBezTo>
                  <a:pt x="10386857" y="3352800"/>
                  <a:pt x="10393680" y="3359623"/>
                  <a:pt x="10393680" y="3368040"/>
                </a:cubicBezTo>
                <a:close/>
                <a:moveTo>
                  <a:pt x="10393680" y="3520440"/>
                </a:moveTo>
                <a:cubicBezTo>
                  <a:pt x="10393680" y="3528857"/>
                  <a:pt x="10386857" y="3535680"/>
                  <a:pt x="10378440" y="3535680"/>
                </a:cubicBezTo>
                <a:cubicBezTo>
                  <a:pt x="10370023" y="3535680"/>
                  <a:pt x="10363200" y="3528857"/>
                  <a:pt x="10363200" y="3520440"/>
                </a:cubicBezTo>
                <a:cubicBezTo>
                  <a:pt x="10363200" y="3512023"/>
                  <a:pt x="10370023" y="3505200"/>
                  <a:pt x="10378440" y="3505200"/>
                </a:cubicBezTo>
                <a:cubicBezTo>
                  <a:pt x="10386857" y="3505200"/>
                  <a:pt x="10393680" y="3512023"/>
                  <a:pt x="10393680" y="3520440"/>
                </a:cubicBezTo>
                <a:close/>
                <a:moveTo>
                  <a:pt x="10393680" y="3672840"/>
                </a:moveTo>
                <a:cubicBezTo>
                  <a:pt x="10393680" y="3681257"/>
                  <a:pt x="10386857" y="3688080"/>
                  <a:pt x="10378440" y="3688080"/>
                </a:cubicBezTo>
                <a:cubicBezTo>
                  <a:pt x="10370023" y="3688080"/>
                  <a:pt x="10363200" y="3681257"/>
                  <a:pt x="10363200" y="3672840"/>
                </a:cubicBezTo>
                <a:cubicBezTo>
                  <a:pt x="10363200" y="3664423"/>
                  <a:pt x="10370023" y="3657600"/>
                  <a:pt x="10378440" y="3657600"/>
                </a:cubicBezTo>
                <a:cubicBezTo>
                  <a:pt x="10386857" y="3657600"/>
                  <a:pt x="10393680" y="3664423"/>
                  <a:pt x="10393680" y="3672840"/>
                </a:cubicBezTo>
                <a:close/>
                <a:moveTo>
                  <a:pt x="10393680" y="3825240"/>
                </a:moveTo>
                <a:cubicBezTo>
                  <a:pt x="10393680" y="3833657"/>
                  <a:pt x="10386857" y="3840480"/>
                  <a:pt x="10378440" y="3840480"/>
                </a:cubicBezTo>
                <a:cubicBezTo>
                  <a:pt x="10370023" y="3840480"/>
                  <a:pt x="10363200" y="3833657"/>
                  <a:pt x="10363200" y="3825240"/>
                </a:cubicBezTo>
                <a:cubicBezTo>
                  <a:pt x="10363200" y="3816823"/>
                  <a:pt x="10370023" y="3810000"/>
                  <a:pt x="10378440" y="3810000"/>
                </a:cubicBezTo>
                <a:cubicBezTo>
                  <a:pt x="10386857" y="3810000"/>
                  <a:pt x="10393680" y="3816823"/>
                  <a:pt x="10393680" y="3825240"/>
                </a:cubicBezTo>
                <a:close/>
                <a:moveTo>
                  <a:pt x="10393680" y="3977640"/>
                </a:moveTo>
                <a:cubicBezTo>
                  <a:pt x="10393680" y="3986057"/>
                  <a:pt x="10386857" y="3992880"/>
                  <a:pt x="10378440" y="3992880"/>
                </a:cubicBezTo>
                <a:cubicBezTo>
                  <a:pt x="10370023" y="3992880"/>
                  <a:pt x="10363200" y="3986057"/>
                  <a:pt x="10363200" y="3977640"/>
                </a:cubicBezTo>
                <a:cubicBezTo>
                  <a:pt x="10363200" y="3969223"/>
                  <a:pt x="10370023" y="3962400"/>
                  <a:pt x="10378440" y="3962400"/>
                </a:cubicBezTo>
                <a:cubicBezTo>
                  <a:pt x="10386857" y="3962400"/>
                  <a:pt x="10393680" y="3969223"/>
                  <a:pt x="10393680" y="3977640"/>
                </a:cubicBezTo>
                <a:close/>
                <a:moveTo>
                  <a:pt x="10393680" y="4130040"/>
                </a:moveTo>
                <a:cubicBezTo>
                  <a:pt x="10393680" y="4138457"/>
                  <a:pt x="10386857" y="4145280"/>
                  <a:pt x="10378440" y="4145280"/>
                </a:cubicBezTo>
                <a:cubicBezTo>
                  <a:pt x="10370023" y="4145280"/>
                  <a:pt x="10363200" y="4138457"/>
                  <a:pt x="10363200" y="4130040"/>
                </a:cubicBezTo>
                <a:cubicBezTo>
                  <a:pt x="10363200" y="4121623"/>
                  <a:pt x="10370023" y="4114800"/>
                  <a:pt x="10378440" y="4114800"/>
                </a:cubicBezTo>
                <a:cubicBezTo>
                  <a:pt x="10386857" y="4114800"/>
                  <a:pt x="10393680" y="4121623"/>
                  <a:pt x="10393680" y="4130040"/>
                </a:cubicBezTo>
                <a:close/>
                <a:moveTo>
                  <a:pt x="10393680" y="4282440"/>
                </a:moveTo>
                <a:cubicBezTo>
                  <a:pt x="10393680" y="4290857"/>
                  <a:pt x="10386857" y="4297680"/>
                  <a:pt x="10378440" y="4297680"/>
                </a:cubicBezTo>
                <a:cubicBezTo>
                  <a:pt x="10370023" y="4297680"/>
                  <a:pt x="10363200" y="4290857"/>
                  <a:pt x="10363200" y="4282440"/>
                </a:cubicBezTo>
                <a:cubicBezTo>
                  <a:pt x="10363200" y="4274023"/>
                  <a:pt x="10370023" y="4267200"/>
                  <a:pt x="10378440" y="4267200"/>
                </a:cubicBezTo>
                <a:cubicBezTo>
                  <a:pt x="10386857" y="4267200"/>
                  <a:pt x="10393680" y="4274023"/>
                  <a:pt x="10393680" y="4282440"/>
                </a:cubicBezTo>
                <a:close/>
                <a:moveTo>
                  <a:pt x="10393680" y="4434840"/>
                </a:moveTo>
                <a:cubicBezTo>
                  <a:pt x="10393680" y="4443257"/>
                  <a:pt x="10386857" y="4450080"/>
                  <a:pt x="10378440" y="4450080"/>
                </a:cubicBezTo>
                <a:cubicBezTo>
                  <a:pt x="10370023" y="4450080"/>
                  <a:pt x="10363200" y="4443257"/>
                  <a:pt x="10363200" y="4434840"/>
                </a:cubicBezTo>
                <a:cubicBezTo>
                  <a:pt x="10363200" y="4426423"/>
                  <a:pt x="10370023" y="4419600"/>
                  <a:pt x="10378440" y="4419600"/>
                </a:cubicBezTo>
                <a:cubicBezTo>
                  <a:pt x="10386857" y="4419600"/>
                  <a:pt x="10393680" y="4426423"/>
                  <a:pt x="10393680" y="4434840"/>
                </a:cubicBezTo>
                <a:close/>
                <a:moveTo>
                  <a:pt x="10546080" y="15240"/>
                </a:moveTo>
                <a:cubicBezTo>
                  <a:pt x="10546080" y="23657"/>
                  <a:pt x="10539257" y="30480"/>
                  <a:pt x="10530840" y="30480"/>
                </a:cubicBezTo>
                <a:cubicBezTo>
                  <a:pt x="10522423" y="30480"/>
                  <a:pt x="10515600" y="23657"/>
                  <a:pt x="10515600" y="15240"/>
                </a:cubicBezTo>
                <a:cubicBezTo>
                  <a:pt x="10515600" y="6823"/>
                  <a:pt x="10522423" y="0"/>
                  <a:pt x="10530840" y="0"/>
                </a:cubicBezTo>
                <a:cubicBezTo>
                  <a:pt x="10539257" y="0"/>
                  <a:pt x="10546080" y="6823"/>
                  <a:pt x="10546080" y="15240"/>
                </a:cubicBezTo>
                <a:close/>
                <a:moveTo>
                  <a:pt x="10546080" y="167640"/>
                </a:moveTo>
                <a:cubicBezTo>
                  <a:pt x="10546080" y="176057"/>
                  <a:pt x="10539257" y="182880"/>
                  <a:pt x="10530840" y="182880"/>
                </a:cubicBezTo>
                <a:cubicBezTo>
                  <a:pt x="10522423" y="182880"/>
                  <a:pt x="10515600" y="176057"/>
                  <a:pt x="10515600" y="167640"/>
                </a:cubicBezTo>
                <a:cubicBezTo>
                  <a:pt x="10515600" y="159223"/>
                  <a:pt x="10522423" y="152400"/>
                  <a:pt x="10530840" y="152400"/>
                </a:cubicBezTo>
                <a:cubicBezTo>
                  <a:pt x="10539257" y="152400"/>
                  <a:pt x="10546080" y="159223"/>
                  <a:pt x="10546080" y="167640"/>
                </a:cubicBezTo>
                <a:close/>
                <a:moveTo>
                  <a:pt x="10546080" y="320040"/>
                </a:moveTo>
                <a:cubicBezTo>
                  <a:pt x="10546080" y="328457"/>
                  <a:pt x="10539257" y="335280"/>
                  <a:pt x="10530840" y="335280"/>
                </a:cubicBezTo>
                <a:cubicBezTo>
                  <a:pt x="10522423" y="335280"/>
                  <a:pt x="10515600" y="328457"/>
                  <a:pt x="10515600" y="320040"/>
                </a:cubicBezTo>
                <a:cubicBezTo>
                  <a:pt x="10515600" y="311623"/>
                  <a:pt x="10522423" y="304800"/>
                  <a:pt x="10530840" y="304800"/>
                </a:cubicBezTo>
                <a:cubicBezTo>
                  <a:pt x="10539257" y="304800"/>
                  <a:pt x="10546080" y="311623"/>
                  <a:pt x="10546080" y="320040"/>
                </a:cubicBezTo>
                <a:close/>
                <a:moveTo>
                  <a:pt x="10546080" y="472440"/>
                </a:moveTo>
                <a:cubicBezTo>
                  <a:pt x="10546080" y="480857"/>
                  <a:pt x="10539257" y="487680"/>
                  <a:pt x="10530840" y="487680"/>
                </a:cubicBezTo>
                <a:cubicBezTo>
                  <a:pt x="10522423" y="487680"/>
                  <a:pt x="10515600" y="480857"/>
                  <a:pt x="10515600" y="472440"/>
                </a:cubicBezTo>
                <a:cubicBezTo>
                  <a:pt x="10515600" y="464023"/>
                  <a:pt x="10522423" y="457200"/>
                  <a:pt x="10530840" y="457200"/>
                </a:cubicBezTo>
                <a:cubicBezTo>
                  <a:pt x="10539257" y="457200"/>
                  <a:pt x="10546080" y="464023"/>
                  <a:pt x="10546080" y="472440"/>
                </a:cubicBezTo>
                <a:close/>
                <a:moveTo>
                  <a:pt x="10546080" y="624840"/>
                </a:moveTo>
                <a:cubicBezTo>
                  <a:pt x="10546080" y="633257"/>
                  <a:pt x="10539257" y="640080"/>
                  <a:pt x="10530840" y="640080"/>
                </a:cubicBezTo>
                <a:cubicBezTo>
                  <a:pt x="10522423" y="640080"/>
                  <a:pt x="10515600" y="633257"/>
                  <a:pt x="10515600" y="624840"/>
                </a:cubicBezTo>
                <a:cubicBezTo>
                  <a:pt x="10515600" y="616423"/>
                  <a:pt x="10522423" y="609600"/>
                  <a:pt x="10530840" y="609600"/>
                </a:cubicBezTo>
                <a:cubicBezTo>
                  <a:pt x="10539257" y="609600"/>
                  <a:pt x="10546080" y="616423"/>
                  <a:pt x="10546080" y="624840"/>
                </a:cubicBezTo>
                <a:close/>
                <a:moveTo>
                  <a:pt x="10546080" y="777240"/>
                </a:moveTo>
                <a:cubicBezTo>
                  <a:pt x="10546080" y="785657"/>
                  <a:pt x="10539257" y="792480"/>
                  <a:pt x="10530840" y="792480"/>
                </a:cubicBezTo>
                <a:cubicBezTo>
                  <a:pt x="10522423" y="792480"/>
                  <a:pt x="10515600" y="785657"/>
                  <a:pt x="10515600" y="777240"/>
                </a:cubicBezTo>
                <a:cubicBezTo>
                  <a:pt x="10515600" y="768823"/>
                  <a:pt x="10522423" y="762000"/>
                  <a:pt x="10530840" y="762000"/>
                </a:cubicBezTo>
                <a:cubicBezTo>
                  <a:pt x="10539257" y="762000"/>
                  <a:pt x="10546080" y="768823"/>
                  <a:pt x="10546080" y="777240"/>
                </a:cubicBezTo>
                <a:close/>
                <a:moveTo>
                  <a:pt x="10546080" y="929640"/>
                </a:moveTo>
                <a:cubicBezTo>
                  <a:pt x="10546080" y="938057"/>
                  <a:pt x="10539257" y="944880"/>
                  <a:pt x="10530840" y="944880"/>
                </a:cubicBezTo>
                <a:cubicBezTo>
                  <a:pt x="10522423" y="944880"/>
                  <a:pt x="10515600" y="938057"/>
                  <a:pt x="10515600" y="929640"/>
                </a:cubicBezTo>
                <a:cubicBezTo>
                  <a:pt x="10515600" y="921223"/>
                  <a:pt x="10522423" y="914400"/>
                  <a:pt x="10530840" y="914400"/>
                </a:cubicBezTo>
                <a:cubicBezTo>
                  <a:pt x="10539257" y="914400"/>
                  <a:pt x="10546080" y="921223"/>
                  <a:pt x="10546080" y="929640"/>
                </a:cubicBezTo>
                <a:close/>
                <a:moveTo>
                  <a:pt x="10546080" y="1082040"/>
                </a:moveTo>
                <a:cubicBezTo>
                  <a:pt x="10546080" y="1090457"/>
                  <a:pt x="10539257" y="1097280"/>
                  <a:pt x="10530840" y="1097280"/>
                </a:cubicBezTo>
                <a:cubicBezTo>
                  <a:pt x="10522423" y="1097280"/>
                  <a:pt x="10515600" y="1090457"/>
                  <a:pt x="10515600" y="1082040"/>
                </a:cubicBezTo>
                <a:cubicBezTo>
                  <a:pt x="10515600" y="1073623"/>
                  <a:pt x="10522423" y="1066800"/>
                  <a:pt x="10530840" y="1066800"/>
                </a:cubicBezTo>
                <a:cubicBezTo>
                  <a:pt x="10539257" y="1066800"/>
                  <a:pt x="10546080" y="1073623"/>
                  <a:pt x="10546080" y="1082040"/>
                </a:cubicBezTo>
                <a:close/>
                <a:moveTo>
                  <a:pt x="10546080" y="1234440"/>
                </a:moveTo>
                <a:cubicBezTo>
                  <a:pt x="10546080" y="1242857"/>
                  <a:pt x="10539257" y="1249680"/>
                  <a:pt x="10530840" y="1249680"/>
                </a:cubicBezTo>
                <a:cubicBezTo>
                  <a:pt x="10522423" y="1249680"/>
                  <a:pt x="10515600" y="1242857"/>
                  <a:pt x="10515600" y="1234440"/>
                </a:cubicBezTo>
                <a:cubicBezTo>
                  <a:pt x="10515600" y="1226023"/>
                  <a:pt x="10522423" y="1219200"/>
                  <a:pt x="10530840" y="1219200"/>
                </a:cubicBezTo>
                <a:cubicBezTo>
                  <a:pt x="10539257" y="1219200"/>
                  <a:pt x="10546080" y="1226023"/>
                  <a:pt x="10546080" y="1234440"/>
                </a:cubicBezTo>
                <a:close/>
                <a:moveTo>
                  <a:pt x="10546080" y="1386840"/>
                </a:moveTo>
                <a:cubicBezTo>
                  <a:pt x="10546080" y="1395257"/>
                  <a:pt x="10539257" y="1402080"/>
                  <a:pt x="10530840" y="1402080"/>
                </a:cubicBezTo>
                <a:cubicBezTo>
                  <a:pt x="10522423" y="1402080"/>
                  <a:pt x="10515600" y="1395257"/>
                  <a:pt x="10515600" y="1386840"/>
                </a:cubicBezTo>
                <a:cubicBezTo>
                  <a:pt x="10515600" y="1378423"/>
                  <a:pt x="10522423" y="1371600"/>
                  <a:pt x="10530840" y="1371600"/>
                </a:cubicBezTo>
                <a:cubicBezTo>
                  <a:pt x="10539257" y="1371600"/>
                  <a:pt x="10546080" y="1378423"/>
                  <a:pt x="10546080" y="1386840"/>
                </a:cubicBezTo>
                <a:close/>
                <a:moveTo>
                  <a:pt x="10546080" y="1539240"/>
                </a:moveTo>
                <a:cubicBezTo>
                  <a:pt x="10546080" y="1547657"/>
                  <a:pt x="10539257" y="1554480"/>
                  <a:pt x="10530840" y="1554480"/>
                </a:cubicBezTo>
                <a:cubicBezTo>
                  <a:pt x="10522423" y="1554480"/>
                  <a:pt x="10515600" y="1547657"/>
                  <a:pt x="10515600" y="1539240"/>
                </a:cubicBezTo>
                <a:cubicBezTo>
                  <a:pt x="10515600" y="1530823"/>
                  <a:pt x="10522423" y="1524000"/>
                  <a:pt x="10530840" y="1524000"/>
                </a:cubicBezTo>
                <a:cubicBezTo>
                  <a:pt x="10539257" y="1524000"/>
                  <a:pt x="10546080" y="1530823"/>
                  <a:pt x="10546080" y="1539240"/>
                </a:cubicBezTo>
                <a:close/>
                <a:moveTo>
                  <a:pt x="10546080" y="1691640"/>
                </a:moveTo>
                <a:cubicBezTo>
                  <a:pt x="10546080" y="1700057"/>
                  <a:pt x="10539257" y="1706880"/>
                  <a:pt x="10530840" y="1706880"/>
                </a:cubicBezTo>
                <a:cubicBezTo>
                  <a:pt x="10522423" y="1706880"/>
                  <a:pt x="10515600" y="1700057"/>
                  <a:pt x="10515600" y="1691640"/>
                </a:cubicBezTo>
                <a:cubicBezTo>
                  <a:pt x="10515600" y="1683223"/>
                  <a:pt x="10522423" y="1676400"/>
                  <a:pt x="10530840" y="1676400"/>
                </a:cubicBezTo>
                <a:cubicBezTo>
                  <a:pt x="10539257" y="1676400"/>
                  <a:pt x="10546080" y="1683223"/>
                  <a:pt x="10546080" y="1691640"/>
                </a:cubicBezTo>
                <a:close/>
                <a:moveTo>
                  <a:pt x="10546080" y="1844040"/>
                </a:moveTo>
                <a:cubicBezTo>
                  <a:pt x="10546080" y="1852457"/>
                  <a:pt x="10539257" y="1859280"/>
                  <a:pt x="10530840" y="1859280"/>
                </a:cubicBezTo>
                <a:cubicBezTo>
                  <a:pt x="10522423" y="1859280"/>
                  <a:pt x="10515600" y="1852457"/>
                  <a:pt x="10515600" y="1844040"/>
                </a:cubicBezTo>
                <a:cubicBezTo>
                  <a:pt x="10515600" y="1835623"/>
                  <a:pt x="10522423" y="1828800"/>
                  <a:pt x="10530840" y="1828800"/>
                </a:cubicBezTo>
                <a:cubicBezTo>
                  <a:pt x="10539257" y="1828800"/>
                  <a:pt x="10546080" y="1835623"/>
                  <a:pt x="10546080" y="1844040"/>
                </a:cubicBezTo>
                <a:close/>
                <a:moveTo>
                  <a:pt x="10546080" y="1996440"/>
                </a:moveTo>
                <a:cubicBezTo>
                  <a:pt x="10546080" y="2004857"/>
                  <a:pt x="10539257" y="2011680"/>
                  <a:pt x="10530840" y="2011680"/>
                </a:cubicBezTo>
                <a:cubicBezTo>
                  <a:pt x="10522423" y="2011680"/>
                  <a:pt x="10515600" y="2004857"/>
                  <a:pt x="10515600" y="1996440"/>
                </a:cubicBezTo>
                <a:cubicBezTo>
                  <a:pt x="10515600" y="1988023"/>
                  <a:pt x="10522423" y="1981200"/>
                  <a:pt x="10530840" y="1981200"/>
                </a:cubicBezTo>
                <a:cubicBezTo>
                  <a:pt x="10539257" y="1981200"/>
                  <a:pt x="10546080" y="1988023"/>
                  <a:pt x="10546080" y="1996440"/>
                </a:cubicBezTo>
                <a:close/>
                <a:moveTo>
                  <a:pt x="10546080" y="2148840"/>
                </a:moveTo>
                <a:cubicBezTo>
                  <a:pt x="10546080" y="2157257"/>
                  <a:pt x="10539257" y="2164080"/>
                  <a:pt x="10530840" y="2164080"/>
                </a:cubicBezTo>
                <a:cubicBezTo>
                  <a:pt x="10522423" y="2164080"/>
                  <a:pt x="10515600" y="2157257"/>
                  <a:pt x="10515600" y="2148840"/>
                </a:cubicBezTo>
                <a:cubicBezTo>
                  <a:pt x="10515600" y="2140423"/>
                  <a:pt x="10522423" y="2133600"/>
                  <a:pt x="10530840" y="2133600"/>
                </a:cubicBezTo>
                <a:cubicBezTo>
                  <a:pt x="10539257" y="2133600"/>
                  <a:pt x="10546080" y="2140423"/>
                  <a:pt x="10546080" y="2148840"/>
                </a:cubicBezTo>
                <a:close/>
                <a:moveTo>
                  <a:pt x="10546080" y="2301240"/>
                </a:moveTo>
                <a:cubicBezTo>
                  <a:pt x="10546080" y="2309657"/>
                  <a:pt x="10539257" y="2316480"/>
                  <a:pt x="10530840" y="2316480"/>
                </a:cubicBezTo>
                <a:cubicBezTo>
                  <a:pt x="10522423" y="2316480"/>
                  <a:pt x="10515600" y="2309657"/>
                  <a:pt x="10515600" y="2301240"/>
                </a:cubicBezTo>
                <a:cubicBezTo>
                  <a:pt x="10515600" y="2292823"/>
                  <a:pt x="10522423" y="2286000"/>
                  <a:pt x="10530840" y="2286000"/>
                </a:cubicBezTo>
                <a:cubicBezTo>
                  <a:pt x="10539257" y="2286000"/>
                  <a:pt x="10546080" y="2292823"/>
                  <a:pt x="10546080" y="2301240"/>
                </a:cubicBezTo>
                <a:close/>
                <a:moveTo>
                  <a:pt x="10546080" y="2453640"/>
                </a:moveTo>
                <a:cubicBezTo>
                  <a:pt x="10546080" y="2462057"/>
                  <a:pt x="10539257" y="2468880"/>
                  <a:pt x="10530840" y="2468880"/>
                </a:cubicBezTo>
                <a:cubicBezTo>
                  <a:pt x="10522423" y="2468880"/>
                  <a:pt x="10515600" y="2462057"/>
                  <a:pt x="10515600" y="2453640"/>
                </a:cubicBezTo>
                <a:cubicBezTo>
                  <a:pt x="10515600" y="2445223"/>
                  <a:pt x="10522423" y="2438400"/>
                  <a:pt x="10530840" y="2438400"/>
                </a:cubicBezTo>
                <a:cubicBezTo>
                  <a:pt x="10539257" y="2438400"/>
                  <a:pt x="10546080" y="2445223"/>
                  <a:pt x="10546080" y="2453640"/>
                </a:cubicBezTo>
                <a:close/>
                <a:moveTo>
                  <a:pt x="10546080" y="2606040"/>
                </a:moveTo>
                <a:cubicBezTo>
                  <a:pt x="10546080" y="2614457"/>
                  <a:pt x="10539257" y="2621280"/>
                  <a:pt x="10530840" y="2621280"/>
                </a:cubicBezTo>
                <a:cubicBezTo>
                  <a:pt x="10522423" y="2621280"/>
                  <a:pt x="10515600" y="2614457"/>
                  <a:pt x="10515600" y="2606040"/>
                </a:cubicBezTo>
                <a:cubicBezTo>
                  <a:pt x="10515600" y="2597623"/>
                  <a:pt x="10522423" y="2590800"/>
                  <a:pt x="10530840" y="2590800"/>
                </a:cubicBezTo>
                <a:cubicBezTo>
                  <a:pt x="10539257" y="2590800"/>
                  <a:pt x="10546080" y="2597623"/>
                  <a:pt x="10546080" y="2606040"/>
                </a:cubicBezTo>
                <a:close/>
                <a:moveTo>
                  <a:pt x="10546080" y="2758440"/>
                </a:moveTo>
                <a:cubicBezTo>
                  <a:pt x="10546080" y="2766857"/>
                  <a:pt x="10539257" y="2773680"/>
                  <a:pt x="10530840" y="2773680"/>
                </a:cubicBezTo>
                <a:cubicBezTo>
                  <a:pt x="10522423" y="2773680"/>
                  <a:pt x="10515600" y="2766857"/>
                  <a:pt x="10515600" y="2758440"/>
                </a:cubicBezTo>
                <a:cubicBezTo>
                  <a:pt x="10515600" y="2750023"/>
                  <a:pt x="10522423" y="2743200"/>
                  <a:pt x="10530840" y="2743200"/>
                </a:cubicBezTo>
                <a:cubicBezTo>
                  <a:pt x="10539257" y="2743200"/>
                  <a:pt x="10546080" y="2750023"/>
                  <a:pt x="10546080" y="2758440"/>
                </a:cubicBezTo>
                <a:close/>
                <a:moveTo>
                  <a:pt x="10546080" y="2910840"/>
                </a:moveTo>
                <a:cubicBezTo>
                  <a:pt x="10546080" y="2919257"/>
                  <a:pt x="10539257" y="2926080"/>
                  <a:pt x="10530840" y="2926080"/>
                </a:cubicBezTo>
                <a:cubicBezTo>
                  <a:pt x="10522423" y="2926080"/>
                  <a:pt x="10515600" y="2919257"/>
                  <a:pt x="10515600" y="2910840"/>
                </a:cubicBezTo>
                <a:cubicBezTo>
                  <a:pt x="10515600" y="2902423"/>
                  <a:pt x="10522423" y="2895600"/>
                  <a:pt x="10530840" y="2895600"/>
                </a:cubicBezTo>
                <a:cubicBezTo>
                  <a:pt x="10539257" y="2895600"/>
                  <a:pt x="10546080" y="2902423"/>
                  <a:pt x="10546080" y="2910840"/>
                </a:cubicBezTo>
                <a:close/>
                <a:moveTo>
                  <a:pt x="10546080" y="3063240"/>
                </a:moveTo>
                <a:cubicBezTo>
                  <a:pt x="10546080" y="3071657"/>
                  <a:pt x="10539257" y="3078480"/>
                  <a:pt x="10530840" y="3078480"/>
                </a:cubicBezTo>
                <a:cubicBezTo>
                  <a:pt x="10522423" y="3078480"/>
                  <a:pt x="10515600" y="3071657"/>
                  <a:pt x="10515600" y="3063240"/>
                </a:cubicBezTo>
                <a:cubicBezTo>
                  <a:pt x="10515600" y="3054823"/>
                  <a:pt x="10522423" y="3048000"/>
                  <a:pt x="10530840" y="3048000"/>
                </a:cubicBezTo>
                <a:cubicBezTo>
                  <a:pt x="10539257" y="3048000"/>
                  <a:pt x="10546080" y="3054823"/>
                  <a:pt x="10546080" y="3063240"/>
                </a:cubicBezTo>
                <a:close/>
                <a:moveTo>
                  <a:pt x="10546080" y="3215640"/>
                </a:moveTo>
                <a:cubicBezTo>
                  <a:pt x="10546080" y="3224057"/>
                  <a:pt x="10539257" y="3230880"/>
                  <a:pt x="10530840" y="3230880"/>
                </a:cubicBezTo>
                <a:cubicBezTo>
                  <a:pt x="10522423" y="3230880"/>
                  <a:pt x="10515600" y="3224057"/>
                  <a:pt x="10515600" y="3215640"/>
                </a:cubicBezTo>
                <a:cubicBezTo>
                  <a:pt x="10515600" y="3207223"/>
                  <a:pt x="10522423" y="3200400"/>
                  <a:pt x="10530840" y="3200400"/>
                </a:cubicBezTo>
                <a:cubicBezTo>
                  <a:pt x="10539257" y="3200400"/>
                  <a:pt x="10546080" y="3207223"/>
                  <a:pt x="10546080" y="3215640"/>
                </a:cubicBezTo>
                <a:close/>
                <a:moveTo>
                  <a:pt x="10546080" y="3368040"/>
                </a:moveTo>
                <a:cubicBezTo>
                  <a:pt x="10546080" y="3376457"/>
                  <a:pt x="10539257" y="3383280"/>
                  <a:pt x="10530840" y="3383280"/>
                </a:cubicBezTo>
                <a:cubicBezTo>
                  <a:pt x="10522423" y="3383280"/>
                  <a:pt x="10515600" y="3376457"/>
                  <a:pt x="10515600" y="3368040"/>
                </a:cubicBezTo>
                <a:cubicBezTo>
                  <a:pt x="10515600" y="3359623"/>
                  <a:pt x="10522423" y="3352800"/>
                  <a:pt x="10530840" y="3352800"/>
                </a:cubicBezTo>
                <a:cubicBezTo>
                  <a:pt x="10539257" y="3352800"/>
                  <a:pt x="10546080" y="3359623"/>
                  <a:pt x="10546080" y="3368040"/>
                </a:cubicBezTo>
                <a:close/>
                <a:moveTo>
                  <a:pt x="10546080" y="3520440"/>
                </a:moveTo>
                <a:cubicBezTo>
                  <a:pt x="10546080" y="3528857"/>
                  <a:pt x="10539257" y="3535680"/>
                  <a:pt x="10530840" y="3535680"/>
                </a:cubicBezTo>
                <a:cubicBezTo>
                  <a:pt x="10522423" y="3535680"/>
                  <a:pt x="10515600" y="3528857"/>
                  <a:pt x="10515600" y="3520440"/>
                </a:cubicBezTo>
                <a:cubicBezTo>
                  <a:pt x="10515600" y="3512023"/>
                  <a:pt x="10522423" y="3505200"/>
                  <a:pt x="10530840" y="3505200"/>
                </a:cubicBezTo>
                <a:cubicBezTo>
                  <a:pt x="10539257" y="3505200"/>
                  <a:pt x="10546080" y="3512023"/>
                  <a:pt x="10546080" y="3520440"/>
                </a:cubicBezTo>
                <a:close/>
                <a:moveTo>
                  <a:pt x="10546080" y="3672840"/>
                </a:moveTo>
                <a:cubicBezTo>
                  <a:pt x="10546080" y="3681257"/>
                  <a:pt x="10539257" y="3688080"/>
                  <a:pt x="10530840" y="3688080"/>
                </a:cubicBezTo>
                <a:cubicBezTo>
                  <a:pt x="10522423" y="3688080"/>
                  <a:pt x="10515600" y="3681257"/>
                  <a:pt x="10515600" y="3672840"/>
                </a:cubicBezTo>
                <a:cubicBezTo>
                  <a:pt x="10515600" y="3664423"/>
                  <a:pt x="10522423" y="3657600"/>
                  <a:pt x="10530840" y="3657600"/>
                </a:cubicBezTo>
                <a:cubicBezTo>
                  <a:pt x="10539257" y="3657600"/>
                  <a:pt x="10546080" y="3664423"/>
                  <a:pt x="10546080" y="3672840"/>
                </a:cubicBezTo>
                <a:close/>
                <a:moveTo>
                  <a:pt x="10546080" y="3825240"/>
                </a:moveTo>
                <a:cubicBezTo>
                  <a:pt x="10546080" y="3833657"/>
                  <a:pt x="10539257" y="3840480"/>
                  <a:pt x="10530840" y="3840480"/>
                </a:cubicBezTo>
                <a:cubicBezTo>
                  <a:pt x="10522423" y="3840480"/>
                  <a:pt x="10515600" y="3833657"/>
                  <a:pt x="10515600" y="3825240"/>
                </a:cubicBezTo>
                <a:cubicBezTo>
                  <a:pt x="10515600" y="3816823"/>
                  <a:pt x="10522423" y="3810000"/>
                  <a:pt x="10530840" y="3810000"/>
                </a:cubicBezTo>
                <a:cubicBezTo>
                  <a:pt x="10539257" y="3810000"/>
                  <a:pt x="10546080" y="3816823"/>
                  <a:pt x="10546080" y="3825240"/>
                </a:cubicBezTo>
                <a:close/>
                <a:moveTo>
                  <a:pt x="10546080" y="3977640"/>
                </a:moveTo>
                <a:cubicBezTo>
                  <a:pt x="10546080" y="3986057"/>
                  <a:pt x="10539257" y="3992880"/>
                  <a:pt x="10530840" y="3992880"/>
                </a:cubicBezTo>
                <a:cubicBezTo>
                  <a:pt x="10522423" y="3992880"/>
                  <a:pt x="10515600" y="3986057"/>
                  <a:pt x="10515600" y="3977640"/>
                </a:cubicBezTo>
                <a:cubicBezTo>
                  <a:pt x="10515600" y="3969223"/>
                  <a:pt x="10522423" y="3962400"/>
                  <a:pt x="10530840" y="3962400"/>
                </a:cubicBezTo>
                <a:cubicBezTo>
                  <a:pt x="10539257" y="3962400"/>
                  <a:pt x="10546080" y="3969223"/>
                  <a:pt x="10546080" y="3977640"/>
                </a:cubicBezTo>
                <a:close/>
                <a:moveTo>
                  <a:pt x="10546080" y="4130040"/>
                </a:moveTo>
                <a:cubicBezTo>
                  <a:pt x="10546080" y="4138457"/>
                  <a:pt x="10539257" y="4145280"/>
                  <a:pt x="10530840" y="4145280"/>
                </a:cubicBezTo>
                <a:cubicBezTo>
                  <a:pt x="10522423" y="4145280"/>
                  <a:pt x="10515600" y="4138457"/>
                  <a:pt x="10515600" y="4130040"/>
                </a:cubicBezTo>
                <a:cubicBezTo>
                  <a:pt x="10515600" y="4121623"/>
                  <a:pt x="10522423" y="4114800"/>
                  <a:pt x="10530840" y="4114800"/>
                </a:cubicBezTo>
                <a:cubicBezTo>
                  <a:pt x="10539257" y="4114800"/>
                  <a:pt x="10546080" y="4121623"/>
                  <a:pt x="10546080" y="4130040"/>
                </a:cubicBezTo>
                <a:close/>
                <a:moveTo>
                  <a:pt x="10546080" y="4282440"/>
                </a:moveTo>
                <a:cubicBezTo>
                  <a:pt x="10546080" y="4290857"/>
                  <a:pt x="10539257" y="4297680"/>
                  <a:pt x="10530840" y="4297680"/>
                </a:cubicBezTo>
                <a:cubicBezTo>
                  <a:pt x="10522423" y="4297680"/>
                  <a:pt x="10515600" y="4290857"/>
                  <a:pt x="10515600" y="4282440"/>
                </a:cubicBezTo>
                <a:cubicBezTo>
                  <a:pt x="10515600" y="4274023"/>
                  <a:pt x="10522423" y="4267200"/>
                  <a:pt x="10530840" y="4267200"/>
                </a:cubicBezTo>
                <a:cubicBezTo>
                  <a:pt x="10539257" y="4267200"/>
                  <a:pt x="10546080" y="4274023"/>
                  <a:pt x="10546080" y="4282440"/>
                </a:cubicBezTo>
                <a:close/>
                <a:moveTo>
                  <a:pt x="10546080" y="4434840"/>
                </a:moveTo>
                <a:cubicBezTo>
                  <a:pt x="10546080" y="4443257"/>
                  <a:pt x="10539257" y="4450080"/>
                  <a:pt x="10530840" y="4450080"/>
                </a:cubicBezTo>
                <a:cubicBezTo>
                  <a:pt x="10522423" y="4450080"/>
                  <a:pt x="10515600" y="4443257"/>
                  <a:pt x="10515600" y="4434840"/>
                </a:cubicBezTo>
                <a:cubicBezTo>
                  <a:pt x="10515600" y="4426423"/>
                  <a:pt x="10522423" y="4419600"/>
                  <a:pt x="10530840" y="4419600"/>
                </a:cubicBezTo>
                <a:cubicBezTo>
                  <a:pt x="10539257" y="4419600"/>
                  <a:pt x="10546080" y="4426423"/>
                  <a:pt x="10546080" y="4434840"/>
                </a:cubicBezTo>
                <a:close/>
                <a:moveTo>
                  <a:pt x="10698480" y="15240"/>
                </a:moveTo>
                <a:cubicBezTo>
                  <a:pt x="10698480" y="23657"/>
                  <a:pt x="10691657" y="30480"/>
                  <a:pt x="10683240" y="30480"/>
                </a:cubicBezTo>
                <a:cubicBezTo>
                  <a:pt x="10674823" y="30480"/>
                  <a:pt x="10668000" y="23657"/>
                  <a:pt x="10668000" y="15240"/>
                </a:cubicBezTo>
                <a:cubicBezTo>
                  <a:pt x="10668000" y="6823"/>
                  <a:pt x="10674823" y="0"/>
                  <a:pt x="10683240" y="0"/>
                </a:cubicBezTo>
                <a:cubicBezTo>
                  <a:pt x="10691657" y="0"/>
                  <a:pt x="10698480" y="6823"/>
                  <a:pt x="10698480" y="15240"/>
                </a:cubicBezTo>
                <a:close/>
                <a:moveTo>
                  <a:pt x="10698480" y="167640"/>
                </a:moveTo>
                <a:cubicBezTo>
                  <a:pt x="10698480" y="176057"/>
                  <a:pt x="10691657" y="182880"/>
                  <a:pt x="10683240" y="182880"/>
                </a:cubicBezTo>
                <a:cubicBezTo>
                  <a:pt x="10674823" y="182880"/>
                  <a:pt x="10668000" y="176057"/>
                  <a:pt x="10668000" y="167640"/>
                </a:cubicBezTo>
                <a:cubicBezTo>
                  <a:pt x="10668000" y="159223"/>
                  <a:pt x="10674823" y="152400"/>
                  <a:pt x="10683240" y="152400"/>
                </a:cubicBezTo>
                <a:cubicBezTo>
                  <a:pt x="10691657" y="152400"/>
                  <a:pt x="10698480" y="159223"/>
                  <a:pt x="10698480" y="167640"/>
                </a:cubicBezTo>
                <a:close/>
                <a:moveTo>
                  <a:pt x="10698480" y="320040"/>
                </a:moveTo>
                <a:cubicBezTo>
                  <a:pt x="10698480" y="328457"/>
                  <a:pt x="10691657" y="335280"/>
                  <a:pt x="10683240" y="335280"/>
                </a:cubicBezTo>
                <a:cubicBezTo>
                  <a:pt x="10674823" y="335280"/>
                  <a:pt x="10668000" y="328457"/>
                  <a:pt x="10668000" y="320040"/>
                </a:cubicBezTo>
                <a:cubicBezTo>
                  <a:pt x="10668000" y="311623"/>
                  <a:pt x="10674823" y="304800"/>
                  <a:pt x="10683240" y="304800"/>
                </a:cubicBezTo>
                <a:cubicBezTo>
                  <a:pt x="10691657" y="304800"/>
                  <a:pt x="10698480" y="311623"/>
                  <a:pt x="10698480" y="320040"/>
                </a:cubicBezTo>
                <a:close/>
                <a:moveTo>
                  <a:pt x="10698480" y="472440"/>
                </a:moveTo>
                <a:cubicBezTo>
                  <a:pt x="10698480" y="480857"/>
                  <a:pt x="10691657" y="487680"/>
                  <a:pt x="10683240" y="487680"/>
                </a:cubicBezTo>
                <a:cubicBezTo>
                  <a:pt x="10674823" y="487680"/>
                  <a:pt x="10668000" y="480857"/>
                  <a:pt x="10668000" y="472440"/>
                </a:cubicBezTo>
                <a:cubicBezTo>
                  <a:pt x="10668000" y="464023"/>
                  <a:pt x="10674823" y="457200"/>
                  <a:pt x="10683240" y="457200"/>
                </a:cubicBezTo>
                <a:cubicBezTo>
                  <a:pt x="10691657" y="457200"/>
                  <a:pt x="10698480" y="464023"/>
                  <a:pt x="10698480" y="472440"/>
                </a:cubicBezTo>
                <a:close/>
                <a:moveTo>
                  <a:pt x="10698480" y="624840"/>
                </a:moveTo>
                <a:cubicBezTo>
                  <a:pt x="10698480" y="633257"/>
                  <a:pt x="10691657" y="640080"/>
                  <a:pt x="10683240" y="640080"/>
                </a:cubicBezTo>
                <a:cubicBezTo>
                  <a:pt x="10674823" y="640080"/>
                  <a:pt x="10668000" y="633257"/>
                  <a:pt x="10668000" y="624840"/>
                </a:cubicBezTo>
                <a:cubicBezTo>
                  <a:pt x="10668000" y="616423"/>
                  <a:pt x="10674823" y="609600"/>
                  <a:pt x="10683240" y="609600"/>
                </a:cubicBezTo>
                <a:cubicBezTo>
                  <a:pt x="10691657" y="609600"/>
                  <a:pt x="10698480" y="616423"/>
                  <a:pt x="10698480" y="624840"/>
                </a:cubicBezTo>
                <a:close/>
                <a:moveTo>
                  <a:pt x="10698480" y="777240"/>
                </a:moveTo>
                <a:cubicBezTo>
                  <a:pt x="10698480" y="785657"/>
                  <a:pt x="10691657" y="792480"/>
                  <a:pt x="10683240" y="792480"/>
                </a:cubicBezTo>
                <a:cubicBezTo>
                  <a:pt x="10674823" y="792480"/>
                  <a:pt x="10668000" y="785657"/>
                  <a:pt x="10668000" y="777240"/>
                </a:cubicBezTo>
                <a:cubicBezTo>
                  <a:pt x="10668000" y="768823"/>
                  <a:pt x="10674823" y="762000"/>
                  <a:pt x="10683240" y="762000"/>
                </a:cubicBezTo>
                <a:cubicBezTo>
                  <a:pt x="10691657" y="762000"/>
                  <a:pt x="10698480" y="768823"/>
                  <a:pt x="10698480" y="777240"/>
                </a:cubicBezTo>
                <a:close/>
                <a:moveTo>
                  <a:pt x="10698480" y="929640"/>
                </a:moveTo>
                <a:cubicBezTo>
                  <a:pt x="10698480" y="938057"/>
                  <a:pt x="10691657" y="944880"/>
                  <a:pt x="10683240" y="944880"/>
                </a:cubicBezTo>
                <a:cubicBezTo>
                  <a:pt x="10674823" y="944880"/>
                  <a:pt x="10668000" y="938057"/>
                  <a:pt x="10668000" y="929640"/>
                </a:cubicBezTo>
                <a:cubicBezTo>
                  <a:pt x="10668000" y="921223"/>
                  <a:pt x="10674823" y="914400"/>
                  <a:pt x="10683240" y="914400"/>
                </a:cubicBezTo>
                <a:cubicBezTo>
                  <a:pt x="10691657" y="914400"/>
                  <a:pt x="10698480" y="921223"/>
                  <a:pt x="10698480" y="929640"/>
                </a:cubicBezTo>
                <a:close/>
                <a:moveTo>
                  <a:pt x="10698480" y="1082040"/>
                </a:moveTo>
                <a:cubicBezTo>
                  <a:pt x="10698480" y="1090457"/>
                  <a:pt x="10691657" y="1097280"/>
                  <a:pt x="10683240" y="1097280"/>
                </a:cubicBezTo>
                <a:cubicBezTo>
                  <a:pt x="10674823" y="1097280"/>
                  <a:pt x="10668000" y="1090457"/>
                  <a:pt x="10668000" y="1082040"/>
                </a:cubicBezTo>
                <a:cubicBezTo>
                  <a:pt x="10668000" y="1073623"/>
                  <a:pt x="10674823" y="1066800"/>
                  <a:pt x="10683240" y="1066800"/>
                </a:cubicBezTo>
                <a:cubicBezTo>
                  <a:pt x="10691657" y="1066800"/>
                  <a:pt x="10698480" y="1073623"/>
                  <a:pt x="10698480" y="1082040"/>
                </a:cubicBezTo>
                <a:close/>
                <a:moveTo>
                  <a:pt x="10698480" y="1234440"/>
                </a:moveTo>
                <a:cubicBezTo>
                  <a:pt x="10698480" y="1242857"/>
                  <a:pt x="10691657" y="1249680"/>
                  <a:pt x="10683240" y="1249680"/>
                </a:cubicBezTo>
                <a:cubicBezTo>
                  <a:pt x="10674823" y="1249680"/>
                  <a:pt x="10668000" y="1242857"/>
                  <a:pt x="10668000" y="1234440"/>
                </a:cubicBezTo>
                <a:cubicBezTo>
                  <a:pt x="10668000" y="1226023"/>
                  <a:pt x="10674823" y="1219200"/>
                  <a:pt x="10683240" y="1219200"/>
                </a:cubicBezTo>
                <a:cubicBezTo>
                  <a:pt x="10691657" y="1219200"/>
                  <a:pt x="10698480" y="1226023"/>
                  <a:pt x="10698480" y="1234440"/>
                </a:cubicBezTo>
                <a:close/>
                <a:moveTo>
                  <a:pt x="10698480" y="1386840"/>
                </a:moveTo>
                <a:cubicBezTo>
                  <a:pt x="10698480" y="1395257"/>
                  <a:pt x="10691657" y="1402080"/>
                  <a:pt x="10683240" y="1402080"/>
                </a:cubicBezTo>
                <a:cubicBezTo>
                  <a:pt x="10674823" y="1402080"/>
                  <a:pt x="10668000" y="1395257"/>
                  <a:pt x="10668000" y="1386840"/>
                </a:cubicBezTo>
                <a:cubicBezTo>
                  <a:pt x="10668000" y="1378423"/>
                  <a:pt x="10674823" y="1371600"/>
                  <a:pt x="10683240" y="1371600"/>
                </a:cubicBezTo>
                <a:cubicBezTo>
                  <a:pt x="10691657" y="1371600"/>
                  <a:pt x="10698480" y="1378423"/>
                  <a:pt x="10698480" y="1386840"/>
                </a:cubicBezTo>
                <a:close/>
                <a:moveTo>
                  <a:pt x="10698480" y="1539240"/>
                </a:moveTo>
                <a:cubicBezTo>
                  <a:pt x="10698480" y="1547657"/>
                  <a:pt x="10691657" y="1554480"/>
                  <a:pt x="10683240" y="1554480"/>
                </a:cubicBezTo>
                <a:cubicBezTo>
                  <a:pt x="10674823" y="1554480"/>
                  <a:pt x="10668000" y="1547657"/>
                  <a:pt x="10668000" y="1539240"/>
                </a:cubicBezTo>
                <a:cubicBezTo>
                  <a:pt x="10668000" y="1530823"/>
                  <a:pt x="10674823" y="1524000"/>
                  <a:pt x="10683240" y="1524000"/>
                </a:cubicBezTo>
                <a:cubicBezTo>
                  <a:pt x="10691657" y="1524000"/>
                  <a:pt x="10698480" y="1530823"/>
                  <a:pt x="10698480" y="1539240"/>
                </a:cubicBezTo>
                <a:close/>
                <a:moveTo>
                  <a:pt x="10698480" y="1691640"/>
                </a:moveTo>
                <a:cubicBezTo>
                  <a:pt x="10698480" y="1700057"/>
                  <a:pt x="10691657" y="1706880"/>
                  <a:pt x="10683240" y="1706880"/>
                </a:cubicBezTo>
                <a:cubicBezTo>
                  <a:pt x="10674823" y="1706880"/>
                  <a:pt x="10668000" y="1700057"/>
                  <a:pt x="10668000" y="1691640"/>
                </a:cubicBezTo>
                <a:cubicBezTo>
                  <a:pt x="10668000" y="1683223"/>
                  <a:pt x="10674823" y="1676400"/>
                  <a:pt x="10683240" y="1676400"/>
                </a:cubicBezTo>
                <a:cubicBezTo>
                  <a:pt x="10691657" y="1676400"/>
                  <a:pt x="10698480" y="1683223"/>
                  <a:pt x="10698480" y="1691640"/>
                </a:cubicBezTo>
                <a:close/>
                <a:moveTo>
                  <a:pt x="10698480" y="1844040"/>
                </a:moveTo>
                <a:cubicBezTo>
                  <a:pt x="10698480" y="1852457"/>
                  <a:pt x="10691657" y="1859280"/>
                  <a:pt x="10683240" y="1859280"/>
                </a:cubicBezTo>
                <a:cubicBezTo>
                  <a:pt x="10674823" y="1859280"/>
                  <a:pt x="10668000" y="1852457"/>
                  <a:pt x="10668000" y="1844040"/>
                </a:cubicBezTo>
                <a:cubicBezTo>
                  <a:pt x="10668000" y="1835623"/>
                  <a:pt x="10674823" y="1828800"/>
                  <a:pt x="10683240" y="1828800"/>
                </a:cubicBezTo>
                <a:cubicBezTo>
                  <a:pt x="10691657" y="1828800"/>
                  <a:pt x="10698480" y="1835623"/>
                  <a:pt x="10698480" y="1844040"/>
                </a:cubicBezTo>
                <a:close/>
                <a:moveTo>
                  <a:pt x="10698480" y="1996440"/>
                </a:moveTo>
                <a:cubicBezTo>
                  <a:pt x="10698480" y="2004857"/>
                  <a:pt x="10691657" y="2011680"/>
                  <a:pt x="10683240" y="2011680"/>
                </a:cubicBezTo>
                <a:cubicBezTo>
                  <a:pt x="10674823" y="2011680"/>
                  <a:pt x="10668000" y="2004857"/>
                  <a:pt x="10668000" y="1996440"/>
                </a:cubicBezTo>
                <a:cubicBezTo>
                  <a:pt x="10668000" y="1988023"/>
                  <a:pt x="10674823" y="1981200"/>
                  <a:pt x="10683240" y="1981200"/>
                </a:cubicBezTo>
                <a:cubicBezTo>
                  <a:pt x="10691657" y="1981200"/>
                  <a:pt x="10698480" y="1988023"/>
                  <a:pt x="10698480" y="1996440"/>
                </a:cubicBezTo>
                <a:close/>
                <a:moveTo>
                  <a:pt x="10698480" y="2148840"/>
                </a:moveTo>
                <a:cubicBezTo>
                  <a:pt x="10698480" y="2157257"/>
                  <a:pt x="10691657" y="2164080"/>
                  <a:pt x="10683240" y="2164080"/>
                </a:cubicBezTo>
                <a:cubicBezTo>
                  <a:pt x="10674823" y="2164080"/>
                  <a:pt x="10668000" y="2157257"/>
                  <a:pt x="10668000" y="2148840"/>
                </a:cubicBezTo>
                <a:cubicBezTo>
                  <a:pt x="10668000" y="2140423"/>
                  <a:pt x="10674823" y="2133600"/>
                  <a:pt x="10683240" y="2133600"/>
                </a:cubicBezTo>
                <a:cubicBezTo>
                  <a:pt x="10691657" y="2133600"/>
                  <a:pt x="10698480" y="2140423"/>
                  <a:pt x="10698480" y="2148840"/>
                </a:cubicBezTo>
                <a:close/>
                <a:moveTo>
                  <a:pt x="10698480" y="2301240"/>
                </a:moveTo>
                <a:cubicBezTo>
                  <a:pt x="10698480" y="2309657"/>
                  <a:pt x="10691657" y="2316480"/>
                  <a:pt x="10683240" y="2316480"/>
                </a:cubicBezTo>
                <a:cubicBezTo>
                  <a:pt x="10674823" y="2316480"/>
                  <a:pt x="10668000" y="2309657"/>
                  <a:pt x="10668000" y="2301240"/>
                </a:cubicBezTo>
                <a:cubicBezTo>
                  <a:pt x="10668000" y="2292823"/>
                  <a:pt x="10674823" y="2286000"/>
                  <a:pt x="10683240" y="2286000"/>
                </a:cubicBezTo>
                <a:cubicBezTo>
                  <a:pt x="10691657" y="2286000"/>
                  <a:pt x="10698480" y="2292823"/>
                  <a:pt x="10698480" y="2301240"/>
                </a:cubicBezTo>
                <a:close/>
                <a:moveTo>
                  <a:pt x="10698480" y="2453640"/>
                </a:moveTo>
                <a:cubicBezTo>
                  <a:pt x="10698480" y="2462057"/>
                  <a:pt x="10691657" y="2468880"/>
                  <a:pt x="10683240" y="2468880"/>
                </a:cubicBezTo>
                <a:cubicBezTo>
                  <a:pt x="10674823" y="2468880"/>
                  <a:pt x="10668000" y="2462057"/>
                  <a:pt x="10668000" y="2453640"/>
                </a:cubicBezTo>
                <a:cubicBezTo>
                  <a:pt x="10668000" y="2445223"/>
                  <a:pt x="10674823" y="2438400"/>
                  <a:pt x="10683240" y="2438400"/>
                </a:cubicBezTo>
                <a:cubicBezTo>
                  <a:pt x="10691657" y="2438400"/>
                  <a:pt x="10698480" y="2445223"/>
                  <a:pt x="10698480" y="2453640"/>
                </a:cubicBezTo>
                <a:close/>
                <a:moveTo>
                  <a:pt x="10698480" y="2606040"/>
                </a:moveTo>
                <a:cubicBezTo>
                  <a:pt x="10698480" y="2614457"/>
                  <a:pt x="10691657" y="2621280"/>
                  <a:pt x="10683240" y="2621280"/>
                </a:cubicBezTo>
                <a:cubicBezTo>
                  <a:pt x="10674823" y="2621280"/>
                  <a:pt x="10668000" y="2614457"/>
                  <a:pt x="10668000" y="2606040"/>
                </a:cubicBezTo>
                <a:cubicBezTo>
                  <a:pt x="10668000" y="2597623"/>
                  <a:pt x="10674823" y="2590800"/>
                  <a:pt x="10683240" y="2590800"/>
                </a:cubicBezTo>
                <a:cubicBezTo>
                  <a:pt x="10691657" y="2590800"/>
                  <a:pt x="10698480" y="2597623"/>
                  <a:pt x="10698480" y="2606040"/>
                </a:cubicBezTo>
                <a:close/>
                <a:moveTo>
                  <a:pt x="10698480" y="2758440"/>
                </a:moveTo>
                <a:cubicBezTo>
                  <a:pt x="10698480" y="2766857"/>
                  <a:pt x="10691657" y="2773680"/>
                  <a:pt x="10683240" y="2773680"/>
                </a:cubicBezTo>
                <a:cubicBezTo>
                  <a:pt x="10674823" y="2773680"/>
                  <a:pt x="10668000" y="2766857"/>
                  <a:pt x="10668000" y="2758440"/>
                </a:cubicBezTo>
                <a:cubicBezTo>
                  <a:pt x="10668000" y="2750023"/>
                  <a:pt x="10674823" y="2743200"/>
                  <a:pt x="10683240" y="2743200"/>
                </a:cubicBezTo>
                <a:cubicBezTo>
                  <a:pt x="10691657" y="2743200"/>
                  <a:pt x="10698480" y="2750023"/>
                  <a:pt x="10698480" y="2758440"/>
                </a:cubicBezTo>
                <a:close/>
                <a:moveTo>
                  <a:pt x="10698480" y="2910840"/>
                </a:moveTo>
                <a:cubicBezTo>
                  <a:pt x="10698480" y="2919257"/>
                  <a:pt x="10691657" y="2926080"/>
                  <a:pt x="10683240" y="2926080"/>
                </a:cubicBezTo>
                <a:cubicBezTo>
                  <a:pt x="10674823" y="2926080"/>
                  <a:pt x="10668000" y="2919257"/>
                  <a:pt x="10668000" y="2910840"/>
                </a:cubicBezTo>
                <a:cubicBezTo>
                  <a:pt x="10668000" y="2902423"/>
                  <a:pt x="10674823" y="2895600"/>
                  <a:pt x="10683240" y="2895600"/>
                </a:cubicBezTo>
                <a:cubicBezTo>
                  <a:pt x="10691657" y="2895600"/>
                  <a:pt x="10698480" y="2902423"/>
                  <a:pt x="10698480" y="2910840"/>
                </a:cubicBezTo>
                <a:close/>
                <a:moveTo>
                  <a:pt x="10698480" y="3063240"/>
                </a:moveTo>
                <a:cubicBezTo>
                  <a:pt x="10698480" y="3071657"/>
                  <a:pt x="10691657" y="3078480"/>
                  <a:pt x="10683240" y="3078480"/>
                </a:cubicBezTo>
                <a:cubicBezTo>
                  <a:pt x="10674823" y="3078480"/>
                  <a:pt x="10668000" y="3071657"/>
                  <a:pt x="10668000" y="3063240"/>
                </a:cubicBezTo>
                <a:cubicBezTo>
                  <a:pt x="10668000" y="3054823"/>
                  <a:pt x="10674823" y="3048000"/>
                  <a:pt x="10683240" y="3048000"/>
                </a:cubicBezTo>
                <a:cubicBezTo>
                  <a:pt x="10691657" y="3048000"/>
                  <a:pt x="10698480" y="3054823"/>
                  <a:pt x="10698480" y="3063240"/>
                </a:cubicBezTo>
                <a:close/>
                <a:moveTo>
                  <a:pt x="10698480" y="3215640"/>
                </a:moveTo>
                <a:cubicBezTo>
                  <a:pt x="10698480" y="3224057"/>
                  <a:pt x="10691657" y="3230880"/>
                  <a:pt x="10683240" y="3230880"/>
                </a:cubicBezTo>
                <a:cubicBezTo>
                  <a:pt x="10674823" y="3230880"/>
                  <a:pt x="10668000" y="3224057"/>
                  <a:pt x="10668000" y="3215640"/>
                </a:cubicBezTo>
                <a:cubicBezTo>
                  <a:pt x="10668000" y="3207223"/>
                  <a:pt x="10674823" y="3200400"/>
                  <a:pt x="10683240" y="3200400"/>
                </a:cubicBezTo>
                <a:cubicBezTo>
                  <a:pt x="10691657" y="3200400"/>
                  <a:pt x="10698480" y="3207223"/>
                  <a:pt x="10698480" y="3215640"/>
                </a:cubicBezTo>
                <a:close/>
                <a:moveTo>
                  <a:pt x="10698480" y="3368040"/>
                </a:moveTo>
                <a:cubicBezTo>
                  <a:pt x="10698480" y="3376457"/>
                  <a:pt x="10691657" y="3383280"/>
                  <a:pt x="10683240" y="3383280"/>
                </a:cubicBezTo>
                <a:cubicBezTo>
                  <a:pt x="10674823" y="3383280"/>
                  <a:pt x="10668000" y="3376457"/>
                  <a:pt x="10668000" y="3368040"/>
                </a:cubicBezTo>
                <a:cubicBezTo>
                  <a:pt x="10668000" y="3359623"/>
                  <a:pt x="10674823" y="3352800"/>
                  <a:pt x="10683240" y="3352800"/>
                </a:cubicBezTo>
                <a:cubicBezTo>
                  <a:pt x="10691657" y="3352800"/>
                  <a:pt x="10698480" y="3359623"/>
                  <a:pt x="10698480" y="3368040"/>
                </a:cubicBezTo>
                <a:close/>
                <a:moveTo>
                  <a:pt x="10698480" y="3520440"/>
                </a:moveTo>
                <a:cubicBezTo>
                  <a:pt x="10698480" y="3528857"/>
                  <a:pt x="10691657" y="3535680"/>
                  <a:pt x="10683240" y="3535680"/>
                </a:cubicBezTo>
                <a:cubicBezTo>
                  <a:pt x="10674823" y="3535680"/>
                  <a:pt x="10668000" y="3528857"/>
                  <a:pt x="10668000" y="3520440"/>
                </a:cubicBezTo>
                <a:cubicBezTo>
                  <a:pt x="10668000" y="3512023"/>
                  <a:pt x="10674823" y="3505200"/>
                  <a:pt x="10683240" y="3505200"/>
                </a:cubicBezTo>
                <a:cubicBezTo>
                  <a:pt x="10691657" y="3505200"/>
                  <a:pt x="10698480" y="3512023"/>
                  <a:pt x="10698480" y="3520440"/>
                </a:cubicBezTo>
                <a:close/>
                <a:moveTo>
                  <a:pt x="10698480" y="3672840"/>
                </a:moveTo>
                <a:cubicBezTo>
                  <a:pt x="10698480" y="3681257"/>
                  <a:pt x="10691657" y="3688080"/>
                  <a:pt x="10683240" y="3688080"/>
                </a:cubicBezTo>
                <a:cubicBezTo>
                  <a:pt x="10674823" y="3688080"/>
                  <a:pt x="10668000" y="3681257"/>
                  <a:pt x="10668000" y="3672840"/>
                </a:cubicBezTo>
                <a:cubicBezTo>
                  <a:pt x="10668000" y="3664423"/>
                  <a:pt x="10674823" y="3657600"/>
                  <a:pt x="10683240" y="3657600"/>
                </a:cubicBezTo>
                <a:cubicBezTo>
                  <a:pt x="10691657" y="3657600"/>
                  <a:pt x="10698480" y="3664423"/>
                  <a:pt x="10698480" y="3672840"/>
                </a:cubicBezTo>
                <a:close/>
                <a:moveTo>
                  <a:pt x="10698480" y="3825240"/>
                </a:moveTo>
                <a:cubicBezTo>
                  <a:pt x="10698480" y="3833657"/>
                  <a:pt x="10691657" y="3840480"/>
                  <a:pt x="10683240" y="3840480"/>
                </a:cubicBezTo>
                <a:cubicBezTo>
                  <a:pt x="10674823" y="3840480"/>
                  <a:pt x="10668000" y="3833657"/>
                  <a:pt x="10668000" y="3825240"/>
                </a:cubicBezTo>
                <a:cubicBezTo>
                  <a:pt x="10668000" y="3816823"/>
                  <a:pt x="10674823" y="3810000"/>
                  <a:pt x="10683240" y="3810000"/>
                </a:cubicBezTo>
                <a:cubicBezTo>
                  <a:pt x="10691657" y="3810000"/>
                  <a:pt x="10698480" y="3816823"/>
                  <a:pt x="10698480" y="3825240"/>
                </a:cubicBezTo>
                <a:close/>
                <a:moveTo>
                  <a:pt x="10698480" y="3977640"/>
                </a:moveTo>
                <a:cubicBezTo>
                  <a:pt x="10698480" y="3986057"/>
                  <a:pt x="10691657" y="3992880"/>
                  <a:pt x="10683240" y="3992880"/>
                </a:cubicBezTo>
                <a:cubicBezTo>
                  <a:pt x="10674823" y="3992880"/>
                  <a:pt x="10668000" y="3986057"/>
                  <a:pt x="10668000" y="3977640"/>
                </a:cubicBezTo>
                <a:cubicBezTo>
                  <a:pt x="10668000" y="3969223"/>
                  <a:pt x="10674823" y="3962400"/>
                  <a:pt x="10683240" y="3962400"/>
                </a:cubicBezTo>
                <a:cubicBezTo>
                  <a:pt x="10691657" y="3962400"/>
                  <a:pt x="10698480" y="3969223"/>
                  <a:pt x="10698480" y="3977640"/>
                </a:cubicBezTo>
                <a:close/>
                <a:moveTo>
                  <a:pt x="10698480" y="4130040"/>
                </a:moveTo>
                <a:cubicBezTo>
                  <a:pt x="10698480" y="4138457"/>
                  <a:pt x="10691657" y="4145280"/>
                  <a:pt x="10683240" y="4145280"/>
                </a:cubicBezTo>
                <a:cubicBezTo>
                  <a:pt x="10674823" y="4145280"/>
                  <a:pt x="10668000" y="4138457"/>
                  <a:pt x="10668000" y="4130040"/>
                </a:cubicBezTo>
                <a:cubicBezTo>
                  <a:pt x="10668000" y="4121623"/>
                  <a:pt x="10674823" y="4114800"/>
                  <a:pt x="10683240" y="4114800"/>
                </a:cubicBezTo>
                <a:cubicBezTo>
                  <a:pt x="10691657" y="4114800"/>
                  <a:pt x="10698480" y="4121623"/>
                  <a:pt x="10698480" y="4130040"/>
                </a:cubicBezTo>
                <a:close/>
                <a:moveTo>
                  <a:pt x="10698480" y="4282440"/>
                </a:moveTo>
                <a:cubicBezTo>
                  <a:pt x="10698480" y="4290857"/>
                  <a:pt x="10691657" y="4297680"/>
                  <a:pt x="10683240" y="4297680"/>
                </a:cubicBezTo>
                <a:cubicBezTo>
                  <a:pt x="10674823" y="4297680"/>
                  <a:pt x="10668000" y="4290857"/>
                  <a:pt x="10668000" y="4282440"/>
                </a:cubicBezTo>
                <a:cubicBezTo>
                  <a:pt x="10668000" y="4274023"/>
                  <a:pt x="10674823" y="4267200"/>
                  <a:pt x="10683240" y="4267200"/>
                </a:cubicBezTo>
                <a:cubicBezTo>
                  <a:pt x="10691657" y="4267200"/>
                  <a:pt x="10698480" y="4274023"/>
                  <a:pt x="10698480" y="4282440"/>
                </a:cubicBezTo>
                <a:close/>
                <a:moveTo>
                  <a:pt x="10698480" y="4434840"/>
                </a:moveTo>
                <a:cubicBezTo>
                  <a:pt x="10698480" y="4443257"/>
                  <a:pt x="10691657" y="4450080"/>
                  <a:pt x="10683240" y="4450080"/>
                </a:cubicBezTo>
                <a:cubicBezTo>
                  <a:pt x="10674823" y="4450080"/>
                  <a:pt x="10668000" y="4443257"/>
                  <a:pt x="10668000" y="4434840"/>
                </a:cubicBezTo>
                <a:cubicBezTo>
                  <a:pt x="10668000" y="4426423"/>
                  <a:pt x="10674823" y="4419600"/>
                  <a:pt x="10683240" y="4419600"/>
                </a:cubicBezTo>
                <a:cubicBezTo>
                  <a:pt x="10691657" y="4419600"/>
                  <a:pt x="10698480" y="4426423"/>
                  <a:pt x="10698480" y="4434840"/>
                </a:cubicBezTo>
                <a:close/>
                <a:moveTo>
                  <a:pt x="10850880" y="15240"/>
                </a:moveTo>
                <a:cubicBezTo>
                  <a:pt x="10850880" y="23657"/>
                  <a:pt x="10844057" y="30480"/>
                  <a:pt x="10835640" y="30480"/>
                </a:cubicBezTo>
                <a:cubicBezTo>
                  <a:pt x="10827223" y="30480"/>
                  <a:pt x="10820400" y="23657"/>
                  <a:pt x="10820400" y="15240"/>
                </a:cubicBezTo>
                <a:cubicBezTo>
                  <a:pt x="10820400" y="6823"/>
                  <a:pt x="10827223" y="0"/>
                  <a:pt x="10835640" y="0"/>
                </a:cubicBezTo>
                <a:cubicBezTo>
                  <a:pt x="10844057" y="0"/>
                  <a:pt x="10850880" y="6823"/>
                  <a:pt x="10850880" y="15240"/>
                </a:cubicBezTo>
                <a:close/>
                <a:moveTo>
                  <a:pt x="10850880" y="167640"/>
                </a:moveTo>
                <a:cubicBezTo>
                  <a:pt x="10850880" y="176057"/>
                  <a:pt x="10844057" y="182880"/>
                  <a:pt x="10835640" y="182880"/>
                </a:cubicBezTo>
                <a:cubicBezTo>
                  <a:pt x="10827223" y="182880"/>
                  <a:pt x="10820400" y="176057"/>
                  <a:pt x="10820400" y="167640"/>
                </a:cubicBezTo>
                <a:cubicBezTo>
                  <a:pt x="10820400" y="159223"/>
                  <a:pt x="10827223" y="152400"/>
                  <a:pt x="10835640" y="152400"/>
                </a:cubicBezTo>
                <a:cubicBezTo>
                  <a:pt x="10844057" y="152400"/>
                  <a:pt x="10850880" y="159223"/>
                  <a:pt x="10850880" y="167640"/>
                </a:cubicBezTo>
                <a:close/>
                <a:moveTo>
                  <a:pt x="10850880" y="320040"/>
                </a:moveTo>
                <a:cubicBezTo>
                  <a:pt x="10850880" y="328457"/>
                  <a:pt x="10844057" y="335280"/>
                  <a:pt x="10835640" y="335280"/>
                </a:cubicBezTo>
                <a:cubicBezTo>
                  <a:pt x="10827223" y="335280"/>
                  <a:pt x="10820400" y="328457"/>
                  <a:pt x="10820400" y="320040"/>
                </a:cubicBezTo>
                <a:cubicBezTo>
                  <a:pt x="10820400" y="311623"/>
                  <a:pt x="10827223" y="304800"/>
                  <a:pt x="10835640" y="304800"/>
                </a:cubicBezTo>
                <a:cubicBezTo>
                  <a:pt x="10844057" y="304800"/>
                  <a:pt x="10850880" y="311623"/>
                  <a:pt x="10850880" y="320040"/>
                </a:cubicBezTo>
                <a:close/>
                <a:moveTo>
                  <a:pt x="10850880" y="472440"/>
                </a:moveTo>
                <a:cubicBezTo>
                  <a:pt x="10850880" y="480857"/>
                  <a:pt x="10844057" y="487680"/>
                  <a:pt x="10835640" y="487680"/>
                </a:cubicBezTo>
                <a:cubicBezTo>
                  <a:pt x="10827223" y="487680"/>
                  <a:pt x="10820400" y="480857"/>
                  <a:pt x="10820400" y="472440"/>
                </a:cubicBezTo>
                <a:cubicBezTo>
                  <a:pt x="10820400" y="464023"/>
                  <a:pt x="10827223" y="457200"/>
                  <a:pt x="10835640" y="457200"/>
                </a:cubicBezTo>
                <a:cubicBezTo>
                  <a:pt x="10844057" y="457200"/>
                  <a:pt x="10850880" y="464023"/>
                  <a:pt x="10850880" y="472440"/>
                </a:cubicBezTo>
                <a:close/>
                <a:moveTo>
                  <a:pt x="10850880" y="624840"/>
                </a:moveTo>
                <a:cubicBezTo>
                  <a:pt x="10850880" y="633257"/>
                  <a:pt x="10844057" y="640080"/>
                  <a:pt x="10835640" y="640080"/>
                </a:cubicBezTo>
                <a:cubicBezTo>
                  <a:pt x="10827223" y="640080"/>
                  <a:pt x="10820400" y="633257"/>
                  <a:pt x="10820400" y="624840"/>
                </a:cubicBezTo>
                <a:cubicBezTo>
                  <a:pt x="10820400" y="616423"/>
                  <a:pt x="10827223" y="609600"/>
                  <a:pt x="10835640" y="609600"/>
                </a:cubicBezTo>
                <a:cubicBezTo>
                  <a:pt x="10844057" y="609600"/>
                  <a:pt x="10850880" y="616423"/>
                  <a:pt x="10850880" y="624840"/>
                </a:cubicBezTo>
                <a:close/>
                <a:moveTo>
                  <a:pt x="10850880" y="777240"/>
                </a:moveTo>
                <a:cubicBezTo>
                  <a:pt x="10850880" y="785657"/>
                  <a:pt x="10844057" y="792480"/>
                  <a:pt x="10835640" y="792480"/>
                </a:cubicBezTo>
                <a:cubicBezTo>
                  <a:pt x="10827223" y="792480"/>
                  <a:pt x="10820400" y="785657"/>
                  <a:pt x="10820400" y="777240"/>
                </a:cubicBezTo>
                <a:cubicBezTo>
                  <a:pt x="10820400" y="768823"/>
                  <a:pt x="10827223" y="762000"/>
                  <a:pt x="10835640" y="762000"/>
                </a:cubicBezTo>
                <a:cubicBezTo>
                  <a:pt x="10844057" y="762000"/>
                  <a:pt x="10850880" y="768823"/>
                  <a:pt x="10850880" y="777240"/>
                </a:cubicBezTo>
                <a:close/>
                <a:moveTo>
                  <a:pt x="10850880" y="929640"/>
                </a:moveTo>
                <a:cubicBezTo>
                  <a:pt x="10850880" y="938057"/>
                  <a:pt x="10844057" y="944880"/>
                  <a:pt x="10835640" y="944880"/>
                </a:cubicBezTo>
                <a:cubicBezTo>
                  <a:pt x="10827223" y="944880"/>
                  <a:pt x="10820400" y="938057"/>
                  <a:pt x="10820400" y="929640"/>
                </a:cubicBezTo>
                <a:cubicBezTo>
                  <a:pt x="10820400" y="921223"/>
                  <a:pt x="10827223" y="914400"/>
                  <a:pt x="10835640" y="914400"/>
                </a:cubicBezTo>
                <a:cubicBezTo>
                  <a:pt x="10844057" y="914400"/>
                  <a:pt x="10850880" y="921223"/>
                  <a:pt x="10850880" y="929640"/>
                </a:cubicBezTo>
                <a:close/>
                <a:moveTo>
                  <a:pt x="10850880" y="1082040"/>
                </a:moveTo>
                <a:cubicBezTo>
                  <a:pt x="10850880" y="1090457"/>
                  <a:pt x="10844057" y="1097280"/>
                  <a:pt x="10835640" y="1097280"/>
                </a:cubicBezTo>
                <a:cubicBezTo>
                  <a:pt x="10827223" y="1097280"/>
                  <a:pt x="10820400" y="1090457"/>
                  <a:pt x="10820400" y="1082040"/>
                </a:cubicBezTo>
                <a:cubicBezTo>
                  <a:pt x="10820400" y="1073623"/>
                  <a:pt x="10827223" y="1066800"/>
                  <a:pt x="10835640" y="1066800"/>
                </a:cubicBezTo>
                <a:cubicBezTo>
                  <a:pt x="10844057" y="1066800"/>
                  <a:pt x="10850880" y="1073623"/>
                  <a:pt x="10850880" y="1082040"/>
                </a:cubicBezTo>
                <a:close/>
                <a:moveTo>
                  <a:pt x="10850880" y="1234440"/>
                </a:moveTo>
                <a:cubicBezTo>
                  <a:pt x="10850880" y="1242857"/>
                  <a:pt x="10844057" y="1249680"/>
                  <a:pt x="10835640" y="1249680"/>
                </a:cubicBezTo>
                <a:cubicBezTo>
                  <a:pt x="10827223" y="1249680"/>
                  <a:pt x="10820400" y="1242857"/>
                  <a:pt x="10820400" y="1234440"/>
                </a:cubicBezTo>
                <a:cubicBezTo>
                  <a:pt x="10820400" y="1226023"/>
                  <a:pt x="10827223" y="1219200"/>
                  <a:pt x="10835640" y="1219200"/>
                </a:cubicBezTo>
                <a:cubicBezTo>
                  <a:pt x="10844057" y="1219200"/>
                  <a:pt x="10850880" y="1226023"/>
                  <a:pt x="10850880" y="1234440"/>
                </a:cubicBezTo>
                <a:close/>
                <a:moveTo>
                  <a:pt x="10850880" y="1386840"/>
                </a:moveTo>
                <a:cubicBezTo>
                  <a:pt x="10850880" y="1395257"/>
                  <a:pt x="10844057" y="1402080"/>
                  <a:pt x="10835640" y="1402080"/>
                </a:cubicBezTo>
                <a:cubicBezTo>
                  <a:pt x="10827223" y="1402080"/>
                  <a:pt x="10820400" y="1395257"/>
                  <a:pt x="10820400" y="1386840"/>
                </a:cubicBezTo>
                <a:cubicBezTo>
                  <a:pt x="10820400" y="1378423"/>
                  <a:pt x="10827223" y="1371600"/>
                  <a:pt x="10835640" y="1371600"/>
                </a:cubicBezTo>
                <a:cubicBezTo>
                  <a:pt x="10844057" y="1371600"/>
                  <a:pt x="10850880" y="1378423"/>
                  <a:pt x="10850880" y="1386840"/>
                </a:cubicBezTo>
                <a:close/>
                <a:moveTo>
                  <a:pt x="10850880" y="1539240"/>
                </a:moveTo>
                <a:cubicBezTo>
                  <a:pt x="10850880" y="1547657"/>
                  <a:pt x="10844057" y="1554480"/>
                  <a:pt x="10835640" y="1554480"/>
                </a:cubicBezTo>
                <a:cubicBezTo>
                  <a:pt x="10827223" y="1554480"/>
                  <a:pt x="10820400" y="1547657"/>
                  <a:pt x="10820400" y="1539240"/>
                </a:cubicBezTo>
                <a:cubicBezTo>
                  <a:pt x="10820400" y="1530823"/>
                  <a:pt x="10827223" y="1524000"/>
                  <a:pt x="10835640" y="1524000"/>
                </a:cubicBezTo>
                <a:cubicBezTo>
                  <a:pt x="10844057" y="1524000"/>
                  <a:pt x="10850880" y="1530823"/>
                  <a:pt x="10850880" y="1539240"/>
                </a:cubicBezTo>
                <a:close/>
                <a:moveTo>
                  <a:pt x="10850880" y="1691640"/>
                </a:moveTo>
                <a:cubicBezTo>
                  <a:pt x="10850880" y="1700057"/>
                  <a:pt x="10844057" y="1706880"/>
                  <a:pt x="10835640" y="1706880"/>
                </a:cubicBezTo>
                <a:cubicBezTo>
                  <a:pt x="10827223" y="1706880"/>
                  <a:pt x="10820400" y="1700057"/>
                  <a:pt x="10820400" y="1691640"/>
                </a:cubicBezTo>
                <a:cubicBezTo>
                  <a:pt x="10820400" y="1683223"/>
                  <a:pt x="10827223" y="1676400"/>
                  <a:pt x="10835640" y="1676400"/>
                </a:cubicBezTo>
                <a:cubicBezTo>
                  <a:pt x="10844057" y="1676400"/>
                  <a:pt x="10850880" y="1683223"/>
                  <a:pt x="10850880" y="1691640"/>
                </a:cubicBezTo>
                <a:close/>
                <a:moveTo>
                  <a:pt x="10850880" y="1844040"/>
                </a:moveTo>
                <a:cubicBezTo>
                  <a:pt x="10850880" y="1852457"/>
                  <a:pt x="10844057" y="1859280"/>
                  <a:pt x="10835640" y="1859280"/>
                </a:cubicBezTo>
                <a:cubicBezTo>
                  <a:pt x="10827223" y="1859280"/>
                  <a:pt x="10820400" y="1852457"/>
                  <a:pt x="10820400" y="1844040"/>
                </a:cubicBezTo>
                <a:cubicBezTo>
                  <a:pt x="10820400" y="1835623"/>
                  <a:pt x="10827223" y="1828800"/>
                  <a:pt x="10835640" y="1828800"/>
                </a:cubicBezTo>
                <a:cubicBezTo>
                  <a:pt x="10844057" y="1828800"/>
                  <a:pt x="10850880" y="1835623"/>
                  <a:pt x="10850880" y="1844040"/>
                </a:cubicBezTo>
                <a:close/>
                <a:moveTo>
                  <a:pt x="10850880" y="1996440"/>
                </a:moveTo>
                <a:cubicBezTo>
                  <a:pt x="10850880" y="2004857"/>
                  <a:pt x="10844057" y="2011680"/>
                  <a:pt x="10835640" y="2011680"/>
                </a:cubicBezTo>
                <a:cubicBezTo>
                  <a:pt x="10827223" y="2011680"/>
                  <a:pt x="10820400" y="2004857"/>
                  <a:pt x="10820400" y="1996440"/>
                </a:cubicBezTo>
                <a:cubicBezTo>
                  <a:pt x="10820400" y="1988023"/>
                  <a:pt x="10827223" y="1981200"/>
                  <a:pt x="10835640" y="1981200"/>
                </a:cubicBezTo>
                <a:cubicBezTo>
                  <a:pt x="10844057" y="1981200"/>
                  <a:pt x="10850880" y="1988023"/>
                  <a:pt x="10850880" y="1996440"/>
                </a:cubicBezTo>
                <a:close/>
                <a:moveTo>
                  <a:pt x="10850880" y="2148840"/>
                </a:moveTo>
                <a:cubicBezTo>
                  <a:pt x="10850880" y="2157257"/>
                  <a:pt x="10844057" y="2164080"/>
                  <a:pt x="10835640" y="2164080"/>
                </a:cubicBezTo>
                <a:cubicBezTo>
                  <a:pt x="10827223" y="2164080"/>
                  <a:pt x="10820400" y="2157257"/>
                  <a:pt x="10820400" y="2148840"/>
                </a:cubicBezTo>
                <a:cubicBezTo>
                  <a:pt x="10820400" y="2140423"/>
                  <a:pt x="10827223" y="2133600"/>
                  <a:pt x="10835640" y="2133600"/>
                </a:cubicBezTo>
                <a:cubicBezTo>
                  <a:pt x="10844057" y="2133600"/>
                  <a:pt x="10850880" y="2140423"/>
                  <a:pt x="10850880" y="2148840"/>
                </a:cubicBezTo>
                <a:close/>
                <a:moveTo>
                  <a:pt x="10850880" y="2301240"/>
                </a:moveTo>
                <a:cubicBezTo>
                  <a:pt x="10850880" y="2309657"/>
                  <a:pt x="10844057" y="2316480"/>
                  <a:pt x="10835640" y="2316480"/>
                </a:cubicBezTo>
                <a:cubicBezTo>
                  <a:pt x="10827223" y="2316480"/>
                  <a:pt x="10820400" y="2309657"/>
                  <a:pt x="10820400" y="2301240"/>
                </a:cubicBezTo>
                <a:cubicBezTo>
                  <a:pt x="10820400" y="2292823"/>
                  <a:pt x="10827223" y="2286000"/>
                  <a:pt x="10835640" y="2286000"/>
                </a:cubicBezTo>
                <a:cubicBezTo>
                  <a:pt x="10844057" y="2286000"/>
                  <a:pt x="10850880" y="2292823"/>
                  <a:pt x="10850880" y="2301240"/>
                </a:cubicBezTo>
                <a:close/>
                <a:moveTo>
                  <a:pt x="10850880" y="2453640"/>
                </a:moveTo>
                <a:cubicBezTo>
                  <a:pt x="10850880" y="2462057"/>
                  <a:pt x="10844057" y="2468880"/>
                  <a:pt x="10835640" y="2468880"/>
                </a:cubicBezTo>
                <a:cubicBezTo>
                  <a:pt x="10827223" y="2468880"/>
                  <a:pt x="10820400" y="2462057"/>
                  <a:pt x="10820400" y="2453640"/>
                </a:cubicBezTo>
                <a:cubicBezTo>
                  <a:pt x="10820400" y="2445223"/>
                  <a:pt x="10827223" y="2438400"/>
                  <a:pt x="10835640" y="2438400"/>
                </a:cubicBezTo>
                <a:cubicBezTo>
                  <a:pt x="10844057" y="2438400"/>
                  <a:pt x="10850880" y="2445223"/>
                  <a:pt x="10850880" y="2453640"/>
                </a:cubicBezTo>
                <a:close/>
                <a:moveTo>
                  <a:pt x="10850880" y="2606040"/>
                </a:moveTo>
                <a:cubicBezTo>
                  <a:pt x="10850880" y="2614457"/>
                  <a:pt x="10844057" y="2621280"/>
                  <a:pt x="10835640" y="2621280"/>
                </a:cubicBezTo>
                <a:cubicBezTo>
                  <a:pt x="10827223" y="2621280"/>
                  <a:pt x="10820400" y="2614457"/>
                  <a:pt x="10820400" y="2606040"/>
                </a:cubicBezTo>
                <a:cubicBezTo>
                  <a:pt x="10820400" y="2597623"/>
                  <a:pt x="10827223" y="2590800"/>
                  <a:pt x="10835640" y="2590800"/>
                </a:cubicBezTo>
                <a:cubicBezTo>
                  <a:pt x="10844057" y="2590800"/>
                  <a:pt x="10850880" y="2597623"/>
                  <a:pt x="10850880" y="2606040"/>
                </a:cubicBezTo>
                <a:close/>
                <a:moveTo>
                  <a:pt x="10850880" y="2758440"/>
                </a:moveTo>
                <a:cubicBezTo>
                  <a:pt x="10850880" y="2766857"/>
                  <a:pt x="10844057" y="2773680"/>
                  <a:pt x="10835640" y="2773680"/>
                </a:cubicBezTo>
                <a:cubicBezTo>
                  <a:pt x="10827223" y="2773680"/>
                  <a:pt x="10820400" y="2766857"/>
                  <a:pt x="10820400" y="2758440"/>
                </a:cubicBezTo>
                <a:cubicBezTo>
                  <a:pt x="10820400" y="2750023"/>
                  <a:pt x="10827223" y="2743200"/>
                  <a:pt x="10835640" y="2743200"/>
                </a:cubicBezTo>
                <a:cubicBezTo>
                  <a:pt x="10844057" y="2743200"/>
                  <a:pt x="10850880" y="2750023"/>
                  <a:pt x="10850880" y="2758440"/>
                </a:cubicBezTo>
                <a:close/>
                <a:moveTo>
                  <a:pt x="10850880" y="2910840"/>
                </a:moveTo>
                <a:cubicBezTo>
                  <a:pt x="10850880" y="2919257"/>
                  <a:pt x="10844057" y="2926080"/>
                  <a:pt x="10835640" y="2926080"/>
                </a:cubicBezTo>
                <a:cubicBezTo>
                  <a:pt x="10827223" y="2926080"/>
                  <a:pt x="10820400" y="2919257"/>
                  <a:pt x="10820400" y="2910840"/>
                </a:cubicBezTo>
                <a:cubicBezTo>
                  <a:pt x="10820400" y="2902423"/>
                  <a:pt x="10827223" y="2895600"/>
                  <a:pt x="10835640" y="2895600"/>
                </a:cubicBezTo>
                <a:cubicBezTo>
                  <a:pt x="10844057" y="2895600"/>
                  <a:pt x="10850880" y="2902423"/>
                  <a:pt x="10850880" y="2910840"/>
                </a:cubicBezTo>
                <a:close/>
                <a:moveTo>
                  <a:pt x="10850880" y="3063240"/>
                </a:moveTo>
                <a:cubicBezTo>
                  <a:pt x="10850880" y="3071657"/>
                  <a:pt x="10844057" y="3078480"/>
                  <a:pt x="10835640" y="3078480"/>
                </a:cubicBezTo>
                <a:cubicBezTo>
                  <a:pt x="10827223" y="3078480"/>
                  <a:pt x="10820400" y="3071657"/>
                  <a:pt x="10820400" y="3063240"/>
                </a:cubicBezTo>
                <a:cubicBezTo>
                  <a:pt x="10820400" y="3054823"/>
                  <a:pt x="10827223" y="3048000"/>
                  <a:pt x="10835640" y="3048000"/>
                </a:cubicBezTo>
                <a:cubicBezTo>
                  <a:pt x="10844057" y="3048000"/>
                  <a:pt x="10850880" y="3054823"/>
                  <a:pt x="10850880" y="3063240"/>
                </a:cubicBezTo>
                <a:close/>
                <a:moveTo>
                  <a:pt x="10850880" y="3215640"/>
                </a:moveTo>
                <a:cubicBezTo>
                  <a:pt x="10850880" y="3224057"/>
                  <a:pt x="10844057" y="3230880"/>
                  <a:pt x="10835640" y="3230880"/>
                </a:cubicBezTo>
                <a:cubicBezTo>
                  <a:pt x="10827223" y="3230880"/>
                  <a:pt x="10820400" y="3224057"/>
                  <a:pt x="10820400" y="3215640"/>
                </a:cubicBezTo>
                <a:cubicBezTo>
                  <a:pt x="10820400" y="3207223"/>
                  <a:pt x="10827223" y="3200400"/>
                  <a:pt x="10835640" y="3200400"/>
                </a:cubicBezTo>
                <a:cubicBezTo>
                  <a:pt x="10844057" y="3200400"/>
                  <a:pt x="10850880" y="3207223"/>
                  <a:pt x="10850880" y="3215640"/>
                </a:cubicBezTo>
                <a:close/>
                <a:moveTo>
                  <a:pt x="10850880" y="3368040"/>
                </a:moveTo>
                <a:cubicBezTo>
                  <a:pt x="10850880" y="3376457"/>
                  <a:pt x="10844057" y="3383280"/>
                  <a:pt x="10835640" y="3383280"/>
                </a:cubicBezTo>
                <a:cubicBezTo>
                  <a:pt x="10827223" y="3383280"/>
                  <a:pt x="10820400" y="3376457"/>
                  <a:pt x="10820400" y="3368040"/>
                </a:cubicBezTo>
                <a:cubicBezTo>
                  <a:pt x="10820400" y="3359623"/>
                  <a:pt x="10827223" y="3352800"/>
                  <a:pt x="10835640" y="3352800"/>
                </a:cubicBezTo>
                <a:cubicBezTo>
                  <a:pt x="10844057" y="3352800"/>
                  <a:pt x="10850880" y="3359623"/>
                  <a:pt x="10850880" y="3368040"/>
                </a:cubicBezTo>
                <a:close/>
                <a:moveTo>
                  <a:pt x="10850880" y="3520440"/>
                </a:moveTo>
                <a:cubicBezTo>
                  <a:pt x="10850880" y="3528857"/>
                  <a:pt x="10844057" y="3535680"/>
                  <a:pt x="10835640" y="3535680"/>
                </a:cubicBezTo>
                <a:cubicBezTo>
                  <a:pt x="10827223" y="3535680"/>
                  <a:pt x="10820400" y="3528857"/>
                  <a:pt x="10820400" y="3520440"/>
                </a:cubicBezTo>
                <a:cubicBezTo>
                  <a:pt x="10820400" y="3512023"/>
                  <a:pt x="10827223" y="3505200"/>
                  <a:pt x="10835640" y="3505200"/>
                </a:cubicBezTo>
                <a:cubicBezTo>
                  <a:pt x="10844057" y="3505200"/>
                  <a:pt x="10850880" y="3512023"/>
                  <a:pt x="10850880" y="3520440"/>
                </a:cubicBezTo>
                <a:close/>
                <a:moveTo>
                  <a:pt x="10850880" y="3672840"/>
                </a:moveTo>
                <a:cubicBezTo>
                  <a:pt x="10850880" y="3681257"/>
                  <a:pt x="10844057" y="3688080"/>
                  <a:pt x="10835640" y="3688080"/>
                </a:cubicBezTo>
                <a:cubicBezTo>
                  <a:pt x="10827223" y="3688080"/>
                  <a:pt x="10820400" y="3681257"/>
                  <a:pt x="10820400" y="3672840"/>
                </a:cubicBezTo>
                <a:cubicBezTo>
                  <a:pt x="10820400" y="3664423"/>
                  <a:pt x="10827223" y="3657600"/>
                  <a:pt x="10835640" y="3657600"/>
                </a:cubicBezTo>
                <a:cubicBezTo>
                  <a:pt x="10844057" y="3657600"/>
                  <a:pt x="10850880" y="3664423"/>
                  <a:pt x="10850880" y="3672840"/>
                </a:cubicBezTo>
                <a:close/>
                <a:moveTo>
                  <a:pt x="10850880" y="3825240"/>
                </a:moveTo>
                <a:cubicBezTo>
                  <a:pt x="10850880" y="3833657"/>
                  <a:pt x="10844057" y="3840480"/>
                  <a:pt x="10835640" y="3840480"/>
                </a:cubicBezTo>
                <a:cubicBezTo>
                  <a:pt x="10827223" y="3840480"/>
                  <a:pt x="10820400" y="3833657"/>
                  <a:pt x="10820400" y="3825240"/>
                </a:cubicBezTo>
                <a:cubicBezTo>
                  <a:pt x="10820400" y="3816823"/>
                  <a:pt x="10827223" y="3810000"/>
                  <a:pt x="10835640" y="3810000"/>
                </a:cubicBezTo>
                <a:cubicBezTo>
                  <a:pt x="10844057" y="3810000"/>
                  <a:pt x="10850880" y="3816823"/>
                  <a:pt x="10850880" y="3825240"/>
                </a:cubicBezTo>
                <a:close/>
                <a:moveTo>
                  <a:pt x="10850880" y="3977640"/>
                </a:moveTo>
                <a:cubicBezTo>
                  <a:pt x="10850880" y="3986057"/>
                  <a:pt x="10844057" y="3992880"/>
                  <a:pt x="10835640" y="3992880"/>
                </a:cubicBezTo>
                <a:cubicBezTo>
                  <a:pt x="10827223" y="3992880"/>
                  <a:pt x="10820400" y="3986057"/>
                  <a:pt x="10820400" y="3977640"/>
                </a:cubicBezTo>
                <a:cubicBezTo>
                  <a:pt x="10820400" y="3969223"/>
                  <a:pt x="10827223" y="3962400"/>
                  <a:pt x="10835640" y="3962400"/>
                </a:cubicBezTo>
                <a:cubicBezTo>
                  <a:pt x="10844057" y="3962400"/>
                  <a:pt x="10850880" y="3969223"/>
                  <a:pt x="10850880" y="3977640"/>
                </a:cubicBezTo>
                <a:close/>
                <a:moveTo>
                  <a:pt x="10850880" y="4130040"/>
                </a:moveTo>
                <a:cubicBezTo>
                  <a:pt x="10850880" y="4138457"/>
                  <a:pt x="10844057" y="4145280"/>
                  <a:pt x="10835640" y="4145280"/>
                </a:cubicBezTo>
                <a:cubicBezTo>
                  <a:pt x="10827223" y="4145280"/>
                  <a:pt x="10820400" y="4138457"/>
                  <a:pt x="10820400" y="4130040"/>
                </a:cubicBezTo>
                <a:cubicBezTo>
                  <a:pt x="10820400" y="4121623"/>
                  <a:pt x="10827223" y="4114800"/>
                  <a:pt x="10835640" y="4114800"/>
                </a:cubicBezTo>
                <a:cubicBezTo>
                  <a:pt x="10844057" y="4114800"/>
                  <a:pt x="10850880" y="4121623"/>
                  <a:pt x="10850880" y="4130040"/>
                </a:cubicBezTo>
                <a:close/>
                <a:moveTo>
                  <a:pt x="10850880" y="4282440"/>
                </a:moveTo>
                <a:cubicBezTo>
                  <a:pt x="10850880" y="4290857"/>
                  <a:pt x="10844057" y="4297680"/>
                  <a:pt x="10835640" y="4297680"/>
                </a:cubicBezTo>
                <a:cubicBezTo>
                  <a:pt x="10827223" y="4297680"/>
                  <a:pt x="10820400" y="4290857"/>
                  <a:pt x="10820400" y="4282440"/>
                </a:cubicBezTo>
                <a:cubicBezTo>
                  <a:pt x="10820400" y="4274023"/>
                  <a:pt x="10827223" y="4267200"/>
                  <a:pt x="10835640" y="4267200"/>
                </a:cubicBezTo>
                <a:cubicBezTo>
                  <a:pt x="10844057" y="4267200"/>
                  <a:pt x="10850880" y="4274023"/>
                  <a:pt x="10850880" y="4282440"/>
                </a:cubicBezTo>
                <a:close/>
                <a:moveTo>
                  <a:pt x="10850880" y="4434840"/>
                </a:moveTo>
                <a:cubicBezTo>
                  <a:pt x="10850880" y="4443257"/>
                  <a:pt x="10844057" y="4450080"/>
                  <a:pt x="10835640" y="4450080"/>
                </a:cubicBezTo>
                <a:cubicBezTo>
                  <a:pt x="10827223" y="4450080"/>
                  <a:pt x="10820400" y="4443257"/>
                  <a:pt x="10820400" y="4434840"/>
                </a:cubicBezTo>
                <a:cubicBezTo>
                  <a:pt x="10820400" y="4426423"/>
                  <a:pt x="10827223" y="4419600"/>
                  <a:pt x="10835640" y="4419600"/>
                </a:cubicBezTo>
                <a:cubicBezTo>
                  <a:pt x="10844057" y="4419600"/>
                  <a:pt x="10850880" y="4426423"/>
                  <a:pt x="10850880" y="4434840"/>
                </a:cubicBezTo>
                <a:close/>
              </a:path>
            </a:pathLst>
          </a:custGeom>
          <a:solidFill xmlns:a="http://schemas.openxmlformats.org/drawingml/2006/main">
            <a:srgbClr val="D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Traditional background face 0">
            <a:extLst xmlns:a="http://schemas.openxmlformats.org/drawingml/2006/main">
              <a:ext uri="{FF2B5EF4-FFF2-40B4-BE49-F238E27FC236}">
                <a16:creationId xmlns:a16="http://schemas.microsoft.com/office/drawing/2014/main" id="{FE6A3D13-80E3-40EF-8D16-2B34D9F3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45004"/>
            <a:ext cx="342900" cy="342900"/>
          </a:xfrm>
          <a:custGeom xmlns:a="http://schemas.openxmlformats.org/drawingml/2006/main">
            <a:pathLst>
              <a:path w="342900" h="342900">
                <a:moveTo>
                  <a:pt x="342900" y="171450"/>
                </a:moveTo>
                <a:cubicBezTo>
                  <a:pt x="342900" y="266139"/>
                  <a:pt x="266139" y="342900"/>
                  <a:pt x="171450" y="342900"/>
                </a:cubicBezTo>
                <a:cubicBezTo>
                  <a:pt x="76761" y="342900"/>
                  <a:pt x="0" y="266139"/>
                  <a:pt x="0" y="171450"/>
                </a:cubicBez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DEDD"/>
            </a:solidFill>
            <a:prstDash val="solid"/>
          </a:ln>
        </p:spPr>
      </p:sp>
      <p:sp>
        <p:nvSpPr>
          <p:cNvPr id="63" name="Traditional background face eye left 0">
            <a:extLst xmlns:a="http://schemas.openxmlformats.org/drawingml/2006/main">
              <a:ext uri="{FF2B5EF4-FFF2-40B4-BE49-F238E27FC236}">
                <a16:creationId xmlns:a16="http://schemas.microsoft.com/office/drawing/2014/main" id="{DB17F52F-CDAB-4F8B-BC98-BCF561FB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468829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19050"/>
                </a:moveTo>
                <a:cubicBezTo>
                  <a:pt x="28575" y="29571"/>
                  <a:pt x="22178" y="38100"/>
                  <a:pt x="14288" y="38100"/>
                </a:cubicBezTo>
                <a:cubicBezTo>
                  <a:pt x="6397" y="38100"/>
                  <a:pt x="0" y="29571"/>
                  <a:pt x="0" y="19050"/>
                </a:cubicBezTo>
                <a:cubicBezTo>
                  <a:pt x="0" y="8529"/>
                  <a:pt x="6397" y="0"/>
                  <a:pt x="14288" y="0"/>
                </a:cubicBezTo>
                <a:cubicBezTo>
                  <a:pt x="22178" y="0"/>
                  <a:pt x="28575" y="8529"/>
                  <a:pt x="28575" y="19050"/>
                </a:cubicBezTo>
                <a:close/>
              </a:path>
            </a:pathLst>
          </a:custGeom>
          <a:solidFill xmlns:a="http://schemas.openxmlformats.org/drawingml/2006/main">
            <a:srgbClr val="F8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Traditional background face eye right 0">
            <a:extLst xmlns:a="http://schemas.openxmlformats.org/drawingml/2006/main">
              <a:ext uri="{FF2B5EF4-FFF2-40B4-BE49-F238E27FC236}">
                <a16:creationId xmlns:a16="http://schemas.microsoft.com/office/drawing/2014/main" id="{F6BFF99B-2517-4157-8F4C-231C34AF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468829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19050"/>
                </a:moveTo>
                <a:cubicBezTo>
                  <a:pt x="28575" y="29571"/>
                  <a:pt x="22178" y="38100"/>
                  <a:pt x="14288" y="38100"/>
                </a:cubicBezTo>
                <a:cubicBezTo>
                  <a:pt x="6397" y="38100"/>
                  <a:pt x="0" y="29571"/>
                  <a:pt x="0" y="19050"/>
                </a:cubicBezTo>
                <a:cubicBezTo>
                  <a:pt x="0" y="8529"/>
                  <a:pt x="6397" y="0"/>
                  <a:pt x="14288" y="0"/>
                </a:cubicBezTo>
                <a:cubicBezTo>
                  <a:pt x="22178" y="0"/>
                  <a:pt x="28575" y="8529"/>
                  <a:pt x="28575" y="19050"/>
                </a:cubicBezTo>
                <a:close/>
              </a:path>
            </a:pathLst>
          </a:custGeom>
          <a:solidFill xmlns:a="http://schemas.openxmlformats.org/drawingml/2006/main">
            <a:srgbClr val="F8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raditional background face frown 0">
            <a:extLst xmlns:a="http://schemas.openxmlformats.org/drawingml/2006/main">
              <a:ext uri="{FF2B5EF4-FFF2-40B4-BE49-F238E27FC236}">
                <a16:creationId xmlns:a16="http://schemas.microsoft.com/office/drawing/2014/main" id="{57599E7E-E34F-4ED6-9636-034AB7DA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35504"/>
            <a:ext cx="133350" cy="57150"/>
          </a:xfrm>
          <a:custGeom xmlns:a="http://schemas.openxmlformats.org/drawingml/2006/main">
            <a:pathLst>
              <a:path w="133350" h="57150">
                <a:moveTo>
                  <a:pt x="0" y="57150"/>
                </a:moveTo>
                <a:cubicBezTo>
                  <a:pt x="28575" y="0"/>
                  <a:pt x="104775" y="0"/>
                  <a:pt x="133350" y="57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DEDD"/>
            </a:solidFill>
            <a:prstDash val="solid"/>
          </a:ln>
        </p:spPr>
      </p:sp>
      <p:sp>
        <p:nvSpPr>
          <p:cNvPr id="66" name="Traditional background face 1">
            <a:extLst xmlns:a="http://schemas.openxmlformats.org/drawingml/2006/main">
              <a:ext uri="{FF2B5EF4-FFF2-40B4-BE49-F238E27FC236}">
                <a16:creationId xmlns:a16="http://schemas.microsoft.com/office/drawing/2014/main" id="{DE19B77B-B0B7-44AF-AA0F-F2ADF53A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97429"/>
            <a:ext cx="381000" cy="381000"/>
          </a:xfrm>
          <a:custGeom xmlns:a="http://schemas.openxmlformats.org/drawingml/2006/main">
            <a:pathLst>
              <a:path w="381000" h="381000">
                <a:moveTo>
                  <a:pt x="381000" y="190500"/>
                </a:moveTo>
                <a:cubicBezTo>
                  <a:pt x="381000" y="295710"/>
                  <a:pt x="295710" y="381000"/>
                  <a:pt x="190500" y="381000"/>
                </a:cubicBezTo>
                <a:cubicBezTo>
                  <a:pt x="85290" y="381000"/>
                  <a:pt x="0" y="295710"/>
                  <a:pt x="0" y="190500"/>
                </a:cubicBezTo>
                <a:cubicBezTo>
                  <a:pt x="0" y="85290"/>
                  <a:pt x="85290" y="0"/>
                  <a:pt x="190500" y="0"/>
                </a:cubicBezTo>
                <a:cubicBezTo>
                  <a:pt x="295710" y="0"/>
                  <a:pt x="381000" y="85290"/>
                  <a:pt x="381000" y="1905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DEDD"/>
            </a:solidFill>
            <a:prstDash val="solid"/>
          </a:ln>
        </p:spPr>
      </p:sp>
      <p:sp>
        <p:nvSpPr>
          <p:cNvPr id="67" name="Traditional background face eye left 1">
            <a:extLst xmlns:a="http://schemas.openxmlformats.org/drawingml/2006/main">
              <a:ext uri="{FF2B5EF4-FFF2-40B4-BE49-F238E27FC236}">
                <a16:creationId xmlns:a16="http://schemas.microsoft.com/office/drawing/2014/main" id="{778A48E9-51B2-4F7A-B9C1-8DFBEC35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913" y="4840304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19050"/>
                </a:moveTo>
                <a:cubicBezTo>
                  <a:pt x="28575" y="29571"/>
                  <a:pt x="22178" y="38100"/>
                  <a:pt x="14288" y="38100"/>
                </a:cubicBezTo>
                <a:cubicBezTo>
                  <a:pt x="6397" y="38100"/>
                  <a:pt x="0" y="29571"/>
                  <a:pt x="0" y="19050"/>
                </a:cubicBezTo>
                <a:cubicBezTo>
                  <a:pt x="0" y="8529"/>
                  <a:pt x="6397" y="0"/>
                  <a:pt x="14288" y="0"/>
                </a:cubicBezTo>
                <a:cubicBezTo>
                  <a:pt x="22178" y="0"/>
                  <a:pt x="28575" y="8529"/>
                  <a:pt x="28575" y="19050"/>
                </a:cubicBezTo>
                <a:close/>
              </a:path>
            </a:pathLst>
          </a:custGeom>
          <a:solidFill xmlns:a="http://schemas.openxmlformats.org/drawingml/2006/main">
            <a:srgbClr val="F8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Traditional background face eye right 1">
            <a:extLst xmlns:a="http://schemas.openxmlformats.org/drawingml/2006/main">
              <a:ext uri="{FF2B5EF4-FFF2-40B4-BE49-F238E27FC236}">
                <a16:creationId xmlns:a16="http://schemas.microsoft.com/office/drawing/2014/main" id="{A1E5DD03-C277-4ABB-BD53-46B260E0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13" y="4840304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19050"/>
                </a:moveTo>
                <a:cubicBezTo>
                  <a:pt x="28575" y="29571"/>
                  <a:pt x="22178" y="38100"/>
                  <a:pt x="14288" y="38100"/>
                </a:cubicBezTo>
                <a:cubicBezTo>
                  <a:pt x="6397" y="38100"/>
                  <a:pt x="0" y="29571"/>
                  <a:pt x="0" y="19050"/>
                </a:cubicBezTo>
                <a:cubicBezTo>
                  <a:pt x="0" y="8529"/>
                  <a:pt x="6397" y="0"/>
                  <a:pt x="14288" y="0"/>
                </a:cubicBezTo>
                <a:cubicBezTo>
                  <a:pt x="22178" y="0"/>
                  <a:pt x="28575" y="8529"/>
                  <a:pt x="28575" y="19050"/>
                </a:cubicBezTo>
                <a:close/>
              </a:path>
            </a:pathLst>
          </a:custGeom>
          <a:solidFill xmlns:a="http://schemas.openxmlformats.org/drawingml/2006/main">
            <a:srgbClr val="F8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Traditional background face frown 1">
            <a:extLst xmlns:a="http://schemas.openxmlformats.org/drawingml/2006/main">
              <a:ext uri="{FF2B5EF4-FFF2-40B4-BE49-F238E27FC236}">
                <a16:creationId xmlns:a16="http://schemas.microsoft.com/office/drawing/2014/main" id="{840731FF-3F3C-4037-9839-0AA7BD8A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06979"/>
            <a:ext cx="133350" cy="57150"/>
          </a:xfrm>
          <a:custGeom xmlns:a="http://schemas.openxmlformats.org/drawingml/2006/main">
            <a:pathLst>
              <a:path w="133350" h="57150">
                <a:moveTo>
                  <a:pt x="0" y="57150"/>
                </a:moveTo>
                <a:cubicBezTo>
                  <a:pt x="28575" y="0"/>
                  <a:pt x="104775" y="0"/>
                  <a:pt x="133350" y="57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DEDD"/>
            </a:solidFill>
            <a:prstDash val="solid"/>
          </a:ln>
        </p:spPr>
      </p:sp>
      <p:sp>
        <p:nvSpPr>
          <p:cNvPr id="70" name="Traditional background face 2">
            <a:extLst xmlns:a="http://schemas.openxmlformats.org/drawingml/2006/main">
              <a:ext uri="{FF2B5EF4-FFF2-40B4-BE49-F238E27FC236}">
                <a16:creationId xmlns:a16="http://schemas.microsoft.com/office/drawing/2014/main" id="{10FFCBEA-CF28-4DC4-BEAD-F969C49D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107629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161925"/>
                </a:moveTo>
                <a:cubicBezTo>
                  <a:pt x="323850" y="251354"/>
                  <a:pt x="251354" y="323850"/>
                  <a:pt x="161925" y="323850"/>
                </a:cubicBezTo>
                <a:cubicBezTo>
                  <a:pt x="72496" y="323850"/>
                  <a:pt x="0" y="251354"/>
                  <a:pt x="0" y="161925"/>
                </a:cubicBezTo>
                <a:cubicBezTo>
                  <a:pt x="0" y="72496"/>
                  <a:pt x="72496" y="0"/>
                  <a:pt x="161925" y="0"/>
                </a:cubicBezTo>
                <a:cubicBezTo>
                  <a:pt x="251354" y="0"/>
                  <a:pt x="323850" y="72496"/>
                  <a:pt x="323850" y="16192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DEDD"/>
            </a:solidFill>
            <a:prstDash val="solid"/>
          </a:ln>
        </p:spPr>
      </p:sp>
      <p:sp>
        <p:nvSpPr>
          <p:cNvPr id="71" name="Traditional background face eye left 2">
            <a:extLst xmlns:a="http://schemas.openxmlformats.org/drawingml/2006/main">
              <a:ext uri="{FF2B5EF4-FFF2-40B4-BE49-F238E27FC236}">
                <a16:creationId xmlns:a16="http://schemas.microsoft.com/office/drawing/2014/main" id="{3DEF5DD1-C4AC-45AF-BD47-C66AC471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488" y="10221929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19050"/>
                </a:moveTo>
                <a:cubicBezTo>
                  <a:pt x="28575" y="29571"/>
                  <a:pt x="22178" y="38100"/>
                  <a:pt x="14288" y="38100"/>
                </a:cubicBezTo>
                <a:cubicBezTo>
                  <a:pt x="6397" y="38100"/>
                  <a:pt x="0" y="29571"/>
                  <a:pt x="0" y="19050"/>
                </a:cubicBezTo>
                <a:cubicBezTo>
                  <a:pt x="0" y="8529"/>
                  <a:pt x="6397" y="0"/>
                  <a:pt x="14288" y="0"/>
                </a:cubicBezTo>
                <a:cubicBezTo>
                  <a:pt x="22178" y="0"/>
                  <a:pt x="28575" y="8529"/>
                  <a:pt x="28575" y="19050"/>
                </a:cubicBezTo>
                <a:close/>
              </a:path>
            </a:pathLst>
          </a:custGeom>
          <a:solidFill xmlns:a="http://schemas.openxmlformats.org/drawingml/2006/main">
            <a:srgbClr val="F8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Traditional background face eye right 2">
            <a:extLst xmlns:a="http://schemas.openxmlformats.org/drawingml/2006/main">
              <a:ext uri="{FF2B5EF4-FFF2-40B4-BE49-F238E27FC236}">
                <a16:creationId xmlns:a16="http://schemas.microsoft.com/office/drawing/2014/main" id="{EB823CA2-DB10-4871-88C6-3639739E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8" y="10221929"/>
            <a:ext cx="28575" cy="38100"/>
          </a:xfrm>
          <a:custGeom xmlns:a="http://schemas.openxmlformats.org/drawingml/2006/main">
            <a:pathLst>
              <a:path w="28575" h="38100">
                <a:moveTo>
                  <a:pt x="28575" y="19050"/>
                </a:moveTo>
                <a:cubicBezTo>
                  <a:pt x="28575" y="29571"/>
                  <a:pt x="22178" y="38100"/>
                  <a:pt x="14288" y="38100"/>
                </a:cubicBezTo>
                <a:cubicBezTo>
                  <a:pt x="6397" y="38100"/>
                  <a:pt x="0" y="29571"/>
                  <a:pt x="0" y="19050"/>
                </a:cubicBezTo>
                <a:cubicBezTo>
                  <a:pt x="0" y="8529"/>
                  <a:pt x="6397" y="0"/>
                  <a:pt x="14288" y="0"/>
                </a:cubicBezTo>
                <a:cubicBezTo>
                  <a:pt x="22178" y="0"/>
                  <a:pt x="28575" y="8529"/>
                  <a:pt x="28575" y="19050"/>
                </a:cubicBezTo>
                <a:close/>
              </a:path>
            </a:pathLst>
          </a:custGeom>
          <a:solidFill xmlns:a="http://schemas.openxmlformats.org/drawingml/2006/main">
            <a:srgbClr val="F8D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raditional background face frown 2">
            <a:extLst xmlns:a="http://schemas.openxmlformats.org/drawingml/2006/main">
              <a:ext uri="{FF2B5EF4-FFF2-40B4-BE49-F238E27FC236}">
                <a16:creationId xmlns:a16="http://schemas.microsoft.com/office/drawing/2014/main" id="{27ED7261-46A9-4574-A120-72F8D0C5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288604"/>
            <a:ext cx="133350" cy="57150"/>
          </a:xfrm>
          <a:custGeom xmlns:a="http://schemas.openxmlformats.org/drawingml/2006/main">
            <a:pathLst>
              <a:path w="133350" h="57150">
                <a:moveTo>
                  <a:pt x="0" y="57150"/>
                </a:moveTo>
                <a:cubicBezTo>
                  <a:pt x="28575" y="0"/>
                  <a:pt x="104775" y="0"/>
                  <a:pt x="133350" y="57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8DEDD"/>
            </a:solidFill>
            <a:prstDash val="solid"/>
          </a:ln>
        </p:spPr>
      </p:sp>
      <p:sp>
        <p:nvSpPr>
          <p:cNvPr id="74" name="Faint binary ornament line 1">
            <a:extLst xmlns:a="http://schemas.openxmlformats.org/drawingml/2006/main">
              <a:ext uri="{FF2B5EF4-FFF2-40B4-BE49-F238E27FC236}">
                <a16:creationId xmlns:a16="http://schemas.microsoft.com/office/drawing/2014/main" id="{993C22F1-E533-485C-A260-18E4DED2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4087829"/>
            <a:ext cx="495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rPr>
              <a:t>100</a:t>
            </a:r>
          </a:p>
        </p:txBody>
      </p:sp>
      <p:sp>
        <p:nvSpPr>
          <p:cNvPr id="75" name="Faint binary ornament line 2">
            <a:extLst xmlns:a="http://schemas.openxmlformats.org/drawingml/2006/main">
              <a:ext uri="{FF2B5EF4-FFF2-40B4-BE49-F238E27FC236}">
                <a16:creationId xmlns:a16="http://schemas.microsoft.com/office/drawing/2014/main" id="{0AFEABA8-66AA-4C3B-9999-94C45D01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4211654"/>
            <a:ext cx="495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rPr>
              <a:t>1010</a:t>
            </a:r>
          </a:p>
        </p:txBody>
      </p:sp>
      <p:sp>
        <p:nvSpPr>
          <p:cNvPr id="76" name="Faint binary ornament line 3">
            <a:extLst xmlns:a="http://schemas.openxmlformats.org/drawingml/2006/main">
              <a:ext uri="{FF2B5EF4-FFF2-40B4-BE49-F238E27FC236}">
                <a16:creationId xmlns:a16="http://schemas.microsoft.com/office/drawing/2014/main" id="{68DF42B3-01BA-478D-8875-CB6EDC65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4335479"/>
            <a:ext cx="495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C9E7F7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77" name="Faint pencil ornament">
            <a:extLst xmlns:a="http://schemas.openxmlformats.org/drawingml/2006/main">
              <a:ext uri="{FF2B5EF4-FFF2-40B4-BE49-F238E27FC236}">
                <a16:creationId xmlns:a16="http://schemas.microsoft.com/office/drawing/2014/main" id="{81044AEA-73DA-486F-8625-A3B07A65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0" y="4173554"/>
            <a:ext cx="266700" cy="276225"/>
          </a:xfrm>
          <a:custGeom xmlns:a="http://schemas.openxmlformats.org/drawingml/2006/main">
            <a:pathLst>
              <a:path w="266700" h="276225">
                <a:moveTo>
                  <a:pt x="38100" y="0"/>
                </a:moveTo>
                <a:lnTo>
                  <a:pt x="247650" y="190500"/>
                </a:lnTo>
                <a:lnTo>
                  <a:pt x="266700" y="276225"/>
                </a:lnTo>
                <a:lnTo>
                  <a:pt x="180975" y="257175"/>
                </a:lnTo>
                <a:lnTo>
                  <a:pt x="0" y="476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E7F7"/>
            </a:solidFill>
            <a:prstDash val="solid"/>
          </a:ln>
        </p:spPr>
      </p:sp>
      <p:sp>
        <p:nvSpPr>
          <p:cNvPr id="78" name="Faint sparkle ornament">
            <a:extLst xmlns:a="http://schemas.openxmlformats.org/drawingml/2006/main">
              <a:ext uri="{FF2B5EF4-FFF2-40B4-BE49-F238E27FC236}">
                <a16:creationId xmlns:a16="http://schemas.microsoft.com/office/drawing/2014/main" id="{109F0D29-80D0-4DAB-AAAE-03C8F95C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516454"/>
            <a:ext cx="381000" cy="447675"/>
          </a:xfrm>
          <a:custGeom xmlns:a="http://schemas.openxmlformats.org/drawingml/2006/main">
            <a:pathLst>
              <a:path w="381000" h="447675">
                <a:moveTo>
                  <a:pt x="190500" y="0"/>
                </a:moveTo>
                <a:cubicBezTo>
                  <a:pt x="209550" y="152400"/>
                  <a:pt x="228600" y="200025"/>
                  <a:pt x="381000" y="219075"/>
                </a:cubicBezTo>
                <a:cubicBezTo>
                  <a:pt x="228600" y="238125"/>
                  <a:pt x="209550" y="285750"/>
                  <a:pt x="190500" y="447675"/>
                </a:cubicBezTo>
                <a:cubicBezTo>
                  <a:pt x="171450" y="285750"/>
                  <a:pt x="152400" y="238125"/>
                  <a:pt x="0" y="219075"/>
                </a:cubicBezTo>
                <a:cubicBezTo>
                  <a:pt x="152400" y="200025"/>
                  <a:pt x="171450" y="152400"/>
                  <a:pt x="1905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E7F7"/>
            </a:solidFill>
            <a:prstDash val="solid"/>
          </a:ln>
        </p:spPr>
      </p:sp>
      <p:sp>
        <p:nvSpPr>
          <p:cNvPr id="79" name="Faint code bracket left">
            <a:extLst xmlns:a="http://schemas.openxmlformats.org/drawingml/2006/main">
              <a:ext uri="{FF2B5EF4-FFF2-40B4-BE49-F238E27FC236}">
                <a16:creationId xmlns:a16="http://schemas.microsoft.com/office/drawing/2014/main" id="{D2BE461A-6B11-4D1D-A336-0B65CC26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5049854"/>
            <a:ext cx="85725" cy="190500"/>
          </a:xfrm>
          <a:custGeom xmlns:a="http://schemas.openxmlformats.org/drawingml/2006/main">
            <a:pathLst>
              <a:path w="85725" h="190500">
                <a:moveTo>
                  <a:pt x="85725" y="0"/>
                </a:moveTo>
                <a:lnTo>
                  <a:pt x="0" y="95250"/>
                </a:lnTo>
                <a:lnTo>
                  <a:pt x="85725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E7F7"/>
            </a:solidFill>
            <a:prstDash val="solid"/>
          </a:ln>
        </p:spPr>
      </p:sp>
      <p:sp>
        <p:nvSpPr>
          <p:cNvPr id="80" name="Faint code bracket right">
            <a:extLst xmlns:a="http://schemas.openxmlformats.org/drawingml/2006/main">
              <a:ext uri="{FF2B5EF4-FFF2-40B4-BE49-F238E27FC236}">
                <a16:creationId xmlns:a16="http://schemas.microsoft.com/office/drawing/2014/main" id="{0392F6C5-5136-445A-B53C-DF0271B2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25" y="5049854"/>
            <a:ext cx="85725" cy="190500"/>
          </a:xfrm>
          <a:custGeom xmlns:a="http://schemas.openxmlformats.org/drawingml/2006/main">
            <a:pathLst>
              <a:path w="85725" h="190500">
                <a:moveTo>
                  <a:pt x="0" y="0"/>
                </a:moveTo>
                <a:lnTo>
                  <a:pt x="85725" y="95250"/>
                </a:ln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E7F7"/>
            </a:solidFill>
            <a:prstDash val="solid"/>
          </a:ln>
        </p:spPr>
      </p:sp>
      <p:sp>
        <p:nvSpPr>
          <p:cNvPr id="81" name="Traditional brush-lettered headline dark">
            <a:extLst xmlns:a="http://schemas.openxmlformats.org/drawingml/2006/main">
              <a:ext uri="{FF2B5EF4-FFF2-40B4-BE49-F238E27FC236}">
                <a16:creationId xmlns:a16="http://schemas.microsoft.com/office/drawing/2014/main" id="{015CB795-4D63-4E83-A512-6D44A89B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975" y="2671779"/>
            <a:ext cx="1238250" cy="476250"/>
          </a:xfrm>
          <a:custGeom xmlns:a="http://schemas.openxmlformats.org/drawingml/2006/main">
            <a:pathLst>
              <a:path w="1238250" h="476250">
                <a:moveTo>
                  <a:pt x="1238250" y="400050"/>
                </a:moveTo>
                <a:lnTo>
                  <a:pt x="1231900" y="406400"/>
                </a:lnTo>
                <a:lnTo>
                  <a:pt x="1212850" y="406400"/>
                </a:lnTo>
                <a:lnTo>
                  <a:pt x="1219200" y="412750"/>
                </a:lnTo>
                <a:lnTo>
                  <a:pt x="1219200" y="419100"/>
                </a:lnTo>
                <a:lnTo>
                  <a:pt x="1206500" y="431800"/>
                </a:lnTo>
                <a:lnTo>
                  <a:pt x="1193800" y="431800"/>
                </a:lnTo>
                <a:lnTo>
                  <a:pt x="1187450" y="425450"/>
                </a:lnTo>
                <a:lnTo>
                  <a:pt x="1187450" y="406400"/>
                </a:lnTo>
                <a:lnTo>
                  <a:pt x="1187450" y="412750"/>
                </a:lnTo>
                <a:lnTo>
                  <a:pt x="1181100" y="419100"/>
                </a:lnTo>
                <a:lnTo>
                  <a:pt x="1174750" y="419100"/>
                </a:lnTo>
                <a:lnTo>
                  <a:pt x="1193800" y="431800"/>
                </a:lnTo>
                <a:lnTo>
                  <a:pt x="1206500" y="431800"/>
                </a:lnTo>
                <a:lnTo>
                  <a:pt x="1212850" y="425450"/>
                </a:lnTo>
                <a:lnTo>
                  <a:pt x="1219200" y="425450"/>
                </a:lnTo>
                <a:lnTo>
                  <a:pt x="1238250" y="406400"/>
                </a:lnTo>
                <a:close/>
                <a:moveTo>
                  <a:pt x="971550" y="336550"/>
                </a:moveTo>
                <a:lnTo>
                  <a:pt x="965200" y="336550"/>
                </a:lnTo>
                <a:lnTo>
                  <a:pt x="939800" y="361950"/>
                </a:lnTo>
                <a:lnTo>
                  <a:pt x="933450" y="361950"/>
                </a:lnTo>
                <a:lnTo>
                  <a:pt x="920750" y="374650"/>
                </a:lnTo>
                <a:lnTo>
                  <a:pt x="914400" y="374650"/>
                </a:lnTo>
                <a:lnTo>
                  <a:pt x="901700" y="387350"/>
                </a:lnTo>
                <a:lnTo>
                  <a:pt x="863600" y="387350"/>
                </a:lnTo>
                <a:lnTo>
                  <a:pt x="857250" y="381000"/>
                </a:lnTo>
                <a:lnTo>
                  <a:pt x="850900" y="387350"/>
                </a:lnTo>
                <a:lnTo>
                  <a:pt x="857250" y="381000"/>
                </a:lnTo>
                <a:lnTo>
                  <a:pt x="876300" y="400050"/>
                </a:lnTo>
                <a:lnTo>
                  <a:pt x="869950" y="406400"/>
                </a:lnTo>
                <a:lnTo>
                  <a:pt x="863600" y="406400"/>
                </a:lnTo>
                <a:lnTo>
                  <a:pt x="863600" y="412750"/>
                </a:lnTo>
                <a:lnTo>
                  <a:pt x="876300" y="425450"/>
                </a:lnTo>
                <a:lnTo>
                  <a:pt x="869950" y="431800"/>
                </a:lnTo>
                <a:lnTo>
                  <a:pt x="850900" y="431800"/>
                </a:lnTo>
                <a:lnTo>
                  <a:pt x="844550" y="425450"/>
                </a:lnTo>
                <a:lnTo>
                  <a:pt x="831850" y="425450"/>
                </a:lnTo>
                <a:lnTo>
                  <a:pt x="812800" y="406400"/>
                </a:lnTo>
                <a:lnTo>
                  <a:pt x="812800" y="400050"/>
                </a:lnTo>
                <a:lnTo>
                  <a:pt x="806450" y="393700"/>
                </a:lnTo>
                <a:lnTo>
                  <a:pt x="806450" y="400050"/>
                </a:lnTo>
                <a:lnTo>
                  <a:pt x="819150" y="412750"/>
                </a:lnTo>
                <a:lnTo>
                  <a:pt x="819150" y="419100"/>
                </a:lnTo>
                <a:lnTo>
                  <a:pt x="825500" y="419100"/>
                </a:lnTo>
                <a:lnTo>
                  <a:pt x="844550" y="431800"/>
                </a:lnTo>
                <a:lnTo>
                  <a:pt x="882650" y="431800"/>
                </a:lnTo>
                <a:lnTo>
                  <a:pt x="901700" y="419100"/>
                </a:lnTo>
                <a:lnTo>
                  <a:pt x="895350" y="425450"/>
                </a:lnTo>
                <a:lnTo>
                  <a:pt x="889000" y="425450"/>
                </a:lnTo>
                <a:lnTo>
                  <a:pt x="876300" y="412750"/>
                </a:lnTo>
                <a:lnTo>
                  <a:pt x="876300" y="406400"/>
                </a:lnTo>
                <a:lnTo>
                  <a:pt x="882650" y="400050"/>
                </a:lnTo>
                <a:lnTo>
                  <a:pt x="889000" y="400050"/>
                </a:lnTo>
                <a:lnTo>
                  <a:pt x="895350" y="406400"/>
                </a:lnTo>
                <a:lnTo>
                  <a:pt x="908050" y="406400"/>
                </a:lnTo>
                <a:lnTo>
                  <a:pt x="914400" y="400050"/>
                </a:lnTo>
                <a:lnTo>
                  <a:pt x="908050" y="393700"/>
                </a:lnTo>
                <a:lnTo>
                  <a:pt x="914400" y="387350"/>
                </a:lnTo>
                <a:lnTo>
                  <a:pt x="920750" y="387350"/>
                </a:lnTo>
                <a:lnTo>
                  <a:pt x="933450" y="400050"/>
                </a:lnTo>
                <a:lnTo>
                  <a:pt x="933450" y="406400"/>
                </a:lnTo>
                <a:lnTo>
                  <a:pt x="927100" y="412750"/>
                </a:lnTo>
                <a:lnTo>
                  <a:pt x="946150" y="400050"/>
                </a:lnTo>
                <a:lnTo>
                  <a:pt x="946150" y="387350"/>
                </a:lnTo>
                <a:lnTo>
                  <a:pt x="952500" y="381000"/>
                </a:lnTo>
                <a:lnTo>
                  <a:pt x="958850" y="387350"/>
                </a:lnTo>
                <a:lnTo>
                  <a:pt x="977900" y="368300"/>
                </a:lnTo>
                <a:lnTo>
                  <a:pt x="977900" y="361950"/>
                </a:lnTo>
                <a:lnTo>
                  <a:pt x="965200" y="374650"/>
                </a:lnTo>
                <a:lnTo>
                  <a:pt x="958850" y="374650"/>
                </a:lnTo>
                <a:lnTo>
                  <a:pt x="952500" y="368300"/>
                </a:lnTo>
                <a:lnTo>
                  <a:pt x="958850" y="361950"/>
                </a:lnTo>
                <a:lnTo>
                  <a:pt x="958850" y="355600"/>
                </a:lnTo>
                <a:lnTo>
                  <a:pt x="971550" y="342900"/>
                </a:lnTo>
                <a:close/>
                <a:moveTo>
                  <a:pt x="901700" y="387350"/>
                </a:moveTo>
                <a:lnTo>
                  <a:pt x="908050" y="381000"/>
                </a:lnTo>
                <a:lnTo>
                  <a:pt x="914400" y="387350"/>
                </a:lnTo>
                <a:lnTo>
                  <a:pt x="908050" y="393700"/>
                </a:lnTo>
                <a:close/>
                <a:moveTo>
                  <a:pt x="971550" y="234950"/>
                </a:moveTo>
                <a:lnTo>
                  <a:pt x="971550" y="241300"/>
                </a:lnTo>
                <a:lnTo>
                  <a:pt x="958850" y="254000"/>
                </a:lnTo>
                <a:lnTo>
                  <a:pt x="952500" y="247650"/>
                </a:lnTo>
                <a:lnTo>
                  <a:pt x="946150" y="247650"/>
                </a:lnTo>
                <a:lnTo>
                  <a:pt x="939800" y="254000"/>
                </a:lnTo>
                <a:lnTo>
                  <a:pt x="939800" y="260350"/>
                </a:lnTo>
                <a:lnTo>
                  <a:pt x="920750" y="273050"/>
                </a:lnTo>
                <a:lnTo>
                  <a:pt x="946150" y="273050"/>
                </a:lnTo>
                <a:lnTo>
                  <a:pt x="939800" y="266700"/>
                </a:lnTo>
                <a:lnTo>
                  <a:pt x="939800" y="260350"/>
                </a:lnTo>
                <a:lnTo>
                  <a:pt x="952500" y="247650"/>
                </a:lnTo>
                <a:lnTo>
                  <a:pt x="958850" y="254000"/>
                </a:lnTo>
                <a:lnTo>
                  <a:pt x="971550" y="241300"/>
                </a:lnTo>
                <a:close/>
                <a:moveTo>
                  <a:pt x="869950" y="222250"/>
                </a:moveTo>
                <a:lnTo>
                  <a:pt x="863600" y="228600"/>
                </a:lnTo>
                <a:lnTo>
                  <a:pt x="838200" y="228600"/>
                </a:lnTo>
                <a:lnTo>
                  <a:pt x="831850" y="234950"/>
                </a:lnTo>
                <a:lnTo>
                  <a:pt x="825500" y="234950"/>
                </a:lnTo>
                <a:lnTo>
                  <a:pt x="819150" y="228600"/>
                </a:lnTo>
                <a:lnTo>
                  <a:pt x="806450" y="247650"/>
                </a:lnTo>
                <a:lnTo>
                  <a:pt x="806450" y="260350"/>
                </a:lnTo>
                <a:lnTo>
                  <a:pt x="800100" y="266700"/>
                </a:lnTo>
                <a:lnTo>
                  <a:pt x="800100" y="279400"/>
                </a:lnTo>
                <a:lnTo>
                  <a:pt x="781050" y="292100"/>
                </a:lnTo>
                <a:lnTo>
                  <a:pt x="781050" y="304800"/>
                </a:lnTo>
                <a:lnTo>
                  <a:pt x="787400" y="304800"/>
                </a:lnTo>
                <a:lnTo>
                  <a:pt x="793750" y="311150"/>
                </a:lnTo>
                <a:lnTo>
                  <a:pt x="793750" y="355600"/>
                </a:lnTo>
                <a:lnTo>
                  <a:pt x="793750" y="336550"/>
                </a:lnTo>
                <a:lnTo>
                  <a:pt x="806450" y="323850"/>
                </a:lnTo>
                <a:lnTo>
                  <a:pt x="831850" y="323850"/>
                </a:lnTo>
                <a:lnTo>
                  <a:pt x="838200" y="330200"/>
                </a:lnTo>
                <a:lnTo>
                  <a:pt x="838200" y="336550"/>
                </a:lnTo>
                <a:lnTo>
                  <a:pt x="831850" y="342900"/>
                </a:lnTo>
                <a:lnTo>
                  <a:pt x="825500" y="342900"/>
                </a:lnTo>
                <a:lnTo>
                  <a:pt x="812800" y="355600"/>
                </a:lnTo>
                <a:lnTo>
                  <a:pt x="812800" y="381000"/>
                </a:lnTo>
                <a:lnTo>
                  <a:pt x="812800" y="361950"/>
                </a:lnTo>
                <a:lnTo>
                  <a:pt x="819150" y="355600"/>
                </a:lnTo>
                <a:lnTo>
                  <a:pt x="838200" y="355600"/>
                </a:lnTo>
                <a:lnTo>
                  <a:pt x="844550" y="361950"/>
                </a:lnTo>
                <a:lnTo>
                  <a:pt x="844550" y="342900"/>
                </a:lnTo>
                <a:lnTo>
                  <a:pt x="838200" y="336550"/>
                </a:lnTo>
                <a:lnTo>
                  <a:pt x="838200" y="330200"/>
                </a:lnTo>
                <a:lnTo>
                  <a:pt x="857250" y="311150"/>
                </a:lnTo>
                <a:lnTo>
                  <a:pt x="889000" y="311150"/>
                </a:lnTo>
                <a:lnTo>
                  <a:pt x="895350" y="304800"/>
                </a:lnTo>
                <a:lnTo>
                  <a:pt x="901700" y="304800"/>
                </a:lnTo>
                <a:lnTo>
                  <a:pt x="908050" y="298450"/>
                </a:lnTo>
                <a:lnTo>
                  <a:pt x="914400" y="298450"/>
                </a:lnTo>
                <a:lnTo>
                  <a:pt x="927100" y="285750"/>
                </a:lnTo>
                <a:lnTo>
                  <a:pt x="920750" y="292100"/>
                </a:lnTo>
                <a:lnTo>
                  <a:pt x="908050" y="292100"/>
                </a:lnTo>
                <a:lnTo>
                  <a:pt x="901700" y="285750"/>
                </a:lnTo>
                <a:lnTo>
                  <a:pt x="901700" y="279400"/>
                </a:lnTo>
                <a:lnTo>
                  <a:pt x="908050" y="273050"/>
                </a:lnTo>
                <a:lnTo>
                  <a:pt x="908050" y="266700"/>
                </a:lnTo>
                <a:lnTo>
                  <a:pt x="901700" y="266700"/>
                </a:lnTo>
                <a:lnTo>
                  <a:pt x="882650" y="279400"/>
                </a:lnTo>
                <a:lnTo>
                  <a:pt x="857250" y="279400"/>
                </a:lnTo>
                <a:lnTo>
                  <a:pt x="850900" y="273050"/>
                </a:lnTo>
                <a:lnTo>
                  <a:pt x="850900" y="260350"/>
                </a:lnTo>
                <a:lnTo>
                  <a:pt x="831850" y="273050"/>
                </a:lnTo>
                <a:lnTo>
                  <a:pt x="831850" y="285750"/>
                </a:lnTo>
                <a:lnTo>
                  <a:pt x="825500" y="292100"/>
                </a:lnTo>
                <a:lnTo>
                  <a:pt x="819150" y="292100"/>
                </a:lnTo>
                <a:lnTo>
                  <a:pt x="812800" y="285750"/>
                </a:lnTo>
                <a:lnTo>
                  <a:pt x="812800" y="273050"/>
                </a:lnTo>
                <a:lnTo>
                  <a:pt x="806450" y="266700"/>
                </a:lnTo>
                <a:lnTo>
                  <a:pt x="806450" y="254000"/>
                </a:lnTo>
                <a:lnTo>
                  <a:pt x="825500" y="241300"/>
                </a:lnTo>
                <a:lnTo>
                  <a:pt x="838200" y="241300"/>
                </a:lnTo>
                <a:lnTo>
                  <a:pt x="844550" y="247650"/>
                </a:lnTo>
                <a:lnTo>
                  <a:pt x="857250" y="247650"/>
                </a:lnTo>
                <a:lnTo>
                  <a:pt x="863600" y="241300"/>
                </a:lnTo>
                <a:lnTo>
                  <a:pt x="863600" y="234950"/>
                </a:lnTo>
                <a:lnTo>
                  <a:pt x="869950" y="228600"/>
                </a:lnTo>
                <a:close/>
                <a:moveTo>
                  <a:pt x="787400" y="304800"/>
                </a:moveTo>
                <a:lnTo>
                  <a:pt x="806450" y="292100"/>
                </a:lnTo>
                <a:lnTo>
                  <a:pt x="819150" y="292100"/>
                </a:lnTo>
                <a:lnTo>
                  <a:pt x="825500" y="298450"/>
                </a:lnTo>
                <a:lnTo>
                  <a:pt x="825500" y="311150"/>
                </a:lnTo>
                <a:lnTo>
                  <a:pt x="819150" y="317500"/>
                </a:lnTo>
                <a:lnTo>
                  <a:pt x="800100" y="317500"/>
                </a:lnTo>
                <a:close/>
                <a:moveTo>
                  <a:pt x="825500" y="292100"/>
                </a:moveTo>
                <a:lnTo>
                  <a:pt x="831850" y="285750"/>
                </a:lnTo>
                <a:lnTo>
                  <a:pt x="850900" y="285750"/>
                </a:lnTo>
                <a:lnTo>
                  <a:pt x="857250" y="292100"/>
                </a:lnTo>
                <a:lnTo>
                  <a:pt x="857250" y="298450"/>
                </a:lnTo>
                <a:lnTo>
                  <a:pt x="844550" y="311150"/>
                </a:lnTo>
                <a:lnTo>
                  <a:pt x="838200" y="311150"/>
                </a:lnTo>
                <a:lnTo>
                  <a:pt x="825500" y="298450"/>
                </a:lnTo>
                <a:close/>
                <a:moveTo>
                  <a:pt x="876300" y="279400"/>
                </a:moveTo>
                <a:lnTo>
                  <a:pt x="882650" y="279400"/>
                </a:lnTo>
                <a:lnTo>
                  <a:pt x="889000" y="285750"/>
                </a:lnTo>
                <a:lnTo>
                  <a:pt x="889000" y="292100"/>
                </a:lnTo>
                <a:lnTo>
                  <a:pt x="895350" y="292100"/>
                </a:lnTo>
                <a:lnTo>
                  <a:pt x="901700" y="298450"/>
                </a:lnTo>
                <a:lnTo>
                  <a:pt x="882650" y="311150"/>
                </a:lnTo>
                <a:lnTo>
                  <a:pt x="869950" y="311150"/>
                </a:lnTo>
                <a:lnTo>
                  <a:pt x="863600" y="304800"/>
                </a:lnTo>
                <a:lnTo>
                  <a:pt x="863600" y="292100"/>
                </a:lnTo>
                <a:close/>
                <a:moveTo>
                  <a:pt x="330200" y="171450"/>
                </a:moveTo>
                <a:lnTo>
                  <a:pt x="317500" y="184150"/>
                </a:lnTo>
                <a:lnTo>
                  <a:pt x="317500" y="190500"/>
                </a:lnTo>
                <a:lnTo>
                  <a:pt x="311150" y="196850"/>
                </a:lnTo>
                <a:lnTo>
                  <a:pt x="311150" y="228600"/>
                </a:lnTo>
                <a:lnTo>
                  <a:pt x="304800" y="234950"/>
                </a:lnTo>
                <a:lnTo>
                  <a:pt x="304800" y="273050"/>
                </a:lnTo>
                <a:lnTo>
                  <a:pt x="298450" y="279400"/>
                </a:lnTo>
                <a:lnTo>
                  <a:pt x="298450" y="304800"/>
                </a:lnTo>
                <a:lnTo>
                  <a:pt x="292100" y="311150"/>
                </a:lnTo>
                <a:lnTo>
                  <a:pt x="292100" y="349250"/>
                </a:lnTo>
                <a:lnTo>
                  <a:pt x="285750" y="355600"/>
                </a:lnTo>
                <a:lnTo>
                  <a:pt x="285750" y="419100"/>
                </a:lnTo>
                <a:lnTo>
                  <a:pt x="292100" y="425450"/>
                </a:lnTo>
                <a:lnTo>
                  <a:pt x="292100" y="431800"/>
                </a:lnTo>
                <a:lnTo>
                  <a:pt x="304800" y="444500"/>
                </a:lnTo>
                <a:lnTo>
                  <a:pt x="311150" y="444500"/>
                </a:lnTo>
                <a:lnTo>
                  <a:pt x="317500" y="438150"/>
                </a:lnTo>
                <a:lnTo>
                  <a:pt x="323850" y="438150"/>
                </a:lnTo>
                <a:lnTo>
                  <a:pt x="330200" y="444500"/>
                </a:lnTo>
                <a:lnTo>
                  <a:pt x="336550" y="438150"/>
                </a:lnTo>
                <a:lnTo>
                  <a:pt x="336550" y="425450"/>
                </a:lnTo>
                <a:lnTo>
                  <a:pt x="342900" y="419100"/>
                </a:lnTo>
                <a:lnTo>
                  <a:pt x="342900" y="412750"/>
                </a:lnTo>
                <a:lnTo>
                  <a:pt x="336550" y="406400"/>
                </a:lnTo>
                <a:lnTo>
                  <a:pt x="336550" y="400050"/>
                </a:lnTo>
                <a:lnTo>
                  <a:pt x="342900" y="393700"/>
                </a:lnTo>
                <a:lnTo>
                  <a:pt x="342900" y="349250"/>
                </a:lnTo>
                <a:lnTo>
                  <a:pt x="342900" y="374650"/>
                </a:lnTo>
                <a:lnTo>
                  <a:pt x="336550" y="381000"/>
                </a:lnTo>
                <a:lnTo>
                  <a:pt x="330200" y="374650"/>
                </a:lnTo>
                <a:lnTo>
                  <a:pt x="330200" y="317500"/>
                </a:lnTo>
                <a:lnTo>
                  <a:pt x="336550" y="311150"/>
                </a:lnTo>
                <a:lnTo>
                  <a:pt x="336550" y="298450"/>
                </a:lnTo>
                <a:lnTo>
                  <a:pt x="342900" y="292100"/>
                </a:lnTo>
                <a:lnTo>
                  <a:pt x="349250" y="298450"/>
                </a:lnTo>
                <a:lnTo>
                  <a:pt x="355600" y="292100"/>
                </a:lnTo>
                <a:lnTo>
                  <a:pt x="355600" y="241300"/>
                </a:lnTo>
                <a:lnTo>
                  <a:pt x="355600" y="247650"/>
                </a:lnTo>
                <a:lnTo>
                  <a:pt x="342900" y="260350"/>
                </a:lnTo>
                <a:lnTo>
                  <a:pt x="342900" y="266700"/>
                </a:lnTo>
                <a:lnTo>
                  <a:pt x="336550" y="273050"/>
                </a:lnTo>
                <a:lnTo>
                  <a:pt x="330200" y="266700"/>
                </a:lnTo>
                <a:lnTo>
                  <a:pt x="330200" y="260350"/>
                </a:lnTo>
                <a:lnTo>
                  <a:pt x="317500" y="247650"/>
                </a:lnTo>
                <a:lnTo>
                  <a:pt x="317500" y="228600"/>
                </a:lnTo>
                <a:lnTo>
                  <a:pt x="336550" y="215900"/>
                </a:lnTo>
                <a:lnTo>
                  <a:pt x="342900" y="222250"/>
                </a:lnTo>
                <a:lnTo>
                  <a:pt x="355600" y="222250"/>
                </a:lnTo>
                <a:lnTo>
                  <a:pt x="361950" y="215900"/>
                </a:lnTo>
                <a:lnTo>
                  <a:pt x="361950" y="184150"/>
                </a:lnTo>
                <a:lnTo>
                  <a:pt x="355600" y="177800"/>
                </a:lnTo>
                <a:lnTo>
                  <a:pt x="349250" y="177800"/>
                </a:lnTo>
                <a:lnTo>
                  <a:pt x="342900" y="184150"/>
                </a:lnTo>
                <a:close/>
                <a:moveTo>
                  <a:pt x="323850" y="298450"/>
                </a:moveTo>
                <a:lnTo>
                  <a:pt x="330200" y="304800"/>
                </a:lnTo>
                <a:lnTo>
                  <a:pt x="330200" y="323850"/>
                </a:lnTo>
                <a:lnTo>
                  <a:pt x="323850" y="330200"/>
                </a:lnTo>
                <a:lnTo>
                  <a:pt x="323850" y="342900"/>
                </a:lnTo>
                <a:lnTo>
                  <a:pt x="311150" y="355600"/>
                </a:lnTo>
                <a:lnTo>
                  <a:pt x="304800" y="349250"/>
                </a:lnTo>
                <a:lnTo>
                  <a:pt x="304800" y="317500"/>
                </a:lnTo>
                <a:lnTo>
                  <a:pt x="311150" y="311150"/>
                </a:lnTo>
                <a:lnTo>
                  <a:pt x="311150" y="304800"/>
                </a:lnTo>
                <a:lnTo>
                  <a:pt x="317500" y="298450"/>
                </a:lnTo>
                <a:close/>
                <a:moveTo>
                  <a:pt x="349250" y="209550"/>
                </a:moveTo>
                <a:lnTo>
                  <a:pt x="355600" y="203200"/>
                </a:lnTo>
                <a:lnTo>
                  <a:pt x="361950" y="209550"/>
                </a:lnTo>
                <a:lnTo>
                  <a:pt x="355600" y="215900"/>
                </a:lnTo>
                <a:close/>
                <a:moveTo>
                  <a:pt x="349250" y="184150"/>
                </a:moveTo>
                <a:lnTo>
                  <a:pt x="355600" y="177800"/>
                </a:lnTo>
                <a:lnTo>
                  <a:pt x="361950" y="184150"/>
                </a:lnTo>
                <a:lnTo>
                  <a:pt x="355600" y="190500"/>
                </a:lnTo>
                <a:close/>
                <a:moveTo>
                  <a:pt x="330200" y="177800"/>
                </a:moveTo>
                <a:lnTo>
                  <a:pt x="336550" y="184150"/>
                </a:lnTo>
                <a:lnTo>
                  <a:pt x="336550" y="196850"/>
                </a:lnTo>
                <a:lnTo>
                  <a:pt x="342900" y="203200"/>
                </a:lnTo>
                <a:lnTo>
                  <a:pt x="336550" y="209550"/>
                </a:lnTo>
                <a:lnTo>
                  <a:pt x="323850" y="209550"/>
                </a:lnTo>
                <a:lnTo>
                  <a:pt x="317500" y="203200"/>
                </a:lnTo>
                <a:lnTo>
                  <a:pt x="317500" y="196850"/>
                </a:lnTo>
                <a:close/>
                <a:moveTo>
                  <a:pt x="939800" y="165100"/>
                </a:moveTo>
                <a:lnTo>
                  <a:pt x="946150" y="171450"/>
                </a:lnTo>
                <a:lnTo>
                  <a:pt x="952500" y="171450"/>
                </a:lnTo>
                <a:lnTo>
                  <a:pt x="958850" y="165100"/>
                </a:lnTo>
                <a:lnTo>
                  <a:pt x="977900" y="184150"/>
                </a:lnTo>
                <a:lnTo>
                  <a:pt x="977900" y="196850"/>
                </a:lnTo>
                <a:lnTo>
                  <a:pt x="977900" y="184150"/>
                </a:lnTo>
                <a:lnTo>
                  <a:pt x="971550" y="177800"/>
                </a:lnTo>
                <a:lnTo>
                  <a:pt x="971550" y="171450"/>
                </a:lnTo>
                <a:lnTo>
                  <a:pt x="965200" y="171450"/>
                </a:lnTo>
                <a:lnTo>
                  <a:pt x="958850" y="165100"/>
                </a:lnTo>
                <a:lnTo>
                  <a:pt x="958850" y="158750"/>
                </a:lnTo>
                <a:lnTo>
                  <a:pt x="952500" y="165100"/>
                </a:lnTo>
                <a:close/>
                <a:moveTo>
                  <a:pt x="876300" y="152400"/>
                </a:moveTo>
                <a:lnTo>
                  <a:pt x="869950" y="152400"/>
                </a:lnTo>
                <a:lnTo>
                  <a:pt x="863600" y="158750"/>
                </a:lnTo>
                <a:lnTo>
                  <a:pt x="863600" y="165100"/>
                </a:lnTo>
                <a:lnTo>
                  <a:pt x="838200" y="190500"/>
                </a:lnTo>
                <a:lnTo>
                  <a:pt x="838200" y="196850"/>
                </a:lnTo>
                <a:lnTo>
                  <a:pt x="825500" y="209550"/>
                </a:lnTo>
                <a:lnTo>
                  <a:pt x="825500" y="215900"/>
                </a:lnTo>
                <a:lnTo>
                  <a:pt x="838200" y="203200"/>
                </a:lnTo>
                <a:lnTo>
                  <a:pt x="857250" y="203200"/>
                </a:lnTo>
                <a:lnTo>
                  <a:pt x="863600" y="209550"/>
                </a:lnTo>
                <a:lnTo>
                  <a:pt x="869950" y="203200"/>
                </a:lnTo>
                <a:lnTo>
                  <a:pt x="889000" y="203200"/>
                </a:lnTo>
                <a:lnTo>
                  <a:pt x="901700" y="190500"/>
                </a:lnTo>
                <a:lnTo>
                  <a:pt x="895350" y="184150"/>
                </a:lnTo>
                <a:lnTo>
                  <a:pt x="895350" y="190500"/>
                </a:lnTo>
                <a:lnTo>
                  <a:pt x="882650" y="203200"/>
                </a:lnTo>
                <a:lnTo>
                  <a:pt x="876300" y="203200"/>
                </a:lnTo>
                <a:lnTo>
                  <a:pt x="850900" y="177800"/>
                </a:lnTo>
                <a:close/>
                <a:moveTo>
                  <a:pt x="838200" y="196850"/>
                </a:moveTo>
                <a:lnTo>
                  <a:pt x="844550" y="190500"/>
                </a:lnTo>
                <a:lnTo>
                  <a:pt x="850900" y="196850"/>
                </a:lnTo>
                <a:lnTo>
                  <a:pt x="844550" y="203200"/>
                </a:lnTo>
                <a:close/>
                <a:moveTo>
                  <a:pt x="254000" y="171450"/>
                </a:moveTo>
                <a:lnTo>
                  <a:pt x="234950" y="171450"/>
                </a:lnTo>
                <a:lnTo>
                  <a:pt x="228600" y="165100"/>
                </a:lnTo>
                <a:lnTo>
                  <a:pt x="228600" y="158750"/>
                </a:lnTo>
                <a:lnTo>
                  <a:pt x="222250" y="152400"/>
                </a:lnTo>
                <a:lnTo>
                  <a:pt x="215900" y="152400"/>
                </a:lnTo>
                <a:lnTo>
                  <a:pt x="184150" y="184150"/>
                </a:lnTo>
                <a:lnTo>
                  <a:pt x="184150" y="190500"/>
                </a:lnTo>
                <a:lnTo>
                  <a:pt x="165100" y="209550"/>
                </a:lnTo>
                <a:lnTo>
                  <a:pt x="165100" y="215900"/>
                </a:lnTo>
                <a:lnTo>
                  <a:pt x="139700" y="241300"/>
                </a:lnTo>
                <a:lnTo>
                  <a:pt x="133350" y="241300"/>
                </a:lnTo>
                <a:lnTo>
                  <a:pt x="127000" y="234950"/>
                </a:lnTo>
                <a:lnTo>
                  <a:pt x="127000" y="228600"/>
                </a:lnTo>
                <a:lnTo>
                  <a:pt x="114300" y="209550"/>
                </a:lnTo>
                <a:lnTo>
                  <a:pt x="114300" y="196850"/>
                </a:lnTo>
                <a:lnTo>
                  <a:pt x="107950" y="190500"/>
                </a:lnTo>
                <a:lnTo>
                  <a:pt x="107950" y="184150"/>
                </a:lnTo>
                <a:lnTo>
                  <a:pt x="101600" y="177800"/>
                </a:lnTo>
                <a:lnTo>
                  <a:pt x="101600" y="171450"/>
                </a:lnTo>
                <a:lnTo>
                  <a:pt x="88900" y="158750"/>
                </a:lnTo>
                <a:lnTo>
                  <a:pt x="82550" y="158750"/>
                </a:lnTo>
                <a:lnTo>
                  <a:pt x="69850" y="171450"/>
                </a:lnTo>
                <a:lnTo>
                  <a:pt x="63500" y="171450"/>
                </a:lnTo>
                <a:lnTo>
                  <a:pt x="57150" y="165100"/>
                </a:lnTo>
                <a:lnTo>
                  <a:pt x="44450" y="177800"/>
                </a:lnTo>
                <a:lnTo>
                  <a:pt x="44450" y="196850"/>
                </a:lnTo>
                <a:lnTo>
                  <a:pt x="50800" y="203200"/>
                </a:lnTo>
                <a:lnTo>
                  <a:pt x="50800" y="209550"/>
                </a:lnTo>
                <a:lnTo>
                  <a:pt x="57150" y="215900"/>
                </a:lnTo>
                <a:lnTo>
                  <a:pt x="57150" y="222250"/>
                </a:lnTo>
                <a:lnTo>
                  <a:pt x="69850" y="234950"/>
                </a:lnTo>
                <a:lnTo>
                  <a:pt x="69850" y="247650"/>
                </a:lnTo>
                <a:lnTo>
                  <a:pt x="76200" y="254000"/>
                </a:lnTo>
                <a:lnTo>
                  <a:pt x="76200" y="260350"/>
                </a:lnTo>
                <a:lnTo>
                  <a:pt x="82550" y="266700"/>
                </a:lnTo>
                <a:lnTo>
                  <a:pt x="82550" y="273050"/>
                </a:lnTo>
                <a:lnTo>
                  <a:pt x="88900" y="279400"/>
                </a:lnTo>
                <a:lnTo>
                  <a:pt x="88900" y="285750"/>
                </a:lnTo>
                <a:lnTo>
                  <a:pt x="95250" y="292100"/>
                </a:lnTo>
                <a:lnTo>
                  <a:pt x="95250" y="298450"/>
                </a:lnTo>
                <a:lnTo>
                  <a:pt x="88900" y="304800"/>
                </a:lnTo>
                <a:lnTo>
                  <a:pt x="88900" y="311150"/>
                </a:lnTo>
                <a:lnTo>
                  <a:pt x="76200" y="323850"/>
                </a:lnTo>
                <a:lnTo>
                  <a:pt x="76200" y="330200"/>
                </a:lnTo>
                <a:lnTo>
                  <a:pt x="57150" y="349250"/>
                </a:lnTo>
                <a:lnTo>
                  <a:pt x="57150" y="355600"/>
                </a:lnTo>
                <a:lnTo>
                  <a:pt x="44450" y="368300"/>
                </a:lnTo>
                <a:lnTo>
                  <a:pt x="44450" y="374650"/>
                </a:lnTo>
                <a:lnTo>
                  <a:pt x="38100" y="381000"/>
                </a:lnTo>
                <a:lnTo>
                  <a:pt x="38100" y="387350"/>
                </a:lnTo>
                <a:lnTo>
                  <a:pt x="25400" y="400050"/>
                </a:lnTo>
                <a:lnTo>
                  <a:pt x="25400" y="406400"/>
                </a:lnTo>
                <a:lnTo>
                  <a:pt x="12700" y="419100"/>
                </a:lnTo>
                <a:lnTo>
                  <a:pt x="12700" y="425450"/>
                </a:lnTo>
                <a:lnTo>
                  <a:pt x="6350" y="431800"/>
                </a:lnTo>
                <a:lnTo>
                  <a:pt x="6350" y="444500"/>
                </a:lnTo>
                <a:lnTo>
                  <a:pt x="0" y="450850"/>
                </a:lnTo>
                <a:lnTo>
                  <a:pt x="6350" y="450850"/>
                </a:lnTo>
                <a:lnTo>
                  <a:pt x="19050" y="469900"/>
                </a:lnTo>
                <a:lnTo>
                  <a:pt x="31750" y="457200"/>
                </a:lnTo>
                <a:lnTo>
                  <a:pt x="44450" y="469900"/>
                </a:lnTo>
                <a:lnTo>
                  <a:pt x="38100" y="476250"/>
                </a:lnTo>
                <a:lnTo>
                  <a:pt x="44450" y="476250"/>
                </a:lnTo>
                <a:lnTo>
                  <a:pt x="69850" y="450850"/>
                </a:lnTo>
                <a:lnTo>
                  <a:pt x="69850" y="444500"/>
                </a:lnTo>
                <a:lnTo>
                  <a:pt x="76200" y="438150"/>
                </a:lnTo>
                <a:lnTo>
                  <a:pt x="76200" y="431800"/>
                </a:lnTo>
                <a:lnTo>
                  <a:pt x="82550" y="425450"/>
                </a:lnTo>
                <a:lnTo>
                  <a:pt x="82550" y="419100"/>
                </a:lnTo>
                <a:lnTo>
                  <a:pt x="88900" y="412750"/>
                </a:lnTo>
                <a:lnTo>
                  <a:pt x="88900" y="406400"/>
                </a:lnTo>
                <a:lnTo>
                  <a:pt x="101600" y="393700"/>
                </a:lnTo>
                <a:lnTo>
                  <a:pt x="101600" y="387350"/>
                </a:lnTo>
                <a:lnTo>
                  <a:pt x="107950" y="381000"/>
                </a:lnTo>
                <a:lnTo>
                  <a:pt x="107950" y="374650"/>
                </a:lnTo>
                <a:lnTo>
                  <a:pt x="120650" y="361950"/>
                </a:lnTo>
                <a:lnTo>
                  <a:pt x="139700" y="381000"/>
                </a:lnTo>
                <a:lnTo>
                  <a:pt x="139700" y="387350"/>
                </a:lnTo>
                <a:lnTo>
                  <a:pt x="146050" y="393700"/>
                </a:lnTo>
                <a:lnTo>
                  <a:pt x="146050" y="400050"/>
                </a:lnTo>
                <a:lnTo>
                  <a:pt x="152400" y="406400"/>
                </a:lnTo>
                <a:lnTo>
                  <a:pt x="152400" y="412750"/>
                </a:lnTo>
                <a:lnTo>
                  <a:pt x="165100" y="425450"/>
                </a:lnTo>
                <a:lnTo>
                  <a:pt x="165100" y="431800"/>
                </a:lnTo>
                <a:lnTo>
                  <a:pt x="177800" y="444500"/>
                </a:lnTo>
                <a:lnTo>
                  <a:pt x="184150" y="444500"/>
                </a:lnTo>
                <a:lnTo>
                  <a:pt x="203200" y="457200"/>
                </a:lnTo>
                <a:lnTo>
                  <a:pt x="203200" y="444500"/>
                </a:lnTo>
                <a:lnTo>
                  <a:pt x="209550" y="438150"/>
                </a:lnTo>
                <a:lnTo>
                  <a:pt x="215900" y="438150"/>
                </a:lnTo>
                <a:lnTo>
                  <a:pt x="222250" y="444500"/>
                </a:lnTo>
                <a:lnTo>
                  <a:pt x="222250" y="438150"/>
                </a:lnTo>
                <a:lnTo>
                  <a:pt x="234950" y="425450"/>
                </a:lnTo>
                <a:lnTo>
                  <a:pt x="234950" y="419100"/>
                </a:lnTo>
                <a:lnTo>
                  <a:pt x="209550" y="393700"/>
                </a:lnTo>
                <a:lnTo>
                  <a:pt x="209550" y="387350"/>
                </a:lnTo>
                <a:lnTo>
                  <a:pt x="196850" y="374650"/>
                </a:lnTo>
                <a:lnTo>
                  <a:pt x="196850" y="368300"/>
                </a:lnTo>
                <a:lnTo>
                  <a:pt x="184150" y="355600"/>
                </a:lnTo>
                <a:lnTo>
                  <a:pt x="184150" y="349250"/>
                </a:lnTo>
                <a:lnTo>
                  <a:pt x="177800" y="342900"/>
                </a:lnTo>
                <a:lnTo>
                  <a:pt x="177800" y="336550"/>
                </a:lnTo>
                <a:lnTo>
                  <a:pt x="171450" y="330200"/>
                </a:lnTo>
                <a:lnTo>
                  <a:pt x="171450" y="323850"/>
                </a:lnTo>
                <a:lnTo>
                  <a:pt x="158750" y="311150"/>
                </a:lnTo>
                <a:lnTo>
                  <a:pt x="158750" y="298450"/>
                </a:lnTo>
                <a:lnTo>
                  <a:pt x="165100" y="292100"/>
                </a:lnTo>
                <a:lnTo>
                  <a:pt x="158750" y="292100"/>
                </a:lnTo>
                <a:lnTo>
                  <a:pt x="152400" y="285750"/>
                </a:lnTo>
                <a:lnTo>
                  <a:pt x="177800" y="247650"/>
                </a:lnTo>
                <a:lnTo>
                  <a:pt x="196850" y="247650"/>
                </a:lnTo>
                <a:lnTo>
                  <a:pt x="209550" y="234950"/>
                </a:lnTo>
                <a:lnTo>
                  <a:pt x="209550" y="228600"/>
                </a:lnTo>
                <a:lnTo>
                  <a:pt x="241300" y="196850"/>
                </a:lnTo>
                <a:lnTo>
                  <a:pt x="247650" y="196850"/>
                </a:lnTo>
                <a:lnTo>
                  <a:pt x="254000" y="203200"/>
                </a:lnTo>
                <a:lnTo>
                  <a:pt x="260350" y="196850"/>
                </a:lnTo>
                <a:lnTo>
                  <a:pt x="260350" y="177800"/>
                </a:lnTo>
                <a:close/>
                <a:moveTo>
                  <a:pt x="177800" y="355600"/>
                </a:moveTo>
                <a:lnTo>
                  <a:pt x="184150" y="355600"/>
                </a:lnTo>
                <a:lnTo>
                  <a:pt x="190500" y="361950"/>
                </a:lnTo>
                <a:lnTo>
                  <a:pt x="190500" y="368300"/>
                </a:lnTo>
                <a:lnTo>
                  <a:pt x="196850" y="374650"/>
                </a:lnTo>
                <a:lnTo>
                  <a:pt x="196850" y="381000"/>
                </a:lnTo>
                <a:lnTo>
                  <a:pt x="209550" y="393700"/>
                </a:lnTo>
                <a:lnTo>
                  <a:pt x="209550" y="406400"/>
                </a:lnTo>
                <a:lnTo>
                  <a:pt x="203200" y="412750"/>
                </a:lnTo>
                <a:lnTo>
                  <a:pt x="190500" y="400050"/>
                </a:lnTo>
                <a:lnTo>
                  <a:pt x="190500" y="393700"/>
                </a:lnTo>
                <a:lnTo>
                  <a:pt x="177800" y="381000"/>
                </a:lnTo>
                <a:lnTo>
                  <a:pt x="177800" y="374650"/>
                </a:lnTo>
                <a:lnTo>
                  <a:pt x="171450" y="368300"/>
                </a:lnTo>
                <a:lnTo>
                  <a:pt x="171450" y="361950"/>
                </a:lnTo>
                <a:close/>
                <a:moveTo>
                  <a:pt x="101600" y="355600"/>
                </a:moveTo>
                <a:lnTo>
                  <a:pt x="107950" y="361950"/>
                </a:lnTo>
                <a:lnTo>
                  <a:pt x="107950" y="368300"/>
                </a:lnTo>
                <a:lnTo>
                  <a:pt x="101600" y="374650"/>
                </a:lnTo>
                <a:lnTo>
                  <a:pt x="101600" y="381000"/>
                </a:lnTo>
                <a:lnTo>
                  <a:pt x="95250" y="387350"/>
                </a:lnTo>
                <a:lnTo>
                  <a:pt x="95250" y="393700"/>
                </a:lnTo>
                <a:lnTo>
                  <a:pt x="88900" y="400050"/>
                </a:lnTo>
                <a:lnTo>
                  <a:pt x="82550" y="400050"/>
                </a:lnTo>
                <a:lnTo>
                  <a:pt x="76200" y="393700"/>
                </a:lnTo>
                <a:lnTo>
                  <a:pt x="76200" y="387350"/>
                </a:lnTo>
                <a:lnTo>
                  <a:pt x="82550" y="381000"/>
                </a:lnTo>
                <a:lnTo>
                  <a:pt x="82550" y="374650"/>
                </a:lnTo>
                <a:close/>
                <a:moveTo>
                  <a:pt x="114300" y="279400"/>
                </a:moveTo>
                <a:lnTo>
                  <a:pt x="120650" y="273050"/>
                </a:lnTo>
                <a:lnTo>
                  <a:pt x="127000" y="279400"/>
                </a:lnTo>
                <a:lnTo>
                  <a:pt x="127000" y="285750"/>
                </a:lnTo>
                <a:lnTo>
                  <a:pt x="120650" y="292100"/>
                </a:lnTo>
                <a:lnTo>
                  <a:pt x="114300" y="285750"/>
                </a:lnTo>
                <a:close/>
                <a:moveTo>
                  <a:pt x="158750" y="254000"/>
                </a:moveTo>
                <a:lnTo>
                  <a:pt x="165100" y="247650"/>
                </a:lnTo>
                <a:lnTo>
                  <a:pt x="171450" y="254000"/>
                </a:lnTo>
                <a:lnTo>
                  <a:pt x="171450" y="260350"/>
                </a:lnTo>
                <a:lnTo>
                  <a:pt x="165100" y="266700"/>
                </a:lnTo>
                <a:lnTo>
                  <a:pt x="158750" y="260350"/>
                </a:lnTo>
                <a:close/>
                <a:moveTo>
                  <a:pt x="76200" y="241300"/>
                </a:moveTo>
                <a:lnTo>
                  <a:pt x="82550" y="234950"/>
                </a:lnTo>
                <a:lnTo>
                  <a:pt x="88900" y="241300"/>
                </a:lnTo>
                <a:lnTo>
                  <a:pt x="82550" y="247650"/>
                </a:lnTo>
                <a:close/>
                <a:moveTo>
                  <a:pt x="69850" y="177800"/>
                </a:moveTo>
                <a:lnTo>
                  <a:pt x="76200" y="171450"/>
                </a:lnTo>
                <a:lnTo>
                  <a:pt x="88900" y="171450"/>
                </a:lnTo>
                <a:lnTo>
                  <a:pt x="95250" y="177800"/>
                </a:lnTo>
                <a:lnTo>
                  <a:pt x="95250" y="184150"/>
                </a:lnTo>
                <a:lnTo>
                  <a:pt x="88900" y="190500"/>
                </a:lnTo>
                <a:lnTo>
                  <a:pt x="82550" y="190500"/>
                </a:lnTo>
                <a:close/>
                <a:moveTo>
                  <a:pt x="546100" y="146050"/>
                </a:moveTo>
                <a:lnTo>
                  <a:pt x="514350" y="146050"/>
                </a:lnTo>
                <a:lnTo>
                  <a:pt x="546100" y="146050"/>
                </a:lnTo>
                <a:lnTo>
                  <a:pt x="565150" y="165100"/>
                </a:lnTo>
                <a:lnTo>
                  <a:pt x="565150" y="171450"/>
                </a:lnTo>
                <a:lnTo>
                  <a:pt x="558800" y="177800"/>
                </a:lnTo>
                <a:lnTo>
                  <a:pt x="546100" y="177800"/>
                </a:lnTo>
                <a:lnTo>
                  <a:pt x="539750" y="171450"/>
                </a:lnTo>
                <a:lnTo>
                  <a:pt x="533400" y="171450"/>
                </a:lnTo>
                <a:lnTo>
                  <a:pt x="520700" y="158750"/>
                </a:lnTo>
                <a:lnTo>
                  <a:pt x="514350" y="158750"/>
                </a:lnTo>
                <a:lnTo>
                  <a:pt x="501650" y="171450"/>
                </a:lnTo>
                <a:lnTo>
                  <a:pt x="495300" y="171450"/>
                </a:lnTo>
                <a:lnTo>
                  <a:pt x="488950" y="177800"/>
                </a:lnTo>
                <a:lnTo>
                  <a:pt x="469900" y="165100"/>
                </a:lnTo>
                <a:lnTo>
                  <a:pt x="488950" y="152400"/>
                </a:lnTo>
                <a:lnTo>
                  <a:pt x="501650" y="152400"/>
                </a:lnTo>
                <a:lnTo>
                  <a:pt x="488950" y="152400"/>
                </a:lnTo>
                <a:lnTo>
                  <a:pt x="482600" y="158750"/>
                </a:lnTo>
                <a:lnTo>
                  <a:pt x="476250" y="158750"/>
                </a:lnTo>
                <a:lnTo>
                  <a:pt x="463550" y="171450"/>
                </a:lnTo>
                <a:lnTo>
                  <a:pt x="457200" y="171450"/>
                </a:lnTo>
                <a:lnTo>
                  <a:pt x="444500" y="184150"/>
                </a:lnTo>
                <a:lnTo>
                  <a:pt x="444500" y="190500"/>
                </a:lnTo>
                <a:lnTo>
                  <a:pt x="431800" y="203200"/>
                </a:lnTo>
                <a:lnTo>
                  <a:pt x="463550" y="203200"/>
                </a:lnTo>
                <a:lnTo>
                  <a:pt x="469900" y="209550"/>
                </a:lnTo>
                <a:lnTo>
                  <a:pt x="469900" y="222250"/>
                </a:lnTo>
                <a:lnTo>
                  <a:pt x="463550" y="228600"/>
                </a:lnTo>
                <a:lnTo>
                  <a:pt x="431800" y="228600"/>
                </a:lnTo>
                <a:lnTo>
                  <a:pt x="425450" y="222250"/>
                </a:lnTo>
                <a:lnTo>
                  <a:pt x="425450" y="215900"/>
                </a:lnTo>
                <a:lnTo>
                  <a:pt x="425450" y="241300"/>
                </a:lnTo>
                <a:lnTo>
                  <a:pt x="419100" y="247650"/>
                </a:lnTo>
                <a:lnTo>
                  <a:pt x="419100" y="254000"/>
                </a:lnTo>
                <a:lnTo>
                  <a:pt x="425450" y="260350"/>
                </a:lnTo>
                <a:lnTo>
                  <a:pt x="425450" y="273050"/>
                </a:lnTo>
                <a:lnTo>
                  <a:pt x="431800" y="279400"/>
                </a:lnTo>
                <a:lnTo>
                  <a:pt x="431800" y="285750"/>
                </a:lnTo>
                <a:lnTo>
                  <a:pt x="444500" y="298450"/>
                </a:lnTo>
                <a:lnTo>
                  <a:pt x="450850" y="298450"/>
                </a:lnTo>
                <a:lnTo>
                  <a:pt x="463550" y="311150"/>
                </a:lnTo>
                <a:lnTo>
                  <a:pt x="469900" y="311150"/>
                </a:lnTo>
                <a:lnTo>
                  <a:pt x="476250" y="317500"/>
                </a:lnTo>
                <a:lnTo>
                  <a:pt x="482600" y="317500"/>
                </a:lnTo>
                <a:lnTo>
                  <a:pt x="508000" y="342900"/>
                </a:lnTo>
                <a:lnTo>
                  <a:pt x="508000" y="349250"/>
                </a:lnTo>
                <a:lnTo>
                  <a:pt x="514350" y="355600"/>
                </a:lnTo>
                <a:lnTo>
                  <a:pt x="514350" y="361950"/>
                </a:lnTo>
                <a:lnTo>
                  <a:pt x="488950" y="387350"/>
                </a:lnTo>
                <a:lnTo>
                  <a:pt x="476250" y="387350"/>
                </a:lnTo>
                <a:lnTo>
                  <a:pt x="469900" y="393700"/>
                </a:lnTo>
                <a:lnTo>
                  <a:pt x="444500" y="393700"/>
                </a:lnTo>
                <a:lnTo>
                  <a:pt x="438150" y="387350"/>
                </a:lnTo>
                <a:lnTo>
                  <a:pt x="431800" y="387350"/>
                </a:lnTo>
                <a:lnTo>
                  <a:pt x="419100" y="368300"/>
                </a:lnTo>
                <a:lnTo>
                  <a:pt x="412750" y="368300"/>
                </a:lnTo>
                <a:lnTo>
                  <a:pt x="393700" y="387350"/>
                </a:lnTo>
                <a:lnTo>
                  <a:pt x="393700" y="412750"/>
                </a:lnTo>
                <a:lnTo>
                  <a:pt x="412750" y="431800"/>
                </a:lnTo>
                <a:lnTo>
                  <a:pt x="419100" y="431800"/>
                </a:lnTo>
                <a:lnTo>
                  <a:pt x="425450" y="438150"/>
                </a:lnTo>
                <a:lnTo>
                  <a:pt x="444500" y="438150"/>
                </a:lnTo>
                <a:lnTo>
                  <a:pt x="450850" y="444500"/>
                </a:lnTo>
                <a:lnTo>
                  <a:pt x="469900" y="444500"/>
                </a:lnTo>
                <a:lnTo>
                  <a:pt x="476250" y="438150"/>
                </a:lnTo>
                <a:lnTo>
                  <a:pt x="495300" y="438150"/>
                </a:lnTo>
                <a:lnTo>
                  <a:pt x="501650" y="431800"/>
                </a:lnTo>
                <a:lnTo>
                  <a:pt x="514350" y="431800"/>
                </a:lnTo>
                <a:lnTo>
                  <a:pt x="520700" y="425450"/>
                </a:lnTo>
                <a:lnTo>
                  <a:pt x="527050" y="425450"/>
                </a:lnTo>
                <a:lnTo>
                  <a:pt x="558800" y="393700"/>
                </a:lnTo>
                <a:lnTo>
                  <a:pt x="558800" y="387350"/>
                </a:lnTo>
                <a:lnTo>
                  <a:pt x="565150" y="381000"/>
                </a:lnTo>
                <a:lnTo>
                  <a:pt x="565150" y="336550"/>
                </a:lnTo>
                <a:lnTo>
                  <a:pt x="558800" y="330200"/>
                </a:lnTo>
                <a:lnTo>
                  <a:pt x="558800" y="323850"/>
                </a:lnTo>
                <a:lnTo>
                  <a:pt x="552450" y="317500"/>
                </a:lnTo>
                <a:lnTo>
                  <a:pt x="552450" y="311150"/>
                </a:lnTo>
                <a:lnTo>
                  <a:pt x="533400" y="292100"/>
                </a:lnTo>
                <a:lnTo>
                  <a:pt x="527050" y="292100"/>
                </a:lnTo>
                <a:lnTo>
                  <a:pt x="520700" y="285750"/>
                </a:lnTo>
                <a:lnTo>
                  <a:pt x="514350" y="285750"/>
                </a:lnTo>
                <a:lnTo>
                  <a:pt x="508000" y="279400"/>
                </a:lnTo>
                <a:lnTo>
                  <a:pt x="501650" y="279400"/>
                </a:lnTo>
                <a:lnTo>
                  <a:pt x="488950" y="266700"/>
                </a:lnTo>
                <a:lnTo>
                  <a:pt x="482600" y="266700"/>
                </a:lnTo>
                <a:lnTo>
                  <a:pt x="469900" y="247650"/>
                </a:lnTo>
                <a:lnTo>
                  <a:pt x="469900" y="228600"/>
                </a:lnTo>
                <a:lnTo>
                  <a:pt x="501650" y="196850"/>
                </a:lnTo>
                <a:lnTo>
                  <a:pt x="508000" y="196850"/>
                </a:lnTo>
                <a:lnTo>
                  <a:pt x="514350" y="190500"/>
                </a:lnTo>
                <a:lnTo>
                  <a:pt x="508000" y="190500"/>
                </a:lnTo>
                <a:lnTo>
                  <a:pt x="488950" y="209550"/>
                </a:lnTo>
                <a:lnTo>
                  <a:pt x="482600" y="203200"/>
                </a:lnTo>
                <a:lnTo>
                  <a:pt x="482600" y="196850"/>
                </a:lnTo>
                <a:lnTo>
                  <a:pt x="495300" y="184150"/>
                </a:lnTo>
                <a:lnTo>
                  <a:pt x="495300" y="177800"/>
                </a:lnTo>
                <a:lnTo>
                  <a:pt x="501650" y="171450"/>
                </a:lnTo>
                <a:lnTo>
                  <a:pt x="527050" y="171450"/>
                </a:lnTo>
                <a:lnTo>
                  <a:pt x="539750" y="184150"/>
                </a:lnTo>
                <a:lnTo>
                  <a:pt x="533400" y="190500"/>
                </a:lnTo>
                <a:lnTo>
                  <a:pt x="539750" y="190500"/>
                </a:lnTo>
                <a:lnTo>
                  <a:pt x="546100" y="196850"/>
                </a:lnTo>
                <a:lnTo>
                  <a:pt x="546100" y="203200"/>
                </a:lnTo>
                <a:lnTo>
                  <a:pt x="552450" y="203200"/>
                </a:lnTo>
                <a:lnTo>
                  <a:pt x="558800" y="209550"/>
                </a:lnTo>
                <a:lnTo>
                  <a:pt x="565150" y="203200"/>
                </a:lnTo>
                <a:lnTo>
                  <a:pt x="565150" y="190500"/>
                </a:lnTo>
                <a:lnTo>
                  <a:pt x="571500" y="184150"/>
                </a:lnTo>
                <a:lnTo>
                  <a:pt x="565150" y="177800"/>
                </a:lnTo>
                <a:lnTo>
                  <a:pt x="565150" y="165100"/>
                </a:lnTo>
                <a:lnTo>
                  <a:pt x="558800" y="158750"/>
                </a:lnTo>
                <a:lnTo>
                  <a:pt x="558800" y="152400"/>
                </a:lnTo>
                <a:lnTo>
                  <a:pt x="552450" y="152400"/>
                </a:lnTo>
                <a:close/>
                <a:moveTo>
                  <a:pt x="450850" y="431800"/>
                </a:moveTo>
                <a:lnTo>
                  <a:pt x="457200" y="425450"/>
                </a:lnTo>
                <a:lnTo>
                  <a:pt x="463550" y="425450"/>
                </a:lnTo>
                <a:lnTo>
                  <a:pt x="476250" y="438150"/>
                </a:lnTo>
                <a:lnTo>
                  <a:pt x="469900" y="444500"/>
                </a:lnTo>
                <a:lnTo>
                  <a:pt x="457200" y="444500"/>
                </a:lnTo>
                <a:lnTo>
                  <a:pt x="450850" y="438150"/>
                </a:lnTo>
                <a:close/>
                <a:moveTo>
                  <a:pt x="514350" y="419100"/>
                </a:moveTo>
                <a:lnTo>
                  <a:pt x="520700" y="412750"/>
                </a:lnTo>
                <a:lnTo>
                  <a:pt x="527050" y="419100"/>
                </a:lnTo>
                <a:lnTo>
                  <a:pt x="520700" y="425450"/>
                </a:lnTo>
                <a:close/>
                <a:moveTo>
                  <a:pt x="495300" y="419100"/>
                </a:moveTo>
                <a:lnTo>
                  <a:pt x="501650" y="412750"/>
                </a:lnTo>
                <a:lnTo>
                  <a:pt x="508000" y="412750"/>
                </a:lnTo>
                <a:lnTo>
                  <a:pt x="514350" y="419100"/>
                </a:lnTo>
                <a:lnTo>
                  <a:pt x="514350" y="425450"/>
                </a:lnTo>
                <a:lnTo>
                  <a:pt x="508000" y="431800"/>
                </a:lnTo>
                <a:lnTo>
                  <a:pt x="501650" y="431800"/>
                </a:lnTo>
                <a:lnTo>
                  <a:pt x="495300" y="425450"/>
                </a:lnTo>
                <a:close/>
                <a:moveTo>
                  <a:pt x="457200" y="406400"/>
                </a:moveTo>
                <a:lnTo>
                  <a:pt x="463550" y="400050"/>
                </a:lnTo>
                <a:lnTo>
                  <a:pt x="469900" y="400050"/>
                </a:lnTo>
                <a:lnTo>
                  <a:pt x="476250" y="406400"/>
                </a:lnTo>
                <a:lnTo>
                  <a:pt x="469900" y="412750"/>
                </a:lnTo>
                <a:lnTo>
                  <a:pt x="463550" y="412750"/>
                </a:lnTo>
                <a:close/>
                <a:moveTo>
                  <a:pt x="419100" y="393700"/>
                </a:moveTo>
                <a:lnTo>
                  <a:pt x="425450" y="387350"/>
                </a:lnTo>
                <a:lnTo>
                  <a:pt x="431800" y="387350"/>
                </a:lnTo>
                <a:lnTo>
                  <a:pt x="444500" y="400050"/>
                </a:lnTo>
                <a:lnTo>
                  <a:pt x="438150" y="406400"/>
                </a:lnTo>
                <a:lnTo>
                  <a:pt x="431800" y="406400"/>
                </a:lnTo>
                <a:close/>
                <a:moveTo>
                  <a:pt x="546100" y="374650"/>
                </a:moveTo>
                <a:lnTo>
                  <a:pt x="552450" y="368300"/>
                </a:lnTo>
                <a:lnTo>
                  <a:pt x="558800" y="374650"/>
                </a:lnTo>
                <a:lnTo>
                  <a:pt x="552450" y="381000"/>
                </a:lnTo>
                <a:close/>
                <a:moveTo>
                  <a:pt x="508000" y="323850"/>
                </a:moveTo>
                <a:lnTo>
                  <a:pt x="514350" y="317500"/>
                </a:lnTo>
                <a:lnTo>
                  <a:pt x="520700" y="317500"/>
                </a:lnTo>
                <a:lnTo>
                  <a:pt x="527050" y="323850"/>
                </a:lnTo>
                <a:lnTo>
                  <a:pt x="527050" y="330200"/>
                </a:lnTo>
                <a:lnTo>
                  <a:pt x="520700" y="336550"/>
                </a:lnTo>
                <a:close/>
                <a:moveTo>
                  <a:pt x="431800" y="279400"/>
                </a:moveTo>
                <a:lnTo>
                  <a:pt x="438150" y="273050"/>
                </a:lnTo>
                <a:lnTo>
                  <a:pt x="444500" y="279400"/>
                </a:lnTo>
                <a:lnTo>
                  <a:pt x="438150" y="285750"/>
                </a:lnTo>
                <a:close/>
                <a:moveTo>
                  <a:pt x="552450" y="190500"/>
                </a:moveTo>
                <a:lnTo>
                  <a:pt x="558800" y="184150"/>
                </a:lnTo>
                <a:lnTo>
                  <a:pt x="565150" y="190500"/>
                </a:lnTo>
                <a:lnTo>
                  <a:pt x="565150" y="196850"/>
                </a:lnTo>
                <a:lnTo>
                  <a:pt x="558800" y="203200"/>
                </a:lnTo>
                <a:lnTo>
                  <a:pt x="552450" y="196850"/>
                </a:lnTo>
                <a:close/>
                <a:moveTo>
                  <a:pt x="476250" y="190500"/>
                </a:moveTo>
                <a:lnTo>
                  <a:pt x="482600" y="184150"/>
                </a:lnTo>
                <a:lnTo>
                  <a:pt x="488950" y="190500"/>
                </a:lnTo>
                <a:lnTo>
                  <a:pt x="482600" y="196850"/>
                </a:lnTo>
                <a:close/>
                <a:moveTo>
                  <a:pt x="476250" y="171450"/>
                </a:moveTo>
                <a:lnTo>
                  <a:pt x="482600" y="177800"/>
                </a:lnTo>
                <a:lnTo>
                  <a:pt x="482600" y="184150"/>
                </a:lnTo>
                <a:lnTo>
                  <a:pt x="469900" y="196850"/>
                </a:lnTo>
                <a:lnTo>
                  <a:pt x="463550" y="190500"/>
                </a:lnTo>
                <a:lnTo>
                  <a:pt x="463550" y="184150"/>
                </a:lnTo>
                <a:close/>
                <a:moveTo>
                  <a:pt x="374650" y="95250"/>
                </a:moveTo>
                <a:lnTo>
                  <a:pt x="361950" y="107950"/>
                </a:lnTo>
                <a:lnTo>
                  <a:pt x="355600" y="107950"/>
                </a:lnTo>
                <a:lnTo>
                  <a:pt x="349250" y="101600"/>
                </a:lnTo>
                <a:lnTo>
                  <a:pt x="336550" y="101600"/>
                </a:lnTo>
                <a:lnTo>
                  <a:pt x="342900" y="107950"/>
                </a:lnTo>
                <a:lnTo>
                  <a:pt x="361950" y="107950"/>
                </a:lnTo>
                <a:lnTo>
                  <a:pt x="368300" y="101600"/>
                </a:lnTo>
                <a:lnTo>
                  <a:pt x="374650" y="101600"/>
                </a:lnTo>
                <a:close/>
                <a:moveTo>
                  <a:pt x="1187450" y="38100"/>
                </a:moveTo>
                <a:lnTo>
                  <a:pt x="1187450" y="50800"/>
                </a:lnTo>
                <a:lnTo>
                  <a:pt x="1181100" y="57150"/>
                </a:lnTo>
                <a:lnTo>
                  <a:pt x="1181100" y="76200"/>
                </a:lnTo>
                <a:lnTo>
                  <a:pt x="1174750" y="82550"/>
                </a:lnTo>
                <a:lnTo>
                  <a:pt x="1174750" y="107950"/>
                </a:lnTo>
                <a:lnTo>
                  <a:pt x="1168400" y="114300"/>
                </a:lnTo>
                <a:lnTo>
                  <a:pt x="1168400" y="146050"/>
                </a:lnTo>
                <a:lnTo>
                  <a:pt x="1162050" y="152400"/>
                </a:lnTo>
                <a:lnTo>
                  <a:pt x="1149350" y="152400"/>
                </a:lnTo>
                <a:lnTo>
                  <a:pt x="1143000" y="146050"/>
                </a:lnTo>
                <a:lnTo>
                  <a:pt x="1136650" y="146050"/>
                </a:lnTo>
                <a:lnTo>
                  <a:pt x="1143000" y="152400"/>
                </a:lnTo>
                <a:lnTo>
                  <a:pt x="1130300" y="165100"/>
                </a:lnTo>
                <a:lnTo>
                  <a:pt x="1123950" y="158750"/>
                </a:lnTo>
                <a:lnTo>
                  <a:pt x="1111250" y="158750"/>
                </a:lnTo>
                <a:lnTo>
                  <a:pt x="1092200" y="171450"/>
                </a:lnTo>
                <a:lnTo>
                  <a:pt x="1079500" y="158750"/>
                </a:lnTo>
                <a:lnTo>
                  <a:pt x="1085850" y="152400"/>
                </a:lnTo>
                <a:lnTo>
                  <a:pt x="1092200" y="152400"/>
                </a:lnTo>
                <a:lnTo>
                  <a:pt x="1104900" y="139700"/>
                </a:lnTo>
                <a:lnTo>
                  <a:pt x="1123950" y="139700"/>
                </a:lnTo>
                <a:lnTo>
                  <a:pt x="1104900" y="139700"/>
                </a:lnTo>
                <a:lnTo>
                  <a:pt x="1098550" y="146050"/>
                </a:lnTo>
                <a:lnTo>
                  <a:pt x="1092200" y="146050"/>
                </a:lnTo>
                <a:lnTo>
                  <a:pt x="1060450" y="177800"/>
                </a:lnTo>
                <a:lnTo>
                  <a:pt x="1060450" y="184150"/>
                </a:lnTo>
                <a:lnTo>
                  <a:pt x="1047750" y="196850"/>
                </a:lnTo>
                <a:lnTo>
                  <a:pt x="1047750" y="203200"/>
                </a:lnTo>
                <a:lnTo>
                  <a:pt x="1041400" y="209550"/>
                </a:lnTo>
                <a:lnTo>
                  <a:pt x="1041400" y="215900"/>
                </a:lnTo>
                <a:lnTo>
                  <a:pt x="1035050" y="222250"/>
                </a:lnTo>
                <a:lnTo>
                  <a:pt x="1035050" y="228600"/>
                </a:lnTo>
                <a:lnTo>
                  <a:pt x="1028700" y="234950"/>
                </a:lnTo>
                <a:lnTo>
                  <a:pt x="1028700" y="241300"/>
                </a:lnTo>
                <a:lnTo>
                  <a:pt x="1016000" y="260350"/>
                </a:lnTo>
                <a:lnTo>
                  <a:pt x="1016000" y="273050"/>
                </a:lnTo>
                <a:lnTo>
                  <a:pt x="1009650" y="279400"/>
                </a:lnTo>
                <a:lnTo>
                  <a:pt x="1009650" y="311150"/>
                </a:lnTo>
                <a:lnTo>
                  <a:pt x="1003300" y="317500"/>
                </a:lnTo>
                <a:lnTo>
                  <a:pt x="1003300" y="336550"/>
                </a:lnTo>
                <a:lnTo>
                  <a:pt x="1028700" y="336550"/>
                </a:lnTo>
                <a:lnTo>
                  <a:pt x="1035050" y="342900"/>
                </a:lnTo>
                <a:lnTo>
                  <a:pt x="1035050" y="361950"/>
                </a:lnTo>
                <a:lnTo>
                  <a:pt x="1028700" y="368300"/>
                </a:lnTo>
                <a:lnTo>
                  <a:pt x="1022350" y="361950"/>
                </a:lnTo>
                <a:lnTo>
                  <a:pt x="1009650" y="361950"/>
                </a:lnTo>
                <a:lnTo>
                  <a:pt x="1003300" y="355600"/>
                </a:lnTo>
                <a:lnTo>
                  <a:pt x="1009650" y="361950"/>
                </a:lnTo>
                <a:lnTo>
                  <a:pt x="1009650" y="387350"/>
                </a:lnTo>
                <a:lnTo>
                  <a:pt x="1035050" y="412750"/>
                </a:lnTo>
                <a:lnTo>
                  <a:pt x="1041400" y="412750"/>
                </a:lnTo>
                <a:lnTo>
                  <a:pt x="1054100" y="425450"/>
                </a:lnTo>
                <a:lnTo>
                  <a:pt x="1060450" y="425450"/>
                </a:lnTo>
                <a:lnTo>
                  <a:pt x="1066800" y="419100"/>
                </a:lnTo>
                <a:lnTo>
                  <a:pt x="1073150" y="419100"/>
                </a:lnTo>
                <a:lnTo>
                  <a:pt x="1079500" y="412750"/>
                </a:lnTo>
                <a:lnTo>
                  <a:pt x="1085850" y="412750"/>
                </a:lnTo>
                <a:lnTo>
                  <a:pt x="1098550" y="400050"/>
                </a:lnTo>
                <a:lnTo>
                  <a:pt x="1104900" y="400050"/>
                </a:lnTo>
                <a:lnTo>
                  <a:pt x="1130300" y="374650"/>
                </a:lnTo>
                <a:lnTo>
                  <a:pt x="1130300" y="368300"/>
                </a:lnTo>
                <a:lnTo>
                  <a:pt x="1143000" y="355600"/>
                </a:lnTo>
                <a:lnTo>
                  <a:pt x="1155700" y="368300"/>
                </a:lnTo>
                <a:lnTo>
                  <a:pt x="1155700" y="387350"/>
                </a:lnTo>
                <a:lnTo>
                  <a:pt x="1162050" y="393700"/>
                </a:lnTo>
                <a:lnTo>
                  <a:pt x="1162050" y="400050"/>
                </a:lnTo>
                <a:lnTo>
                  <a:pt x="1162050" y="387350"/>
                </a:lnTo>
                <a:lnTo>
                  <a:pt x="1155700" y="381000"/>
                </a:lnTo>
                <a:lnTo>
                  <a:pt x="1162050" y="374650"/>
                </a:lnTo>
                <a:lnTo>
                  <a:pt x="1155700" y="368300"/>
                </a:lnTo>
                <a:lnTo>
                  <a:pt x="1155700" y="355600"/>
                </a:lnTo>
                <a:lnTo>
                  <a:pt x="1168400" y="342900"/>
                </a:lnTo>
                <a:lnTo>
                  <a:pt x="1181100" y="361950"/>
                </a:lnTo>
                <a:lnTo>
                  <a:pt x="1174750" y="368300"/>
                </a:lnTo>
                <a:lnTo>
                  <a:pt x="1174750" y="374650"/>
                </a:lnTo>
                <a:lnTo>
                  <a:pt x="1181100" y="368300"/>
                </a:lnTo>
                <a:lnTo>
                  <a:pt x="1193800" y="368300"/>
                </a:lnTo>
                <a:lnTo>
                  <a:pt x="1200150" y="374650"/>
                </a:lnTo>
                <a:lnTo>
                  <a:pt x="1193800" y="368300"/>
                </a:lnTo>
                <a:lnTo>
                  <a:pt x="1193800" y="304800"/>
                </a:lnTo>
                <a:lnTo>
                  <a:pt x="1187450" y="298450"/>
                </a:lnTo>
                <a:lnTo>
                  <a:pt x="1187450" y="260350"/>
                </a:lnTo>
                <a:lnTo>
                  <a:pt x="1206500" y="241300"/>
                </a:lnTo>
                <a:lnTo>
                  <a:pt x="1206500" y="215900"/>
                </a:lnTo>
                <a:lnTo>
                  <a:pt x="1219200" y="196850"/>
                </a:lnTo>
                <a:lnTo>
                  <a:pt x="1219200" y="184150"/>
                </a:lnTo>
                <a:lnTo>
                  <a:pt x="1212850" y="177800"/>
                </a:lnTo>
                <a:lnTo>
                  <a:pt x="1219200" y="171450"/>
                </a:lnTo>
                <a:lnTo>
                  <a:pt x="1219200" y="165100"/>
                </a:lnTo>
                <a:lnTo>
                  <a:pt x="1212850" y="158750"/>
                </a:lnTo>
                <a:lnTo>
                  <a:pt x="1212850" y="139700"/>
                </a:lnTo>
                <a:lnTo>
                  <a:pt x="1206500" y="146050"/>
                </a:lnTo>
                <a:lnTo>
                  <a:pt x="1187450" y="146050"/>
                </a:lnTo>
                <a:lnTo>
                  <a:pt x="1174750" y="133350"/>
                </a:lnTo>
                <a:lnTo>
                  <a:pt x="1174750" y="95250"/>
                </a:lnTo>
                <a:lnTo>
                  <a:pt x="1181100" y="88900"/>
                </a:lnTo>
                <a:lnTo>
                  <a:pt x="1181100" y="57150"/>
                </a:lnTo>
                <a:lnTo>
                  <a:pt x="1187450" y="50800"/>
                </a:lnTo>
                <a:close/>
                <a:moveTo>
                  <a:pt x="1047750" y="406400"/>
                </a:moveTo>
                <a:lnTo>
                  <a:pt x="1060450" y="393700"/>
                </a:lnTo>
                <a:lnTo>
                  <a:pt x="1079500" y="393700"/>
                </a:lnTo>
                <a:lnTo>
                  <a:pt x="1092200" y="406400"/>
                </a:lnTo>
                <a:lnTo>
                  <a:pt x="1073150" y="419100"/>
                </a:lnTo>
                <a:lnTo>
                  <a:pt x="1060450" y="419100"/>
                </a:lnTo>
                <a:close/>
                <a:moveTo>
                  <a:pt x="1028700" y="393700"/>
                </a:moveTo>
                <a:lnTo>
                  <a:pt x="1041400" y="381000"/>
                </a:lnTo>
                <a:lnTo>
                  <a:pt x="1060450" y="381000"/>
                </a:lnTo>
                <a:lnTo>
                  <a:pt x="1066800" y="387350"/>
                </a:lnTo>
                <a:lnTo>
                  <a:pt x="1054100" y="400050"/>
                </a:lnTo>
                <a:lnTo>
                  <a:pt x="1035050" y="400050"/>
                </a:lnTo>
                <a:close/>
                <a:moveTo>
                  <a:pt x="1016000" y="387350"/>
                </a:moveTo>
                <a:lnTo>
                  <a:pt x="1022350" y="381000"/>
                </a:lnTo>
                <a:lnTo>
                  <a:pt x="1028700" y="381000"/>
                </a:lnTo>
                <a:lnTo>
                  <a:pt x="1035050" y="387350"/>
                </a:lnTo>
                <a:lnTo>
                  <a:pt x="1028700" y="393700"/>
                </a:lnTo>
                <a:lnTo>
                  <a:pt x="1022350" y="393700"/>
                </a:lnTo>
                <a:close/>
                <a:moveTo>
                  <a:pt x="1130300" y="361950"/>
                </a:moveTo>
                <a:lnTo>
                  <a:pt x="1130300" y="374650"/>
                </a:lnTo>
                <a:lnTo>
                  <a:pt x="1123950" y="381000"/>
                </a:lnTo>
                <a:lnTo>
                  <a:pt x="1079500" y="381000"/>
                </a:lnTo>
                <a:lnTo>
                  <a:pt x="1073150" y="374650"/>
                </a:lnTo>
                <a:lnTo>
                  <a:pt x="1079500" y="368300"/>
                </a:lnTo>
                <a:lnTo>
                  <a:pt x="1098550" y="368300"/>
                </a:lnTo>
                <a:lnTo>
                  <a:pt x="1104900" y="361950"/>
                </a:lnTo>
                <a:lnTo>
                  <a:pt x="1117600" y="361950"/>
                </a:lnTo>
                <a:lnTo>
                  <a:pt x="1123950" y="355600"/>
                </a:lnTo>
                <a:close/>
                <a:moveTo>
                  <a:pt x="1117600" y="336550"/>
                </a:moveTo>
                <a:lnTo>
                  <a:pt x="1123950" y="330200"/>
                </a:lnTo>
                <a:lnTo>
                  <a:pt x="1130300" y="330200"/>
                </a:lnTo>
                <a:lnTo>
                  <a:pt x="1136650" y="336550"/>
                </a:lnTo>
                <a:lnTo>
                  <a:pt x="1136650" y="349250"/>
                </a:lnTo>
                <a:lnTo>
                  <a:pt x="1130300" y="355600"/>
                </a:lnTo>
                <a:lnTo>
                  <a:pt x="1117600" y="342900"/>
                </a:lnTo>
                <a:close/>
                <a:moveTo>
                  <a:pt x="1149350" y="304800"/>
                </a:moveTo>
                <a:lnTo>
                  <a:pt x="1155700" y="298450"/>
                </a:lnTo>
                <a:lnTo>
                  <a:pt x="1162050" y="304800"/>
                </a:lnTo>
                <a:lnTo>
                  <a:pt x="1155700" y="311150"/>
                </a:lnTo>
                <a:close/>
                <a:moveTo>
                  <a:pt x="1009650" y="304800"/>
                </a:moveTo>
                <a:lnTo>
                  <a:pt x="1016000" y="298450"/>
                </a:lnTo>
                <a:lnTo>
                  <a:pt x="1022350" y="304800"/>
                </a:lnTo>
                <a:lnTo>
                  <a:pt x="1022350" y="311150"/>
                </a:lnTo>
                <a:lnTo>
                  <a:pt x="1016000" y="317500"/>
                </a:lnTo>
                <a:lnTo>
                  <a:pt x="1009650" y="311150"/>
                </a:lnTo>
                <a:close/>
                <a:moveTo>
                  <a:pt x="1162050" y="298450"/>
                </a:moveTo>
                <a:lnTo>
                  <a:pt x="1168400" y="292100"/>
                </a:lnTo>
                <a:lnTo>
                  <a:pt x="1174750" y="298450"/>
                </a:lnTo>
                <a:lnTo>
                  <a:pt x="1168400" y="304800"/>
                </a:lnTo>
                <a:close/>
                <a:moveTo>
                  <a:pt x="1022350" y="298450"/>
                </a:moveTo>
                <a:lnTo>
                  <a:pt x="1028700" y="292100"/>
                </a:lnTo>
                <a:lnTo>
                  <a:pt x="1035050" y="298450"/>
                </a:lnTo>
                <a:lnTo>
                  <a:pt x="1035050" y="304800"/>
                </a:lnTo>
                <a:lnTo>
                  <a:pt x="1028700" y="311150"/>
                </a:lnTo>
                <a:lnTo>
                  <a:pt x="1022350" y="304800"/>
                </a:lnTo>
                <a:close/>
                <a:moveTo>
                  <a:pt x="1168400" y="292100"/>
                </a:moveTo>
                <a:lnTo>
                  <a:pt x="1174750" y="285750"/>
                </a:lnTo>
                <a:lnTo>
                  <a:pt x="1181100" y="285750"/>
                </a:lnTo>
                <a:lnTo>
                  <a:pt x="1187450" y="292100"/>
                </a:lnTo>
                <a:lnTo>
                  <a:pt x="1181100" y="298450"/>
                </a:lnTo>
                <a:lnTo>
                  <a:pt x="1174750" y="298450"/>
                </a:lnTo>
                <a:close/>
                <a:moveTo>
                  <a:pt x="1149350" y="292100"/>
                </a:moveTo>
                <a:lnTo>
                  <a:pt x="1155700" y="285750"/>
                </a:lnTo>
                <a:lnTo>
                  <a:pt x="1162050" y="292100"/>
                </a:lnTo>
                <a:lnTo>
                  <a:pt x="1155700" y="298450"/>
                </a:lnTo>
                <a:close/>
                <a:moveTo>
                  <a:pt x="1085850" y="203200"/>
                </a:moveTo>
                <a:lnTo>
                  <a:pt x="1092200" y="209550"/>
                </a:lnTo>
                <a:lnTo>
                  <a:pt x="1092200" y="215900"/>
                </a:lnTo>
                <a:lnTo>
                  <a:pt x="1079500" y="228600"/>
                </a:lnTo>
                <a:lnTo>
                  <a:pt x="1073150" y="222250"/>
                </a:lnTo>
                <a:lnTo>
                  <a:pt x="1066800" y="228600"/>
                </a:lnTo>
                <a:lnTo>
                  <a:pt x="1066800" y="234950"/>
                </a:lnTo>
                <a:lnTo>
                  <a:pt x="1054100" y="254000"/>
                </a:lnTo>
                <a:lnTo>
                  <a:pt x="1066800" y="234950"/>
                </a:lnTo>
                <a:lnTo>
                  <a:pt x="1073150" y="241300"/>
                </a:lnTo>
                <a:lnTo>
                  <a:pt x="1073150" y="254000"/>
                </a:lnTo>
                <a:lnTo>
                  <a:pt x="1060450" y="273050"/>
                </a:lnTo>
                <a:lnTo>
                  <a:pt x="1060450" y="285750"/>
                </a:lnTo>
                <a:lnTo>
                  <a:pt x="1054100" y="292100"/>
                </a:lnTo>
                <a:lnTo>
                  <a:pt x="1047750" y="285750"/>
                </a:lnTo>
                <a:lnTo>
                  <a:pt x="1047750" y="266700"/>
                </a:lnTo>
                <a:lnTo>
                  <a:pt x="1041400" y="266700"/>
                </a:lnTo>
                <a:lnTo>
                  <a:pt x="1028700" y="279400"/>
                </a:lnTo>
                <a:lnTo>
                  <a:pt x="1022350" y="279400"/>
                </a:lnTo>
                <a:lnTo>
                  <a:pt x="1016000" y="273050"/>
                </a:lnTo>
                <a:lnTo>
                  <a:pt x="1016000" y="266700"/>
                </a:lnTo>
                <a:lnTo>
                  <a:pt x="1022350" y="260350"/>
                </a:lnTo>
                <a:lnTo>
                  <a:pt x="1022350" y="254000"/>
                </a:lnTo>
                <a:lnTo>
                  <a:pt x="1041400" y="234950"/>
                </a:lnTo>
                <a:lnTo>
                  <a:pt x="1041400" y="228600"/>
                </a:lnTo>
                <a:lnTo>
                  <a:pt x="1047750" y="222250"/>
                </a:lnTo>
                <a:lnTo>
                  <a:pt x="1041400" y="215900"/>
                </a:lnTo>
                <a:lnTo>
                  <a:pt x="1047750" y="209550"/>
                </a:lnTo>
                <a:lnTo>
                  <a:pt x="1060450" y="209550"/>
                </a:lnTo>
                <a:lnTo>
                  <a:pt x="1066800" y="203200"/>
                </a:lnTo>
                <a:lnTo>
                  <a:pt x="1073150" y="203200"/>
                </a:lnTo>
                <a:lnTo>
                  <a:pt x="1079500" y="209550"/>
                </a:lnTo>
                <a:close/>
                <a:moveTo>
                  <a:pt x="1193800" y="190500"/>
                </a:moveTo>
                <a:lnTo>
                  <a:pt x="1200150" y="196850"/>
                </a:lnTo>
                <a:lnTo>
                  <a:pt x="1200150" y="203200"/>
                </a:lnTo>
                <a:lnTo>
                  <a:pt x="1193800" y="209550"/>
                </a:lnTo>
                <a:lnTo>
                  <a:pt x="1193800" y="241300"/>
                </a:lnTo>
                <a:lnTo>
                  <a:pt x="1187450" y="247650"/>
                </a:lnTo>
                <a:lnTo>
                  <a:pt x="1187450" y="273050"/>
                </a:lnTo>
                <a:lnTo>
                  <a:pt x="1168400" y="292100"/>
                </a:lnTo>
                <a:lnTo>
                  <a:pt x="1162050" y="292100"/>
                </a:lnTo>
                <a:lnTo>
                  <a:pt x="1149350" y="273050"/>
                </a:lnTo>
                <a:lnTo>
                  <a:pt x="1149350" y="254000"/>
                </a:lnTo>
                <a:lnTo>
                  <a:pt x="1168400" y="234950"/>
                </a:lnTo>
                <a:lnTo>
                  <a:pt x="1168400" y="215900"/>
                </a:lnTo>
                <a:lnTo>
                  <a:pt x="1162050" y="222250"/>
                </a:lnTo>
                <a:lnTo>
                  <a:pt x="1149350" y="209550"/>
                </a:lnTo>
                <a:lnTo>
                  <a:pt x="1149350" y="203200"/>
                </a:lnTo>
                <a:lnTo>
                  <a:pt x="1155700" y="196850"/>
                </a:lnTo>
                <a:lnTo>
                  <a:pt x="1168400" y="196850"/>
                </a:lnTo>
                <a:lnTo>
                  <a:pt x="1174750" y="190500"/>
                </a:lnTo>
                <a:close/>
                <a:moveTo>
                  <a:pt x="1130300" y="190500"/>
                </a:moveTo>
                <a:lnTo>
                  <a:pt x="1143000" y="203200"/>
                </a:lnTo>
                <a:lnTo>
                  <a:pt x="1143000" y="209550"/>
                </a:lnTo>
                <a:lnTo>
                  <a:pt x="1155700" y="222250"/>
                </a:lnTo>
                <a:lnTo>
                  <a:pt x="1155700" y="234950"/>
                </a:lnTo>
                <a:lnTo>
                  <a:pt x="1149350" y="241300"/>
                </a:lnTo>
                <a:lnTo>
                  <a:pt x="1149350" y="285750"/>
                </a:lnTo>
                <a:lnTo>
                  <a:pt x="1136650" y="298450"/>
                </a:lnTo>
                <a:lnTo>
                  <a:pt x="1136650" y="304800"/>
                </a:lnTo>
                <a:lnTo>
                  <a:pt x="1130300" y="311150"/>
                </a:lnTo>
                <a:lnTo>
                  <a:pt x="1130300" y="317500"/>
                </a:lnTo>
                <a:lnTo>
                  <a:pt x="1117600" y="330200"/>
                </a:lnTo>
                <a:lnTo>
                  <a:pt x="1117600" y="336550"/>
                </a:lnTo>
                <a:lnTo>
                  <a:pt x="1111250" y="342900"/>
                </a:lnTo>
                <a:lnTo>
                  <a:pt x="1104900" y="342900"/>
                </a:lnTo>
                <a:lnTo>
                  <a:pt x="1085850" y="361950"/>
                </a:lnTo>
                <a:lnTo>
                  <a:pt x="1079500" y="361950"/>
                </a:lnTo>
                <a:lnTo>
                  <a:pt x="1073150" y="368300"/>
                </a:lnTo>
                <a:lnTo>
                  <a:pt x="1060450" y="355600"/>
                </a:lnTo>
                <a:lnTo>
                  <a:pt x="1060450" y="342900"/>
                </a:lnTo>
                <a:lnTo>
                  <a:pt x="1054100" y="336550"/>
                </a:lnTo>
                <a:lnTo>
                  <a:pt x="1054100" y="323850"/>
                </a:lnTo>
                <a:lnTo>
                  <a:pt x="1060450" y="317500"/>
                </a:lnTo>
                <a:lnTo>
                  <a:pt x="1060450" y="292100"/>
                </a:lnTo>
                <a:lnTo>
                  <a:pt x="1066800" y="285750"/>
                </a:lnTo>
                <a:lnTo>
                  <a:pt x="1066800" y="266700"/>
                </a:lnTo>
                <a:lnTo>
                  <a:pt x="1073150" y="260350"/>
                </a:lnTo>
                <a:lnTo>
                  <a:pt x="1073150" y="254000"/>
                </a:lnTo>
                <a:lnTo>
                  <a:pt x="1079500" y="247650"/>
                </a:lnTo>
                <a:lnTo>
                  <a:pt x="1079500" y="234950"/>
                </a:lnTo>
                <a:lnTo>
                  <a:pt x="1092200" y="222250"/>
                </a:lnTo>
                <a:lnTo>
                  <a:pt x="1092200" y="215900"/>
                </a:lnTo>
                <a:lnTo>
                  <a:pt x="1117600" y="190500"/>
                </a:lnTo>
                <a:close/>
                <a:moveTo>
                  <a:pt x="1060450" y="190500"/>
                </a:moveTo>
                <a:lnTo>
                  <a:pt x="1066800" y="184150"/>
                </a:lnTo>
                <a:lnTo>
                  <a:pt x="1079500" y="184150"/>
                </a:lnTo>
                <a:lnTo>
                  <a:pt x="1085850" y="190500"/>
                </a:lnTo>
                <a:lnTo>
                  <a:pt x="1085850" y="203200"/>
                </a:lnTo>
                <a:lnTo>
                  <a:pt x="1079500" y="209550"/>
                </a:lnTo>
                <a:lnTo>
                  <a:pt x="1073150" y="203200"/>
                </a:lnTo>
                <a:lnTo>
                  <a:pt x="1073150" y="196850"/>
                </a:lnTo>
                <a:lnTo>
                  <a:pt x="1066800" y="196850"/>
                </a:lnTo>
                <a:close/>
                <a:moveTo>
                  <a:pt x="1098550" y="184150"/>
                </a:moveTo>
                <a:lnTo>
                  <a:pt x="1111250" y="171450"/>
                </a:lnTo>
                <a:lnTo>
                  <a:pt x="1123950" y="171450"/>
                </a:lnTo>
                <a:lnTo>
                  <a:pt x="1130300" y="177800"/>
                </a:lnTo>
                <a:lnTo>
                  <a:pt x="1117600" y="190500"/>
                </a:lnTo>
                <a:lnTo>
                  <a:pt x="1104900" y="190500"/>
                </a:lnTo>
                <a:close/>
                <a:moveTo>
                  <a:pt x="1066800" y="177800"/>
                </a:moveTo>
                <a:lnTo>
                  <a:pt x="1073150" y="171450"/>
                </a:lnTo>
                <a:lnTo>
                  <a:pt x="1079500" y="177800"/>
                </a:lnTo>
                <a:lnTo>
                  <a:pt x="1073150" y="184150"/>
                </a:lnTo>
                <a:close/>
                <a:moveTo>
                  <a:pt x="1143000" y="165100"/>
                </a:moveTo>
                <a:lnTo>
                  <a:pt x="1149350" y="158750"/>
                </a:lnTo>
                <a:lnTo>
                  <a:pt x="1155700" y="158750"/>
                </a:lnTo>
                <a:lnTo>
                  <a:pt x="1162050" y="165100"/>
                </a:lnTo>
                <a:lnTo>
                  <a:pt x="1155700" y="171450"/>
                </a:lnTo>
                <a:lnTo>
                  <a:pt x="1149350" y="171450"/>
                </a:lnTo>
                <a:close/>
                <a:moveTo>
                  <a:pt x="1073150" y="165100"/>
                </a:moveTo>
                <a:lnTo>
                  <a:pt x="1079500" y="158750"/>
                </a:lnTo>
                <a:lnTo>
                  <a:pt x="1085850" y="165100"/>
                </a:lnTo>
                <a:lnTo>
                  <a:pt x="1079500" y="171450"/>
                </a:lnTo>
                <a:close/>
                <a:moveTo>
                  <a:pt x="1181100" y="152400"/>
                </a:moveTo>
                <a:lnTo>
                  <a:pt x="1187450" y="158750"/>
                </a:lnTo>
                <a:lnTo>
                  <a:pt x="1187450" y="165100"/>
                </a:lnTo>
                <a:lnTo>
                  <a:pt x="1174750" y="177800"/>
                </a:lnTo>
                <a:lnTo>
                  <a:pt x="1162050" y="177800"/>
                </a:lnTo>
                <a:lnTo>
                  <a:pt x="1155700" y="171450"/>
                </a:lnTo>
                <a:lnTo>
                  <a:pt x="1174750" y="152400"/>
                </a:lnTo>
                <a:close/>
                <a:moveTo>
                  <a:pt x="1187450" y="152400"/>
                </a:moveTo>
                <a:lnTo>
                  <a:pt x="1193800" y="146050"/>
                </a:lnTo>
                <a:lnTo>
                  <a:pt x="1200150" y="152400"/>
                </a:lnTo>
                <a:lnTo>
                  <a:pt x="1193800" y="158750"/>
                </a:lnTo>
                <a:close/>
                <a:moveTo>
                  <a:pt x="698500" y="0"/>
                </a:moveTo>
                <a:lnTo>
                  <a:pt x="679450" y="12700"/>
                </a:lnTo>
                <a:lnTo>
                  <a:pt x="679450" y="31750"/>
                </a:lnTo>
                <a:lnTo>
                  <a:pt x="673100" y="38100"/>
                </a:lnTo>
                <a:lnTo>
                  <a:pt x="673100" y="57150"/>
                </a:lnTo>
                <a:lnTo>
                  <a:pt x="666750" y="63500"/>
                </a:lnTo>
                <a:lnTo>
                  <a:pt x="666750" y="88900"/>
                </a:lnTo>
                <a:lnTo>
                  <a:pt x="660400" y="95250"/>
                </a:lnTo>
                <a:lnTo>
                  <a:pt x="660400" y="114300"/>
                </a:lnTo>
                <a:lnTo>
                  <a:pt x="647700" y="127000"/>
                </a:lnTo>
                <a:lnTo>
                  <a:pt x="641350" y="127000"/>
                </a:lnTo>
                <a:lnTo>
                  <a:pt x="635000" y="133350"/>
                </a:lnTo>
                <a:lnTo>
                  <a:pt x="596900" y="133350"/>
                </a:lnTo>
                <a:lnTo>
                  <a:pt x="596900" y="139700"/>
                </a:lnTo>
                <a:lnTo>
                  <a:pt x="590550" y="146050"/>
                </a:lnTo>
                <a:lnTo>
                  <a:pt x="590550" y="158750"/>
                </a:lnTo>
                <a:lnTo>
                  <a:pt x="596900" y="165100"/>
                </a:lnTo>
                <a:lnTo>
                  <a:pt x="590550" y="171450"/>
                </a:lnTo>
                <a:lnTo>
                  <a:pt x="590550" y="177800"/>
                </a:lnTo>
                <a:lnTo>
                  <a:pt x="596900" y="184150"/>
                </a:lnTo>
                <a:lnTo>
                  <a:pt x="615950" y="184150"/>
                </a:lnTo>
                <a:lnTo>
                  <a:pt x="603250" y="184150"/>
                </a:lnTo>
                <a:lnTo>
                  <a:pt x="596900" y="177800"/>
                </a:lnTo>
                <a:lnTo>
                  <a:pt x="596900" y="165100"/>
                </a:lnTo>
                <a:lnTo>
                  <a:pt x="603250" y="158750"/>
                </a:lnTo>
                <a:lnTo>
                  <a:pt x="615950" y="158750"/>
                </a:lnTo>
                <a:lnTo>
                  <a:pt x="628650" y="171450"/>
                </a:lnTo>
                <a:lnTo>
                  <a:pt x="628650" y="177800"/>
                </a:lnTo>
                <a:lnTo>
                  <a:pt x="635000" y="177800"/>
                </a:lnTo>
                <a:lnTo>
                  <a:pt x="647700" y="190500"/>
                </a:lnTo>
                <a:lnTo>
                  <a:pt x="641350" y="196850"/>
                </a:lnTo>
                <a:lnTo>
                  <a:pt x="641350" y="228600"/>
                </a:lnTo>
                <a:lnTo>
                  <a:pt x="635000" y="234950"/>
                </a:lnTo>
                <a:lnTo>
                  <a:pt x="635000" y="279400"/>
                </a:lnTo>
                <a:lnTo>
                  <a:pt x="628650" y="285750"/>
                </a:lnTo>
                <a:lnTo>
                  <a:pt x="628650" y="400050"/>
                </a:lnTo>
                <a:lnTo>
                  <a:pt x="654050" y="438150"/>
                </a:lnTo>
                <a:lnTo>
                  <a:pt x="660400" y="438150"/>
                </a:lnTo>
                <a:lnTo>
                  <a:pt x="666750" y="444500"/>
                </a:lnTo>
                <a:lnTo>
                  <a:pt x="679450" y="444500"/>
                </a:lnTo>
                <a:lnTo>
                  <a:pt x="685800" y="450850"/>
                </a:lnTo>
                <a:lnTo>
                  <a:pt x="704850" y="438150"/>
                </a:lnTo>
                <a:lnTo>
                  <a:pt x="717550" y="438150"/>
                </a:lnTo>
                <a:lnTo>
                  <a:pt x="723900" y="431800"/>
                </a:lnTo>
                <a:lnTo>
                  <a:pt x="717550" y="425450"/>
                </a:lnTo>
                <a:lnTo>
                  <a:pt x="717550" y="419100"/>
                </a:lnTo>
                <a:lnTo>
                  <a:pt x="723900" y="412750"/>
                </a:lnTo>
                <a:lnTo>
                  <a:pt x="730250" y="412750"/>
                </a:lnTo>
                <a:lnTo>
                  <a:pt x="736600" y="406400"/>
                </a:lnTo>
                <a:lnTo>
                  <a:pt x="742950" y="406400"/>
                </a:lnTo>
                <a:lnTo>
                  <a:pt x="755650" y="393700"/>
                </a:lnTo>
                <a:lnTo>
                  <a:pt x="749300" y="393700"/>
                </a:lnTo>
                <a:lnTo>
                  <a:pt x="742950" y="400050"/>
                </a:lnTo>
                <a:lnTo>
                  <a:pt x="717550" y="400050"/>
                </a:lnTo>
                <a:lnTo>
                  <a:pt x="711200" y="393700"/>
                </a:lnTo>
                <a:lnTo>
                  <a:pt x="730250" y="381000"/>
                </a:lnTo>
                <a:lnTo>
                  <a:pt x="736600" y="387350"/>
                </a:lnTo>
                <a:lnTo>
                  <a:pt x="742950" y="381000"/>
                </a:lnTo>
                <a:lnTo>
                  <a:pt x="742950" y="374650"/>
                </a:lnTo>
                <a:lnTo>
                  <a:pt x="755650" y="361950"/>
                </a:lnTo>
                <a:lnTo>
                  <a:pt x="749300" y="361950"/>
                </a:lnTo>
                <a:lnTo>
                  <a:pt x="742950" y="368300"/>
                </a:lnTo>
                <a:lnTo>
                  <a:pt x="736600" y="368300"/>
                </a:lnTo>
                <a:lnTo>
                  <a:pt x="717550" y="387350"/>
                </a:lnTo>
                <a:lnTo>
                  <a:pt x="711200" y="387350"/>
                </a:lnTo>
                <a:lnTo>
                  <a:pt x="704850" y="393700"/>
                </a:lnTo>
                <a:lnTo>
                  <a:pt x="698500" y="393700"/>
                </a:lnTo>
                <a:lnTo>
                  <a:pt x="685800" y="381000"/>
                </a:lnTo>
                <a:lnTo>
                  <a:pt x="685800" y="374650"/>
                </a:lnTo>
                <a:lnTo>
                  <a:pt x="679450" y="368300"/>
                </a:lnTo>
                <a:lnTo>
                  <a:pt x="679450" y="285750"/>
                </a:lnTo>
                <a:lnTo>
                  <a:pt x="673100" y="285750"/>
                </a:lnTo>
                <a:lnTo>
                  <a:pt x="666750" y="279400"/>
                </a:lnTo>
                <a:lnTo>
                  <a:pt x="666750" y="247650"/>
                </a:lnTo>
                <a:lnTo>
                  <a:pt x="692150" y="209550"/>
                </a:lnTo>
                <a:lnTo>
                  <a:pt x="692150" y="190500"/>
                </a:lnTo>
                <a:lnTo>
                  <a:pt x="698500" y="184150"/>
                </a:lnTo>
                <a:lnTo>
                  <a:pt x="698500" y="171450"/>
                </a:lnTo>
                <a:lnTo>
                  <a:pt x="704850" y="165100"/>
                </a:lnTo>
                <a:lnTo>
                  <a:pt x="730250" y="165100"/>
                </a:lnTo>
                <a:lnTo>
                  <a:pt x="736600" y="158750"/>
                </a:lnTo>
                <a:lnTo>
                  <a:pt x="730250" y="165100"/>
                </a:lnTo>
                <a:lnTo>
                  <a:pt x="717550" y="165100"/>
                </a:lnTo>
                <a:lnTo>
                  <a:pt x="711200" y="158750"/>
                </a:lnTo>
                <a:lnTo>
                  <a:pt x="704850" y="158750"/>
                </a:lnTo>
                <a:lnTo>
                  <a:pt x="692150" y="171450"/>
                </a:lnTo>
                <a:lnTo>
                  <a:pt x="685800" y="171450"/>
                </a:lnTo>
                <a:lnTo>
                  <a:pt x="679450" y="165100"/>
                </a:lnTo>
                <a:lnTo>
                  <a:pt x="679450" y="152400"/>
                </a:lnTo>
                <a:lnTo>
                  <a:pt x="692150" y="139700"/>
                </a:lnTo>
                <a:lnTo>
                  <a:pt x="711200" y="139700"/>
                </a:lnTo>
                <a:lnTo>
                  <a:pt x="717550" y="146050"/>
                </a:lnTo>
                <a:lnTo>
                  <a:pt x="723900" y="139700"/>
                </a:lnTo>
                <a:lnTo>
                  <a:pt x="730250" y="146050"/>
                </a:lnTo>
                <a:lnTo>
                  <a:pt x="768350" y="146050"/>
                </a:lnTo>
                <a:lnTo>
                  <a:pt x="774700" y="152400"/>
                </a:lnTo>
                <a:lnTo>
                  <a:pt x="755650" y="165100"/>
                </a:lnTo>
                <a:lnTo>
                  <a:pt x="762000" y="158750"/>
                </a:lnTo>
                <a:lnTo>
                  <a:pt x="800100" y="158750"/>
                </a:lnTo>
                <a:lnTo>
                  <a:pt x="787400" y="146050"/>
                </a:lnTo>
                <a:lnTo>
                  <a:pt x="793750" y="139700"/>
                </a:lnTo>
                <a:lnTo>
                  <a:pt x="793750" y="114300"/>
                </a:lnTo>
                <a:lnTo>
                  <a:pt x="768350" y="114300"/>
                </a:lnTo>
                <a:lnTo>
                  <a:pt x="774700" y="120650"/>
                </a:lnTo>
                <a:lnTo>
                  <a:pt x="774700" y="127000"/>
                </a:lnTo>
                <a:lnTo>
                  <a:pt x="762000" y="139700"/>
                </a:lnTo>
                <a:lnTo>
                  <a:pt x="742950" y="139700"/>
                </a:lnTo>
                <a:lnTo>
                  <a:pt x="736600" y="133350"/>
                </a:lnTo>
                <a:lnTo>
                  <a:pt x="730250" y="133350"/>
                </a:lnTo>
                <a:lnTo>
                  <a:pt x="723900" y="127000"/>
                </a:lnTo>
                <a:lnTo>
                  <a:pt x="723900" y="120650"/>
                </a:lnTo>
                <a:lnTo>
                  <a:pt x="730250" y="114300"/>
                </a:lnTo>
                <a:lnTo>
                  <a:pt x="755650" y="114300"/>
                </a:lnTo>
                <a:lnTo>
                  <a:pt x="717550" y="114300"/>
                </a:lnTo>
                <a:lnTo>
                  <a:pt x="711200" y="107950"/>
                </a:lnTo>
                <a:lnTo>
                  <a:pt x="711200" y="88900"/>
                </a:lnTo>
                <a:lnTo>
                  <a:pt x="717550" y="82550"/>
                </a:lnTo>
                <a:lnTo>
                  <a:pt x="717550" y="57150"/>
                </a:lnTo>
                <a:lnTo>
                  <a:pt x="723900" y="50800"/>
                </a:lnTo>
                <a:lnTo>
                  <a:pt x="723900" y="12700"/>
                </a:lnTo>
                <a:lnTo>
                  <a:pt x="717550" y="6350"/>
                </a:lnTo>
                <a:lnTo>
                  <a:pt x="704850" y="6350"/>
                </a:lnTo>
                <a:close/>
                <a:moveTo>
                  <a:pt x="628650" y="317500"/>
                </a:moveTo>
                <a:lnTo>
                  <a:pt x="635000" y="311150"/>
                </a:lnTo>
                <a:lnTo>
                  <a:pt x="641350" y="317500"/>
                </a:lnTo>
                <a:lnTo>
                  <a:pt x="635000" y="323850"/>
                </a:lnTo>
                <a:close/>
                <a:moveTo>
                  <a:pt x="647700" y="311150"/>
                </a:moveTo>
                <a:lnTo>
                  <a:pt x="654050" y="304800"/>
                </a:lnTo>
                <a:lnTo>
                  <a:pt x="660400" y="311150"/>
                </a:lnTo>
                <a:lnTo>
                  <a:pt x="660400" y="317500"/>
                </a:lnTo>
                <a:lnTo>
                  <a:pt x="654050" y="323850"/>
                </a:lnTo>
                <a:lnTo>
                  <a:pt x="647700" y="317500"/>
                </a:lnTo>
                <a:close/>
                <a:moveTo>
                  <a:pt x="654050" y="247650"/>
                </a:moveTo>
                <a:lnTo>
                  <a:pt x="660400" y="241300"/>
                </a:lnTo>
                <a:lnTo>
                  <a:pt x="666750" y="247650"/>
                </a:lnTo>
                <a:lnTo>
                  <a:pt x="666750" y="254000"/>
                </a:lnTo>
                <a:lnTo>
                  <a:pt x="660400" y="260350"/>
                </a:lnTo>
                <a:lnTo>
                  <a:pt x="654050" y="254000"/>
                </a:lnTo>
                <a:close/>
                <a:moveTo>
                  <a:pt x="641350" y="241300"/>
                </a:moveTo>
                <a:lnTo>
                  <a:pt x="654050" y="254000"/>
                </a:lnTo>
                <a:lnTo>
                  <a:pt x="647700" y="260350"/>
                </a:lnTo>
                <a:lnTo>
                  <a:pt x="647700" y="279400"/>
                </a:lnTo>
                <a:lnTo>
                  <a:pt x="641350" y="285750"/>
                </a:lnTo>
                <a:lnTo>
                  <a:pt x="635000" y="279400"/>
                </a:lnTo>
                <a:lnTo>
                  <a:pt x="635000" y="247650"/>
                </a:lnTo>
                <a:close/>
                <a:moveTo>
                  <a:pt x="660400" y="241300"/>
                </a:moveTo>
                <a:lnTo>
                  <a:pt x="666750" y="234950"/>
                </a:lnTo>
                <a:lnTo>
                  <a:pt x="673100" y="241300"/>
                </a:lnTo>
                <a:lnTo>
                  <a:pt x="666750" y="247650"/>
                </a:lnTo>
                <a:close/>
                <a:moveTo>
                  <a:pt x="660400" y="215900"/>
                </a:moveTo>
                <a:lnTo>
                  <a:pt x="660400" y="209550"/>
                </a:lnTo>
                <a:lnTo>
                  <a:pt x="666750" y="203200"/>
                </a:lnTo>
                <a:lnTo>
                  <a:pt x="685800" y="203200"/>
                </a:lnTo>
                <a:lnTo>
                  <a:pt x="692150" y="209550"/>
                </a:lnTo>
                <a:lnTo>
                  <a:pt x="679450" y="222250"/>
                </a:lnTo>
                <a:lnTo>
                  <a:pt x="666750" y="222250"/>
                </a:lnTo>
                <a:close/>
                <a:moveTo>
                  <a:pt x="635000" y="165100"/>
                </a:moveTo>
                <a:lnTo>
                  <a:pt x="641350" y="158750"/>
                </a:lnTo>
                <a:lnTo>
                  <a:pt x="654050" y="158750"/>
                </a:lnTo>
                <a:lnTo>
                  <a:pt x="660400" y="165100"/>
                </a:lnTo>
                <a:lnTo>
                  <a:pt x="660400" y="184150"/>
                </a:lnTo>
                <a:lnTo>
                  <a:pt x="654050" y="190500"/>
                </a:lnTo>
                <a:lnTo>
                  <a:pt x="647700" y="184150"/>
                </a:lnTo>
                <a:lnTo>
                  <a:pt x="647700" y="177800"/>
                </a:lnTo>
                <a:close/>
                <a:moveTo>
                  <a:pt x="603250" y="139700"/>
                </a:moveTo>
                <a:lnTo>
                  <a:pt x="609600" y="133350"/>
                </a:lnTo>
                <a:lnTo>
                  <a:pt x="628650" y="133350"/>
                </a:lnTo>
                <a:lnTo>
                  <a:pt x="635000" y="139700"/>
                </a:lnTo>
                <a:lnTo>
                  <a:pt x="622300" y="152400"/>
                </a:lnTo>
                <a:lnTo>
                  <a:pt x="615950" y="152400"/>
                </a:lnTo>
                <a:close/>
                <a:moveTo>
                  <a:pt x="660400" y="133350"/>
                </a:moveTo>
                <a:lnTo>
                  <a:pt x="666750" y="127000"/>
                </a:lnTo>
                <a:lnTo>
                  <a:pt x="679450" y="139700"/>
                </a:lnTo>
                <a:lnTo>
                  <a:pt x="673100" y="146050"/>
                </a:lnTo>
                <a:lnTo>
                  <a:pt x="666750" y="146050"/>
                </a:lnTo>
                <a:lnTo>
                  <a:pt x="660400" y="139700"/>
                </a:lnTo>
                <a:close/>
                <a:moveTo>
                  <a:pt x="781050" y="120650"/>
                </a:moveTo>
                <a:lnTo>
                  <a:pt x="787400" y="114300"/>
                </a:lnTo>
                <a:lnTo>
                  <a:pt x="793750" y="120650"/>
                </a:lnTo>
                <a:lnTo>
                  <a:pt x="787400" y="127000"/>
                </a:lnTo>
                <a:close/>
                <a:moveTo>
                  <a:pt x="673100" y="63500"/>
                </a:moveTo>
                <a:lnTo>
                  <a:pt x="679450" y="63500"/>
                </a:lnTo>
                <a:lnTo>
                  <a:pt x="685800" y="69850"/>
                </a:lnTo>
                <a:lnTo>
                  <a:pt x="685800" y="76200"/>
                </a:lnTo>
                <a:lnTo>
                  <a:pt x="698500" y="95250"/>
                </a:lnTo>
                <a:lnTo>
                  <a:pt x="692150" y="101600"/>
                </a:lnTo>
                <a:lnTo>
                  <a:pt x="692150" y="107950"/>
                </a:lnTo>
                <a:lnTo>
                  <a:pt x="698500" y="114300"/>
                </a:lnTo>
                <a:lnTo>
                  <a:pt x="685800" y="127000"/>
                </a:lnTo>
                <a:lnTo>
                  <a:pt x="673100" y="114300"/>
                </a:lnTo>
                <a:lnTo>
                  <a:pt x="673100" y="107950"/>
                </a:lnTo>
                <a:lnTo>
                  <a:pt x="679450" y="101600"/>
                </a:lnTo>
                <a:lnTo>
                  <a:pt x="666750" y="82550"/>
                </a:lnTo>
                <a:lnTo>
                  <a:pt x="666750" y="69850"/>
                </a:lnTo>
                <a:close/>
                <a:moveTo>
                  <a:pt x="698500" y="38100"/>
                </a:moveTo>
                <a:lnTo>
                  <a:pt x="704850" y="44450"/>
                </a:lnTo>
                <a:lnTo>
                  <a:pt x="704850" y="57150"/>
                </a:lnTo>
                <a:lnTo>
                  <a:pt x="698500" y="63500"/>
                </a:lnTo>
                <a:lnTo>
                  <a:pt x="692150" y="57150"/>
                </a:lnTo>
                <a:lnTo>
                  <a:pt x="692150" y="44450"/>
                </a:lnTo>
                <a:close/>
                <a:moveTo>
                  <a:pt x="704850" y="19050"/>
                </a:moveTo>
                <a:lnTo>
                  <a:pt x="711200" y="12700"/>
                </a:lnTo>
                <a:lnTo>
                  <a:pt x="723900" y="25400"/>
                </a:lnTo>
                <a:lnTo>
                  <a:pt x="717550" y="31750"/>
                </a:lnTo>
                <a:lnTo>
                  <a:pt x="711200" y="31750"/>
                </a:lnTo>
                <a:lnTo>
                  <a:pt x="704850" y="25400"/>
                </a:lnTo>
                <a:close/>
                <a:moveTo>
                  <a:pt x="685800" y="12700"/>
                </a:moveTo>
                <a:lnTo>
                  <a:pt x="698500" y="25400"/>
                </a:lnTo>
                <a:lnTo>
                  <a:pt x="698500" y="31750"/>
                </a:lnTo>
                <a:lnTo>
                  <a:pt x="685800" y="44450"/>
                </a:lnTo>
                <a:lnTo>
                  <a:pt x="679450" y="44450"/>
                </a:lnTo>
                <a:lnTo>
                  <a:pt x="673100" y="38100"/>
                </a:lnTo>
                <a:lnTo>
                  <a:pt x="679450" y="31750"/>
                </a:lnTo>
                <a:lnTo>
                  <a:pt x="679450" y="19050"/>
                </a:lnTo>
                <a:close/>
              </a:path>
            </a:pathLst>
          </a:custGeom>
          <a:solidFill xmlns:a="http://schemas.openxmlformats.org/drawingml/2006/main">
            <a:srgbClr val="190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Traditional brush-lettered headline red">
            <a:extLst xmlns:a="http://schemas.openxmlformats.org/drawingml/2006/main">
              <a:ext uri="{FF2B5EF4-FFF2-40B4-BE49-F238E27FC236}">
                <a16:creationId xmlns:a16="http://schemas.microsoft.com/office/drawing/2014/main" id="{57CE3F87-9914-424C-AF5A-D28AEB77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" y="2576529"/>
            <a:ext cx="7302500" cy="850900"/>
          </a:xfrm>
          <a:custGeom xmlns:a="http://schemas.openxmlformats.org/drawingml/2006/main">
            <a:pathLst>
              <a:path w="7302500" h="850900">
                <a:moveTo>
                  <a:pt x="3867150" y="628650"/>
                </a:moveTo>
                <a:lnTo>
                  <a:pt x="3879850" y="628650"/>
                </a:lnTo>
                <a:lnTo>
                  <a:pt x="3886200" y="635000"/>
                </a:lnTo>
                <a:lnTo>
                  <a:pt x="3892550" y="628650"/>
                </a:lnTo>
                <a:lnTo>
                  <a:pt x="3917950" y="628650"/>
                </a:lnTo>
                <a:lnTo>
                  <a:pt x="3924300" y="622300"/>
                </a:lnTo>
                <a:lnTo>
                  <a:pt x="3930650" y="622300"/>
                </a:lnTo>
                <a:lnTo>
                  <a:pt x="3917950" y="622300"/>
                </a:lnTo>
                <a:lnTo>
                  <a:pt x="3911600" y="615950"/>
                </a:lnTo>
                <a:lnTo>
                  <a:pt x="3879850" y="615950"/>
                </a:lnTo>
                <a:lnTo>
                  <a:pt x="3873500" y="622300"/>
                </a:lnTo>
                <a:lnTo>
                  <a:pt x="3867150" y="622300"/>
                </a:lnTo>
                <a:close/>
                <a:moveTo>
                  <a:pt x="3740150" y="628650"/>
                </a:moveTo>
                <a:lnTo>
                  <a:pt x="3752850" y="628650"/>
                </a:lnTo>
                <a:lnTo>
                  <a:pt x="3765550" y="641350"/>
                </a:lnTo>
                <a:lnTo>
                  <a:pt x="3784600" y="641350"/>
                </a:lnTo>
                <a:lnTo>
                  <a:pt x="3790950" y="635000"/>
                </a:lnTo>
                <a:lnTo>
                  <a:pt x="3797300" y="635000"/>
                </a:lnTo>
                <a:lnTo>
                  <a:pt x="3816350" y="615950"/>
                </a:lnTo>
                <a:lnTo>
                  <a:pt x="3810000" y="615950"/>
                </a:lnTo>
                <a:lnTo>
                  <a:pt x="3803650" y="609600"/>
                </a:lnTo>
                <a:lnTo>
                  <a:pt x="3752850" y="609600"/>
                </a:lnTo>
                <a:lnTo>
                  <a:pt x="3740150" y="622300"/>
                </a:lnTo>
                <a:close/>
                <a:moveTo>
                  <a:pt x="3702050" y="603250"/>
                </a:moveTo>
                <a:lnTo>
                  <a:pt x="3632200" y="603250"/>
                </a:lnTo>
                <a:lnTo>
                  <a:pt x="3625850" y="609600"/>
                </a:lnTo>
                <a:lnTo>
                  <a:pt x="3517900" y="609600"/>
                </a:lnTo>
                <a:lnTo>
                  <a:pt x="3511550" y="615950"/>
                </a:lnTo>
                <a:lnTo>
                  <a:pt x="3435350" y="615950"/>
                </a:lnTo>
                <a:lnTo>
                  <a:pt x="3429000" y="622300"/>
                </a:lnTo>
                <a:lnTo>
                  <a:pt x="3352800" y="622300"/>
                </a:lnTo>
                <a:lnTo>
                  <a:pt x="3346450" y="628650"/>
                </a:lnTo>
                <a:lnTo>
                  <a:pt x="3302000" y="628650"/>
                </a:lnTo>
                <a:lnTo>
                  <a:pt x="3295650" y="635000"/>
                </a:lnTo>
                <a:lnTo>
                  <a:pt x="3244850" y="635000"/>
                </a:lnTo>
                <a:lnTo>
                  <a:pt x="3238500" y="641350"/>
                </a:lnTo>
                <a:lnTo>
                  <a:pt x="3200400" y="641350"/>
                </a:lnTo>
                <a:lnTo>
                  <a:pt x="3194050" y="647700"/>
                </a:lnTo>
                <a:lnTo>
                  <a:pt x="3162300" y="647700"/>
                </a:lnTo>
                <a:lnTo>
                  <a:pt x="3155950" y="654050"/>
                </a:lnTo>
                <a:lnTo>
                  <a:pt x="3124200" y="654050"/>
                </a:lnTo>
                <a:lnTo>
                  <a:pt x="3117850" y="660400"/>
                </a:lnTo>
                <a:lnTo>
                  <a:pt x="3079750" y="660400"/>
                </a:lnTo>
                <a:lnTo>
                  <a:pt x="3073400" y="666750"/>
                </a:lnTo>
                <a:lnTo>
                  <a:pt x="3041650" y="666750"/>
                </a:lnTo>
                <a:lnTo>
                  <a:pt x="3035300" y="673100"/>
                </a:lnTo>
                <a:lnTo>
                  <a:pt x="3003550" y="673100"/>
                </a:lnTo>
                <a:lnTo>
                  <a:pt x="2997200" y="679450"/>
                </a:lnTo>
                <a:lnTo>
                  <a:pt x="2978150" y="679450"/>
                </a:lnTo>
                <a:lnTo>
                  <a:pt x="2971800" y="685800"/>
                </a:lnTo>
                <a:lnTo>
                  <a:pt x="2946400" y="685800"/>
                </a:lnTo>
                <a:lnTo>
                  <a:pt x="2940050" y="692150"/>
                </a:lnTo>
                <a:lnTo>
                  <a:pt x="2914650" y="692150"/>
                </a:lnTo>
                <a:lnTo>
                  <a:pt x="2908300" y="698500"/>
                </a:lnTo>
                <a:lnTo>
                  <a:pt x="2876550" y="698500"/>
                </a:lnTo>
                <a:lnTo>
                  <a:pt x="2870200" y="704850"/>
                </a:lnTo>
                <a:lnTo>
                  <a:pt x="2851150" y="704850"/>
                </a:lnTo>
                <a:lnTo>
                  <a:pt x="2844800" y="711200"/>
                </a:lnTo>
                <a:lnTo>
                  <a:pt x="2819400" y="711200"/>
                </a:lnTo>
                <a:lnTo>
                  <a:pt x="2813050" y="717550"/>
                </a:lnTo>
                <a:lnTo>
                  <a:pt x="2794000" y="717550"/>
                </a:lnTo>
                <a:lnTo>
                  <a:pt x="2787650" y="723900"/>
                </a:lnTo>
                <a:lnTo>
                  <a:pt x="2768600" y="723900"/>
                </a:lnTo>
                <a:lnTo>
                  <a:pt x="2762250" y="730250"/>
                </a:lnTo>
                <a:lnTo>
                  <a:pt x="2743200" y="730250"/>
                </a:lnTo>
                <a:lnTo>
                  <a:pt x="2736850" y="736600"/>
                </a:lnTo>
                <a:lnTo>
                  <a:pt x="2717800" y="736600"/>
                </a:lnTo>
                <a:lnTo>
                  <a:pt x="2711450" y="742950"/>
                </a:lnTo>
                <a:lnTo>
                  <a:pt x="2686050" y="742950"/>
                </a:lnTo>
                <a:lnTo>
                  <a:pt x="2679700" y="749300"/>
                </a:lnTo>
                <a:lnTo>
                  <a:pt x="2660650" y="749300"/>
                </a:lnTo>
                <a:lnTo>
                  <a:pt x="2654300" y="755650"/>
                </a:lnTo>
                <a:lnTo>
                  <a:pt x="2635250" y="755650"/>
                </a:lnTo>
                <a:lnTo>
                  <a:pt x="2628900" y="762000"/>
                </a:lnTo>
                <a:lnTo>
                  <a:pt x="2609850" y="762000"/>
                </a:lnTo>
                <a:lnTo>
                  <a:pt x="2603500" y="768350"/>
                </a:lnTo>
                <a:lnTo>
                  <a:pt x="2590800" y="768350"/>
                </a:lnTo>
                <a:lnTo>
                  <a:pt x="2584450" y="774700"/>
                </a:lnTo>
                <a:lnTo>
                  <a:pt x="2565400" y="774700"/>
                </a:lnTo>
                <a:lnTo>
                  <a:pt x="2559050" y="781050"/>
                </a:lnTo>
                <a:lnTo>
                  <a:pt x="2546350" y="781050"/>
                </a:lnTo>
                <a:lnTo>
                  <a:pt x="2540000" y="787400"/>
                </a:lnTo>
                <a:lnTo>
                  <a:pt x="2527300" y="787400"/>
                </a:lnTo>
                <a:lnTo>
                  <a:pt x="2520950" y="793750"/>
                </a:lnTo>
                <a:lnTo>
                  <a:pt x="2501900" y="793750"/>
                </a:lnTo>
                <a:lnTo>
                  <a:pt x="2495550" y="800100"/>
                </a:lnTo>
                <a:lnTo>
                  <a:pt x="2482850" y="800100"/>
                </a:lnTo>
                <a:lnTo>
                  <a:pt x="2476500" y="806450"/>
                </a:lnTo>
                <a:lnTo>
                  <a:pt x="2463800" y="806450"/>
                </a:lnTo>
                <a:lnTo>
                  <a:pt x="2457450" y="812800"/>
                </a:lnTo>
                <a:lnTo>
                  <a:pt x="2444750" y="812800"/>
                </a:lnTo>
                <a:lnTo>
                  <a:pt x="2438400" y="819150"/>
                </a:lnTo>
                <a:lnTo>
                  <a:pt x="2425700" y="819150"/>
                </a:lnTo>
                <a:lnTo>
                  <a:pt x="2419350" y="825500"/>
                </a:lnTo>
                <a:lnTo>
                  <a:pt x="2400300" y="825500"/>
                </a:lnTo>
                <a:lnTo>
                  <a:pt x="2393950" y="831850"/>
                </a:lnTo>
                <a:lnTo>
                  <a:pt x="2387600" y="831850"/>
                </a:lnTo>
                <a:lnTo>
                  <a:pt x="2368550" y="844550"/>
                </a:lnTo>
                <a:lnTo>
                  <a:pt x="2374900" y="850900"/>
                </a:lnTo>
                <a:lnTo>
                  <a:pt x="2419350" y="850900"/>
                </a:lnTo>
                <a:lnTo>
                  <a:pt x="2425700" y="844550"/>
                </a:lnTo>
                <a:lnTo>
                  <a:pt x="2451100" y="844550"/>
                </a:lnTo>
                <a:lnTo>
                  <a:pt x="2457450" y="838200"/>
                </a:lnTo>
                <a:lnTo>
                  <a:pt x="2476500" y="838200"/>
                </a:lnTo>
                <a:lnTo>
                  <a:pt x="2482850" y="831850"/>
                </a:lnTo>
                <a:lnTo>
                  <a:pt x="2508250" y="831850"/>
                </a:lnTo>
                <a:lnTo>
                  <a:pt x="2514600" y="825500"/>
                </a:lnTo>
                <a:lnTo>
                  <a:pt x="2533650" y="825500"/>
                </a:lnTo>
                <a:lnTo>
                  <a:pt x="2540000" y="819150"/>
                </a:lnTo>
                <a:lnTo>
                  <a:pt x="2559050" y="819150"/>
                </a:lnTo>
                <a:lnTo>
                  <a:pt x="2565400" y="812800"/>
                </a:lnTo>
                <a:lnTo>
                  <a:pt x="2590800" y="812800"/>
                </a:lnTo>
                <a:lnTo>
                  <a:pt x="2597150" y="806450"/>
                </a:lnTo>
                <a:lnTo>
                  <a:pt x="2616200" y="806450"/>
                </a:lnTo>
                <a:lnTo>
                  <a:pt x="2622550" y="800100"/>
                </a:lnTo>
                <a:lnTo>
                  <a:pt x="2647950" y="800100"/>
                </a:lnTo>
                <a:lnTo>
                  <a:pt x="2654300" y="793750"/>
                </a:lnTo>
                <a:lnTo>
                  <a:pt x="2679700" y="793750"/>
                </a:lnTo>
                <a:lnTo>
                  <a:pt x="2686050" y="787400"/>
                </a:lnTo>
                <a:lnTo>
                  <a:pt x="2705100" y="787400"/>
                </a:lnTo>
                <a:lnTo>
                  <a:pt x="2711450" y="781050"/>
                </a:lnTo>
                <a:lnTo>
                  <a:pt x="2736850" y="781050"/>
                </a:lnTo>
                <a:lnTo>
                  <a:pt x="2743200" y="774700"/>
                </a:lnTo>
                <a:lnTo>
                  <a:pt x="2768600" y="774700"/>
                </a:lnTo>
                <a:lnTo>
                  <a:pt x="2774950" y="768350"/>
                </a:lnTo>
                <a:lnTo>
                  <a:pt x="2800350" y="768350"/>
                </a:lnTo>
                <a:lnTo>
                  <a:pt x="2806700" y="762000"/>
                </a:lnTo>
                <a:lnTo>
                  <a:pt x="2838450" y="762000"/>
                </a:lnTo>
                <a:lnTo>
                  <a:pt x="2844800" y="755650"/>
                </a:lnTo>
                <a:lnTo>
                  <a:pt x="2876550" y="755650"/>
                </a:lnTo>
                <a:lnTo>
                  <a:pt x="2882900" y="749300"/>
                </a:lnTo>
                <a:lnTo>
                  <a:pt x="2908300" y="749300"/>
                </a:lnTo>
                <a:lnTo>
                  <a:pt x="2914650" y="742950"/>
                </a:lnTo>
                <a:lnTo>
                  <a:pt x="2952750" y="742950"/>
                </a:lnTo>
                <a:lnTo>
                  <a:pt x="2959100" y="736600"/>
                </a:lnTo>
                <a:lnTo>
                  <a:pt x="2971800" y="736600"/>
                </a:lnTo>
                <a:lnTo>
                  <a:pt x="2978150" y="742950"/>
                </a:lnTo>
                <a:lnTo>
                  <a:pt x="2984500" y="742950"/>
                </a:lnTo>
                <a:lnTo>
                  <a:pt x="2990850" y="736600"/>
                </a:lnTo>
                <a:lnTo>
                  <a:pt x="3022600" y="736600"/>
                </a:lnTo>
                <a:lnTo>
                  <a:pt x="3028950" y="730250"/>
                </a:lnTo>
                <a:lnTo>
                  <a:pt x="3067050" y="730250"/>
                </a:lnTo>
                <a:lnTo>
                  <a:pt x="3067050" y="723900"/>
                </a:lnTo>
                <a:lnTo>
                  <a:pt x="3079750" y="711200"/>
                </a:lnTo>
                <a:lnTo>
                  <a:pt x="3111500" y="711200"/>
                </a:lnTo>
                <a:lnTo>
                  <a:pt x="3117850" y="704850"/>
                </a:lnTo>
                <a:lnTo>
                  <a:pt x="3149600" y="704850"/>
                </a:lnTo>
                <a:lnTo>
                  <a:pt x="3155950" y="711200"/>
                </a:lnTo>
                <a:lnTo>
                  <a:pt x="3149600" y="717550"/>
                </a:lnTo>
                <a:lnTo>
                  <a:pt x="3200400" y="717550"/>
                </a:lnTo>
                <a:lnTo>
                  <a:pt x="3206750" y="711200"/>
                </a:lnTo>
                <a:lnTo>
                  <a:pt x="3213100" y="711200"/>
                </a:lnTo>
                <a:lnTo>
                  <a:pt x="3200400" y="711200"/>
                </a:lnTo>
                <a:lnTo>
                  <a:pt x="3194050" y="704850"/>
                </a:lnTo>
                <a:lnTo>
                  <a:pt x="3200400" y="698500"/>
                </a:lnTo>
                <a:lnTo>
                  <a:pt x="3206750" y="698500"/>
                </a:lnTo>
                <a:lnTo>
                  <a:pt x="3213100" y="692150"/>
                </a:lnTo>
                <a:lnTo>
                  <a:pt x="3251200" y="692150"/>
                </a:lnTo>
                <a:lnTo>
                  <a:pt x="3257550" y="685800"/>
                </a:lnTo>
                <a:lnTo>
                  <a:pt x="3295650" y="685800"/>
                </a:lnTo>
                <a:lnTo>
                  <a:pt x="3302000" y="692150"/>
                </a:lnTo>
                <a:lnTo>
                  <a:pt x="3289300" y="704850"/>
                </a:lnTo>
                <a:lnTo>
                  <a:pt x="3276600" y="704850"/>
                </a:lnTo>
                <a:lnTo>
                  <a:pt x="3308350" y="704850"/>
                </a:lnTo>
                <a:lnTo>
                  <a:pt x="3314700" y="698500"/>
                </a:lnTo>
                <a:lnTo>
                  <a:pt x="3346450" y="698500"/>
                </a:lnTo>
                <a:lnTo>
                  <a:pt x="3340100" y="698500"/>
                </a:lnTo>
                <a:lnTo>
                  <a:pt x="3333750" y="692150"/>
                </a:lnTo>
                <a:lnTo>
                  <a:pt x="3333750" y="685800"/>
                </a:lnTo>
                <a:lnTo>
                  <a:pt x="3340100" y="679450"/>
                </a:lnTo>
                <a:lnTo>
                  <a:pt x="3359150" y="679450"/>
                </a:lnTo>
                <a:lnTo>
                  <a:pt x="3365500" y="673100"/>
                </a:lnTo>
                <a:lnTo>
                  <a:pt x="3435350" y="673100"/>
                </a:lnTo>
                <a:lnTo>
                  <a:pt x="3441700" y="666750"/>
                </a:lnTo>
                <a:lnTo>
                  <a:pt x="3530600" y="666750"/>
                </a:lnTo>
                <a:lnTo>
                  <a:pt x="3536950" y="660400"/>
                </a:lnTo>
                <a:lnTo>
                  <a:pt x="3581400" y="660400"/>
                </a:lnTo>
                <a:lnTo>
                  <a:pt x="3587750" y="654050"/>
                </a:lnTo>
                <a:lnTo>
                  <a:pt x="3670300" y="654050"/>
                </a:lnTo>
                <a:lnTo>
                  <a:pt x="3549650" y="654050"/>
                </a:lnTo>
                <a:lnTo>
                  <a:pt x="3543300" y="647700"/>
                </a:lnTo>
                <a:lnTo>
                  <a:pt x="3549650" y="641350"/>
                </a:lnTo>
                <a:lnTo>
                  <a:pt x="3562350" y="641350"/>
                </a:lnTo>
                <a:lnTo>
                  <a:pt x="3568700" y="635000"/>
                </a:lnTo>
                <a:lnTo>
                  <a:pt x="3638550" y="635000"/>
                </a:lnTo>
                <a:lnTo>
                  <a:pt x="3644900" y="628650"/>
                </a:lnTo>
                <a:lnTo>
                  <a:pt x="3702050" y="628650"/>
                </a:lnTo>
                <a:lnTo>
                  <a:pt x="3676650" y="628650"/>
                </a:lnTo>
                <a:lnTo>
                  <a:pt x="3670300" y="622300"/>
                </a:lnTo>
                <a:lnTo>
                  <a:pt x="3663950" y="622300"/>
                </a:lnTo>
                <a:lnTo>
                  <a:pt x="3657600" y="628650"/>
                </a:lnTo>
                <a:lnTo>
                  <a:pt x="3651250" y="628650"/>
                </a:lnTo>
                <a:lnTo>
                  <a:pt x="3644900" y="622300"/>
                </a:lnTo>
                <a:lnTo>
                  <a:pt x="3638550" y="628650"/>
                </a:lnTo>
                <a:lnTo>
                  <a:pt x="3562350" y="628650"/>
                </a:lnTo>
                <a:lnTo>
                  <a:pt x="3556000" y="622300"/>
                </a:lnTo>
                <a:lnTo>
                  <a:pt x="3562350" y="615950"/>
                </a:lnTo>
                <a:lnTo>
                  <a:pt x="3613150" y="615950"/>
                </a:lnTo>
                <a:lnTo>
                  <a:pt x="3619500" y="609600"/>
                </a:lnTo>
                <a:lnTo>
                  <a:pt x="3676650" y="609600"/>
                </a:lnTo>
                <a:lnTo>
                  <a:pt x="3683000" y="603250"/>
                </a:lnTo>
                <a:lnTo>
                  <a:pt x="3689350" y="609600"/>
                </a:lnTo>
                <a:lnTo>
                  <a:pt x="3695700" y="609600"/>
                </a:lnTo>
                <a:close/>
                <a:moveTo>
                  <a:pt x="3168650" y="711200"/>
                </a:moveTo>
                <a:lnTo>
                  <a:pt x="3168650" y="704850"/>
                </a:lnTo>
                <a:lnTo>
                  <a:pt x="3175000" y="698500"/>
                </a:lnTo>
                <a:lnTo>
                  <a:pt x="3187700" y="698500"/>
                </a:lnTo>
                <a:lnTo>
                  <a:pt x="3194050" y="704850"/>
                </a:lnTo>
                <a:lnTo>
                  <a:pt x="3175000" y="717550"/>
                </a:lnTo>
                <a:close/>
                <a:moveTo>
                  <a:pt x="3536950" y="628650"/>
                </a:moveTo>
                <a:lnTo>
                  <a:pt x="3536950" y="622300"/>
                </a:lnTo>
                <a:lnTo>
                  <a:pt x="3543300" y="615950"/>
                </a:lnTo>
                <a:lnTo>
                  <a:pt x="3549650" y="615950"/>
                </a:lnTo>
                <a:lnTo>
                  <a:pt x="3556000" y="622300"/>
                </a:lnTo>
                <a:lnTo>
                  <a:pt x="3543300" y="635000"/>
                </a:lnTo>
                <a:close/>
                <a:moveTo>
                  <a:pt x="2006600" y="482600"/>
                </a:moveTo>
                <a:lnTo>
                  <a:pt x="2006600" y="495300"/>
                </a:lnTo>
                <a:lnTo>
                  <a:pt x="2000250" y="501650"/>
                </a:lnTo>
                <a:lnTo>
                  <a:pt x="2006600" y="501650"/>
                </a:lnTo>
                <a:lnTo>
                  <a:pt x="2012950" y="508000"/>
                </a:lnTo>
                <a:lnTo>
                  <a:pt x="2006600" y="514350"/>
                </a:lnTo>
                <a:lnTo>
                  <a:pt x="2012950" y="520700"/>
                </a:lnTo>
                <a:lnTo>
                  <a:pt x="2006600" y="514350"/>
                </a:lnTo>
                <a:lnTo>
                  <a:pt x="2012950" y="508000"/>
                </a:lnTo>
                <a:lnTo>
                  <a:pt x="2019300" y="508000"/>
                </a:lnTo>
                <a:lnTo>
                  <a:pt x="2019300" y="495300"/>
                </a:lnTo>
                <a:close/>
                <a:moveTo>
                  <a:pt x="247650" y="476250"/>
                </a:moveTo>
                <a:lnTo>
                  <a:pt x="241300" y="476250"/>
                </a:lnTo>
                <a:lnTo>
                  <a:pt x="234950" y="482600"/>
                </a:lnTo>
                <a:lnTo>
                  <a:pt x="228600" y="482600"/>
                </a:lnTo>
                <a:lnTo>
                  <a:pt x="222250" y="488950"/>
                </a:lnTo>
                <a:lnTo>
                  <a:pt x="215900" y="488950"/>
                </a:lnTo>
                <a:lnTo>
                  <a:pt x="203200" y="501650"/>
                </a:lnTo>
                <a:lnTo>
                  <a:pt x="196850" y="501650"/>
                </a:lnTo>
                <a:lnTo>
                  <a:pt x="190500" y="508000"/>
                </a:lnTo>
                <a:lnTo>
                  <a:pt x="184150" y="508000"/>
                </a:lnTo>
                <a:lnTo>
                  <a:pt x="177800" y="514350"/>
                </a:lnTo>
                <a:lnTo>
                  <a:pt x="171450" y="514350"/>
                </a:lnTo>
                <a:lnTo>
                  <a:pt x="165100" y="520700"/>
                </a:lnTo>
                <a:lnTo>
                  <a:pt x="158750" y="520700"/>
                </a:lnTo>
                <a:lnTo>
                  <a:pt x="152400" y="527050"/>
                </a:lnTo>
                <a:lnTo>
                  <a:pt x="146050" y="527050"/>
                </a:lnTo>
                <a:lnTo>
                  <a:pt x="133350" y="539750"/>
                </a:lnTo>
                <a:lnTo>
                  <a:pt x="127000" y="539750"/>
                </a:lnTo>
                <a:lnTo>
                  <a:pt x="120650" y="546100"/>
                </a:lnTo>
                <a:lnTo>
                  <a:pt x="114300" y="546100"/>
                </a:lnTo>
                <a:lnTo>
                  <a:pt x="101600" y="558800"/>
                </a:lnTo>
                <a:lnTo>
                  <a:pt x="95250" y="558800"/>
                </a:lnTo>
                <a:lnTo>
                  <a:pt x="82550" y="571500"/>
                </a:lnTo>
                <a:lnTo>
                  <a:pt x="76200" y="571500"/>
                </a:lnTo>
                <a:lnTo>
                  <a:pt x="76200" y="577850"/>
                </a:lnTo>
                <a:lnTo>
                  <a:pt x="69850" y="584200"/>
                </a:lnTo>
                <a:lnTo>
                  <a:pt x="69850" y="590550"/>
                </a:lnTo>
                <a:lnTo>
                  <a:pt x="63500" y="596900"/>
                </a:lnTo>
                <a:lnTo>
                  <a:pt x="63500" y="603250"/>
                </a:lnTo>
                <a:lnTo>
                  <a:pt x="69850" y="603250"/>
                </a:lnTo>
                <a:lnTo>
                  <a:pt x="76200" y="609600"/>
                </a:lnTo>
                <a:lnTo>
                  <a:pt x="95250" y="609600"/>
                </a:lnTo>
                <a:lnTo>
                  <a:pt x="101600" y="603250"/>
                </a:lnTo>
                <a:lnTo>
                  <a:pt x="107950" y="603250"/>
                </a:lnTo>
                <a:lnTo>
                  <a:pt x="133350" y="577850"/>
                </a:lnTo>
                <a:lnTo>
                  <a:pt x="139700" y="577850"/>
                </a:lnTo>
                <a:lnTo>
                  <a:pt x="152400" y="565150"/>
                </a:lnTo>
                <a:lnTo>
                  <a:pt x="158750" y="565150"/>
                </a:lnTo>
                <a:lnTo>
                  <a:pt x="190500" y="533400"/>
                </a:lnTo>
                <a:lnTo>
                  <a:pt x="196850" y="533400"/>
                </a:lnTo>
                <a:lnTo>
                  <a:pt x="215900" y="514350"/>
                </a:lnTo>
                <a:lnTo>
                  <a:pt x="215900" y="501650"/>
                </a:lnTo>
                <a:lnTo>
                  <a:pt x="222250" y="495300"/>
                </a:lnTo>
                <a:lnTo>
                  <a:pt x="228600" y="495300"/>
                </a:lnTo>
                <a:lnTo>
                  <a:pt x="241300" y="482600"/>
                </a:lnTo>
                <a:lnTo>
                  <a:pt x="247650" y="482600"/>
                </a:lnTo>
                <a:close/>
                <a:moveTo>
                  <a:pt x="2038350" y="514350"/>
                </a:moveTo>
                <a:lnTo>
                  <a:pt x="2051050" y="514350"/>
                </a:lnTo>
                <a:lnTo>
                  <a:pt x="2044700" y="514350"/>
                </a:lnTo>
                <a:lnTo>
                  <a:pt x="2038350" y="508000"/>
                </a:lnTo>
                <a:lnTo>
                  <a:pt x="2038350" y="495300"/>
                </a:lnTo>
                <a:lnTo>
                  <a:pt x="2044700" y="488950"/>
                </a:lnTo>
                <a:lnTo>
                  <a:pt x="2057400" y="488950"/>
                </a:lnTo>
                <a:lnTo>
                  <a:pt x="2063750" y="495300"/>
                </a:lnTo>
                <a:lnTo>
                  <a:pt x="2070100" y="488950"/>
                </a:lnTo>
                <a:lnTo>
                  <a:pt x="2076450" y="488950"/>
                </a:lnTo>
                <a:lnTo>
                  <a:pt x="2082800" y="495300"/>
                </a:lnTo>
                <a:lnTo>
                  <a:pt x="2082800" y="488950"/>
                </a:lnTo>
                <a:lnTo>
                  <a:pt x="2089150" y="482600"/>
                </a:lnTo>
                <a:lnTo>
                  <a:pt x="2082800" y="482600"/>
                </a:lnTo>
                <a:lnTo>
                  <a:pt x="2076450" y="476250"/>
                </a:lnTo>
                <a:lnTo>
                  <a:pt x="2070100" y="482600"/>
                </a:lnTo>
                <a:lnTo>
                  <a:pt x="2063750" y="482600"/>
                </a:lnTo>
                <a:lnTo>
                  <a:pt x="2057400" y="476250"/>
                </a:lnTo>
                <a:lnTo>
                  <a:pt x="2063750" y="469900"/>
                </a:lnTo>
                <a:lnTo>
                  <a:pt x="2057400" y="476250"/>
                </a:lnTo>
                <a:lnTo>
                  <a:pt x="2051050" y="476250"/>
                </a:lnTo>
                <a:lnTo>
                  <a:pt x="2044700" y="469900"/>
                </a:lnTo>
                <a:lnTo>
                  <a:pt x="2044700" y="482600"/>
                </a:lnTo>
                <a:lnTo>
                  <a:pt x="2038350" y="488950"/>
                </a:lnTo>
                <a:close/>
                <a:moveTo>
                  <a:pt x="939800" y="463550"/>
                </a:moveTo>
                <a:lnTo>
                  <a:pt x="933450" y="463550"/>
                </a:lnTo>
                <a:lnTo>
                  <a:pt x="927100" y="469900"/>
                </a:lnTo>
                <a:lnTo>
                  <a:pt x="927100" y="482600"/>
                </a:lnTo>
                <a:close/>
                <a:moveTo>
                  <a:pt x="7099300" y="450850"/>
                </a:moveTo>
                <a:lnTo>
                  <a:pt x="7156450" y="508000"/>
                </a:lnTo>
                <a:lnTo>
                  <a:pt x="7162800" y="508000"/>
                </a:lnTo>
                <a:lnTo>
                  <a:pt x="7200900" y="546100"/>
                </a:lnTo>
                <a:lnTo>
                  <a:pt x="7207250" y="546100"/>
                </a:lnTo>
                <a:lnTo>
                  <a:pt x="7213600" y="552450"/>
                </a:lnTo>
                <a:lnTo>
                  <a:pt x="7219950" y="552450"/>
                </a:lnTo>
                <a:lnTo>
                  <a:pt x="7232650" y="539750"/>
                </a:lnTo>
                <a:lnTo>
                  <a:pt x="7232650" y="533400"/>
                </a:lnTo>
                <a:lnTo>
                  <a:pt x="7219950" y="514350"/>
                </a:lnTo>
                <a:lnTo>
                  <a:pt x="7213600" y="514350"/>
                </a:lnTo>
                <a:lnTo>
                  <a:pt x="7200900" y="501650"/>
                </a:lnTo>
                <a:lnTo>
                  <a:pt x="7194550" y="501650"/>
                </a:lnTo>
                <a:lnTo>
                  <a:pt x="7181850" y="488950"/>
                </a:lnTo>
                <a:lnTo>
                  <a:pt x="7175500" y="488950"/>
                </a:lnTo>
                <a:lnTo>
                  <a:pt x="7169150" y="482600"/>
                </a:lnTo>
                <a:lnTo>
                  <a:pt x="7162800" y="482600"/>
                </a:lnTo>
                <a:lnTo>
                  <a:pt x="7150100" y="469900"/>
                </a:lnTo>
                <a:lnTo>
                  <a:pt x="7137400" y="469900"/>
                </a:lnTo>
                <a:lnTo>
                  <a:pt x="7131050" y="463550"/>
                </a:lnTo>
                <a:lnTo>
                  <a:pt x="7124700" y="463550"/>
                </a:lnTo>
                <a:lnTo>
                  <a:pt x="7118350" y="457200"/>
                </a:lnTo>
                <a:lnTo>
                  <a:pt x="7112000" y="457200"/>
                </a:lnTo>
                <a:lnTo>
                  <a:pt x="7105650" y="450850"/>
                </a:lnTo>
                <a:close/>
                <a:moveTo>
                  <a:pt x="1638300" y="450850"/>
                </a:moveTo>
                <a:lnTo>
                  <a:pt x="1638300" y="476250"/>
                </a:lnTo>
                <a:lnTo>
                  <a:pt x="1644650" y="482600"/>
                </a:lnTo>
                <a:lnTo>
                  <a:pt x="1651000" y="482600"/>
                </a:lnTo>
                <a:lnTo>
                  <a:pt x="1644650" y="476250"/>
                </a:lnTo>
                <a:lnTo>
                  <a:pt x="1644650" y="450850"/>
                </a:lnTo>
                <a:close/>
                <a:moveTo>
                  <a:pt x="1149350" y="419100"/>
                </a:moveTo>
                <a:lnTo>
                  <a:pt x="1149350" y="444500"/>
                </a:lnTo>
                <a:lnTo>
                  <a:pt x="1155700" y="438150"/>
                </a:lnTo>
                <a:lnTo>
                  <a:pt x="1155700" y="431800"/>
                </a:lnTo>
                <a:lnTo>
                  <a:pt x="1149350" y="425450"/>
                </a:lnTo>
                <a:close/>
                <a:moveTo>
                  <a:pt x="0" y="400050"/>
                </a:moveTo>
                <a:lnTo>
                  <a:pt x="19050" y="419100"/>
                </a:lnTo>
                <a:lnTo>
                  <a:pt x="50800" y="419100"/>
                </a:lnTo>
                <a:lnTo>
                  <a:pt x="57150" y="412750"/>
                </a:lnTo>
                <a:lnTo>
                  <a:pt x="95250" y="412750"/>
                </a:lnTo>
                <a:lnTo>
                  <a:pt x="101600" y="406400"/>
                </a:lnTo>
                <a:lnTo>
                  <a:pt x="120650" y="406400"/>
                </a:lnTo>
                <a:lnTo>
                  <a:pt x="127000" y="400050"/>
                </a:lnTo>
                <a:lnTo>
                  <a:pt x="146050" y="400050"/>
                </a:lnTo>
                <a:lnTo>
                  <a:pt x="165100" y="387350"/>
                </a:lnTo>
                <a:lnTo>
                  <a:pt x="203200" y="387350"/>
                </a:lnTo>
                <a:lnTo>
                  <a:pt x="203200" y="381000"/>
                </a:lnTo>
                <a:lnTo>
                  <a:pt x="127000" y="381000"/>
                </a:lnTo>
                <a:lnTo>
                  <a:pt x="120650" y="374650"/>
                </a:lnTo>
                <a:lnTo>
                  <a:pt x="31750" y="374650"/>
                </a:lnTo>
                <a:lnTo>
                  <a:pt x="25400" y="381000"/>
                </a:lnTo>
                <a:lnTo>
                  <a:pt x="19050" y="381000"/>
                </a:lnTo>
                <a:close/>
                <a:moveTo>
                  <a:pt x="7302500" y="374650"/>
                </a:moveTo>
                <a:lnTo>
                  <a:pt x="7302500" y="361950"/>
                </a:lnTo>
                <a:lnTo>
                  <a:pt x="7289800" y="349250"/>
                </a:lnTo>
                <a:lnTo>
                  <a:pt x="7270750" y="349250"/>
                </a:lnTo>
                <a:lnTo>
                  <a:pt x="7264400" y="355600"/>
                </a:lnTo>
                <a:lnTo>
                  <a:pt x="7219950" y="355600"/>
                </a:lnTo>
                <a:lnTo>
                  <a:pt x="7213600" y="361950"/>
                </a:lnTo>
                <a:lnTo>
                  <a:pt x="7194550" y="361950"/>
                </a:lnTo>
                <a:lnTo>
                  <a:pt x="7188200" y="368300"/>
                </a:lnTo>
                <a:lnTo>
                  <a:pt x="7162800" y="368300"/>
                </a:lnTo>
                <a:lnTo>
                  <a:pt x="7169150" y="374650"/>
                </a:lnTo>
                <a:lnTo>
                  <a:pt x="7194550" y="374650"/>
                </a:lnTo>
                <a:lnTo>
                  <a:pt x="7200900" y="381000"/>
                </a:lnTo>
                <a:lnTo>
                  <a:pt x="7296150" y="381000"/>
                </a:lnTo>
                <a:close/>
                <a:moveTo>
                  <a:pt x="1885950" y="330200"/>
                </a:moveTo>
                <a:lnTo>
                  <a:pt x="1879600" y="336550"/>
                </a:lnTo>
                <a:lnTo>
                  <a:pt x="1879600" y="349250"/>
                </a:lnTo>
                <a:lnTo>
                  <a:pt x="1885950" y="349250"/>
                </a:lnTo>
                <a:lnTo>
                  <a:pt x="1885950" y="342900"/>
                </a:lnTo>
                <a:lnTo>
                  <a:pt x="1892300" y="336550"/>
                </a:lnTo>
                <a:close/>
                <a:moveTo>
                  <a:pt x="2019300" y="317500"/>
                </a:moveTo>
                <a:lnTo>
                  <a:pt x="2019300" y="323850"/>
                </a:lnTo>
                <a:lnTo>
                  <a:pt x="2012950" y="330200"/>
                </a:lnTo>
                <a:lnTo>
                  <a:pt x="2012950" y="336550"/>
                </a:lnTo>
                <a:lnTo>
                  <a:pt x="2006600" y="342900"/>
                </a:lnTo>
                <a:lnTo>
                  <a:pt x="2000250" y="342900"/>
                </a:lnTo>
                <a:lnTo>
                  <a:pt x="2000250" y="349250"/>
                </a:lnTo>
                <a:lnTo>
                  <a:pt x="1993900" y="355600"/>
                </a:lnTo>
                <a:lnTo>
                  <a:pt x="1993900" y="361950"/>
                </a:lnTo>
                <a:lnTo>
                  <a:pt x="2000250" y="368300"/>
                </a:lnTo>
                <a:lnTo>
                  <a:pt x="2000250" y="374650"/>
                </a:lnTo>
                <a:lnTo>
                  <a:pt x="2006600" y="374650"/>
                </a:lnTo>
                <a:lnTo>
                  <a:pt x="2012950" y="368300"/>
                </a:lnTo>
                <a:lnTo>
                  <a:pt x="2012950" y="355600"/>
                </a:lnTo>
                <a:lnTo>
                  <a:pt x="2019300" y="349250"/>
                </a:lnTo>
                <a:close/>
                <a:moveTo>
                  <a:pt x="1905000" y="304800"/>
                </a:moveTo>
                <a:lnTo>
                  <a:pt x="1892300" y="317500"/>
                </a:lnTo>
                <a:lnTo>
                  <a:pt x="1898650" y="323850"/>
                </a:lnTo>
                <a:lnTo>
                  <a:pt x="1905000" y="317500"/>
                </a:lnTo>
                <a:close/>
                <a:moveTo>
                  <a:pt x="1892300" y="317500"/>
                </a:moveTo>
                <a:lnTo>
                  <a:pt x="1898650" y="311150"/>
                </a:lnTo>
                <a:lnTo>
                  <a:pt x="1905000" y="317500"/>
                </a:lnTo>
                <a:lnTo>
                  <a:pt x="1898650" y="323850"/>
                </a:lnTo>
                <a:close/>
                <a:moveTo>
                  <a:pt x="1784350" y="285750"/>
                </a:moveTo>
                <a:lnTo>
                  <a:pt x="1797050" y="304800"/>
                </a:lnTo>
                <a:lnTo>
                  <a:pt x="1803400" y="298450"/>
                </a:lnTo>
                <a:lnTo>
                  <a:pt x="1809750" y="304800"/>
                </a:lnTo>
                <a:lnTo>
                  <a:pt x="1809750" y="285750"/>
                </a:lnTo>
                <a:lnTo>
                  <a:pt x="1803400" y="292100"/>
                </a:lnTo>
                <a:lnTo>
                  <a:pt x="1797050" y="285750"/>
                </a:lnTo>
                <a:close/>
                <a:moveTo>
                  <a:pt x="1790700" y="292100"/>
                </a:moveTo>
                <a:lnTo>
                  <a:pt x="1797050" y="285750"/>
                </a:lnTo>
                <a:lnTo>
                  <a:pt x="1803400" y="292100"/>
                </a:lnTo>
                <a:lnTo>
                  <a:pt x="1797050" y="298450"/>
                </a:lnTo>
                <a:close/>
                <a:moveTo>
                  <a:pt x="6578600" y="266700"/>
                </a:moveTo>
                <a:lnTo>
                  <a:pt x="6565900" y="266700"/>
                </a:lnTo>
                <a:lnTo>
                  <a:pt x="6553200" y="279400"/>
                </a:lnTo>
                <a:lnTo>
                  <a:pt x="6553200" y="298450"/>
                </a:lnTo>
                <a:lnTo>
                  <a:pt x="6546850" y="304800"/>
                </a:lnTo>
                <a:lnTo>
                  <a:pt x="6546850" y="342900"/>
                </a:lnTo>
                <a:lnTo>
                  <a:pt x="6540500" y="349250"/>
                </a:lnTo>
                <a:lnTo>
                  <a:pt x="6540500" y="393700"/>
                </a:lnTo>
                <a:lnTo>
                  <a:pt x="6534150" y="400050"/>
                </a:lnTo>
                <a:lnTo>
                  <a:pt x="6534150" y="444500"/>
                </a:lnTo>
                <a:lnTo>
                  <a:pt x="6527800" y="450850"/>
                </a:lnTo>
                <a:lnTo>
                  <a:pt x="6527800" y="469900"/>
                </a:lnTo>
                <a:lnTo>
                  <a:pt x="6534150" y="476250"/>
                </a:lnTo>
                <a:lnTo>
                  <a:pt x="6534150" y="488950"/>
                </a:lnTo>
                <a:lnTo>
                  <a:pt x="6546850" y="501650"/>
                </a:lnTo>
                <a:lnTo>
                  <a:pt x="6553200" y="495300"/>
                </a:lnTo>
                <a:lnTo>
                  <a:pt x="6565900" y="495300"/>
                </a:lnTo>
                <a:lnTo>
                  <a:pt x="6565900" y="488950"/>
                </a:lnTo>
                <a:lnTo>
                  <a:pt x="6572250" y="482600"/>
                </a:lnTo>
                <a:lnTo>
                  <a:pt x="6572250" y="412750"/>
                </a:lnTo>
                <a:lnTo>
                  <a:pt x="6578600" y="406400"/>
                </a:lnTo>
                <a:lnTo>
                  <a:pt x="6578600" y="368300"/>
                </a:lnTo>
                <a:lnTo>
                  <a:pt x="6584950" y="361950"/>
                </a:lnTo>
                <a:lnTo>
                  <a:pt x="6584950" y="311150"/>
                </a:lnTo>
                <a:lnTo>
                  <a:pt x="6591300" y="304800"/>
                </a:lnTo>
                <a:lnTo>
                  <a:pt x="6591300" y="273050"/>
                </a:lnTo>
                <a:lnTo>
                  <a:pt x="6584950" y="273050"/>
                </a:lnTo>
                <a:close/>
                <a:moveTo>
                  <a:pt x="6927850" y="260350"/>
                </a:moveTo>
                <a:lnTo>
                  <a:pt x="6915150" y="260350"/>
                </a:lnTo>
                <a:lnTo>
                  <a:pt x="6908800" y="254000"/>
                </a:lnTo>
                <a:lnTo>
                  <a:pt x="6902450" y="260350"/>
                </a:lnTo>
                <a:lnTo>
                  <a:pt x="6896100" y="260350"/>
                </a:lnTo>
                <a:lnTo>
                  <a:pt x="6889750" y="266700"/>
                </a:lnTo>
                <a:lnTo>
                  <a:pt x="6883400" y="266700"/>
                </a:lnTo>
                <a:lnTo>
                  <a:pt x="6870700" y="279400"/>
                </a:lnTo>
                <a:lnTo>
                  <a:pt x="6870700" y="285750"/>
                </a:lnTo>
                <a:lnTo>
                  <a:pt x="6851650" y="304800"/>
                </a:lnTo>
                <a:lnTo>
                  <a:pt x="6845300" y="298450"/>
                </a:lnTo>
                <a:lnTo>
                  <a:pt x="6845300" y="266700"/>
                </a:lnTo>
                <a:lnTo>
                  <a:pt x="6838950" y="260350"/>
                </a:lnTo>
                <a:lnTo>
                  <a:pt x="6819900" y="260350"/>
                </a:lnTo>
                <a:lnTo>
                  <a:pt x="6807200" y="273050"/>
                </a:lnTo>
                <a:lnTo>
                  <a:pt x="6807200" y="317500"/>
                </a:lnTo>
                <a:lnTo>
                  <a:pt x="6800850" y="323850"/>
                </a:lnTo>
                <a:lnTo>
                  <a:pt x="6800850" y="361950"/>
                </a:lnTo>
                <a:lnTo>
                  <a:pt x="6794500" y="368300"/>
                </a:lnTo>
                <a:lnTo>
                  <a:pt x="6794500" y="406400"/>
                </a:lnTo>
                <a:lnTo>
                  <a:pt x="6788150" y="412750"/>
                </a:lnTo>
                <a:lnTo>
                  <a:pt x="6788150" y="444500"/>
                </a:lnTo>
                <a:lnTo>
                  <a:pt x="6781800" y="450850"/>
                </a:lnTo>
                <a:lnTo>
                  <a:pt x="6781800" y="488950"/>
                </a:lnTo>
                <a:lnTo>
                  <a:pt x="6788150" y="495300"/>
                </a:lnTo>
                <a:lnTo>
                  <a:pt x="6807200" y="495300"/>
                </a:lnTo>
                <a:lnTo>
                  <a:pt x="6813550" y="501650"/>
                </a:lnTo>
                <a:lnTo>
                  <a:pt x="6819900" y="495300"/>
                </a:lnTo>
                <a:lnTo>
                  <a:pt x="6819900" y="476250"/>
                </a:lnTo>
                <a:lnTo>
                  <a:pt x="6826250" y="469900"/>
                </a:lnTo>
                <a:lnTo>
                  <a:pt x="6826250" y="431800"/>
                </a:lnTo>
                <a:lnTo>
                  <a:pt x="6832600" y="425450"/>
                </a:lnTo>
                <a:lnTo>
                  <a:pt x="6832600" y="400050"/>
                </a:lnTo>
                <a:lnTo>
                  <a:pt x="6838950" y="393700"/>
                </a:lnTo>
                <a:lnTo>
                  <a:pt x="6838950" y="381000"/>
                </a:lnTo>
                <a:lnTo>
                  <a:pt x="6845300" y="374650"/>
                </a:lnTo>
                <a:lnTo>
                  <a:pt x="6845300" y="368300"/>
                </a:lnTo>
                <a:lnTo>
                  <a:pt x="6851650" y="361950"/>
                </a:lnTo>
                <a:lnTo>
                  <a:pt x="6851650" y="355600"/>
                </a:lnTo>
                <a:lnTo>
                  <a:pt x="6858000" y="349250"/>
                </a:lnTo>
                <a:lnTo>
                  <a:pt x="6858000" y="342900"/>
                </a:lnTo>
                <a:lnTo>
                  <a:pt x="6870700" y="330200"/>
                </a:lnTo>
                <a:lnTo>
                  <a:pt x="6870700" y="323850"/>
                </a:lnTo>
                <a:lnTo>
                  <a:pt x="6889750" y="304800"/>
                </a:lnTo>
                <a:lnTo>
                  <a:pt x="6896100" y="304800"/>
                </a:lnTo>
                <a:lnTo>
                  <a:pt x="6902450" y="311150"/>
                </a:lnTo>
                <a:lnTo>
                  <a:pt x="6902450" y="368300"/>
                </a:lnTo>
                <a:lnTo>
                  <a:pt x="6896100" y="374650"/>
                </a:lnTo>
                <a:lnTo>
                  <a:pt x="6896100" y="419100"/>
                </a:lnTo>
                <a:lnTo>
                  <a:pt x="6889750" y="425450"/>
                </a:lnTo>
                <a:lnTo>
                  <a:pt x="6889750" y="476250"/>
                </a:lnTo>
                <a:lnTo>
                  <a:pt x="6896100" y="482600"/>
                </a:lnTo>
                <a:lnTo>
                  <a:pt x="6896100" y="495300"/>
                </a:lnTo>
                <a:lnTo>
                  <a:pt x="6915150" y="508000"/>
                </a:lnTo>
                <a:lnTo>
                  <a:pt x="6927850" y="508000"/>
                </a:lnTo>
                <a:lnTo>
                  <a:pt x="6934200" y="501650"/>
                </a:lnTo>
                <a:lnTo>
                  <a:pt x="6940550" y="501650"/>
                </a:lnTo>
                <a:lnTo>
                  <a:pt x="6953250" y="488950"/>
                </a:lnTo>
                <a:lnTo>
                  <a:pt x="6953250" y="476250"/>
                </a:lnTo>
                <a:lnTo>
                  <a:pt x="6959600" y="469900"/>
                </a:lnTo>
                <a:lnTo>
                  <a:pt x="6959600" y="463550"/>
                </a:lnTo>
                <a:lnTo>
                  <a:pt x="6953250" y="457200"/>
                </a:lnTo>
                <a:lnTo>
                  <a:pt x="6940550" y="469900"/>
                </a:lnTo>
                <a:lnTo>
                  <a:pt x="6934200" y="469900"/>
                </a:lnTo>
                <a:lnTo>
                  <a:pt x="6927850" y="463550"/>
                </a:lnTo>
                <a:lnTo>
                  <a:pt x="6927850" y="406400"/>
                </a:lnTo>
                <a:lnTo>
                  <a:pt x="6934200" y="400050"/>
                </a:lnTo>
                <a:lnTo>
                  <a:pt x="6934200" y="368300"/>
                </a:lnTo>
                <a:lnTo>
                  <a:pt x="6940550" y="361950"/>
                </a:lnTo>
                <a:lnTo>
                  <a:pt x="6940550" y="311150"/>
                </a:lnTo>
                <a:lnTo>
                  <a:pt x="6946900" y="304800"/>
                </a:lnTo>
                <a:lnTo>
                  <a:pt x="6946900" y="298450"/>
                </a:lnTo>
                <a:lnTo>
                  <a:pt x="6940550" y="292100"/>
                </a:lnTo>
                <a:lnTo>
                  <a:pt x="6940550" y="279400"/>
                </a:lnTo>
                <a:close/>
                <a:moveTo>
                  <a:pt x="6711950" y="247650"/>
                </a:moveTo>
                <a:lnTo>
                  <a:pt x="6692900" y="247650"/>
                </a:lnTo>
                <a:lnTo>
                  <a:pt x="6686550" y="254000"/>
                </a:lnTo>
                <a:lnTo>
                  <a:pt x="6680200" y="254000"/>
                </a:lnTo>
                <a:lnTo>
                  <a:pt x="6661150" y="273050"/>
                </a:lnTo>
                <a:lnTo>
                  <a:pt x="6661150" y="279400"/>
                </a:lnTo>
                <a:lnTo>
                  <a:pt x="6648450" y="292100"/>
                </a:lnTo>
                <a:lnTo>
                  <a:pt x="6648450" y="298450"/>
                </a:lnTo>
                <a:lnTo>
                  <a:pt x="6642100" y="304800"/>
                </a:lnTo>
                <a:lnTo>
                  <a:pt x="6642100" y="311150"/>
                </a:lnTo>
                <a:lnTo>
                  <a:pt x="6629400" y="330200"/>
                </a:lnTo>
                <a:lnTo>
                  <a:pt x="6629400" y="342900"/>
                </a:lnTo>
                <a:lnTo>
                  <a:pt x="6623050" y="349250"/>
                </a:lnTo>
                <a:lnTo>
                  <a:pt x="6623050" y="361950"/>
                </a:lnTo>
                <a:lnTo>
                  <a:pt x="6616700" y="368300"/>
                </a:lnTo>
                <a:lnTo>
                  <a:pt x="6616700" y="431800"/>
                </a:lnTo>
                <a:lnTo>
                  <a:pt x="6623050" y="438150"/>
                </a:lnTo>
                <a:lnTo>
                  <a:pt x="6623050" y="450850"/>
                </a:lnTo>
                <a:lnTo>
                  <a:pt x="6629400" y="457200"/>
                </a:lnTo>
                <a:lnTo>
                  <a:pt x="6629400" y="463550"/>
                </a:lnTo>
                <a:lnTo>
                  <a:pt x="6635750" y="469900"/>
                </a:lnTo>
                <a:lnTo>
                  <a:pt x="6635750" y="476250"/>
                </a:lnTo>
                <a:lnTo>
                  <a:pt x="6648450" y="488950"/>
                </a:lnTo>
                <a:lnTo>
                  <a:pt x="6661150" y="488950"/>
                </a:lnTo>
                <a:lnTo>
                  <a:pt x="6667500" y="495300"/>
                </a:lnTo>
                <a:lnTo>
                  <a:pt x="6686550" y="495300"/>
                </a:lnTo>
                <a:lnTo>
                  <a:pt x="6692900" y="488950"/>
                </a:lnTo>
                <a:lnTo>
                  <a:pt x="6705600" y="488950"/>
                </a:lnTo>
                <a:lnTo>
                  <a:pt x="6737350" y="457200"/>
                </a:lnTo>
                <a:lnTo>
                  <a:pt x="6737350" y="450850"/>
                </a:lnTo>
                <a:lnTo>
                  <a:pt x="6743700" y="444500"/>
                </a:lnTo>
                <a:lnTo>
                  <a:pt x="6743700" y="438150"/>
                </a:lnTo>
                <a:lnTo>
                  <a:pt x="6750050" y="431800"/>
                </a:lnTo>
                <a:lnTo>
                  <a:pt x="6750050" y="425450"/>
                </a:lnTo>
                <a:lnTo>
                  <a:pt x="6762750" y="406400"/>
                </a:lnTo>
                <a:lnTo>
                  <a:pt x="6762750" y="387350"/>
                </a:lnTo>
                <a:lnTo>
                  <a:pt x="6769100" y="381000"/>
                </a:lnTo>
                <a:lnTo>
                  <a:pt x="6769100" y="317500"/>
                </a:lnTo>
                <a:lnTo>
                  <a:pt x="6762750" y="311150"/>
                </a:lnTo>
                <a:lnTo>
                  <a:pt x="6762750" y="298450"/>
                </a:lnTo>
                <a:lnTo>
                  <a:pt x="6756400" y="292100"/>
                </a:lnTo>
                <a:lnTo>
                  <a:pt x="6756400" y="285750"/>
                </a:lnTo>
                <a:lnTo>
                  <a:pt x="6750050" y="285750"/>
                </a:lnTo>
                <a:lnTo>
                  <a:pt x="6743700" y="279400"/>
                </a:lnTo>
                <a:lnTo>
                  <a:pt x="6737350" y="279400"/>
                </a:lnTo>
                <a:lnTo>
                  <a:pt x="6731000" y="273050"/>
                </a:lnTo>
                <a:lnTo>
                  <a:pt x="6731000" y="260350"/>
                </a:lnTo>
                <a:close/>
                <a:moveTo>
                  <a:pt x="6711950" y="298450"/>
                </a:moveTo>
                <a:lnTo>
                  <a:pt x="6724650" y="311150"/>
                </a:lnTo>
                <a:lnTo>
                  <a:pt x="6724650" y="317500"/>
                </a:lnTo>
                <a:lnTo>
                  <a:pt x="6731000" y="323850"/>
                </a:lnTo>
                <a:lnTo>
                  <a:pt x="6731000" y="381000"/>
                </a:lnTo>
                <a:lnTo>
                  <a:pt x="6724650" y="387350"/>
                </a:lnTo>
                <a:lnTo>
                  <a:pt x="6724650" y="400050"/>
                </a:lnTo>
                <a:lnTo>
                  <a:pt x="6718300" y="406400"/>
                </a:lnTo>
                <a:lnTo>
                  <a:pt x="6718300" y="412750"/>
                </a:lnTo>
                <a:lnTo>
                  <a:pt x="6711950" y="419100"/>
                </a:lnTo>
                <a:lnTo>
                  <a:pt x="6711950" y="425450"/>
                </a:lnTo>
                <a:lnTo>
                  <a:pt x="6686550" y="450850"/>
                </a:lnTo>
                <a:lnTo>
                  <a:pt x="6673850" y="450850"/>
                </a:lnTo>
                <a:lnTo>
                  <a:pt x="6667500" y="444500"/>
                </a:lnTo>
                <a:lnTo>
                  <a:pt x="6667500" y="438150"/>
                </a:lnTo>
                <a:lnTo>
                  <a:pt x="6661150" y="431800"/>
                </a:lnTo>
                <a:lnTo>
                  <a:pt x="6661150" y="419100"/>
                </a:lnTo>
                <a:lnTo>
                  <a:pt x="6654800" y="412750"/>
                </a:lnTo>
                <a:lnTo>
                  <a:pt x="6654800" y="393700"/>
                </a:lnTo>
                <a:lnTo>
                  <a:pt x="6661150" y="387350"/>
                </a:lnTo>
                <a:lnTo>
                  <a:pt x="6661150" y="361950"/>
                </a:lnTo>
                <a:lnTo>
                  <a:pt x="6667500" y="355600"/>
                </a:lnTo>
                <a:lnTo>
                  <a:pt x="6667500" y="349250"/>
                </a:lnTo>
                <a:lnTo>
                  <a:pt x="6673850" y="342900"/>
                </a:lnTo>
                <a:lnTo>
                  <a:pt x="6673850" y="330200"/>
                </a:lnTo>
                <a:lnTo>
                  <a:pt x="6686550" y="317500"/>
                </a:lnTo>
                <a:lnTo>
                  <a:pt x="6686550" y="311150"/>
                </a:lnTo>
                <a:lnTo>
                  <a:pt x="6699250" y="298450"/>
                </a:lnTo>
                <a:close/>
                <a:moveTo>
                  <a:pt x="6311900" y="247650"/>
                </a:moveTo>
                <a:lnTo>
                  <a:pt x="6299200" y="247650"/>
                </a:lnTo>
                <a:lnTo>
                  <a:pt x="6292850" y="254000"/>
                </a:lnTo>
                <a:lnTo>
                  <a:pt x="6280150" y="254000"/>
                </a:lnTo>
                <a:lnTo>
                  <a:pt x="6261100" y="273050"/>
                </a:lnTo>
                <a:lnTo>
                  <a:pt x="6254750" y="273050"/>
                </a:lnTo>
                <a:lnTo>
                  <a:pt x="6254750" y="279400"/>
                </a:lnTo>
                <a:lnTo>
                  <a:pt x="6242050" y="292100"/>
                </a:lnTo>
                <a:lnTo>
                  <a:pt x="6242050" y="298450"/>
                </a:lnTo>
                <a:lnTo>
                  <a:pt x="6235700" y="304800"/>
                </a:lnTo>
                <a:lnTo>
                  <a:pt x="6235700" y="311150"/>
                </a:lnTo>
                <a:lnTo>
                  <a:pt x="6254750" y="323850"/>
                </a:lnTo>
                <a:lnTo>
                  <a:pt x="6261100" y="317500"/>
                </a:lnTo>
                <a:lnTo>
                  <a:pt x="6267450" y="317500"/>
                </a:lnTo>
                <a:lnTo>
                  <a:pt x="6267450" y="311150"/>
                </a:lnTo>
                <a:lnTo>
                  <a:pt x="6286500" y="292100"/>
                </a:lnTo>
                <a:lnTo>
                  <a:pt x="6292850" y="292100"/>
                </a:lnTo>
                <a:lnTo>
                  <a:pt x="6299200" y="285750"/>
                </a:lnTo>
                <a:lnTo>
                  <a:pt x="6305550" y="285750"/>
                </a:lnTo>
                <a:lnTo>
                  <a:pt x="6318250" y="298450"/>
                </a:lnTo>
                <a:lnTo>
                  <a:pt x="6318250" y="323850"/>
                </a:lnTo>
                <a:lnTo>
                  <a:pt x="6311900" y="330200"/>
                </a:lnTo>
                <a:lnTo>
                  <a:pt x="6311900" y="342900"/>
                </a:lnTo>
                <a:lnTo>
                  <a:pt x="6305550" y="349250"/>
                </a:lnTo>
                <a:lnTo>
                  <a:pt x="6299200" y="349250"/>
                </a:lnTo>
                <a:lnTo>
                  <a:pt x="6280150" y="336550"/>
                </a:lnTo>
                <a:lnTo>
                  <a:pt x="6267450" y="336550"/>
                </a:lnTo>
                <a:lnTo>
                  <a:pt x="6261100" y="342900"/>
                </a:lnTo>
                <a:lnTo>
                  <a:pt x="6254750" y="342900"/>
                </a:lnTo>
                <a:lnTo>
                  <a:pt x="6248400" y="349250"/>
                </a:lnTo>
                <a:lnTo>
                  <a:pt x="6242050" y="349250"/>
                </a:lnTo>
                <a:lnTo>
                  <a:pt x="6216650" y="374650"/>
                </a:lnTo>
                <a:lnTo>
                  <a:pt x="6216650" y="381000"/>
                </a:lnTo>
                <a:lnTo>
                  <a:pt x="6203950" y="400050"/>
                </a:lnTo>
                <a:lnTo>
                  <a:pt x="6203950" y="425450"/>
                </a:lnTo>
                <a:lnTo>
                  <a:pt x="6197600" y="431800"/>
                </a:lnTo>
                <a:lnTo>
                  <a:pt x="6197600" y="450850"/>
                </a:lnTo>
                <a:lnTo>
                  <a:pt x="6203950" y="457200"/>
                </a:lnTo>
                <a:lnTo>
                  <a:pt x="6203950" y="476250"/>
                </a:lnTo>
                <a:lnTo>
                  <a:pt x="6223000" y="495300"/>
                </a:lnTo>
                <a:lnTo>
                  <a:pt x="6229350" y="495300"/>
                </a:lnTo>
                <a:lnTo>
                  <a:pt x="6235700" y="501650"/>
                </a:lnTo>
                <a:lnTo>
                  <a:pt x="6242050" y="501650"/>
                </a:lnTo>
                <a:lnTo>
                  <a:pt x="6248400" y="495300"/>
                </a:lnTo>
                <a:lnTo>
                  <a:pt x="6254750" y="495300"/>
                </a:lnTo>
                <a:lnTo>
                  <a:pt x="6261100" y="488950"/>
                </a:lnTo>
                <a:lnTo>
                  <a:pt x="6267450" y="488950"/>
                </a:lnTo>
                <a:lnTo>
                  <a:pt x="6299200" y="457200"/>
                </a:lnTo>
                <a:lnTo>
                  <a:pt x="6305550" y="463550"/>
                </a:lnTo>
                <a:lnTo>
                  <a:pt x="6305550" y="469900"/>
                </a:lnTo>
                <a:lnTo>
                  <a:pt x="6311900" y="476250"/>
                </a:lnTo>
                <a:lnTo>
                  <a:pt x="6311900" y="482600"/>
                </a:lnTo>
                <a:lnTo>
                  <a:pt x="6318250" y="488950"/>
                </a:lnTo>
                <a:lnTo>
                  <a:pt x="6318250" y="495300"/>
                </a:lnTo>
                <a:lnTo>
                  <a:pt x="6324600" y="495300"/>
                </a:lnTo>
                <a:lnTo>
                  <a:pt x="6330950" y="501650"/>
                </a:lnTo>
                <a:lnTo>
                  <a:pt x="6337300" y="501650"/>
                </a:lnTo>
                <a:lnTo>
                  <a:pt x="6343650" y="495300"/>
                </a:lnTo>
                <a:lnTo>
                  <a:pt x="6350000" y="495300"/>
                </a:lnTo>
                <a:lnTo>
                  <a:pt x="6356350" y="488950"/>
                </a:lnTo>
                <a:lnTo>
                  <a:pt x="6350000" y="482600"/>
                </a:lnTo>
                <a:lnTo>
                  <a:pt x="6362700" y="469900"/>
                </a:lnTo>
                <a:lnTo>
                  <a:pt x="6369050" y="469900"/>
                </a:lnTo>
                <a:lnTo>
                  <a:pt x="6369050" y="457200"/>
                </a:lnTo>
                <a:lnTo>
                  <a:pt x="6362700" y="457200"/>
                </a:lnTo>
                <a:lnTo>
                  <a:pt x="6356350" y="463550"/>
                </a:lnTo>
                <a:lnTo>
                  <a:pt x="6350000" y="463550"/>
                </a:lnTo>
                <a:lnTo>
                  <a:pt x="6337300" y="450850"/>
                </a:lnTo>
                <a:lnTo>
                  <a:pt x="6337300" y="406400"/>
                </a:lnTo>
                <a:lnTo>
                  <a:pt x="6343650" y="400050"/>
                </a:lnTo>
                <a:lnTo>
                  <a:pt x="6343650" y="368300"/>
                </a:lnTo>
                <a:lnTo>
                  <a:pt x="6350000" y="361950"/>
                </a:lnTo>
                <a:lnTo>
                  <a:pt x="6350000" y="311150"/>
                </a:lnTo>
                <a:lnTo>
                  <a:pt x="6356350" y="304800"/>
                </a:lnTo>
                <a:lnTo>
                  <a:pt x="6356350" y="285750"/>
                </a:lnTo>
                <a:lnTo>
                  <a:pt x="6343650" y="266700"/>
                </a:lnTo>
                <a:lnTo>
                  <a:pt x="6330950" y="266700"/>
                </a:lnTo>
                <a:lnTo>
                  <a:pt x="6324600" y="260350"/>
                </a:lnTo>
                <a:lnTo>
                  <a:pt x="6324600" y="254000"/>
                </a:lnTo>
                <a:lnTo>
                  <a:pt x="6318250" y="254000"/>
                </a:lnTo>
                <a:close/>
                <a:moveTo>
                  <a:pt x="6299200" y="368300"/>
                </a:moveTo>
                <a:lnTo>
                  <a:pt x="6305550" y="374650"/>
                </a:lnTo>
                <a:lnTo>
                  <a:pt x="6305550" y="387350"/>
                </a:lnTo>
                <a:lnTo>
                  <a:pt x="6299200" y="393700"/>
                </a:lnTo>
                <a:lnTo>
                  <a:pt x="6299200" y="406400"/>
                </a:lnTo>
                <a:lnTo>
                  <a:pt x="6292850" y="412750"/>
                </a:lnTo>
                <a:lnTo>
                  <a:pt x="6292850" y="425450"/>
                </a:lnTo>
                <a:lnTo>
                  <a:pt x="6261100" y="457200"/>
                </a:lnTo>
                <a:lnTo>
                  <a:pt x="6254750" y="457200"/>
                </a:lnTo>
                <a:lnTo>
                  <a:pt x="6242050" y="444500"/>
                </a:lnTo>
                <a:lnTo>
                  <a:pt x="6242050" y="419100"/>
                </a:lnTo>
                <a:lnTo>
                  <a:pt x="6248400" y="412750"/>
                </a:lnTo>
                <a:lnTo>
                  <a:pt x="6248400" y="400050"/>
                </a:lnTo>
                <a:lnTo>
                  <a:pt x="6280150" y="368300"/>
                </a:lnTo>
                <a:close/>
                <a:moveTo>
                  <a:pt x="6197600" y="247650"/>
                </a:moveTo>
                <a:lnTo>
                  <a:pt x="6172200" y="247650"/>
                </a:lnTo>
                <a:lnTo>
                  <a:pt x="6165850" y="254000"/>
                </a:lnTo>
                <a:lnTo>
                  <a:pt x="6159500" y="254000"/>
                </a:lnTo>
                <a:lnTo>
                  <a:pt x="6140450" y="273050"/>
                </a:lnTo>
                <a:lnTo>
                  <a:pt x="6140450" y="279400"/>
                </a:lnTo>
                <a:lnTo>
                  <a:pt x="6127750" y="292100"/>
                </a:lnTo>
                <a:lnTo>
                  <a:pt x="6121400" y="285750"/>
                </a:lnTo>
                <a:lnTo>
                  <a:pt x="6121400" y="247650"/>
                </a:lnTo>
                <a:lnTo>
                  <a:pt x="6089650" y="247650"/>
                </a:lnTo>
                <a:lnTo>
                  <a:pt x="6089650" y="266700"/>
                </a:lnTo>
                <a:lnTo>
                  <a:pt x="6083300" y="273050"/>
                </a:lnTo>
                <a:lnTo>
                  <a:pt x="6083300" y="330200"/>
                </a:lnTo>
                <a:lnTo>
                  <a:pt x="6076950" y="336550"/>
                </a:lnTo>
                <a:lnTo>
                  <a:pt x="6076950" y="381000"/>
                </a:lnTo>
                <a:lnTo>
                  <a:pt x="6070600" y="387350"/>
                </a:lnTo>
                <a:lnTo>
                  <a:pt x="6070600" y="419100"/>
                </a:lnTo>
                <a:lnTo>
                  <a:pt x="6064250" y="425450"/>
                </a:lnTo>
                <a:lnTo>
                  <a:pt x="6064250" y="488950"/>
                </a:lnTo>
                <a:lnTo>
                  <a:pt x="6070600" y="495300"/>
                </a:lnTo>
                <a:lnTo>
                  <a:pt x="6076950" y="495300"/>
                </a:lnTo>
                <a:lnTo>
                  <a:pt x="6083300" y="488950"/>
                </a:lnTo>
                <a:lnTo>
                  <a:pt x="6089650" y="495300"/>
                </a:lnTo>
                <a:lnTo>
                  <a:pt x="6096000" y="495300"/>
                </a:lnTo>
                <a:lnTo>
                  <a:pt x="6102350" y="488950"/>
                </a:lnTo>
                <a:lnTo>
                  <a:pt x="6102350" y="457200"/>
                </a:lnTo>
                <a:lnTo>
                  <a:pt x="6108700" y="450850"/>
                </a:lnTo>
                <a:lnTo>
                  <a:pt x="6108700" y="406400"/>
                </a:lnTo>
                <a:lnTo>
                  <a:pt x="6115050" y="400050"/>
                </a:lnTo>
                <a:lnTo>
                  <a:pt x="6115050" y="374650"/>
                </a:lnTo>
                <a:lnTo>
                  <a:pt x="6121400" y="368300"/>
                </a:lnTo>
                <a:lnTo>
                  <a:pt x="6121400" y="361950"/>
                </a:lnTo>
                <a:lnTo>
                  <a:pt x="6134100" y="342900"/>
                </a:lnTo>
                <a:lnTo>
                  <a:pt x="6134100" y="330200"/>
                </a:lnTo>
                <a:lnTo>
                  <a:pt x="6153150" y="311150"/>
                </a:lnTo>
                <a:lnTo>
                  <a:pt x="6153150" y="304800"/>
                </a:lnTo>
                <a:lnTo>
                  <a:pt x="6159500" y="298450"/>
                </a:lnTo>
                <a:lnTo>
                  <a:pt x="6165850" y="298450"/>
                </a:lnTo>
                <a:lnTo>
                  <a:pt x="6172200" y="292100"/>
                </a:lnTo>
                <a:lnTo>
                  <a:pt x="6184900" y="292100"/>
                </a:lnTo>
                <a:lnTo>
                  <a:pt x="6191250" y="298450"/>
                </a:lnTo>
                <a:lnTo>
                  <a:pt x="6203950" y="298450"/>
                </a:lnTo>
                <a:lnTo>
                  <a:pt x="6210300" y="292100"/>
                </a:lnTo>
                <a:lnTo>
                  <a:pt x="6210300" y="285750"/>
                </a:lnTo>
                <a:lnTo>
                  <a:pt x="6216650" y="279400"/>
                </a:lnTo>
                <a:lnTo>
                  <a:pt x="6216650" y="266700"/>
                </a:lnTo>
                <a:close/>
                <a:moveTo>
                  <a:pt x="1600200" y="247650"/>
                </a:moveTo>
                <a:lnTo>
                  <a:pt x="1587500" y="247650"/>
                </a:lnTo>
                <a:lnTo>
                  <a:pt x="1587500" y="254000"/>
                </a:lnTo>
                <a:lnTo>
                  <a:pt x="1581150" y="260350"/>
                </a:lnTo>
                <a:lnTo>
                  <a:pt x="1574800" y="260350"/>
                </a:lnTo>
                <a:lnTo>
                  <a:pt x="1587500" y="260350"/>
                </a:lnTo>
                <a:close/>
                <a:moveTo>
                  <a:pt x="1371600" y="247650"/>
                </a:moveTo>
                <a:lnTo>
                  <a:pt x="1377950" y="254000"/>
                </a:lnTo>
                <a:lnTo>
                  <a:pt x="1377950" y="260350"/>
                </a:lnTo>
                <a:lnTo>
                  <a:pt x="1384300" y="260350"/>
                </a:lnTo>
                <a:lnTo>
                  <a:pt x="1384300" y="254000"/>
                </a:lnTo>
                <a:lnTo>
                  <a:pt x="1377950" y="247650"/>
                </a:lnTo>
                <a:close/>
                <a:moveTo>
                  <a:pt x="6000750" y="234950"/>
                </a:moveTo>
                <a:lnTo>
                  <a:pt x="5988050" y="234950"/>
                </a:lnTo>
                <a:lnTo>
                  <a:pt x="5981700" y="241300"/>
                </a:lnTo>
                <a:lnTo>
                  <a:pt x="5969000" y="241300"/>
                </a:lnTo>
                <a:lnTo>
                  <a:pt x="5956300" y="254000"/>
                </a:lnTo>
                <a:lnTo>
                  <a:pt x="5949950" y="254000"/>
                </a:lnTo>
                <a:lnTo>
                  <a:pt x="5943600" y="260350"/>
                </a:lnTo>
                <a:lnTo>
                  <a:pt x="5943600" y="266700"/>
                </a:lnTo>
                <a:lnTo>
                  <a:pt x="5930900" y="279400"/>
                </a:lnTo>
                <a:lnTo>
                  <a:pt x="5930900" y="285750"/>
                </a:lnTo>
                <a:lnTo>
                  <a:pt x="5924550" y="292100"/>
                </a:lnTo>
                <a:lnTo>
                  <a:pt x="5924550" y="298450"/>
                </a:lnTo>
                <a:lnTo>
                  <a:pt x="5911850" y="311150"/>
                </a:lnTo>
                <a:lnTo>
                  <a:pt x="5911850" y="323850"/>
                </a:lnTo>
                <a:lnTo>
                  <a:pt x="5905500" y="330200"/>
                </a:lnTo>
                <a:lnTo>
                  <a:pt x="5905500" y="342900"/>
                </a:lnTo>
                <a:lnTo>
                  <a:pt x="5899150" y="349250"/>
                </a:lnTo>
                <a:lnTo>
                  <a:pt x="5899150" y="355600"/>
                </a:lnTo>
                <a:lnTo>
                  <a:pt x="5886450" y="368300"/>
                </a:lnTo>
                <a:lnTo>
                  <a:pt x="5886450" y="381000"/>
                </a:lnTo>
                <a:lnTo>
                  <a:pt x="5892800" y="387350"/>
                </a:lnTo>
                <a:lnTo>
                  <a:pt x="5892800" y="438150"/>
                </a:lnTo>
                <a:lnTo>
                  <a:pt x="5899150" y="444500"/>
                </a:lnTo>
                <a:lnTo>
                  <a:pt x="5899150" y="457200"/>
                </a:lnTo>
                <a:lnTo>
                  <a:pt x="5905500" y="463550"/>
                </a:lnTo>
                <a:lnTo>
                  <a:pt x="5905500" y="469900"/>
                </a:lnTo>
                <a:lnTo>
                  <a:pt x="5911850" y="476250"/>
                </a:lnTo>
                <a:lnTo>
                  <a:pt x="5911850" y="482600"/>
                </a:lnTo>
                <a:lnTo>
                  <a:pt x="5918200" y="482600"/>
                </a:lnTo>
                <a:lnTo>
                  <a:pt x="5930900" y="495300"/>
                </a:lnTo>
                <a:lnTo>
                  <a:pt x="5937250" y="495300"/>
                </a:lnTo>
                <a:lnTo>
                  <a:pt x="5943600" y="501650"/>
                </a:lnTo>
                <a:lnTo>
                  <a:pt x="5956300" y="501650"/>
                </a:lnTo>
                <a:lnTo>
                  <a:pt x="5962650" y="495300"/>
                </a:lnTo>
                <a:lnTo>
                  <a:pt x="5981700" y="495300"/>
                </a:lnTo>
                <a:lnTo>
                  <a:pt x="5988050" y="488950"/>
                </a:lnTo>
                <a:lnTo>
                  <a:pt x="5994400" y="488950"/>
                </a:lnTo>
                <a:lnTo>
                  <a:pt x="6007100" y="476250"/>
                </a:lnTo>
                <a:lnTo>
                  <a:pt x="6013450" y="476250"/>
                </a:lnTo>
                <a:lnTo>
                  <a:pt x="6038850" y="450850"/>
                </a:lnTo>
                <a:lnTo>
                  <a:pt x="6038850" y="444500"/>
                </a:lnTo>
                <a:lnTo>
                  <a:pt x="6045200" y="438150"/>
                </a:lnTo>
                <a:lnTo>
                  <a:pt x="6038850" y="438150"/>
                </a:lnTo>
                <a:lnTo>
                  <a:pt x="6032500" y="431800"/>
                </a:lnTo>
                <a:lnTo>
                  <a:pt x="6032500" y="425450"/>
                </a:lnTo>
                <a:lnTo>
                  <a:pt x="6038850" y="419100"/>
                </a:lnTo>
                <a:lnTo>
                  <a:pt x="6038850" y="412750"/>
                </a:lnTo>
                <a:lnTo>
                  <a:pt x="6032500" y="419100"/>
                </a:lnTo>
                <a:lnTo>
                  <a:pt x="6026150" y="419100"/>
                </a:lnTo>
                <a:lnTo>
                  <a:pt x="5994400" y="450850"/>
                </a:lnTo>
                <a:lnTo>
                  <a:pt x="5988050" y="450850"/>
                </a:lnTo>
                <a:lnTo>
                  <a:pt x="5981700" y="457200"/>
                </a:lnTo>
                <a:lnTo>
                  <a:pt x="5956300" y="457200"/>
                </a:lnTo>
                <a:lnTo>
                  <a:pt x="5937250" y="438150"/>
                </a:lnTo>
                <a:lnTo>
                  <a:pt x="5937250" y="400050"/>
                </a:lnTo>
                <a:lnTo>
                  <a:pt x="5943600" y="393700"/>
                </a:lnTo>
                <a:lnTo>
                  <a:pt x="5969000" y="393700"/>
                </a:lnTo>
                <a:lnTo>
                  <a:pt x="5975350" y="387350"/>
                </a:lnTo>
                <a:lnTo>
                  <a:pt x="5988050" y="387350"/>
                </a:lnTo>
                <a:lnTo>
                  <a:pt x="6032500" y="342900"/>
                </a:lnTo>
                <a:lnTo>
                  <a:pt x="6032500" y="336550"/>
                </a:lnTo>
                <a:lnTo>
                  <a:pt x="6045200" y="317500"/>
                </a:lnTo>
                <a:lnTo>
                  <a:pt x="6045200" y="273050"/>
                </a:lnTo>
                <a:lnTo>
                  <a:pt x="6032500" y="260350"/>
                </a:lnTo>
                <a:lnTo>
                  <a:pt x="6032500" y="254000"/>
                </a:lnTo>
                <a:lnTo>
                  <a:pt x="6019800" y="241300"/>
                </a:lnTo>
                <a:lnTo>
                  <a:pt x="6007100" y="241300"/>
                </a:lnTo>
                <a:close/>
                <a:moveTo>
                  <a:pt x="6007100" y="279400"/>
                </a:moveTo>
                <a:lnTo>
                  <a:pt x="6013450" y="285750"/>
                </a:lnTo>
                <a:lnTo>
                  <a:pt x="6013450" y="311150"/>
                </a:lnTo>
                <a:lnTo>
                  <a:pt x="6007100" y="317500"/>
                </a:lnTo>
                <a:lnTo>
                  <a:pt x="6007100" y="323850"/>
                </a:lnTo>
                <a:lnTo>
                  <a:pt x="5981700" y="349250"/>
                </a:lnTo>
                <a:lnTo>
                  <a:pt x="5975350" y="349250"/>
                </a:lnTo>
                <a:lnTo>
                  <a:pt x="5962650" y="361950"/>
                </a:lnTo>
                <a:lnTo>
                  <a:pt x="5956300" y="361950"/>
                </a:lnTo>
                <a:lnTo>
                  <a:pt x="5943600" y="349250"/>
                </a:lnTo>
                <a:lnTo>
                  <a:pt x="5949950" y="342900"/>
                </a:lnTo>
                <a:lnTo>
                  <a:pt x="5949950" y="330200"/>
                </a:lnTo>
                <a:lnTo>
                  <a:pt x="5956300" y="323850"/>
                </a:lnTo>
                <a:lnTo>
                  <a:pt x="5956300" y="317500"/>
                </a:lnTo>
                <a:lnTo>
                  <a:pt x="5962650" y="311150"/>
                </a:lnTo>
                <a:lnTo>
                  <a:pt x="5962650" y="304800"/>
                </a:lnTo>
                <a:lnTo>
                  <a:pt x="5988050" y="279400"/>
                </a:lnTo>
                <a:close/>
                <a:moveTo>
                  <a:pt x="5848350" y="241300"/>
                </a:moveTo>
                <a:lnTo>
                  <a:pt x="5842000" y="241300"/>
                </a:lnTo>
                <a:lnTo>
                  <a:pt x="5835650" y="234950"/>
                </a:lnTo>
                <a:lnTo>
                  <a:pt x="5829300" y="234950"/>
                </a:lnTo>
                <a:lnTo>
                  <a:pt x="5822950" y="241300"/>
                </a:lnTo>
                <a:lnTo>
                  <a:pt x="5810250" y="241300"/>
                </a:lnTo>
                <a:lnTo>
                  <a:pt x="5765800" y="285750"/>
                </a:lnTo>
                <a:lnTo>
                  <a:pt x="5759450" y="279400"/>
                </a:lnTo>
                <a:lnTo>
                  <a:pt x="5759450" y="260350"/>
                </a:lnTo>
                <a:lnTo>
                  <a:pt x="5765800" y="254000"/>
                </a:lnTo>
                <a:lnTo>
                  <a:pt x="5759450" y="247650"/>
                </a:lnTo>
                <a:lnTo>
                  <a:pt x="5759450" y="241300"/>
                </a:lnTo>
                <a:lnTo>
                  <a:pt x="5734050" y="241300"/>
                </a:lnTo>
                <a:lnTo>
                  <a:pt x="5727700" y="247650"/>
                </a:lnTo>
                <a:lnTo>
                  <a:pt x="5727700" y="260350"/>
                </a:lnTo>
                <a:lnTo>
                  <a:pt x="5721350" y="266700"/>
                </a:lnTo>
                <a:lnTo>
                  <a:pt x="5721350" y="304800"/>
                </a:lnTo>
                <a:lnTo>
                  <a:pt x="5715000" y="311150"/>
                </a:lnTo>
                <a:lnTo>
                  <a:pt x="5715000" y="342900"/>
                </a:lnTo>
                <a:lnTo>
                  <a:pt x="5708650" y="349250"/>
                </a:lnTo>
                <a:lnTo>
                  <a:pt x="5708650" y="387350"/>
                </a:lnTo>
                <a:lnTo>
                  <a:pt x="5702300" y="393700"/>
                </a:lnTo>
                <a:lnTo>
                  <a:pt x="5702300" y="425450"/>
                </a:lnTo>
                <a:lnTo>
                  <a:pt x="5695950" y="431800"/>
                </a:lnTo>
                <a:lnTo>
                  <a:pt x="5695950" y="482600"/>
                </a:lnTo>
                <a:lnTo>
                  <a:pt x="5702300" y="488950"/>
                </a:lnTo>
                <a:lnTo>
                  <a:pt x="5715000" y="488950"/>
                </a:lnTo>
                <a:lnTo>
                  <a:pt x="5721350" y="495300"/>
                </a:lnTo>
                <a:lnTo>
                  <a:pt x="5727700" y="495300"/>
                </a:lnTo>
                <a:lnTo>
                  <a:pt x="5734050" y="488950"/>
                </a:lnTo>
                <a:lnTo>
                  <a:pt x="5734050" y="476250"/>
                </a:lnTo>
                <a:lnTo>
                  <a:pt x="5740400" y="469900"/>
                </a:lnTo>
                <a:lnTo>
                  <a:pt x="5740400" y="431800"/>
                </a:lnTo>
                <a:lnTo>
                  <a:pt x="5746750" y="425450"/>
                </a:lnTo>
                <a:lnTo>
                  <a:pt x="5746750" y="393700"/>
                </a:lnTo>
                <a:lnTo>
                  <a:pt x="5753100" y="387350"/>
                </a:lnTo>
                <a:lnTo>
                  <a:pt x="5753100" y="374650"/>
                </a:lnTo>
                <a:lnTo>
                  <a:pt x="5759450" y="368300"/>
                </a:lnTo>
                <a:lnTo>
                  <a:pt x="5759450" y="355600"/>
                </a:lnTo>
                <a:lnTo>
                  <a:pt x="5765800" y="349250"/>
                </a:lnTo>
                <a:lnTo>
                  <a:pt x="5765800" y="342900"/>
                </a:lnTo>
                <a:lnTo>
                  <a:pt x="5772150" y="336550"/>
                </a:lnTo>
                <a:lnTo>
                  <a:pt x="5772150" y="330200"/>
                </a:lnTo>
                <a:lnTo>
                  <a:pt x="5784850" y="317500"/>
                </a:lnTo>
                <a:lnTo>
                  <a:pt x="5784850" y="311150"/>
                </a:lnTo>
                <a:lnTo>
                  <a:pt x="5810250" y="285750"/>
                </a:lnTo>
                <a:lnTo>
                  <a:pt x="5816600" y="285750"/>
                </a:lnTo>
                <a:lnTo>
                  <a:pt x="5822950" y="292100"/>
                </a:lnTo>
                <a:lnTo>
                  <a:pt x="5822950" y="349250"/>
                </a:lnTo>
                <a:lnTo>
                  <a:pt x="5816600" y="355600"/>
                </a:lnTo>
                <a:lnTo>
                  <a:pt x="5816600" y="387350"/>
                </a:lnTo>
                <a:lnTo>
                  <a:pt x="5810250" y="393700"/>
                </a:lnTo>
                <a:lnTo>
                  <a:pt x="5810250" y="469900"/>
                </a:lnTo>
                <a:lnTo>
                  <a:pt x="5816600" y="476250"/>
                </a:lnTo>
                <a:lnTo>
                  <a:pt x="5816600" y="482600"/>
                </a:lnTo>
                <a:lnTo>
                  <a:pt x="5835650" y="501650"/>
                </a:lnTo>
                <a:lnTo>
                  <a:pt x="5848350" y="501650"/>
                </a:lnTo>
                <a:lnTo>
                  <a:pt x="5867400" y="488950"/>
                </a:lnTo>
                <a:lnTo>
                  <a:pt x="5867400" y="482600"/>
                </a:lnTo>
                <a:lnTo>
                  <a:pt x="5873750" y="476250"/>
                </a:lnTo>
                <a:lnTo>
                  <a:pt x="5873750" y="463550"/>
                </a:lnTo>
                <a:lnTo>
                  <a:pt x="5880100" y="457200"/>
                </a:lnTo>
                <a:lnTo>
                  <a:pt x="5880100" y="444500"/>
                </a:lnTo>
                <a:lnTo>
                  <a:pt x="5861050" y="463550"/>
                </a:lnTo>
                <a:lnTo>
                  <a:pt x="5854700" y="463550"/>
                </a:lnTo>
                <a:lnTo>
                  <a:pt x="5848350" y="457200"/>
                </a:lnTo>
                <a:lnTo>
                  <a:pt x="5848350" y="412750"/>
                </a:lnTo>
                <a:lnTo>
                  <a:pt x="5854700" y="406400"/>
                </a:lnTo>
                <a:lnTo>
                  <a:pt x="5854700" y="374650"/>
                </a:lnTo>
                <a:lnTo>
                  <a:pt x="5861050" y="368300"/>
                </a:lnTo>
                <a:lnTo>
                  <a:pt x="5861050" y="330200"/>
                </a:lnTo>
                <a:lnTo>
                  <a:pt x="5867400" y="323850"/>
                </a:lnTo>
                <a:lnTo>
                  <a:pt x="5867400" y="273050"/>
                </a:lnTo>
                <a:lnTo>
                  <a:pt x="5861050" y="266700"/>
                </a:lnTo>
                <a:lnTo>
                  <a:pt x="5861050" y="254000"/>
                </a:lnTo>
                <a:close/>
                <a:moveTo>
                  <a:pt x="3524250" y="234950"/>
                </a:moveTo>
                <a:lnTo>
                  <a:pt x="3517900" y="234950"/>
                </a:lnTo>
                <a:lnTo>
                  <a:pt x="3498850" y="254000"/>
                </a:lnTo>
                <a:lnTo>
                  <a:pt x="3498850" y="279400"/>
                </a:lnTo>
                <a:lnTo>
                  <a:pt x="3492500" y="285750"/>
                </a:lnTo>
                <a:lnTo>
                  <a:pt x="3492500" y="311150"/>
                </a:lnTo>
                <a:lnTo>
                  <a:pt x="3486150" y="317500"/>
                </a:lnTo>
                <a:lnTo>
                  <a:pt x="3486150" y="342900"/>
                </a:lnTo>
                <a:lnTo>
                  <a:pt x="3479800" y="349250"/>
                </a:lnTo>
                <a:lnTo>
                  <a:pt x="3479800" y="393700"/>
                </a:lnTo>
                <a:lnTo>
                  <a:pt x="3473450" y="400050"/>
                </a:lnTo>
                <a:lnTo>
                  <a:pt x="3473450" y="482600"/>
                </a:lnTo>
                <a:lnTo>
                  <a:pt x="3492500" y="501650"/>
                </a:lnTo>
                <a:lnTo>
                  <a:pt x="3498850" y="495300"/>
                </a:lnTo>
                <a:lnTo>
                  <a:pt x="3511550" y="495300"/>
                </a:lnTo>
                <a:lnTo>
                  <a:pt x="3517900" y="488950"/>
                </a:lnTo>
                <a:lnTo>
                  <a:pt x="3517900" y="476250"/>
                </a:lnTo>
                <a:lnTo>
                  <a:pt x="3524250" y="469900"/>
                </a:lnTo>
                <a:lnTo>
                  <a:pt x="3524250" y="406400"/>
                </a:lnTo>
                <a:lnTo>
                  <a:pt x="3530600" y="400050"/>
                </a:lnTo>
                <a:lnTo>
                  <a:pt x="3530600" y="368300"/>
                </a:lnTo>
                <a:lnTo>
                  <a:pt x="3536950" y="361950"/>
                </a:lnTo>
                <a:lnTo>
                  <a:pt x="3536950" y="330200"/>
                </a:lnTo>
                <a:lnTo>
                  <a:pt x="3543300" y="323850"/>
                </a:lnTo>
                <a:lnTo>
                  <a:pt x="3543300" y="279400"/>
                </a:lnTo>
                <a:lnTo>
                  <a:pt x="3549650" y="273050"/>
                </a:lnTo>
                <a:lnTo>
                  <a:pt x="3549650" y="247650"/>
                </a:lnTo>
                <a:lnTo>
                  <a:pt x="3543300" y="241300"/>
                </a:lnTo>
                <a:lnTo>
                  <a:pt x="3530600" y="241300"/>
                </a:lnTo>
                <a:close/>
                <a:moveTo>
                  <a:pt x="3517900" y="393700"/>
                </a:moveTo>
                <a:lnTo>
                  <a:pt x="3524250" y="387350"/>
                </a:lnTo>
                <a:lnTo>
                  <a:pt x="3530600" y="393700"/>
                </a:lnTo>
                <a:lnTo>
                  <a:pt x="3530600" y="400050"/>
                </a:lnTo>
                <a:lnTo>
                  <a:pt x="3524250" y="406400"/>
                </a:lnTo>
                <a:lnTo>
                  <a:pt x="3517900" y="400050"/>
                </a:lnTo>
                <a:close/>
                <a:moveTo>
                  <a:pt x="5626100" y="228600"/>
                </a:moveTo>
                <a:lnTo>
                  <a:pt x="5619750" y="228600"/>
                </a:lnTo>
                <a:lnTo>
                  <a:pt x="5613400" y="234950"/>
                </a:lnTo>
                <a:lnTo>
                  <a:pt x="5600700" y="234950"/>
                </a:lnTo>
                <a:lnTo>
                  <a:pt x="5594350" y="241300"/>
                </a:lnTo>
                <a:lnTo>
                  <a:pt x="5588000" y="241300"/>
                </a:lnTo>
                <a:lnTo>
                  <a:pt x="5556250" y="273050"/>
                </a:lnTo>
                <a:lnTo>
                  <a:pt x="5556250" y="279400"/>
                </a:lnTo>
                <a:lnTo>
                  <a:pt x="5549900" y="285750"/>
                </a:lnTo>
                <a:lnTo>
                  <a:pt x="5549900" y="292100"/>
                </a:lnTo>
                <a:lnTo>
                  <a:pt x="5543550" y="298450"/>
                </a:lnTo>
                <a:lnTo>
                  <a:pt x="5543550" y="304800"/>
                </a:lnTo>
                <a:lnTo>
                  <a:pt x="5537200" y="311150"/>
                </a:lnTo>
                <a:lnTo>
                  <a:pt x="5537200" y="317500"/>
                </a:lnTo>
                <a:lnTo>
                  <a:pt x="5524500" y="336550"/>
                </a:lnTo>
                <a:lnTo>
                  <a:pt x="5524500" y="355600"/>
                </a:lnTo>
                <a:lnTo>
                  <a:pt x="5518150" y="361950"/>
                </a:lnTo>
                <a:lnTo>
                  <a:pt x="5511800" y="361950"/>
                </a:lnTo>
                <a:lnTo>
                  <a:pt x="5511800" y="387350"/>
                </a:lnTo>
                <a:lnTo>
                  <a:pt x="5518150" y="393700"/>
                </a:lnTo>
                <a:lnTo>
                  <a:pt x="5518150" y="438150"/>
                </a:lnTo>
                <a:lnTo>
                  <a:pt x="5524500" y="444500"/>
                </a:lnTo>
                <a:lnTo>
                  <a:pt x="5524500" y="457200"/>
                </a:lnTo>
                <a:lnTo>
                  <a:pt x="5530850" y="463550"/>
                </a:lnTo>
                <a:lnTo>
                  <a:pt x="5530850" y="469900"/>
                </a:lnTo>
                <a:lnTo>
                  <a:pt x="5556250" y="495300"/>
                </a:lnTo>
                <a:lnTo>
                  <a:pt x="5562600" y="495300"/>
                </a:lnTo>
                <a:lnTo>
                  <a:pt x="5568950" y="501650"/>
                </a:lnTo>
                <a:lnTo>
                  <a:pt x="5581650" y="501650"/>
                </a:lnTo>
                <a:lnTo>
                  <a:pt x="5588000" y="495300"/>
                </a:lnTo>
                <a:lnTo>
                  <a:pt x="5607050" y="495300"/>
                </a:lnTo>
                <a:lnTo>
                  <a:pt x="5613400" y="488950"/>
                </a:lnTo>
                <a:lnTo>
                  <a:pt x="5619750" y="488950"/>
                </a:lnTo>
                <a:lnTo>
                  <a:pt x="5626100" y="482600"/>
                </a:lnTo>
                <a:lnTo>
                  <a:pt x="5632450" y="482600"/>
                </a:lnTo>
                <a:lnTo>
                  <a:pt x="5676900" y="438150"/>
                </a:lnTo>
                <a:lnTo>
                  <a:pt x="5676900" y="431800"/>
                </a:lnTo>
                <a:lnTo>
                  <a:pt x="5670550" y="438150"/>
                </a:lnTo>
                <a:lnTo>
                  <a:pt x="5664200" y="438150"/>
                </a:lnTo>
                <a:lnTo>
                  <a:pt x="5657850" y="431800"/>
                </a:lnTo>
                <a:lnTo>
                  <a:pt x="5670550" y="419100"/>
                </a:lnTo>
                <a:lnTo>
                  <a:pt x="5670550" y="412750"/>
                </a:lnTo>
                <a:lnTo>
                  <a:pt x="5664200" y="412750"/>
                </a:lnTo>
                <a:lnTo>
                  <a:pt x="5651500" y="425450"/>
                </a:lnTo>
                <a:lnTo>
                  <a:pt x="5645150" y="425450"/>
                </a:lnTo>
                <a:lnTo>
                  <a:pt x="5619750" y="450850"/>
                </a:lnTo>
                <a:lnTo>
                  <a:pt x="5613400" y="450850"/>
                </a:lnTo>
                <a:lnTo>
                  <a:pt x="5607050" y="457200"/>
                </a:lnTo>
                <a:lnTo>
                  <a:pt x="5581650" y="457200"/>
                </a:lnTo>
                <a:lnTo>
                  <a:pt x="5568950" y="444500"/>
                </a:lnTo>
                <a:lnTo>
                  <a:pt x="5568950" y="431800"/>
                </a:lnTo>
                <a:lnTo>
                  <a:pt x="5562600" y="425450"/>
                </a:lnTo>
                <a:lnTo>
                  <a:pt x="5562600" y="393700"/>
                </a:lnTo>
                <a:lnTo>
                  <a:pt x="5568950" y="387350"/>
                </a:lnTo>
                <a:lnTo>
                  <a:pt x="5581650" y="387350"/>
                </a:lnTo>
                <a:lnTo>
                  <a:pt x="5588000" y="393700"/>
                </a:lnTo>
                <a:lnTo>
                  <a:pt x="5594350" y="387350"/>
                </a:lnTo>
                <a:lnTo>
                  <a:pt x="5607050" y="387350"/>
                </a:lnTo>
                <a:lnTo>
                  <a:pt x="5613400" y="381000"/>
                </a:lnTo>
                <a:lnTo>
                  <a:pt x="5619750" y="381000"/>
                </a:lnTo>
                <a:lnTo>
                  <a:pt x="5632450" y="368300"/>
                </a:lnTo>
                <a:lnTo>
                  <a:pt x="5638800" y="368300"/>
                </a:lnTo>
                <a:lnTo>
                  <a:pt x="5651500" y="355600"/>
                </a:lnTo>
                <a:lnTo>
                  <a:pt x="5651500" y="349250"/>
                </a:lnTo>
                <a:lnTo>
                  <a:pt x="5664200" y="336550"/>
                </a:lnTo>
                <a:lnTo>
                  <a:pt x="5664200" y="330200"/>
                </a:lnTo>
                <a:lnTo>
                  <a:pt x="5676900" y="311150"/>
                </a:lnTo>
                <a:lnTo>
                  <a:pt x="5676900" y="273050"/>
                </a:lnTo>
                <a:lnTo>
                  <a:pt x="5670550" y="266700"/>
                </a:lnTo>
                <a:lnTo>
                  <a:pt x="5670550" y="260350"/>
                </a:lnTo>
                <a:lnTo>
                  <a:pt x="5645150" y="234950"/>
                </a:lnTo>
                <a:lnTo>
                  <a:pt x="5632450" y="234950"/>
                </a:lnTo>
                <a:close/>
                <a:moveTo>
                  <a:pt x="5632450" y="273050"/>
                </a:moveTo>
                <a:lnTo>
                  <a:pt x="5645150" y="292100"/>
                </a:lnTo>
                <a:lnTo>
                  <a:pt x="5645150" y="298450"/>
                </a:lnTo>
                <a:lnTo>
                  <a:pt x="5638800" y="304800"/>
                </a:lnTo>
                <a:lnTo>
                  <a:pt x="5638800" y="311150"/>
                </a:lnTo>
                <a:lnTo>
                  <a:pt x="5632450" y="317500"/>
                </a:lnTo>
                <a:lnTo>
                  <a:pt x="5632450" y="323850"/>
                </a:lnTo>
                <a:lnTo>
                  <a:pt x="5607050" y="349250"/>
                </a:lnTo>
                <a:lnTo>
                  <a:pt x="5600700" y="349250"/>
                </a:lnTo>
                <a:lnTo>
                  <a:pt x="5594350" y="355600"/>
                </a:lnTo>
                <a:lnTo>
                  <a:pt x="5575300" y="355600"/>
                </a:lnTo>
                <a:lnTo>
                  <a:pt x="5568950" y="349250"/>
                </a:lnTo>
                <a:lnTo>
                  <a:pt x="5575300" y="342900"/>
                </a:lnTo>
                <a:lnTo>
                  <a:pt x="5575300" y="330200"/>
                </a:lnTo>
                <a:lnTo>
                  <a:pt x="5581650" y="323850"/>
                </a:lnTo>
                <a:lnTo>
                  <a:pt x="5581650" y="317500"/>
                </a:lnTo>
                <a:lnTo>
                  <a:pt x="5588000" y="311150"/>
                </a:lnTo>
                <a:lnTo>
                  <a:pt x="5588000" y="304800"/>
                </a:lnTo>
                <a:lnTo>
                  <a:pt x="5613400" y="279400"/>
                </a:lnTo>
                <a:lnTo>
                  <a:pt x="5619750" y="279400"/>
                </a:lnTo>
                <a:lnTo>
                  <a:pt x="5626100" y="273050"/>
                </a:lnTo>
                <a:close/>
                <a:moveTo>
                  <a:pt x="4152900" y="241300"/>
                </a:moveTo>
                <a:lnTo>
                  <a:pt x="4152900" y="260350"/>
                </a:lnTo>
                <a:lnTo>
                  <a:pt x="4146550" y="266700"/>
                </a:lnTo>
                <a:lnTo>
                  <a:pt x="4146550" y="317500"/>
                </a:lnTo>
                <a:lnTo>
                  <a:pt x="4140200" y="323850"/>
                </a:lnTo>
                <a:lnTo>
                  <a:pt x="4140200" y="355600"/>
                </a:lnTo>
                <a:lnTo>
                  <a:pt x="4133850" y="361950"/>
                </a:lnTo>
                <a:lnTo>
                  <a:pt x="4133850" y="400050"/>
                </a:lnTo>
                <a:lnTo>
                  <a:pt x="4127500" y="406400"/>
                </a:lnTo>
                <a:lnTo>
                  <a:pt x="4127500" y="438150"/>
                </a:lnTo>
                <a:lnTo>
                  <a:pt x="4121150" y="444500"/>
                </a:lnTo>
                <a:lnTo>
                  <a:pt x="4121150" y="482600"/>
                </a:lnTo>
                <a:lnTo>
                  <a:pt x="4133850" y="495300"/>
                </a:lnTo>
                <a:lnTo>
                  <a:pt x="4140200" y="495300"/>
                </a:lnTo>
                <a:lnTo>
                  <a:pt x="4146550" y="488950"/>
                </a:lnTo>
                <a:lnTo>
                  <a:pt x="4159250" y="501650"/>
                </a:lnTo>
                <a:lnTo>
                  <a:pt x="4165600" y="495300"/>
                </a:lnTo>
                <a:lnTo>
                  <a:pt x="4165600" y="488950"/>
                </a:lnTo>
                <a:lnTo>
                  <a:pt x="4171950" y="482600"/>
                </a:lnTo>
                <a:lnTo>
                  <a:pt x="4171950" y="463550"/>
                </a:lnTo>
                <a:lnTo>
                  <a:pt x="4178300" y="457200"/>
                </a:lnTo>
                <a:lnTo>
                  <a:pt x="4178300" y="431800"/>
                </a:lnTo>
                <a:lnTo>
                  <a:pt x="4184650" y="425450"/>
                </a:lnTo>
                <a:lnTo>
                  <a:pt x="4184650" y="406400"/>
                </a:lnTo>
                <a:lnTo>
                  <a:pt x="4191000" y="400050"/>
                </a:lnTo>
                <a:lnTo>
                  <a:pt x="4191000" y="387350"/>
                </a:lnTo>
                <a:lnTo>
                  <a:pt x="4197350" y="381000"/>
                </a:lnTo>
                <a:lnTo>
                  <a:pt x="4197350" y="368300"/>
                </a:lnTo>
                <a:lnTo>
                  <a:pt x="4203700" y="361950"/>
                </a:lnTo>
                <a:lnTo>
                  <a:pt x="4203700" y="349250"/>
                </a:lnTo>
                <a:lnTo>
                  <a:pt x="4210050" y="342900"/>
                </a:lnTo>
                <a:lnTo>
                  <a:pt x="4210050" y="336550"/>
                </a:lnTo>
                <a:lnTo>
                  <a:pt x="4216400" y="330200"/>
                </a:lnTo>
                <a:lnTo>
                  <a:pt x="4216400" y="323850"/>
                </a:lnTo>
                <a:lnTo>
                  <a:pt x="4222750" y="317500"/>
                </a:lnTo>
                <a:lnTo>
                  <a:pt x="4222750" y="311150"/>
                </a:lnTo>
                <a:lnTo>
                  <a:pt x="4248150" y="285750"/>
                </a:lnTo>
                <a:lnTo>
                  <a:pt x="4254500" y="292100"/>
                </a:lnTo>
                <a:lnTo>
                  <a:pt x="4254500" y="349250"/>
                </a:lnTo>
                <a:lnTo>
                  <a:pt x="4248150" y="355600"/>
                </a:lnTo>
                <a:lnTo>
                  <a:pt x="4248150" y="400050"/>
                </a:lnTo>
                <a:lnTo>
                  <a:pt x="4241800" y="406400"/>
                </a:lnTo>
                <a:lnTo>
                  <a:pt x="4241800" y="444500"/>
                </a:lnTo>
                <a:lnTo>
                  <a:pt x="4248150" y="450850"/>
                </a:lnTo>
                <a:lnTo>
                  <a:pt x="4248150" y="457200"/>
                </a:lnTo>
                <a:lnTo>
                  <a:pt x="4254500" y="457200"/>
                </a:lnTo>
                <a:lnTo>
                  <a:pt x="4260850" y="463550"/>
                </a:lnTo>
                <a:lnTo>
                  <a:pt x="4273550" y="463550"/>
                </a:lnTo>
                <a:lnTo>
                  <a:pt x="4286250" y="450850"/>
                </a:lnTo>
                <a:lnTo>
                  <a:pt x="4286250" y="438150"/>
                </a:lnTo>
                <a:lnTo>
                  <a:pt x="4292600" y="431800"/>
                </a:lnTo>
                <a:lnTo>
                  <a:pt x="4292600" y="412750"/>
                </a:lnTo>
                <a:lnTo>
                  <a:pt x="4298950" y="406400"/>
                </a:lnTo>
                <a:lnTo>
                  <a:pt x="4298950" y="393700"/>
                </a:lnTo>
                <a:lnTo>
                  <a:pt x="4305300" y="387350"/>
                </a:lnTo>
                <a:lnTo>
                  <a:pt x="4305300" y="374650"/>
                </a:lnTo>
                <a:lnTo>
                  <a:pt x="4311650" y="368300"/>
                </a:lnTo>
                <a:lnTo>
                  <a:pt x="4311650" y="355600"/>
                </a:lnTo>
                <a:lnTo>
                  <a:pt x="4318000" y="349250"/>
                </a:lnTo>
                <a:lnTo>
                  <a:pt x="4318000" y="342900"/>
                </a:lnTo>
                <a:lnTo>
                  <a:pt x="4324350" y="336550"/>
                </a:lnTo>
                <a:lnTo>
                  <a:pt x="4324350" y="330200"/>
                </a:lnTo>
                <a:lnTo>
                  <a:pt x="4330700" y="323850"/>
                </a:lnTo>
                <a:lnTo>
                  <a:pt x="4330700" y="317500"/>
                </a:lnTo>
                <a:lnTo>
                  <a:pt x="4337050" y="311150"/>
                </a:lnTo>
                <a:lnTo>
                  <a:pt x="4337050" y="304800"/>
                </a:lnTo>
                <a:lnTo>
                  <a:pt x="4356100" y="285750"/>
                </a:lnTo>
                <a:lnTo>
                  <a:pt x="4362450" y="292100"/>
                </a:lnTo>
                <a:lnTo>
                  <a:pt x="4362450" y="349250"/>
                </a:lnTo>
                <a:lnTo>
                  <a:pt x="4356100" y="355600"/>
                </a:lnTo>
                <a:lnTo>
                  <a:pt x="4356100" y="393700"/>
                </a:lnTo>
                <a:lnTo>
                  <a:pt x="4349750" y="400050"/>
                </a:lnTo>
                <a:lnTo>
                  <a:pt x="4349750" y="463550"/>
                </a:lnTo>
                <a:lnTo>
                  <a:pt x="4356100" y="469900"/>
                </a:lnTo>
                <a:lnTo>
                  <a:pt x="4356100" y="482600"/>
                </a:lnTo>
                <a:lnTo>
                  <a:pt x="4368800" y="495300"/>
                </a:lnTo>
                <a:lnTo>
                  <a:pt x="4375150" y="495300"/>
                </a:lnTo>
                <a:lnTo>
                  <a:pt x="4381500" y="501650"/>
                </a:lnTo>
                <a:lnTo>
                  <a:pt x="4387850" y="495300"/>
                </a:lnTo>
                <a:lnTo>
                  <a:pt x="4400550" y="495300"/>
                </a:lnTo>
                <a:lnTo>
                  <a:pt x="4413250" y="482600"/>
                </a:lnTo>
                <a:lnTo>
                  <a:pt x="4413250" y="476250"/>
                </a:lnTo>
                <a:lnTo>
                  <a:pt x="4419600" y="469900"/>
                </a:lnTo>
                <a:lnTo>
                  <a:pt x="4419600" y="457200"/>
                </a:lnTo>
                <a:lnTo>
                  <a:pt x="4432300" y="444500"/>
                </a:lnTo>
                <a:lnTo>
                  <a:pt x="4438650" y="444500"/>
                </a:lnTo>
                <a:lnTo>
                  <a:pt x="4445000" y="450850"/>
                </a:lnTo>
                <a:lnTo>
                  <a:pt x="4445000" y="463550"/>
                </a:lnTo>
                <a:lnTo>
                  <a:pt x="4451350" y="469900"/>
                </a:lnTo>
                <a:lnTo>
                  <a:pt x="4451350" y="476250"/>
                </a:lnTo>
                <a:lnTo>
                  <a:pt x="4464050" y="488950"/>
                </a:lnTo>
                <a:lnTo>
                  <a:pt x="4470400" y="488950"/>
                </a:lnTo>
                <a:lnTo>
                  <a:pt x="4476750" y="495300"/>
                </a:lnTo>
                <a:lnTo>
                  <a:pt x="4495800" y="495300"/>
                </a:lnTo>
                <a:lnTo>
                  <a:pt x="4502150" y="488950"/>
                </a:lnTo>
                <a:lnTo>
                  <a:pt x="4508500" y="488950"/>
                </a:lnTo>
                <a:lnTo>
                  <a:pt x="4514850" y="482600"/>
                </a:lnTo>
                <a:lnTo>
                  <a:pt x="4521200" y="482600"/>
                </a:lnTo>
                <a:lnTo>
                  <a:pt x="4552950" y="450850"/>
                </a:lnTo>
                <a:lnTo>
                  <a:pt x="4565650" y="463550"/>
                </a:lnTo>
                <a:lnTo>
                  <a:pt x="4565650" y="476250"/>
                </a:lnTo>
                <a:lnTo>
                  <a:pt x="4572000" y="482600"/>
                </a:lnTo>
                <a:lnTo>
                  <a:pt x="4572000" y="488950"/>
                </a:lnTo>
                <a:lnTo>
                  <a:pt x="4578350" y="488950"/>
                </a:lnTo>
                <a:lnTo>
                  <a:pt x="4584700" y="495300"/>
                </a:lnTo>
                <a:lnTo>
                  <a:pt x="4610100" y="495300"/>
                </a:lnTo>
                <a:lnTo>
                  <a:pt x="4616450" y="488950"/>
                </a:lnTo>
                <a:lnTo>
                  <a:pt x="4610100" y="482600"/>
                </a:lnTo>
                <a:lnTo>
                  <a:pt x="4610100" y="476250"/>
                </a:lnTo>
                <a:lnTo>
                  <a:pt x="4616450" y="469900"/>
                </a:lnTo>
                <a:lnTo>
                  <a:pt x="4629150" y="469900"/>
                </a:lnTo>
                <a:lnTo>
                  <a:pt x="4629150" y="450850"/>
                </a:lnTo>
                <a:lnTo>
                  <a:pt x="4622800" y="450850"/>
                </a:lnTo>
                <a:lnTo>
                  <a:pt x="4616450" y="457200"/>
                </a:lnTo>
                <a:lnTo>
                  <a:pt x="4603750" y="457200"/>
                </a:lnTo>
                <a:lnTo>
                  <a:pt x="4597400" y="450850"/>
                </a:lnTo>
                <a:lnTo>
                  <a:pt x="4597400" y="393700"/>
                </a:lnTo>
                <a:lnTo>
                  <a:pt x="4603750" y="387350"/>
                </a:lnTo>
                <a:lnTo>
                  <a:pt x="4603750" y="361950"/>
                </a:lnTo>
                <a:lnTo>
                  <a:pt x="4610100" y="355600"/>
                </a:lnTo>
                <a:lnTo>
                  <a:pt x="4610100" y="317500"/>
                </a:lnTo>
                <a:lnTo>
                  <a:pt x="4616450" y="311150"/>
                </a:lnTo>
                <a:lnTo>
                  <a:pt x="4616450" y="285750"/>
                </a:lnTo>
                <a:lnTo>
                  <a:pt x="4622800" y="279400"/>
                </a:lnTo>
                <a:lnTo>
                  <a:pt x="4622800" y="273050"/>
                </a:lnTo>
                <a:lnTo>
                  <a:pt x="4610100" y="254000"/>
                </a:lnTo>
                <a:lnTo>
                  <a:pt x="4591050" y="254000"/>
                </a:lnTo>
                <a:lnTo>
                  <a:pt x="4584700" y="247650"/>
                </a:lnTo>
                <a:lnTo>
                  <a:pt x="4584700" y="241300"/>
                </a:lnTo>
                <a:lnTo>
                  <a:pt x="4565650" y="228600"/>
                </a:lnTo>
                <a:lnTo>
                  <a:pt x="4559300" y="234950"/>
                </a:lnTo>
                <a:lnTo>
                  <a:pt x="4540250" y="234950"/>
                </a:lnTo>
                <a:lnTo>
                  <a:pt x="4533900" y="241300"/>
                </a:lnTo>
                <a:lnTo>
                  <a:pt x="4527550" y="241300"/>
                </a:lnTo>
                <a:lnTo>
                  <a:pt x="4514850" y="254000"/>
                </a:lnTo>
                <a:lnTo>
                  <a:pt x="4508500" y="254000"/>
                </a:lnTo>
                <a:lnTo>
                  <a:pt x="4495800" y="266700"/>
                </a:lnTo>
                <a:lnTo>
                  <a:pt x="4495800" y="273050"/>
                </a:lnTo>
                <a:lnTo>
                  <a:pt x="4483100" y="285750"/>
                </a:lnTo>
                <a:lnTo>
                  <a:pt x="4483100" y="292100"/>
                </a:lnTo>
                <a:lnTo>
                  <a:pt x="4489450" y="298450"/>
                </a:lnTo>
                <a:lnTo>
                  <a:pt x="4489450" y="304800"/>
                </a:lnTo>
                <a:lnTo>
                  <a:pt x="4495800" y="304800"/>
                </a:lnTo>
                <a:lnTo>
                  <a:pt x="4502150" y="311150"/>
                </a:lnTo>
                <a:lnTo>
                  <a:pt x="4508500" y="311150"/>
                </a:lnTo>
                <a:lnTo>
                  <a:pt x="4540250" y="279400"/>
                </a:lnTo>
                <a:lnTo>
                  <a:pt x="4546600" y="279400"/>
                </a:lnTo>
                <a:lnTo>
                  <a:pt x="4552950" y="273050"/>
                </a:lnTo>
                <a:lnTo>
                  <a:pt x="4565650" y="273050"/>
                </a:lnTo>
                <a:lnTo>
                  <a:pt x="4578350" y="292100"/>
                </a:lnTo>
                <a:lnTo>
                  <a:pt x="4578350" y="298450"/>
                </a:lnTo>
                <a:lnTo>
                  <a:pt x="4572000" y="304800"/>
                </a:lnTo>
                <a:lnTo>
                  <a:pt x="4572000" y="317500"/>
                </a:lnTo>
                <a:lnTo>
                  <a:pt x="4565650" y="323850"/>
                </a:lnTo>
                <a:lnTo>
                  <a:pt x="4565650" y="330200"/>
                </a:lnTo>
                <a:lnTo>
                  <a:pt x="4559300" y="336550"/>
                </a:lnTo>
                <a:lnTo>
                  <a:pt x="4552950" y="336550"/>
                </a:lnTo>
                <a:lnTo>
                  <a:pt x="4533900" y="323850"/>
                </a:lnTo>
                <a:lnTo>
                  <a:pt x="4521200" y="323850"/>
                </a:lnTo>
                <a:lnTo>
                  <a:pt x="4514850" y="330200"/>
                </a:lnTo>
                <a:lnTo>
                  <a:pt x="4508500" y="330200"/>
                </a:lnTo>
                <a:lnTo>
                  <a:pt x="4502150" y="336550"/>
                </a:lnTo>
                <a:lnTo>
                  <a:pt x="4495800" y="336550"/>
                </a:lnTo>
                <a:lnTo>
                  <a:pt x="4489450" y="342900"/>
                </a:lnTo>
                <a:lnTo>
                  <a:pt x="4483100" y="342900"/>
                </a:lnTo>
                <a:lnTo>
                  <a:pt x="4457700" y="368300"/>
                </a:lnTo>
                <a:lnTo>
                  <a:pt x="4457700" y="374650"/>
                </a:lnTo>
                <a:lnTo>
                  <a:pt x="4445000" y="393700"/>
                </a:lnTo>
                <a:lnTo>
                  <a:pt x="4445000" y="412750"/>
                </a:lnTo>
                <a:lnTo>
                  <a:pt x="4438650" y="419100"/>
                </a:lnTo>
                <a:lnTo>
                  <a:pt x="4438650" y="438150"/>
                </a:lnTo>
                <a:lnTo>
                  <a:pt x="4400550" y="463550"/>
                </a:lnTo>
                <a:lnTo>
                  <a:pt x="4394200" y="457200"/>
                </a:lnTo>
                <a:lnTo>
                  <a:pt x="4394200" y="406400"/>
                </a:lnTo>
                <a:lnTo>
                  <a:pt x="4400550" y="400050"/>
                </a:lnTo>
                <a:lnTo>
                  <a:pt x="4400550" y="368300"/>
                </a:lnTo>
                <a:lnTo>
                  <a:pt x="4406900" y="361950"/>
                </a:lnTo>
                <a:lnTo>
                  <a:pt x="4406900" y="330200"/>
                </a:lnTo>
                <a:lnTo>
                  <a:pt x="4413250" y="323850"/>
                </a:lnTo>
                <a:lnTo>
                  <a:pt x="4413250" y="260350"/>
                </a:lnTo>
                <a:lnTo>
                  <a:pt x="4406900" y="254000"/>
                </a:lnTo>
                <a:lnTo>
                  <a:pt x="4406900" y="241300"/>
                </a:lnTo>
                <a:lnTo>
                  <a:pt x="4400550" y="234950"/>
                </a:lnTo>
                <a:lnTo>
                  <a:pt x="4394200" y="234950"/>
                </a:lnTo>
                <a:lnTo>
                  <a:pt x="4387850" y="228600"/>
                </a:lnTo>
                <a:lnTo>
                  <a:pt x="4362450" y="228600"/>
                </a:lnTo>
                <a:lnTo>
                  <a:pt x="4356100" y="234950"/>
                </a:lnTo>
                <a:lnTo>
                  <a:pt x="4349750" y="234950"/>
                </a:lnTo>
                <a:lnTo>
                  <a:pt x="4337050" y="247650"/>
                </a:lnTo>
                <a:lnTo>
                  <a:pt x="4337050" y="254000"/>
                </a:lnTo>
                <a:lnTo>
                  <a:pt x="4324350" y="266700"/>
                </a:lnTo>
                <a:lnTo>
                  <a:pt x="4324350" y="273050"/>
                </a:lnTo>
                <a:lnTo>
                  <a:pt x="4311650" y="285750"/>
                </a:lnTo>
                <a:lnTo>
                  <a:pt x="4305300" y="285750"/>
                </a:lnTo>
                <a:lnTo>
                  <a:pt x="4298950" y="279400"/>
                </a:lnTo>
                <a:lnTo>
                  <a:pt x="4298950" y="247650"/>
                </a:lnTo>
                <a:lnTo>
                  <a:pt x="4286250" y="234950"/>
                </a:lnTo>
                <a:lnTo>
                  <a:pt x="4279900" y="234950"/>
                </a:lnTo>
                <a:lnTo>
                  <a:pt x="4273550" y="228600"/>
                </a:lnTo>
                <a:lnTo>
                  <a:pt x="4254500" y="228600"/>
                </a:lnTo>
                <a:lnTo>
                  <a:pt x="4222750" y="260350"/>
                </a:lnTo>
                <a:lnTo>
                  <a:pt x="4222750" y="266700"/>
                </a:lnTo>
                <a:lnTo>
                  <a:pt x="4210050" y="279400"/>
                </a:lnTo>
                <a:lnTo>
                  <a:pt x="4210050" y="285750"/>
                </a:lnTo>
                <a:lnTo>
                  <a:pt x="4203700" y="292100"/>
                </a:lnTo>
                <a:lnTo>
                  <a:pt x="4197350" y="285750"/>
                </a:lnTo>
                <a:lnTo>
                  <a:pt x="4197350" y="234950"/>
                </a:lnTo>
                <a:lnTo>
                  <a:pt x="4191000" y="234950"/>
                </a:lnTo>
                <a:lnTo>
                  <a:pt x="4184650" y="228600"/>
                </a:lnTo>
                <a:lnTo>
                  <a:pt x="4178300" y="228600"/>
                </a:lnTo>
                <a:lnTo>
                  <a:pt x="4171950" y="234950"/>
                </a:lnTo>
                <a:lnTo>
                  <a:pt x="4159250" y="234950"/>
                </a:lnTo>
                <a:close/>
                <a:moveTo>
                  <a:pt x="4356100" y="381000"/>
                </a:moveTo>
                <a:lnTo>
                  <a:pt x="4362450" y="374650"/>
                </a:lnTo>
                <a:lnTo>
                  <a:pt x="4368800" y="381000"/>
                </a:lnTo>
                <a:lnTo>
                  <a:pt x="4362450" y="387350"/>
                </a:lnTo>
                <a:close/>
                <a:moveTo>
                  <a:pt x="4552950" y="355600"/>
                </a:moveTo>
                <a:lnTo>
                  <a:pt x="4559300" y="361950"/>
                </a:lnTo>
                <a:lnTo>
                  <a:pt x="4559300" y="381000"/>
                </a:lnTo>
                <a:lnTo>
                  <a:pt x="4552950" y="387350"/>
                </a:lnTo>
                <a:lnTo>
                  <a:pt x="4552950" y="400050"/>
                </a:lnTo>
                <a:lnTo>
                  <a:pt x="4546600" y="406400"/>
                </a:lnTo>
                <a:lnTo>
                  <a:pt x="4546600" y="412750"/>
                </a:lnTo>
                <a:lnTo>
                  <a:pt x="4508500" y="450850"/>
                </a:lnTo>
                <a:lnTo>
                  <a:pt x="4502150" y="450850"/>
                </a:lnTo>
                <a:lnTo>
                  <a:pt x="4489450" y="438150"/>
                </a:lnTo>
                <a:lnTo>
                  <a:pt x="4489450" y="412750"/>
                </a:lnTo>
                <a:lnTo>
                  <a:pt x="4495800" y="406400"/>
                </a:lnTo>
                <a:lnTo>
                  <a:pt x="4495800" y="393700"/>
                </a:lnTo>
                <a:lnTo>
                  <a:pt x="4508500" y="381000"/>
                </a:lnTo>
                <a:lnTo>
                  <a:pt x="4508500" y="374650"/>
                </a:lnTo>
                <a:lnTo>
                  <a:pt x="4521200" y="361950"/>
                </a:lnTo>
                <a:lnTo>
                  <a:pt x="4527550" y="361950"/>
                </a:lnTo>
                <a:lnTo>
                  <a:pt x="4533900" y="355600"/>
                </a:lnTo>
                <a:close/>
                <a:moveTo>
                  <a:pt x="4991100" y="222250"/>
                </a:moveTo>
                <a:lnTo>
                  <a:pt x="4972050" y="222250"/>
                </a:lnTo>
                <a:lnTo>
                  <a:pt x="4965700" y="228600"/>
                </a:lnTo>
                <a:lnTo>
                  <a:pt x="4953000" y="228600"/>
                </a:lnTo>
                <a:lnTo>
                  <a:pt x="4940300" y="241300"/>
                </a:lnTo>
                <a:lnTo>
                  <a:pt x="4933950" y="241300"/>
                </a:lnTo>
                <a:lnTo>
                  <a:pt x="4914900" y="260350"/>
                </a:lnTo>
                <a:lnTo>
                  <a:pt x="4914900" y="266700"/>
                </a:lnTo>
                <a:lnTo>
                  <a:pt x="4902200" y="279400"/>
                </a:lnTo>
                <a:lnTo>
                  <a:pt x="4902200" y="285750"/>
                </a:lnTo>
                <a:lnTo>
                  <a:pt x="4889500" y="298450"/>
                </a:lnTo>
                <a:lnTo>
                  <a:pt x="4889500" y="311150"/>
                </a:lnTo>
                <a:lnTo>
                  <a:pt x="4876800" y="330200"/>
                </a:lnTo>
                <a:lnTo>
                  <a:pt x="4876800" y="342900"/>
                </a:lnTo>
                <a:lnTo>
                  <a:pt x="4857750" y="361950"/>
                </a:lnTo>
                <a:lnTo>
                  <a:pt x="4857750" y="374650"/>
                </a:lnTo>
                <a:lnTo>
                  <a:pt x="4870450" y="387350"/>
                </a:lnTo>
                <a:lnTo>
                  <a:pt x="4870450" y="393700"/>
                </a:lnTo>
                <a:lnTo>
                  <a:pt x="4864100" y="400050"/>
                </a:lnTo>
                <a:lnTo>
                  <a:pt x="4864100" y="412750"/>
                </a:lnTo>
                <a:lnTo>
                  <a:pt x="4870450" y="419100"/>
                </a:lnTo>
                <a:lnTo>
                  <a:pt x="4870450" y="444500"/>
                </a:lnTo>
                <a:lnTo>
                  <a:pt x="4876800" y="450850"/>
                </a:lnTo>
                <a:lnTo>
                  <a:pt x="4876800" y="457200"/>
                </a:lnTo>
                <a:lnTo>
                  <a:pt x="4883150" y="463550"/>
                </a:lnTo>
                <a:lnTo>
                  <a:pt x="4883150" y="469900"/>
                </a:lnTo>
                <a:lnTo>
                  <a:pt x="4908550" y="495300"/>
                </a:lnTo>
                <a:lnTo>
                  <a:pt x="4953000" y="495300"/>
                </a:lnTo>
                <a:lnTo>
                  <a:pt x="4959350" y="488950"/>
                </a:lnTo>
                <a:lnTo>
                  <a:pt x="4965700" y="488950"/>
                </a:lnTo>
                <a:lnTo>
                  <a:pt x="4972050" y="482600"/>
                </a:lnTo>
                <a:lnTo>
                  <a:pt x="4978400" y="482600"/>
                </a:lnTo>
                <a:lnTo>
                  <a:pt x="4984750" y="476250"/>
                </a:lnTo>
                <a:lnTo>
                  <a:pt x="4991100" y="476250"/>
                </a:lnTo>
                <a:lnTo>
                  <a:pt x="5035550" y="431800"/>
                </a:lnTo>
                <a:lnTo>
                  <a:pt x="5022850" y="431800"/>
                </a:lnTo>
                <a:lnTo>
                  <a:pt x="5016500" y="425450"/>
                </a:lnTo>
                <a:lnTo>
                  <a:pt x="5022850" y="419100"/>
                </a:lnTo>
                <a:lnTo>
                  <a:pt x="5022850" y="406400"/>
                </a:lnTo>
                <a:lnTo>
                  <a:pt x="5010150" y="419100"/>
                </a:lnTo>
                <a:lnTo>
                  <a:pt x="5003800" y="419100"/>
                </a:lnTo>
                <a:lnTo>
                  <a:pt x="4978400" y="444500"/>
                </a:lnTo>
                <a:lnTo>
                  <a:pt x="4972050" y="444500"/>
                </a:lnTo>
                <a:lnTo>
                  <a:pt x="4953000" y="457200"/>
                </a:lnTo>
                <a:lnTo>
                  <a:pt x="4940300" y="457200"/>
                </a:lnTo>
                <a:lnTo>
                  <a:pt x="4921250" y="438150"/>
                </a:lnTo>
                <a:lnTo>
                  <a:pt x="4921250" y="431800"/>
                </a:lnTo>
                <a:lnTo>
                  <a:pt x="4914900" y="425450"/>
                </a:lnTo>
                <a:lnTo>
                  <a:pt x="4914900" y="393700"/>
                </a:lnTo>
                <a:lnTo>
                  <a:pt x="4921250" y="387350"/>
                </a:lnTo>
                <a:lnTo>
                  <a:pt x="4953000" y="387350"/>
                </a:lnTo>
                <a:lnTo>
                  <a:pt x="4959350" y="381000"/>
                </a:lnTo>
                <a:lnTo>
                  <a:pt x="4965700" y="381000"/>
                </a:lnTo>
                <a:lnTo>
                  <a:pt x="4972050" y="374650"/>
                </a:lnTo>
                <a:lnTo>
                  <a:pt x="4978400" y="374650"/>
                </a:lnTo>
                <a:lnTo>
                  <a:pt x="5022850" y="330200"/>
                </a:lnTo>
                <a:lnTo>
                  <a:pt x="5022850" y="323850"/>
                </a:lnTo>
                <a:lnTo>
                  <a:pt x="5029200" y="317500"/>
                </a:lnTo>
                <a:lnTo>
                  <a:pt x="5029200" y="304800"/>
                </a:lnTo>
                <a:lnTo>
                  <a:pt x="5035550" y="298450"/>
                </a:lnTo>
                <a:lnTo>
                  <a:pt x="5035550" y="273050"/>
                </a:lnTo>
                <a:lnTo>
                  <a:pt x="5029200" y="266700"/>
                </a:lnTo>
                <a:lnTo>
                  <a:pt x="5029200" y="254000"/>
                </a:lnTo>
                <a:lnTo>
                  <a:pt x="5010150" y="234950"/>
                </a:lnTo>
                <a:lnTo>
                  <a:pt x="5003800" y="234950"/>
                </a:lnTo>
                <a:close/>
                <a:moveTo>
                  <a:pt x="4984750" y="266700"/>
                </a:moveTo>
                <a:lnTo>
                  <a:pt x="4997450" y="279400"/>
                </a:lnTo>
                <a:lnTo>
                  <a:pt x="4997450" y="298450"/>
                </a:lnTo>
                <a:lnTo>
                  <a:pt x="4991100" y="304800"/>
                </a:lnTo>
                <a:lnTo>
                  <a:pt x="4991100" y="311150"/>
                </a:lnTo>
                <a:lnTo>
                  <a:pt x="4978400" y="323850"/>
                </a:lnTo>
                <a:lnTo>
                  <a:pt x="4978400" y="330200"/>
                </a:lnTo>
                <a:lnTo>
                  <a:pt x="4972050" y="336550"/>
                </a:lnTo>
                <a:lnTo>
                  <a:pt x="4965700" y="336550"/>
                </a:lnTo>
                <a:lnTo>
                  <a:pt x="4953000" y="349250"/>
                </a:lnTo>
                <a:lnTo>
                  <a:pt x="4940300" y="349250"/>
                </a:lnTo>
                <a:lnTo>
                  <a:pt x="4933950" y="355600"/>
                </a:lnTo>
                <a:lnTo>
                  <a:pt x="4927600" y="349250"/>
                </a:lnTo>
                <a:lnTo>
                  <a:pt x="4927600" y="330200"/>
                </a:lnTo>
                <a:lnTo>
                  <a:pt x="4933950" y="323850"/>
                </a:lnTo>
                <a:lnTo>
                  <a:pt x="4933950" y="311150"/>
                </a:lnTo>
                <a:lnTo>
                  <a:pt x="4946650" y="298450"/>
                </a:lnTo>
                <a:lnTo>
                  <a:pt x="4946650" y="292100"/>
                </a:lnTo>
                <a:lnTo>
                  <a:pt x="4965700" y="273050"/>
                </a:lnTo>
                <a:lnTo>
                  <a:pt x="4972050" y="273050"/>
                </a:lnTo>
                <a:lnTo>
                  <a:pt x="4978400" y="266700"/>
                </a:lnTo>
                <a:close/>
                <a:moveTo>
                  <a:pt x="4819650" y="222250"/>
                </a:moveTo>
                <a:lnTo>
                  <a:pt x="4800600" y="234950"/>
                </a:lnTo>
                <a:lnTo>
                  <a:pt x="4787900" y="222250"/>
                </a:lnTo>
                <a:lnTo>
                  <a:pt x="4749800" y="222250"/>
                </a:lnTo>
                <a:lnTo>
                  <a:pt x="4743450" y="228600"/>
                </a:lnTo>
                <a:lnTo>
                  <a:pt x="4737100" y="228600"/>
                </a:lnTo>
                <a:lnTo>
                  <a:pt x="4705350" y="260350"/>
                </a:lnTo>
                <a:lnTo>
                  <a:pt x="4705350" y="266700"/>
                </a:lnTo>
                <a:lnTo>
                  <a:pt x="4692650" y="279400"/>
                </a:lnTo>
                <a:lnTo>
                  <a:pt x="4692650" y="285750"/>
                </a:lnTo>
                <a:lnTo>
                  <a:pt x="4686300" y="292100"/>
                </a:lnTo>
                <a:lnTo>
                  <a:pt x="4686300" y="298450"/>
                </a:lnTo>
                <a:lnTo>
                  <a:pt x="4679950" y="304800"/>
                </a:lnTo>
                <a:lnTo>
                  <a:pt x="4679950" y="311150"/>
                </a:lnTo>
                <a:lnTo>
                  <a:pt x="4667250" y="330200"/>
                </a:lnTo>
                <a:lnTo>
                  <a:pt x="4667250" y="342900"/>
                </a:lnTo>
                <a:lnTo>
                  <a:pt x="4660900" y="349250"/>
                </a:lnTo>
                <a:lnTo>
                  <a:pt x="4660900" y="368300"/>
                </a:lnTo>
                <a:lnTo>
                  <a:pt x="4654550" y="374650"/>
                </a:lnTo>
                <a:lnTo>
                  <a:pt x="4654550" y="425450"/>
                </a:lnTo>
                <a:lnTo>
                  <a:pt x="4660900" y="431800"/>
                </a:lnTo>
                <a:lnTo>
                  <a:pt x="4660900" y="450850"/>
                </a:lnTo>
                <a:lnTo>
                  <a:pt x="4673600" y="463550"/>
                </a:lnTo>
                <a:lnTo>
                  <a:pt x="4673600" y="469900"/>
                </a:lnTo>
                <a:lnTo>
                  <a:pt x="4686300" y="482600"/>
                </a:lnTo>
                <a:lnTo>
                  <a:pt x="4692650" y="482600"/>
                </a:lnTo>
                <a:lnTo>
                  <a:pt x="4699000" y="488950"/>
                </a:lnTo>
                <a:lnTo>
                  <a:pt x="4718050" y="488950"/>
                </a:lnTo>
                <a:lnTo>
                  <a:pt x="4724400" y="482600"/>
                </a:lnTo>
                <a:lnTo>
                  <a:pt x="4730750" y="482600"/>
                </a:lnTo>
                <a:lnTo>
                  <a:pt x="4768850" y="444500"/>
                </a:lnTo>
                <a:lnTo>
                  <a:pt x="4775200" y="450850"/>
                </a:lnTo>
                <a:lnTo>
                  <a:pt x="4775200" y="463550"/>
                </a:lnTo>
                <a:lnTo>
                  <a:pt x="4768850" y="469900"/>
                </a:lnTo>
                <a:lnTo>
                  <a:pt x="4768850" y="495300"/>
                </a:lnTo>
                <a:lnTo>
                  <a:pt x="4762500" y="501650"/>
                </a:lnTo>
                <a:lnTo>
                  <a:pt x="4762500" y="527050"/>
                </a:lnTo>
                <a:lnTo>
                  <a:pt x="4756150" y="533400"/>
                </a:lnTo>
                <a:lnTo>
                  <a:pt x="4756150" y="552450"/>
                </a:lnTo>
                <a:lnTo>
                  <a:pt x="4749800" y="558800"/>
                </a:lnTo>
                <a:lnTo>
                  <a:pt x="4749800" y="571500"/>
                </a:lnTo>
                <a:lnTo>
                  <a:pt x="4743450" y="577850"/>
                </a:lnTo>
                <a:lnTo>
                  <a:pt x="4743450" y="584200"/>
                </a:lnTo>
                <a:lnTo>
                  <a:pt x="4737100" y="590550"/>
                </a:lnTo>
                <a:lnTo>
                  <a:pt x="4737100" y="596900"/>
                </a:lnTo>
                <a:lnTo>
                  <a:pt x="4724400" y="615950"/>
                </a:lnTo>
                <a:lnTo>
                  <a:pt x="4718050" y="615950"/>
                </a:lnTo>
                <a:lnTo>
                  <a:pt x="4711700" y="622300"/>
                </a:lnTo>
                <a:lnTo>
                  <a:pt x="4699000" y="622300"/>
                </a:lnTo>
                <a:lnTo>
                  <a:pt x="4679950" y="603250"/>
                </a:lnTo>
                <a:lnTo>
                  <a:pt x="4679950" y="558800"/>
                </a:lnTo>
                <a:lnTo>
                  <a:pt x="4673600" y="552450"/>
                </a:lnTo>
                <a:lnTo>
                  <a:pt x="4654550" y="571500"/>
                </a:lnTo>
                <a:lnTo>
                  <a:pt x="4648200" y="571500"/>
                </a:lnTo>
                <a:lnTo>
                  <a:pt x="4635500" y="584200"/>
                </a:lnTo>
                <a:lnTo>
                  <a:pt x="4635500" y="603250"/>
                </a:lnTo>
                <a:lnTo>
                  <a:pt x="4629150" y="609600"/>
                </a:lnTo>
                <a:lnTo>
                  <a:pt x="4635500" y="615950"/>
                </a:lnTo>
                <a:lnTo>
                  <a:pt x="4635500" y="628650"/>
                </a:lnTo>
                <a:lnTo>
                  <a:pt x="4641850" y="635000"/>
                </a:lnTo>
                <a:lnTo>
                  <a:pt x="4641850" y="641350"/>
                </a:lnTo>
                <a:lnTo>
                  <a:pt x="4648200" y="647700"/>
                </a:lnTo>
                <a:lnTo>
                  <a:pt x="4648200" y="654050"/>
                </a:lnTo>
                <a:lnTo>
                  <a:pt x="4667250" y="673100"/>
                </a:lnTo>
                <a:lnTo>
                  <a:pt x="4673600" y="673100"/>
                </a:lnTo>
                <a:lnTo>
                  <a:pt x="4679950" y="679450"/>
                </a:lnTo>
                <a:lnTo>
                  <a:pt x="4692650" y="679450"/>
                </a:lnTo>
                <a:lnTo>
                  <a:pt x="4699000" y="685800"/>
                </a:lnTo>
                <a:lnTo>
                  <a:pt x="4705350" y="685800"/>
                </a:lnTo>
                <a:lnTo>
                  <a:pt x="4711700" y="679450"/>
                </a:lnTo>
                <a:lnTo>
                  <a:pt x="4724400" y="679450"/>
                </a:lnTo>
                <a:lnTo>
                  <a:pt x="4730750" y="673100"/>
                </a:lnTo>
                <a:lnTo>
                  <a:pt x="4737100" y="673100"/>
                </a:lnTo>
                <a:lnTo>
                  <a:pt x="4775200" y="635000"/>
                </a:lnTo>
                <a:lnTo>
                  <a:pt x="4775200" y="628650"/>
                </a:lnTo>
                <a:lnTo>
                  <a:pt x="4787900" y="609600"/>
                </a:lnTo>
                <a:lnTo>
                  <a:pt x="4787900" y="590550"/>
                </a:lnTo>
                <a:lnTo>
                  <a:pt x="4800600" y="571500"/>
                </a:lnTo>
                <a:lnTo>
                  <a:pt x="4800600" y="552450"/>
                </a:lnTo>
                <a:lnTo>
                  <a:pt x="4806950" y="546100"/>
                </a:lnTo>
                <a:lnTo>
                  <a:pt x="4806950" y="520700"/>
                </a:lnTo>
                <a:lnTo>
                  <a:pt x="4813300" y="514350"/>
                </a:lnTo>
                <a:lnTo>
                  <a:pt x="4813300" y="488950"/>
                </a:lnTo>
                <a:lnTo>
                  <a:pt x="4819650" y="482600"/>
                </a:lnTo>
                <a:lnTo>
                  <a:pt x="4819650" y="450850"/>
                </a:lnTo>
                <a:lnTo>
                  <a:pt x="4826000" y="444500"/>
                </a:lnTo>
                <a:lnTo>
                  <a:pt x="4826000" y="412750"/>
                </a:lnTo>
                <a:lnTo>
                  <a:pt x="4832350" y="406400"/>
                </a:lnTo>
                <a:lnTo>
                  <a:pt x="4832350" y="298450"/>
                </a:lnTo>
                <a:lnTo>
                  <a:pt x="4838700" y="292100"/>
                </a:lnTo>
                <a:lnTo>
                  <a:pt x="4838700" y="273050"/>
                </a:lnTo>
                <a:lnTo>
                  <a:pt x="4845050" y="266700"/>
                </a:lnTo>
                <a:lnTo>
                  <a:pt x="4845050" y="247650"/>
                </a:lnTo>
                <a:close/>
                <a:moveTo>
                  <a:pt x="4699000" y="304800"/>
                </a:moveTo>
                <a:lnTo>
                  <a:pt x="4705350" y="298450"/>
                </a:lnTo>
                <a:lnTo>
                  <a:pt x="4711700" y="304800"/>
                </a:lnTo>
                <a:lnTo>
                  <a:pt x="4705350" y="311150"/>
                </a:lnTo>
                <a:close/>
                <a:moveTo>
                  <a:pt x="4781550" y="266700"/>
                </a:moveTo>
                <a:lnTo>
                  <a:pt x="4794250" y="279400"/>
                </a:lnTo>
                <a:lnTo>
                  <a:pt x="4794250" y="298450"/>
                </a:lnTo>
                <a:lnTo>
                  <a:pt x="4787900" y="304800"/>
                </a:lnTo>
                <a:lnTo>
                  <a:pt x="4787900" y="342900"/>
                </a:lnTo>
                <a:lnTo>
                  <a:pt x="4781550" y="349250"/>
                </a:lnTo>
                <a:lnTo>
                  <a:pt x="4781550" y="361950"/>
                </a:lnTo>
                <a:lnTo>
                  <a:pt x="4775200" y="368300"/>
                </a:lnTo>
                <a:lnTo>
                  <a:pt x="4775200" y="374650"/>
                </a:lnTo>
                <a:lnTo>
                  <a:pt x="4768850" y="381000"/>
                </a:lnTo>
                <a:lnTo>
                  <a:pt x="4768850" y="387350"/>
                </a:lnTo>
                <a:lnTo>
                  <a:pt x="4756150" y="400050"/>
                </a:lnTo>
                <a:lnTo>
                  <a:pt x="4756150" y="406400"/>
                </a:lnTo>
                <a:lnTo>
                  <a:pt x="4737100" y="425450"/>
                </a:lnTo>
                <a:lnTo>
                  <a:pt x="4730750" y="425450"/>
                </a:lnTo>
                <a:lnTo>
                  <a:pt x="4724400" y="431800"/>
                </a:lnTo>
                <a:lnTo>
                  <a:pt x="4711700" y="419100"/>
                </a:lnTo>
                <a:lnTo>
                  <a:pt x="4711700" y="406400"/>
                </a:lnTo>
                <a:lnTo>
                  <a:pt x="4705350" y="400050"/>
                </a:lnTo>
                <a:lnTo>
                  <a:pt x="4705350" y="393700"/>
                </a:lnTo>
                <a:lnTo>
                  <a:pt x="4711700" y="387350"/>
                </a:lnTo>
                <a:lnTo>
                  <a:pt x="4711700" y="355600"/>
                </a:lnTo>
                <a:lnTo>
                  <a:pt x="4718050" y="349250"/>
                </a:lnTo>
                <a:lnTo>
                  <a:pt x="4718050" y="336550"/>
                </a:lnTo>
                <a:lnTo>
                  <a:pt x="4724400" y="330200"/>
                </a:lnTo>
                <a:lnTo>
                  <a:pt x="4724400" y="323850"/>
                </a:lnTo>
                <a:lnTo>
                  <a:pt x="4730750" y="317500"/>
                </a:lnTo>
                <a:lnTo>
                  <a:pt x="4730750" y="311150"/>
                </a:lnTo>
                <a:lnTo>
                  <a:pt x="4737100" y="304800"/>
                </a:lnTo>
                <a:lnTo>
                  <a:pt x="4737100" y="298450"/>
                </a:lnTo>
                <a:lnTo>
                  <a:pt x="4768850" y="266700"/>
                </a:lnTo>
                <a:close/>
                <a:moveTo>
                  <a:pt x="3244850" y="228600"/>
                </a:moveTo>
                <a:lnTo>
                  <a:pt x="3238500" y="228600"/>
                </a:lnTo>
                <a:lnTo>
                  <a:pt x="3232150" y="222250"/>
                </a:lnTo>
                <a:lnTo>
                  <a:pt x="3225800" y="222250"/>
                </a:lnTo>
                <a:lnTo>
                  <a:pt x="3219450" y="228600"/>
                </a:lnTo>
                <a:lnTo>
                  <a:pt x="3206750" y="228600"/>
                </a:lnTo>
                <a:lnTo>
                  <a:pt x="3187700" y="247650"/>
                </a:lnTo>
                <a:lnTo>
                  <a:pt x="3181350" y="247650"/>
                </a:lnTo>
                <a:lnTo>
                  <a:pt x="3175000" y="254000"/>
                </a:lnTo>
                <a:lnTo>
                  <a:pt x="3175000" y="260350"/>
                </a:lnTo>
                <a:lnTo>
                  <a:pt x="3155950" y="279400"/>
                </a:lnTo>
                <a:lnTo>
                  <a:pt x="3149600" y="273050"/>
                </a:lnTo>
                <a:lnTo>
                  <a:pt x="3149600" y="228600"/>
                </a:lnTo>
                <a:lnTo>
                  <a:pt x="3124200" y="228600"/>
                </a:lnTo>
                <a:lnTo>
                  <a:pt x="3117850" y="234950"/>
                </a:lnTo>
                <a:lnTo>
                  <a:pt x="3111500" y="234950"/>
                </a:lnTo>
                <a:lnTo>
                  <a:pt x="3111500" y="241300"/>
                </a:lnTo>
                <a:lnTo>
                  <a:pt x="3105150" y="247650"/>
                </a:lnTo>
                <a:lnTo>
                  <a:pt x="3105150" y="285750"/>
                </a:lnTo>
                <a:lnTo>
                  <a:pt x="3098800" y="292100"/>
                </a:lnTo>
                <a:lnTo>
                  <a:pt x="3098800" y="323850"/>
                </a:lnTo>
                <a:lnTo>
                  <a:pt x="3092450" y="330200"/>
                </a:lnTo>
                <a:lnTo>
                  <a:pt x="3092450" y="368300"/>
                </a:lnTo>
                <a:lnTo>
                  <a:pt x="3086100" y="374650"/>
                </a:lnTo>
                <a:lnTo>
                  <a:pt x="3086100" y="400050"/>
                </a:lnTo>
                <a:lnTo>
                  <a:pt x="3079750" y="406400"/>
                </a:lnTo>
                <a:lnTo>
                  <a:pt x="3079750" y="438150"/>
                </a:lnTo>
                <a:lnTo>
                  <a:pt x="3073400" y="444500"/>
                </a:lnTo>
                <a:lnTo>
                  <a:pt x="3073400" y="482600"/>
                </a:lnTo>
                <a:lnTo>
                  <a:pt x="3086100" y="495300"/>
                </a:lnTo>
                <a:lnTo>
                  <a:pt x="3092450" y="495300"/>
                </a:lnTo>
                <a:lnTo>
                  <a:pt x="3098800" y="488950"/>
                </a:lnTo>
                <a:lnTo>
                  <a:pt x="3105150" y="495300"/>
                </a:lnTo>
                <a:lnTo>
                  <a:pt x="3117850" y="495300"/>
                </a:lnTo>
                <a:lnTo>
                  <a:pt x="3117850" y="482600"/>
                </a:lnTo>
                <a:lnTo>
                  <a:pt x="3124200" y="476250"/>
                </a:lnTo>
                <a:lnTo>
                  <a:pt x="3124200" y="444500"/>
                </a:lnTo>
                <a:lnTo>
                  <a:pt x="3130550" y="438150"/>
                </a:lnTo>
                <a:lnTo>
                  <a:pt x="3130550" y="412750"/>
                </a:lnTo>
                <a:lnTo>
                  <a:pt x="3136900" y="406400"/>
                </a:lnTo>
                <a:lnTo>
                  <a:pt x="3136900" y="387350"/>
                </a:lnTo>
                <a:lnTo>
                  <a:pt x="3143250" y="381000"/>
                </a:lnTo>
                <a:lnTo>
                  <a:pt x="3143250" y="368300"/>
                </a:lnTo>
                <a:lnTo>
                  <a:pt x="3149600" y="361950"/>
                </a:lnTo>
                <a:lnTo>
                  <a:pt x="3149600" y="349250"/>
                </a:lnTo>
                <a:lnTo>
                  <a:pt x="3155950" y="342900"/>
                </a:lnTo>
                <a:lnTo>
                  <a:pt x="3155950" y="336550"/>
                </a:lnTo>
                <a:lnTo>
                  <a:pt x="3168650" y="323850"/>
                </a:lnTo>
                <a:lnTo>
                  <a:pt x="3168650" y="317500"/>
                </a:lnTo>
                <a:lnTo>
                  <a:pt x="3181350" y="304800"/>
                </a:lnTo>
                <a:lnTo>
                  <a:pt x="3181350" y="298450"/>
                </a:lnTo>
                <a:lnTo>
                  <a:pt x="3194050" y="285750"/>
                </a:lnTo>
                <a:lnTo>
                  <a:pt x="3200400" y="285750"/>
                </a:lnTo>
                <a:lnTo>
                  <a:pt x="3206750" y="279400"/>
                </a:lnTo>
                <a:lnTo>
                  <a:pt x="3213100" y="279400"/>
                </a:lnTo>
                <a:lnTo>
                  <a:pt x="3219450" y="285750"/>
                </a:lnTo>
                <a:lnTo>
                  <a:pt x="3219450" y="336550"/>
                </a:lnTo>
                <a:lnTo>
                  <a:pt x="3213100" y="342900"/>
                </a:lnTo>
                <a:lnTo>
                  <a:pt x="3213100" y="387350"/>
                </a:lnTo>
                <a:lnTo>
                  <a:pt x="3206750" y="393700"/>
                </a:lnTo>
                <a:lnTo>
                  <a:pt x="3206750" y="438150"/>
                </a:lnTo>
                <a:lnTo>
                  <a:pt x="3200400" y="444500"/>
                </a:lnTo>
                <a:lnTo>
                  <a:pt x="3200400" y="457200"/>
                </a:lnTo>
                <a:lnTo>
                  <a:pt x="3206750" y="463550"/>
                </a:lnTo>
                <a:lnTo>
                  <a:pt x="3206750" y="476250"/>
                </a:lnTo>
                <a:lnTo>
                  <a:pt x="3213100" y="482600"/>
                </a:lnTo>
                <a:lnTo>
                  <a:pt x="3213100" y="488950"/>
                </a:lnTo>
                <a:lnTo>
                  <a:pt x="3225800" y="501650"/>
                </a:lnTo>
                <a:lnTo>
                  <a:pt x="3257550" y="501650"/>
                </a:lnTo>
                <a:lnTo>
                  <a:pt x="3263900" y="495300"/>
                </a:lnTo>
                <a:lnTo>
                  <a:pt x="3270250" y="495300"/>
                </a:lnTo>
                <a:lnTo>
                  <a:pt x="3270250" y="488950"/>
                </a:lnTo>
                <a:lnTo>
                  <a:pt x="3282950" y="476250"/>
                </a:lnTo>
                <a:lnTo>
                  <a:pt x="3282950" y="463550"/>
                </a:lnTo>
                <a:lnTo>
                  <a:pt x="3289300" y="457200"/>
                </a:lnTo>
                <a:lnTo>
                  <a:pt x="3289300" y="444500"/>
                </a:lnTo>
                <a:lnTo>
                  <a:pt x="3282950" y="444500"/>
                </a:lnTo>
                <a:lnTo>
                  <a:pt x="3282950" y="450850"/>
                </a:lnTo>
                <a:lnTo>
                  <a:pt x="3263900" y="463550"/>
                </a:lnTo>
                <a:lnTo>
                  <a:pt x="3257550" y="463550"/>
                </a:lnTo>
                <a:lnTo>
                  <a:pt x="3251200" y="457200"/>
                </a:lnTo>
                <a:lnTo>
                  <a:pt x="3251200" y="400050"/>
                </a:lnTo>
                <a:lnTo>
                  <a:pt x="3257550" y="393700"/>
                </a:lnTo>
                <a:lnTo>
                  <a:pt x="3257550" y="361950"/>
                </a:lnTo>
                <a:lnTo>
                  <a:pt x="3263900" y="355600"/>
                </a:lnTo>
                <a:lnTo>
                  <a:pt x="3263900" y="317500"/>
                </a:lnTo>
                <a:lnTo>
                  <a:pt x="3270250" y="311150"/>
                </a:lnTo>
                <a:lnTo>
                  <a:pt x="3270250" y="266700"/>
                </a:lnTo>
                <a:lnTo>
                  <a:pt x="3263900" y="260350"/>
                </a:lnTo>
                <a:lnTo>
                  <a:pt x="3263900" y="247650"/>
                </a:lnTo>
                <a:close/>
                <a:moveTo>
                  <a:pt x="3009900" y="222250"/>
                </a:moveTo>
                <a:lnTo>
                  <a:pt x="2978150" y="222250"/>
                </a:lnTo>
                <a:lnTo>
                  <a:pt x="2971800" y="228600"/>
                </a:lnTo>
                <a:lnTo>
                  <a:pt x="2965450" y="228600"/>
                </a:lnTo>
                <a:lnTo>
                  <a:pt x="2952750" y="241300"/>
                </a:lnTo>
                <a:lnTo>
                  <a:pt x="2946400" y="241300"/>
                </a:lnTo>
                <a:lnTo>
                  <a:pt x="2921000" y="266700"/>
                </a:lnTo>
                <a:lnTo>
                  <a:pt x="2921000" y="273050"/>
                </a:lnTo>
                <a:lnTo>
                  <a:pt x="2908300" y="285750"/>
                </a:lnTo>
                <a:lnTo>
                  <a:pt x="2908300" y="292100"/>
                </a:lnTo>
                <a:lnTo>
                  <a:pt x="2901950" y="298450"/>
                </a:lnTo>
                <a:lnTo>
                  <a:pt x="2901950" y="304800"/>
                </a:lnTo>
                <a:lnTo>
                  <a:pt x="2895600" y="311150"/>
                </a:lnTo>
                <a:lnTo>
                  <a:pt x="2895600" y="317500"/>
                </a:lnTo>
                <a:lnTo>
                  <a:pt x="2882900" y="336550"/>
                </a:lnTo>
                <a:lnTo>
                  <a:pt x="2882900" y="355600"/>
                </a:lnTo>
                <a:lnTo>
                  <a:pt x="2876550" y="361950"/>
                </a:lnTo>
                <a:lnTo>
                  <a:pt x="2870200" y="361950"/>
                </a:lnTo>
                <a:lnTo>
                  <a:pt x="2870200" y="368300"/>
                </a:lnTo>
                <a:lnTo>
                  <a:pt x="2863850" y="374650"/>
                </a:lnTo>
                <a:lnTo>
                  <a:pt x="2863850" y="381000"/>
                </a:lnTo>
                <a:lnTo>
                  <a:pt x="2876550" y="400050"/>
                </a:lnTo>
                <a:lnTo>
                  <a:pt x="2876550" y="406400"/>
                </a:lnTo>
                <a:lnTo>
                  <a:pt x="2870200" y="412750"/>
                </a:lnTo>
                <a:lnTo>
                  <a:pt x="2870200" y="419100"/>
                </a:lnTo>
                <a:lnTo>
                  <a:pt x="2876550" y="425450"/>
                </a:lnTo>
                <a:lnTo>
                  <a:pt x="2876550" y="450850"/>
                </a:lnTo>
                <a:lnTo>
                  <a:pt x="2882900" y="457200"/>
                </a:lnTo>
                <a:lnTo>
                  <a:pt x="2882900" y="469900"/>
                </a:lnTo>
                <a:lnTo>
                  <a:pt x="2895600" y="482600"/>
                </a:lnTo>
                <a:lnTo>
                  <a:pt x="2895600" y="488950"/>
                </a:lnTo>
                <a:lnTo>
                  <a:pt x="2901950" y="495300"/>
                </a:lnTo>
                <a:lnTo>
                  <a:pt x="2908300" y="495300"/>
                </a:lnTo>
                <a:lnTo>
                  <a:pt x="2927350" y="508000"/>
                </a:lnTo>
                <a:lnTo>
                  <a:pt x="2946400" y="508000"/>
                </a:lnTo>
                <a:lnTo>
                  <a:pt x="2952750" y="501650"/>
                </a:lnTo>
                <a:lnTo>
                  <a:pt x="2971800" y="501650"/>
                </a:lnTo>
                <a:lnTo>
                  <a:pt x="2978150" y="495300"/>
                </a:lnTo>
                <a:lnTo>
                  <a:pt x="2990850" y="495300"/>
                </a:lnTo>
                <a:lnTo>
                  <a:pt x="3003550" y="482600"/>
                </a:lnTo>
                <a:lnTo>
                  <a:pt x="3009900" y="482600"/>
                </a:lnTo>
                <a:lnTo>
                  <a:pt x="3028950" y="463550"/>
                </a:lnTo>
                <a:lnTo>
                  <a:pt x="3035300" y="463550"/>
                </a:lnTo>
                <a:lnTo>
                  <a:pt x="3041650" y="457200"/>
                </a:lnTo>
                <a:lnTo>
                  <a:pt x="3041650" y="450850"/>
                </a:lnTo>
                <a:lnTo>
                  <a:pt x="3054350" y="438150"/>
                </a:lnTo>
                <a:lnTo>
                  <a:pt x="3041650" y="438150"/>
                </a:lnTo>
                <a:lnTo>
                  <a:pt x="3035300" y="431800"/>
                </a:lnTo>
                <a:lnTo>
                  <a:pt x="3048000" y="419100"/>
                </a:lnTo>
                <a:lnTo>
                  <a:pt x="3048000" y="412750"/>
                </a:lnTo>
                <a:lnTo>
                  <a:pt x="3041650" y="412750"/>
                </a:lnTo>
                <a:lnTo>
                  <a:pt x="3028950" y="425450"/>
                </a:lnTo>
                <a:lnTo>
                  <a:pt x="3022600" y="425450"/>
                </a:lnTo>
                <a:lnTo>
                  <a:pt x="3003550" y="444500"/>
                </a:lnTo>
                <a:lnTo>
                  <a:pt x="2997200" y="444500"/>
                </a:lnTo>
                <a:lnTo>
                  <a:pt x="2984500" y="457200"/>
                </a:lnTo>
                <a:lnTo>
                  <a:pt x="2971800" y="457200"/>
                </a:lnTo>
                <a:lnTo>
                  <a:pt x="2965450" y="463550"/>
                </a:lnTo>
                <a:lnTo>
                  <a:pt x="2952750" y="463550"/>
                </a:lnTo>
                <a:lnTo>
                  <a:pt x="2933700" y="450850"/>
                </a:lnTo>
                <a:lnTo>
                  <a:pt x="2933700" y="444500"/>
                </a:lnTo>
                <a:lnTo>
                  <a:pt x="2927350" y="438150"/>
                </a:lnTo>
                <a:lnTo>
                  <a:pt x="2927350" y="419100"/>
                </a:lnTo>
                <a:lnTo>
                  <a:pt x="2921000" y="412750"/>
                </a:lnTo>
                <a:lnTo>
                  <a:pt x="2921000" y="406400"/>
                </a:lnTo>
                <a:lnTo>
                  <a:pt x="2933700" y="393700"/>
                </a:lnTo>
                <a:lnTo>
                  <a:pt x="2965450" y="393700"/>
                </a:lnTo>
                <a:lnTo>
                  <a:pt x="2971800" y="387350"/>
                </a:lnTo>
                <a:lnTo>
                  <a:pt x="2978150" y="387350"/>
                </a:lnTo>
                <a:lnTo>
                  <a:pt x="2984500" y="381000"/>
                </a:lnTo>
                <a:lnTo>
                  <a:pt x="2990850" y="381000"/>
                </a:lnTo>
                <a:lnTo>
                  <a:pt x="3003550" y="368300"/>
                </a:lnTo>
                <a:lnTo>
                  <a:pt x="3009900" y="368300"/>
                </a:lnTo>
                <a:lnTo>
                  <a:pt x="3028950" y="349250"/>
                </a:lnTo>
                <a:lnTo>
                  <a:pt x="3028950" y="342900"/>
                </a:lnTo>
                <a:lnTo>
                  <a:pt x="3048000" y="323850"/>
                </a:lnTo>
                <a:lnTo>
                  <a:pt x="3048000" y="311150"/>
                </a:lnTo>
                <a:lnTo>
                  <a:pt x="3054350" y="304800"/>
                </a:lnTo>
                <a:lnTo>
                  <a:pt x="3054350" y="266700"/>
                </a:lnTo>
                <a:lnTo>
                  <a:pt x="3041650" y="254000"/>
                </a:lnTo>
                <a:lnTo>
                  <a:pt x="3041650" y="247650"/>
                </a:lnTo>
                <a:lnTo>
                  <a:pt x="3035300" y="241300"/>
                </a:lnTo>
                <a:lnTo>
                  <a:pt x="3028950" y="241300"/>
                </a:lnTo>
                <a:close/>
                <a:moveTo>
                  <a:pt x="2997200" y="266700"/>
                </a:moveTo>
                <a:lnTo>
                  <a:pt x="3016250" y="285750"/>
                </a:lnTo>
                <a:lnTo>
                  <a:pt x="3016250" y="292100"/>
                </a:lnTo>
                <a:lnTo>
                  <a:pt x="3009900" y="298450"/>
                </a:lnTo>
                <a:lnTo>
                  <a:pt x="3009900" y="311150"/>
                </a:lnTo>
                <a:lnTo>
                  <a:pt x="2971800" y="349250"/>
                </a:lnTo>
                <a:lnTo>
                  <a:pt x="2965450" y="349250"/>
                </a:lnTo>
                <a:lnTo>
                  <a:pt x="2959100" y="355600"/>
                </a:lnTo>
                <a:lnTo>
                  <a:pt x="2940050" y="355600"/>
                </a:lnTo>
                <a:lnTo>
                  <a:pt x="2933700" y="349250"/>
                </a:lnTo>
                <a:lnTo>
                  <a:pt x="2940050" y="342900"/>
                </a:lnTo>
                <a:lnTo>
                  <a:pt x="2940050" y="330200"/>
                </a:lnTo>
                <a:lnTo>
                  <a:pt x="2946400" y="323850"/>
                </a:lnTo>
                <a:lnTo>
                  <a:pt x="2946400" y="317500"/>
                </a:lnTo>
                <a:lnTo>
                  <a:pt x="2952750" y="311150"/>
                </a:lnTo>
                <a:lnTo>
                  <a:pt x="2952750" y="304800"/>
                </a:lnTo>
                <a:lnTo>
                  <a:pt x="2984500" y="273050"/>
                </a:lnTo>
                <a:lnTo>
                  <a:pt x="2990850" y="273050"/>
                </a:lnTo>
                <a:close/>
                <a:moveTo>
                  <a:pt x="3702050" y="215900"/>
                </a:moveTo>
                <a:lnTo>
                  <a:pt x="3683000" y="215900"/>
                </a:lnTo>
                <a:lnTo>
                  <a:pt x="3676650" y="222250"/>
                </a:lnTo>
                <a:lnTo>
                  <a:pt x="3663950" y="222250"/>
                </a:lnTo>
                <a:lnTo>
                  <a:pt x="3651250" y="234950"/>
                </a:lnTo>
                <a:lnTo>
                  <a:pt x="3644900" y="234950"/>
                </a:lnTo>
                <a:lnTo>
                  <a:pt x="3632200" y="247650"/>
                </a:lnTo>
                <a:lnTo>
                  <a:pt x="3632200" y="254000"/>
                </a:lnTo>
                <a:lnTo>
                  <a:pt x="3619500" y="266700"/>
                </a:lnTo>
                <a:lnTo>
                  <a:pt x="3619500" y="273050"/>
                </a:lnTo>
                <a:lnTo>
                  <a:pt x="3606800" y="285750"/>
                </a:lnTo>
                <a:lnTo>
                  <a:pt x="3606800" y="292100"/>
                </a:lnTo>
                <a:lnTo>
                  <a:pt x="3600450" y="298450"/>
                </a:lnTo>
                <a:lnTo>
                  <a:pt x="3600450" y="311150"/>
                </a:lnTo>
                <a:lnTo>
                  <a:pt x="3594100" y="317500"/>
                </a:lnTo>
                <a:lnTo>
                  <a:pt x="3594100" y="330200"/>
                </a:lnTo>
                <a:lnTo>
                  <a:pt x="3587750" y="336550"/>
                </a:lnTo>
                <a:lnTo>
                  <a:pt x="3587750" y="349250"/>
                </a:lnTo>
                <a:lnTo>
                  <a:pt x="3581400" y="355600"/>
                </a:lnTo>
                <a:lnTo>
                  <a:pt x="3581400" y="374650"/>
                </a:lnTo>
                <a:lnTo>
                  <a:pt x="3575050" y="381000"/>
                </a:lnTo>
                <a:lnTo>
                  <a:pt x="3575050" y="406400"/>
                </a:lnTo>
                <a:lnTo>
                  <a:pt x="3581400" y="412750"/>
                </a:lnTo>
                <a:lnTo>
                  <a:pt x="3581400" y="438150"/>
                </a:lnTo>
                <a:lnTo>
                  <a:pt x="3587750" y="444500"/>
                </a:lnTo>
                <a:lnTo>
                  <a:pt x="3587750" y="457200"/>
                </a:lnTo>
                <a:lnTo>
                  <a:pt x="3600450" y="469900"/>
                </a:lnTo>
                <a:lnTo>
                  <a:pt x="3600450" y="476250"/>
                </a:lnTo>
                <a:lnTo>
                  <a:pt x="3613150" y="488950"/>
                </a:lnTo>
                <a:lnTo>
                  <a:pt x="3619500" y="488950"/>
                </a:lnTo>
                <a:lnTo>
                  <a:pt x="3638550" y="501650"/>
                </a:lnTo>
                <a:lnTo>
                  <a:pt x="3657600" y="501650"/>
                </a:lnTo>
                <a:lnTo>
                  <a:pt x="3663950" y="495300"/>
                </a:lnTo>
                <a:lnTo>
                  <a:pt x="3683000" y="495300"/>
                </a:lnTo>
                <a:lnTo>
                  <a:pt x="3689350" y="488950"/>
                </a:lnTo>
                <a:lnTo>
                  <a:pt x="3695700" y="488950"/>
                </a:lnTo>
                <a:lnTo>
                  <a:pt x="3702050" y="482600"/>
                </a:lnTo>
                <a:lnTo>
                  <a:pt x="3708400" y="482600"/>
                </a:lnTo>
                <a:lnTo>
                  <a:pt x="3727450" y="463550"/>
                </a:lnTo>
                <a:lnTo>
                  <a:pt x="3733800" y="463550"/>
                </a:lnTo>
                <a:lnTo>
                  <a:pt x="3733800" y="457200"/>
                </a:lnTo>
                <a:lnTo>
                  <a:pt x="3752850" y="438150"/>
                </a:lnTo>
                <a:lnTo>
                  <a:pt x="3752850" y="431800"/>
                </a:lnTo>
                <a:lnTo>
                  <a:pt x="3740150" y="419100"/>
                </a:lnTo>
                <a:lnTo>
                  <a:pt x="3740150" y="406400"/>
                </a:lnTo>
                <a:lnTo>
                  <a:pt x="3733800" y="400050"/>
                </a:lnTo>
                <a:lnTo>
                  <a:pt x="3714750" y="419100"/>
                </a:lnTo>
                <a:lnTo>
                  <a:pt x="3714750" y="425450"/>
                </a:lnTo>
                <a:lnTo>
                  <a:pt x="3702050" y="438150"/>
                </a:lnTo>
                <a:lnTo>
                  <a:pt x="3695700" y="438150"/>
                </a:lnTo>
                <a:lnTo>
                  <a:pt x="3683000" y="450850"/>
                </a:lnTo>
                <a:lnTo>
                  <a:pt x="3651250" y="450850"/>
                </a:lnTo>
                <a:lnTo>
                  <a:pt x="3638550" y="438150"/>
                </a:lnTo>
                <a:lnTo>
                  <a:pt x="3638550" y="431800"/>
                </a:lnTo>
                <a:lnTo>
                  <a:pt x="3632200" y="425450"/>
                </a:lnTo>
                <a:lnTo>
                  <a:pt x="3632200" y="355600"/>
                </a:lnTo>
                <a:lnTo>
                  <a:pt x="3638550" y="349250"/>
                </a:lnTo>
                <a:lnTo>
                  <a:pt x="3638550" y="330200"/>
                </a:lnTo>
                <a:lnTo>
                  <a:pt x="3644900" y="323850"/>
                </a:lnTo>
                <a:lnTo>
                  <a:pt x="3644900" y="317500"/>
                </a:lnTo>
                <a:lnTo>
                  <a:pt x="3651250" y="311150"/>
                </a:lnTo>
                <a:lnTo>
                  <a:pt x="3651250" y="304800"/>
                </a:lnTo>
                <a:lnTo>
                  <a:pt x="3663950" y="292100"/>
                </a:lnTo>
                <a:lnTo>
                  <a:pt x="3663950" y="285750"/>
                </a:lnTo>
                <a:lnTo>
                  <a:pt x="3670300" y="279400"/>
                </a:lnTo>
                <a:lnTo>
                  <a:pt x="3676650" y="279400"/>
                </a:lnTo>
                <a:lnTo>
                  <a:pt x="3689350" y="266700"/>
                </a:lnTo>
                <a:lnTo>
                  <a:pt x="3695700" y="266700"/>
                </a:lnTo>
                <a:lnTo>
                  <a:pt x="3714750" y="285750"/>
                </a:lnTo>
                <a:lnTo>
                  <a:pt x="3714750" y="292100"/>
                </a:lnTo>
                <a:lnTo>
                  <a:pt x="3708400" y="298450"/>
                </a:lnTo>
                <a:lnTo>
                  <a:pt x="3714750" y="304800"/>
                </a:lnTo>
                <a:lnTo>
                  <a:pt x="3733800" y="304800"/>
                </a:lnTo>
                <a:lnTo>
                  <a:pt x="3733800" y="298450"/>
                </a:lnTo>
                <a:lnTo>
                  <a:pt x="3752850" y="285750"/>
                </a:lnTo>
                <a:lnTo>
                  <a:pt x="3752850" y="260350"/>
                </a:lnTo>
                <a:lnTo>
                  <a:pt x="3746500" y="254000"/>
                </a:lnTo>
                <a:lnTo>
                  <a:pt x="3746500" y="247650"/>
                </a:lnTo>
                <a:lnTo>
                  <a:pt x="3740150" y="241300"/>
                </a:lnTo>
                <a:lnTo>
                  <a:pt x="3740150" y="234950"/>
                </a:lnTo>
                <a:lnTo>
                  <a:pt x="3733800" y="234950"/>
                </a:lnTo>
                <a:lnTo>
                  <a:pt x="3721100" y="222250"/>
                </a:lnTo>
                <a:lnTo>
                  <a:pt x="3708400" y="222250"/>
                </a:lnTo>
                <a:close/>
                <a:moveTo>
                  <a:pt x="2825750" y="222250"/>
                </a:moveTo>
                <a:lnTo>
                  <a:pt x="2819400" y="222250"/>
                </a:lnTo>
                <a:lnTo>
                  <a:pt x="2806700" y="234950"/>
                </a:lnTo>
                <a:lnTo>
                  <a:pt x="2794000" y="222250"/>
                </a:lnTo>
                <a:lnTo>
                  <a:pt x="2781300" y="222250"/>
                </a:lnTo>
                <a:lnTo>
                  <a:pt x="2774950" y="215900"/>
                </a:lnTo>
                <a:lnTo>
                  <a:pt x="2768600" y="222250"/>
                </a:lnTo>
                <a:lnTo>
                  <a:pt x="2749550" y="222250"/>
                </a:lnTo>
                <a:lnTo>
                  <a:pt x="2743200" y="228600"/>
                </a:lnTo>
                <a:lnTo>
                  <a:pt x="2736850" y="228600"/>
                </a:lnTo>
                <a:lnTo>
                  <a:pt x="2698750" y="266700"/>
                </a:lnTo>
                <a:lnTo>
                  <a:pt x="2698750" y="273050"/>
                </a:lnTo>
                <a:lnTo>
                  <a:pt x="2686050" y="285750"/>
                </a:lnTo>
                <a:lnTo>
                  <a:pt x="2686050" y="292100"/>
                </a:lnTo>
                <a:lnTo>
                  <a:pt x="2679700" y="298450"/>
                </a:lnTo>
                <a:lnTo>
                  <a:pt x="2679700" y="304800"/>
                </a:lnTo>
                <a:lnTo>
                  <a:pt x="2673350" y="311150"/>
                </a:lnTo>
                <a:lnTo>
                  <a:pt x="2673350" y="317500"/>
                </a:lnTo>
                <a:lnTo>
                  <a:pt x="2660650" y="336550"/>
                </a:lnTo>
                <a:lnTo>
                  <a:pt x="2660650" y="349250"/>
                </a:lnTo>
                <a:lnTo>
                  <a:pt x="2654300" y="355600"/>
                </a:lnTo>
                <a:lnTo>
                  <a:pt x="2654300" y="374650"/>
                </a:lnTo>
                <a:lnTo>
                  <a:pt x="2647950" y="381000"/>
                </a:lnTo>
                <a:lnTo>
                  <a:pt x="2647950" y="431800"/>
                </a:lnTo>
                <a:lnTo>
                  <a:pt x="2654300" y="438150"/>
                </a:lnTo>
                <a:lnTo>
                  <a:pt x="2654300" y="457200"/>
                </a:lnTo>
                <a:lnTo>
                  <a:pt x="2667000" y="469900"/>
                </a:lnTo>
                <a:lnTo>
                  <a:pt x="2667000" y="476250"/>
                </a:lnTo>
                <a:lnTo>
                  <a:pt x="2679700" y="488950"/>
                </a:lnTo>
                <a:lnTo>
                  <a:pt x="2686050" y="488950"/>
                </a:lnTo>
                <a:lnTo>
                  <a:pt x="2692400" y="495300"/>
                </a:lnTo>
                <a:lnTo>
                  <a:pt x="2717800" y="495300"/>
                </a:lnTo>
                <a:lnTo>
                  <a:pt x="2724150" y="488950"/>
                </a:lnTo>
                <a:lnTo>
                  <a:pt x="2730500" y="488950"/>
                </a:lnTo>
                <a:lnTo>
                  <a:pt x="2768600" y="450850"/>
                </a:lnTo>
                <a:lnTo>
                  <a:pt x="2774950" y="457200"/>
                </a:lnTo>
                <a:lnTo>
                  <a:pt x="2774950" y="476250"/>
                </a:lnTo>
                <a:lnTo>
                  <a:pt x="2768600" y="482600"/>
                </a:lnTo>
                <a:lnTo>
                  <a:pt x="2768600" y="508000"/>
                </a:lnTo>
                <a:lnTo>
                  <a:pt x="2762250" y="514350"/>
                </a:lnTo>
                <a:lnTo>
                  <a:pt x="2762250" y="533400"/>
                </a:lnTo>
                <a:lnTo>
                  <a:pt x="2755900" y="539750"/>
                </a:lnTo>
                <a:lnTo>
                  <a:pt x="2755900" y="558800"/>
                </a:lnTo>
                <a:lnTo>
                  <a:pt x="2749550" y="565150"/>
                </a:lnTo>
                <a:lnTo>
                  <a:pt x="2749550" y="577850"/>
                </a:lnTo>
                <a:lnTo>
                  <a:pt x="2743200" y="584200"/>
                </a:lnTo>
                <a:lnTo>
                  <a:pt x="2743200" y="596900"/>
                </a:lnTo>
                <a:lnTo>
                  <a:pt x="2736850" y="603250"/>
                </a:lnTo>
                <a:lnTo>
                  <a:pt x="2736850" y="609600"/>
                </a:lnTo>
                <a:lnTo>
                  <a:pt x="2711450" y="635000"/>
                </a:lnTo>
                <a:lnTo>
                  <a:pt x="2692400" y="635000"/>
                </a:lnTo>
                <a:lnTo>
                  <a:pt x="2679700" y="622300"/>
                </a:lnTo>
                <a:lnTo>
                  <a:pt x="2679700" y="615950"/>
                </a:lnTo>
                <a:lnTo>
                  <a:pt x="2673350" y="609600"/>
                </a:lnTo>
                <a:lnTo>
                  <a:pt x="2673350" y="565150"/>
                </a:lnTo>
                <a:lnTo>
                  <a:pt x="2667000" y="565150"/>
                </a:lnTo>
                <a:lnTo>
                  <a:pt x="2654300" y="577850"/>
                </a:lnTo>
                <a:lnTo>
                  <a:pt x="2647950" y="577850"/>
                </a:lnTo>
                <a:lnTo>
                  <a:pt x="2628900" y="596900"/>
                </a:lnTo>
                <a:lnTo>
                  <a:pt x="2628900" y="603250"/>
                </a:lnTo>
                <a:lnTo>
                  <a:pt x="2622550" y="609600"/>
                </a:lnTo>
                <a:lnTo>
                  <a:pt x="2622550" y="628650"/>
                </a:lnTo>
                <a:lnTo>
                  <a:pt x="2628900" y="635000"/>
                </a:lnTo>
                <a:lnTo>
                  <a:pt x="2628900" y="647700"/>
                </a:lnTo>
                <a:lnTo>
                  <a:pt x="2635250" y="654050"/>
                </a:lnTo>
                <a:lnTo>
                  <a:pt x="2635250" y="660400"/>
                </a:lnTo>
                <a:lnTo>
                  <a:pt x="2647950" y="673100"/>
                </a:lnTo>
                <a:lnTo>
                  <a:pt x="2647950" y="679450"/>
                </a:lnTo>
                <a:lnTo>
                  <a:pt x="2660650" y="692150"/>
                </a:lnTo>
                <a:lnTo>
                  <a:pt x="2673350" y="692150"/>
                </a:lnTo>
                <a:lnTo>
                  <a:pt x="2679700" y="698500"/>
                </a:lnTo>
                <a:lnTo>
                  <a:pt x="2717800" y="698500"/>
                </a:lnTo>
                <a:lnTo>
                  <a:pt x="2724150" y="692150"/>
                </a:lnTo>
                <a:lnTo>
                  <a:pt x="2730500" y="692150"/>
                </a:lnTo>
                <a:lnTo>
                  <a:pt x="2743200" y="679450"/>
                </a:lnTo>
                <a:lnTo>
                  <a:pt x="2749550" y="679450"/>
                </a:lnTo>
                <a:lnTo>
                  <a:pt x="2762250" y="666750"/>
                </a:lnTo>
                <a:lnTo>
                  <a:pt x="2762250" y="660400"/>
                </a:lnTo>
                <a:lnTo>
                  <a:pt x="2781300" y="641350"/>
                </a:lnTo>
                <a:lnTo>
                  <a:pt x="2781300" y="635000"/>
                </a:lnTo>
                <a:lnTo>
                  <a:pt x="2794000" y="615950"/>
                </a:lnTo>
                <a:lnTo>
                  <a:pt x="2794000" y="603250"/>
                </a:lnTo>
                <a:lnTo>
                  <a:pt x="2800350" y="596900"/>
                </a:lnTo>
                <a:lnTo>
                  <a:pt x="2800350" y="584200"/>
                </a:lnTo>
                <a:lnTo>
                  <a:pt x="2806700" y="577850"/>
                </a:lnTo>
                <a:lnTo>
                  <a:pt x="2806700" y="558800"/>
                </a:lnTo>
                <a:lnTo>
                  <a:pt x="2813050" y="552450"/>
                </a:lnTo>
                <a:lnTo>
                  <a:pt x="2813050" y="527050"/>
                </a:lnTo>
                <a:lnTo>
                  <a:pt x="2819400" y="520700"/>
                </a:lnTo>
                <a:lnTo>
                  <a:pt x="2819400" y="488950"/>
                </a:lnTo>
                <a:lnTo>
                  <a:pt x="2825750" y="482600"/>
                </a:lnTo>
                <a:lnTo>
                  <a:pt x="2825750" y="457200"/>
                </a:lnTo>
                <a:lnTo>
                  <a:pt x="2832100" y="450850"/>
                </a:lnTo>
                <a:lnTo>
                  <a:pt x="2832100" y="419100"/>
                </a:lnTo>
                <a:lnTo>
                  <a:pt x="2838450" y="412750"/>
                </a:lnTo>
                <a:lnTo>
                  <a:pt x="2838450" y="304800"/>
                </a:lnTo>
                <a:lnTo>
                  <a:pt x="2844800" y="298450"/>
                </a:lnTo>
                <a:lnTo>
                  <a:pt x="2844800" y="279400"/>
                </a:lnTo>
                <a:lnTo>
                  <a:pt x="2851150" y="273050"/>
                </a:lnTo>
                <a:lnTo>
                  <a:pt x="2851150" y="247650"/>
                </a:lnTo>
                <a:lnTo>
                  <a:pt x="2838450" y="234950"/>
                </a:lnTo>
                <a:lnTo>
                  <a:pt x="2838450" y="228600"/>
                </a:lnTo>
                <a:lnTo>
                  <a:pt x="2832100" y="228600"/>
                </a:lnTo>
                <a:close/>
                <a:moveTo>
                  <a:pt x="2781300" y="266700"/>
                </a:moveTo>
                <a:lnTo>
                  <a:pt x="2794000" y="279400"/>
                </a:lnTo>
                <a:lnTo>
                  <a:pt x="2794000" y="311150"/>
                </a:lnTo>
                <a:lnTo>
                  <a:pt x="2787650" y="317500"/>
                </a:lnTo>
                <a:lnTo>
                  <a:pt x="2787650" y="355600"/>
                </a:lnTo>
                <a:lnTo>
                  <a:pt x="2781300" y="361950"/>
                </a:lnTo>
                <a:lnTo>
                  <a:pt x="2781300" y="374650"/>
                </a:lnTo>
                <a:lnTo>
                  <a:pt x="2774950" y="381000"/>
                </a:lnTo>
                <a:lnTo>
                  <a:pt x="2774950" y="387350"/>
                </a:lnTo>
                <a:lnTo>
                  <a:pt x="2755900" y="406400"/>
                </a:lnTo>
                <a:lnTo>
                  <a:pt x="2755900" y="412750"/>
                </a:lnTo>
                <a:lnTo>
                  <a:pt x="2736850" y="431800"/>
                </a:lnTo>
                <a:lnTo>
                  <a:pt x="2730500" y="431800"/>
                </a:lnTo>
                <a:lnTo>
                  <a:pt x="2724150" y="438150"/>
                </a:lnTo>
                <a:lnTo>
                  <a:pt x="2717800" y="438150"/>
                </a:lnTo>
                <a:lnTo>
                  <a:pt x="2705100" y="425450"/>
                </a:lnTo>
                <a:lnTo>
                  <a:pt x="2705100" y="374650"/>
                </a:lnTo>
                <a:lnTo>
                  <a:pt x="2711450" y="368300"/>
                </a:lnTo>
                <a:lnTo>
                  <a:pt x="2711450" y="349250"/>
                </a:lnTo>
                <a:lnTo>
                  <a:pt x="2717800" y="342900"/>
                </a:lnTo>
                <a:lnTo>
                  <a:pt x="2717800" y="336550"/>
                </a:lnTo>
                <a:lnTo>
                  <a:pt x="2724150" y="330200"/>
                </a:lnTo>
                <a:lnTo>
                  <a:pt x="2724150" y="323850"/>
                </a:lnTo>
                <a:lnTo>
                  <a:pt x="2730500" y="317500"/>
                </a:lnTo>
                <a:lnTo>
                  <a:pt x="2730500" y="311150"/>
                </a:lnTo>
                <a:lnTo>
                  <a:pt x="2736850" y="304800"/>
                </a:lnTo>
                <a:lnTo>
                  <a:pt x="2736850" y="298450"/>
                </a:lnTo>
                <a:lnTo>
                  <a:pt x="2762250" y="273050"/>
                </a:lnTo>
                <a:lnTo>
                  <a:pt x="2768600" y="273050"/>
                </a:lnTo>
                <a:lnTo>
                  <a:pt x="2774950" y="266700"/>
                </a:lnTo>
                <a:close/>
                <a:moveTo>
                  <a:pt x="7219950" y="209550"/>
                </a:moveTo>
                <a:lnTo>
                  <a:pt x="7207250" y="196850"/>
                </a:lnTo>
                <a:lnTo>
                  <a:pt x="7200900" y="196850"/>
                </a:lnTo>
                <a:lnTo>
                  <a:pt x="7150100" y="247650"/>
                </a:lnTo>
                <a:lnTo>
                  <a:pt x="7150100" y="254000"/>
                </a:lnTo>
                <a:lnTo>
                  <a:pt x="7131050" y="273050"/>
                </a:lnTo>
                <a:lnTo>
                  <a:pt x="7131050" y="279400"/>
                </a:lnTo>
                <a:lnTo>
                  <a:pt x="7118350" y="292100"/>
                </a:lnTo>
                <a:lnTo>
                  <a:pt x="7112000" y="292100"/>
                </a:lnTo>
                <a:lnTo>
                  <a:pt x="7099300" y="304800"/>
                </a:lnTo>
                <a:lnTo>
                  <a:pt x="7099300" y="311150"/>
                </a:lnTo>
                <a:lnTo>
                  <a:pt x="7105650" y="311150"/>
                </a:lnTo>
                <a:lnTo>
                  <a:pt x="7131050" y="285750"/>
                </a:lnTo>
                <a:lnTo>
                  <a:pt x="7137400" y="285750"/>
                </a:lnTo>
                <a:lnTo>
                  <a:pt x="7150100" y="273050"/>
                </a:lnTo>
                <a:lnTo>
                  <a:pt x="7156450" y="273050"/>
                </a:lnTo>
                <a:lnTo>
                  <a:pt x="7175500" y="254000"/>
                </a:lnTo>
                <a:lnTo>
                  <a:pt x="7181850" y="254000"/>
                </a:lnTo>
                <a:lnTo>
                  <a:pt x="7213600" y="222250"/>
                </a:lnTo>
                <a:lnTo>
                  <a:pt x="7213600" y="215900"/>
                </a:lnTo>
                <a:close/>
                <a:moveTo>
                  <a:pt x="95250" y="184150"/>
                </a:moveTo>
                <a:lnTo>
                  <a:pt x="95250" y="190500"/>
                </a:lnTo>
                <a:lnTo>
                  <a:pt x="88900" y="196850"/>
                </a:lnTo>
                <a:lnTo>
                  <a:pt x="88900" y="209550"/>
                </a:lnTo>
                <a:lnTo>
                  <a:pt x="107950" y="228600"/>
                </a:lnTo>
                <a:lnTo>
                  <a:pt x="114300" y="228600"/>
                </a:lnTo>
                <a:lnTo>
                  <a:pt x="120650" y="234950"/>
                </a:lnTo>
                <a:lnTo>
                  <a:pt x="127000" y="234950"/>
                </a:lnTo>
                <a:lnTo>
                  <a:pt x="139700" y="247650"/>
                </a:lnTo>
                <a:lnTo>
                  <a:pt x="146050" y="247650"/>
                </a:lnTo>
                <a:lnTo>
                  <a:pt x="152400" y="254000"/>
                </a:lnTo>
                <a:lnTo>
                  <a:pt x="158750" y="254000"/>
                </a:lnTo>
                <a:lnTo>
                  <a:pt x="165100" y="260350"/>
                </a:lnTo>
                <a:lnTo>
                  <a:pt x="171450" y="260350"/>
                </a:lnTo>
                <a:lnTo>
                  <a:pt x="190500" y="273050"/>
                </a:lnTo>
                <a:lnTo>
                  <a:pt x="203200" y="273050"/>
                </a:lnTo>
                <a:lnTo>
                  <a:pt x="209550" y="279400"/>
                </a:lnTo>
                <a:lnTo>
                  <a:pt x="215900" y="279400"/>
                </a:lnTo>
                <a:lnTo>
                  <a:pt x="228600" y="292100"/>
                </a:lnTo>
                <a:lnTo>
                  <a:pt x="234950" y="292100"/>
                </a:lnTo>
                <a:lnTo>
                  <a:pt x="241300" y="298450"/>
                </a:lnTo>
                <a:lnTo>
                  <a:pt x="165100" y="222250"/>
                </a:lnTo>
                <a:lnTo>
                  <a:pt x="158750" y="222250"/>
                </a:lnTo>
                <a:lnTo>
                  <a:pt x="133350" y="196850"/>
                </a:lnTo>
                <a:lnTo>
                  <a:pt x="127000" y="196850"/>
                </a:lnTo>
                <a:lnTo>
                  <a:pt x="114300" y="184150"/>
                </a:lnTo>
                <a:close/>
                <a:moveTo>
                  <a:pt x="1212850" y="171450"/>
                </a:moveTo>
                <a:lnTo>
                  <a:pt x="1206500" y="177800"/>
                </a:lnTo>
                <a:lnTo>
                  <a:pt x="1200150" y="177800"/>
                </a:lnTo>
                <a:lnTo>
                  <a:pt x="1187450" y="190500"/>
                </a:lnTo>
                <a:lnTo>
                  <a:pt x="1174750" y="177800"/>
                </a:lnTo>
                <a:lnTo>
                  <a:pt x="1174750" y="184150"/>
                </a:lnTo>
                <a:lnTo>
                  <a:pt x="1181100" y="190500"/>
                </a:lnTo>
                <a:lnTo>
                  <a:pt x="1206500" y="190500"/>
                </a:lnTo>
                <a:lnTo>
                  <a:pt x="1206500" y="184150"/>
                </a:lnTo>
                <a:lnTo>
                  <a:pt x="1212850" y="177800"/>
                </a:lnTo>
                <a:close/>
                <a:moveTo>
                  <a:pt x="6591300" y="139700"/>
                </a:moveTo>
                <a:lnTo>
                  <a:pt x="6584950" y="139700"/>
                </a:lnTo>
                <a:lnTo>
                  <a:pt x="6572250" y="152400"/>
                </a:lnTo>
                <a:lnTo>
                  <a:pt x="6572250" y="158750"/>
                </a:lnTo>
                <a:lnTo>
                  <a:pt x="6565900" y="165100"/>
                </a:lnTo>
                <a:lnTo>
                  <a:pt x="6565900" y="196850"/>
                </a:lnTo>
                <a:lnTo>
                  <a:pt x="6572250" y="203200"/>
                </a:lnTo>
                <a:lnTo>
                  <a:pt x="6572250" y="209550"/>
                </a:lnTo>
                <a:lnTo>
                  <a:pt x="6578600" y="209550"/>
                </a:lnTo>
                <a:lnTo>
                  <a:pt x="6584950" y="215900"/>
                </a:lnTo>
                <a:lnTo>
                  <a:pt x="6604000" y="203200"/>
                </a:lnTo>
                <a:lnTo>
                  <a:pt x="6604000" y="190500"/>
                </a:lnTo>
                <a:lnTo>
                  <a:pt x="6610350" y="184150"/>
                </a:lnTo>
                <a:lnTo>
                  <a:pt x="6610350" y="152400"/>
                </a:lnTo>
                <a:close/>
                <a:moveTo>
                  <a:pt x="1193800" y="139700"/>
                </a:moveTo>
                <a:lnTo>
                  <a:pt x="1193800" y="152400"/>
                </a:lnTo>
                <a:lnTo>
                  <a:pt x="1200150" y="152400"/>
                </a:lnTo>
                <a:lnTo>
                  <a:pt x="1206500" y="146050"/>
                </a:lnTo>
                <a:lnTo>
                  <a:pt x="1219200" y="146050"/>
                </a:lnTo>
                <a:lnTo>
                  <a:pt x="1225550" y="139700"/>
                </a:lnTo>
                <a:lnTo>
                  <a:pt x="1231900" y="146050"/>
                </a:lnTo>
                <a:lnTo>
                  <a:pt x="1231900" y="158750"/>
                </a:lnTo>
                <a:lnTo>
                  <a:pt x="1231900" y="146050"/>
                </a:lnTo>
                <a:lnTo>
                  <a:pt x="1225550" y="139700"/>
                </a:lnTo>
                <a:lnTo>
                  <a:pt x="1219200" y="146050"/>
                </a:lnTo>
                <a:lnTo>
                  <a:pt x="1212850" y="146050"/>
                </a:lnTo>
                <a:lnTo>
                  <a:pt x="1206500" y="139700"/>
                </a:lnTo>
                <a:close/>
                <a:moveTo>
                  <a:pt x="6470650" y="114300"/>
                </a:moveTo>
                <a:lnTo>
                  <a:pt x="6464300" y="114300"/>
                </a:lnTo>
                <a:lnTo>
                  <a:pt x="6457950" y="120650"/>
                </a:lnTo>
                <a:lnTo>
                  <a:pt x="6451600" y="120650"/>
                </a:lnTo>
                <a:lnTo>
                  <a:pt x="6451600" y="133350"/>
                </a:lnTo>
                <a:lnTo>
                  <a:pt x="6445250" y="139700"/>
                </a:lnTo>
                <a:lnTo>
                  <a:pt x="6445250" y="165100"/>
                </a:lnTo>
                <a:lnTo>
                  <a:pt x="6438900" y="171450"/>
                </a:lnTo>
                <a:lnTo>
                  <a:pt x="6438900" y="196850"/>
                </a:lnTo>
                <a:lnTo>
                  <a:pt x="6432550" y="203200"/>
                </a:lnTo>
                <a:lnTo>
                  <a:pt x="6432550" y="215900"/>
                </a:lnTo>
                <a:lnTo>
                  <a:pt x="6413500" y="228600"/>
                </a:lnTo>
                <a:lnTo>
                  <a:pt x="6388100" y="228600"/>
                </a:lnTo>
                <a:lnTo>
                  <a:pt x="6375400" y="247650"/>
                </a:lnTo>
                <a:lnTo>
                  <a:pt x="6381750" y="254000"/>
                </a:lnTo>
                <a:lnTo>
                  <a:pt x="6381750" y="260350"/>
                </a:lnTo>
                <a:lnTo>
                  <a:pt x="6375400" y="266700"/>
                </a:lnTo>
                <a:lnTo>
                  <a:pt x="6381750" y="273050"/>
                </a:lnTo>
                <a:lnTo>
                  <a:pt x="6413500" y="273050"/>
                </a:lnTo>
                <a:lnTo>
                  <a:pt x="6419850" y="279400"/>
                </a:lnTo>
                <a:lnTo>
                  <a:pt x="6419850" y="311150"/>
                </a:lnTo>
                <a:lnTo>
                  <a:pt x="6413500" y="317500"/>
                </a:lnTo>
                <a:lnTo>
                  <a:pt x="6413500" y="355600"/>
                </a:lnTo>
                <a:lnTo>
                  <a:pt x="6407150" y="361950"/>
                </a:lnTo>
                <a:lnTo>
                  <a:pt x="6407150" y="469900"/>
                </a:lnTo>
                <a:lnTo>
                  <a:pt x="6413500" y="476250"/>
                </a:lnTo>
                <a:lnTo>
                  <a:pt x="6413500" y="482600"/>
                </a:lnTo>
                <a:lnTo>
                  <a:pt x="6426200" y="495300"/>
                </a:lnTo>
                <a:lnTo>
                  <a:pt x="6426200" y="501650"/>
                </a:lnTo>
                <a:lnTo>
                  <a:pt x="6432550" y="501650"/>
                </a:lnTo>
                <a:lnTo>
                  <a:pt x="6438900" y="508000"/>
                </a:lnTo>
                <a:lnTo>
                  <a:pt x="6464300" y="508000"/>
                </a:lnTo>
                <a:lnTo>
                  <a:pt x="6470650" y="501650"/>
                </a:lnTo>
                <a:lnTo>
                  <a:pt x="6477000" y="501650"/>
                </a:lnTo>
                <a:lnTo>
                  <a:pt x="6483350" y="495300"/>
                </a:lnTo>
                <a:lnTo>
                  <a:pt x="6477000" y="488950"/>
                </a:lnTo>
                <a:lnTo>
                  <a:pt x="6508750" y="457200"/>
                </a:lnTo>
                <a:lnTo>
                  <a:pt x="6502400" y="457200"/>
                </a:lnTo>
                <a:lnTo>
                  <a:pt x="6496050" y="450850"/>
                </a:lnTo>
                <a:lnTo>
                  <a:pt x="6502400" y="444500"/>
                </a:lnTo>
                <a:lnTo>
                  <a:pt x="6502400" y="431800"/>
                </a:lnTo>
                <a:lnTo>
                  <a:pt x="6483350" y="450850"/>
                </a:lnTo>
                <a:lnTo>
                  <a:pt x="6477000" y="450850"/>
                </a:lnTo>
                <a:lnTo>
                  <a:pt x="6470650" y="457200"/>
                </a:lnTo>
                <a:lnTo>
                  <a:pt x="6457950" y="457200"/>
                </a:lnTo>
                <a:lnTo>
                  <a:pt x="6445250" y="438150"/>
                </a:lnTo>
                <a:lnTo>
                  <a:pt x="6445250" y="393700"/>
                </a:lnTo>
                <a:lnTo>
                  <a:pt x="6451600" y="387350"/>
                </a:lnTo>
                <a:lnTo>
                  <a:pt x="6451600" y="336550"/>
                </a:lnTo>
                <a:lnTo>
                  <a:pt x="6457950" y="330200"/>
                </a:lnTo>
                <a:lnTo>
                  <a:pt x="6457950" y="285750"/>
                </a:lnTo>
                <a:lnTo>
                  <a:pt x="6464300" y="279400"/>
                </a:lnTo>
                <a:lnTo>
                  <a:pt x="6464300" y="273050"/>
                </a:lnTo>
                <a:lnTo>
                  <a:pt x="6477000" y="260350"/>
                </a:lnTo>
                <a:lnTo>
                  <a:pt x="6521450" y="260350"/>
                </a:lnTo>
                <a:lnTo>
                  <a:pt x="6527800" y="254000"/>
                </a:lnTo>
                <a:lnTo>
                  <a:pt x="6534150" y="254000"/>
                </a:lnTo>
                <a:lnTo>
                  <a:pt x="6534150" y="241300"/>
                </a:lnTo>
                <a:lnTo>
                  <a:pt x="6540500" y="234950"/>
                </a:lnTo>
                <a:lnTo>
                  <a:pt x="6534150" y="228600"/>
                </a:lnTo>
                <a:lnTo>
                  <a:pt x="6540500" y="222250"/>
                </a:lnTo>
                <a:lnTo>
                  <a:pt x="6534150" y="215900"/>
                </a:lnTo>
                <a:lnTo>
                  <a:pt x="6483350" y="215900"/>
                </a:lnTo>
                <a:lnTo>
                  <a:pt x="6477000" y="209550"/>
                </a:lnTo>
                <a:lnTo>
                  <a:pt x="6477000" y="184150"/>
                </a:lnTo>
                <a:lnTo>
                  <a:pt x="6483350" y="177800"/>
                </a:lnTo>
                <a:lnTo>
                  <a:pt x="6483350" y="127000"/>
                </a:lnTo>
                <a:close/>
                <a:moveTo>
                  <a:pt x="3536950" y="95250"/>
                </a:moveTo>
                <a:lnTo>
                  <a:pt x="3530600" y="101600"/>
                </a:lnTo>
                <a:lnTo>
                  <a:pt x="3524250" y="101600"/>
                </a:lnTo>
                <a:lnTo>
                  <a:pt x="3524250" y="107950"/>
                </a:lnTo>
                <a:lnTo>
                  <a:pt x="3517900" y="114300"/>
                </a:lnTo>
                <a:lnTo>
                  <a:pt x="3517900" y="127000"/>
                </a:lnTo>
                <a:lnTo>
                  <a:pt x="3511550" y="133350"/>
                </a:lnTo>
                <a:lnTo>
                  <a:pt x="3511550" y="152400"/>
                </a:lnTo>
                <a:lnTo>
                  <a:pt x="3524250" y="171450"/>
                </a:lnTo>
                <a:lnTo>
                  <a:pt x="3530600" y="171450"/>
                </a:lnTo>
                <a:lnTo>
                  <a:pt x="3536950" y="177800"/>
                </a:lnTo>
                <a:lnTo>
                  <a:pt x="3543300" y="177800"/>
                </a:lnTo>
                <a:lnTo>
                  <a:pt x="3562350" y="158750"/>
                </a:lnTo>
                <a:lnTo>
                  <a:pt x="3562350" y="152400"/>
                </a:lnTo>
                <a:lnTo>
                  <a:pt x="3568700" y="146050"/>
                </a:lnTo>
                <a:lnTo>
                  <a:pt x="3568700" y="133350"/>
                </a:lnTo>
                <a:lnTo>
                  <a:pt x="3575050" y="127000"/>
                </a:lnTo>
                <a:lnTo>
                  <a:pt x="3575050" y="120650"/>
                </a:lnTo>
                <a:lnTo>
                  <a:pt x="3562350" y="101600"/>
                </a:lnTo>
                <a:lnTo>
                  <a:pt x="3549650" y="101600"/>
                </a:lnTo>
                <a:lnTo>
                  <a:pt x="3543300" y="95250"/>
                </a:lnTo>
                <a:close/>
                <a:moveTo>
                  <a:pt x="3390900" y="69850"/>
                </a:moveTo>
                <a:lnTo>
                  <a:pt x="3371850" y="82550"/>
                </a:lnTo>
                <a:lnTo>
                  <a:pt x="3371850" y="95250"/>
                </a:lnTo>
                <a:lnTo>
                  <a:pt x="3365500" y="101600"/>
                </a:lnTo>
                <a:lnTo>
                  <a:pt x="3365500" y="120650"/>
                </a:lnTo>
                <a:lnTo>
                  <a:pt x="3359150" y="127000"/>
                </a:lnTo>
                <a:lnTo>
                  <a:pt x="3359150" y="152400"/>
                </a:lnTo>
                <a:lnTo>
                  <a:pt x="3352800" y="158750"/>
                </a:lnTo>
                <a:lnTo>
                  <a:pt x="3352800" y="177800"/>
                </a:lnTo>
                <a:lnTo>
                  <a:pt x="3340100" y="190500"/>
                </a:lnTo>
                <a:lnTo>
                  <a:pt x="3327400" y="190500"/>
                </a:lnTo>
                <a:lnTo>
                  <a:pt x="3321050" y="196850"/>
                </a:lnTo>
                <a:lnTo>
                  <a:pt x="3295650" y="196850"/>
                </a:lnTo>
                <a:lnTo>
                  <a:pt x="3289300" y="203200"/>
                </a:lnTo>
                <a:lnTo>
                  <a:pt x="3289300" y="215900"/>
                </a:lnTo>
                <a:lnTo>
                  <a:pt x="3295650" y="222250"/>
                </a:lnTo>
                <a:lnTo>
                  <a:pt x="3289300" y="228600"/>
                </a:lnTo>
                <a:lnTo>
                  <a:pt x="3289300" y="234950"/>
                </a:lnTo>
                <a:lnTo>
                  <a:pt x="3302000" y="247650"/>
                </a:lnTo>
                <a:lnTo>
                  <a:pt x="3321050" y="247650"/>
                </a:lnTo>
                <a:lnTo>
                  <a:pt x="3327400" y="241300"/>
                </a:lnTo>
                <a:lnTo>
                  <a:pt x="3340100" y="254000"/>
                </a:lnTo>
                <a:lnTo>
                  <a:pt x="3340100" y="260350"/>
                </a:lnTo>
                <a:lnTo>
                  <a:pt x="3333750" y="266700"/>
                </a:lnTo>
                <a:lnTo>
                  <a:pt x="3333750" y="304800"/>
                </a:lnTo>
                <a:lnTo>
                  <a:pt x="3327400" y="311150"/>
                </a:lnTo>
                <a:lnTo>
                  <a:pt x="3327400" y="342900"/>
                </a:lnTo>
                <a:lnTo>
                  <a:pt x="3321050" y="349250"/>
                </a:lnTo>
                <a:lnTo>
                  <a:pt x="3321050" y="393700"/>
                </a:lnTo>
                <a:lnTo>
                  <a:pt x="3314700" y="400050"/>
                </a:lnTo>
                <a:lnTo>
                  <a:pt x="3314700" y="438150"/>
                </a:lnTo>
                <a:lnTo>
                  <a:pt x="3321050" y="444500"/>
                </a:lnTo>
                <a:lnTo>
                  <a:pt x="3321050" y="463550"/>
                </a:lnTo>
                <a:lnTo>
                  <a:pt x="3327400" y="469900"/>
                </a:lnTo>
                <a:lnTo>
                  <a:pt x="3327400" y="476250"/>
                </a:lnTo>
                <a:lnTo>
                  <a:pt x="3333750" y="482600"/>
                </a:lnTo>
                <a:lnTo>
                  <a:pt x="3333750" y="488950"/>
                </a:lnTo>
                <a:lnTo>
                  <a:pt x="3346450" y="501650"/>
                </a:lnTo>
                <a:lnTo>
                  <a:pt x="3352800" y="501650"/>
                </a:lnTo>
                <a:lnTo>
                  <a:pt x="3359150" y="508000"/>
                </a:lnTo>
                <a:lnTo>
                  <a:pt x="3390900" y="508000"/>
                </a:lnTo>
                <a:lnTo>
                  <a:pt x="3397250" y="501650"/>
                </a:lnTo>
                <a:lnTo>
                  <a:pt x="3403600" y="501650"/>
                </a:lnTo>
                <a:lnTo>
                  <a:pt x="3409950" y="495300"/>
                </a:lnTo>
                <a:lnTo>
                  <a:pt x="3416300" y="495300"/>
                </a:lnTo>
                <a:lnTo>
                  <a:pt x="3409950" y="488950"/>
                </a:lnTo>
                <a:lnTo>
                  <a:pt x="3409950" y="482600"/>
                </a:lnTo>
                <a:lnTo>
                  <a:pt x="3416300" y="476250"/>
                </a:lnTo>
                <a:lnTo>
                  <a:pt x="3422650" y="476250"/>
                </a:lnTo>
                <a:lnTo>
                  <a:pt x="3448050" y="450850"/>
                </a:lnTo>
                <a:lnTo>
                  <a:pt x="3441700" y="457200"/>
                </a:lnTo>
                <a:lnTo>
                  <a:pt x="3435350" y="457200"/>
                </a:lnTo>
                <a:lnTo>
                  <a:pt x="3429000" y="450850"/>
                </a:lnTo>
                <a:lnTo>
                  <a:pt x="3429000" y="444500"/>
                </a:lnTo>
                <a:lnTo>
                  <a:pt x="3441700" y="431800"/>
                </a:lnTo>
                <a:lnTo>
                  <a:pt x="3441700" y="425450"/>
                </a:lnTo>
                <a:lnTo>
                  <a:pt x="3435350" y="425450"/>
                </a:lnTo>
                <a:lnTo>
                  <a:pt x="3416300" y="444500"/>
                </a:lnTo>
                <a:lnTo>
                  <a:pt x="3409950" y="444500"/>
                </a:lnTo>
                <a:lnTo>
                  <a:pt x="3390900" y="457200"/>
                </a:lnTo>
                <a:lnTo>
                  <a:pt x="3371850" y="438150"/>
                </a:lnTo>
                <a:lnTo>
                  <a:pt x="3371850" y="355600"/>
                </a:lnTo>
                <a:lnTo>
                  <a:pt x="3378200" y="349250"/>
                </a:lnTo>
                <a:lnTo>
                  <a:pt x="3378200" y="292100"/>
                </a:lnTo>
                <a:lnTo>
                  <a:pt x="3384550" y="285750"/>
                </a:lnTo>
                <a:lnTo>
                  <a:pt x="3384550" y="247650"/>
                </a:lnTo>
                <a:lnTo>
                  <a:pt x="3403600" y="228600"/>
                </a:lnTo>
                <a:lnTo>
                  <a:pt x="3460750" y="228600"/>
                </a:lnTo>
                <a:lnTo>
                  <a:pt x="3467100" y="222250"/>
                </a:lnTo>
                <a:lnTo>
                  <a:pt x="3479800" y="222250"/>
                </a:lnTo>
                <a:lnTo>
                  <a:pt x="3479800" y="215900"/>
                </a:lnTo>
                <a:lnTo>
                  <a:pt x="3473450" y="209550"/>
                </a:lnTo>
                <a:lnTo>
                  <a:pt x="3473450" y="203200"/>
                </a:lnTo>
                <a:lnTo>
                  <a:pt x="3479800" y="196850"/>
                </a:lnTo>
                <a:lnTo>
                  <a:pt x="3479800" y="184150"/>
                </a:lnTo>
                <a:lnTo>
                  <a:pt x="3473450" y="177800"/>
                </a:lnTo>
                <a:lnTo>
                  <a:pt x="3467100" y="177800"/>
                </a:lnTo>
                <a:lnTo>
                  <a:pt x="3460750" y="171450"/>
                </a:lnTo>
                <a:lnTo>
                  <a:pt x="3454400" y="177800"/>
                </a:lnTo>
                <a:lnTo>
                  <a:pt x="3409950" y="177800"/>
                </a:lnTo>
                <a:lnTo>
                  <a:pt x="3403600" y="171450"/>
                </a:lnTo>
                <a:lnTo>
                  <a:pt x="3403600" y="158750"/>
                </a:lnTo>
                <a:lnTo>
                  <a:pt x="3409950" y="152400"/>
                </a:lnTo>
                <a:lnTo>
                  <a:pt x="3409950" y="127000"/>
                </a:lnTo>
                <a:lnTo>
                  <a:pt x="3416300" y="120650"/>
                </a:lnTo>
                <a:lnTo>
                  <a:pt x="3416300" y="82550"/>
                </a:lnTo>
                <a:lnTo>
                  <a:pt x="3409950" y="76200"/>
                </a:lnTo>
                <a:lnTo>
                  <a:pt x="3397250" y="76200"/>
                </a:lnTo>
                <a:close/>
                <a:moveTo>
                  <a:pt x="2076450" y="50800"/>
                </a:moveTo>
                <a:lnTo>
                  <a:pt x="2070100" y="50800"/>
                </a:lnTo>
                <a:lnTo>
                  <a:pt x="2063750" y="57150"/>
                </a:lnTo>
                <a:lnTo>
                  <a:pt x="2063750" y="95250"/>
                </a:lnTo>
                <a:lnTo>
                  <a:pt x="2070100" y="101600"/>
                </a:lnTo>
                <a:lnTo>
                  <a:pt x="2070100" y="127000"/>
                </a:lnTo>
                <a:lnTo>
                  <a:pt x="2076450" y="133350"/>
                </a:lnTo>
                <a:lnTo>
                  <a:pt x="2076450" y="139700"/>
                </a:lnTo>
                <a:lnTo>
                  <a:pt x="2070100" y="146050"/>
                </a:lnTo>
                <a:lnTo>
                  <a:pt x="2063750" y="146050"/>
                </a:lnTo>
                <a:lnTo>
                  <a:pt x="2057400" y="139700"/>
                </a:lnTo>
                <a:lnTo>
                  <a:pt x="2057400" y="114300"/>
                </a:lnTo>
                <a:lnTo>
                  <a:pt x="2044700" y="95250"/>
                </a:lnTo>
                <a:lnTo>
                  <a:pt x="2044700" y="82550"/>
                </a:lnTo>
                <a:lnTo>
                  <a:pt x="2044700" y="101600"/>
                </a:lnTo>
                <a:lnTo>
                  <a:pt x="2038350" y="107950"/>
                </a:lnTo>
                <a:lnTo>
                  <a:pt x="2038350" y="127000"/>
                </a:lnTo>
                <a:lnTo>
                  <a:pt x="2032000" y="133350"/>
                </a:lnTo>
                <a:lnTo>
                  <a:pt x="2032000" y="158750"/>
                </a:lnTo>
                <a:lnTo>
                  <a:pt x="2025650" y="165100"/>
                </a:lnTo>
                <a:lnTo>
                  <a:pt x="2025650" y="203200"/>
                </a:lnTo>
                <a:lnTo>
                  <a:pt x="2019300" y="209550"/>
                </a:lnTo>
                <a:lnTo>
                  <a:pt x="2019300" y="228600"/>
                </a:lnTo>
                <a:lnTo>
                  <a:pt x="2044700" y="228600"/>
                </a:lnTo>
                <a:lnTo>
                  <a:pt x="2051050" y="222250"/>
                </a:lnTo>
                <a:lnTo>
                  <a:pt x="2044700" y="215900"/>
                </a:lnTo>
                <a:lnTo>
                  <a:pt x="2057400" y="196850"/>
                </a:lnTo>
                <a:lnTo>
                  <a:pt x="2063750" y="203200"/>
                </a:lnTo>
                <a:lnTo>
                  <a:pt x="2063750" y="215900"/>
                </a:lnTo>
                <a:lnTo>
                  <a:pt x="2063750" y="196850"/>
                </a:lnTo>
                <a:lnTo>
                  <a:pt x="2057400" y="190500"/>
                </a:lnTo>
                <a:lnTo>
                  <a:pt x="2063750" y="184150"/>
                </a:lnTo>
                <a:lnTo>
                  <a:pt x="2070100" y="184150"/>
                </a:lnTo>
                <a:lnTo>
                  <a:pt x="2070100" y="158750"/>
                </a:lnTo>
                <a:lnTo>
                  <a:pt x="2076450" y="152400"/>
                </a:lnTo>
                <a:lnTo>
                  <a:pt x="2076450" y="133350"/>
                </a:lnTo>
                <a:lnTo>
                  <a:pt x="2082800" y="127000"/>
                </a:lnTo>
                <a:lnTo>
                  <a:pt x="2082800" y="114300"/>
                </a:lnTo>
                <a:lnTo>
                  <a:pt x="2082800" y="127000"/>
                </a:lnTo>
                <a:lnTo>
                  <a:pt x="2076450" y="133350"/>
                </a:lnTo>
                <a:lnTo>
                  <a:pt x="2070100" y="127000"/>
                </a:lnTo>
                <a:lnTo>
                  <a:pt x="2070100" y="101600"/>
                </a:lnTo>
                <a:lnTo>
                  <a:pt x="2076450" y="95250"/>
                </a:lnTo>
                <a:lnTo>
                  <a:pt x="2076450" y="88900"/>
                </a:lnTo>
                <a:lnTo>
                  <a:pt x="2070100" y="88900"/>
                </a:lnTo>
                <a:lnTo>
                  <a:pt x="2063750" y="82550"/>
                </a:lnTo>
                <a:lnTo>
                  <a:pt x="2070100" y="76200"/>
                </a:lnTo>
                <a:lnTo>
                  <a:pt x="2070100" y="63500"/>
                </a:lnTo>
                <a:lnTo>
                  <a:pt x="2063750" y="57150"/>
                </a:lnTo>
                <a:lnTo>
                  <a:pt x="2070100" y="50800"/>
                </a:lnTo>
                <a:close/>
                <a:moveTo>
                  <a:pt x="2044700" y="165100"/>
                </a:moveTo>
                <a:lnTo>
                  <a:pt x="2051050" y="158750"/>
                </a:lnTo>
                <a:lnTo>
                  <a:pt x="2057400" y="165100"/>
                </a:lnTo>
                <a:lnTo>
                  <a:pt x="2057400" y="171450"/>
                </a:lnTo>
                <a:lnTo>
                  <a:pt x="2051050" y="177800"/>
                </a:lnTo>
                <a:lnTo>
                  <a:pt x="2044700" y="171450"/>
                </a:lnTo>
                <a:close/>
                <a:moveTo>
                  <a:pt x="850900" y="25400"/>
                </a:moveTo>
                <a:lnTo>
                  <a:pt x="774700" y="25400"/>
                </a:lnTo>
                <a:lnTo>
                  <a:pt x="768350" y="31750"/>
                </a:lnTo>
                <a:lnTo>
                  <a:pt x="717550" y="31750"/>
                </a:lnTo>
                <a:lnTo>
                  <a:pt x="711200" y="38100"/>
                </a:lnTo>
                <a:lnTo>
                  <a:pt x="685800" y="38100"/>
                </a:lnTo>
                <a:lnTo>
                  <a:pt x="679450" y="44450"/>
                </a:lnTo>
                <a:lnTo>
                  <a:pt x="660400" y="44450"/>
                </a:lnTo>
                <a:lnTo>
                  <a:pt x="654050" y="50800"/>
                </a:lnTo>
                <a:lnTo>
                  <a:pt x="628650" y="50800"/>
                </a:lnTo>
                <a:lnTo>
                  <a:pt x="615950" y="38100"/>
                </a:lnTo>
                <a:lnTo>
                  <a:pt x="603250" y="38100"/>
                </a:lnTo>
                <a:lnTo>
                  <a:pt x="596900" y="44450"/>
                </a:lnTo>
                <a:lnTo>
                  <a:pt x="577850" y="44450"/>
                </a:lnTo>
                <a:lnTo>
                  <a:pt x="565150" y="57150"/>
                </a:lnTo>
                <a:lnTo>
                  <a:pt x="565150" y="63500"/>
                </a:lnTo>
                <a:lnTo>
                  <a:pt x="546100" y="82550"/>
                </a:lnTo>
                <a:lnTo>
                  <a:pt x="533400" y="82550"/>
                </a:lnTo>
                <a:lnTo>
                  <a:pt x="527050" y="88900"/>
                </a:lnTo>
                <a:lnTo>
                  <a:pt x="514350" y="88900"/>
                </a:lnTo>
                <a:lnTo>
                  <a:pt x="508000" y="95250"/>
                </a:lnTo>
                <a:lnTo>
                  <a:pt x="495300" y="95250"/>
                </a:lnTo>
                <a:lnTo>
                  <a:pt x="488950" y="101600"/>
                </a:lnTo>
                <a:lnTo>
                  <a:pt x="488950" y="107950"/>
                </a:lnTo>
                <a:lnTo>
                  <a:pt x="495300" y="107950"/>
                </a:lnTo>
                <a:lnTo>
                  <a:pt x="508000" y="120650"/>
                </a:lnTo>
                <a:lnTo>
                  <a:pt x="508000" y="139700"/>
                </a:lnTo>
                <a:lnTo>
                  <a:pt x="514350" y="146050"/>
                </a:lnTo>
                <a:lnTo>
                  <a:pt x="520700" y="146050"/>
                </a:lnTo>
                <a:lnTo>
                  <a:pt x="539750" y="158750"/>
                </a:lnTo>
                <a:lnTo>
                  <a:pt x="539750" y="184150"/>
                </a:lnTo>
                <a:lnTo>
                  <a:pt x="533400" y="190500"/>
                </a:lnTo>
                <a:lnTo>
                  <a:pt x="533400" y="215900"/>
                </a:lnTo>
                <a:lnTo>
                  <a:pt x="527050" y="222250"/>
                </a:lnTo>
                <a:lnTo>
                  <a:pt x="527050" y="247650"/>
                </a:lnTo>
                <a:lnTo>
                  <a:pt x="520700" y="254000"/>
                </a:lnTo>
                <a:lnTo>
                  <a:pt x="520700" y="285750"/>
                </a:lnTo>
                <a:lnTo>
                  <a:pt x="514350" y="292100"/>
                </a:lnTo>
                <a:lnTo>
                  <a:pt x="514350" y="298450"/>
                </a:lnTo>
                <a:lnTo>
                  <a:pt x="495300" y="311150"/>
                </a:lnTo>
                <a:lnTo>
                  <a:pt x="482600" y="311150"/>
                </a:lnTo>
                <a:lnTo>
                  <a:pt x="476250" y="317500"/>
                </a:lnTo>
                <a:lnTo>
                  <a:pt x="463550" y="317500"/>
                </a:lnTo>
                <a:lnTo>
                  <a:pt x="450850" y="336550"/>
                </a:lnTo>
                <a:lnTo>
                  <a:pt x="469900" y="349250"/>
                </a:lnTo>
                <a:lnTo>
                  <a:pt x="469900" y="355600"/>
                </a:lnTo>
                <a:lnTo>
                  <a:pt x="463550" y="361950"/>
                </a:lnTo>
                <a:lnTo>
                  <a:pt x="463550" y="374650"/>
                </a:lnTo>
                <a:lnTo>
                  <a:pt x="476250" y="387350"/>
                </a:lnTo>
                <a:lnTo>
                  <a:pt x="488950" y="387350"/>
                </a:lnTo>
                <a:lnTo>
                  <a:pt x="495300" y="393700"/>
                </a:lnTo>
                <a:lnTo>
                  <a:pt x="495300" y="419100"/>
                </a:lnTo>
                <a:lnTo>
                  <a:pt x="488950" y="425450"/>
                </a:lnTo>
                <a:lnTo>
                  <a:pt x="488950" y="469900"/>
                </a:lnTo>
                <a:lnTo>
                  <a:pt x="482600" y="476250"/>
                </a:lnTo>
                <a:lnTo>
                  <a:pt x="482600" y="533400"/>
                </a:lnTo>
                <a:lnTo>
                  <a:pt x="463550" y="552450"/>
                </a:lnTo>
                <a:lnTo>
                  <a:pt x="457200" y="552450"/>
                </a:lnTo>
                <a:lnTo>
                  <a:pt x="450850" y="558800"/>
                </a:lnTo>
                <a:lnTo>
                  <a:pt x="450850" y="577850"/>
                </a:lnTo>
                <a:lnTo>
                  <a:pt x="457200" y="584200"/>
                </a:lnTo>
                <a:lnTo>
                  <a:pt x="463550" y="584200"/>
                </a:lnTo>
                <a:lnTo>
                  <a:pt x="482600" y="603250"/>
                </a:lnTo>
                <a:lnTo>
                  <a:pt x="482600" y="622300"/>
                </a:lnTo>
                <a:lnTo>
                  <a:pt x="495300" y="635000"/>
                </a:lnTo>
                <a:lnTo>
                  <a:pt x="501650" y="635000"/>
                </a:lnTo>
                <a:lnTo>
                  <a:pt x="514350" y="647700"/>
                </a:lnTo>
                <a:lnTo>
                  <a:pt x="520700" y="647700"/>
                </a:lnTo>
                <a:lnTo>
                  <a:pt x="520700" y="641350"/>
                </a:lnTo>
                <a:lnTo>
                  <a:pt x="527050" y="635000"/>
                </a:lnTo>
                <a:lnTo>
                  <a:pt x="533400" y="635000"/>
                </a:lnTo>
                <a:lnTo>
                  <a:pt x="546100" y="647700"/>
                </a:lnTo>
                <a:lnTo>
                  <a:pt x="558800" y="647700"/>
                </a:lnTo>
                <a:lnTo>
                  <a:pt x="565150" y="641350"/>
                </a:lnTo>
                <a:lnTo>
                  <a:pt x="565150" y="622300"/>
                </a:lnTo>
                <a:lnTo>
                  <a:pt x="571500" y="615950"/>
                </a:lnTo>
                <a:lnTo>
                  <a:pt x="584200" y="615950"/>
                </a:lnTo>
                <a:lnTo>
                  <a:pt x="590550" y="609600"/>
                </a:lnTo>
                <a:lnTo>
                  <a:pt x="615950" y="609600"/>
                </a:lnTo>
                <a:lnTo>
                  <a:pt x="622300" y="603250"/>
                </a:lnTo>
                <a:lnTo>
                  <a:pt x="635000" y="603250"/>
                </a:lnTo>
                <a:lnTo>
                  <a:pt x="641350" y="596900"/>
                </a:lnTo>
                <a:lnTo>
                  <a:pt x="654050" y="596900"/>
                </a:lnTo>
                <a:lnTo>
                  <a:pt x="660400" y="590550"/>
                </a:lnTo>
                <a:lnTo>
                  <a:pt x="673100" y="590550"/>
                </a:lnTo>
                <a:lnTo>
                  <a:pt x="685800" y="577850"/>
                </a:lnTo>
                <a:lnTo>
                  <a:pt x="692150" y="577850"/>
                </a:lnTo>
                <a:lnTo>
                  <a:pt x="698500" y="571500"/>
                </a:lnTo>
                <a:lnTo>
                  <a:pt x="692150" y="565150"/>
                </a:lnTo>
                <a:lnTo>
                  <a:pt x="711200" y="552450"/>
                </a:lnTo>
                <a:lnTo>
                  <a:pt x="730250" y="552450"/>
                </a:lnTo>
                <a:lnTo>
                  <a:pt x="736600" y="546100"/>
                </a:lnTo>
                <a:lnTo>
                  <a:pt x="749300" y="546100"/>
                </a:lnTo>
                <a:lnTo>
                  <a:pt x="755650" y="552450"/>
                </a:lnTo>
                <a:lnTo>
                  <a:pt x="742950" y="565150"/>
                </a:lnTo>
                <a:lnTo>
                  <a:pt x="736600" y="565150"/>
                </a:lnTo>
                <a:lnTo>
                  <a:pt x="730250" y="571500"/>
                </a:lnTo>
                <a:lnTo>
                  <a:pt x="768350" y="571500"/>
                </a:lnTo>
                <a:lnTo>
                  <a:pt x="774700" y="565150"/>
                </a:lnTo>
                <a:lnTo>
                  <a:pt x="781050" y="565150"/>
                </a:lnTo>
                <a:lnTo>
                  <a:pt x="793750" y="552450"/>
                </a:lnTo>
                <a:lnTo>
                  <a:pt x="800100" y="552450"/>
                </a:lnTo>
                <a:lnTo>
                  <a:pt x="800100" y="546100"/>
                </a:lnTo>
                <a:lnTo>
                  <a:pt x="787400" y="546100"/>
                </a:lnTo>
                <a:lnTo>
                  <a:pt x="781050" y="539750"/>
                </a:lnTo>
                <a:lnTo>
                  <a:pt x="781050" y="533400"/>
                </a:lnTo>
                <a:lnTo>
                  <a:pt x="787400" y="527050"/>
                </a:lnTo>
                <a:lnTo>
                  <a:pt x="793750" y="527050"/>
                </a:lnTo>
                <a:lnTo>
                  <a:pt x="800100" y="520700"/>
                </a:lnTo>
                <a:lnTo>
                  <a:pt x="806450" y="520700"/>
                </a:lnTo>
                <a:lnTo>
                  <a:pt x="812800" y="514350"/>
                </a:lnTo>
                <a:lnTo>
                  <a:pt x="819150" y="514350"/>
                </a:lnTo>
                <a:lnTo>
                  <a:pt x="819150" y="508000"/>
                </a:lnTo>
                <a:lnTo>
                  <a:pt x="793750" y="508000"/>
                </a:lnTo>
                <a:lnTo>
                  <a:pt x="787400" y="501650"/>
                </a:lnTo>
                <a:lnTo>
                  <a:pt x="793750" y="495300"/>
                </a:lnTo>
                <a:lnTo>
                  <a:pt x="793750" y="488950"/>
                </a:lnTo>
                <a:lnTo>
                  <a:pt x="787400" y="482600"/>
                </a:lnTo>
                <a:lnTo>
                  <a:pt x="768350" y="482600"/>
                </a:lnTo>
                <a:lnTo>
                  <a:pt x="762000" y="488950"/>
                </a:lnTo>
                <a:lnTo>
                  <a:pt x="742950" y="488950"/>
                </a:lnTo>
                <a:lnTo>
                  <a:pt x="736600" y="495300"/>
                </a:lnTo>
                <a:lnTo>
                  <a:pt x="730250" y="495300"/>
                </a:lnTo>
                <a:lnTo>
                  <a:pt x="736600" y="501650"/>
                </a:lnTo>
                <a:lnTo>
                  <a:pt x="717550" y="514350"/>
                </a:lnTo>
                <a:lnTo>
                  <a:pt x="698500" y="514350"/>
                </a:lnTo>
                <a:lnTo>
                  <a:pt x="692150" y="508000"/>
                </a:lnTo>
                <a:lnTo>
                  <a:pt x="698500" y="501650"/>
                </a:lnTo>
                <a:lnTo>
                  <a:pt x="679450" y="501650"/>
                </a:lnTo>
                <a:lnTo>
                  <a:pt x="673100" y="508000"/>
                </a:lnTo>
                <a:lnTo>
                  <a:pt x="647700" y="508000"/>
                </a:lnTo>
                <a:lnTo>
                  <a:pt x="647700" y="514350"/>
                </a:lnTo>
                <a:lnTo>
                  <a:pt x="635000" y="527050"/>
                </a:lnTo>
                <a:lnTo>
                  <a:pt x="622300" y="527050"/>
                </a:lnTo>
                <a:lnTo>
                  <a:pt x="615950" y="533400"/>
                </a:lnTo>
                <a:lnTo>
                  <a:pt x="596900" y="533400"/>
                </a:lnTo>
                <a:lnTo>
                  <a:pt x="590550" y="527050"/>
                </a:lnTo>
                <a:lnTo>
                  <a:pt x="596900" y="520700"/>
                </a:lnTo>
                <a:lnTo>
                  <a:pt x="603250" y="520700"/>
                </a:lnTo>
                <a:lnTo>
                  <a:pt x="577850" y="520700"/>
                </a:lnTo>
                <a:lnTo>
                  <a:pt x="571500" y="514350"/>
                </a:lnTo>
                <a:lnTo>
                  <a:pt x="571500" y="431800"/>
                </a:lnTo>
                <a:lnTo>
                  <a:pt x="577850" y="425450"/>
                </a:lnTo>
                <a:lnTo>
                  <a:pt x="577850" y="419100"/>
                </a:lnTo>
                <a:lnTo>
                  <a:pt x="571500" y="425450"/>
                </a:lnTo>
                <a:lnTo>
                  <a:pt x="565150" y="419100"/>
                </a:lnTo>
                <a:lnTo>
                  <a:pt x="565150" y="412750"/>
                </a:lnTo>
                <a:lnTo>
                  <a:pt x="571500" y="406400"/>
                </a:lnTo>
                <a:lnTo>
                  <a:pt x="577850" y="406400"/>
                </a:lnTo>
                <a:lnTo>
                  <a:pt x="577850" y="393700"/>
                </a:lnTo>
                <a:lnTo>
                  <a:pt x="584200" y="387350"/>
                </a:lnTo>
                <a:lnTo>
                  <a:pt x="584200" y="374650"/>
                </a:lnTo>
                <a:lnTo>
                  <a:pt x="603250" y="361950"/>
                </a:lnTo>
                <a:lnTo>
                  <a:pt x="622300" y="361950"/>
                </a:lnTo>
                <a:lnTo>
                  <a:pt x="628650" y="355600"/>
                </a:lnTo>
                <a:lnTo>
                  <a:pt x="647700" y="355600"/>
                </a:lnTo>
                <a:lnTo>
                  <a:pt x="654050" y="349250"/>
                </a:lnTo>
                <a:lnTo>
                  <a:pt x="679450" y="349250"/>
                </a:lnTo>
                <a:lnTo>
                  <a:pt x="679450" y="336550"/>
                </a:lnTo>
                <a:lnTo>
                  <a:pt x="685800" y="330200"/>
                </a:lnTo>
                <a:lnTo>
                  <a:pt x="698500" y="330200"/>
                </a:lnTo>
                <a:lnTo>
                  <a:pt x="704850" y="323850"/>
                </a:lnTo>
                <a:lnTo>
                  <a:pt x="711200" y="323850"/>
                </a:lnTo>
                <a:lnTo>
                  <a:pt x="717550" y="330200"/>
                </a:lnTo>
                <a:lnTo>
                  <a:pt x="717550" y="336550"/>
                </a:lnTo>
                <a:lnTo>
                  <a:pt x="711200" y="342900"/>
                </a:lnTo>
                <a:lnTo>
                  <a:pt x="717550" y="342900"/>
                </a:lnTo>
                <a:lnTo>
                  <a:pt x="723900" y="336550"/>
                </a:lnTo>
                <a:lnTo>
                  <a:pt x="768350" y="336550"/>
                </a:lnTo>
                <a:lnTo>
                  <a:pt x="774700" y="330200"/>
                </a:lnTo>
                <a:lnTo>
                  <a:pt x="781050" y="330200"/>
                </a:lnTo>
                <a:lnTo>
                  <a:pt x="793750" y="317500"/>
                </a:lnTo>
                <a:lnTo>
                  <a:pt x="793750" y="311150"/>
                </a:lnTo>
                <a:lnTo>
                  <a:pt x="774700" y="311150"/>
                </a:lnTo>
                <a:lnTo>
                  <a:pt x="762000" y="298450"/>
                </a:lnTo>
                <a:lnTo>
                  <a:pt x="781050" y="285750"/>
                </a:lnTo>
                <a:lnTo>
                  <a:pt x="774700" y="285750"/>
                </a:lnTo>
                <a:lnTo>
                  <a:pt x="768350" y="279400"/>
                </a:lnTo>
                <a:lnTo>
                  <a:pt x="768350" y="260350"/>
                </a:lnTo>
                <a:lnTo>
                  <a:pt x="717550" y="260350"/>
                </a:lnTo>
                <a:lnTo>
                  <a:pt x="711200" y="266700"/>
                </a:lnTo>
                <a:lnTo>
                  <a:pt x="717550" y="273050"/>
                </a:lnTo>
                <a:lnTo>
                  <a:pt x="704850" y="285750"/>
                </a:lnTo>
                <a:lnTo>
                  <a:pt x="698500" y="285750"/>
                </a:lnTo>
                <a:lnTo>
                  <a:pt x="685800" y="273050"/>
                </a:lnTo>
                <a:lnTo>
                  <a:pt x="692150" y="266700"/>
                </a:lnTo>
                <a:lnTo>
                  <a:pt x="673100" y="266700"/>
                </a:lnTo>
                <a:lnTo>
                  <a:pt x="666750" y="273050"/>
                </a:lnTo>
                <a:lnTo>
                  <a:pt x="635000" y="273050"/>
                </a:lnTo>
                <a:lnTo>
                  <a:pt x="628650" y="279400"/>
                </a:lnTo>
                <a:lnTo>
                  <a:pt x="609600" y="279400"/>
                </a:lnTo>
                <a:lnTo>
                  <a:pt x="603250" y="273050"/>
                </a:lnTo>
                <a:lnTo>
                  <a:pt x="603250" y="247650"/>
                </a:lnTo>
                <a:lnTo>
                  <a:pt x="609600" y="241300"/>
                </a:lnTo>
                <a:lnTo>
                  <a:pt x="609600" y="190500"/>
                </a:lnTo>
                <a:lnTo>
                  <a:pt x="615950" y="184150"/>
                </a:lnTo>
                <a:lnTo>
                  <a:pt x="615950" y="152400"/>
                </a:lnTo>
                <a:lnTo>
                  <a:pt x="635000" y="133350"/>
                </a:lnTo>
                <a:lnTo>
                  <a:pt x="654050" y="133350"/>
                </a:lnTo>
                <a:lnTo>
                  <a:pt x="660400" y="127000"/>
                </a:lnTo>
                <a:lnTo>
                  <a:pt x="679450" y="127000"/>
                </a:lnTo>
                <a:lnTo>
                  <a:pt x="685800" y="120650"/>
                </a:lnTo>
                <a:lnTo>
                  <a:pt x="704850" y="120650"/>
                </a:lnTo>
                <a:lnTo>
                  <a:pt x="711200" y="114300"/>
                </a:lnTo>
                <a:lnTo>
                  <a:pt x="730250" y="114300"/>
                </a:lnTo>
                <a:lnTo>
                  <a:pt x="736600" y="107950"/>
                </a:lnTo>
                <a:lnTo>
                  <a:pt x="749300" y="107950"/>
                </a:lnTo>
                <a:lnTo>
                  <a:pt x="762000" y="95250"/>
                </a:lnTo>
                <a:lnTo>
                  <a:pt x="781050" y="95250"/>
                </a:lnTo>
                <a:lnTo>
                  <a:pt x="787400" y="88900"/>
                </a:lnTo>
                <a:lnTo>
                  <a:pt x="793750" y="88900"/>
                </a:lnTo>
                <a:lnTo>
                  <a:pt x="800100" y="95250"/>
                </a:lnTo>
                <a:lnTo>
                  <a:pt x="812800" y="95250"/>
                </a:lnTo>
                <a:lnTo>
                  <a:pt x="819150" y="88900"/>
                </a:lnTo>
                <a:lnTo>
                  <a:pt x="844550" y="88900"/>
                </a:lnTo>
                <a:lnTo>
                  <a:pt x="850900" y="82550"/>
                </a:lnTo>
                <a:lnTo>
                  <a:pt x="869950" y="82550"/>
                </a:lnTo>
                <a:lnTo>
                  <a:pt x="869950" y="69850"/>
                </a:lnTo>
                <a:lnTo>
                  <a:pt x="857250" y="69850"/>
                </a:lnTo>
                <a:lnTo>
                  <a:pt x="844550" y="57150"/>
                </a:lnTo>
                <a:lnTo>
                  <a:pt x="844550" y="50800"/>
                </a:lnTo>
                <a:lnTo>
                  <a:pt x="857250" y="38100"/>
                </a:lnTo>
                <a:lnTo>
                  <a:pt x="857250" y="31750"/>
                </a:lnTo>
                <a:close/>
                <a:moveTo>
                  <a:pt x="749300" y="88900"/>
                </a:moveTo>
                <a:lnTo>
                  <a:pt x="768350" y="76200"/>
                </a:lnTo>
                <a:lnTo>
                  <a:pt x="793750" y="76200"/>
                </a:lnTo>
                <a:lnTo>
                  <a:pt x="800100" y="82550"/>
                </a:lnTo>
                <a:lnTo>
                  <a:pt x="793750" y="88900"/>
                </a:lnTo>
                <a:lnTo>
                  <a:pt x="774700" y="88900"/>
                </a:lnTo>
                <a:lnTo>
                  <a:pt x="768350" y="95250"/>
                </a:lnTo>
                <a:lnTo>
                  <a:pt x="755650" y="95250"/>
                </a:lnTo>
                <a:close/>
                <a:moveTo>
                  <a:pt x="787400" y="38100"/>
                </a:moveTo>
                <a:lnTo>
                  <a:pt x="793750" y="31750"/>
                </a:lnTo>
                <a:lnTo>
                  <a:pt x="806450" y="31750"/>
                </a:lnTo>
                <a:lnTo>
                  <a:pt x="812800" y="38100"/>
                </a:lnTo>
                <a:lnTo>
                  <a:pt x="806450" y="44450"/>
                </a:lnTo>
                <a:lnTo>
                  <a:pt x="793750" y="44450"/>
                </a:lnTo>
                <a:close/>
                <a:moveTo>
                  <a:pt x="4178300" y="12700"/>
                </a:moveTo>
                <a:lnTo>
                  <a:pt x="4102100" y="12700"/>
                </a:lnTo>
                <a:lnTo>
                  <a:pt x="4095750" y="19050"/>
                </a:lnTo>
                <a:lnTo>
                  <a:pt x="4076700" y="19050"/>
                </a:lnTo>
                <a:lnTo>
                  <a:pt x="4070350" y="12700"/>
                </a:lnTo>
                <a:lnTo>
                  <a:pt x="4064000" y="12700"/>
                </a:lnTo>
                <a:lnTo>
                  <a:pt x="4044950" y="25400"/>
                </a:lnTo>
                <a:lnTo>
                  <a:pt x="4025900" y="25400"/>
                </a:lnTo>
                <a:lnTo>
                  <a:pt x="4019550" y="31750"/>
                </a:lnTo>
                <a:lnTo>
                  <a:pt x="3968750" y="31750"/>
                </a:lnTo>
                <a:lnTo>
                  <a:pt x="3962400" y="38100"/>
                </a:lnTo>
                <a:lnTo>
                  <a:pt x="3962400" y="44450"/>
                </a:lnTo>
                <a:lnTo>
                  <a:pt x="3956050" y="50800"/>
                </a:lnTo>
                <a:lnTo>
                  <a:pt x="3956050" y="57150"/>
                </a:lnTo>
                <a:lnTo>
                  <a:pt x="3962400" y="63500"/>
                </a:lnTo>
                <a:lnTo>
                  <a:pt x="3962400" y="82550"/>
                </a:lnTo>
                <a:lnTo>
                  <a:pt x="3975100" y="95250"/>
                </a:lnTo>
                <a:lnTo>
                  <a:pt x="3981450" y="95250"/>
                </a:lnTo>
                <a:lnTo>
                  <a:pt x="3987800" y="88900"/>
                </a:lnTo>
                <a:lnTo>
                  <a:pt x="4013200" y="88900"/>
                </a:lnTo>
                <a:lnTo>
                  <a:pt x="4019550" y="82550"/>
                </a:lnTo>
                <a:lnTo>
                  <a:pt x="4032250" y="95250"/>
                </a:lnTo>
                <a:lnTo>
                  <a:pt x="4032250" y="101600"/>
                </a:lnTo>
                <a:lnTo>
                  <a:pt x="4025900" y="107950"/>
                </a:lnTo>
                <a:lnTo>
                  <a:pt x="4025900" y="133350"/>
                </a:lnTo>
                <a:lnTo>
                  <a:pt x="4019550" y="139700"/>
                </a:lnTo>
                <a:lnTo>
                  <a:pt x="4019550" y="165100"/>
                </a:lnTo>
                <a:lnTo>
                  <a:pt x="4013200" y="171450"/>
                </a:lnTo>
                <a:lnTo>
                  <a:pt x="4013200" y="190500"/>
                </a:lnTo>
                <a:lnTo>
                  <a:pt x="4006850" y="196850"/>
                </a:lnTo>
                <a:lnTo>
                  <a:pt x="4006850" y="222250"/>
                </a:lnTo>
                <a:lnTo>
                  <a:pt x="4000500" y="228600"/>
                </a:lnTo>
                <a:lnTo>
                  <a:pt x="4000500" y="247650"/>
                </a:lnTo>
                <a:lnTo>
                  <a:pt x="3994150" y="254000"/>
                </a:lnTo>
                <a:lnTo>
                  <a:pt x="3994150" y="292100"/>
                </a:lnTo>
                <a:lnTo>
                  <a:pt x="3987800" y="298450"/>
                </a:lnTo>
                <a:lnTo>
                  <a:pt x="3987800" y="330200"/>
                </a:lnTo>
                <a:lnTo>
                  <a:pt x="3981450" y="336550"/>
                </a:lnTo>
                <a:lnTo>
                  <a:pt x="3981450" y="361950"/>
                </a:lnTo>
                <a:lnTo>
                  <a:pt x="3975100" y="368300"/>
                </a:lnTo>
                <a:lnTo>
                  <a:pt x="3975100" y="381000"/>
                </a:lnTo>
                <a:lnTo>
                  <a:pt x="3968750" y="387350"/>
                </a:lnTo>
                <a:lnTo>
                  <a:pt x="3968750" y="412750"/>
                </a:lnTo>
                <a:lnTo>
                  <a:pt x="3962400" y="419100"/>
                </a:lnTo>
                <a:lnTo>
                  <a:pt x="3962400" y="450850"/>
                </a:lnTo>
                <a:lnTo>
                  <a:pt x="3956050" y="457200"/>
                </a:lnTo>
                <a:lnTo>
                  <a:pt x="3956050" y="463550"/>
                </a:lnTo>
                <a:lnTo>
                  <a:pt x="3943350" y="476250"/>
                </a:lnTo>
                <a:lnTo>
                  <a:pt x="3905250" y="476250"/>
                </a:lnTo>
                <a:lnTo>
                  <a:pt x="3898900" y="482600"/>
                </a:lnTo>
                <a:lnTo>
                  <a:pt x="3892550" y="482600"/>
                </a:lnTo>
                <a:lnTo>
                  <a:pt x="3892550" y="488950"/>
                </a:lnTo>
                <a:lnTo>
                  <a:pt x="3886200" y="495300"/>
                </a:lnTo>
                <a:lnTo>
                  <a:pt x="3886200" y="508000"/>
                </a:lnTo>
                <a:lnTo>
                  <a:pt x="3892550" y="514350"/>
                </a:lnTo>
                <a:lnTo>
                  <a:pt x="3892550" y="520700"/>
                </a:lnTo>
                <a:lnTo>
                  <a:pt x="3886200" y="527050"/>
                </a:lnTo>
                <a:lnTo>
                  <a:pt x="3892550" y="533400"/>
                </a:lnTo>
                <a:lnTo>
                  <a:pt x="3892550" y="539750"/>
                </a:lnTo>
                <a:lnTo>
                  <a:pt x="3898900" y="539750"/>
                </a:lnTo>
                <a:lnTo>
                  <a:pt x="3905250" y="546100"/>
                </a:lnTo>
                <a:lnTo>
                  <a:pt x="3917950" y="546100"/>
                </a:lnTo>
                <a:lnTo>
                  <a:pt x="3924300" y="539750"/>
                </a:lnTo>
                <a:lnTo>
                  <a:pt x="3943350" y="539750"/>
                </a:lnTo>
                <a:lnTo>
                  <a:pt x="3949700" y="533400"/>
                </a:lnTo>
                <a:lnTo>
                  <a:pt x="4000500" y="533400"/>
                </a:lnTo>
                <a:lnTo>
                  <a:pt x="4019550" y="520700"/>
                </a:lnTo>
                <a:lnTo>
                  <a:pt x="4076700" y="520700"/>
                </a:lnTo>
                <a:lnTo>
                  <a:pt x="4089400" y="508000"/>
                </a:lnTo>
                <a:lnTo>
                  <a:pt x="4083050" y="501650"/>
                </a:lnTo>
                <a:lnTo>
                  <a:pt x="4083050" y="495300"/>
                </a:lnTo>
                <a:lnTo>
                  <a:pt x="4089400" y="488950"/>
                </a:lnTo>
                <a:lnTo>
                  <a:pt x="4089400" y="469900"/>
                </a:lnTo>
                <a:lnTo>
                  <a:pt x="4095750" y="463550"/>
                </a:lnTo>
                <a:lnTo>
                  <a:pt x="4089400" y="463550"/>
                </a:lnTo>
                <a:lnTo>
                  <a:pt x="4083050" y="457200"/>
                </a:lnTo>
                <a:lnTo>
                  <a:pt x="4032250" y="457200"/>
                </a:lnTo>
                <a:lnTo>
                  <a:pt x="4025900" y="450850"/>
                </a:lnTo>
                <a:lnTo>
                  <a:pt x="4025900" y="438150"/>
                </a:lnTo>
                <a:lnTo>
                  <a:pt x="4032250" y="431800"/>
                </a:lnTo>
                <a:lnTo>
                  <a:pt x="4032250" y="412750"/>
                </a:lnTo>
                <a:lnTo>
                  <a:pt x="4038600" y="406400"/>
                </a:lnTo>
                <a:lnTo>
                  <a:pt x="4038600" y="381000"/>
                </a:lnTo>
                <a:lnTo>
                  <a:pt x="4044950" y="374650"/>
                </a:lnTo>
                <a:lnTo>
                  <a:pt x="4044950" y="342900"/>
                </a:lnTo>
                <a:lnTo>
                  <a:pt x="4051300" y="336550"/>
                </a:lnTo>
                <a:lnTo>
                  <a:pt x="4051300" y="311150"/>
                </a:lnTo>
                <a:lnTo>
                  <a:pt x="4057650" y="304800"/>
                </a:lnTo>
                <a:lnTo>
                  <a:pt x="4057650" y="292100"/>
                </a:lnTo>
                <a:lnTo>
                  <a:pt x="4064000" y="285750"/>
                </a:lnTo>
                <a:lnTo>
                  <a:pt x="4064000" y="234950"/>
                </a:lnTo>
                <a:lnTo>
                  <a:pt x="4057650" y="228600"/>
                </a:lnTo>
                <a:lnTo>
                  <a:pt x="4057650" y="203200"/>
                </a:lnTo>
                <a:lnTo>
                  <a:pt x="4070350" y="184150"/>
                </a:lnTo>
                <a:lnTo>
                  <a:pt x="4070350" y="165100"/>
                </a:lnTo>
                <a:lnTo>
                  <a:pt x="4083050" y="152400"/>
                </a:lnTo>
                <a:lnTo>
                  <a:pt x="4083050" y="133350"/>
                </a:lnTo>
                <a:lnTo>
                  <a:pt x="4089400" y="127000"/>
                </a:lnTo>
                <a:lnTo>
                  <a:pt x="4089400" y="101600"/>
                </a:lnTo>
                <a:lnTo>
                  <a:pt x="4095750" y="95250"/>
                </a:lnTo>
                <a:lnTo>
                  <a:pt x="4089400" y="88900"/>
                </a:lnTo>
                <a:lnTo>
                  <a:pt x="4089400" y="82550"/>
                </a:lnTo>
                <a:lnTo>
                  <a:pt x="4108450" y="69850"/>
                </a:lnTo>
                <a:lnTo>
                  <a:pt x="4127500" y="69850"/>
                </a:lnTo>
                <a:lnTo>
                  <a:pt x="4133850" y="63500"/>
                </a:lnTo>
                <a:lnTo>
                  <a:pt x="4140200" y="63500"/>
                </a:lnTo>
                <a:lnTo>
                  <a:pt x="4146550" y="69850"/>
                </a:lnTo>
                <a:lnTo>
                  <a:pt x="4165600" y="69850"/>
                </a:lnTo>
                <a:lnTo>
                  <a:pt x="4171950" y="63500"/>
                </a:lnTo>
                <a:lnTo>
                  <a:pt x="4184650" y="63500"/>
                </a:lnTo>
                <a:lnTo>
                  <a:pt x="4184650" y="50800"/>
                </a:lnTo>
                <a:lnTo>
                  <a:pt x="4178300" y="50800"/>
                </a:lnTo>
                <a:lnTo>
                  <a:pt x="4171950" y="44450"/>
                </a:lnTo>
                <a:lnTo>
                  <a:pt x="4178300" y="38100"/>
                </a:lnTo>
                <a:close/>
                <a:moveTo>
                  <a:pt x="4025900" y="508000"/>
                </a:moveTo>
                <a:lnTo>
                  <a:pt x="4032250" y="501650"/>
                </a:lnTo>
                <a:lnTo>
                  <a:pt x="4051300" y="501650"/>
                </a:lnTo>
                <a:lnTo>
                  <a:pt x="4057650" y="508000"/>
                </a:lnTo>
                <a:lnTo>
                  <a:pt x="4051300" y="514350"/>
                </a:lnTo>
                <a:lnTo>
                  <a:pt x="4032250" y="514350"/>
                </a:lnTo>
                <a:close/>
                <a:moveTo>
                  <a:pt x="3994150" y="349250"/>
                </a:moveTo>
                <a:lnTo>
                  <a:pt x="4000500" y="355600"/>
                </a:lnTo>
                <a:lnTo>
                  <a:pt x="4000500" y="374650"/>
                </a:lnTo>
                <a:lnTo>
                  <a:pt x="3994150" y="381000"/>
                </a:lnTo>
                <a:lnTo>
                  <a:pt x="3987800" y="374650"/>
                </a:lnTo>
                <a:lnTo>
                  <a:pt x="3987800" y="355600"/>
                </a:lnTo>
                <a:close/>
                <a:moveTo>
                  <a:pt x="4000500" y="323850"/>
                </a:moveTo>
                <a:lnTo>
                  <a:pt x="4006850" y="330200"/>
                </a:lnTo>
                <a:lnTo>
                  <a:pt x="4006850" y="349250"/>
                </a:lnTo>
                <a:lnTo>
                  <a:pt x="4000500" y="355600"/>
                </a:lnTo>
                <a:lnTo>
                  <a:pt x="3994150" y="349250"/>
                </a:lnTo>
                <a:lnTo>
                  <a:pt x="3994150" y="330200"/>
                </a:lnTo>
                <a:close/>
                <a:moveTo>
                  <a:pt x="5403850" y="0"/>
                </a:moveTo>
                <a:lnTo>
                  <a:pt x="5391150" y="0"/>
                </a:lnTo>
                <a:lnTo>
                  <a:pt x="5384800" y="6350"/>
                </a:lnTo>
                <a:lnTo>
                  <a:pt x="5365750" y="6350"/>
                </a:lnTo>
                <a:lnTo>
                  <a:pt x="5359400" y="12700"/>
                </a:lnTo>
                <a:lnTo>
                  <a:pt x="5353050" y="12700"/>
                </a:lnTo>
                <a:lnTo>
                  <a:pt x="5346700" y="19050"/>
                </a:lnTo>
                <a:lnTo>
                  <a:pt x="5340350" y="19050"/>
                </a:lnTo>
                <a:lnTo>
                  <a:pt x="5321300" y="38100"/>
                </a:lnTo>
                <a:lnTo>
                  <a:pt x="5314950" y="38100"/>
                </a:lnTo>
                <a:lnTo>
                  <a:pt x="5276850" y="76200"/>
                </a:lnTo>
                <a:lnTo>
                  <a:pt x="5276850" y="82550"/>
                </a:lnTo>
                <a:lnTo>
                  <a:pt x="5257800" y="101600"/>
                </a:lnTo>
                <a:lnTo>
                  <a:pt x="5257800" y="107950"/>
                </a:lnTo>
                <a:lnTo>
                  <a:pt x="5245100" y="120650"/>
                </a:lnTo>
                <a:lnTo>
                  <a:pt x="5245100" y="127000"/>
                </a:lnTo>
                <a:lnTo>
                  <a:pt x="5238750" y="133350"/>
                </a:lnTo>
                <a:lnTo>
                  <a:pt x="5238750" y="139700"/>
                </a:lnTo>
                <a:lnTo>
                  <a:pt x="5232400" y="146050"/>
                </a:lnTo>
                <a:lnTo>
                  <a:pt x="5232400" y="152400"/>
                </a:lnTo>
                <a:lnTo>
                  <a:pt x="5226050" y="158750"/>
                </a:lnTo>
                <a:lnTo>
                  <a:pt x="5226050" y="165100"/>
                </a:lnTo>
                <a:lnTo>
                  <a:pt x="5213350" y="184150"/>
                </a:lnTo>
                <a:lnTo>
                  <a:pt x="5213350" y="196850"/>
                </a:lnTo>
                <a:lnTo>
                  <a:pt x="5200650" y="215900"/>
                </a:lnTo>
                <a:lnTo>
                  <a:pt x="5200650" y="234950"/>
                </a:lnTo>
                <a:lnTo>
                  <a:pt x="5194300" y="241300"/>
                </a:lnTo>
                <a:lnTo>
                  <a:pt x="5194300" y="254000"/>
                </a:lnTo>
                <a:lnTo>
                  <a:pt x="5187950" y="260350"/>
                </a:lnTo>
                <a:lnTo>
                  <a:pt x="5187950" y="279400"/>
                </a:lnTo>
                <a:lnTo>
                  <a:pt x="5181600" y="285750"/>
                </a:lnTo>
                <a:lnTo>
                  <a:pt x="5181600" y="304800"/>
                </a:lnTo>
                <a:lnTo>
                  <a:pt x="5175250" y="311150"/>
                </a:lnTo>
                <a:lnTo>
                  <a:pt x="5175250" y="317500"/>
                </a:lnTo>
                <a:lnTo>
                  <a:pt x="5181600" y="323850"/>
                </a:lnTo>
                <a:lnTo>
                  <a:pt x="5181600" y="393700"/>
                </a:lnTo>
                <a:lnTo>
                  <a:pt x="5187950" y="400050"/>
                </a:lnTo>
                <a:lnTo>
                  <a:pt x="5187950" y="425450"/>
                </a:lnTo>
                <a:lnTo>
                  <a:pt x="5194300" y="431800"/>
                </a:lnTo>
                <a:lnTo>
                  <a:pt x="5194300" y="444500"/>
                </a:lnTo>
                <a:lnTo>
                  <a:pt x="5207000" y="457200"/>
                </a:lnTo>
                <a:lnTo>
                  <a:pt x="5207000" y="463550"/>
                </a:lnTo>
                <a:lnTo>
                  <a:pt x="5238750" y="495300"/>
                </a:lnTo>
                <a:lnTo>
                  <a:pt x="5245100" y="495300"/>
                </a:lnTo>
                <a:lnTo>
                  <a:pt x="5264150" y="508000"/>
                </a:lnTo>
                <a:lnTo>
                  <a:pt x="5283200" y="508000"/>
                </a:lnTo>
                <a:lnTo>
                  <a:pt x="5289550" y="501650"/>
                </a:lnTo>
                <a:lnTo>
                  <a:pt x="5302250" y="501650"/>
                </a:lnTo>
                <a:lnTo>
                  <a:pt x="5308600" y="495300"/>
                </a:lnTo>
                <a:lnTo>
                  <a:pt x="5327650" y="495300"/>
                </a:lnTo>
                <a:lnTo>
                  <a:pt x="5340350" y="482600"/>
                </a:lnTo>
                <a:lnTo>
                  <a:pt x="5346700" y="482600"/>
                </a:lnTo>
                <a:lnTo>
                  <a:pt x="5353050" y="476250"/>
                </a:lnTo>
                <a:lnTo>
                  <a:pt x="5359400" y="476250"/>
                </a:lnTo>
                <a:lnTo>
                  <a:pt x="5372100" y="463550"/>
                </a:lnTo>
                <a:lnTo>
                  <a:pt x="5378450" y="463550"/>
                </a:lnTo>
                <a:lnTo>
                  <a:pt x="5384800" y="469900"/>
                </a:lnTo>
                <a:lnTo>
                  <a:pt x="5384800" y="527050"/>
                </a:lnTo>
                <a:lnTo>
                  <a:pt x="5397500" y="539750"/>
                </a:lnTo>
                <a:lnTo>
                  <a:pt x="5403850" y="533400"/>
                </a:lnTo>
                <a:lnTo>
                  <a:pt x="5403850" y="527050"/>
                </a:lnTo>
                <a:lnTo>
                  <a:pt x="5416550" y="514350"/>
                </a:lnTo>
                <a:lnTo>
                  <a:pt x="5429250" y="527050"/>
                </a:lnTo>
                <a:lnTo>
                  <a:pt x="5441950" y="514350"/>
                </a:lnTo>
                <a:lnTo>
                  <a:pt x="5441950" y="469900"/>
                </a:lnTo>
                <a:lnTo>
                  <a:pt x="5448300" y="463550"/>
                </a:lnTo>
                <a:lnTo>
                  <a:pt x="5448300" y="425450"/>
                </a:lnTo>
                <a:lnTo>
                  <a:pt x="5454650" y="419100"/>
                </a:lnTo>
                <a:lnTo>
                  <a:pt x="5454650" y="323850"/>
                </a:lnTo>
                <a:lnTo>
                  <a:pt x="5467350" y="311150"/>
                </a:lnTo>
                <a:lnTo>
                  <a:pt x="5499100" y="311150"/>
                </a:lnTo>
                <a:lnTo>
                  <a:pt x="5505450" y="304800"/>
                </a:lnTo>
                <a:lnTo>
                  <a:pt x="5511800" y="304800"/>
                </a:lnTo>
                <a:lnTo>
                  <a:pt x="5511800" y="298450"/>
                </a:lnTo>
                <a:lnTo>
                  <a:pt x="5505450" y="292100"/>
                </a:lnTo>
                <a:lnTo>
                  <a:pt x="5511800" y="285750"/>
                </a:lnTo>
                <a:lnTo>
                  <a:pt x="5511800" y="279400"/>
                </a:lnTo>
                <a:lnTo>
                  <a:pt x="5505450" y="279400"/>
                </a:lnTo>
                <a:lnTo>
                  <a:pt x="5499100" y="273050"/>
                </a:lnTo>
                <a:lnTo>
                  <a:pt x="5499100" y="260350"/>
                </a:lnTo>
                <a:lnTo>
                  <a:pt x="5492750" y="254000"/>
                </a:lnTo>
                <a:lnTo>
                  <a:pt x="5454650" y="254000"/>
                </a:lnTo>
                <a:lnTo>
                  <a:pt x="5448300" y="260350"/>
                </a:lnTo>
                <a:lnTo>
                  <a:pt x="5410200" y="260350"/>
                </a:lnTo>
                <a:lnTo>
                  <a:pt x="5403850" y="266700"/>
                </a:lnTo>
                <a:lnTo>
                  <a:pt x="5372100" y="266700"/>
                </a:lnTo>
                <a:lnTo>
                  <a:pt x="5365750" y="273050"/>
                </a:lnTo>
                <a:lnTo>
                  <a:pt x="5327650" y="273050"/>
                </a:lnTo>
                <a:lnTo>
                  <a:pt x="5314950" y="292100"/>
                </a:lnTo>
                <a:lnTo>
                  <a:pt x="5314950" y="298450"/>
                </a:lnTo>
                <a:lnTo>
                  <a:pt x="5327650" y="311150"/>
                </a:lnTo>
                <a:lnTo>
                  <a:pt x="5321300" y="317500"/>
                </a:lnTo>
                <a:lnTo>
                  <a:pt x="5321300" y="323850"/>
                </a:lnTo>
                <a:lnTo>
                  <a:pt x="5327650" y="330200"/>
                </a:lnTo>
                <a:lnTo>
                  <a:pt x="5372100" y="330200"/>
                </a:lnTo>
                <a:lnTo>
                  <a:pt x="5378450" y="323850"/>
                </a:lnTo>
                <a:lnTo>
                  <a:pt x="5391150" y="323850"/>
                </a:lnTo>
                <a:lnTo>
                  <a:pt x="5397500" y="330200"/>
                </a:lnTo>
                <a:lnTo>
                  <a:pt x="5397500" y="355600"/>
                </a:lnTo>
                <a:lnTo>
                  <a:pt x="5391150" y="361950"/>
                </a:lnTo>
                <a:lnTo>
                  <a:pt x="5391150" y="374650"/>
                </a:lnTo>
                <a:lnTo>
                  <a:pt x="5384800" y="381000"/>
                </a:lnTo>
                <a:lnTo>
                  <a:pt x="5384800" y="387350"/>
                </a:lnTo>
                <a:lnTo>
                  <a:pt x="5359400" y="412750"/>
                </a:lnTo>
                <a:lnTo>
                  <a:pt x="5353050" y="412750"/>
                </a:lnTo>
                <a:lnTo>
                  <a:pt x="5346700" y="419100"/>
                </a:lnTo>
                <a:lnTo>
                  <a:pt x="5340350" y="419100"/>
                </a:lnTo>
                <a:lnTo>
                  <a:pt x="5321300" y="431800"/>
                </a:lnTo>
                <a:lnTo>
                  <a:pt x="5283200" y="431800"/>
                </a:lnTo>
                <a:lnTo>
                  <a:pt x="5257800" y="406400"/>
                </a:lnTo>
                <a:lnTo>
                  <a:pt x="5257800" y="400050"/>
                </a:lnTo>
                <a:lnTo>
                  <a:pt x="5251450" y="393700"/>
                </a:lnTo>
                <a:lnTo>
                  <a:pt x="5251450" y="381000"/>
                </a:lnTo>
                <a:lnTo>
                  <a:pt x="5245100" y="374650"/>
                </a:lnTo>
                <a:lnTo>
                  <a:pt x="5245100" y="323850"/>
                </a:lnTo>
                <a:lnTo>
                  <a:pt x="5238750" y="323850"/>
                </a:lnTo>
                <a:lnTo>
                  <a:pt x="5238750" y="342900"/>
                </a:lnTo>
                <a:lnTo>
                  <a:pt x="5232400" y="349250"/>
                </a:lnTo>
                <a:lnTo>
                  <a:pt x="5226050" y="342900"/>
                </a:lnTo>
                <a:lnTo>
                  <a:pt x="5226050" y="317500"/>
                </a:lnTo>
                <a:lnTo>
                  <a:pt x="5232400" y="311150"/>
                </a:lnTo>
                <a:lnTo>
                  <a:pt x="5238750" y="311150"/>
                </a:lnTo>
                <a:lnTo>
                  <a:pt x="5238750" y="304800"/>
                </a:lnTo>
                <a:lnTo>
                  <a:pt x="5251450" y="292100"/>
                </a:lnTo>
                <a:lnTo>
                  <a:pt x="5251450" y="266700"/>
                </a:lnTo>
                <a:lnTo>
                  <a:pt x="5257800" y="260350"/>
                </a:lnTo>
                <a:lnTo>
                  <a:pt x="5257800" y="247650"/>
                </a:lnTo>
                <a:lnTo>
                  <a:pt x="5264150" y="241300"/>
                </a:lnTo>
                <a:lnTo>
                  <a:pt x="5264150" y="228600"/>
                </a:lnTo>
                <a:lnTo>
                  <a:pt x="5270500" y="222250"/>
                </a:lnTo>
                <a:lnTo>
                  <a:pt x="5270500" y="209550"/>
                </a:lnTo>
                <a:lnTo>
                  <a:pt x="5276850" y="203200"/>
                </a:lnTo>
                <a:lnTo>
                  <a:pt x="5276850" y="196850"/>
                </a:lnTo>
                <a:lnTo>
                  <a:pt x="5283200" y="190500"/>
                </a:lnTo>
                <a:lnTo>
                  <a:pt x="5283200" y="184150"/>
                </a:lnTo>
                <a:lnTo>
                  <a:pt x="5295900" y="171450"/>
                </a:lnTo>
                <a:lnTo>
                  <a:pt x="5295900" y="165100"/>
                </a:lnTo>
                <a:lnTo>
                  <a:pt x="5302250" y="158750"/>
                </a:lnTo>
                <a:lnTo>
                  <a:pt x="5302250" y="152400"/>
                </a:lnTo>
                <a:lnTo>
                  <a:pt x="5314950" y="139700"/>
                </a:lnTo>
                <a:lnTo>
                  <a:pt x="5314950" y="133350"/>
                </a:lnTo>
                <a:lnTo>
                  <a:pt x="5359400" y="88900"/>
                </a:lnTo>
                <a:lnTo>
                  <a:pt x="5365750" y="88900"/>
                </a:lnTo>
                <a:lnTo>
                  <a:pt x="5384800" y="76200"/>
                </a:lnTo>
                <a:lnTo>
                  <a:pt x="5403850" y="76200"/>
                </a:lnTo>
                <a:lnTo>
                  <a:pt x="5416550" y="88900"/>
                </a:lnTo>
                <a:lnTo>
                  <a:pt x="5416550" y="120650"/>
                </a:lnTo>
                <a:lnTo>
                  <a:pt x="5422900" y="127000"/>
                </a:lnTo>
                <a:lnTo>
                  <a:pt x="5416550" y="133350"/>
                </a:lnTo>
                <a:lnTo>
                  <a:pt x="5416550" y="139700"/>
                </a:lnTo>
                <a:lnTo>
                  <a:pt x="5429250" y="139700"/>
                </a:lnTo>
                <a:lnTo>
                  <a:pt x="5454650" y="114300"/>
                </a:lnTo>
                <a:lnTo>
                  <a:pt x="5461000" y="114300"/>
                </a:lnTo>
                <a:lnTo>
                  <a:pt x="5467350" y="107950"/>
                </a:lnTo>
                <a:lnTo>
                  <a:pt x="5467350" y="101600"/>
                </a:lnTo>
                <a:lnTo>
                  <a:pt x="5480050" y="82550"/>
                </a:lnTo>
                <a:lnTo>
                  <a:pt x="5480050" y="63500"/>
                </a:lnTo>
                <a:lnTo>
                  <a:pt x="5473700" y="57150"/>
                </a:lnTo>
                <a:lnTo>
                  <a:pt x="5473700" y="50800"/>
                </a:lnTo>
                <a:lnTo>
                  <a:pt x="5467350" y="44450"/>
                </a:lnTo>
                <a:lnTo>
                  <a:pt x="5467350" y="38100"/>
                </a:lnTo>
                <a:lnTo>
                  <a:pt x="5448300" y="19050"/>
                </a:lnTo>
                <a:lnTo>
                  <a:pt x="5441950" y="19050"/>
                </a:lnTo>
                <a:lnTo>
                  <a:pt x="5429250" y="6350"/>
                </a:lnTo>
                <a:lnTo>
                  <a:pt x="5410200" y="6350"/>
                </a:lnTo>
                <a:close/>
                <a:moveTo>
                  <a:pt x="5359400" y="419100"/>
                </a:moveTo>
                <a:lnTo>
                  <a:pt x="5365750" y="425450"/>
                </a:lnTo>
                <a:lnTo>
                  <a:pt x="5365750" y="431800"/>
                </a:lnTo>
                <a:lnTo>
                  <a:pt x="5359400" y="438150"/>
                </a:lnTo>
                <a:lnTo>
                  <a:pt x="5353050" y="438150"/>
                </a:lnTo>
                <a:lnTo>
                  <a:pt x="5346700" y="431800"/>
                </a:lnTo>
                <a:close/>
                <a:moveTo>
                  <a:pt x="5372100" y="400050"/>
                </a:moveTo>
                <a:lnTo>
                  <a:pt x="5378450" y="406400"/>
                </a:lnTo>
                <a:lnTo>
                  <a:pt x="5378450" y="412750"/>
                </a:lnTo>
                <a:lnTo>
                  <a:pt x="5365750" y="425450"/>
                </a:lnTo>
                <a:lnTo>
                  <a:pt x="5359400" y="419100"/>
                </a:lnTo>
                <a:lnTo>
                  <a:pt x="5359400" y="412750"/>
                </a:lnTo>
                <a:close/>
                <a:moveTo>
                  <a:pt x="5461000" y="298450"/>
                </a:moveTo>
                <a:lnTo>
                  <a:pt x="5467350" y="292100"/>
                </a:lnTo>
                <a:lnTo>
                  <a:pt x="5486400" y="292100"/>
                </a:lnTo>
                <a:lnTo>
                  <a:pt x="5492750" y="298450"/>
                </a:lnTo>
                <a:lnTo>
                  <a:pt x="5486400" y="304800"/>
                </a:lnTo>
                <a:lnTo>
                  <a:pt x="5467350" y="304800"/>
                </a:lnTo>
                <a:close/>
                <a:moveTo>
                  <a:pt x="5264150" y="190500"/>
                </a:moveTo>
                <a:lnTo>
                  <a:pt x="5270500" y="196850"/>
                </a:lnTo>
                <a:lnTo>
                  <a:pt x="5270500" y="209550"/>
                </a:lnTo>
                <a:lnTo>
                  <a:pt x="5257800" y="228600"/>
                </a:lnTo>
                <a:lnTo>
                  <a:pt x="5251450" y="222250"/>
                </a:lnTo>
                <a:lnTo>
                  <a:pt x="5251450" y="209550"/>
                </a:lnTo>
                <a:close/>
                <a:moveTo>
                  <a:pt x="5264150" y="190500"/>
                </a:moveTo>
                <a:lnTo>
                  <a:pt x="5270500" y="184150"/>
                </a:lnTo>
                <a:lnTo>
                  <a:pt x="5276850" y="190500"/>
                </a:lnTo>
                <a:lnTo>
                  <a:pt x="5270500" y="196850"/>
                </a:lnTo>
                <a:close/>
                <a:moveTo>
                  <a:pt x="5270500" y="177800"/>
                </a:moveTo>
                <a:lnTo>
                  <a:pt x="5276850" y="171450"/>
                </a:lnTo>
                <a:lnTo>
                  <a:pt x="5283200" y="177800"/>
                </a:lnTo>
                <a:lnTo>
                  <a:pt x="5276850" y="184150"/>
                </a:lnTo>
                <a:close/>
                <a:moveTo>
                  <a:pt x="2565400" y="12700"/>
                </a:moveTo>
                <a:lnTo>
                  <a:pt x="2546350" y="12700"/>
                </a:lnTo>
                <a:lnTo>
                  <a:pt x="2533650" y="0"/>
                </a:lnTo>
                <a:lnTo>
                  <a:pt x="2527300" y="0"/>
                </a:lnTo>
                <a:lnTo>
                  <a:pt x="2520950" y="6350"/>
                </a:lnTo>
                <a:lnTo>
                  <a:pt x="2501900" y="6350"/>
                </a:lnTo>
                <a:lnTo>
                  <a:pt x="2476500" y="31750"/>
                </a:lnTo>
                <a:lnTo>
                  <a:pt x="2476500" y="38100"/>
                </a:lnTo>
                <a:lnTo>
                  <a:pt x="2470150" y="44450"/>
                </a:lnTo>
                <a:lnTo>
                  <a:pt x="2470150" y="50800"/>
                </a:lnTo>
                <a:lnTo>
                  <a:pt x="2463800" y="57150"/>
                </a:lnTo>
                <a:lnTo>
                  <a:pt x="2463800" y="63500"/>
                </a:lnTo>
                <a:lnTo>
                  <a:pt x="2451100" y="76200"/>
                </a:lnTo>
                <a:lnTo>
                  <a:pt x="2451100" y="82550"/>
                </a:lnTo>
                <a:lnTo>
                  <a:pt x="2444750" y="88900"/>
                </a:lnTo>
                <a:lnTo>
                  <a:pt x="2444750" y="95250"/>
                </a:lnTo>
                <a:lnTo>
                  <a:pt x="2438400" y="101600"/>
                </a:lnTo>
                <a:lnTo>
                  <a:pt x="2438400" y="107950"/>
                </a:lnTo>
                <a:lnTo>
                  <a:pt x="2432050" y="114300"/>
                </a:lnTo>
                <a:lnTo>
                  <a:pt x="2432050" y="120650"/>
                </a:lnTo>
                <a:lnTo>
                  <a:pt x="2425700" y="127000"/>
                </a:lnTo>
                <a:lnTo>
                  <a:pt x="2425700" y="133350"/>
                </a:lnTo>
                <a:lnTo>
                  <a:pt x="2419350" y="139700"/>
                </a:lnTo>
                <a:lnTo>
                  <a:pt x="2419350" y="146050"/>
                </a:lnTo>
                <a:lnTo>
                  <a:pt x="2413000" y="152400"/>
                </a:lnTo>
                <a:lnTo>
                  <a:pt x="2413000" y="158750"/>
                </a:lnTo>
                <a:lnTo>
                  <a:pt x="2406650" y="165100"/>
                </a:lnTo>
                <a:lnTo>
                  <a:pt x="2406650" y="171450"/>
                </a:lnTo>
                <a:lnTo>
                  <a:pt x="2393950" y="190500"/>
                </a:lnTo>
                <a:lnTo>
                  <a:pt x="2393950" y="209550"/>
                </a:lnTo>
                <a:lnTo>
                  <a:pt x="2387600" y="215900"/>
                </a:lnTo>
                <a:lnTo>
                  <a:pt x="2387600" y="222250"/>
                </a:lnTo>
                <a:lnTo>
                  <a:pt x="2381250" y="228600"/>
                </a:lnTo>
                <a:lnTo>
                  <a:pt x="2381250" y="234950"/>
                </a:lnTo>
                <a:lnTo>
                  <a:pt x="2368550" y="247650"/>
                </a:lnTo>
                <a:lnTo>
                  <a:pt x="2368550" y="254000"/>
                </a:lnTo>
                <a:lnTo>
                  <a:pt x="2362200" y="260350"/>
                </a:lnTo>
                <a:lnTo>
                  <a:pt x="2362200" y="266700"/>
                </a:lnTo>
                <a:lnTo>
                  <a:pt x="2355850" y="273050"/>
                </a:lnTo>
                <a:lnTo>
                  <a:pt x="2355850" y="279400"/>
                </a:lnTo>
                <a:lnTo>
                  <a:pt x="2343150" y="298450"/>
                </a:lnTo>
                <a:lnTo>
                  <a:pt x="2343150" y="311150"/>
                </a:lnTo>
                <a:lnTo>
                  <a:pt x="2336800" y="317500"/>
                </a:lnTo>
                <a:lnTo>
                  <a:pt x="2336800" y="323850"/>
                </a:lnTo>
                <a:lnTo>
                  <a:pt x="2330450" y="330200"/>
                </a:lnTo>
                <a:lnTo>
                  <a:pt x="2330450" y="336550"/>
                </a:lnTo>
                <a:lnTo>
                  <a:pt x="2311400" y="349250"/>
                </a:lnTo>
                <a:lnTo>
                  <a:pt x="2298700" y="349250"/>
                </a:lnTo>
                <a:lnTo>
                  <a:pt x="2292350" y="355600"/>
                </a:lnTo>
                <a:lnTo>
                  <a:pt x="2273300" y="355600"/>
                </a:lnTo>
                <a:lnTo>
                  <a:pt x="2266950" y="361950"/>
                </a:lnTo>
                <a:lnTo>
                  <a:pt x="2266950" y="368300"/>
                </a:lnTo>
                <a:lnTo>
                  <a:pt x="2260600" y="374650"/>
                </a:lnTo>
                <a:lnTo>
                  <a:pt x="2273300" y="387350"/>
                </a:lnTo>
                <a:lnTo>
                  <a:pt x="2273300" y="400050"/>
                </a:lnTo>
                <a:lnTo>
                  <a:pt x="2266950" y="406400"/>
                </a:lnTo>
                <a:lnTo>
                  <a:pt x="2279650" y="419100"/>
                </a:lnTo>
                <a:lnTo>
                  <a:pt x="2286000" y="419100"/>
                </a:lnTo>
                <a:lnTo>
                  <a:pt x="2292350" y="425450"/>
                </a:lnTo>
                <a:lnTo>
                  <a:pt x="2292350" y="431800"/>
                </a:lnTo>
                <a:lnTo>
                  <a:pt x="2286000" y="438150"/>
                </a:lnTo>
                <a:lnTo>
                  <a:pt x="2286000" y="444500"/>
                </a:lnTo>
                <a:lnTo>
                  <a:pt x="2279650" y="450850"/>
                </a:lnTo>
                <a:lnTo>
                  <a:pt x="2279650" y="457200"/>
                </a:lnTo>
                <a:lnTo>
                  <a:pt x="2273300" y="463550"/>
                </a:lnTo>
                <a:lnTo>
                  <a:pt x="2273300" y="469900"/>
                </a:lnTo>
                <a:lnTo>
                  <a:pt x="2260600" y="488950"/>
                </a:lnTo>
                <a:lnTo>
                  <a:pt x="2260600" y="501650"/>
                </a:lnTo>
                <a:lnTo>
                  <a:pt x="2254250" y="508000"/>
                </a:lnTo>
                <a:lnTo>
                  <a:pt x="2254250" y="520700"/>
                </a:lnTo>
                <a:lnTo>
                  <a:pt x="2241550" y="539750"/>
                </a:lnTo>
                <a:lnTo>
                  <a:pt x="2241550" y="552450"/>
                </a:lnTo>
                <a:lnTo>
                  <a:pt x="2235200" y="558800"/>
                </a:lnTo>
                <a:lnTo>
                  <a:pt x="2235200" y="571500"/>
                </a:lnTo>
                <a:lnTo>
                  <a:pt x="2228850" y="577850"/>
                </a:lnTo>
                <a:lnTo>
                  <a:pt x="2228850" y="596900"/>
                </a:lnTo>
                <a:lnTo>
                  <a:pt x="2241550" y="596900"/>
                </a:lnTo>
                <a:lnTo>
                  <a:pt x="2254250" y="609600"/>
                </a:lnTo>
                <a:lnTo>
                  <a:pt x="2254250" y="622300"/>
                </a:lnTo>
                <a:lnTo>
                  <a:pt x="2260600" y="622300"/>
                </a:lnTo>
                <a:lnTo>
                  <a:pt x="2260600" y="615950"/>
                </a:lnTo>
                <a:lnTo>
                  <a:pt x="2273300" y="596900"/>
                </a:lnTo>
                <a:lnTo>
                  <a:pt x="2286000" y="609600"/>
                </a:lnTo>
                <a:lnTo>
                  <a:pt x="2305050" y="590550"/>
                </a:lnTo>
                <a:lnTo>
                  <a:pt x="2305050" y="577850"/>
                </a:lnTo>
                <a:lnTo>
                  <a:pt x="2311400" y="571500"/>
                </a:lnTo>
                <a:lnTo>
                  <a:pt x="2311400" y="565150"/>
                </a:lnTo>
                <a:lnTo>
                  <a:pt x="2317750" y="558800"/>
                </a:lnTo>
                <a:lnTo>
                  <a:pt x="2317750" y="546100"/>
                </a:lnTo>
                <a:lnTo>
                  <a:pt x="2330450" y="527050"/>
                </a:lnTo>
                <a:lnTo>
                  <a:pt x="2330450" y="514350"/>
                </a:lnTo>
                <a:lnTo>
                  <a:pt x="2336800" y="508000"/>
                </a:lnTo>
                <a:lnTo>
                  <a:pt x="2336800" y="495300"/>
                </a:lnTo>
                <a:lnTo>
                  <a:pt x="2343150" y="488950"/>
                </a:lnTo>
                <a:lnTo>
                  <a:pt x="2343150" y="482600"/>
                </a:lnTo>
                <a:lnTo>
                  <a:pt x="2349500" y="476250"/>
                </a:lnTo>
                <a:lnTo>
                  <a:pt x="2349500" y="469900"/>
                </a:lnTo>
                <a:lnTo>
                  <a:pt x="2362200" y="450850"/>
                </a:lnTo>
                <a:lnTo>
                  <a:pt x="2362200" y="438150"/>
                </a:lnTo>
                <a:lnTo>
                  <a:pt x="2368550" y="431800"/>
                </a:lnTo>
                <a:lnTo>
                  <a:pt x="2368550" y="425450"/>
                </a:lnTo>
                <a:lnTo>
                  <a:pt x="2374900" y="419100"/>
                </a:lnTo>
                <a:lnTo>
                  <a:pt x="2374900" y="412750"/>
                </a:lnTo>
                <a:lnTo>
                  <a:pt x="2387600" y="400050"/>
                </a:lnTo>
                <a:lnTo>
                  <a:pt x="2413000" y="400050"/>
                </a:lnTo>
                <a:lnTo>
                  <a:pt x="2419350" y="393700"/>
                </a:lnTo>
                <a:lnTo>
                  <a:pt x="2432050" y="393700"/>
                </a:lnTo>
                <a:lnTo>
                  <a:pt x="2438400" y="387350"/>
                </a:lnTo>
                <a:lnTo>
                  <a:pt x="2451100" y="387350"/>
                </a:lnTo>
                <a:lnTo>
                  <a:pt x="2470150" y="368300"/>
                </a:lnTo>
                <a:lnTo>
                  <a:pt x="2482850" y="368300"/>
                </a:lnTo>
                <a:lnTo>
                  <a:pt x="2489200" y="374650"/>
                </a:lnTo>
                <a:lnTo>
                  <a:pt x="2495550" y="374650"/>
                </a:lnTo>
                <a:lnTo>
                  <a:pt x="2501900" y="368300"/>
                </a:lnTo>
                <a:lnTo>
                  <a:pt x="2508250" y="368300"/>
                </a:lnTo>
                <a:lnTo>
                  <a:pt x="2520950" y="381000"/>
                </a:lnTo>
                <a:lnTo>
                  <a:pt x="2520950" y="476250"/>
                </a:lnTo>
                <a:lnTo>
                  <a:pt x="2527300" y="482600"/>
                </a:lnTo>
                <a:lnTo>
                  <a:pt x="2527300" y="539750"/>
                </a:lnTo>
                <a:lnTo>
                  <a:pt x="2533650" y="546100"/>
                </a:lnTo>
                <a:lnTo>
                  <a:pt x="2533650" y="552450"/>
                </a:lnTo>
                <a:lnTo>
                  <a:pt x="2546350" y="565150"/>
                </a:lnTo>
                <a:lnTo>
                  <a:pt x="2552700" y="565150"/>
                </a:lnTo>
                <a:lnTo>
                  <a:pt x="2559050" y="571500"/>
                </a:lnTo>
                <a:lnTo>
                  <a:pt x="2565400" y="571500"/>
                </a:lnTo>
                <a:lnTo>
                  <a:pt x="2559050" y="565150"/>
                </a:lnTo>
                <a:lnTo>
                  <a:pt x="2559050" y="558800"/>
                </a:lnTo>
                <a:lnTo>
                  <a:pt x="2571750" y="546100"/>
                </a:lnTo>
                <a:lnTo>
                  <a:pt x="2584450" y="558800"/>
                </a:lnTo>
                <a:lnTo>
                  <a:pt x="2584450" y="565150"/>
                </a:lnTo>
                <a:lnTo>
                  <a:pt x="2590800" y="565150"/>
                </a:lnTo>
                <a:lnTo>
                  <a:pt x="2603500" y="552450"/>
                </a:lnTo>
                <a:lnTo>
                  <a:pt x="2603500" y="533400"/>
                </a:lnTo>
                <a:lnTo>
                  <a:pt x="2597150" y="527050"/>
                </a:lnTo>
                <a:lnTo>
                  <a:pt x="2597150" y="463550"/>
                </a:lnTo>
                <a:lnTo>
                  <a:pt x="2590800" y="457200"/>
                </a:lnTo>
                <a:lnTo>
                  <a:pt x="2590800" y="355600"/>
                </a:lnTo>
                <a:lnTo>
                  <a:pt x="2609850" y="342900"/>
                </a:lnTo>
                <a:lnTo>
                  <a:pt x="2622550" y="342900"/>
                </a:lnTo>
                <a:lnTo>
                  <a:pt x="2622550" y="336550"/>
                </a:lnTo>
                <a:lnTo>
                  <a:pt x="2603500" y="323850"/>
                </a:lnTo>
                <a:lnTo>
                  <a:pt x="2609850" y="317500"/>
                </a:lnTo>
                <a:lnTo>
                  <a:pt x="2609850" y="298450"/>
                </a:lnTo>
                <a:lnTo>
                  <a:pt x="2603500" y="292100"/>
                </a:lnTo>
                <a:lnTo>
                  <a:pt x="2590800" y="292100"/>
                </a:lnTo>
                <a:lnTo>
                  <a:pt x="2584450" y="285750"/>
                </a:lnTo>
                <a:lnTo>
                  <a:pt x="2584450" y="203200"/>
                </a:lnTo>
                <a:lnTo>
                  <a:pt x="2578100" y="196850"/>
                </a:lnTo>
                <a:lnTo>
                  <a:pt x="2578100" y="190500"/>
                </a:lnTo>
                <a:lnTo>
                  <a:pt x="2584450" y="184150"/>
                </a:lnTo>
                <a:lnTo>
                  <a:pt x="2584450" y="101600"/>
                </a:lnTo>
                <a:lnTo>
                  <a:pt x="2578100" y="95250"/>
                </a:lnTo>
                <a:lnTo>
                  <a:pt x="2578100" y="25400"/>
                </a:lnTo>
                <a:close/>
                <a:moveTo>
                  <a:pt x="2317750" y="508000"/>
                </a:moveTo>
                <a:lnTo>
                  <a:pt x="2324100" y="501650"/>
                </a:lnTo>
                <a:lnTo>
                  <a:pt x="2330450" y="508000"/>
                </a:lnTo>
                <a:lnTo>
                  <a:pt x="2330450" y="514350"/>
                </a:lnTo>
                <a:lnTo>
                  <a:pt x="2324100" y="520700"/>
                </a:lnTo>
                <a:lnTo>
                  <a:pt x="2317750" y="514350"/>
                </a:lnTo>
                <a:close/>
                <a:moveTo>
                  <a:pt x="2343150" y="463550"/>
                </a:moveTo>
                <a:lnTo>
                  <a:pt x="2349500" y="469900"/>
                </a:lnTo>
                <a:lnTo>
                  <a:pt x="2343150" y="476250"/>
                </a:lnTo>
                <a:lnTo>
                  <a:pt x="2343150" y="488950"/>
                </a:lnTo>
                <a:lnTo>
                  <a:pt x="2330450" y="508000"/>
                </a:lnTo>
                <a:lnTo>
                  <a:pt x="2324100" y="501650"/>
                </a:lnTo>
                <a:lnTo>
                  <a:pt x="2324100" y="488950"/>
                </a:lnTo>
                <a:lnTo>
                  <a:pt x="2330450" y="482600"/>
                </a:lnTo>
                <a:lnTo>
                  <a:pt x="2330450" y="469900"/>
                </a:lnTo>
                <a:lnTo>
                  <a:pt x="2336800" y="463550"/>
                </a:lnTo>
                <a:close/>
                <a:moveTo>
                  <a:pt x="2540000" y="457200"/>
                </a:moveTo>
                <a:lnTo>
                  <a:pt x="2546350" y="463550"/>
                </a:lnTo>
                <a:lnTo>
                  <a:pt x="2546350" y="501650"/>
                </a:lnTo>
                <a:lnTo>
                  <a:pt x="2540000" y="508000"/>
                </a:lnTo>
                <a:lnTo>
                  <a:pt x="2533650" y="501650"/>
                </a:lnTo>
                <a:lnTo>
                  <a:pt x="2533650" y="463550"/>
                </a:lnTo>
                <a:close/>
                <a:moveTo>
                  <a:pt x="2489200" y="355600"/>
                </a:moveTo>
                <a:lnTo>
                  <a:pt x="2495550" y="349250"/>
                </a:lnTo>
                <a:lnTo>
                  <a:pt x="2508250" y="349250"/>
                </a:lnTo>
                <a:lnTo>
                  <a:pt x="2514600" y="355600"/>
                </a:lnTo>
                <a:lnTo>
                  <a:pt x="2508250" y="361950"/>
                </a:lnTo>
                <a:lnTo>
                  <a:pt x="2495550" y="361950"/>
                </a:lnTo>
                <a:close/>
                <a:moveTo>
                  <a:pt x="2476500" y="317500"/>
                </a:moveTo>
                <a:lnTo>
                  <a:pt x="2482850" y="311150"/>
                </a:lnTo>
                <a:lnTo>
                  <a:pt x="2489200" y="311150"/>
                </a:lnTo>
                <a:lnTo>
                  <a:pt x="2495550" y="317500"/>
                </a:lnTo>
                <a:lnTo>
                  <a:pt x="2489200" y="323850"/>
                </a:lnTo>
                <a:lnTo>
                  <a:pt x="2482850" y="323850"/>
                </a:lnTo>
                <a:close/>
                <a:moveTo>
                  <a:pt x="2489200" y="311150"/>
                </a:moveTo>
                <a:lnTo>
                  <a:pt x="2495550" y="304800"/>
                </a:lnTo>
                <a:lnTo>
                  <a:pt x="2501900" y="311150"/>
                </a:lnTo>
                <a:lnTo>
                  <a:pt x="2495550" y="317500"/>
                </a:lnTo>
                <a:close/>
                <a:moveTo>
                  <a:pt x="2381250" y="254000"/>
                </a:moveTo>
                <a:lnTo>
                  <a:pt x="2387600" y="247650"/>
                </a:lnTo>
                <a:lnTo>
                  <a:pt x="2393950" y="254000"/>
                </a:lnTo>
                <a:lnTo>
                  <a:pt x="2393950" y="260350"/>
                </a:lnTo>
                <a:lnTo>
                  <a:pt x="2387600" y="266700"/>
                </a:lnTo>
                <a:lnTo>
                  <a:pt x="2381250" y="260350"/>
                </a:lnTo>
                <a:close/>
                <a:moveTo>
                  <a:pt x="2432050" y="222250"/>
                </a:moveTo>
                <a:lnTo>
                  <a:pt x="2438400" y="228600"/>
                </a:lnTo>
                <a:lnTo>
                  <a:pt x="2438400" y="241300"/>
                </a:lnTo>
                <a:lnTo>
                  <a:pt x="2432050" y="247650"/>
                </a:lnTo>
                <a:lnTo>
                  <a:pt x="2432050" y="254000"/>
                </a:lnTo>
                <a:lnTo>
                  <a:pt x="2419350" y="266700"/>
                </a:lnTo>
                <a:lnTo>
                  <a:pt x="2413000" y="260350"/>
                </a:lnTo>
                <a:lnTo>
                  <a:pt x="2413000" y="254000"/>
                </a:lnTo>
                <a:lnTo>
                  <a:pt x="2419350" y="247650"/>
                </a:lnTo>
                <a:lnTo>
                  <a:pt x="2419350" y="234950"/>
                </a:lnTo>
                <a:close/>
                <a:moveTo>
                  <a:pt x="2432050" y="222250"/>
                </a:moveTo>
                <a:lnTo>
                  <a:pt x="2438400" y="215900"/>
                </a:lnTo>
                <a:lnTo>
                  <a:pt x="2444750" y="222250"/>
                </a:lnTo>
                <a:lnTo>
                  <a:pt x="2438400" y="228600"/>
                </a:lnTo>
                <a:close/>
                <a:moveTo>
                  <a:pt x="2406650" y="209550"/>
                </a:moveTo>
                <a:lnTo>
                  <a:pt x="2413000" y="215900"/>
                </a:lnTo>
                <a:lnTo>
                  <a:pt x="2413000" y="222250"/>
                </a:lnTo>
                <a:lnTo>
                  <a:pt x="2406650" y="228600"/>
                </a:lnTo>
                <a:lnTo>
                  <a:pt x="2406650" y="234950"/>
                </a:lnTo>
                <a:lnTo>
                  <a:pt x="2393950" y="254000"/>
                </a:lnTo>
                <a:lnTo>
                  <a:pt x="2387600" y="247650"/>
                </a:lnTo>
                <a:lnTo>
                  <a:pt x="2387600" y="234950"/>
                </a:lnTo>
                <a:lnTo>
                  <a:pt x="2393950" y="228600"/>
                </a:lnTo>
                <a:lnTo>
                  <a:pt x="2393950" y="222250"/>
                </a:lnTo>
                <a:close/>
                <a:moveTo>
                  <a:pt x="2425700" y="184150"/>
                </a:moveTo>
                <a:lnTo>
                  <a:pt x="2432050" y="177800"/>
                </a:lnTo>
                <a:lnTo>
                  <a:pt x="2438400" y="184150"/>
                </a:lnTo>
                <a:lnTo>
                  <a:pt x="2432050" y="190500"/>
                </a:lnTo>
                <a:close/>
                <a:moveTo>
                  <a:pt x="2432050" y="171450"/>
                </a:moveTo>
                <a:lnTo>
                  <a:pt x="2438400" y="165100"/>
                </a:lnTo>
                <a:lnTo>
                  <a:pt x="2444750" y="171450"/>
                </a:lnTo>
                <a:lnTo>
                  <a:pt x="2444750" y="177800"/>
                </a:lnTo>
                <a:lnTo>
                  <a:pt x="2438400" y="184150"/>
                </a:lnTo>
                <a:lnTo>
                  <a:pt x="2432050" y="177800"/>
                </a:lnTo>
                <a:close/>
                <a:moveTo>
                  <a:pt x="2438400" y="158750"/>
                </a:moveTo>
                <a:lnTo>
                  <a:pt x="2444750" y="152400"/>
                </a:lnTo>
                <a:lnTo>
                  <a:pt x="2451100" y="158750"/>
                </a:lnTo>
                <a:lnTo>
                  <a:pt x="2451100" y="165100"/>
                </a:lnTo>
                <a:lnTo>
                  <a:pt x="2444750" y="171450"/>
                </a:lnTo>
                <a:lnTo>
                  <a:pt x="2438400" y="165100"/>
                </a:lnTo>
                <a:close/>
                <a:moveTo>
                  <a:pt x="2444750" y="152400"/>
                </a:moveTo>
                <a:lnTo>
                  <a:pt x="2451100" y="146050"/>
                </a:lnTo>
                <a:lnTo>
                  <a:pt x="2457450" y="152400"/>
                </a:lnTo>
                <a:lnTo>
                  <a:pt x="2451100" y="158750"/>
                </a:lnTo>
                <a:close/>
                <a:moveTo>
                  <a:pt x="2508250" y="127000"/>
                </a:moveTo>
                <a:lnTo>
                  <a:pt x="2514600" y="133350"/>
                </a:lnTo>
                <a:lnTo>
                  <a:pt x="2514600" y="292100"/>
                </a:lnTo>
                <a:lnTo>
                  <a:pt x="2501900" y="304800"/>
                </a:lnTo>
                <a:lnTo>
                  <a:pt x="2476500" y="304800"/>
                </a:lnTo>
                <a:lnTo>
                  <a:pt x="2470150" y="311150"/>
                </a:lnTo>
                <a:lnTo>
                  <a:pt x="2444750" y="311150"/>
                </a:lnTo>
                <a:lnTo>
                  <a:pt x="2438400" y="317500"/>
                </a:lnTo>
                <a:lnTo>
                  <a:pt x="2425700" y="317500"/>
                </a:lnTo>
                <a:lnTo>
                  <a:pt x="2419350" y="311150"/>
                </a:lnTo>
                <a:lnTo>
                  <a:pt x="2419350" y="298450"/>
                </a:lnTo>
                <a:lnTo>
                  <a:pt x="2425700" y="292100"/>
                </a:lnTo>
                <a:lnTo>
                  <a:pt x="2425700" y="285750"/>
                </a:lnTo>
                <a:lnTo>
                  <a:pt x="2432050" y="279400"/>
                </a:lnTo>
                <a:lnTo>
                  <a:pt x="2432050" y="273050"/>
                </a:lnTo>
                <a:lnTo>
                  <a:pt x="2438400" y="266700"/>
                </a:lnTo>
                <a:lnTo>
                  <a:pt x="2438400" y="260350"/>
                </a:lnTo>
                <a:lnTo>
                  <a:pt x="2451100" y="241300"/>
                </a:lnTo>
                <a:lnTo>
                  <a:pt x="2451100" y="228600"/>
                </a:lnTo>
                <a:lnTo>
                  <a:pt x="2457450" y="222250"/>
                </a:lnTo>
                <a:lnTo>
                  <a:pt x="2457450" y="215900"/>
                </a:lnTo>
                <a:lnTo>
                  <a:pt x="2463800" y="209550"/>
                </a:lnTo>
                <a:lnTo>
                  <a:pt x="2463800" y="203200"/>
                </a:lnTo>
                <a:lnTo>
                  <a:pt x="2470150" y="196850"/>
                </a:lnTo>
                <a:lnTo>
                  <a:pt x="2470150" y="190500"/>
                </a:lnTo>
                <a:lnTo>
                  <a:pt x="2476500" y="184150"/>
                </a:lnTo>
                <a:lnTo>
                  <a:pt x="2476500" y="177800"/>
                </a:lnTo>
                <a:lnTo>
                  <a:pt x="2482850" y="171450"/>
                </a:lnTo>
                <a:lnTo>
                  <a:pt x="2482850" y="165100"/>
                </a:lnTo>
                <a:lnTo>
                  <a:pt x="2489200" y="158750"/>
                </a:lnTo>
                <a:lnTo>
                  <a:pt x="2489200" y="152400"/>
                </a:lnTo>
                <a:lnTo>
                  <a:pt x="2495550" y="146050"/>
                </a:lnTo>
                <a:lnTo>
                  <a:pt x="2495550" y="139700"/>
                </a:lnTo>
                <a:close/>
              </a:path>
            </a:pathLst>
          </a:custGeom>
          <a:solidFill xmlns:a="http://schemas.openxmlformats.org/drawingml/2006/main">
            <a:srgbClr val="B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ode-driven brush-lettered headline dark">
            <a:extLst xmlns:a="http://schemas.openxmlformats.org/drawingml/2006/main">
              <a:ext uri="{FF2B5EF4-FFF2-40B4-BE49-F238E27FC236}">
                <a16:creationId xmlns:a16="http://schemas.microsoft.com/office/drawing/2014/main" id="{51734FF8-FC01-42BE-87EA-85CBA398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2557479"/>
            <a:ext cx="3028950" cy="603250"/>
          </a:xfrm>
          <a:custGeom xmlns:a="http://schemas.openxmlformats.org/drawingml/2006/main">
            <a:pathLst>
              <a:path w="3028950" h="603250">
                <a:moveTo>
                  <a:pt x="1479550" y="355600"/>
                </a:moveTo>
                <a:lnTo>
                  <a:pt x="1466850" y="355600"/>
                </a:lnTo>
                <a:lnTo>
                  <a:pt x="1454150" y="342900"/>
                </a:lnTo>
                <a:lnTo>
                  <a:pt x="1473200" y="323850"/>
                </a:lnTo>
                <a:lnTo>
                  <a:pt x="1473200" y="317500"/>
                </a:lnTo>
                <a:lnTo>
                  <a:pt x="1466850" y="311150"/>
                </a:lnTo>
                <a:lnTo>
                  <a:pt x="1409700" y="311150"/>
                </a:lnTo>
                <a:lnTo>
                  <a:pt x="1403350" y="317500"/>
                </a:lnTo>
                <a:lnTo>
                  <a:pt x="1346200" y="317500"/>
                </a:lnTo>
                <a:lnTo>
                  <a:pt x="1339850" y="323850"/>
                </a:lnTo>
                <a:lnTo>
                  <a:pt x="1289050" y="323850"/>
                </a:lnTo>
                <a:lnTo>
                  <a:pt x="1282700" y="317500"/>
                </a:lnTo>
                <a:lnTo>
                  <a:pt x="1276350" y="323850"/>
                </a:lnTo>
                <a:lnTo>
                  <a:pt x="1270000" y="323850"/>
                </a:lnTo>
                <a:lnTo>
                  <a:pt x="1257300" y="336550"/>
                </a:lnTo>
                <a:lnTo>
                  <a:pt x="1263650" y="342900"/>
                </a:lnTo>
                <a:lnTo>
                  <a:pt x="1263650" y="361950"/>
                </a:lnTo>
                <a:lnTo>
                  <a:pt x="1257300" y="368300"/>
                </a:lnTo>
                <a:lnTo>
                  <a:pt x="1263650" y="374650"/>
                </a:lnTo>
                <a:lnTo>
                  <a:pt x="1327150" y="374650"/>
                </a:lnTo>
                <a:lnTo>
                  <a:pt x="1333500" y="368300"/>
                </a:lnTo>
                <a:lnTo>
                  <a:pt x="1346200" y="368300"/>
                </a:lnTo>
                <a:lnTo>
                  <a:pt x="1352550" y="374650"/>
                </a:lnTo>
                <a:lnTo>
                  <a:pt x="1358900" y="374650"/>
                </a:lnTo>
                <a:lnTo>
                  <a:pt x="1365250" y="368300"/>
                </a:lnTo>
                <a:lnTo>
                  <a:pt x="1466850" y="368300"/>
                </a:lnTo>
                <a:close/>
                <a:moveTo>
                  <a:pt x="571500" y="241300"/>
                </a:moveTo>
                <a:lnTo>
                  <a:pt x="552450" y="241300"/>
                </a:lnTo>
                <a:lnTo>
                  <a:pt x="546100" y="247650"/>
                </a:lnTo>
                <a:lnTo>
                  <a:pt x="533400" y="247650"/>
                </a:lnTo>
                <a:lnTo>
                  <a:pt x="527050" y="254000"/>
                </a:lnTo>
                <a:lnTo>
                  <a:pt x="520700" y="254000"/>
                </a:lnTo>
                <a:lnTo>
                  <a:pt x="508000" y="266700"/>
                </a:lnTo>
                <a:lnTo>
                  <a:pt x="501650" y="266700"/>
                </a:lnTo>
                <a:lnTo>
                  <a:pt x="469900" y="298450"/>
                </a:lnTo>
                <a:lnTo>
                  <a:pt x="469900" y="304800"/>
                </a:lnTo>
                <a:lnTo>
                  <a:pt x="457200" y="317500"/>
                </a:lnTo>
                <a:lnTo>
                  <a:pt x="457200" y="323850"/>
                </a:lnTo>
                <a:lnTo>
                  <a:pt x="444500" y="336550"/>
                </a:lnTo>
                <a:lnTo>
                  <a:pt x="444500" y="342900"/>
                </a:lnTo>
                <a:lnTo>
                  <a:pt x="438150" y="349250"/>
                </a:lnTo>
                <a:lnTo>
                  <a:pt x="438150" y="361950"/>
                </a:lnTo>
                <a:lnTo>
                  <a:pt x="431800" y="368300"/>
                </a:lnTo>
                <a:lnTo>
                  <a:pt x="431800" y="374650"/>
                </a:lnTo>
                <a:lnTo>
                  <a:pt x="425450" y="381000"/>
                </a:lnTo>
                <a:lnTo>
                  <a:pt x="425450" y="393700"/>
                </a:lnTo>
                <a:lnTo>
                  <a:pt x="419100" y="400050"/>
                </a:lnTo>
                <a:lnTo>
                  <a:pt x="419100" y="463550"/>
                </a:lnTo>
                <a:lnTo>
                  <a:pt x="425450" y="469900"/>
                </a:lnTo>
                <a:lnTo>
                  <a:pt x="425450" y="476250"/>
                </a:lnTo>
                <a:lnTo>
                  <a:pt x="431800" y="482600"/>
                </a:lnTo>
                <a:lnTo>
                  <a:pt x="431800" y="488950"/>
                </a:lnTo>
                <a:lnTo>
                  <a:pt x="438150" y="495300"/>
                </a:lnTo>
                <a:lnTo>
                  <a:pt x="438150" y="501650"/>
                </a:lnTo>
                <a:lnTo>
                  <a:pt x="444500" y="508000"/>
                </a:lnTo>
                <a:lnTo>
                  <a:pt x="450850" y="508000"/>
                </a:lnTo>
                <a:lnTo>
                  <a:pt x="469900" y="527050"/>
                </a:lnTo>
                <a:lnTo>
                  <a:pt x="482600" y="527050"/>
                </a:lnTo>
                <a:lnTo>
                  <a:pt x="488950" y="533400"/>
                </a:lnTo>
                <a:lnTo>
                  <a:pt x="533400" y="533400"/>
                </a:lnTo>
                <a:lnTo>
                  <a:pt x="539750" y="527050"/>
                </a:lnTo>
                <a:lnTo>
                  <a:pt x="558800" y="527050"/>
                </a:lnTo>
                <a:lnTo>
                  <a:pt x="571500" y="514350"/>
                </a:lnTo>
                <a:lnTo>
                  <a:pt x="577850" y="514350"/>
                </a:lnTo>
                <a:lnTo>
                  <a:pt x="584200" y="508000"/>
                </a:lnTo>
                <a:lnTo>
                  <a:pt x="584200" y="495300"/>
                </a:lnTo>
                <a:lnTo>
                  <a:pt x="596900" y="482600"/>
                </a:lnTo>
                <a:lnTo>
                  <a:pt x="603250" y="488950"/>
                </a:lnTo>
                <a:lnTo>
                  <a:pt x="615950" y="476250"/>
                </a:lnTo>
                <a:lnTo>
                  <a:pt x="615950" y="469900"/>
                </a:lnTo>
                <a:lnTo>
                  <a:pt x="628650" y="457200"/>
                </a:lnTo>
                <a:lnTo>
                  <a:pt x="622300" y="463550"/>
                </a:lnTo>
                <a:lnTo>
                  <a:pt x="615950" y="457200"/>
                </a:lnTo>
                <a:lnTo>
                  <a:pt x="615950" y="450850"/>
                </a:lnTo>
                <a:lnTo>
                  <a:pt x="622300" y="444500"/>
                </a:lnTo>
                <a:lnTo>
                  <a:pt x="635000" y="444500"/>
                </a:lnTo>
                <a:lnTo>
                  <a:pt x="635000" y="438150"/>
                </a:lnTo>
                <a:lnTo>
                  <a:pt x="647700" y="419100"/>
                </a:lnTo>
                <a:lnTo>
                  <a:pt x="647700" y="406400"/>
                </a:lnTo>
                <a:lnTo>
                  <a:pt x="654050" y="400050"/>
                </a:lnTo>
                <a:lnTo>
                  <a:pt x="654050" y="330200"/>
                </a:lnTo>
                <a:lnTo>
                  <a:pt x="647700" y="323850"/>
                </a:lnTo>
                <a:lnTo>
                  <a:pt x="647700" y="317500"/>
                </a:lnTo>
                <a:lnTo>
                  <a:pt x="654050" y="311150"/>
                </a:lnTo>
                <a:lnTo>
                  <a:pt x="654050" y="292100"/>
                </a:lnTo>
                <a:lnTo>
                  <a:pt x="647700" y="292100"/>
                </a:lnTo>
                <a:lnTo>
                  <a:pt x="641350" y="285750"/>
                </a:lnTo>
                <a:lnTo>
                  <a:pt x="609600" y="285750"/>
                </a:lnTo>
                <a:lnTo>
                  <a:pt x="603250" y="292100"/>
                </a:lnTo>
                <a:lnTo>
                  <a:pt x="590550" y="292100"/>
                </a:lnTo>
                <a:lnTo>
                  <a:pt x="584200" y="285750"/>
                </a:lnTo>
                <a:lnTo>
                  <a:pt x="584200" y="273050"/>
                </a:lnTo>
                <a:lnTo>
                  <a:pt x="596900" y="260350"/>
                </a:lnTo>
                <a:lnTo>
                  <a:pt x="596900" y="254000"/>
                </a:lnTo>
                <a:lnTo>
                  <a:pt x="590550" y="247650"/>
                </a:lnTo>
                <a:lnTo>
                  <a:pt x="577850" y="247650"/>
                </a:lnTo>
                <a:close/>
                <a:moveTo>
                  <a:pt x="628650" y="374650"/>
                </a:moveTo>
                <a:lnTo>
                  <a:pt x="635000" y="381000"/>
                </a:lnTo>
                <a:lnTo>
                  <a:pt x="635000" y="387350"/>
                </a:lnTo>
                <a:lnTo>
                  <a:pt x="628650" y="393700"/>
                </a:lnTo>
                <a:lnTo>
                  <a:pt x="622300" y="393700"/>
                </a:lnTo>
                <a:lnTo>
                  <a:pt x="615950" y="387350"/>
                </a:lnTo>
                <a:close/>
                <a:moveTo>
                  <a:pt x="647700" y="355600"/>
                </a:moveTo>
                <a:lnTo>
                  <a:pt x="654050" y="361950"/>
                </a:lnTo>
                <a:lnTo>
                  <a:pt x="654050" y="393700"/>
                </a:lnTo>
                <a:lnTo>
                  <a:pt x="641350" y="412750"/>
                </a:lnTo>
                <a:lnTo>
                  <a:pt x="635000" y="406400"/>
                </a:lnTo>
                <a:lnTo>
                  <a:pt x="635000" y="368300"/>
                </a:lnTo>
                <a:close/>
                <a:moveTo>
                  <a:pt x="476250" y="342900"/>
                </a:moveTo>
                <a:lnTo>
                  <a:pt x="482600" y="349250"/>
                </a:lnTo>
                <a:lnTo>
                  <a:pt x="476250" y="355600"/>
                </a:lnTo>
                <a:lnTo>
                  <a:pt x="476250" y="368300"/>
                </a:lnTo>
                <a:lnTo>
                  <a:pt x="469900" y="374650"/>
                </a:lnTo>
                <a:lnTo>
                  <a:pt x="469900" y="393700"/>
                </a:lnTo>
                <a:lnTo>
                  <a:pt x="463550" y="400050"/>
                </a:lnTo>
                <a:lnTo>
                  <a:pt x="463550" y="412750"/>
                </a:lnTo>
                <a:lnTo>
                  <a:pt x="457200" y="419100"/>
                </a:lnTo>
                <a:lnTo>
                  <a:pt x="450850" y="412750"/>
                </a:lnTo>
                <a:lnTo>
                  <a:pt x="450850" y="387350"/>
                </a:lnTo>
                <a:lnTo>
                  <a:pt x="457200" y="381000"/>
                </a:lnTo>
                <a:lnTo>
                  <a:pt x="457200" y="355600"/>
                </a:lnTo>
                <a:lnTo>
                  <a:pt x="469900" y="342900"/>
                </a:lnTo>
                <a:close/>
                <a:moveTo>
                  <a:pt x="558800" y="292100"/>
                </a:moveTo>
                <a:lnTo>
                  <a:pt x="571500" y="304800"/>
                </a:lnTo>
                <a:lnTo>
                  <a:pt x="571500" y="311150"/>
                </a:lnTo>
                <a:lnTo>
                  <a:pt x="577850" y="311150"/>
                </a:lnTo>
                <a:lnTo>
                  <a:pt x="596900" y="330200"/>
                </a:lnTo>
                <a:lnTo>
                  <a:pt x="596900" y="393700"/>
                </a:lnTo>
                <a:lnTo>
                  <a:pt x="590550" y="400050"/>
                </a:lnTo>
                <a:lnTo>
                  <a:pt x="590550" y="406400"/>
                </a:lnTo>
                <a:lnTo>
                  <a:pt x="584200" y="412750"/>
                </a:lnTo>
                <a:lnTo>
                  <a:pt x="584200" y="419100"/>
                </a:lnTo>
                <a:lnTo>
                  <a:pt x="577850" y="425450"/>
                </a:lnTo>
                <a:lnTo>
                  <a:pt x="577850" y="431800"/>
                </a:lnTo>
                <a:lnTo>
                  <a:pt x="565150" y="444500"/>
                </a:lnTo>
                <a:lnTo>
                  <a:pt x="565150" y="450850"/>
                </a:lnTo>
                <a:lnTo>
                  <a:pt x="552450" y="463550"/>
                </a:lnTo>
                <a:lnTo>
                  <a:pt x="546100" y="463550"/>
                </a:lnTo>
                <a:lnTo>
                  <a:pt x="533400" y="476250"/>
                </a:lnTo>
                <a:lnTo>
                  <a:pt x="527050" y="476250"/>
                </a:lnTo>
                <a:lnTo>
                  <a:pt x="520700" y="482600"/>
                </a:lnTo>
                <a:lnTo>
                  <a:pt x="514350" y="482600"/>
                </a:lnTo>
                <a:lnTo>
                  <a:pt x="488950" y="457200"/>
                </a:lnTo>
                <a:lnTo>
                  <a:pt x="488950" y="438150"/>
                </a:lnTo>
                <a:lnTo>
                  <a:pt x="482600" y="431800"/>
                </a:lnTo>
                <a:lnTo>
                  <a:pt x="482600" y="419100"/>
                </a:lnTo>
                <a:lnTo>
                  <a:pt x="488950" y="412750"/>
                </a:lnTo>
                <a:lnTo>
                  <a:pt x="488950" y="393700"/>
                </a:lnTo>
                <a:lnTo>
                  <a:pt x="495300" y="387350"/>
                </a:lnTo>
                <a:lnTo>
                  <a:pt x="495300" y="374650"/>
                </a:lnTo>
                <a:lnTo>
                  <a:pt x="501650" y="368300"/>
                </a:lnTo>
                <a:lnTo>
                  <a:pt x="501650" y="355600"/>
                </a:lnTo>
                <a:lnTo>
                  <a:pt x="514350" y="342900"/>
                </a:lnTo>
                <a:lnTo>
                  <a:pt x="514350" y="336550"/>
                </a:lnTo>
                <a:lnTo>
                  <a:pt x="527050" y="323850"/>
                </a:lnTo>
                <a:lnTo>
                  <a:pt x="527050" y="317500"/>
                </a:lnTo>
                <a:lnTo>
                  <a:pt x="546100" y="298450"/>
                </a:lnTo>
                <a:lnTo>
                  <a:pt x="552450" y="298450"/>
                </a:lnTo>
                <a:close/>
                <a:moveTo>
                  <a:pt x="2247900" y="234950"/>
                </a:moveTo>
                <a:lnTo>
                  <a:pt x="2235200" y="234950"/>
                </a:lnTo>
                <a:lnTo>
                  <a:pt x="2216150" y="254000"/>
                </a:lnTo>
                <a:lnTo>
                  <a:pt x="2216150" y="279400"/>
                </a:lnTo>
                <a:lnTo>
                  <a:pt x="2209800" y="285750"/>
                </a:lnTo>
                <a:lnTo>
                  <a:pt x="2209800" y="330200"/>
                </a:lnTo>
                <a:lnTo>
                  <a:pt x="2203450" y="336550"/>
                </a:lnTo>
                <a:lnTo>
                  <a:pt x="2203450" y="381000"/>
                </a:lnTo>
                <a:lnTo>
                  <a:pt x="2197100" y="387350"/>
                </a:lnTo>
                <a:lnTo>
                  <a:pt x="2197100" y="438150"/>
                </a:lnTo>
                <a:lnTo>
                  <a:pt x="2190750" y="444500"/>
                </a:lnTo>
                <a:lnTo>
                  <a:pt x="2190750" y="482600"/>
                </a:lnTo>
                <a:lnTo>
                  <a:pt x="2197100" y="482600"/>
                </a:lnTo>
                <a:lnTo>
                  <a:pt x="2203450" y="488950"/>
                </a:lnTo>
                <a:lnTo>
                  <a:pt x="2216150" y="488950"/>
                </a:lnTo>
                <a:lnTo>
                  <a:pt x="2222500" y="495300"/>
                </a:lnTo>
                <a:lnTo>
                  <a:pt x="2222500" y="508000"/>
                </a:lnTo>
                <a:lnTo>
                  <a:pt x="2228850" y="508000"/>
                </a:lnTo>
                <a:lnTo>
                  <a:pt x="2241550" y="495300"/>
                </a:lnTo>
                <a:lnTo>
                  <a:pt x="2247900" y="495300"/>
                </a:lnTo>
                <a:lnTo>
                  <a:pt x="2247900" y="457200"/>
                </a:lnTo>
                <a:lnTo>
                  <a:pt x="2254250" y="450850"/>
                </a:lnTo>
                <a:lnTo>
                  <a:pt x="2254250" y="400050"/>
                </a:lnTo>
                <a:lnTo>
                  <a:pt x="2260600" y="393700"/>
                </a:lnTo>
                <a:lnTo>
                  <a:pt x="2260600" y="374650"/>
                </a:lnTo>
                <a:lnTo>
                  <a:pt x="2260600" y="387350"/>
                </a:lnTo>
                <a:lnTo>
                  <a:pt x="2247900" y="400050"/>
                </a:lnTo>
                <a:lnTo>
                  <a:pt x="2241550" y="393700"/>
                </a:lnTo>
                <a:lnTo>
                  <a:pt x="2241550" y="387350"/>
                </a:lnTo>
                <a:lnTo>
                  <a:pt x="2247900" y="381000"/>
                </a:lnTo>
                <a:lnTo>
                  <a:pt x="2247900" y="355600"/>
                </a:lnTo>
                <a:lnTo>
                  <a:pt x="2254250" y="349250"/>
                </a:lnTo>
                <a:lnTo>
                  <a:pt x="2266950" y="349250"/>
                </a:lnTo>
                <a:lnTo>
                  <a:pt x="2266950" y="323850"/>
                </a:lnTo>
                <a:lnTo>
                  <a:pt x="2273300" y="317500"/>
                </a:lnTo>
                <a:lnTo>
                  <a:pt x="2273300" y="285750"/>
                </a:lnTo>
                <a:lnTo>
                  <a:pt x="2279650" y="279400"/>
                </a:lnTo>
                <a:lnTo>
                  <a:pt x="2279650" y="254000"/>
                </a:lnTo>
                <a:lnTo>
                  <a:pt x="2273300" y="247650"/>
                </a:lnTo>
                <a:lnTo>
                  <a:pt x="2266950" y="247650"/>
                </a:lnTo>
                <a:close/>
                <a:moveTo>
                  <a:pt x="1136650" y="228600"/>
                </a:moveTo>
                <a:lnTo>
                  <a:pt x="1123950" y="228600"/>
                </a:lnTo>
                <a:lnTo>
                  <a:pt x="1117600" y="234950"/>
                </a:lnTo>
                <a:lnTo>
                  <a:pt x="1098550" y="234950"/>
                </a:lnTo>
                <a:lnTo>
                  <a:pt x="1092200" y="241300"/>
                </a:lnTo>
                <a:lnTo>
                  <a:pt x="1085850" y="241300"/>
                </a:lnTo>
                <a:lnTo>
                  <a:pt x="1079500" y="247650"/>
                </a:lnTo>
                <a:lnTo>
                  <a:pt x="1073150" y="247650"/>
                </a:lnTo>
                <a:lnTo>
                  <a:pt x="1022350" y="298450"/>
                </a:lnTo>
                <a:lnTo>
                  <a:pt x="1022350" y="304800"/>
                </a:lnTo>
                <a:lnTo>
                  <a:pt x="1016000" y="311150"/>
                </a:lnTo>
                <a:lnTo>
                  <a:pt x="1016000" y="317500"/>
                </a:lnTo>
                <a:lnTo>
                  <a:pt x="1003300" y="330200"/>
                </a:lnTo>
                <a:lnTo>
                  <a:pt x="1003300" y="336550"/>
                </a:lnTo>
                <a:lnTo>
                  <a:pt x="996950" y="342900"/>
                </a:lnTo>
                <a:lnTo>
                  <a:pt x="996950" y="355600"/>
                </a:lnTo>
                <a:lnTo>
                  <a:pt x="990600" y="361950"/>
                </a:lnTo>
                <a:lnTo>
                  <a:pt x="990600" y="374650"/>
                </a:lnTo>
                <a:lnTo>
                  <a:pt x="984250" y="381000"/>
                </a:lnTo>
                <a:lnTo>
                  <a:pt x="977900" y="381000"/>
                </a:lnTo>
                <a:lnTo>
                  <a:pt x="965200" y="393700"/>
                </a:lnTo>
                <a:lnTo>
                  <a:pt x="965200" y="406400"/>
                </a:lnTo>
                <a:lnTo>
                  <a:pt x="971550" y="406400"/>
                </a:lnTo>
                <a:lnTo>
                  <a:pt x="984250" y="419100"/>
                </a:lnTo>
                <a:lnTo>
                  <a:pt x="984250" y="450850"/>
                </a:lnTo>
                <a:lnTo>
                  <a:pt x="990600" y="457200"/>
                </a:lnTo>
                <a:lnTo>
                  <a:pt x="990600" y="469900"/>
                </a:lnTo>
                <a:lnTo>
                  <a:pt x="1003300" y="482600"/>
                </a:lnTo>
                <a:lnTo>
                  <a:pt x="1003300" y="488950"/>
                </a:lnTo>
                <a:lnTo>
                  <a:pt x="1016000" y="501650"/>
                </a:lnTo>
                <a:lnTo>
                  <a:pt x="1022350" y="501650"/>
                </a:lnTo>
                <a:lnTo>
                  <a:pt x="1035050" y="514350"/>
                </a:lnTo>
                <a:lnTo>
                  <a:pt x="1047750" y="514350"/>
                </a:lnTo>
                <a:lnTo>
                  <a:pt x="1054100" y="520700"/>
                </a:lnTo>
                <a:lnTo>
                  <a:pt x="1079500" y="520700"/>
                </a:lnTo>
                <a:lnTo>
                  <a:pt x="1085850" y="527050"/>
                </a:lnTo>
                <a:lnTo>
                  <a:pt x="1092200" y="527050"/>
                </a:lnTo>
                <a:lnTo>
                  <a:pt x="1098550" y="520700"/>
                </a:lnTo>
                <a:lnTo>
                  <a:pt x="1123950" y="520700"/>
                </a:lnTo>
                <a:lnTo>
                  <a:pt x="1130300" y="514350"/>
                </a:lnTo>
                <a:lnTo>
                  <a:pt x="1143000" y="514350"/>
                </a:lnTo>
                <a:lnTo>
                  <a:pt x="1149350" y="508000"/>
                </a:lnTo>
                <a:lnTo>
                  <a:pt x="1155700" y="508000"/>
                </a:lnTo>
                <a:lnTo>
                  <a:pt x="1162050" y="501650"/>
                </a:lnTo>
                <a:lnTo>
                  <a:pt x="1168400" y="501650"/>
                </a:lnTo>
                <a:lnTo>
                  <a:pt x="1193800" y="476250"/>
                </a:lnTo>
                <a:lnTo>
                  <a:pt x="1200150" y="476250"/>
                </a:lnTo>
                <a:lnTo>
                  <a:pt x="1219200" y="457200"/>
                </a:lnTo>
                <a:lnTo>
                  <a:pt x="1206500" y="457200"/>
                </a:lnTo>
                <a:lnTo>
                  <a:pt x="1200150" y="463550"/>
                </a:lnTo>
                <a:lnTo>
                  <a:pt x="1193800" y="463550"/>
                </a:lnTo>
                <a:lnTo>
                  <a:pt x="1181100" y="476250"/>
                </a:lnTo>
                <a:lnTo>
                  <a:pt x="1174750" y="476250"/>
                </a:lnTo>
                <a:lnTo>
                  <a:pt x="1168400" y="469900"/>
                </a:lnTo>
                <a:lnTo>
                  <a:pt x="1168400" y="463550"/>
                </a:lnTo>
                <a:lnTo>
                  <a:pt x="1181100" y="450850"/>
                </a:lnTo>
                <a:lnTo>
                  <a:pt x="1187450" y="450850"/>
                </a:lnTo>
                <a:lnTo>
                  <a:pt x="1193800" y="444500"/>
                </a:lnTo>
                <a:lnTo>
                  <a:pt x="1193800" y="431800"/>
                </a:lnTo>
                <a:lnTo>
                  <a:pt x="1187450" y="431800"/>
                </a:lnTo>
                <a:lnTo>
                  <a:pt x="1174750" y="444500"/>
                </a:lnTo>
                <a:lnTo>
                  <a:pt x="1168400" y="444500"/>
                </a:lnTo>
                <a:lnTo>
                  <a:pt x="1155700" y="457200"/>
                </a:lnTo>
                <a:lnTo>
                  <a:pt x="1149350" y="457200"/>
                </a:lnTo>
                <a:lnTo>
                  <a:pt x="1130300" y="469900"/>
                </a:lnTo>
                <a:lnTo>
                  <a:pt x="1117600" y="469900"/>
                </a:lnTo>
                <a:lnTo>
                  <a:pt x="1111250" y="476250"/>
                </a:lnTo>
                <a:lnTo>
                  <a:pt x="1079500" y="476250"/>
                </a:lnTo>
                <a:lnTo>
                  <a:pt x="1073150" y="469900"/>
                </a:lnTo>
                <a:lnTo>
                  <a:pt x="1066800" y="469900"/>
                </a:lnTo>
                <a:lnTo>
                  <a:pt x="1054100" y="457200"/>
                </a:lnTo>
                <a:lnTo>
                  <a:pt x="1054100" y="450850"/>
                </a:lnTo>
                <a:lnTo>
                  <a:pt x="1047750" y="444500"/>
                </a:lnTo>
                <a:lnTo>
                  <a:pt x="1047750" y="431800"/>
                </a:lnTo>
                <a:lnTo>
                  <a:pt x="1041400" y="425450"/>
                </a:lnTo>
                <a:lnTo>
                  <a:pt x="1041400" y="419100"/>
                </a:lnTo>
                <a:lnTo>
                  <a:pt x="1054100" y="406400"/>
                </a:lnTo>
                <a:lnTo>
                  <a:pt x="1098550" y="406400"/>
                </a:lnTo>
                <a:lnTo>
                  <a:pt x="1104900" y="400050"/>
                </a:lnTo>
                <a:lnTo>
                  <a:pt x="1123950" y="400050"/>
                </a:lnTo>
                <a:lnTo>
                  <a:pt x="1130300" y="393700"/>
                </a:lnTo>
                <a:lnTo>
                  <a:pt x="1136650" y="393700"/>
                </a:lnTo>
                <a:lnTo>
                  <a:pt x="1143000" y="387350"/>
                </a:lnTo>
                <a:lnTo>
                  <a:pt x="1149350" y="387350"/>
                </a:lnTo>
                <a:lnTo>
                  <a:pt x="1162050" y="374650"/>
                </a:lnTo>
                <a:lnTo>
                  <a:pt x="1168400" y="374650"/>
                </a:lnTo>
                <a:lnTo>
                  <a:pt x="1200150" y="342900"/>
                </a:lnTo>
                <a:lnTo>
                  <a:pt x="1200150" y="336550"/>
                </a:lnTo>
                <a:lnTo>
                  <a:pt x="1206500" y="330200"/>
                </a:lnTo>
                <a:lnTo>
                  <a:pt x="1206500" y="317500"/>
                </a:lnTo>
                <a:lnTo>
                  <a:pt x="1212850" y="311150"/>
                </a:lnTo>
                <a:lnTo>
                  <a:pt x="1212850" y="298450"/>
                </a:lnTo>
                <a:lnTo>
                  <a:pt x="1206500" y="292100"/>
                </a:lnTo>
                <a:lnTo>
                  <a:pt x="1206500" y="279400"/>
                </a:lnTo>
                <a:lnTo>
                  <a:pt x="1193800" y="266700"/>
                </a:lnTo>
                <a:lnTo>
                  <a:pt x="1193800" y="273050"/>
                </a:lnTo>
                <a:lnTo>
                  <a:pt x="1187450" y="279400"/>
                </a:lnTo>
                <a:lnTo>
                  <a:pt x="1181100" y="279400"/>
                </a:lnTo>
                <a:lnTo>
                  <a:pt x="1174750" y="273050"/>
                </a:lnTo>
                <a:lnTo>
                  <a:pt x="1174750" y="247650"/>
                </a:lnTo>
                <a:lnTo>
                  <a:pt x="1168400" y="241300"/>
                </a:lnTo>
                <a:lnTo>
                  <a:pt x="1162050" y="241300"/>
                </a:lnTo>
                <a:lnTo>
                  <a:pt x="1155700" y="234950"/>
                </a:lnTo>
                <a:lnTo>
                  <a:pt x="1143000" y="234950"/>
                </a:lnTo>
                <a:close/>
                <a:moveTo>
                  <a:pt x="1143000" y="495300"/>
                </a:moveTo>
                <a:lnTo>
                  <a:pt x="1143000" y="488950"/>
                </a:lnTo>
                <a:lnTo>
                  <a:pt x="1149350" y="482600"/>
                </a:lnTo>
                <a:lnTo>
                  <a:pt x="1168400" y="482600"/>
                </a:lnTo>
                <a:lnTo>
                  <a:pt x="1174750" y="488950"/>
                </a:lnTo>
                <a:lnTo>
                  <a:pt x="1162050" y="501650"/>
                </a:lnTo>
                <a:lnTo>
                  <a:pt x="1149350" y="501650"/>
                </a:lnTo>
                <a:close/>
                <a:moveTo>
                  <a:pt x="1028700" y="488950"/>
                </a:moveTo>
                <a:lnTo>
                  <a:pt x="1035050" y="482600"/>
                </a:lnTo>
                <a:lnTo>
                  <a:pt x="1047750" y="495300"/>
                </a:lnTo>
                <a:lnTo>
                  <a:pt x="1041400" y="501650"/>
                </a:lnTo>
                <a:lnTo>
                  <a:pt x="1035050" y="501650"/>
                </a:lnTo>
                <a:lnTo>
                  <a:pt x="1028700" y="495300"/>
                </a:lnTo>
                <a:close/>
                <a:moveTo>
                  <a:pt x="1003300" y="425450"/>
                </a:moveTo>
                <a:lnTo>
                  <a:pt x="1009650" y="431800"/>
                </a:lnTo>
                <a:lnTo>
                  <a:pt x="1009650" y="450850"/>
                </a:lnTo>
                <a:lnTo>
                  <a:pt x="1003300" y="457200"/>
                </a:lnTo>
                <a:lnTo>
                  <a:pt x="996950" y="450850"/>
                </a:lnTo>
                <a:lnTo>
                  <a:pt x="996950" y="431800"/>
                </a:lnTo>
                <a:close/>
                <a:moveTo>
                  <a:pt x="1022350" y="330200"/>
                </a:moveTo>
                <a:lnTo>
                  <a:pt x="1028700" y="323850"/>
                </a:lnTo>
                <a:lnTo>
                  <a:pt x="1035050" y="330200"/>
                </a:lnTo>
                <a:lnTo>
                  <a:pt x="1028700" y="336550"/>
                </a:lnTo>
                <a:close/>
                <a:moveTo>
                  <a:pt x="1162050" y="292100"/>
                </a:moveTo>
                <a:lnTo>
                  <a:pt x="1162050" y="311150"/>
                </a:lnTo>
                <a:lnTo>
                  <a:pt x="1149350" y="323850"/>
                </a:lnTo>
                <a:lnTo>
                  <a:pt x="1149350" y="330200"/>
                </a:lnTo>
                <a:lnTo>
                  <a:pt x="1136650" y="342900"/>
                </a:lnTo>
                <a:lnTo>
                  <a:pt x="1130300" y="342900"/>
                </a:lnTo>
                <a:lnTo>
                  <a:pt x="1117600" y="355600"/>
                </a:lnTo>
                <a:lnTo>
                  <a:pt x="1111250" y="355600"/>
                </a:lnTo>
                <a:lnTo>
                  <a:pt x="1092200" y="368300"/>
                </a:lnTo>
                <a:lnTo>
                  <a:pt x="1066800" y="368300"/>
                </a:lnTo>
                <a:lnTo>
                  <a:pt x="1060450" y="361950"/>
                </a:lnTo>
                <a:lnTo>
                  <a:pt x="1060450" y="355600"/>
                </a:lnTo>
                <a:lnTo>
                  <a:pt x="1066800" y="349250"/>
                </a:lnTo>
                <a:lnTo>
                  <a:pt x="1066800" y="336550"/>
                </a:lnTo>
                <a:lnTo>
                  <a:pt x="1073150" y="330200"/>
                </a:lnTo>
                <a:lnTo>
                  <a:pt x="1073150" y="323850"/>
                </a:lnTo>
                <a:lnTo>
                  <a:pt x="1111250" y="285750"/>
                </a:lnTo>
                <a:lnTo>
                  <a:pt x="1117600" y="285750"/>
                </a:lnTo>
                <a:lnTo>
                  <a:pt x="1123950" y="279400"/>
                </a:lnTo>
                <a:lnTo>
                  <a:pt x="1149350" y="279400"/>
                </a:lnTo>
                <a:close/>
                <a:moveTo>
                  <a:pt x="1149350" y="247650"/>
                </a:moveTo>
                <a:lnTo>
                  <a:pt x="1155700" y="241300"/>
                </a:lnTo>
                <a:lnTo>
                  <a:pt x="1162050" y="241300"/>
                </a:lnTo>
                <a:lnTo>
                  <a:pt x="1168400" y="247650"/>
                </a:lnTo>
                <a:lnTo>
                  <a:pt x="1162050" y="254000"/>
                </a:lnTo>
                <a:lnTo>
                  <a:pt x="1155700" y="254000"/>
                </a:lnTo>
                <a:close/>
                <a:moveTo>
                  <a:pt x="2165350" y="228600"/>
                </a:moveTo>
                <a:lnTo>
                  <a:pt x="2159000" y="228600"/>
                </a:lnTo>
                <a:lnTo>
                  <a:pt x="2152650" y="222250"/>
                </a:lnTo>
                <a:lnTo>
                  <a:pt x="2120900" y="222250"/>
                </a:lnTo>
                <a:lnTo>
                  <a:pt x="2108200" y="234950"/>
                </a:lnTo>
                <a:lnTo>
                  <a:pt x="2101850" y="234950"/>
                </a:lnTo>
                <a:lnTo>
                  <a:pt x="2089150" y="247650"/>
                </a:lnTo>
                <a:lnTo>
                  <a:pt x="2089150" y="254000"/>
                </a:lnTo>
                <a:lnTo>
                  <a:pt x="2070100" y="273050"/>
                </a:lnTo>
                <a:lnTo>
                  <a:pt x="2070100" y="279400"/>
                </a:lnTo>
                <a:lnTo>
                  <a:pt x="2057400" y="292100"/>
                </a:lnTo>
                <a:lnTo>
                  <a:pt x="2051050" y="285750"/>
                </a:lnTo>
                <a:lnTo>
                  <a:pt x="2051050" y="228600"/>
                </a:lnTo>
                <a:lnTo>
                  <a:pt x="2044700" y="222250"/>
                </a:lnTo>
                <a:lnTo>
                  <a:pt x="2038350" y="222250"/>
                </a:lnTo>
                <a:lnTo>
                  <a:pt x="2032000" y="228600"/>
                </a:lnTo>
                <a:lnTo>
                  <a:pt x="2019300" y="228600"/>
                </a:lnTo>
                <a:lnTo>
                  <a:pt x="2006600" y="241300"/>
                </a:lnTo>
                <a:lnTo>
                  <a:pt x="1993900" y="241300"/>
                </a:lnTo>
                <a:lnTo>
                  <a:pt x="1993900" y="279400"/>
                </a:lnTo>
                <a:lnTo>
                  <a:pt x="1987550" y="285750"/>
                </a:lnTo>
                <a:lnTo>
                  <a:pt x="1987550" y="349250"/>
                </a:lnTo>
                <a:lnTo>
                  <a:pt x="1981200" y="355600"/>
                </a:lnTo>
                <a:lnTo>
                  <a:pt x="1981200" y="412750"/>
                </a:lnTo>
                <a:lnTo>
                  <a:pt x="1974850" y="419100"/>
                </a:lnTo>
                <a:lnTo>
                  <a:pt x="1974850" y="457200"/>
                </a:lnTo>
                <a:lnTo>
                  <a:pt x="1968500" y="463550"/>
                </a:lnTo>
                <a:lnTo>
                  <a:pt x="1968500" y="488950"/>
                </a:lnTo>
                <a:lnTo>
                  <a:pt x="1974850" y="488950"/>
                </a:lnTo>
                <a:lnTo>
                  <a:pt x="1993900" y="508000"/>
                </a:lnTo>
                <a:lnTo>
                  <a:pt x="1993900" y="514350"/>
                </a:lnTo>
                <a:lnTo>
                  <a:pt x="2000250" y="514350"/>
                </a:lnTo>
                <a:lnTo>
                  <a:pt x="2012950" y="501650"/>
                </a:lnTo>
                <a:lnTo>
                  <a:pt x="2025650" y="501650"/>
                </a:lnTo>
                <a:lnTo>
                  <a:pt x="2025650" y="463550"/>
                </a:lnTo>
                <a:lnTo>
                  <a:pt x="2032000" y="457200"/>
                </a:lnTo>
                <a:lnTo>
                  <a:pt x="2032000" y="425450"/>
                </a:lnTo>
                <a:lnTo>
                  <a:pt x="2038350" y="419100"/>
                </a:lnTo>
                <a:lnTo>
                  <a:pt x="2038350" y="400050"/>
                </a:lnTo>
                <a:lnTo>
                  <a:pt x="2038350" y="406400"/>
                </a:lnTo>
                <a:lnTo>
                  <a:pt x="2032000" y="412750"/>
                </a:lnTo>
                <a:lnTo>
                  <a:pt x="2025650" y="406400"/>
                </a:lnTo>
                <a:lnTo>
                  <a:pt x="2025650" y="387350"/>
                </a:lnTo>
                <a:lnTo>
                  <a:pt x="2032000" y="381000"/>
                </a:lnTo>
                <a:lnTo>
                  <a:pt x="2038350" y="381000"/>
                </a:lnTo>
                <a:lnTo>
                  <a:pt x="2044700" y="387350"/>
                </a:lnTo>
                <a:lnTo>
                  <a:pt x="2044700" y="381000"/>
                </a:lnTo>
                <a:lnTo>
                  <a:pt x="2051050" y="374650"/>
                </a:lnTo>
                <a:lnTo>
                  <a:pt x="2051050" y="368300"/>
                </a:lnTo>
                <a:lnTo>
                  <a:pt x="2057400" y="361950"/>
                </a:lnTo>
                <a:lnTo>
                  <a:pt x="2057400" y="355600"/>
                </a:lnTo>
                <a:lnTo>
                  <a:pt x="2063750" y="349250"/>
                </a:lnTo>
                <a:lnTo>
                  <a:pt x="2063750" y="342900"/>
                </a:lnTo>
                <a:lnTo>
                  <a:pt x="2070100" y="336550"/>
                </a:lnTo>
                <a:lnTo>
                  <a:pt x="2070100" y="330200"/>
                </a:lnTo>
                <a:lnTo>
                  <a:pt x="2120900" y="279400"/>
                </a:lnTo>
                <a:lnTo>
                  <a:pt x="2127250" y="279400"/>
                </a:lnTo>
                <a:lnTo>
                  <a:pt x="2133600" y="273050"/>
                </a:lnTo>
                <a:lnTo>
                  <a:pt x="2146300" y="273050"/>
                </a:lnTo>
                <a:lnTo>
                  <a:pt x="2159000" y="285750"/>
                </a:lnTo>
                <a:lnTo>
                  <a:pt x="2165350" y="285750"/>
                </a:lnTo>
                <a:lnTo>
                  <a:pt x="2171700" y="279400"/>
                </a:lnTo>
                <a:lnTo>
                  <a:pt x="2178050" y="279400"/>
                </a:lnTo>
                <a:lnTo>
                  <a:pt x="2178050" y="273050"/>
                </a:lnTo>
                <a:lnTo>
                  <a:pt x="2184400" y="266700"/>
                </a:lnTo>
                <a:lnTo>
                  <a:pt x="2184400" y="254000"/>
                </a:lnTo>
                <a:lnTo>
                  <a:pt x="2165350" y="234950"/>
                </a:lnTo>
                <a:close/>
                <a:moveTo>
                  <a:pt x="2705100" y="215900"/>
                </a:moveTo>
                <a:lnTo>
                  <a:pt x="2686050" y="215900"/>
                </a:lnTo>
                <a:lnTo>
                  <a:pt x="2679700" y="222250"/>
                </a:lnTo>
                <a:lnTo>
                  <a:pt x="2667000" y="222250"/>
                </a:lnTo>
                <a:lnTo>
                  <a:pt x="2660650" y="228600"/>
                </a:lnTo>
                <a:lnTo>
                  <a:pt x="2654300" y="228600"/>
                </a:lnTo>
                <a:lnTo>
                  <a:pt x="2635250" y="247650"/>
                </a:lnTo>
                <a:lnTo>
                  <a:pt x="2628900" y="247650"/>
                </a:lnTo>
                <a:lnTo>
                  <a:pt x="2622550" y="254000"/>
                </a:lnTo>
                <a:lnTo>
                  <a:pt x="2622550" y="260350"/>
                </a:lnTo>
                <a:lnTo>
                  <a:pt x="2597150" y="285750"/>
                </a:lnTo>
                <a:lnTo>
                  <a:pt x="2597150" y="292100"/>
                </a:lnTo>
                <a:lnTo>
                  <a:pt x="2584450" y="304800"/>
                </a:lnTo>
                <a:lnTo>
                  <a:pt x="2584450" y="311150"/>
                </a:lnTo>
                <a:lnTo>
                  <a:pt x="2571750" y="330200"/>
                </a:lnTo>
                <a:lnTo>
                  <a:pt x="2571750" y="342900"/>
                </a:lnTo>
                <a:lnTo>
                  <a:pt x="2565400" y="349250"/>
                </a:lnTo>
                <a:lnTo>
                  <a:pt x="2565400" y="355600"/>
                </a:lnTo>
                <a:lnTo>
                  <a:pt x="2546350" y="374650"/>
                </a:lnTo>
                <a:lnTo>
                  <a:pt x="2546350" y="387350"/>
                </a:lnTo>
                <a:lnTo>
                  <a:pt x="2559050" y="400050"/>
                </a:lnTo>
                <a:lnTo>
                  <a:pt x="2559050" y="438150"/>
                </a:lnTo>
                <a:lnTo>
                  <a:pt x="2565400" y="444500"/>
                </a:lnTo>
                <a:lnTo>
                  <a:pt x="2565400" y="450850"/>
                </a:lnTo>
                <a:lnTo>
                  <a:pt x="2571750" y="457200"/>
                </a:lnTo>
                <a:lnTo>
                  <a:pt x="2571750" y="463550"/>
                </a:lnTo>
                <a:lnTo>
                  <a:pt x="2584450" y="476250"/>
                </a:lnTo>
                <a:lnTo>
                  <a:pt x="2590800" y="476250"/>
                </a:lnTo>
                <a:lnTo>
                  <a:pt x="2603500" y="488950"/>
                </a:lnTo>
                <a:lnTo>
                  <a:pt x="2616200" y="488950"/>
                </a:lnTo>
                <a:lnTo>
                  <a:pt x="2622550" y="495300"/>
                </a:lnTo>
                <a:lnTo>
                  <a:pt x="2641600" y="495300"/>
                </a:lnTo>
                <a:lnTo>
                  <a:pt x="2647950" y="501650"/>
                </a:lnTo>
                <a:lnTo>
                  <a:pt x="2673350" y="501650"/>
                </a:lnTo>
                <a:lnTo>
                  <a:pt x="2679700" y="495300"/>
                </a:lnTo>
                <a:lnTo>
                  <a:pt x="2692400" y="495300"/>
                </a:lnTo>
                <a:lnTo>
                  <a:pt x="2711450" y="482600"/>
                </a:lnTo>
                <a:lnTo>
                  <a:pt x="2724150" y="482600"/>
                </a:lnTo>
                <a:lnTo>
                  <a:pt x="2730500" y="476250"/>
                </a:lnTo>
                <a:lnTo>
                  <a:pt x="2736850" y="476250"/>
                </a:lnTo>
                <a:lnTo>
                  <a:pt x="2762250" y="450850"/>
                </a:lnTo>
                <a:lnTo>
                  <a:pt x="2768600" y="450850"/>
                </a:lnTo>
                <a:lnTo>
                  <a:pt x="2774950" y="444500"/>
                </a:lnTo>
                <a:lnTo>
                  <a:pt x="2774950" y="438150"/>
                </a:lnTo>
                <a:lnTo>
                  <a:pt x="2768600" y="438150"/>
                </a:lnTo>
                <a:lnTo>
                  <a:pt x="2736850" y="469900"/>
                </a:lnTo>
                <a:lnTo>
                  <a:pt x="2724150" y="469900"/>
                </a:lnTo>
                <a:lnTo>
                  <a:pt x="2717800" y="463550"/>
                </a:lnTo>
                <a:lnTo>
                  <a:pt x="2730500" y="450850"/>
                </a:lnTo>
                <a:lnTo>
                  <a:pt x="2736850" y="450850"/>
                </a:lnTo>
                <a:lnTo>
                  <a:pt x="2743200" y="444500"/>
                </a:lnTo>
                <a:lnTo>
                  <a:pt x="2743200" y="438150"/>
                </a:lnTo>
                <a:lnTo>
                  <a:pt x="2749550" y="431800"/>
                </a:lnTo>
                <a:lnTo>
                  <a:pt x="2749550" y="425450"/>
                </a:lnTo>
                <a:lnTo>
                  <a:pt x="2755900" y="419100"/>
                </a:lnTo>
                <a:lnTo>
                  <a:pt x="2755900" y="412750"/>
                </a:lnTo>
                <a:lnTo>
                  <a:pt x="2749550" y="419100"/>
                </a:lnTo>
                <a:lnTo>
                  <a:pt x="2743200" y="419100"/>
                </a:lnTo>
                <a:lnTo>
                  <a:pt x="2730500" y="431800"/>
                </a:lnTo>
                <a:lnTo>
                  <a:pt x="2724150" y="431800"/>
                </a:lnTo>
                <a:lnTo>
                  <a:pt x="2717800" y="438150"/>
                </a:lnTo>
                <a:lnTo>
                  <a:pt x="2711450" y="438150"/>
                </a:lnTo>
                <a:lnTo>
                  <a:pt x="2692400" y="450850"/>
                </a:lnTo>
                <a:lnTo>
                  <a:pt x="2679700" y="450850"/>
                </a:lnTo>
                <a:lnTo>
                  <a:pt x="2673350" y="457200"/>
                </a:lnTo>
                <a:lnTo>
                  <a:pt x="2654300" y="457200"/>
                </a:lnTo>
                <a:lnTo>
                  <a:pt x="2647950" y="450850"/>
                </a:lnTo>
                <a:lnTo>
                  <a:pt x="2641600" y="450850"/>
                </a:lnTo>
                <a:lnTo>
                  <a:pt x="2622550" y="431800"/>
                </a:lnTo>
                <a:lnTo>
                  <a:pt x="2622550" y="419100"/>
                </a:lnTo>
                <a:lnTo>
                  <a:pt x="2616200" y="412750"/>
                </a:lnTo>
                <a:lnTo>
                  <a:pt x="2616200" y="393700"/>
                </a:lnTo>
                <a:lnTo>
                  <a:pt x="2622550" y="387350"/>
                </a:lnTo>
                <a:lnTo>
                  <a:pt x="2667000" y="387350"/>
                </a:lnTo>
                <a:lnTo>
                  <a:pt x="2673350" y="381000"/>
                </a:lnTo>
                <a:lnTo>
                  <a:pt x="2686050" y="381000"/>
                </a:lnTo>
                <a:lnTo>
                  <a:pt x="2692400" y="374650"/>
                </a:lnTo>
                <a:lnTo>
                  <a:pt x="2698750" y="374650"/>
                </a:lnTo>
                <a:lnTo>
                  <a:pt x="2705100" y="368300"/>
                </a:lnTo>
                <a:lnTo>
                  <a:pt x="2711450" y="368300"/>
                </a:lnTo>
                <a:lnTo>
                  <a:pt x="2717800" y="361950"/>
                </a:lnTo>
                <a:lnTo>
                  <a:pt x="2724150" y="361950"/>
                </a:lnTo>
                <a:lnTo>
                  <a:pt x="2768600" y="317500"/>
                </a:lnTo>
                <a:lnTo>
                  <a:pt x="2768600" y="298450"/>
                </a:lnTo>
                <a:lnTo>
                  <a:pt x="2774950" y="292100"/>
                </a:lnTo>
                <a:lnTo>
                  <a:pt x="2774950" y="285750"/>
                </a:lnTo>
                <a:lnTo>
                  <a:pt x="2768600" y="279400"/>
                </a:lnTo>
                <a:lnTo>
                  <a:pt x="2768600" y="266700"/>
                </a:lnTo>
                <a:lnTo>
                  <a:pt x="2762250" y="260350"/>
                </a:lnTo>
                <a:lnTo>
                  <a:pt x="2762250" y="254000"/>
                </a:lnTo>
                <a:lnTo>
                  <a:pt x="2743200" y="234950"/>
                </a:lnTo>
                <a:lnTo>
                  <a:pt x="2736850" y="234950"/>
                </a:lnTo>
                <a:lnTo>
                  <a:pt x="2724150" y="222250"/>
                </a:lnTo>
                <a:lnTo>
                  <a:pt x="2711450" y="222250"/>
                </a:lnTo>
                <a:close/>
                <a:moveTo>
                  <a:pt x="2609850" y="476250"/>
                </a:moveTo>
                <a:lnTo>
                  <a:pt x="2616200" y="469900"/>
                </a:lnTo>
                <a:lnTo>
                  <a:pt x="2622550" y="469900"/>
                </a:lnTo>
                <a:lnTo>
                  <a:pt x="2628900" y="476250"/>
                </a:lnTo>
                <a:lnTo>
                  <a:pt x="2628900" y="482600"/>
                </a:lnTo>
                <a:lnTo>
                  <a:pt x="2622550" y="488950"/>
                </a:lnTo>
                <a:close/>
                <a:moveTo>
                  <a:pt x="2730500" y="279400"/>
                </a:moveTo>
                <a:lnTo>
                  <a:pt x="2730500" y="292100"/>
                </a:lnTo>
                <a:lnTo>
                  <a:pt x="2724150" y="298450"/>
                </a:lnTo>
                <a:lnTo>
                  <a:pt x="2724150" y="304800"/>
                </a:lnTo>
                <a:lnTo>
                  <a:pt x="2692400" y="336550"/>
                </a:lnTo>
                <a:lnTo>
                  <a:pt x="2686050" y="336550"/>
                </a:lnTo>
                <a:lnTo>
                  <a:pt x="2679700" y="342900"/>
                </a:lnTo>
                <a:lnTo>
                  <a:pt x="2667000" y="342900"/>
                </a:lnTo>
                <a:lnTo>
                  <a:pt x="2660650" y="349250"/>
                </a:lnTo>
                <a:lnTo>
                  <a:pt x="2635250" y="349250"/>
                </a:lnTo>
                <a:lnTo>
                  <a:pt x="2628900" y="342900"/>
                </a:lnTo>
                <a:lnTo>
                  <a:pt x="2628900" y="336550"/>
                </a:lnTo>
                <a:lnTo>
                  <a:pt x="2635250" y="330200"/>
                </a:lnTo>
                <a:lnTo>
                  <a:pt x="2635250" y="323850"/>
                </a:lnTo>
                <a:lnTo>
                  <a:pt x="2647950" y="311150"/>
                </a:lnTo>
                <a:lnTo>
                  <a:pt x="2647950" y="304800"/>
                </a:lnTo>
                <a:lnTo>
                  <a:pt x="2660650" y="292100"/>
                </a:lnTo>
                <a:lnTo>
                  <a:pt x="2660650" y="285750"/>
                </a:lnTo>
                <a:lnTo>
                  <a:pt x="2667000" y="279400"/>
                </a:lnTo>
                <a:lnTo>
                  <a:pt x="2673350" y="279400"/>
                </a:lnTo>
                <a:lnTo>
                  <a:pt x="2686050" y="266700"/>
                </a:lnTo>
                <a:lnTo>
                  <a:pt x="2692400" y="266700"/>
                </a:lnTo>
                <a:lnTo>
                  <a:pt x="2698750" y="260350"/>
                </a:lnTo>
                <a:lnTo>
                  <a:pt x="2711450" y="260350"/>
                </a:lnTo>
                <a:close/>
                <a:moveTo>
                  <a:pt x="3003550" y="222250"/>
                </a:moveTo>
                <a:lnTo>
                  <a:pt x="2997200" y="222250"/>
                </a:lnTo>
                <a:lnTo>
                  <a:pt x="2978150" y="209550"/>
                </a:lnTo>
                <a:lnTo>
                  <a:pt x="2971800" y="209550"/>
                </a:lnTo>
                <a:lnTo>
                  <a:pt x="2965450" y="215900"/>
                </a:lnTo>
                <a:lnTo>
                  <a:pt x="2952750" y="215900"/>
                </a:lnTo>
                <a:lnTo>
                  <a:pt x="2946400" y="222250"/>
                </a:lnTo>
                <a:lnTo>
                  <a:pt x="2940050" y="222250"/>
                </a:lnTo>
                <a:lnTo>
                  <a:pt x="2901950" y="260350"/>
                </a:lnTo>
                <a:lnTo>
                  <a:pt x="2901950" y="266700"/>
                </a:lnTo>
                <a:lnTo>
                  <a:pt x="2882900" y="285750"/>
                </a:lnTo>
                <a:lnTo>
                  <a:pt x="2876550" y="279400"/>
                </a:lnTo>
                <a:lnTo>
                  <a:pt x="2876550" y="260350"/>
                </a:lnTo>
                <a:lnTo>
                  <a:pt x="2882900" y="254000"/>
                </a:lnTo>
                <a:lnTo>
                  <a:pt x="2882900" y="228600"/>
                </a:lnTo>
                <a:lnTo>
                  <a:pt x="2876550" y="222250"/>
                </a:lnTo>
                <a:lnTo>
                  <a:pt x="2851150" y="222250"/>
                </a:lnTo>
                <a:lnTo>
                  <a:pt x="2844800" y="228600"/>
                </a:lnTo>
                <a:lnTo>
                  <a:pt x="2832100" y="228600"/>
                </a:lnTo>
                <a:lnTo>
                  <a:pt x="2819400" y="241300"/>
                </a:lnTo>
                <a:lnTo>
                  <a:pt x="2819400" y="292100"/>
                </a:lnTo>
                <a:lnTo>
                  <a:pt x="2813050" y="298450"/>
                </a:lnTo>
                <a:lnTo>
                  <a:pt x="2813050" y="361950"/>
                </a:lnTo>
                <a:lnTo>
                  <a:pt x="2806700" y="368300"/>
                </a:lnTo>
                <a:lnTo>
                  <a:pt x="2806700" y="425450"/>
                </a:lnTo>
                <a:lnTo>
                  <a:pt x="2800350" y="431800"/>
                </a:lnTo>
                <a:lnTo>
                  <a:pt x="2800350" y="476250"/>
                </a:lnTo>
                <a:lnTo>
                  <a:pt x="2813050" y="476250"/>
                </a:lnTo>
                <a:lnTo>
                  <a:pt x="2825750" y="488950"/>
                </a:lnTo>
                <a:lnTo>
                  <a:pt x="2838450" y="488950"/>
                </a:lnTo>
                <a:lnTo>
                  <a:pt x="2851150" y="476250"/>
                </a:lnTo>
                <a:lnTo>
                  <a:pt x="2851150" y="444500"/>
                </a:lnTo>
                <a:lnTo>
                  <a:pt x="2857500" y="438150"/>
                </a:lnTo>
                <a:lnTo>
                  <a:pt x="2857500" y="419100"/>
                </a:lnTo>
                <a:lnTo>
                  <a:pt x="2851150" y="425450"/>
                </a:lnTo>
                <a:lnTo>
                  <a:pt x="2844800" y="419100"/>
                </a:lnTo>
                <a:lnTo>
                  <a:pt x="2844800" y="387350"/>
                </a:lnTo>
                <a:lnTo>
                  <a:pt x="2857500" y="374650"/>
                </a:lnTo>
                <a:lnTo>
                  <a:pt x="2863850" y="381000"/>
                </a:lnTo>
                <a:lnTo>
                  <a:pt x="2863850" y="400050"/>
                </a:lnTo>
                <a:lnTo>
                  <a:pt x="2863850" y="387350"/>
                </a:lnTo>
                <a:lnTo>
                  <a:pt x="2870200" y="381000"/>
                </a:lnTo>
                <a:lnTo>
                  <a:pt x="2870200" y="374650"/>
                </a:lnTo>
                <a:lnTo>
                  <a:pt x="2876550" y="368300"/>
                </a:lnTo>
                <a:lnTo>
                  <a:pt x="2876550" y="361950"/>
                </a:lnTo>
                <a:lnTo>
                  <a:pt x="2889250" y="349250"/>
                </a:lnTo>
                <a:lnTo>
                  <a:pt x="2889250" y="342900"/>
                </a:lnTo>
                <a:lnTo>
                  <a:pt x="2901950" y="330200"/>
                </a:lnTo>
                <a:lnTo>
                  <a:pt x="2901950" y="323850"/>
                </a:lnTo>
                <a:lnTo>
                  <a:pt x="2952750" y="273050"/>
                </a:lnTo>
                <a:lnTo>
                  <a:pt x="2959100" y="273050"/>
                </a:lnTo>
                <a:lnTo>
                  <a:pt x="2965450" y="279400"/>
                </a:lnTo>
                <a:lnTo>
                  <a:pt x="2965450" y="349250"/>
                </a:lnTo>
                <a:lnTo>
                  <a:pt x="2959100" y="355600"/>
                </a:lnTo>
                <a:lnTo>
                  <a:pt x="2959100" y="406400"/>
                </a:lnTo>
                <a:lnTo>
                  <a:pt x="2952750" y="412750"/>
                </a:lnTo>
                <a:lnTo>
                  <a:pt x="2952750" y="469900"/>
                </a:lnTo>
                <a:lnTo>
                  <a:pt x="2959100" y="476250"/>
                </a:lnTo>
                <a:lnTo>
                  <a:pt x="2959100" y="482600"/>
                </a:lnTo>
                <a:lnTo>
                  <a:pt x="2971800" y="495300"/>
                </a:lnTo>
                <a:lnTo>
                  <a:pt x="2984500" y="495300"/>
                </a:lnTo>
                <a:lnTo>
                  <a:pt x="2990850" y="501650"/>
                </a:lnTo>
                <a:lnTo>
                  <a:pt x="3003550" y="488950"/>
                </a:lnTo>
                <a:lnTo>
                  <a:pt x="3016250" y="488950"/>
                </a:lnTo>
                <a:lnTo>
                  <a:pt x="3016250" y="482600"/>
                </a:lnTo>
                <a:lnTo>
                  <a:pt x="3022600" y="476250"/>
                </a:lnTo>
                <a:lnTo>
                  <a:pt x="3022600" y="463550"/>
                </a:lnTo>
                <a:lnTo>
                  <a:pt x="3028950" y="457200"/>
                </a:lnTo>
                <a:lnTo>
                  <a:pt x="3028950" y="450850"/>
                </a:lnTo>
                <a:lnTo>
                  <a:pt x="3022600" y="457200"/>
                </a:lnTo>
                <a:lnTo>
                  <a:pt x="3009900" y="457200"/>
                </a:lnTo>
                <a:lnTo>
                  <a:pt x="3003550" y="450850"/>
                </a:lnTo>
                <a:lnTo>
                  <a:pt x="3003550" y="431800"/>
                </a:lnTo>
                <a:lnTo>
                  <a:pt x="3009900" y="425450"/>
                </a:lnTo>
                <a:lnTo>
                  <a:pt x="3009900" y="387350"/>
                </a:lnTo>
                <a:lnTo>
                  <a:pt x="3016250" y="381000"/>
                </a:lnTo>
                <a:lnTo>
                  <a:pt x="3016250" y="349250"/>
                </a:lnTo>
                <a:lnTo>
                  <a:pt x="3022600" y="342900"/>
                </a:lnTo>
                <a:lnTo>
                  <a:pt x="3022600" y="298450"/>
                </a:lnTo>
                <a:lnTo>
                  <a:pt x="3028950" y="292100"/>
                </a:lnTo>
                <a:lnTo>
                  <a:pt x="3028950" y="273050"/>
                </a:lnTo>
                <a:lnTo>
                  <a:pt x="3022600" y="266700"/>
                </a:lnTo>
                <a:lnTo>
                  <a:pt x="3022600" y="241300"/>
                </a:lnTo>
                <a:close/>
                <a:moveTo>
                  <a:pt x="2813050" y="387350"/>
                </a:moveTo>
                <a:lnTo>
                  <a:pt x="2819400" y="381000"/>
                </a:lnTo>
                <a:lnTo>
                  <a:pt x="2825750" y="387350"/>
                </a:lnTo>
                <a:lnTo>
                  <a:pt x="2819400" y="393700"/>
                </a:lnTo>
                <a:close/>
                <a:moveTo>
                  <a:pt x="2527300" y="209550"/>
                </a:moveTo>
                <a:lnTo>
                  <a:pt x="2520950" y="209550"/>
                </a:lnTo>
                <a:lnTo>
                  <a:pt x="2508250" y="222250"/>
                </a:lnTo>
                <a:lnTo>
                  <a:pt x="2508250" y="228600"/>
                </a:lnTo>
                <a:lnTo>
                  <a:pt x="2501900" y="234950"/>
                </a:lnTo>
                <a:lnTo>
                  <a:pt x="2501900" y="241300"/>
                </a:lnTo>
                <a:lnTo>
                  <a:pt x="2489200" y="254000"/>
                </a:lnTo>
                <a:lnTo>
                  <a:pt x="2489200" y="260350"/>
                </a:lnTo>
                <a:lnTo>
                  <a:pt x="2482850" y="266700"/>
                </a:lnTo>
                <a:lnTo>
                  <a:pt x="2482850" y="273050"/>
                </a:lnTo>
                <a:lnTo>
                  <a:pt x="2470150" y="292100"/>
                </a:lnTo>
                <a:lnTo>
                  <a:pt x="2470150" y="304800"/>
                </a:lnTo>
                <a:lnTo>
                  <a:pt x="2463800" y="311150"/>
                </a:lnTo>
                <a:lnTo>
                  <a:pt x="2463800" y="317500"/>
                </a:lnTo>
                <a:lnTo>
                  <a:pt x="2457450" y="323850"/>
                </a:lnTo>
                <a:lnTo>
                  <a:pt x="2457450" y="330200"/>
                </a:lnTo>
                <a:lnTo>
                  <a:pt x="2444750" y="349250"/>
                </a:lnTo>
                <a:lnTo>
                  <a:pt x="2444750" y="361950"/>
                </a:lnTo>
                <a:lnTo>
                  <a:pt x="2432050" y="381000"/>
                </a:lnTo>
                <a:lnTo>
                  <a:pt x="2432050" y="393700"/>
                </a:lnTo>
                <a:lnTo>
                  <a:pt x="2425700" y="400050"/>
                </a:lnTo>
                <a:lnTo>
                  <a:pt x="2419350" y="400050"/>
                </a:lnTo>
                <a:lnTo>
                  <a:pt x="2413000" y="393700"/>
                </a:lnTo>
                <a:lnTo>
                  <a:pt x="2413000" y="368300"/>
                </a:lnTo>
                <a:lnTo>
                  <a:pt x="2406650" y="361950"/>
                </a:lnTo>
                <a:lnTo>
                  <a:pt x="2406650" y="336550"/>
                </a:lnTo>
                <a:lnTo>
                  <a:pt x="2400300" y="330200"/>
                </a:lnTo>
                <a:lnTo>
                  <a:pt x="2400300" y="304800"/>
                </a:lnTo>
                <a:lnTo>
                  <a:pt x="2393950" y="298450"/>
                </a:lnTo>
                <a:lnTo>
                  <a:pt x="2393950" y="279400"/>
                </a:lnTo>
                <a:lnTo>
                  <a:pt x="2387600" y="273050"/>
                </a:lnTo>
                <a:lnTo>
                  <a:pt x="2387600" y="254000"/>
                </a:lnTo>
                <a:lnTo>
                  <a:pt x="2381250" y="247650"/>
                </a:lnTo>
                <a:lnTo>
                  <a:pt x="2381250" y="241300"/>
                </a:lnTo>
                <a:lnTo>
                  <a:pt x="2362200" y="241300"/>
                </a:lnTo>
                <a:lnTo>
                  <a:pt x="2349500" y="228600"/>
                </a:lnTo>
                <a:lnTo>
                  <a:pt x="2343150" y="228600"/>
                </a:lnTo>
                <a:lnTo>
                  <a:pt x="2343150" y="234950"/>
                </a:lnTo>
                <a:lnTo>
                  <a:pt x="2330450" y="247650"/>
                </a:lnTo>
                <a:lnTo>
                  <a:pt x="2324100" y="247650"/>
                </a:lnTo>
                <a:lnTo>
                  <a:pt x="2317750" y="254000"/>
                </a:lnTo>
                <a:lnTo>
                  <a:pt x="2317750" y="260350"/>
                </a:lnTo>
                <a:lnTo>
                  <a:pt x="2324100" y="266700"/>
                </a:lnTo>
                <a:lnTo>
                  <a:pt x="2324100" y="292100"/>
                </a:lnTo>
                <a:lnTo>
                  <a:pt x="2330450" y="298450"/>
                </a:lnTo>
                <a:lnTo>
                  <a:pt x="2330450" y="311150"/>
                </a:lnTo>
                <a:lnTo>
                  <a:pt x="2336800" y="317500"/>
                </a:lnTo>
                <a:lnTo>
                  <a:pt x="2336800" y="342900"/>
                </a:lnTo>
                <a:lnTo>
                  <a:pt x="2343150" y="349250"/>
                </a:lnTo>
                <a:lnTo>
                  <a:pt x="2343150" y="368300"/>
                </a:lnTo>
                <a:lnTo>
                  <a:pt x="2349500" y="374650"/>
                </a:lnTo>
                <a:lnTo>
                  <a:pt x="2349500" y="393700"/>
                </a:lnTo>
                <a:lnTo>
                  <a:pt x="2355850" y="400050"/>
                </a:lnTo>
                <a:lnTo>
                  <a:pt x="2355850" y="412750"/>
                </a:lnTo>
                <a:lnTo>
                  <a:pt x="2362200" y="419100"/>
                </a:lnTo>
                <a:lnTo>
                  <a:pt x="2362200" y="438150"/>
                </a:lnTo>
                <a:lnTo>
                  <a:pt x="2368550" y="444500"/>
                </a:lnTo>
                <a:lnTo>
                  <a:pt x="2368550" y="469900"/>
                </a:lnTo>
                <a:lnTo>
                  <a:pt x="2374900" y="476250"/>
                </a:lnTo>
                <a:lnTo>
                  <a:pt x="2374900" y="488950"/>
                </a:lnTo>
                <a:lnTo>
                  <a:pt x="2381250" y="488950"/>
                </a:lnTo>
                <a:lnTo>
                  <a:pt x="2387600" y="495300"/>
                </a:lnTo>
                <a:lnTo>
                  <a:pt x="2393950" y="495300"/>
                </a:lnTo>
                <a:lnTo>
                  <a:pt x="2406650" y="508000"/>
                </a:lnTo>
                <a:lnTo>
                  <a:pt x="2413000" y="508000"/>
                </a:lnTo>
                <a:lnTo>
                  <a:pt x="2419350" y="501650"/>
                </a:lnTo>
                <a:lnTo>
                  <a:pt x="2432050" y="501650"/>
                </a:lnTo>
                <a:lnTo>
                  <a:pt x="2444750" y="488950"/>
                </a:lnTo>
                <a:lnTo>
                  <a:pt x="2444750" y="482600"/>
                </a:lnTo>
                <a:lnTo>
                  <a:pt x="2451100" y="476250"/>
                </a:lnTo>
                <a:lnTo>
                  <a:pt x="2451100" y="469900"/>
                </a:lnTo>
                <a:lnTo>
                  <a:pt x="2463800" y="450850"/>
                </a:lnTo>
                <a:lnTo>
                  <a:pt x="2463800" y="438150"/>
                </a:lnTo>
                <a:lnTo>
                  <a:pt x="2470150" y="431800"/>
                </a:lnTo>
                <a:lnTo>
                  <a:pt x="2470150" y="425450"/>
                </a:lnTo>
                <a:lnTo>
                  <a:pt x="2476500" y="419100"/>
                </a:lnTo>
                <a:lnTo>
                  <a:pt x="2476500" y="412750"/>
                </a:lnTo>
                <a:lnTo>
                  <a:pt x="2482850" y="406400"/>
                </a:lnTo>
                <a:lnTo>
                  <a:pt x="2482850" y="400050"/>
                </a:lnTo>
                <a:lnTo>
                  <a:pt x="2489200" y="393700"/>
                </a:lnTo>
                <a:lnTo>
                  <a:pt x="2489200" y="387350"/>
                </a:lnTo>
                <a:lnTo>
                  <a:pt x="2495550" y="381000"/>
                </a:lnTo>
                <a:lnTo>
                  <a:pt x="2495550" y="374650"/>
                </a:lnTo>
                <a:lnTo>
                  <a:pt x="2501900" y="368300"/>
                </a:lnTo>
                <a:lnTo>
                  <a:pt x="2501900" y="361950"/>
                </a:lnTo>
                <a:lnTo>
                  <a:pt x="2508250" y="355600"/>
                </a:lnTo>
                <a:lnTo>
                  <a:pt x="2508250" y="349250"/>
                </a:lnTo>
                <a:lnTo>
                  <a:pt x="2514600" y="342900"/>
                </a:lnTo>
                <a:lnTo>
                  <a:pt x="2514600" y="336550"/>
                </a:lnTo>
                <a:lnTo>
                  <a:pt x="2520950" y="330200"/>
                </a:lnTo>
                <a:lnTo>
                  <a:pt x="2520950" y="323850"/>
                </a:lnTo>
                <a:lnTo>
                  <a:pt x="2527300" y="317500"/>
                </a:lnTo>
                <a:lnTo>
                  <a:pt x="2527300" y="311150"/>
                </a:lnTo>
                <a:lnTo>
                  <a:pt x="2533650" y="304800"/>
                </a:lnTo>
                <a:lnTo>
                  <a:pt x="2533650" y="298450"/>
                </a:lnTo>
                <a:lnTo>
                  <a:pt x="2546350" y="285750"/>
                </a:lnTo>
                <a:lnTo>
                  <a:pt x="2546350" y="279400"/>
                </a:lnTo>
                <a:lnTo>
                  <a:pt x="2559050" y="266700"/>
                </a:lnTo>
                <a:lnTo>
                  <a:pt x="2559050" y="260350"/>
                </a:lnTo>
                <a:lnTo>
                  <a:pt x="2565400" y="254000"/>
                </a:lnTo>
                <a:lnTo>
                  <a:pt x="2565400" y="247650"/>
                </a:lnTo>
                <a:lnTo>
                  <a:pt x="2559050" y="247650"/>
                </a:lnTo>
                <a:lnTo>
                  <a:pt x="2552700" y="254000"/>
                </a:lnTo>
                <a:lnTo>
                  <a:pt x="2552700" y="266700"/>
                </a:lnTo>
                <a:lnTo>
                  <a:pt x="2540000" y="279400"/>
                </a:lnTo>
                <a:lnTo>
                  <a:pt x="2540000" y="285750"/>
                </a:lnTo>
                <a:lnTo>
                  <a:pt x="2533650" y="292100"/>
                </a:lnTo>
                <a:lnTo>
                  <a:pt x="2533650" y="298450"/>
                </a:lnTo>
                <a:lnTo>
                  <a:pt x="2527300" y="304800"/>
                </a:lnTo>
                <a:lnTo>
                  <a:pt x="2527300" y="311150"/>
                </a:lnTo>
                <a:lnTo>
                  <a:pt x="2514600" y="330200"/>
                </a:lnTo>
                <a:lnTo>
                  <a:pt x="2514600" y="342900"/>
                </a:lnTo>
                <a:lnTo>
                  <a:pt x="2508250" y="349250"/>
                </a:lnTo>
                <a:lnTo>
                  <a:pt x="2508250" y="355600"/>
                </a:lnTo>
                <a:lnTo>
                  <a:pt x="2501900" y="361950"/>
                </a:lnTo>
                <a:lnTo>
                  <a:pt x="2501900" y="368300"/>
                </a:lnTo>
                <a:lnTo>
                  <a:pt x="2489200" y="381000"/>
                </a:lnTo>
                <a:lnTo>
                  <a:pt x="2482850" y="374650"/>
                </a:lnTo>
                <a:lnTo>
                  <a:pt x="2482850" y="355600"/>
                </a:lnTo>
                <a:lnTo>
                  <a:pt x="2495550" y="336550"/>
                </a:lnTo>
                <a:lnTo>
                  <a:pt x="2495550" y="323850"/>
                </a:lnTo>
                <a:lnTo>
                  <a:pt x="2508250" y="304800"/>
                </a:lnTo>
                <a:lnTo>
                  <a:pt x="2508250" y="292100"/>
                </a:lnTo>
                <a:lnTo>
                  <a:pt x="2514600" y="285750"/>
                </a:lnTo>
                <a:lnTo>
                  <a:pt x="2514600" y="279400"/>
                </a:lnTo>
                <a:lnTo>
                  <a:pt x="2527300" y="266700"/>
                </a:lnTo>
                <a:lnTo>
                  <a:pt x="2527300" y="260350"/>
                </a:lnTo>
                <a:lnTo>
                  <a:pt x="2546350" y="241300"/>
                </a:lnTo>
                <a:lnTo>
                  <a:pt x="2546350" y="234950"/>
                </a:lnTo>
                <a:lnTo>
                  <a:pt x="2552700" y="228600"/>
                </a:lnTo>
                <a:lnTo>
                  <a:pt x="2546350" y="228600"/>
                </a:lnTo>
                <a:close/>
                <a:moveTo>
                  <a:pt x="2482850" y="285750"/>
                </a:moveTo>
                <a:lnTo>
                  <a:pt x="2489200" y="279400"/>
                </a:lnTo>
                <a:lnTo>
                  <a:pt x="2495550" y="285750"/>
                </a:lnTo>
                <a:lnTo>
                  <a:pt x="2489200" y="292100"/>
                </a:lnTo>
                <a:close/>
                <a:moveTo>
                  <a:pt x="2508250" y="228600"/>
                </a:moveTo>
                <a:lnTo>
                  <a:pt x="2520950" y="241300"/>
                </a:lnTo>
                <a:lnTo>
                  <a:pt x="2520950" y="254000"/>
                </a:lnTo>
                <a:lnTo>
                  <a:pt x="2508250" y="266700"/>
                </a:lnTo>
                <a:lnTo>
                  <a:pt x="2508250" y="273050"/>
                </a:lnTo>
                <a:lnTo>
                  <a:pt x="2495550" y="285750"/>
                </a:lnTo>
                <a:lnTo>
                  <a:pt x="2489200" y="279400"/>
                </a:lnTo>
                <a:lnTo>
                  <a:pt x="2489200" y="266700"/>
                </a:lnTo>
                <a:lnTo>
                  <a:pt x="2495550" y="260350"/>
                </a:lnTo>
                <a:lnTo>
                  <a:pt x="2495550" y="247650"/>
                </a:lnTo>
                <a:close/>
                <a:moveTo>
                  <a:pt x="2279650" y="82550"/>
                </a:moveTo>
                <a:lnTo>
                  <a:pt x="2266950" y="82550"/>
                </a:lnTo>
                <a:lnTo>
                  <a:pt x="2260600" y="88900"/>
                </a:lnTo>
                <a:lnTo>
                  <a:pt x="2254250" y="88900"/>
                </a:lnTo>
                <a:lnTo>
                  <a:pt x="2247900" y="95250"/>
                </a:lnTo>
                <a:lnTo>
                  <a:pt x="2247900" y="101600"/>
                </a:lnTo>
                <a:lnTo>
                  <a:pt x="2235200" y="120650"/>
                </a:lnTo>
                <a:lnTo>
                  <a:pt x="2235200" y="146050"/>
                </a:lnTo>
                <a:lnTo>
                  <a:pt x="2254250" y="165100"/>
                </a:lnTo>
                <a:lnTo>
                  <a:pt x="2260600" y="165100"/>
                </a:lnTo>
                <a:lnTo>
                  <a:pt x="2266950" y="171450"/>
                </a:lnTo>
                <a:lnTo>
                  <a:pt x="2273300" y="171450"/>
                </a:lnTo>
                <a:lnTo>
                  <a:pt x="2286000" y="158750"/>
                </a:lnTo>
                <a:lnTo>
                  <a:pt x="2292350" y="158750"/>
                </a:lnTo>
                <a:lnTo>
                  <a:pt x="2292350" y="152400"/>
                </a:lnTo>
                <a:lnTo>
                  <a:pt x="2305050" y="139700"/>
                </a:lnTo>
                <a:lnTo>
                  <a:pt x="2305050" y="107950"/>
                </a:lnTo>
                <a:lnTo>
                  <a:pt x="2298700" y="101600"/>
                </a:lnTo>
                <a:lnTo>
                  <a:pt x="2298700" y="95250"/>
                </a:lnTo>
                <a:lnTo>
                  <a:pt x="2292350" y="95250"/>
                </a:lnTo>
                <a:close/>
                <a:moveTo>
                  <a:pt x="933450" y="31750"/>
                </a:moveTo>
                <a:lnTo>
                  <a:pt x="927100" y="38100"/>
                </a:lnTo>
                <a:lnTo>
                  <a:pt x="920750" y="38100"/>
                </a:lnTo>
                <a:lnTo>
                  <a:pt x="908050" y="50800"/>
                </a:lnTo>
                <a:lnTo>
                  <a:pt x="908050" y="63500"/>
                </a:lnTo>
                <a:lnTo>
                  <a:pt x="901700" y="69850"/>
                </a:lnTo>
                <a:lnTo>
                  <a:pt x="901700" y="107950"/>
                </a:lnTo>
                <a:lnTo>
                  <a:pt x="895350" y="114300"/>
                </a:lnTo>
                <a:lnTo>
                  <a:pt x="895350" y="133350"/>
                </a:lnTo>
                <a:lnTo>
                  <a:pt x="889000" y="139700"/>
                </a:lnTo>
                <a:lnTo>
                  <a:pt x="889000" y="171450"/>
                </a:lnTo>
                <a:lnTo>
                  <a:pt x="882650" y="177800"/>
                </a:lnTo>
                <a:lnTo>
                  <a:pt x="882650" y="203200"/>
                </a:lnTo>
                <a:lnTo>
                  <a:pt x="876300" y="209550"/>
                </a:lnTo>
                <a:lnTo>
                  <a:pt x="876300" y="241300"/>
                </a:lnTo>
                <a:lnTo>
                  <a:pt x="869950" y="247650"/>
                </a:lnTo>
                <a:lnTo>
                  <a:pt x="869950" y="254000"/>
                </a:lnTo>
                <a:lnTo>
                  <a:pt x="863600" y="260350"/>
                </a:lnTo>
                <a:lnTo>
                  <a:pt x="857250" y="260350"/>
                </a:lnTo>
                <a:lnTo>
                  <a:pt x="838200" y="247650"/>
                </a:lnTo>
                <a:lnTo>
                  <a:pt x="800100" y="247650"/>
                </a:lnTo>
                <a:lnTo>
                  <a:pt x="793750" y="254000"/>
                </a:lnTo>
                <a:lnTo>
                  <a:pt x="781050" y="254000"/>
                </a:lnTo>
                <a:lnTo>
                  <a:pt x="768350" y="266700"/>
                </a:lnTo>
                <a:lnTo>
                  <a:pt x="762000" y="266700"/>
                </a:lnTo>
                <a:lnTo>
                  <a:pt x="717550" y="311150"/>
                </a:lnTo>
                <a:lnTo>
                  <a:pt x="717550" y="317500"/>
                </a:lnTo>
                <a:lnTo>
                  <a:pt x="711200" y="323850"/>
                </a:lnTo>
                <a:lnTo>
                  <a:pt x="711200" y="330200"/>
                </a:lnTo>
                <a:lnTo>
                  <a:pt x="704850" y="336550"/>
                </a:lnTo>
                <a:lnTo>
                  <a:pt x="704850" y="342900"/>
                </a:lnTo>
                <a:lnTo>
                  <a:pt x="692150" y="361950"/>
                </a:lnTo>
                <a:lnTo>
                  <a:pt x="692150" y="374650"/>
                </a:lnTo>
                <a:lnTo>
                  <a:pt x="685800" y="381000"/>
                </a:lnTo>
                <a:lnTo>
                  <a:pt x="685800" y="393700"/>
                </a:lnTo>
                <a:lnTo>
                  <a:pt x="679450" y="400050"/>
                </a:lnTo>
                <a:lnTo>
                  <a:pt x="679450" y="412750"/>
                </a:lnTo>
                <a:lnTo>
                  <a:pt x="673100" y="419100"/>
                </a:lnTo>
                <a:lnTo>
                  <a:pt x="673100" y="450850"/>
                </a:lnTo>
                <a:lnTo>
                  <a:pt x="679450" y="457200"/>
                </a:lnTo>
                <a:lnTo>
                  <a:pt x="679450" y="469900"/>
                </a:lnTo>
                <a:lnTo>
                  <a:pt x="685800" y="476250"/>
                </a:lnTo>
                <a:lnTo>
                  <a:pt x="685800" y="482600"/>
                </a:lnTo>
                <a:lnTo>
                  <a:pt x="717550" y="514350"/>
                </a:lnTo>
                <a:lnTo>
                  <a:pt x="723900" y="514350"/>
                </a:lnTo>
                <a:lnTo>
                  <a:pt x="730250" y="520700"/>
                </a:lnTo>
                <a:lnTo>
                  <a:pt x="742950" y="520700"/>
                </a:lnTo>
                <a:lnTo>
                  <a:pt x="749300" y="514350"/>
                </a:lnTo>
                <a:lnTo>
                  <a:pt x="755650" y="514350"/>
                </a:lnTo>
                <a:lnTo>
                  <a:pt x="755650" y="508000"/>
                </a:lnTo>
                <a:lnTo>
                  <a:pt x="774700" y="495300"/>
                </a:lnTo>
                <a:lnTo>
                  <a:pt x="781050" y="495300"/>
                </a:lnTo>
                <a:lnTo>
                  <a:pt x="787400" y="501650"/>
                </a:lnTo>
                <a:lnTo>
                  <a:pt x="787400" y="508000"/>
                </a:lnTo>
                <a:lnTo>
                  <a:pt x="774700" y="520700"/>
                </a:lnTo>
                <a:lnTo>
                  <a:pt x="787400" y="520700"/>
                </a:lnTo>
                <a:lnTo>
                  <a:pt x="793750" y="514350"/>
                </a:lnTo>
                <a:lnTo>
                  <a:pt x="800100" y="514350"/>
                </a:lnTo>
                <a:lnTo>
                  <a:pt x="819150" y="495300"/>
                </a:lnTo>
                <a:lnTo>
                  <a:pt x="825500" y="495300"/>
                </a:lnTo>
                <a:lnTo>
                  <a:pt x="825500" y="488950"/>
                </a:lnTo>
                <a:lnTo>
                  <a:pt x="850900" y="463550"/>
                </a:lnTo>
                <a:lnTo>
                  <a:pt x="857250" y="463550"/>
                </a:lnTo>
                <a:lnTo>
                  <a:pt x="863600" y="469900"/>
                </a:lnTo>
                <a:lnTo>
                  <a:pt x="863600" y="488950"/>
                </a:lnTo>
                <a:lnTo>
                  <a:pt x="869950" y="495300"/>
                </a:lnTo>
                <a:lnTo>
                  <a:pt x="869950" y="501650"/>
                </a:lnTo>
                <a:lnTo>
                  <a:pt x="876300" y="508000"/>
                </a:lnTo>
                <a:lnTo>
                  <a:pt x="876300" y="514350"/>
                </a:lnTo>
                <a:lnTo>
                  <a:pt x="889000" y="527050"/>
                </a:lnTo>
                <a:lnTo>
                  <a:pt x="895350" y="527050"/>
                </a:lnTo>
                <a:lnTo>
                  <a:pt x="901700" y="533400"/>
                </a:lnTo>
                <a:lnTo>
                  <a:pt x="908050" y="533400"/>
                </a:lnTo>
                <a:lnTo>
                  <a:pt x="927100" y="520700"/>
                </a:lnTo>
                <a:lnTo>
                  <a:pt x="914400" y="508000"/>
                </a:lnTo>
                <a:lnTo>
                  <a:pt x="914400" y="501650"/>
                </a:lnTo>
                <a:lnTo>
                  <a:pt x="927100" y="488950"/>
                </a:lnTo>
                <a:lnTo>
                  <a:pt x="933450" y="488950"/>
                </a:lnTo>
                <a:lnTo>
                  <a:pt x="939800" y="482600"/>
                </a:lnTo>
                <a:lnTo>
                  <a:pt x="958850" y="482600"/>
                </a:lnTo>
                <a:lnTo>
                  <a:pt x="965200" y="476250"/>
                </a:lnTo>
                <a:lnTo>
                  <a:pt x="965200" y="457200"/>
                </a:lnTo>
                <a:lnTo>
                  <a:pt x="958850" y="450850"/>
                </a:lnTo>
                <a:lnTo>
                  <a:pt x="939800" y="469900"/>
                </a:lnTo>
                <a:lnTo>
                  <a:pt x="927100" y="469900"/>
                </a:lnTo>
                <a:lnTo>
                  <a:pt x="914400" y="450850"/>
                </a:lnTo>
                <a:lnTo>
                  <a:pt x="914400" y="412750"/>
                </a:lnTo>
                <a:lnTo>
                  <a:pt x="920750" y="406400"/>
                </a:lnTo>
                <a:lnTo>
                  <a:pt x="920750" y="355600"/>
                </a:lnTo>
                <a:lnTo>
                  <a:pt x="927100" y="349250"/>
                </a:lnTo>
                <a:lnTo>
                  <a:pt x="927100" y="304800"/>
                </a:lnTo>
                <a:lnTo>
                  <a:pt x="933450" y="298450"/>
                </a:lnTo>
                <a:lnTo>
                  <a:pt x="933450" y="266700"/>
                </a:lnTo>
                <a:lnTo>
                  <a:pt x="939800" y="260350"/>
                </a:lnTo>
                <a:lnTo>
                  <a:pt x="939800" y="234950"/>
                </a:lnTo>
                <a:lnTo>
                  <a:pt x="946150" y="228600"/>
                </a:lnTo>
                <a:lnTo>
                  <a:pt x="946150" y="196850"/>
                </a:lnTo>
                <a:lnTo>
                  <a:pt x="952500" y="190500"/>
                </a:lnTo>
                <a:lnTo>
                  <a:pt x="952500" y="165100"/>
                </a:lnTo>
                <a:lnTo>
                  <a:pt x="958850" y="158750"/>
                </a:lnTo>
                <a:lnTo>
                  <a:pt x="958850" y="133350"/>
                </a:lnTo>
                <a:lnTo>
                  <a:pt x="965200" y="127000"/>
                </a:lnTo>
                <a:lnTo>
                  <a:pt x="965200" y="107950"/>
                </a:lnTo>
                <a:lnTo>
                  <a:pt x="971550" y="101600"/>
                </a:lnTo>
                <a:lnTo>
                  <a:pt x="971550" y="82550"/>
                </a:lnTo>
                <a:lnTo>
                  <a:pt x="977900" y="76200"/>
                </a:lnTo>
                <a:lnTo>
                  <a:pt x="977900" y="69850"/>
                </a:lnTo>
                <a:lnTo>
                  <a:pt x="971550" y="63500"/>
                </a:lnTo>
                <a:lnTo>
                  <a:pt x="971550" y="57150"/>
                </a:lnTo>
                <a:lnTo>
                  <a:pt x="958850" y="57150"/>
                </a:lnTo>
                <a:close/>
                <a:moveTo>
                  <a:pt x="825500" y="457200"/>
                </a:moveTo>
                <a:lnTo>
                  <a:pt x="831850" y="463550"/>
                </a:lnTo>
                <a:lnTo>
                  <a:pt x="831850" y="469900"/>
                </a:lnTo>
                <a:lnTo>
                  <a:pt x="825500" y="476250"/>
                </a:lnTo>
                <a:lnTo>
                  <a:pt x="825500" y="482600"/>
                </a:lnTo>
                <a:lnTo>
                  <a:pt x="800100" y="508000"/>
                </a:lnTo>
                <a:lnTo>
                  <a:pt x="793750" y="508000"/>
                </a:lnTo>
                <a:lnTo>
                  <a:pt x="787400" y="501650"/>
                </a:lnTo>
                <a:lnTo>
                  <a:pt x="787400" y="495300"/>
                </a:lnTo>
                <a:lnTo>
                  <a:pt x="793750" y="488950"/>
                </a:lnTo>
                <a:lnTo>
                  <a:pt x="800100" y="488950"/>
                </a:lnTo>
                <a:lnTo>
                  <a:pt x="812800" y="476250"/>
                </a:lnTo>
                <a:lnTo>
                  <a:pt x="812800" y="469900"/>
                </a:lnTo>
                <a:close/>
                <a:moveTo>
                  <a:pt x="723900" y="342900"/>
                </a:moveTo>
                <a:lnTo>
                  <a:pt x="730250" y="349250"/>
                </a:lnTo>
                <a:lnTo>
                  <a:pt x="730250" y="355600"/>
                </a:lnTo>
                <a:lnTo>
                  <a:pt x="717550" y="374650"/>
                </a:lnTo>
                <a:lnTo>
                  <a:pt x="717550" y="393700"/>
                </a:lnTo>
                <a:lnTo>
                  <a:pt x="704850" y="412750"/>
                </a:lnTo>
                <a:lnTo>
                  <a:pt x="698500" y="406400"/>
                </a:lnTo>
                <a:lnTo>
                  <a:pt x="698500" y="374650"/>
                </a:lnTo>
                <a:lnTo>
                  <a:pt x="704850" y="368300"/>
                </a:lnTo>
                <a:lnTo>
                  <a:pt x="704850" y="361950"/>
                </a:lnTo>
                <a:lnTo>
                  <a:pt x="711200" y="355600"/>
                </a:lnTo>
                <a:lnTo>
                  <a:pt x="711200" y="349250"/>
                </a:lnTo>
                <a:lnTo>
                  <a:pt x="717550" y="342900"/>
                </a:lnTo>
                <a:close/>
                <a:moveTo>
                  <a:pt x="742950" y="336550"/>
                </a:moveTo>
                <a:lnTo>
                  <a:pt x="749300" y="342900"/>
                </a:lnTo>
                <a:lnTo>
                  <a:pt x="749300" y="349250"/>
                </a:lnTo>
                <a:lnTo>
                  <a:pt x="736600" y="361950"/>
                </a:lnTo>
                <a:lnTo>
                  <a:pt x="730250" y="355600"/>
                </a:lnTo>
                <a:lnTo>
                  <a:pt x="730250" y="349250"/>
                </a:lnTo>
                <a:close/>
                <a:moveTo>
                  <a:pt x="831850" y="298450"/>
                </a:moveTo>
                <a:lnTo>
                  <a:pt x="838200" y="304800"/>
                </a:lnTo>
                <a:lnTo>
                  <a:pt x="844550" y="304800"/>
                </a:lnTo>
                <a:lnTo>
                  <a:pt x="863600" y="323850"/>
                </a:lnTo>
                <a:lnTo>
                  <a:pt x="863600" y="336550"/>
                </a:lnTo>
                <a:lnTo>
                  <a:pt x="857250" y="342900"/>
                </a:lnTo>
                <a:lnTo>
                  <a:pt x="857250" y="355600"/>
                </a:lnTo>
                <a:lnTo>
                  <a:pt x="850900" y="361950"/>
                </a:lnTo>
                <a:lnTo>
                  <a:pt x="850900" y="374650"/>
                </a:lnTo>
                <a:lnTo>
                  <a:pt x="844550" y="381000"/>
                </a:lnTo>
                <a:lnTo>
                  <a:pt x="844550" y="387350"/>
                </a:lnTo>
                <a:lnTo>
                  <a:pt x="838200" y="393700"/>
                </a:lnTo>
                <a:lnTo>
                  <a:pt x="838200" y="400050"/>
                </a:lnTo>
                <a:lnTo>
                  <a:pt x="831850" y="406400"/>
                </a:lnTo>
                <a:lnTo>
                  <a:pt x="831850" y="412750"/>
                </a:lnTo>
                <a:lnTo>
                  <a:pt x="781050" y="463550"/>
                </a:lnTo>
                <a:lnTo>
                  <a:pt x="774700" y="463550"/>
                </a:lnTo>
                <a:lnTo>
                  <a:pt x="768350" y="469900"/>
                </a:lnTo>
                <a:lnTo>
                  <a:pt x="762000" y="463550"/>
                </a:lnTo>
                <a:lnTo>
                  <a:pt x="755650" y="463550"/>
                </a:lnTo>
                <a:lnTo>
                  <a:pt x="742950" y="444500"/>
                </a:lnTo>
                <a:lnTo>
                  <a:pt x="742950" y="406400"/>
                </a:lnTo>
                <a:lnTo>
                  <a:pt x="749300" y="400050"/>
                </a:lnTo>
                <a:lnTo>
                  <a:pt x="749300" y="381000"/>
                </a:lnTo>
                <a:lnTo>
                  <a:pt x="755650" y="374650"/>
                </a:lnTo>
                <a:lnTo>
                  <a:pt x="755650" y="368300"/>
                </a:lnTo>
                <a:lnTo>
                  <a:pt x="762000" y="361950"/>
                </a:lnTo>
                <a:lnTo>
                  <a:pt x="762000" y="355600"/>
                </a:lnTo>
                <a:lnTo>
                  <a:pt x="787400" y="330200"/>
                </a:lnTo>
                <a:lnTo>
                  <a:pt x="787400" y="323850"/>
                </a:lnTo>
                <a:lnTo>
                  <a:pt x="800100" y="311150"/>
                </a:lnTo>
                <a:lnTo>
                  <a:pt x="806450" y="311150"/>
                </a:lnTo>
                <a:lnTo>
                  <a:pt x="812800" y="304800"/>
                </a:lnTo>
                <a:lnTo>
                  <a:pt x="819150" y="304800"/>
                </a:lnTo>
                <a:lnTo>
                  <a:pt x="825500" y="298450"/>
                </a:lnTo>
                <a:close/>
                <a:moveTo>
                  <a:pt x="920750" y="171450"/>
                </a:moveTo>
                <a:lnTo>
                  <a:pt x="927100" y="171450"/>
                </a:lnTo>
                <a:lnTo>
                  <a:pt x="933450" y="177800"/>
                </a:lnTo>
                <a:lnTo>
                  <a:pt x="933450" y="196850"/>
                </a:lnTo>
                <a:lnTo>
                  <a:pt x="927100" y="203200"/>
                </a:lnTo>
                <a:lnTo>
                  <a:pt x="927100" y="215900"/>
                </a:lnTo>
                <a:lnTo>
                  <a:pt x="927100" y="209550"/>
                </a:lnTo>
                <a:lnTo>
                  <a:pt x="933450" y="203200"/>
                </a:lnTo>
                <a:lnTo>
                  <a:pt x="933450" y="190500"/>
                </a:lnTo>
                <a:lnTo>
                  <a:pt x="939800" y="184150"/>
                </a:lnTo>
                <a:lnTo>
                  <a:pt x="946150" y="190500"/>
                </a:lnTo>
                <a:lnTo>
                  <a:pt x="946150" y="222250"/>
                </a:lnTo>
                <a:lnTo>
                  <a:pt x="939800" y="228600"/>
                </a:lnTo>
                <a:lnTo>
                  <a:pt x="939800" y="247650"/>
                </a:lnTo>
                <a:lnTo>
                  <a:pt x="933450" y="254000"/>
                </a:lnTo>
                <a:lnTo>
                  <a:pt x="927100" y="254000"/>
                </a:lnTo>
                <a:lnTo>
                  <a:pt x="920750" y="247650"/>
                </a:lnTo>
                <a:lnTo>
                  <a:pt x="920750" y="228600"/>
                </a:lnTo>
                <a:lnTo>
                  <a:pt x="920750" y="234950"/>
                </a:lnTo>
                <a:lnTo>
                  <a:pt x="914400" y="241300"/>
                </a:lnTo>
                <a:lnTo>
                  <a:pt x="908050" y="234950"/>
                </a:lnTo>
                <a:lnTo>
                  <a:pt x="908050" y="209550"/>
                </a:lnTo>
                <a:lnTo>
                  <a:pt x="914400" y="203200"/>
                </a:lnTo>
                <a:lnTo>
                  <a:pt x="914400" y="177800"/>
                </a:lnTo>
                <a:close/>
                <a:moveTo>
                  <a:pt x="1835150" y="38100"/>
                </a:moveTo>
                <a:lnTo>
                  <a:pt x="1816100" y="38100"/>
                </a:lnTo>
                <a:lnTo>
                  <a:pt x="1797050" y="25400"/>
                </a:lnTo>
                <a:lnTo>
                  <a:pt x="1784350" y="25400"/>
                </a:lnTo>
                <a:lnTo>
                  <a:pt x="1778000" y="19050"/>
                </a:lnTo>
                <a:lnTo>
                  <a:pt x="1765300" y="19050"/>
                </a:lnTo>
                <a:lnTo>
                  <a:pt x="1758950" y="12700"/>
                </a:lnTo>
                <a:lnTo>
                  <a:pt x="1733550" y="12700"/>
                </a:lnTo>
                <a:lnTo>
                  <a:pt x="1727200" y="6350"/>
                </a:lnTo>
                <a:lnTo>
                  <a:pt x="1657350" y="6350"/>
                </a:lnTo>
                <a:lnTo>
                  <a:pt x="1651000" y="0"/>
                </a:lnTo>
                <a:lnTo>
                  <a:pt x="1644650" y="0"/>
                </a:lnTo>
                <a:lnTo>
                  <a:pt x="1638300" y="6350"/>
                </a:lnTo>
                <a:lnTo>
                  <a:pt x="1619250" y="6350"/>
                </a:lnTo>
                <a:lnTo>
                  <a:pt x="1612900" y="12700"/>
                </a:lnTo>
                <a:lnTo>
                  <a:pt x="1600200" y="12700"/>
                </a:lnTo>
                <a:lnTo>
                  <a:pt x="1593850" y="19050"/>
                </a:lnTo>
                <a:lnTo>
                  <a:pt x="1581150" y="19050"/>
                </a:lnTo>
                <a:lnTo>
                  <a:pt x="1574800" y="25400"/>
                </a:lnTo>
                <a:lnTo>
                  <a:pt x="1568450" y="25400"/>
                </a:lnTo>
                <a:lnTo>
                  <a:pt x="1555750" y="38100"/>
                </a:lnTo>
                <a:lnTo>
                  <a:pt x="1543050" y="38100"/>
                </a:lnTo>
                <a:lnTo>
                  <a:pt x="1536700" y="31750"/>
                </a:lnTo>
                <a:lnTo>
                  <a:pt x="1530350" y="38100"/>
                </a:lnTo>
                <a:lnTo>
                  <a:pt x="1524000" y="38100"/>
                </a:lnTo>
                <a:lnTo>
                  <a:pt x="1524000" y="44450"/>
                </a:lnTo>
                <a:lnTo>
                  <a:pt x="1530350" y="50800"/>
                </a:lnTo>
                <a:lnTo>
                  <a:pt x="1530350" y="57150"/>
                </a:lnTo>
                <a:lnTo>
                  <a:pt x="1511300" y="76200"/>
                </a:lnTo>
                <a:lnTo>
                  <a:pt x="1511300" y="82550"/>
                </a:lnTo>
                <a:lnTo>
                  <a:pt x="1517650" y="88900"/>
                </a:lnTo>
                <a:lnTo>
                  <a:pt x="1517650" y="95250"/>
                </a:lnTo>
                <a:lnTo>
                  <a:pt x="1524000" y="101600"/>
                </a:lnTo>
                <a:lnTo>
                  <a:pt x="1524000" y="107950"/>
                </a:lnTo>
                <a:lnTo>
                  <a:pt x="1555750" y="107950"/>
                </a:lnTo>
                <a:lnTo>
                  <a:pt x="1562100" y="101600"/>
                </a:lnTo>
                <a:lnTo>
                  <a:pt x="1574800" y="101600"/>
                </a:lnTo>
                <a:lnTo>
                  <a:pt x="1581150" y="95250"/>
                </a:lnTo>
                <a:lnTo>
                  <a:pt x="1593850" y="95250"/>
                </a:lnTo>
                <a:lnTo>
                  <a:pt x="1600200" y="88900"/>
                </a:lnTo>
                <a:lnTo>
                  <a:pt x="1606550" y="95250"/>
                </a:lnTo>
                <a:lnTo>
                  <a:pt x="1606550" y="127000"/>
                </a:lnTo>
                <a:lnTo>
                  <a:pt x="1600200" y="133350"/>
                </a:lnTo>
                <a:lnTo>
                  <a:pt x="1600200" y="171450"/>
                </a:lnTo>
                <a:lnTo>
                  <a:pt x="1593850" y="177800"/>
                </a:lnTo>
                <a:lnTo>
                  <a:pt x="1593850" y="203200"/>
                </a:lnTo>
                <a:lnTo>
                  <a:pt x="1587500" y="209550"/>
                </a:lnTo>
                <a:lnTo>
                  <a:pt x="1587500" y="234950"/>
                </a:lnTo>
                <a:lnTo>
                  <a:pt x="1581150" y="241300"/>
                </a:lnTo>
                <a:lnTo>
                  <a:pt x="1581150" y="266700"/>
                </a:lnTo>
                <a:lnTo>
                  <a:pt x="1574800" y="273050"/>
                </a:lnTo>
                <a:lnTo>
                  <a:pt x="1574800" y="298450"/>
                </a:lnTo>
                <a:lnTo>
                  <a:pt x="1568450" y="304800"/>
                </a:lnTo>
                <a:lnTo>
                  <a:pt x="1568450" y="323850"/>
                </a:lnTo>
                <a:lnTo>
                  <a:pt x="1562100" y="330200"/>
                </a:lnTo>
                <a:lnTo>
                  <a:pt x="1562100" y="355600"/>
                </a:lnTo>
                <a:lnTo>
                  <a:pt x="1555750" y="361950"/>
                </a:lnTo>
                <a:lnTo>
                  <a:pt x="1555750" y="400050"/>
                </a:lnTo>
                <a:lnTo>
                  <a:pt x="1549400" y="406400"/>
                </a:lnTo>
                <a:lnTo>
                  <a:pt x="1549400" y="450850"/>
                </a:lnTo>
                <a:lnTo>
                  <a:pt x="1543050" y="457200"/>
                </a:lnTo>
                <a:lnTo>
                  <a:pt x="1543050" y="482600"/>
                </a:lnTo>
                <a:lnTo>
                  <a:pt x="1530350" y="495300"/>
                </a:lnTo>
                <a:lnTo>
                  <a:pt x="1485900" y="495300"/>
                </a:lnTo>
                <a:lnTo>
                  <a:pt x="1473200" y="508000"/>
                </a:lnTo>
                <a:lnTo>
                  <a:pt x="1485900" y="520700"/>
                </a:lnTo>
                <a:lnTo>
                  <a:pt x="1485900" y="539750"/>
                </a:lnTo>
                <a:lnTo>
                  <a:pt x="1504950" y="558800"/>
                </a:lnTo>
                <a:lnTo>
                  <a:pt x="1504950" y="565150"/>
                </a:lnTo>
                <a:lnTo>
                  <a:pt x="1498600" y="571500"/>
                </a:lnTo>
                <a:lnTo>
                  <a:pt x="1504950" y="571500"/>
                </a:lnTo>
                <a:lnTo>
                  <a:pt x="1511300" y="577850"/>
                </a:lnTo>
                <a:lnTo>
                  <a:pt x="1543050" y="577850"/>
                </a:lnTo>
                <a:lnTo>
                  <a:pt x="1549400" y="584200"/>
                </a:lnTo>
                <a:lnTo>
                  <a:pt x="1562100" y="584200"/>
                </a:lnTo>
                <a:lnTo>
                  <a:pt x="1568450" y="590550"/>
                </a:lnTo>
                <a:lnTo>
                  <a:pt x="1587500" y="590550"/>
                </a:lnTo>
                <a:lnTo>
                  <a:pt x="1593850" y="584200"/>
                </a:lnTo>
                <a:lnTo>
                  <a:pt x="1593850" y="577850"/>
                </a:lnTo>
                <a:lnTo>
                  <a:pt x="1612900" y="558800"/>
                </a:lnTo>
                <a:lnTo>
                  <a:pt x="1638300" y="558800"/>
                </a:lnTo>
                <a:lnTo>
                  <a:pt x="1644650" y="552450"/>
                </a:lnTo>
                <a:lnTo>
                  <a:pt x="1657350" y="552450"/>
                </a:lnTo>
                <a:lnTo>
                  <a:pt x="1663700" y="546100"/>
                </a:lnTo>
                <a:lnTo>
                  <a:pt x="1682750" y="546100"/>
                </a:lnTo>
                <a:lnTo>
                  <a:pt x="1695450" y="533400"/>
                </a:lnTo>
                <a:lnTo>
                  <a:pt x="1708150" y="533400"/>
                </a:lnTo>
                <a:lnTo>
                  <a:pt x="1720850" y="520700"/>
                </a:lnTo>
                <a:lnTo>
                  <a:pt x="1727200" y="520700"/>
                </a:lnTo>
                <a:lnTo>
                  <a:pt x="1733550" y="514350"/>
                </a:lnTo>
                <a:lnTo>
                  <a:pt x="1739900" y="514350"/>
                </a:lnTo>
                <a:lnTo>
                  <a:pt x="1752600" y="501650"/>
                </a:lnTo>
                <a:lnTo>
                  <a:pt x="1765300" y="501650"/>
                </a:lnTo>
                <a:lnTo>
                  <a:pt x="1778000" y="488950"/>
                </a:lnTo>
                <a:lnTo>
                  <a:pt x="1784350" y="488950"/>
                </a:lnTo>
                <a:lnTo>
                  <a:pt x="1822450" y="450850"/>
                </a:lnTo>
                <a:lnTo>
                  <a:pt x="1828800" y="450850"/>
                </a:lnTo>
                <a:lnTo>
                  <a:pt x="1847850" y="431800"/>
                </a:lnTo>
                <a:lnTo>
                  <a:pt x="1847850" y="425450"/>
                </a:lnTo>
                <a:lnTo>
                  <a:pt x="1873250" y="400050"/>
                </a:lnTo>
                <a:lnTo>
                  <a:pt x="1873250" y="393700"/>
                </a:lnTo>
                <a:lnTo>
                  <a:pt x="1885950" y="381000"/>
                </a:lnTo>
                <a:lnTo>
                  <a:pt x="1885950" y="374650"/>
                </a:lnTo>
                <a:lnTo>
                  <a:pt x="1898650" y="361950"/>
                </a:lnTo>
                <a:lnTo>
                  <a:pt x="1898650" y="355600"/>
                </a:lnTo>
                <a:lnTo>
                  <a:pt x="1905000" y="349250"/>
                </a:lnTo>
                <a:lnTo>
                  <a:pt x="1905000" y="342900"/>
                </a:lnTo>
                <a:lnTo>
                  <a:pt x="1911350" y="336550"/>
                </a:lnTo>
                <a:lnTo>
                  <a:pt x="1911350" y="330200"/>
                </a:lnTo>
                <a:lnTo>
                  <a:pt x="1917700" y="323850"/>
                </a:lnTo>
                <a:lnTo>
                  <a:pt x="1917700" y="317500"/>
                </a:lnTo>
                <a:lnTo>
                  <a:pt x="1930400" y="298450"/>
                </a:lnTo>
                <a:lnTo>
                  <a:pt x="1930400" y="285750"/>
                </a:lnTo>
                <a:lnTo>
                  <a:pt x="1936750" y="279400"/>
                </a:lnTo>
                <a:lnTo>
                  <a:pt x="1936750" y="254000"/>
                </a:lnTo>
                <a:lnTo>
                  <a:pt x="1943100" y="247650"/>
                </a:lnTo>
                <a:lnTo>
                  <a:pt x="1943100" y="215900"/>
                </a:lnTo>
                <a:lnTo>
                  <a:pt x="1936750" y="209550"/>
                </a:lnTo>
                <a:lnTo>
                  <a:pt x="1936750" y="177800"/>
                </a:lnTo>
                <a:lnTo>
                  <a:pt x="1930400" y="171450"/>
                </a:lnTo>
                <a:lnTo>
                  <a:pt x="1930400" y="158750"/>
                </a:lnTo>
                <a:lnTo>
                  <a:pt x="1924050" y="152400"/>
                </a:lnTo>
                <a:lnTo>
                  <a:pt x="1924050" y="133350"/>
                </a:lnTo>
                <a:lnTo>
                  <a:pt x="1917700" y="127000"/>
                </a:lnTo>
                <a:lnTo>
                  <a:pt x="1917700" y="120650"/>
                </a:lnTo>
                <a:lnTo>
                  <a:pt x="1905000" y="107950"/>
                </a:lnTo>
                <a:lnTo>
                  <a:pt x="1905000" y="101600"/>
                </a:lnTo>
                <a:lnTo>
                  <a:pt x="1898650" y="95250"/>
                </a:lnTo>
                <a:lnTo>
                  <a:pt x="1898650" y="88900"/>
                </a:lnTo>
                <a:lnTo>
                  <a:pt x="1885950" y="88900"/>
                </a:lnTo>
                <a:lnTo>
                  <a:pt x="1879600" y="82550"/>
                </a:lnTo>
                <a:lnTo>
                  <a:pt x="1879600" y="76200"/>
                </a:lnTo>
                <a:lnTo>
                  <a:pt x="1860550" y="57150"/>
                </a:lnTo>
                <a:lnTo>
                  <a:pt x="1854200" y="57150"/>
                </a:lnTo>
                <a:close/>
                <a:moveTo>
                  <a:pt x="1612900" y="488950"/>
                </a:moveTo>
                <a:lnTo>
                  <a:pt x="1619250" y="495300"/>
                </a:lnTo>
                <a:lnTo>
                  <a:pt x="1619250" y="501650"/>
                </a:lnTo>
                <a:lnTo>
                  <a:pt x="1606550" y="514350"/>
                </a:lnTo>
                <a:lnTo>
                  <a:pt x="1600200" y="508000"/>
                </a:lnTo>
                <a:lnTo>
                  <a:pt x="1600200" y="501650"/>
                </a:lnTo>
                <a:close/>
                <a:moveTo>
                  <a:pt x="1612900" y="431800"/>
                </a:moveTo>
                <a:lnTo>
                  <a:pt x="1619250" y="438150"/>
                </a:lnTo>
                <a:lnTo>
                  <a:pt x="1619250" y="463550"/>
                </a:lnTo>
                <a:lnTo>
                  <a:pt x="1606550" y="476250"/>
                </a:lnTo>
                <a:lnTo>
                  <a:pt x="1593850" y="463550"/>
                </a:lnTo>
                <a:lnTo>
                  <a:pt x="1600200" y="457200"/>
                </a:lnTo>
                <a:lnTo>
                  <a:pt x="1600200" y="444500"/>
                </a:lnTo>
                <a:close/>
                <a:moveTo>
                  <a:pt x="1885950" y="336550"/>
                </a:moveTo>
                <a:lnTo>
                  <a:pt x="1892300" y="342900"/>
                </a:lnTo>
                <a:lnTo>
                  <a:pt x="1892300" y="349250"/>
                </a:lnTo>
                <a:lnTo>
                  <a:pt x="1885950" y="355600"/>
                </a:lnTo>
                <a:lnTo>
                  <a:pt x="1885950" y="361950"/>
                </a:lnTo>
                <a:lnTo>
                  <a:pt x="1879600" y="368300"/>
                </a:lnTo>
                <a:lnTo>
                  <a:pt x="1873250" y="368300"/>
                </a:lnTo>
                <a:lnTo>
                  <a:pt x="1866900" y="361950"/>
                </a:lnTo>
                <a:lnTo>
                  <a:pt x="1866900" y="355600"/>
                </a:lnTo>
                <a:close/>
                <a:moveTo>
                  <a:pt x="1898650" y="203200"/>
                </a:moveTo>
                <a:lnTo>
                  <a:pt x="1905000" y="209550"/>
                </a:lnTo>
                <a:lnTo>
                  <a:pt x="1905000" y="222250"/>
                </a:lnTo>
                <a:lnTo>
                  <a:pt x="1898650" y="228600"/>
                </a:lnTo>
                <a:lnTo>
                  <a:pt x="1892300" y="222250"/>
                </a:lnTo>
                <a:lnTo>
                  <a:pt x="1892300" y="209550"/>
                </a:lnTo>
                <a:close/>
                <a:moveTo>
                  <a:pt x="1625600" y="203200"/>
                </a:moveTo>
                <a:lnTo>
                  <a:pt x="1631950" y="209550"/>
                </a:lnTo>
                <a:lnTo>
                  <a:pt x="1631950" y="234950"/>
                </a:lnTo>
                <a:lnTo>
                  <a:pt x="1625600" y="241300"/>
                </a:lnTo>
                <a:lnTo>
                  <a:pt x="1625600" y="266700"/>
                </a:lnTo>
                <a:lnTo>
                  <a:pt x="1619250" y="273050"/>
                </a:lnTo>
                <a:lnTo>
                  <a:pt x="1619250" y="285750"/>
                </a:lnTo>
                <a:lnTo>
                  <a:pt x="1612900" y="292100"/>
                </a:lnTo>
                <a:lnTo>
                  <a:pt x="1606550" y="285750"/>
                </a:lnTo>
                <a:lnTo>
                  <a:pt x="1606550" y="247650"/>
                </a:lnTo>
                <a:lnTo>
                  <a:pt x="1612900" y="241300"/>
                </a:lnTo>
                <a:lnTo>
                  <a:pt x="1612900" y="222250"/>
                </a:lnTo>
                <a:close/>
                <a:moveTo>
                  <a:pt x="1657350" y="184150"/>
                </a:moveTo>
                <a:lnTo>
                  <a:pt x="1670050" y="196850"/>
                </a:lnTo>
                <a:lnTo>
                  <a:pt x="1663700" y="203200"/>
                </a:lnTo>
                <a:lnTo>
                  <a:pt x="1670050" y="209550"/>
                </a:lnTo>
                <a:lnTo>
                  <a:pt x="1670050" y="215900"/>
                </a:lnTo>
                <a:lnTo>
                  <a:pt x="1663700" y="222250"/>
                </a:lnTo>
                <a:lnTo>
                  <a:pt x="1663700" y="247650"/>
                </a:lnTo>
                <a:lnTo>
                  <a:pt x="1651000" y="260350"/>
                </a:lnTo>
                <a:lnTo>
                  <a:pt x="1644650" y="254000"/>
                </a:lnTo>
                <a:lnTo>
                  <a:pt x="1644650" y="215900"/>
                </a:lnTo>
                <a:lnTo>
                  <a:pt x="1651000" y="209550"/>
                </a:lnTo>
                <a:lnTo>
                  <a:pt x="1651000" y="190500"/>
                </a:lnTo>
                <a:close/>
                <a:moveTo>
                  <a:pt x="1873250" y="171450"/>
                </a:moveTo>
                <a:lnTo>
                  <a:pt x="1885950" y="190500"/>
                </a:lnTo>
                <a:lnTo>
                  <a:pt x="1885950" y="228600"/>
                </a:lnTo>
                <a:lnTo>
                  <a:pt x="1879600" y="234950"/>
                </a:lnTo>
                <a:lnTo>
                  <a:pt x="1879600" y="266700"/>
                </a:lnTo>
                <a:lnTo>
                  <a:pt x="1866900" y="285750"/>
                </a:lnTo>
                <a:lnTo>
                  <a:pt x="1866900" y="298450"/>
                </a:lnTo>
                <a:lnTo>
                  <a:pt x="1860550" y="304800"/>
                </a:lnTo>
                <a:lnTo>
                  <a:pt x="1854200" y="304800"/>
                </a:lnTo>
                <a:lnTo>
                  <a:pt x="1847850" y="298450"/>
                </a:lnTo>
                <a:lnTo>
                  <a:pt x="1854200" y="292100"/>
                </a:lnTo>
                <a:lnTo>
                  <a:pt x="1854200" y="279400"/>
                </a:lnTo>
                <a:lnTo>
                  <a:pt x="1860550" y="273050"/>
                </a:lnTo>
                <a:lnTo>
                  <a:pt x="1860550" y="241300"/>
                </a:lnTo>
                <a:lnTo>
                  <a:pt x="1866900" y="234950"/>
                </a:lnTo>
                <a:lnTo>
                  <a:pt x="1866900" y="177800"/>
                </a:lnTo>
                <a:close/>
                <a:moveTo>
                  <a:pt x="1917700" y="152400"/>
                </a:moveTo>
                <a:lnTo>
                  <a:pt x="1930400" y="165100"/>
                </a:lnTo>
                <a:lnTo>
                  <a:pt x="1930400" y="171450"/>
                </a:lnTo>
                <a:lnTo>
                  <a:pt x="1936750" y="177800"/>
                </a:lnTo>
                <a:lnTo>
                  <a:pt x="1936750" y="234950"/>
                </a:lnTo>
                <a:lnTo>
                  <a:pt x="1924050" y="254000"/>
                </a:lnTo>
                <a:lnTo>
                  <a:pt x="1924050" y="266700"/>
                </a:lnTo>
                <a:lnTo>
                  <a:pt x="1917700" y="273050"/>
                </a:lnTo>
                <a:lnTo>
                  <a:pt x="1917700" y="279400"/>
                </a:lnTo>
                <a:lnTo>
                  <a:pt x="1898650" y="298450"/>
                </a:lnTo>
                <a:lnTo>
                  <a:pt x="1892300" y="292100"/>
                </a:lnTo>
                <a:lnTo>
                  <a:pt x="1892300" y="279400"/>
                </a:lnTo>
                <a:lnTo>
                  <a:pt x="1905000" y="266700"/>
                </a:lnTo>
                <a:lnTo>
                  <a:pt x="1905000" y="254000"/>
                </a:lnTo>
                <a:lnTo>
                  <a:pt x="1911350" y="247650"/>
                </a:lnTo>
                <a:lnTo>
                  <a:pt x="1911350" y="222250"/>
                </a:lnTo>
                <a:lnTo>
                  <a:pt x="1917700" y="215900"/>
                </a:lnTo>
                <a:lnTo>
                  <a:pt x="1917700" y="190500"/>
                </a:lnTo>
                <a:lnTo>
                  <a:pt x="1911350" y="184150"/>
                </a:lnTo>
                <a:lnTo>
                  <a:pt x="1911350" y="158750"/>
                </a:lnTo>
                <a:close/>
                <a:moveTo>
                  <a:pt x="1778000" y="95250"/>
                </a:moveTo>
                <a:lnTo>
                  <a:pt x="1784350" y="101600"/>
                </a:lnTo>
                <a:lnTo>
                  <a:pt x="1790700" y="101600"/>
                </a:lnTo>
                <a:lnTo>
                  <a:pt x="1803400" y="114300"/>
                </a:lnTo>
                <a:lnTo>
                  <a:pt x="1809750" y="114300"/>
                </a:lnTo>
                <a:lnTo>
                  <a:pt x="1841500" y="146050"/>
                </a:lnTo>
                <a:lnTo>
                  <a:pt x="1841500" y="152400"/>
                </a:lnTo>
                <a:lnTo>
                  <a:pt x="1854200" y="165100"/>
                </a:lnTo>
                <a:lnTo>
                  <a:pt x="1854200" y="184150"/>
                </a:lnTo>
                <a:lnTo>
                  <a:pt x="1860550" y="190500"/>
                </a:lnTo>
                <a:lnTo>
                  <a:pt x="1860550" y="234950"/>
                </a:lnTo>
                <a:lnTo>
                  <a:pt x="1854200" y="241300"/>
                </a:lnTo>
                <a:lnTo>
                  <a:pt x="1854200" y="266700"/>
                </a:lnTo>
                <a:lnTo>
                  <a:pt x="1847850" y="273050"/>
                </a:lnTo>
                <a:lnTo>
                  <a:pt x="1847850" y="279400"/>
                </a:lnTo>
                <a:lnTo>
                  <a:pt x="1841500" y="285750"/>
                </a:lnTo>
                <a:lnTo>
                  <a:pt x="1841500" y="292100"/>
                </a:lnTo>
                <a:lnTo>
                  <a:pt x="1828800" y="304800"/>
                </a:lnTo>
                <a:lnTo>
                  <a:pt x="1828800" y="311150"/>
                </a:lnTo>
                <a:lnTo>
                  <a:pt x="1816100" y="323850"/>
                </a:lnTo>
                <a:lnTo>
                  <a:pt x="1816100" y="330200"/>
                </a:lnTo>
                <a:lnTo>
                  <a:pt x="1733550" y="412750"/>
                </a:lnTo>
                <a:lnTo>
                  <a:pt x="1727200" y="412750"/>
                </a:lnTo>
                <a:lnTo>
                  <a:pt x="1708150" y="431800"/>
                </a:lnTo>
                <a:lnTo>
                  <a:pt x="1701800" y="431800"/>
                </a:lnTo>
                <a:lnTo>
                  <a:pt x="1689100" y="444500"/>
                </a:lnTo>
                <a:lnTo>
                  <a:pt x="1682750" y="444500"/>
                </a:lnTo>
                <a:lnTo>
                  <a:pt x="1663700" y="457200"/>
                </a:lnTo>
                <a:lnTo>
                  <a:pt x="1651000" y="457200"/>
                </a:lnTo>
                <a:lnTo>
                  <a:pt x="1644650" y="463550"/>
                </a:lnTo>
                <a:lnTo>
                  <a:pt x="1638300" y="463550"/>
                </a:lnTo>
                <a:lnTo>
                  <a:pt x="1631950" y="469900"/>
                </a:lnTo>
                <a:lnTo>
                  <a:pt x="1625600" y="469900"/>
                </a:lnTo>
                <a:lnTo>
                  <a:pt x="1619250" y="463550"/>
                </a:lnTo>
                <a:lnTo>
                  <a:pt x="1619250" y="457200"/>
                </a:lnTo>
                <a:lnTo>
                  <a:pt x="1625600" y="450850"/>
                </a:lnTo>
                <a:lnTo>
                  <a:pt x="1625600" y="431800"/>
                </a:lnTo>
                <a:lnTo>
                  <a:pt x="1638300" y="412750"/>
                </a:lnTo>
                <a:lnTo>
                  <a:pt x="1638300" y="393700"/>
                </a:lnTo>
                <a:lnTo>
                  <a:pt x="1644650" y="387350"/>
                </a:lnTo>
                <a:lnTo>
                  <a:pt x="1644650" y="349250"/>
                </a:lnTo>
                <a:lnTo>
                  <a:pt x="1651000" y="342900"/>
                </a:lnTo>
                <a:lnTo>
                  <a:pt x="1651000" y="317500"/>
                </a:lnTo>
                <a:lnTo>
                  <a:pt x="1657350" y="311150"/>
                </a:lnTo>
                <a:lnTo>
                  <a:pt x="1657350" y="285750"/>
                </a:lnTo>
                <a:lnTo>
                  <a:pt x="1663700" y="279400"/>
                </a:lnTo>
                <a:lnTo>
                  <a:pt x="1663700" y="254000"/>
                </a:lnTo>
                <a:lnTo>
                  <a:pt x="1670050" y="247650"/>
                </a:lnTo>
                <a:lnTo>
                  <a:pt x="1670050" y="215900"/>
                </a:lnTo>
                <a:lnTo>
                  <a:pt x="1676400" y="209550"/>
                </a:lnTo>
                <a:lnTo>
                  <a:pt x="1676400" y="184150"/>
                </a:lnTo>
                <a:lnTo>
                  <a:pt x="1682750" y="177800"/>
                </a:lnTo>
                <a:lnTo>
                  <a:pt x="1682750" y="146050"/>
                </a:lnTo>
                <a:lnTo>
                  <a:pt x="1689100" y="139700"/>
                </a:lnTo>
                <a:lnTo>
                  <a:pt x="1689100" y="127000"/>
                </a:lnTo>
                <a:lnTo>
                  <a:pt x="1695450" y="120650"/>
                </a:lnTo>
                <a:lnTo>
                  <a:pt x="1695450" y="101600"/>
                </a:lnTo>
                <a:lnTo>
                  <a:pt x="1689100" y="95250"/>
                </a:lnTo>
                <a:lnTo>
                  <a:pt x="1689100" y="88900"/>
                </a:lnTo>
                <a:lnTo>
                  <a:pt x="1695450" y="82550"/>
                </a:lnTo>
                <a:lnTo>
                  <a:pt x="1739900" y="82550"/>
                </a:lnTo>
                <a:lnTo>
                  <a:pt x="1746250" y="88900"/>
                </a:lnTo>
                <a:lnTo>
                  <a:pt x="1758950" y="88900"/>
                </a:lnTo>
                <a:lnTo>
                  <a:pt x="1765300" y="95250"/>
                </a:lnTo>
                <a:close/>
                <a:moveTo>
                  <a:pt x="1657350" y="107950"/>
                </a:moveTo>
                <a:lnTo>
                  <a:pt x="1657350" y="88900"/>
                </a:lnTo>
                <a:lnTo>
                  <a:pt x="1663700" y="82550"/>
                </a:lnTo>
                <a:lnTo>
                  <a:pt x="1682750" y="82550"/>
                </a:lnTo>
                <a:lnTo>
                  <a:pt x="1689100" y="88900"/>
                </a:lnTo>
                <a:lnTo>
                  <a:pt x="1689100" y="95250"/>
                </a:lnTo>
                <a:lnTo>
                  <a:pt x="1670050" y="114300"/>
                </a:lnTo>
                <a:lnTo>
                  <a:pt x="1663700" y="114300"/>
                </a:lnTo>
                <a:close/>
                <a:moveTo>
                  <a:pt x="1746250" y="69850"/>
                </a:moveTo>
                <a:lnTo>
                  <a:pt x="1752600" y="63500"/>
                </a:lnTo>
                <a:lnTo>
                  <a:pt x="1790700" y="63500"/>
                </a:lnTo>
                <a:lnTo>
                  <a:pt x="1803400" y="76200"/>
                </a:lnTo>
                <a:lnTo>
                  <a:pt x="1803400" y="82550"/>
                </a:lnTo>
                <a:lnTo>
                  <a:pt x="1797050" y="88900"/>
                </a:lnTo>
                <a:lnTo>
                  <a:pt x="1790700" y="88900"/>
                </a:lnTo>
                <a:lnTo>
                  <a:pt x="1784350" y="82550"/>
                </a:lnTo>
                <a:lnTo>
                  <a:pt x="1758950" y="82550"/>
                </a:lnTo>
                <a:close/>
                <a:moveTo>
                  <a:pt x="1695450" y="63500"/>
                </a:moveTo>
                <a:lnTo>
                  <a:pt x="1701800" y="57150"/>
                </a:lnTo>
                <a:lnTo>
                  <a:pt x="1708150" y="63500"/>
                </a:lnTo>
                <a:lnTo>
                  <a:pt x="1701800" y="69850"/>
                </a:lnTo>
                <a:close/>
                <a:moveTo>
                  <a:pt x="1708150" y="57150"/>
                </a:moveTo>
                <a:lnTo>
                  <a:pt x="1714500" y="50800"/>
                </a:lnTo>
                <a:lnTo>
                  <a:pt x="1727200" y="50800"/>
                </a:lnTo>
                <a:lnTo>
                  <a:pt x="1739900" y="63500"/>
                </a:lnTo>
                <a:lnTo>
                  <a:pt x="1733550" y="69850"/>
                </a:lnTo>
                <a:lnTo>
                  <a:pt x="1714500" y="69850"/>
                </a:lnTo>
                <a:lnTo>
                  <a:pt x="1708150" y="63500"/>
                </a:lnTo>
                <a:close/>
                <a:moveTo>
                  <a:pt x="1657350" y="57150"/>
                </a:moveTo>
                <a:lnTo>
                  <a:pt x="1663700" y="50800"/>
                </a:lnTo>
                <a:lnTo>
                  <a:pt x="1676400" y="50800"/>
                </a:lnTo>
                <a:lnTo>
                  <a:pt x="1682750" y="57150"/>
                </a:lnTo>
                <a:lnTo>
                  <a:pt x="1682750" y="63500"/>
                </a:lnTo>
                <a:lnTo>
                  <a:pt x="1676400" y="69850"/>
                </a:lnTo>
                <a:lnTo>
                  <a:pt x="1670050" y="69850"/>
                </a:lnTo>
                <a:close/>
                <a:moveTo>
                  <a:pt x="1784350" y="44450"/>
                </a:moveTo>
                <a:lnTo>
                  <a:pt x="1790700" y="38100"/>
                </a:lnTo>
                <a:lnTo>
                  <a:pt x="1797050" y="38100"/>
                </a:lnTo>
                <a:lnTo>
                  <a:pt x="1803400" y="44450"/>
                </a:lnTo>
                <a:lnTo>
                  <a:pt x="1803400" y="50800"/>
                </a:lnTo>
                <a:lnTo>
                  <a:pt x="1797050" y="57150"/>
                </a:lnTo>
                <a:close/>
                <a:moveTo>
                  <a:pt x="1625600" y="19050"/>
                </a:moveTo>
                <a:lnTo>
                  <a:pt x="1644650" y="6350"/>
                </a:lnTo>
                <a:lnTo>
                  <a:pt x="1708150" y="6350"/>
                </a:lnTo>
                <a:lnTo>
                  <a:pt x="1714500" y="12700"/>
                </a:lnTo>
                <a:lnTo>
                  <a:pt x="1733550" y="12700"/>
                </a:lnTo>
                <a:lnTo>
                  <a:pt x="1739900" y="19050"/>
                </a:lnTo>
                <a:lnTo>
                  <a:pt x="1752600" y="19050"/>
                </a:lnTo>
                <a:lnTo>
                  <a:pt x="1765300" y="31750"/>
                </a:lnTo>
                <a:lnTo>
                  <a:pt x="1765300" y="38100"/>
                </a:lnTo>
                <a:lnTo>
                  <a:pt x="1758950" y="44450"/>
                </a:lnTo>
                <a:lnTo>
                  <a:pt x="1752600" y="44450"/>
                </a:lnTo>
                <a:lnTo>
                  <a:pt x="1746250" y="38100"/>
                </a:lnTo>
                <a:lnTo>
                  <a:pt x="1733550" y="38100"/>
                </a:lnTo>
                <a:lnTo>
                  <a:pt x="1727200" y="31750"/>
                </a:lnTo>
                <a:lnTo>
                  <a:pt x="1651000" y="31750"/>
                </a:lnTo>
                <a:lnTo>
                  <a:pt x="1644650" y="38100"/>
                </a:lnTo>
                <a:lnTo>
                  <a:pt x="1638300" y="38100"/>
                </a:lnTo>
                <a:lnTo>
                  <a:pt x="1625600" y="25400"/>
                </a:lnTo>
                <a:close/>
                <a:moveTo>
                  <a:pt x="342900" y="6350"/>
                </a:moveTo>
                <a:lnTo>
                  <a:pt x="311150" y="6350"/>
                </a:lnTo>
                <a:lnTo>
                  <a:pt x="304800" y="0"/>
                </a:lnTo>
                <a:lnTo>
                  <a:pt x="279400" y="0"/>
                </a:lnTo>
                <a:lnTo>
                  <a:pt x="273050" y="6350"/>
                </a:lnTo>
                <a:lnTo>
                  <a:pt x="260350" y="6350"/>
                </a:lnTo>
                <a:lnTo>
                  <a:pt x="254000" y="12700"/>
                </a:lnTo>
                <a:lnTo>
                  <a:pt x="241300" y="12700"/>
                </a:lnTo>
                <a:lnTo>
                  <a:pt x="234950" y="19050"/>
                </a:lnTo>
                <a:lnTo>
                  <a:pt x="228600" y="19050"/>
                </a:lnTo>
                <a:lnTo>
                  <a:pt x="222250" y="25400"/>
                </a:lnTo>
                <a:lnTo>
                  <a:pt x="215900" y="25400"/>
                </a:lnTo>
                <a:lnTo>
                  <a:pt x="203200" y="38100"/>
                </a:lnTo>
                <a:lnTo>
                  <a:pt x="196850" y="38100"/>
                </a:lnTo>
                <a:lnTo>
                  <a:pt x="184150" y="50800"/>
                </a:lnTo>
                <a:lnTo>
                  <a:pt x="177800" y="50800"/>
                </a:lnTo>
                <a:lnTo>
                  <a:pt x="120650" y="107950"/>
                </a:lnTo>
                <a:lnTo>
                  <a:pt x="120650" y="114300"/>
                </a:lnTo>
                <a:lnTo>
                  <a:pt x="101600" y="133350"/>
                </a:lnTo>
                <a:lnTo>
                  <a:pt x="101600" y="139700"/>
                </a:lnTo>
                <a:lnTo>
                  <a:pt x="82550" y="158750"/>
                </a:lnTo>
                <a:lnTo>
                  <a:pt x="82550" y="165100"/>
                </a:lnTo>
                <a:lnTo>
                  <a:pt x="69850" y="177800"/>
                </a:lnTo>
                <a:lnTo>
                  <a:pt x="69850" y="184150"/>
                </a:lnTo>
                <a:lnTo>
                  <a:pt x="63500" y="190500"/>
                </a:lnTo>
                <a:lnTo>
                  <a:pt x="63500" y="196850"/>
                </a:lnTo>
                <a:lnTo>
                  <a:pt x="57150" y="203200"/>
                </a:lnTo>
                <a:lnTo>
                  <a:pt x="57150" y="209550"/>
                </a:lnTo>
                <a:lnTo>
                  <a:pt x="50800" y="215900"/>
                </a:lnTo>
                <a:lnTo>
                  <a:pt x="50800" y="222250"/>
                </a:lnTo>
                <a:lnTo>
                  <a:pt x="38100" y="241300"/>
                </a:lnTo>
                <a:lnTo>
                  <a:pt x="38100" y="260350"/>
                </a:lnTo>
                <a:lnTo>
                  <a:pt x="31750" y="266700"/>
                </a:lnTo>
                <a:lnTo>
                  <a:pt x="31750" y="292100"/>
                </a:lnTo>
                <a:lnTo>
                  <a:pt x="19050" y="311150"/>
                </a:lnTo>
                <a:lnTo>
                  <a:pt x="19050" y="336550"/>
                </a:lnTo>
                <a:lnTo>
                  <a:pt x="12700" y="342900"/>
                </a:lnTo>
                <a:lnTo>
                  <a:pt x="12700" y="361950"/>
                </a:lnTo>
                <a:lnTo>
                  <a:pt x="6350" y="368300"/>
                </a:lnTo>
                <a:lnTo>
                  <a:pt x="0" y="368300"/>
                </a:lnTo>
                <a:lnTo>
                  <a:pt x="0" y="444500"/>
                </a:lnTo>
                <a:lnTo>
                  <a:pt x="6350" y="450850"/>
                </a:lnTo>
                <a:lnTo>
                  <a:pt x="6350" y="463550"/>
                </a:lnTo>
                <a:lnTo>
                  <a:pt x="12700" y="469900"/>
                </a:lnTo>
                <a:lnTo>
                  <a:pt x="12700" y="482600"/>
                </a:lnTo>
                <a:lnTo>
                  <a:pt x="19050" y="488950"/>
                </a:lnTo>
                <a:lnTo>
                  <a:pt x="19050" y="501650"/>
                </a:lnTo>
                <a:lnTo>
                  <a:pt x="31750" y="514350"/>
                </a:lnTo>
                <a:lnTo>
                  <a:pt x="31750" y="520700"/>
                </a:lnTo>
                <a:lnTo>
                  <a:pt x="38100" y="527050"/>
                </a:lnTo>
                <a:lnTo>
                  <a:pt x="38100" y="533400"/>
                </a:lnTo>
                <a:lnTo>
                  <a:pt x="82550" y="577850"/>
                </a:lnTo>
                <a:lnTo>
                  <a:pt x="95250" y="577850"/>
                </a:lnTo>
                <a:lnTo>
                  <a:pt x="114300" y="590550"/>
                </a:lnTo>
                <a:lnTo>
                  <a:pt x="139700" y="590550"/>
                </a:lnTo>
                <a:lnTo>
                  <a:pt x="146050" y="596900"/>
                </a:lnTo>
                <a:lnTo>
                  <a:pt x="158750" y="596900"/>
                </a:lnTo>
                <a:lnTo>
                  <a:pt x="165100" y="603250"/>
                </a:lnTo>
                <a:lnTo>
                  <a:pt x="184150" y="603250"/>
                </a:lnTo>
                <a:lnTo>
                  <a:pt x="190500" y="596900"/>
                </a:lnTo>
                <a:lnTo>
                  <a:pt x="241300" y="596900"/>
                </a:lnTo>
                <a:lnTo>
                  <a:pt x="247650" y="590550"/>
                </a:lnTo>
                <a:lnTo>
                  <a:pt x="260350" y="590550"/>
                </a:lnTo>
                <a:lnTo>
                  <a:pt x="266700" y="584200"/>
                </a:lnTo>
                <a:lnTo>
                  <a:pt x="273050" y="584200"/>
                </a:lnTo>
                <a:lnTo>
                  <a:pt x="279400" y="577850"/>
                </a:lnTo>
                <a:lnTo>
                  <a:pt x="285750" y="577850"/>
                </a:lnTo>
                <a:lnTo>
                  <a:pt x="298450" y="565150"/>
                </a:lnTo>
                <a:lnTo>
                  <a:pt x="304800" y="565150"/>
                </a:lnTo>
                <a:lnTo>
                  <a:pt x="317500" y="552450"/>
                </a:lnTo>
                <a:lnTo>
                  <a:pt x="323850" y="552450"/>
                </a:lnTo>
                <a:lnTo>
                  <a:pt x="368300" y="508000"/>
                </a:lnTo>
                <a:lnTo>
                  <a:pt x="368300" y="501650"/>
                </a:lnTo>
                <a:lnTo>
                  <a:pt x="393700" y="476250"/>
                </a:lnTo>
                <a:lnTo>
                  <a:pt x="393700" y="469900"/>
                </a:lnTo>
                <a:lnTo>
                  <a:pt x="387350" y="469900"/>
                </a:lnTo>
                <a:lnTo>
                  <a:pt x="342900" y="514350"/>
                </a:lnTo>
                <a:lnTo>
                  <a:pt x="336550" y="514350"/>
                </a:lnTo>
                <a:lnTo>
                  <a:pt x="330200" y="508000"/>
                </a:lnTo>
                <a:lnTo>
                  <a:pt x="330200" y="501650"/>
                </a:lnTo>
                <a:lnTo>
                  <a:pt x="336550" y="495300"/>
                </a:lnTo>
                <a:lnTo>
                  <a:pt x="336550" y="476250"/>
                </a:lnTo>
                <a:lnTo>
                  <a:pt x="330200" y="469900"/>
                </a:lnTo>
                <a:lnTo>
                  <a:pt x="330200" y="463550"/>
                </a:lnTo>
                <a:lnTo>
                  <a:pt x="336550" y="457200"/>
                </a:lnTo>
                <a:lnTo>
                  <a:pt x="336550" y="450850"/>
                </a:lnTo>
                <a:lnTo>
                  <a:pt x="342900" y="444500"/>
                </a:lnTo>
                <a:lnTo>
                  <a:pt x="342900" y="438150"/>
                </a:lnTo>
                <a:lnTo>
                  <a:pt x="355600" y="425450"/>
                </a:lnTo>
                <a:lnTo>
                  <a:pt x="355600" y="419100"/>
                </a:lnTo>
                <a:lnTo>
                  <a:pt x="361950" y="412750"/>
                </a:lnTo>
                <a:lnTo>
                  <a:pt x="361950" y="406400"/>
                </a:lnTo>
                <a:lnTo>
                  <a:pt x="317500" y="450850"/>
                </a:lnTo>
                <a:lnTo>
                  <a:pt x="311150" y="450850"/>
                </a:lnTo>
                <a:lnTo>
                  <a:pt x="279400" y="482600"/>
                </a:lnTo>
                <a:lnTo>
                  <a:pt x="273050" y="482600"/>
                </a:lnTo>
                <a:lnTo>
                  <a:pt x="260350" y="495300"/>
                </a:lnTo>
                <a:lnTo>
                  <a:pt x="254000" y="495300"/>
                </a:lnTo>
                <a:lnTo>
                  <a:pt x="234950" y="508000"/>
                </a:lnTo>
                <a:lnTo>
                  <a:pt x="222250" y="508000"/>
                </a:lnTo>
                <a:lnTo>
                  <a:pt x="215900" y="514350"/>
                </a:lnTo>
                <a:lnTo>
                  <a:pt x="171450" y="514350"/>
                </a:lnTo>
                <a:lnTo>
                  <a:pt x="165100" y="508000"/>
                </a:lnTo>
                <a:lnTo>
                  <a:pt x="158750" y="508000"/>
                </a:lnTo>
                <a:lnTo>
                  <a:pt x="152400" y="501650"/>
                </a:lnTo>
                <a:lnTo>
                  <a:pt x="146050" y="501650"/>
                </a:lnTo>
                <a:lnTo>
                  <a:pt x="127000" y="482600"/>
                </a:lnTo>
                <a:lnTo>
                  <a:pt x="127000" y="476250"/>
                </a:lnTo>
                <a:lnTo>
                  <a:pt x="114300" y="457200"/>
                </a:lnTo>
                <a:lnTo>
                  <a:pt x="114300" y="444500"/>
                </a:lnTo>
                <a:lnTo>
                  <a:pt x="107950" y="438150"/>
                </a:lnTo>
                <a:lnTo>
                  <a:pt x="107950" y="349250"/>
                </a:lnTo>
                <a:lnTo>
                  <a:pt x="114300" y="342900"/>
                </a:lnTo>
                <a:lnTo>
                  <a:pt x="114300" y="330200"/>
                </a:lnTo>
                <a:lnTo>
                  <a:pt x="120650" y="323850"/>
                </a:lnTo>
                <a:lnTo>
                  <a:pt x="120650" y="311150"/>
                </a:lnTo>
                <a:lnTo>
                  <a:pt x="127000" y="304800"/>
                </a:lnTo>
                <a:lnTo>
                  <a:pt x="127000" y="285750"/>
                </a:lnTo>
                <a:lnTo>
                  <a:pt x="139700" y="266700"/>
                </a:lnTo>
                <a:lnTo>
                  <a:pt x="139700" y="254000"/>
                </a:lnTo>
                <a:lnTo>
                  <a:pt x="146050" y="247650"/>
                </a:lnTo>
                <a:lnTo>
                  <a:pt x="146050" y="241300"/>
                </a:lnTo>
                <a:lnTo>
                  <a:pt x="152400" y="234950"/>
                </a:lnTo>
                <a:lnTo>
                  <a:pt x="152400" y="228600"/>
                </a:lnTo>
                <a:lnTo>
                  <a:pt x="158750" y="222250"/>
                </a:lnTo>
                <a:lnTo>
                  <a:pt x="158750" y="215900"/>
                </a:lnTo>
                <a:lnTo>
                  <a:pt x="165100" y="209550"/>
                </a:lnTo>
                <a:lnTo>
                  <a:pt x="165100" y="203200"/>
                </a:lnTo>
                <a:lnTo>
                  <a:pt x="184150" y="184150"/>
                </a:lnTo>
                <a:lnTo>
                  <a:pt x="184150" y="177800"/>
                </a:lnTo>
                <a:lnTo>
                  <a:pt x="203200" y="158750"/>
                </a:lnTo>
                <a:lnTo>
                  <a:pt x="203200" y="152400"/>
                </a:lnTo>
                <a:lnTo>
                  <a:pt x="247650" y="107950"/>
                </a:lnTo>
                <a:lnTo>
                  <a:pt x="254000" y="107950"/>
                </a:lnTo>
                <a:lnTo>
                  <a:pt x="266700" y="95250"/>
                </a:lnTo>
                <a:lnTo>
                  <a:pt x="273050" y="95250"/>
                </a:lnTo>
                <a:lnTo>
                  <a:pt x="292100" y="82550"/>
                </a:lnTo>
                <a:lnTo>
                  <a:pt x="330200" y="82550"/>
                </a:lnTo>
                <a:lnTo>
                  <a:pt x="336550" y="88900"/>
                </a:lnTo>
                <a:lnTo>
                  <a:pt x="336550" y="177800"/>
                </a:lnTo>
                <a:lnTo>
                  <a:pt x="342900" y="184150"/>
                </a:lnTo>
                <a:lnTo>
                  <a:pt x="355600" y="171450"/>
                </a:lnTo>
                <a:lnTo>
                  <a:pt x="361950" y="171450"/>
                </a:lnTo>
                <a:lnTo>
                  <a:pt x="368300" y="177800"/>
                </a:lnTo>
                <a:lnTo>
                  <a:pt x="381000" y="165100"/>
                </a:lnTo>
                <a:lnTo>
                  <a:pt x="387350" y="165100"/>
                </a:lnTo>
                <a:lnTo>
                  <a:pt x="406400" y="146050"/>
                </a:lnTo>
                <a:lnTo>
                  <a:pt x="406400" y="133350"/>
                </a:lnTo>
                <a:lnTo>
                  <a:pt x="412750" y="127000"/>
                </a:lnTo>
                <a:lnTo>
                  <a:pt x="412750" y="88900"/>
                </a:lnTo>
                <a:lnTo>
                  <a:pt x="406400" y="82550"/>
                </a:lnTo>
                <a:lnTo>
                  <a:pt x="406400" y="50800"/>
                </a:lnTo>
                <a:lnTo>
                  <a:pt x="393700" y="38100"/>
                </a:lnTo>
                <a:lnTo>
                  <a:pt x="387350" y="38100"/>
                </a:lnTo>
                <a:lnTo>
                  <a:pt x="381000" y="44450"/>
                </a:lnTo>
                <a:lnTo>
                  <a:pt x="374650" y="44450"/>
                </a:lnTo>
                <a:lnTo>
                  <a:pt x="361950" y="31750"/>
                </a:lnTo>
                <a:lnTo>
                  <a:pt x="361950" y="25400"/>
                </a:lnTo>
                <a:close/>
                <a:moveTo>
                  <a:pt x="63500" y="533400"/>
                </a:moveTo>
                <a:lnTo>
                  <a:pt x="69850" y="527050"/>
                </a:lnTo>
                <a:lnTo>
                  <a:pt x="76200" y="527050"/>
                </a:lnTo>
                <a:lnTo>
                  <a:pt x="82550" y="533400"/>
                </a:lnTo>
                <a:lnTo>
                  <a:pt x="88900" y="533400"/>
                </a:lnTo>
                <a:lnTo>
                  <a:pt x="95250" y="539750"/>
                </a:lnTo>
                <a:lnTo>
                  <a:pt x="95250" y="552450"/>
                </a:lnTo>
                <a:lnTo>
                  <a:pt x="88900" y="558800"/>
                </a:lnTo>
                <a:lnTo>
                  <a:pt x="82550" y="552450"/>
                </a:lnTo>
                <a:lnTo>
                  <a:pt x="76200" y="552450"/>
                </a:lnTo>
                <a:lnTo>
                  <a:pt x="63500" y="539750"/>
                </a:lnTo>
                <a:close/>
                <a:moveTo>
                  <a:pt x="50800" y="514350"/>
                </a:moveTo>
                <a:lnTo>
                  <a:pt x="57150" y="508000"/>
                </a:lnTo>
                <a:lnTo>
                  <a:pt x="69850" y="520700"/>
                </a:lnTo>
                <a:lnTo>
                  <a:pt x="69850" y="527050"/>
                </a:lnTo>
                <a:lnTo>
                  <a:pt x="63500" y="533400"/>
                </a:lnTo>
                <a:lnTo>
                  <a:pt x="50800" y="520700"/>
                </a:lnTo>
                <a:close/>
                <a:moveTo>
                  <a:pt x="76200" y="285750"/>
                </a:moveTo>
                <a:lnTo>
                  <a:pt x="82550" y="292100"/>
                </a:lnTo>
                <a:lnTo>
                  <a:pt x="82550" y="311150"/>
                </a:lnTo>
                <a:lnTo>
                  <a:pt x="76200" y="317500"/>
                </a:lnTo>
                <a:lnTo>
                  <a:pt x="76200" y="330200"/>
                </a:lnTo>
                <a:lnTo>
                  <a:pt x="63500" y="342900"/>
                </a:lnTo>
                <a:lnTo>
                  <a:pt x="57150" y="336550"/>
                </a:lnTo>
                <a:lnTo>
                  <a:pt x="57150" y="330200"/>
                </a:lnTo>
                <a:lnTo>
                  <a:pt x="63500" y="323850"/>
                </a:lnTo>
                <a:lnTo>
                  <a:pt x="63500" y="311150"/>
                </a:lnTo>
                <a:lnTo>
                  <a:pt x="69850" y="304800"/>
                </a:lnTo>
                <a:lnTo>
                  <a:pt x="69850" y="292100"/>
                </a:lnTo>
                <a:close/>
                <a:moveTo>
                  <a:pt x="88900" y="260350"/>
                </a:moveTo>
                <a:lnTo>
                  <a:pt x="95250" y="266700"/>
                </a:lnTo>
                <a:lnTo>
                  <a:pt x="82550" y="285750"/>
                </a:lnTo>
                <a:lnTo>
                  <a:pt x="76200" y="279400"/>
                </a:lnTo>
                <a:lnTo>
                  <a:pt x="76200" y="266700"/>
                </a:lnTo>
                <a:lnTo>
                  <a:pt x="82550" y="260350"/>
                </a:lnTo>
                <a:close/>
                <a:moveTo>
                  <a:pt x="69850" y="247650"/>
                </a:moveTo>
                <a:lnTo>
                  <a:pt x="76200" y="254000"/>
                </a:lnTo>
                <a:lnTo>
                  <a:pt x="76200" y="266700"/>
                </a:lnTo>
                <a:lnTo>
                  <a:pt x="69850" y="273050"/>
                </a:lnTo>
                <a:lnTo>
                  <a:pt x="69850" y="279400"/>
                </a:lnTo>
                <a:lnTo>
                  <a:pt x="63500" y="285750"/>
                </a:lnTo>
                <a:lnTo>
                  <a:pt x="63500" y="292100"/>
                </a:lnTo>
                <a:lnTo>
                  <a:pt x="57150" y="298450"/>
                </a:lnTo>
                <a:lnTo>
                  <a:pt x="50800" y="298450"/>
                </a:lnTo>
                <a:lnTo>
                  <a:pt x="44450" y="292100"/>
                </a:lnTo>
                <a:lnTo>
                  <a:pt x="44450" y="279400"/>
                </a:lnTo>
                <a:lnTo>
                  <a:pt x="50800" y="273050"/>
                </a:lnTo>
                <a:lnTo>
                  <a:pt x="50800" y="266700"/>
                </a:lnTo>
                <a:lnTo>
                  <a:pt x="57150" y="260350"/>
                </a:lnTo>
                <a:lnTo>
                  <a:pt x="57150" y="254000"/>
                </a:lnTo>
                <a:lnTo>
                  <a:pt x="63500" y="247650"/>
                </a:lnTo>
                <a:close/>
                <a:moveTo>
                  <a:pt x="69850" y="241300"/>
                </a:moveTo>
                <a:lnTo>
                  <a:pt x="76200" y="234950"/>
                </a:lnTo>
                <a:lnTo>
                  <a:pt x="82550" y="241300"/>
                </a:lnTo>
                <a:lnTo>
                  <a:pt x="82550" y="247650"/>
                </a:lnTo>
                <a:lnTo>
                  <a:pt x="76200" y="254000"/>
                </a:lnTo>
                <a:lnTo>
                  <a:pt x="69850" y="247650"/>
                </a:lnTo>
                <a:close/>
                <a:moveTo>
                  <a:pt x="76200" y="234950"/>
                </a:moveTo>
                <a:lnTo>
                  <a:pt x="82550" y="228600"/>
                </a:lnTo>
                <a:lnTo>
                  <a:pt x="88900" y="234950"/>
                </a:lnTo>
                <a:lnTo>
                  <a:pt x="82550" y="241300"/>
                </a:lnTo>
                <a:close/>
                <a:moveTo>
                  <a:pt x="120650" y="196850"/>
                </a:moveTo>
                <a:lnTo>
                  <a:pt x="127000" y="190500"/>
                </a:lnTo>
                <a:lnTo>
                  <a:pt x="133350" y="196850"/>
                </a:lnTo>
                <a:lnTo>
                  <a:pt x="127000" y="203200"/>
                </a:lnTo>
                <a:close/>
              </a:path>
            </a:pathLst>
          </a:custGeom>
          <a:solidFill xmlns:a="http://schemas.openxmlformats.org/drawingml/2006/main">
            <a:srgbClr val="0716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Code-driven brush-lettered headline blue">
            <a:extLst xmlns:a="http://schemas.openxmlformats.org/drawingml/2006/main">
              <a:ext uri="{FF2B5EF4-FFF2-40B4-BE49-F238E27FC236}">
                <a16:creationId xmlns:a16="http://schemas.microsoft.com/office/drawing/2014/main" id="{7A3F674A-7483-4364-8E2D-9FA064B0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538429"/>
            <a:ext cx="9042400" cy="895350"/>
          </a:xfrm>
          <a:custGeom xmlns:a="http://schemas.openxmlformats.org/drawingml/2006/main">
            <a:pathLst>
              <a:path w="9042400" h="895350">
                <a:moveTo>
                  <a:pt x="3771900" y="730250"/>
                </a:moveTo>
                <a:lnTo>
                  <a:pt x="3810000" y="730250"/>
                </a:lnTo>
                <a:lnTo>
                  <a:pt x="3816350" y="723900"/>
                </a:lnTo>
                <a:lnTo>
                  <a:pt x="3860800" y="723900"/>
                </a:lnTo>
                <a:lnTo>
                  <a:pt x="3778250" y="723900"/>
                </a:lnTo>
                <a:close/>
                <a:moveTo>
                  <a:pt x="6940550" y="692150"/>
                </a:moveTo>
                <a:lnTo>
                  <a:pt x="6953250" y="692150"/>
                </a:lnTo>
                <a:lnTo>
                  <a:pt x="6959600" y="698500"/>
                </a:lnTo>
                <a:lnTo>
                  <a:pt x="7010400" y="698500"/>
                </a:lnTo>
                <a:lnTo>
                  <a:pt x="7016750" y="704850"/>
                </a:lnTo>
                <a:lnTo>
                  <a:pt x="7099300" y="704850"/>
                </a:lnTo>
                <a:lnTo>
                  <a:pt x="7105650" y="711200"/>
                </a:lnTo>
                <a:lnTo>
                  <a:pt x="7105650" y="723900"/>
                </a:lnTo>
                <a:lnTo>
                  <a:pt x="7099300" y="730250"/>
                </a:lnTo>
                <a:lnTo>
                  <a:pt x="7048500" y="730250"/>
                </a:lnTo>
                <a:lnTo>
                  <a:pt x="7226300" y="730250"/>
                </a:lnTo>
                <a:lnTo>
                  <a:pt x="7232650" y="736600"/>
                </a:lnTo>
                <a:lnTo>
                  <a:pt x="7239000" y="730250"/>
                </a:lnTo>
                <a:lnTo>
                  <a:pt x="7264400" y="730250"/>
                </a:lnTo>
                <a:lnTo>
                  <a:pt x="7270750" y="736600"/>
                </a:lnTo>
                <a:lnTo>
                  <a:pt x="7448550" y="736600"/>
                </a:lnTo>
                <a:lnTo>
                  <a:pt x="7454900" y="742950"/>
                </a:lnTo>
                <a:lnTo>
                  <a:pt x="7499350" y="742950"/>
                </a:lnTo>
                <a:lnTo>
                  <a:pt x="7467600" y="742950"/>
                </a:lnTo>
                <a:lnTo>
                  <a:pt x="7461250" y="736600"/>
                </a:lnTo>
                <a:lnTo>
                  <a:pt x="7410450" y="736600"/>
                </a:lnTo>
                <a:lnTo>
                  <a:pt x="7404100" y="730250"/>
                </a:lnTo>
                <a:lnTo>
                  <a:pt x="7372350" y="730250"/>
                </a:lnTo>
                <a:lnTo>
                  <a:pt x="7366000" y="723900"/>
                </a:lnTo>
                <a:lnTo>
                  <a:pt x="7378700" y="711200"/>
                </a:lnTo>
                <a:lnTo>
                  <a:pt x="7454900" y="711200"/>
                </a:lnTo>
                <a:lnTo>
                  <a:pt x="7461250" y="717550"/>
                </a:lnTo>
                <a:lnTo>
                  <a:pt x="7581900" y="717550"/>
                </a:lnTo>
                <a:lnTo>
                  <a:pt x="7588250" y="723900"/>
                </a:lnTo>
                <a:lnTo>
                  <a:pt x="7689850" y="723900"/>
                </a:lnTo>
                <a:lnTo>
                  <a:pt x="7696200" y="730250"/>
                </a:lnTo>
                <a:lnTo>
                  <a:pt x="7766050" y="730250"/>
                </a:lnTo>
                <a:lnTo>
                  <a:pt x="7772400" y="736600"/>
                </a:lnTo>
                <a:lnTo>
                  <a:pt x="7854950" y="736600"/>
                </a:lnTo>
                <a:lnTo>
                  <a:pt x="7861300" y="742950"/>
                </a:lnTo>
                <a:lnTo>
                  <a:pt x="7893050" y="742950"/>
                </a:lnTo>
                <a:lnTo>
                  <a:pt x="7899400" y="749300"/>
                </a:lnTo>
                <a:lnTo>
                  <a:pt x="8020050" y="749300"/>
                </a:lnTo>
                <a:lnTo>
                  <a:pt x="8026400" y="755650"/>
                </a:lnTo>
                <a:lnTo>
                  <a:pt x="8058150" y="755650"/>
                </a:lnTo>
                <a:lnTo>
                  <a:pt x="8039100" y="755650"/>
                </a:lnTo>
                <a:lnTo>
                  <a:pt x="8032750" y="749300"/>
                </a:lnTo>
                <a:lnTo>
                  <a:pt x="7994650" y="749300"/>
                </a:lnTo>
                <a:lnTo>
                  <a:pt x="7988300" y="742950"/>
                </a:lnTo>
                <a:lnTo>
                  <a:pt x="7918450" y="742950"/>
                </a:lnTo>
                <a:lnTo>
                  <a:pt x="7912100" y="736600"/>
                </a:lnTo>
                <a:lnTo>
                  <a:pt x="7861300" y="736600"/>
                </a:lnTo>
                <a:lnTo>
                  <a:pt x="7854950" y="730250"/>
                </a:lnTo>
                <a:lnTo>
                  <a:pt x="7791450" y="730250"/>
                </a:lnTo>
                <a:lnTo>
                  <a:pt x="7785100" y="723900"/>
                </a:lnTo>
                <a:lnTo>
                  <a:pt x="7677150" y="723900"/>
                </a:lnTo>
                <a:lnTo>
                  <a:pt x="7670800" y="717550"/>
                </a:lnTo>
                <a:lnTo>
                  <a:pt x="7600950" y="717550"/>
                </a:lnTo>
                <a:lnTo>
                  <a:pt x="7594600" y="711200"/>
                </a:lnTo>
                <a:lnTo>
                  <a:pt x="7512050" y="711200"/>
                </a:lnTo>
                <a:lnTo>
                  <a:pt x="7505700" y="704850"/>
                </a:lnTo>
                <a:lnTo>
                  <a:pt x="7404100" y="704850"/>
                </a:lnTo>
                <a:lnTo>
                  <a:pt x="7397750" y="698500"/>
                </a:lnTo>
                <a:lnTo>
                  <a:pt x="7264400" y="698500"/>
                </a:lnTo>
                <a:lnTo>
                  <a:pt x="7258050" y="692150"/>
                </a:lnTo>
                <a:lnTo>
                  <a:pt x="7124700" y="692150"/>
                </a:lnTo>
                <a:lnTo>
                  <a:pt x="7118350" y="685800"/>
                </a:lnTo>
                <a:lnTo>
                  <a:pt x="7086600" y="685800"/>
                </a:lnTo>
                <a:lnTo>
                  <a:pt x="7080250" y="692150"/>
                </a:lnTo>
                <a:lnTo>
                  <a:pt x="7061200" y="692150"/>
                </a:lnTo>
                <a:lnTo>
                  <a:pt x="7054850" y="685800"/>
                </a:lnTo>
                <a:lnTo>
                  <a:pt x="7016750" y="685800"/>
                </a:lnTo>
                <a:lnTo>
                  <a:pt x="7010400" y="692150"/>
                </a:lnTo>
                <a:lnTo>
                  <a:pt x="7004050" y="692150"/>
                </a:lnTo>
                <a:lnTo>
                  <a:pt x="6997700" y="685800"/>
                </a:lnTo>
                <a:lnTo>
                  <a:pt x="6972300" y="685800"/>
                </a:lnTo>
                <a:lnTo>
                  <a:pt x="6965950" y="692150"/>
                </a:lnTo>
                <a:close/>
                <a:moveTo>
                  <a:pt x="6934200" y="730250"/>
                </a:moveTo>
                <a:lnTo>
                  <a:pt x="6927850" y="730250"/>
                </a:lnTo>
                <a:lnTo>
                  <a:pt x="6921500" y="723900"/>
                </a:lnTo>
                <a:lnTo>
                  <a:pt x="6902450" y="723900"/>
                </a:lnTo>
                <a:lnTo>
                  <a:pt x="6896100" y="717550"/>
                </a:lnTo>
                <a:lnTo>
                  <a:pt x="6889750" y="723900"/>
                </a:lnTo>
                <a:lnTo>
                  <a:pt x="6877050" y="711200"/>
                </a:lnTo>
                <a:lnTo>
                  <a:pt x="6699250" y="711200"/>
                </a:lnTo>
                <a:lnTo>
                  <a:pt x="6692900" y="704850"/>
                </a:lnTo>
                <a:lnTo>
                  <a:pt x="6648450" y="704850"/>
                </a:lnTo>
                <a:lnTo>
                  <a:pt x="6642100" y="698500"/>
                </a:lnTo>
                <a:lnTo>
                  <a:pt x="6648450" y="692150"/>
                </a:lnTo>
                <a:lnTo>
                  <a:pt x="6711950" y="692150"/>
                </a:lnTo>
                <a:lnTo>
                  <a:pt x="6686550" y="692150"/>
                </a:lnTo>
                <a:lnTo>
                  <a:pt x="6680200" y="685800"/>
                </a:lnTo>
                <a:lnTo>
                  <a:pt x="6667500" y="685800"/>
                </a:lnTo>
                <a:lnTo>
                  <a:pt x="6661150" y="692150"/>
                </a:lnTo>
                <a:lnTo>
                  <a:pt x="6642100" y="679450"/>
                </a:lnTo>
                <a:lnTo>
                  <a:pt x="6591300" y="679450"/>
                </a:lnTo>
                <a:lnTo>
                  <a:pt x="6584950" y="673100"/>
                </a:lnTo>
                <a:lnTo>
                  <a:pt x="6445250" y="673100"/>
                </a:lnTo>
                <a:lnTo>
                  <a:pt x="6438900" y="679450"/>
                </a:lnTo>
                <a:lnTo>
                  <a:pt x="6388100" y="679450"/>
                </a:lnTo>
                <a:lnTo>
                  <a:pt x="6381750" y="673100"/>
                </a:lnTo>
                <a:lnTo>
                  <a:pt x="6375400" y="679450"/>
                </a:lnTo>
                <a:lnTo>
                  <a:pt x="6369050" y="679450"/>
                </a:lnTo>
                <a:lnTo>
                  <a:pt x="6362700" y="673100"/>
                </a:lnTo>
                <a:lnTo>
                  <a:pt x="6254750" y="673100"/>
                </a:lnTo>
                <a:lnTo>
                  <a:pt x="6248400" y="679450"/>
                </a:lnTo>
                <a:lnTo>
                  <a:pt x="6235700" y="679450"/>
                </a:lnTo>
                <a:lnTo>
                  <a:pt x="6229350" y="685800"/>
                </a:lnTo>
                <a:lnTo>
                  <a:pt x="6019800" y="685800"/>
                </a:lnTo>
                <a:lnTo>
                  <a:pt x="6013450" y="679450"/>
                </a:lnTo>
                <a:lnTo>
                  <a:pt x="5994400" y="679450"/>
                </a:lnTo>
                <a:lnTo>
                  <a:pt x="5988050" y="673100"/>
                </a:lnTo>
                <a:lnTo>
                  <a:pt x="5975350" y="673100"/>
                </a:lnTo>
                <a:lnTo>
                  <a:pt x="5969000" y="679450"/>
                </a:lnTo>
                <a:lnTo>
                  <a:pt x="5956300" y="679450"/>
                </a:lnTo>
                <a:lnTo>
                  <a:pt x="5949950" y="673100"/>
                </a:lnTo>
                <a:lnTo>
                  <a:pt x="5207000" y="673100"/>
                </a:lnTo>
                <a:lnTo>
                  <a:pt x="5200650" y="679450"/>
                </a:lnTo>
                <a:lnTo>
                  <a:pt x="4965700" y="679450"/>
                </a:lnTo>
                <a:lnTo>
                  <a:pt x="4959350" y="685800"/>
                </a:lnTo>
                <a:lnTo>
                  <a:pt x="4711700" y="685800"/>
                </a:lnTo>
                <a:lnTo>
                  <a:pt x="4705350" y="692150"/>
                </a:lnTo>
                <a:lnTo>
                  <a:pt x="4610100" y="692150"/>
                </a:lnTo>
                <a:lnTo>
                  <a:pt x="4603750" y="698500"/>
                </a:lnTo>
                <a:lnTo>
                  <a:pt x="4597400" y="698500"/>
                </a:lnTo>
                <a:lnTo>
                  <a:pt x="4591050" y="692150"/>
                </a:lnTo>
                <a:lnTo>
                  <a:pt x="4559300" y="692150"/>
                </a:lnTo>
                <a:lnTo>
                  <a:pt x="4552950" y="698500"/>
                </a:lnTo>
                <a:lnTo>
                  <a:pt x="4349750" y="698500"/>
                </a:lnTo>
                <a:lnTo>
                  <a:pt x="4343400" y="704850"/>
                </a:lnTo>
                <a:lnTo>
                  <a:pt x="4311650" y="704850"/>
                </a:lnTo>
                <a:lnTo>
                  <a:pt x="4298950" y="717550"/>
                </a:lnTo>
                <a:lnTo>
                  <a:pt x="4279900" y="717550"/>
                </a:lnTo>
                <a:lnTo>
                  <a:pt x="4273550" y="711200"/>
                </a:lnTo>
                <a:lnTo>
                  <a:pt x="4273550" y="704850"/>
                </a:lnTo>
                <a:lnTo>
                  <a:pt x="4267200" y="704850"/>
                </a:lnTo>
                <a:lnTo>
                  <a:pt x="4267200" y="711200"/>
                </a:lnTo>
                <a:lnTo>
                  <a:pt x="4260850" y="717550"/>
                </a:lnTo>
                <a:lnTo>
                  <a:pt x="4248150" y="717550"/>
                </a:lnTo>
                <a:lnTo>
                  <a:pt x="4241800" y="723900"/>
                </a:lnTo>
                <a:lnTo>
                  <a:pt x="4178300" y="723900"/>
                </a:lnTo>
                <a:lnTo>
                  <a:pt x="4171950" y="730250"/>
                </a:lnTo>
                <a:lnTo>
                  <a:pt x="4121150" y="730250"/>
                </a:lnTo>
                <a:lnTo>
                  <a:pt x="4108450" y="717550"/>
                </a:lnTo>
                <a:lnTo>
                  <a:pt x="4114800" y="711200"/>
                </a:lnTo>
                <a:lnTo>
                  <a:pt x="4133850" y="711200"/>
                </a:lnTo>
                <a:lnTo>
                  <a:pt x="4140200" y="704850"/>
                </a:lnTo>
                <a:lnTo>
                  <a:pt x="4159250" y="704850"/>
                </a:lnTo>
                <a:lnTo>
                  <a:pt x="4114800" y="704850"/>
                </a:lnTo>
                <a:lnTo>
                  <a:pt x="4108450" y="711200"/>
                </a:lnTo>
                <a:lnTo>
                  <a:pt x="4013200" y="711200"/>
                </a:lnTo>
                <a:lnTo>
                  <a:pt x="4006850" y="717550"/>
                </a:lnTo>
                <a:lnTo>
                  <a:pt x="3892550" y="717550"/>
                </a:lnTo>
                <a:lnTo>
                  <a:pt x="3892550" y="723900"/>
                </a:lnTo>
                <a:lnTo>
                  <a:pt x="3898900" y="723900"/>
                </a:lnTo>
                <a:lnTo>
                  <a:pt x="3905250" y="730250"/>
                </a:lnTo>
                <a:lnTo>
                  <a:pt x="3892550" y="742950"/>
                </a:lnTo>
                <a:lnTo>
                  <a:pt x="3790950" y="742950"/>
                </a:lnTo>
                <a:lnTo>
                  <a:pt x="3784600" y="749300"/>
                </a:lnTo>
                <a:lnTo>
                  <a:pt x="3714750" y="749300"/>
                </a:lnTo>
                <a:lnTo>
                  <a:pt x="3708400" y="742950"/>
                </a:lnTo>
                <a:lnTo>
                  <a:pt x="3721100" y="730250"/>
                </a:lnTo>
                <a:lnTo>
                  <a:pt x="3752850" y="730250"/>
                </a:lnTo>
                <a:lnTo>
                  <a:pt x="3708400" y="730250"/>
                </a:lnTo>
                <a:lnTo>
                  <a:pt x="3702050" y="736600"/>
                </a:lnTo>
                <a:lnTo>
                  <a:pt x="3613150" y="736600"/>
                </a:lnTo>
                <a:lnTo>
                  <a:pt x="3606800" y="742950"/>
                </a:lnTo>
                <a:lnTo>
                  <a:pt x="3536950" y="742950"/>
                </a:lnTo>
                <a:lnTo>
                  <a:pt x="3530600" y="749300"/>
                </a:lnTo>
                <a:lnTo>
                  <a:pt x="3460750" y="749300"/>
                </a:lnTo>
                <a:lnTo>
                  <a:pt x="3454400" y="755650"/>
                </a:lnTo>
                <a:lnTo>
                  <a:pt x="3409950" y="755650"/>
                </a:lnTo>
                <a:lnTo>
                  <a:pt x="3435350" y="755650"/>
                </a:lnTo>
                <a:lnTo>
                  <a:pt x="3441700" y="762000"/>
                </a:lnTo>
                <a:lnTo>
                  <a:pt x="3441700" y="768350"/>
                </a:lnTo>
                <a:lnTo>
                  <a:pt x="3435350" y="774700"/>
                </a:lnTo>
                <a:lnTo>
                  <a:pt x="3409950" y="774700"/>
                </a:lnTo>
                <a:lnTo>
                  <a:pt x="3403600" y="781050"/>
                </a:lnTo>
                <a:lnTo>
                  <a:pt x="3397250" y="781050"/>
                </a:lnTo>
                <a:lnTo>
                  <a:pt x="3390900" y="774700"/>
                </a:lnTo>
                <a:lnTo>
                  <a:pt x="3390900" y="768350"/>
                </a:lnTo>
                <a:lnTo>
                  <a:pt x="3397250" y="762000"/>
                </a:lnTo>
                <a:lnTo>
                  <a:pt x="3346450" y="762000"/>
                </a:lnTo>
                <a:lnTo>
                  <a:pt x="3340100" y="768350"/>
                </a:lnTo>
                <a:lnTo>
                  <a:pt x="3276600" y="768350"/>
                </a:lnTo>
                <a:lnTo>
                  <a:pt x="3270250" y="774700"/>
                </a:lnTo>
                <a:lnTo>
                  <a:pt x="3219450" y="774700"/>
                </a:lnTo>
                <a:lnTo>
                  <a:pt x="3213100" y="781050"/>
                </a:lnTo>
                <a:lnTo>
                  <a:pt x="3181350" y="781050"/>
                </a:lnTo>
                <a:lnTo>
                  <a:pt x="3175000" y="787400"/>
                </a:lnTo>
                <a:lnTo>
                  <a:pt x="3124200" y="787400"/>
                </a:lnTo>
                <a:lnTo>
                  <a:pt x="3117850" y="793750"/>
                </a:lnTo>
                <a:lnTo>
                  <a:pt x="3073400" y="793750"/>
                </a:lnTo>
                <a:lnTo>
                  <a:pt x="3067050" y="800100"/>
                </a:lnTo>
                <a:lnTo>
                  <a:pt x="3028950" y="800100"/>
                </a:lnTo>
                <a:lnTo>
                  <a:pt x="3022600" y="806450"/>
                </a:lnTo>
                <a:lnTo>
                  <a:pt x="2997200" y="806450"/>
                </a:lnTo>
                <a:lnTo>
                  <a:pt x="2990850" y="812800"/>
                </a:lnTo>
                <a:lnTo>
                  <a:pt x="2952750" y="812800"/>
                </a:lnTo>
                <a:lnTo>
                  <a:pt x="2946400" y="819150"/>
                </a:lnTo>
                <a:lnTo>
                  <a:pt x="2933700" y="819150"/>
                </a:lnTo>
                <a:lnTo>
                  <a:pt x="2927350" y="825500"/>
                </a:lnTo>
                <a:lnTo>
                  <a:pt x="2882900" y="825500"/>
                </a:lnTo>
                <a:lnTo>
                  <a:pt x="2876550" y="831850"/>
                </a:lnTo>
                <a:lnTo>
                  <a:pt x="2863850" y="831850"/>
                </a:lnTo>
                <a:lnTo>
                  <a:pt x="2857500" y="838200"/>
                </a:lnTo>
                <a:lnTo>
                  <a:pt x="2851150" y="838200"/>
                </a:lnTo>
                <a:lnTo>
                  <a:pt x="2844800" y="844550"/>
                </a:lnTo>
                <a:lnTo>
                  <a:pt x="2844800" y="850900"/>
                </a:lnTo>
                <a:lnTo>
                  <a:pt x="2832100" y="863600"/>
                </a:lnTo>
                <a:lnTo>
                  <a:pt x="2838450" y="869950"/>
                </a:lnTo>
                <a:lnTo>
                  <a:pt x="2838450" y="876300"/>
                </a:lnTo>
                <a:lnTo>
                  <a:pt x="2844800" y="882650"/>
                </a:lnTo>
                <a:lnTo>
                  <a:pt x="2851150" y="882650"/>
                </a:lnTo>
                <a:lnTo>
                  <a:pt x="2863850" y="895350"/>
                </a:lnTo>
                <a:lnTo>
                  <a:pt x="2908300" y="895350"/>
                </a:lnTo>
                <a:lnTo>
                  <a:pt x="2914650" y="889000"/>
                </a:lnTo>
                <a:lnTo>
                  <a:pt x="2927350" y="889000"/>
                </a:lnTo>
                <a:lnTo>
                  <a:pt x="2933700" y="882650"/>
                </a:lnTo>
                <a:lnTo>
                  <a:pt x="2971800" y="882650"/>
                </a:lnTo>
                <a:lnTo>
                  <a:pt x="2978150" y="876300"/>
                </a:lnTo>
                <a:lnTo>
                  <a:pt x="3022600" y="876300"/>
                </a:lnTo>
                <a:lnTo>
                  <a:pt x="3028950" y="869950"/>
                </a:lnTo>
                <a:lnTo>
                  <a:pt x="3067050" y="869950"/>
                </a:lnTo>
                <a:lnTo>
                  <a:pt x="3073400" y="863600"/>
                </a:lnTo>
                <a:lnTo>
                  <a:pt x="3111500" y="863600"/>
                </a:lnTo>
                <a:lnTo>
                  <a:pt x="3117850" y="857250"/>
                </a:lnTo>
                <a:lnTo>
                  <a:pt x="3162300" y="857250"/>
                </a:lnTo>
                <a:lnTo>
                  <a:pt x="3168650" y="850900"/>
                </a:lnTo>
                <a:lnTo>
                  <a:pt x="3200400" y="850900"/>
                </a:lnTo>
                <a:lnTo>
                  <a:pt x="3206750" y="844550"/>
                </a:lnTo>
                <a:lnTo>
                  <a:pt x="3251200" y="844550"/>
                </a:lnTo>
                <a:lnTo>
                  <a:pt x="3257550" y="838200"/>
                </a:lnTo>
                <a:lnTo>
                  <a:pt x="3314700" y="838200"/>
                </a:lnTo>
                <a:lnTo>
                  <a:pt x="3321050" y="831850"/>
                </a:lnTo>
                <a:lnTo>
                  <a:pt x="3365500" y="831850"/>
                </a:lnTo>
                <a:lnTo>
                  <a:pt x="3371850" y="825500"/>
                </a:lnTo>
                <a:lnTo>
                  <a:pt x="3429000" y="825500"/>
                </a:lnTo>
                <a:lnTo>
                  <a:pt x="3435350" y="819150"/>
                </a:lnTo>
                <a:lnTo>
                  <a:pt x="3492500" y="819150"/>
                </a:lnTo>
                <a:lnTo>
                  <a:pt x="3498850" y="812800"/>
                </a:lnTo>
                <a:lnTo>
                  <a:pt x="3556000" y="812800"/>
                </a:lnTo>
                <a:lnTo>
                  <a:pt x="3562350" y="806450"/>
                </a:lnTo>
                <a:lnTo>
                  <a:pt x="3625850" y="806450"/>
                </a:lnTo>
                <a:lnTo>
                  <a:pt x="3632200" y="800100"/>
                </a:lnTo>
                <a:lnTo>
                  <a:pt x="3708400" y="800100"/>
                </a:lnTo>
                <a:lnTo>
                  <a:pt x="3714750" y="793750"/>
                </a:lnTo>
                <a:lnTo>
                  <a:pt x="3797300" y="793750"/>
                </a:lnTo>
                <a:lnTo>
                  <a:pt x="3803650" y="787400"/>
                </a:lnTo>
                <a:lnTo>
                  <a:pt x="3898900" y="787400"/>
                </a:lnTo>
                <a:lnTo>
                  <a:pt x="3905250" y="781050"/>
                </a:lnTo>
                <a:lnTo>
                  <a:pt x="3949700" y="781050"/>
                </a:lnTo>
                <a:lnTo>
                  <a:pt x="3835400" y="781050"/>
                </a:lnTo>
                <a:lnTo>
                  <a:pt x="3829050" y="787400"/>
                </a:lnTo>
                <a:lnTo>
                  <a:pt x="3727450" y="787400"/>
                </a:lnTo>
                <a:lnTo>
                  <a:pt x="3721100" y="793750"/>
                </a:lnTo>
                <a:lnTo>
                  <a:pt x="3644900" y="793750"/>
                </a:lnTo>
                <a:lnTo>
                  <a:pt x="3638550" y="800100"/>
                </a:lnTo>
                <a:lnTo>
                  <a:pt x="3600450" y="800100"/>
                </a:lnTo>
                <a:lnTo>
                  <a:pt x="3594100" y="806450"/>
                </a:lnTo>
                <a:lnTo>
                  <a:pt x="3517900" y="806450"/>
                </a:lnTo>
                <a:lnTo>
                  <a:pt x="3511550" y="812800"/>
                </a:lnTo>
                <a:lnTo>
                  <a:pt x="3441700" y="812800"/>
                </a:lnTo>
                <a:lnTo>
                  <a:pt x="3435350" y="819150"/>
                </a:lnTo>
                <a:lnTo>
                  <a:pt x="3327400" y="819150"/>
                </a:lnTo>
                <a:lnTo>
                  <a:pt x="3321050" y="825500"/>
                </a:lnTo>
                <a:lnTo>
                  <a:pt x="3257550" y="825500"/>
                </a:lnTo>
                <a:lnTo>
                  <a:pt x="3251200" y="831850"/>
                </a:lnTo>
                <a:lnTo>
                  <a:pt x="3219450" y="831850"/>
                </a:lnTo>
                <a:lnTo>
                  <a:pt x="3213100" y="838200"/>
                </a:lnTo>
                <a:lnTo>
                  <a:pt x="3175000" y="838200"/>
                </a:lnTo>
                <a:lnTo>
                  <a:pt x="3168650" y="844550"/>
                </a:lnTo>
                <a:lnTo>
                  <a:pt x="3098800" y="844550"/>
                </a:lnTo>
                <a:lnTo>
                  <a:pt x="3092450" y="838200"/>
                </a:lnTo>
                <a:lnTo>
                  <a:pt x="3098800" y="831850"/>
                </a:lnTo>
                <a:lnTo>
                  <a:pt x="3117850" y="831850"/>
                </a:lnTo>
                <a:lnTo>
                  <a:pt x="3124200" y="825500"/>
                </a:lnTo>
                <a:lnTo>
                  <a:pt x="3149600" y="825500"/>
                </a:lnTo>
                <a:lnTo>
                  <a:pt x="3155950" y="819150"/>
                </a:lnTo>
                <a:lnTo>
                  <a:pt x="3213100" y="819150"/>
                </a:lnTo>
                <a:lnTo>
                  <a:pt x="3219450" y="812800"/>
                </a:lnTo>
                <a:lnTo>
                  <a:pt x="3263900" y="812800"/>
                </a:lnTo>
                <a:lnTo>
                  <a:pt x="3270250" y="806450"/>
                </a:lnTo>
                <a:lnTo>
                  <a:pt x="3321050" y="806450"/>
                </a:lnTo>
                <a:lnTo>
                  <a:pt x="3327400" y="800100"/>
                </a:lnTo>
                <a:lnTo>
                  <a:pt x="3384550" y="800100"/>
                </a:lnTo>
                <a:lnTo>
                  <a:pt x="3390900" y="793750"/>
                </a:lnTo>
                <a:lnTo>
                  <a:pt x="3448050" y="793750"/>
                </a:lnTo>
                <a:lnTo>
                  <a:pt x="3454400" y="787400"/>
                </a:lnTo>
                <a:lnTo>
                  <a:pt x="3517900" y="787400"/>
                </a:lnTo>
                <a:lnTo>
                  <a:pt x="3524250" y="781050"/>
                </a:lnTo>
                <a:lnTo>
                  <a:pt x="3613150" y="781050"/>
                </a:lnTo>
                <a:lnTo>
                  <a:pt x="3619500" y="774700"/>
                </a:lnTo>
                <a:lnTo>
                  <a:pt x="3714750" y="774700"/>
                </a:lnTo>
                <a:lnTo>
                  <a:pt x="3721100" y="768350"/>
                </a:lnTo>
                <a:lnTo>
                  <a:pt x="3797300" y="768350"/>
                </a:lnTo>
                <a:lnTo>
                  <a:pt x="3803650" y="762000"/>
                </a:lnTo>
                <a:lnTo>
                  <a:pt x="3886200" y="762000"/>
                </a:lnTo>
                <a:lnTo>
                  <a:pt x="3892550" y="755650"/>
                </a:lnTo>
                <a:lnTo>
                  <a:pt x="3949700" y="755650"/>
                </a:lnTo>
                <a:lnTo>
                  <a:pt x="3956050" y="749300"/>
                </a:lnTo>
                <a:lnTo>
                  <a:pt x="4006850" y="749300"/>
                </a:lnTo>
                <a:lnTo>
                  <a:pt x="4013200" y="742950"/>
                </a:lnTo>
                <a:lnTo>
                  <a:pt x="4019550" y="742950"/>
                </a:lnTo>
                <a:lnTo>
                  <a:pt x="4025900" y="749300"/>
                </a:lnTo>
                <a:lnTo>
                  <a:pt x="4044950" y="749300"/>
                </a:lnTo>
                <a:lnTo>
                  <a:pt x="4051300" y="742950"/>
                </a:lnTo>
                <a:lnTo>
                  <a:pt x="4076700" y="742950"/>
                </a:lnTo>
                <a:lnTo>
                  <a:pt x="4083050" y="736600"/>
                </a:lnTo>
                <a:lnTo>
                  <a:pt x="4095750" y="736600"/>
                </a:lnTo>
                <a:lnTo>
                  <a:pt x="4102100" y="730250"/>
                </a:lnTo>
                <a:lnTo>
                  <a:pt x="4114800" y="730250"/>
                </a:lnTo>
                <a:lnTo>
                  <a:pt x="4121150" y="736600"/>
                </a:lnTo>
                <a:lnTo>
                  <a:pt x="4127500" y="736600"/>
                </a:lnTo>
                <a:lnTo>
                  <a:pt x="4133850" y="730250"/>
                </a:lnTo>
                <a:lnTo>
                  <a:pt x="4286250" y="730250"/>
                </a:lnTo>
                <a:lnTo>
                  <a:pt x="4292600" y="736600"/>
                </a:lnTo>
                <a:lnTo>
                  <a:pt x="4292600" y="742950"/>
                </a:lnTo>
                <a:lnTo>
                  <a:pt x="4286250" y="749300"/>
                </a:lnTo>
                <a:lnTo>
                  <a:pt x="4267200" y="749300"/>
                </a:lnTo>
                <a:lnTo>
                  <a:pt x="4254500" y="762000"/>
                </a:lnTo>
                <a:lnTo>
                  <a:pt x="4235450" y="762000"/>
                </a:lnTo>
                <a:lnTo>
                  <a:pt x="4229100" y="768350"/>
                </a:lnTo>
                <a:lnTo>
                  <a:pt x="4216400" y="768350"/>
                </a:lnTo>
                <a:lnTo>
                  <a:pt x="4222750" y="774700"/>
                </a:lnTo>
                <a:lnTo>
                  <a:pt x="4248150" y="774700"/>
                </a:lnTo>
                <a:lnTo>
                  <a:pt x="4254500" y="768350"/>
                </a:lnTo>
                <a:lnTo>
                  <a:pt x="4438650" y="768350"/>
                </a:lnTo>
                <a:lnTo>
                  <a:pt x="4445000" y="762000"/>
                </a:lnTo>
                <a:lnTo>
                  <a:pt x="4610100" y="762000"/>
                </a:lnTo>
                <a:lnTo>
                  <a:pt x="4616450" y="755650"/>
                </a:lnTo>
                <a:lnTo>
                  <a:pt x="4775200" y="755650"/>
                </a:lnTo>
                <a:lnTo>
                  <a:pt x="4781550" y="749300"/>
                </a:lnTo>
                <a:lnTo>
                  <a:pt x="4997450" y="749300"/>
                </a:lnTo>
                <a:lnTo>
                  <a:pt x="5003800" y="742950"/>
                </a:lnTo>
                <a:lnTo>
                  <a:pt x="5219700" y="742950"/>
                </a:lnTo>
                <a:lnTo>
                  <a:pt x="5226050" y="736600"/>
                </a:lnTo>
                <a:lnTo>
                  <a:pt x="5372100" y="736600"/>
                </a:lnTo>
                <a:lnTo>
                  <a:pt x="5378450" y="730250"/>
                </a:lnTo>
                <a:lnTo>
                  <a:pt x="5391150" y="730250"/>
                </a:lnTo>
                <a:lnTo>
                  <a:pt x="5397500" y="736600"/>
                </a:lnTo>
                <a:lnTo>
                  <a:pt x="5416550" y="736600"/>
                </a:lnTo>
                <a:lnTo>
                  <a:pt x="5422900" y="730250"/>
                </a:lnTo>
                <a:lnTo>
                  <a:pt x="5829300" y="730250"/>
                </a:lnTo>
                <a:lnTo>
                  <a:pt x="5835650" y="723900"/>
                </a:lnTo>
                <a:lnTo>
                  <a:pt x="5842000" y="730250"/>
                </a:lnTo>
                <a:lnTo>
                  <a:pt x="5924550" y="730250"/>
                </a:lnTo>
                <a:lnTo>
                  <a:pt x="5930900" y="723900"/>
                </a:lnTo>
                <a:lnTo>
                  <a:pt x="6286500" y="723900"/>
                </a:lnTo>
                <a:lnTo>
                  <a:pt x="6292850" y="717550"/>
                </a:lnTo>
                <a:lnTo>
                  <a:pt x="6311900" y="717550"/>
                </a:lnTo>
                <a:lnTo>
                  <a:pt x="6318250" y="723900"/>
                </a:lnTo>
                <a:lnTo>
                  <a:pt x="6851650" y="723900"/>
                </a:lnTo>
                <a:lnTo>
                  <a:pt x="6858000" y="730250"/>
                </a:lnTo>
                <a:close/>
                <a:moveTo>
                  <a:pt x="3238500" y="787400"/>
                </a:moveTo>
                <a:lnTo>
                  <a:pt x="3244850" y="781050"/>
                </a:lnTo>
                <a:lnTo>
                  <a:pt x="3251200" y="781050"/>
                </a:lnTo>
                <a:lnTo>
                  <a:pt x="3257550" y="787400"/>
                </a:lnTo>
                <a:lnTo>
                  <a:pt x="3251200" y="793750"/>
                </a:lnTo>
                <a:lnTo>
                  <a:pt x="3244850" y="793750"/>
                </a:lnTo>
                <a:close/>
                <a:moveTo>
                  <a:pt x="3181350" y="787400"/>
                </a:moveTo>
                <a:lnTo>
                  <a:pt x="3187700" y="781050"/>
                </a:lnTo>
                <a:lnTo>
                  <a:pt x="3213100" y="781050"/>
                </a:lnTo>
                <a:lnTo>
                  <a:pt x="3219450" y="787400"/>
                </a:lnTo>
                <a:lnTo>
                  <a:pt x="3213100" y="793750"/>
                </a:lnTo>
                <a:lnTo>
                  <a:pt x="3187700" y="793750"/>
                </a:lnTo>
                <a:close/>
                <a:moveTo>
                  <a:pt x="3282950" y="781050"/>
                </a:moveTo>
                <a:lnTo>
                  <a:pt x="3289300" y="774700"/>
                </a:lnTo>
                <a:lnTo>
                  <a:pt x="3327400" y="774700"/>
                </a:lnTo>
                <a:lnTo>
                  <a:pt x="3333750" y="781050"/>
                </a:lnTo>
                <a:lnTo>
                  <a:pt x="3327400" y="787400"/>
                </a:lnTo>
                <a:lnTo>
                  <a:pt x="3289300" y="787400"/>
                </a:lnTo>
                <a:close/>
                <a:moveTo>
                  <a:pt x="3327400" y="774700"/>
                </a:moveTo>
                <a:lnTo>
                  <a:pt x="3333750" y="768350"/>
                </a:lnTo>
                <a:lnTo>
                  <a:pt x="3352800" y="768350"/>
                </a:lnTo>
                <a:lnTo>
                  <a:pt x="3359150" y="762000"/>
                </a:lnTo>
                <a:lnTo>
                  <a:pt x="3365500" y="762000"/>
                </a:lnTo>
                <a:lnTo>
                  <a:pt x="3384550" y="774700"/>
                </a:lnTo>
                <a:lnTo>
                  <a:pt x="3378200" y="781050"/>
                </a:lnTo>
                <a:lnTo>
                  <a:pt x="3352800" y="781050"/>
                </a:lnTo>
                <a:lnTo>
                  <a:pt x="3346450" y="787400"/>
                </a:lnTo>
                <a:close/>
                <a:moveTo>
                  <a:pt x="3454400" y="762000"/>
                </a:moveTo>
                <a:lnTo>
                  <a:pt x="3460750" y="755650"/>
                </a:lnTo>
                <a:lnTo>
                  <a:pt x="3479800" y="755650"/>
                </a:lnTo>
                <a:lnTo>
                  <a:pt x="3486150" y="749300"/>
                </a:lnTo>
                <a:lnTo>
                  <a:pt x="3549650" y="749300"/>
                </a:lnTo>
                <a:lnTo>
                  <a:pt x="3556000" y="755650"/>
                </a:lnTo>
                <a:lnTo>
                  <a:pt x="3549650" y="762000"/>
                </a:lnTo>
                <a:lnTo>
                  <a:pt x="3530600" y="762000"/>
                </a:lnTo>
                <a:lnTo>
                  <a:pt x="3524250" y="768350"/>
                </a:lnTo>
                <a:lnTo>
                  <a:pt x="3460750" y="768350"/>
                </a:lnTo>
                <a:close/>
                <a:moveTo>
                  <a:pt x="4298950" y="736600"/>
                </a:moveTo>
                <a:lnTo>
                  <a:pt x="4305300" y="730250"/>
                </a:lnTo>
                <a:lnTo>
                  <a:pt x="4318000" y="730250"/>
                </a:lnTo>
                <a:lnTo>
                  <a:pt x="4324350" y="736600"/>
                </a:lnTo>
                <a:lnTo>
                  <a:pt x="4318000" y="742950"/>
                </a:lnTo>
                <a:lnTo>
                  <a:pt x="4305300" y="742950"/>
                </a:lnTo>
                <a:close/>
                <a:moveTo>
                  <a:pt x="6775450" y="717550"/>
                </a:moveTo>
                <a:lnTo>
                  <a:pt x="6781800" y="711200"/>
                </a:lnTo>
                <a:lnTo>
                  <a:pt x="6788150" y="711200"/>
                </a:lnTo>
                <a:lnTo>
                  <a:pt x="6794500" y="717550"/>
                </a:lnTo>
                <a:lnTo>
                  <a:pt x="6788150" y="723900"/>
                </a:lnTo>
                <a:lnTo>
                  <a:pt x="6781800" y="723900"/>
                </a:lnTo>
                <a:close/>
                <a:moveTo>
                  <a:pt x="4083050" y="723900"/>
                </a:moveTo>
                <a:lnTo>
                  <a:pt x="4076700" y="730250"/>
                </a:lnTo>
                <a:lnTo>
                  <a:pt x="4032250" y="730250"/>
                </a:lnTo>
                <a:lnTo>
                  <a:pt x="4025900" y="736600"/>
                </a:lnTo>
                <a:lnTo>
                  <a:pt x="4019550" y="730250"/>
                </a:lnTo>
                <a:lnTo>
                  <a:pt x="4013200" y="736600"/>
                </a:lnTo>
                <a:lnTo>
                  <a:pt x="3949700" y="736600"/>
                </a:lnTo>
                <a:lnTo>
                  <a:pt x="3937000" y="723900"/>
                </a:lnTo>
                <a:lnTo>
                  <a:pt x="3943350" y="717550"/>
                </a:lnTo>
                <a:lnTo>
                  <a:pt x="4013200" y="717550"/>
                </a:lnTo>
                <a:lnTo>
                  <a:pt x="4019550" y="711200"/>
                </a:lnTo>
                <a:lnTo>
                  <a:pt x="4070350" y="711200"/>
                </a:lnTo>
                <a:close/>
                <a:moveTo>
                  <a:pt x="482600" y="533400"/>
                </a:moveTo>
                <a:lnTo>
                  <a:pt x="501650" y="552450"/>
                </a:lnTo>
                <a:lnTo>
                  <a:pt x="501650" y="558800"/>
                </a:lnTo>
                <a:lnTo>
                  <a:pt x="514350" y="571500"/>
                </a:lnTo>
                <a:lnTo>
                  <a:pt x="527050" y="571500"/>
                </a:lnTo>
                <a:lnTo>
                  <a:pt x="527050" y="565150"/>
                </a:lnTo>
                <a:lnTo>
                  <a:pt x="514350" y="552450"/>
                </a:lnTo>
                <a:lnTo>
                  <a:pt x="508000" y="552450"/>
                </a:lnTo>
                <a:lnTo>
                  <a:pt x="488950" y="533400"/>
                </a:lnTo>
                <a:close/>
                <a:moveTo>
                  <a:pt x="501650" y="558800"/>
                </a:moveTo>
                <a:lnTo>
                  <a:pt x="508000" y="552450"/>
                </a:lnTo>
                <a:lnTo>
                  <a:pt x="514350" y="552450"/>
                </a:lnTo>
                <a:lnTo>
                  <a:pt x="527050" y="565150"/>
                </a:lnTo>
                <a:lnTo>
                  <a:pt x="520700" y="571500"/>
                </a:lnTo>
                <a:lnTo>
                  <a:pt x="514350" y="571500"/>
                </a:lnTo>
                <a:close/>
                <a:moveTo>
                  <a:pt x="2044700" y="508000"/>
                </a:moveTo>
                <a:lnTo>
                  <a:pt x="2032000" y="527050"/>
                </a:lnTo>
                <a:lnTo>
                  <a:pt x="2038350" y="533400"/>
                </a:lnTo>
                <a:lnTo>
                  <a:pt x="2051050" y="514350"/>
                </a:lnTo>
                <a:close/>
                <a:moveTo>
                  <a:pt x="1460500" y="508000"/>
                </a:moveTo>
                <a:lnTo>
                  <a:pt x="1460500" y="514350"/>
                </a:lnTo>
                <a:lnTo>
                  <a:pt x="1466850" y="520700"/>
                </a:lnTo>
                <a:lnTo>
                  <a:pt x="1473200" y="520700"/>
                </a:lnTo>
                <a:lnTo>
                  <a:pt x="1473200" y="508000"/>
                </a:lnTo>
                <a:close/>
                <a:moveTo>
                  <a:pt x="3048000" y="495300"/>
                </a:moveTo>
                <a:lnTo>
                  <a:pt x="3048000" y="501650"/>
                </a:lnTo>
                <a:lnTo>
                  <a:pt x="3060700" y="501650"/>
                </a:lnTo>
                <a:lnTo>
                  <a:pt x="3060700" y="495300"/>
                </a:lnTo>
                <a:close/>
                <a:moveTo>
                  <a:pt x="8991600" y="482600"/>
                </a:moveTo>
                <a:lnTo>
                  <a:pt x="8991600" y="495300"/>
                </a:lnTo>
                <a:lnTo>
                  <a:pt x="8985250" y="501650"/>
                </a:lnTo>
                <a:lnTo>
                  <a:pt x="8985250" y="508000"/>
                </a:lnTo>
                <a:lnTo>
                  <a:pt x="8953500" y="539750"/>
                </a:lnTo>
                <a:lnTo>
                  <a:pt x="8940800" y="539750"/>
                </a:lnTo>
                <a:lnTo>
                  <a:pt x="8947150" y="539750"/>
                </a:lnTo>
                <a:lnTo>
                  <a:pt x="8953500" y="546100"/>
                </a:lnTo>
                <a:lnTo>
                  <a:pt x="8959850" y="546100"/>
                </a:lnTo>
                <a:lnTo>
                  <a:pt x="8985250" y="571500"/>
                </a:lnTo>
                <a:lnTo>
                  <a:pt x="8985250" y="577850"/>
                </a:lnTo>
                <a:lnTo>
                  <a:pt x="8991600" y="584200"/>
                </a:lnTo>
                <a:lnTo>
                  <a:pt x="8991600" y="603250"/>
                </a:lnTo>
                <a:lnTo>
                  <a:pt x="8997950" y="603250"/>
                </a:lnTo>
                <a:lnTo>
                  <a:pt x="8997950" y="584200"/>
                </a:lnTo>
                <a:lnTo>
                  <a:pt x="9004300" y="577850"/>
                </a:lnTo>
                <a:lnTo>
                  <a:pt x="9004300" y="565150"/>
                </a:lnTo>
                <a:lnTo>
                  <a:pt x="9029700" y="539750"/>
                </a:lnTo>
                <a:lnTo>
                  <a:pt x="9042400" y="539750"/>
                </a:lnTo>
                <a:lnTo>
                  <a:pt x="9036050" y="533400"/>
                </a:lnTo>
                <a:lnTo>
                  <a:pt x="9023350" y="533400"/>
                </a:lnTo>
                <a:lnTo>
                  <a:pt x="9004300" y="514350"/>
                </a:lnTo>
                <a:lnTo>
                  <a:pt x="9004300" y="520700"/>
                </a:lnTo>
                <a:lnTo>
                  <a:pt x="9023350" y="539750"/>
                </a:lnTo>
                <a:lnTo>
                  <a:pt x="9004300" y="558800"/>
                </a:lnTo>
                <a:lnTo>
                  <a:pt x="9004300" y="565150"/>
                </a:lnTo>
                <a:lnTo>
                  <a:pt x="8991600" y="577850"/>
                </a:lnTo>
                <a:lnTo>
                  <a:pt x="8985250" y="571500"/>
                </a:lnTo>
                <a:lnTo>
                  <a:pt x="8985250" y="565150"/>
                </a:lnTo>
                <a:lnTo>
                  <a:pt x="8959850" y="539750"/>
                </a:lnTo>
                <a:lnTo>
                  <a:pt x="8972550" y="527050"/>
                </a:lnTo>
                <a:lnTo>
                  <a:pt x="8978900" y="527050"/>
                </a:lnTo>
                <a:lnTo>
                  <a:pt x="8978900" y="520700"/>
                </a:lnTo>
                <a:lnTo>
                  <a:pt x="8997950" y="501650"/>
                </a:lnTo>
                <a:lnTo>
                  <a:pt x="8997950" y="495300"/>
                </a:lnTo>
                <a:lnTo>
                  <a:pt x="8991600" y="488950"/>
                </a:lnTo>
                <a:close/>
                <a:moveTo>
                  <a:pt x="1257300" y="476250"/>
                </a:moveTo>
                <a:lnTo>
                  <a:pt x="1250950" y="482600"/>
                </a:lnTo>
                <a:lnTo>
                  <a:pt x="1250950" y="488950"/>
                </a:lnTo>
                <a:lnTo>
                  <a:pt x="1225550" y="514350"/>
                </a:lnTo>
                <a:lnTo>
                  <a:pt x="1219200" y="508000"/>
                </a:lnTo>
                <a:lnTo>
                  <a:pt x="1219200" y="514350"/>
                </a:lnTo>
                <a:lnTo>
                  <a:pt x="1212850" y="520700"/>
                </a:lnTo>
                <a:lnTo>
                  <a:pt x="1206500" y="514350"/>
                </a:lnTo>
                <a:lnTo>
                  <a:pt x="1200150" y="514350"/>
                </a:lnTo>
                <a:lnTo>
                  <a:pt x="1200150" y="520700"/>
                </a:lnTo>
                <a:lnTo>
                  <a:pt x="1187450" y="533400"/>
                </a:lnTo>
                <a:lnTo>
                  <a:pt x="1200150" y="520700"/>
                </a:lnTo>
                <a:lnTo>
                  <a:pt x="1206500" y="527050"/>
                </a:lnTo>
                <a:lnTo>
                  <a:pt x="1206500" y="533400"/>
                </a:lnTo>
                <a:lnTo>
                  <a:pt x="1219200" y="520700"/>
                </a:lnTo>
                <a:lnTo>
                  <a:pt x="1231900" y="520700"/>
                </a:lnTo>
                <a:lnTo>
                  <a:pt x="1238250" y="514350"/>
                </a:lnTo>
                <a:lnTo>
                  <a:pt x="1231900" y="508000"/>
                </a:lnTo>
                <a:lnTo>
                  <a:pt x="1244600" y="495300"/>
                </a:lnTo>
                <a:lnTo>
                  <a:pt x="1250950" y="501650"/>
                </a:lnTo>
                <a:lnTo>
                  <a:pt x="1257300" y="495300"/>
                </a:lnTo>
                <a:close/>
                <a:moveTo>
                  <a:pt x="241300" y="476250"/>
                </a:moveTo>
                <a:lnTo>
                  <a:pt x="234950" y="476250"/>
                </a:lnTo>
                <a:lnTo>
                  <a:pt x="228600" y="482600"/>
                </a:lnTo>
                <a:lnTo>
                  <a:pt x="222250" y="482600"/>
                </a:lnTo>
                <a:lnTo>
                  <a:pt x="215900" y="476250"/>
                </a:lnTo>
                <a:lnTo>
                  <a:pt x="209550" y="482600"/>
                </a:lnTo>
                <a:lnTo>
                  <a:pt x="203200" y="482600"/>
                </a:lnTo>
                <a:lnTo>
                  <a:pt x="190500" y="495300"/>
                </a:lnTo>
                <a:lnTo>
                  <a:pt x="184150" y="495300"/>
                </a:lnTo>
                <a:lnTo>
                  <a:pt x="171450" y="508000"/>
                </a:lnTo>
                <a:lnTo>
                  <a:pt x="165100" y="508000"/>
                </a:lnTo>
                <a:lnTo>
                  <a:pt x="152400" y="520700"/>
                </a:lnTo>
                <a:lnTo>
                  <a:pt x="146050" y="520700"/>
                </a:lnTo>
                <a:lnTo>
                  <a:pt x="127000" y="539750"/>
                </a:lnTo>
                <a:lnTo>
                  <a:pt x="120650" y="539750"/>
                </a:lnTo>
                <a:lnTo>
                  <a:pt x="88900" y="571500"/>
                </a:lnTo>
                <a:lnTo>
                  <a:pt x="82550" y="571500"/>
                </a:lnTo>
                <a:lnTo>
                  <a:pt x="82550" y="577850"/>
                </a:lnTo>
                <a:lnTo>
                  <a:pt x="76200" y="584200"/>
                </a:lnTo>
                <a:lnTo>
                  <a:pt x="76200" y="596900"/>
                </a:lnTo>
                <a:lnTo>
                  <a:pt x="82550" y="596900"/>
                </a:lnTo>
                <a:lnTo>
                  <a:pt x="95250" y="609600"/>
                </a:lnTo>
                <a:lnTo>
                  <a:pt x="101600" y="609600"/>
                </a:lnTo>
                <a:lnTo>
                  <a:pt x="114300" y="596900"/>
                </a:lnTo>
                <a:lnTo>
                  <a:pt x="120650" y="596900"/>
                </a:lnTo>
                <a:lnTo>
                  <a:pt x="146050" y="571500"/>
                </a:lnTo>
                <a:lnTo>
                  <a:pt x="152400" y="571500"/>
                </a:lnTo>
                <a:lnTo>
                  <a:pt x="241300" y="482600"/>
                </a:lnTo>
                <a:close/>
                <a:moveTo>
                  <a:pt x="1625600" y="463550"/>
                </a:moveTo>
                <a:lnTo>
                  <a:pt x="1606550" y="482600"/>
                </a:lnTo>
                <a:lnTo>
                  <a:pt x="1606550" y="488950"/>
                </a:lnTo>
                <a:lnTo>
                  <a:pt x="1612900" y="488950"/>
                </a:lnTo>
                <a:lnTo>
                  <a:pt x="1619250" y="482600"/>
                </a:lnTo>
                <a:lnTo>
                  <a:pt x="1612900" y="476250"/>
                </a:lnTo>
                <a:close/>
                <a:moveTo>
                  <a:pt x="1606550" y="482600"/>
                </a:moveTo>
                <a:lnTo>
                  <a:pt x="1612900" y="476250"/>
                </a:lnTo>
                <a:lnTo>
                  <a:pt x="1619250" y="482600"/>
                </a:lnTo>
                <a:lnTo>
                  <a:pt x="1612900" y="488950"/>
                </a:lnTo>
                <a:close/>
                <a:moveTo>
                  <a:pt x="1060450" y="463550"/>
                </a:moveTo>
                <a:lnTo>
                  <a:pt x="1047750" y="476250"/>
                </a:lnTo>
                <a:lnTo>
                  <a:pt x="1054100" y="482600"/>
                </a:lnTo>
                <a:lnTo>
                  <a:pt x="1060450" y="476250"/>
                </a:lnTo>
                <a:close/>
                <a:moveTo>
                  <a:pt x="1047750" y="476250"/>
                </a:moveTo>
                <a:lnTo>
                  <a:pt x="1054100" y="469900"/>
                </a:lnTo>
                <a:lnTo>
                  <a:pt x="1060450" y="476250"/>
                </a:lnTo>
                <a:lnTo>
                  <a:pt x="1054100" y="482600"/>
                </a:lnTo>
                <a:close/>
                <a:moveTo>
                  <a:pt x="1435100" y="450850"/>
                </a:moveTo>
                <a:lnTo>
                  <a:pt x="1428750" y="457200"/>
                </a:lnTo>
                <a:lnTo>
                  <a:pt x="1428750" y="463550"/>
                </a:lnTo>
                <a:lnTo>
                  <a:pt x="1435100" y="469900"/>
                </a:lnTo>
                <a:lnTo>
                  <a:pt x="1435100" y="482600"/>
                </a:lnTo>
                <a:lnTo>
                  <a:pt x="1441450" y="482600"/>
                </a:lnTo>
                <a:lnTo>
                  <a:pt x="1441450" y="450850"/>
                </a:lnTo>
                <a:close/>
                <a:moveTo>
                  <a:pt x="3416300" y="431800"/>
                </a:moveTo>
                <a:lnTo>
                  <a:pt x="3416300" y="444500"/>
                </a:lnTo>
                <a:lnTo>
                  <a:pt x="3422650" y="444500"/>
                </a:lnTo>
                <a:lnTo>
                  <a:pt x="3422650" y="431800"/>
                </a:lnTo>
                <a:close/>
                <a:moveTo>
                  <a:pt x="3003550" y="425450"/>
                </a:moveTo>
                <a:lnTo>
                  <a:pt x="3003550" y="438150"/>
                </a:lnTo>
                <a:lnTo>
                  <a:pt x="3009900" y="444500"/>
                </a:lnTo>
                <a:lnTo>
                  <a:pt x="3009900" y="469900"/>
                </a:lnTo>
                <a:lnTo>
                  <a:pt x="3016250" y="469900"/>
                </a:lnTo>
                <a:lnTo>
                  <a:pt x="3022600" y="476250"/>
                </a:lnTo>
                <a:lnTo>
                  <a:pt x="3016250" y="482600"/>
                </a:lnTo>
                <a:lnTo>
                  <a:pt x="3022600" y="476250"/>
                </a:lnTo>
                <a:lnTo>
                  <a:pt x="3009900" y="457200"/>
                </a:lnTo>
                <a:lnTo>
                  <a:pt x="3009900" y="438150"/>
                </a:lnTo>
                <a:lnTo>
                  <a:pt x="3016250" y="431800"/>
                </a:lnTo>
                <a:lnTo>
                  <a:pt x="3035300" y="431800"/>
                </a:lnTo>
                <a:lnTo>
                  <a:pt x="3028950" y="431800"/>
                </a:lnTo>
                <a:lnTo>
                  <a:pt x="3022600" y="425450"/>
                </a:lnTo>
                <a:close/>
                <a:moveTo>
                  <a:pt x="2470150" y="400050"/>
                </a:moveTo>
                <a:lnTo>
                  <a:pt x="2463800" y="406400"/>
                </a:lnTo>
                <a:lnTo>
                  <a:pt x="2470150" y="412750"/>
                </a:lnTo>
                <a:lnTo>
                  <a:pt x="2470150" y="419100"/>
                </a:lnTo>
                <a:lnTo>
                  <a:pt x="2463800" y="425450"/>
                </a:lnTo>
                <a:lnTo>
                  <a:pt x="2470150" y="431800"/>
                </a:lnTo>
                <a:lnTo>
                  <a:pt x="2470150" y="444500"/>
                </a:lnTo>
                <a:lnTo>
                  <a:pt x="2470150" y="412750"/>
                </a:lnTo>
                <a:lnTo>
                  <a:pt x="2476500" y="406400"/>
                </a:lnTo>
                <a:close/>
                <a:moveTo>
                  <a:pt x="2692400" y="393700"/>
                </a:moveTo>
                <a:lnTo>
                  <a:pt x="2686050" y="400050"/>
                </a:lnTo>
                <a:lnTo>
                  <a:pt x="2679700" y="400050"/>
                </a:lnTo>
                <a:lnTo>
                  <a:pt x="2679700" y="425450"/>
                </a:lnTo>
                <a:lnTo>
                  <a:pt x="2673350" y="431800"/>
                </a:lnTo>
                <a:lnTo>
                  <a:pt x="2660650" y="431800"/>
                </a:lnTo>
                <a:lnTo>
                  <a:pt x="2679700" y="431800"/>
                </a:lnTo>
                <a:lnTo>
                  <a:pt x="2679700" y="419100"/>
                </a:lnTo>
                <a:lnTo>
                  <a:pt x="2686050" y="412750"/>
                </a:lnTo>
                <a:lnTo>
                  <a:pt x="2692400" y="419100"/>
                </a:lnTo>
                <a:lnTo>
                  <a:pt x="2692400" y="425450"/>
                </a:lnTo>
                <a:lnTo>
                  <a:pt x="2692400" y="406400"/>
                </a:lnTo>
                <a:lnTo>
                  <a:pt x="2686050" y="400050"/>
                </a:lnTo>
                <a:close/>
                <a:moveTo>
                  <a:pt x="3238500" y="381000"/>
                </a:moveTo>
                <a:lnTo>
                  <a:pt x="3238500" y="412750"/>
                </a:lnTo>
                <a:lnTo>
                  <a:pt x="3244850" y="412750"/>
                </a:lnTo>
                <a:lnTo>
                  <a:pt x="3251200" y="419100"/>
                </a:lnTo>
                <a:lnTo>
                  <a:pt x="3263900" y="419100"/>
                </a:lnTo>
                <a:lnTo>
                  <a:pt x="3263900" y="412750"/>
                </a:lnTo>
                <a:lnTo>
                  <a:pt x="3257550" y="406400"/>
                </a:lnTo>
                <a:lnTo>
                  <a:pt x="3251200" y="406400"/>
                </a:lnTo>
                <a:lnTo>
                  <a:pt x="3244850" y="412750"/>
                </a:lnTo>
                <a:lnTo>
                  <a:pt x="3238500" y="406400"/>
                </a:lnTo>
                <a:close/>
                <a:moveTo>
                  <a:pt x="2933700" y="381000"/>
                </a:moveTo>
                <a:lnTo>
                  <a:pt x="2921000" y="393700"/>
                </a:lnTo>
                <a:lnTo>
                  <a:pt x="2927350" y="400050"/>
                </a:lnTo>
                <a:lnTo>
                  <a:pt x="2927350" y="393700"/>
                </a:lnTo>
                <a:lnTo>
                  <a:pt x="2933700" y="387350"/>
                </a:lnTo>
                <a:close/>
                <a:moveTo>
                  <a:pt x="3251200" y="361950"/>
                </a:moveTo>
                <a:lnTo>
                  <a:pt x="3251200" y="381000"/>
                </a:lnTo>
                <a:lnTo>
                  <a:pt x="3257550" y="381000"/>
                </a:lnTo>
                <a:lnTo>
                  <a:pt x="3263900" y="374650"/>
                </a:lnTo>
                <a:close/>
                <a:moveTo>
                  <a:pt x="1181100" y="361950"/>
                </a:moveTo>
                <a:lnTo>
                  <a:pt x="1174750" y="361950"/>
                </a:lnTo>
                <a:lnTo>
                  <a:pt x="1168400" y="368300"/>
                </a:lnTo>
                <a:lnTo>
                  <a:pt x="1168400" y="374650"/>
                </a:lnTo>
                <a:lnTo>
                  <a:pt x="1174750" y="374650"/>
                </a:lnTo>
                <a:lnTo>
                  <a:pt x="1174750" y="368300"/>
                </a:lnTo>
                <a:close/>
                <a:moveTo>
                  <a:pt x="914400" y="361950"/>
                </a:moveTo>
                <a:lnTo>
                  <a:pt x="901700" y="361950"/>
                </a:lnTo>
                <a:lnTo>
                  <a:pt x="895350" y="368300"/>
                </a:lnTo>
                <a:lnTo>
                  <a:pt x="895350" y="381000"/>
                </a:lnTo>
                <a:lnTo>
                  <a:pt x="901700" y="387350"/>
                </a:lnTo>
                <a:lnTo>
                  <a:pt x="901700" y="393700"/>
                </a:lnTo>
                <a:lnTo>
                  <a:pt x="901700" y="381000"/>
                </a:lnTo>
                <a:close/>
                <a:moveTo>
                  <a:pt x="2324100" y="355600"/>
                </a:moveTo>
                <a:lnTo>
                  <a:pt x="2298700" y="381000"/>
                </a:lnTo>
                <a:lnTo>
                  <a:pt x="2298700" y="387350"/>
                </a:lnTo>
                <a:lnTo>
                  <a:pt x="2305050" y="387350"/>
                </a:lnTo>
                <a:lnTo>
                  <a:pt x="2317750" y="374650"/>
                </a:lnTo>
                <a:lnTo>
                  <a:pt x="2317750" y="368300"/>
                </a:lnTo>
                <a:lnTo>
                  <a:pt x="2324100" y="361950"/>
                </a:lnTo>
                <a:close/>
                <a:moveTo>
                  <a:pt x="2305050" y="374650"/>
                </a:moveTo>
                <a:lnTo>
                  <a:pt x="2311400" y="368300"/>
                </a:lnTo>
                <a:lnTo>
                  <a:pt x="2317750" y="374650"/>
                </a:lnTo>
                <a:lnTo>
                  <a:pt x="2311400" y="381000"/>
                </a:lnTo>
                <a:close/>
                <a:moveTo>
                  <a:pt x="0" y="393700"/>
                </a:moveTo>
                <a:lnTo>
                  <a:pt x="6350" y="400050"/>
                </a:lnTo>
                <a:lnTo>
                  <a:pt x="6350" y="406400"/>
                </a:lnTo>
                <a:lnTo>
                  <a:pt x="95250" y="406400"/>
                </a:lnTo>
                <a:lnTo>
                  <a:pt x="101600" y="400050"/>
                </a:lnTo>
                <a:lnTo>
                  <a:pt x="158750" y="400050"/>
                </a:lnTo>
                <a:lnTo>
                  <a:pt x="165100" y="393700"/>
                </a:lnTo>
                <a:lnTo>
                  <a:pt x="196850" y="393700"/>
                </a:lnTo>
                <a:lnTo>
                  <a:pt x="196850" y="387350"/>
                </a:lnTo>
                <a:lnTo>
                  <a:pt x="209550" y="374650"/>
                </a:lnTo>
                <a:lnTo>
                  <a:pt x="203200" y="368300"/>
                </a:lnTo>
                <a:lnTo>
                  <a:pt x="171450" y="368300"/>
                </a:lnTo>
                <a:lnTo>
                  <a:pt x="165100" y="361950"/>
                </a:lnTo>
                <a:lnTo>
                  <a:pt x="50800" y="361950"/>
                </a:lnTo>
                <a:lnTo>
                  <a:pt x="44450" y="355600"/>
                </a:lnTo>
                <a:lnTo>
                  <a:pt x="19050" y="355600"/>
                </a:lnTo>
                <a:lnTo>
                  <a:pt x="6350" y="368300"/>
                </a:lnTo>
                <a:lnTo>
                  <a:pt x="6350" y="374650"/>
                </a:lnTo>
                <a:lnTo>
                  <a:pt x="0" y="381000"/>
                </a:lnTo>
                <a:close/>
                <a:moveTo>
                  <a:pt x="165100" y="381000"/>
                </a:moveTo>
                <a:lnTo>
                  <a:pt x="171450" y="374650"/>
                </a:lnTo>
                <a:lnTo>
                  <a:pt x="190500" y="374650"/>
                </a:lnTo>
                <a:lnTo>
                  <a:pt x="196850" y="381000"/>
                </a:lnTo>
                <a:lnTo>
                  <a:pt x="184150" y="393700"/>
                </a:lnTo>
                <a:close/>
                <a:moveTo>
                  <a:pt x="2781300" y="342900"/>
                </a:moveTo>
                <a:lnTo>
                  <a:pt x="2781300" y="349250"/>
                </a:lnTo>
                <a:lnTo>
                  <a:pt x="2819400" y="349250"/>
                </a:lnTo>
                <a:lnTo>
                  <a:pt x="2806700" y="349250"/>
                </a:lnTo>
                <a:lnTo>
                  <a:pt x="2800350" y="342900"/>
                </a:lnTo>
                <a:lnTo>
                  <a:pt x="2800350" y="336550"/>
                </a:lnTo>
                <a:lnTo>
                  <a:pt x="2794000" y="336550"/>
                </a:lnTo>
                <a:lnTo>
                  <a:pt x="2787650" y="342900"/>
                </a:lnTo>
                <a:close/>
                <a:moveTo>
                  <a:pt x="1466850" y="336550"/>
                </a:moveTo>
                <a:lnTo>
                  <a:pt x="1454150" y="349250"/>
                </a:lnTo>
                <a:lnTo>
                  <a:pt x="1454150" y="355600"/>
                </a:lnTo>
                <a:lnTo>
                  <a:pt x="1460500" y="355600"/>
                </a:lnTo>
                <a:lnTo>
                  <a:pt x="1460500" y="349250"/>
                </a:lnTo>
                <a:lnTo>
                  <a:pt x="1466850" y="342900"/>
                </a:lnTo>
                <a:close/>
                <a:moveTo>
                  <a:pt x="2012950" y="317500"/>
                </a:moveTo>
                <a:lnTo>
                  <a:pt x="2012950" y="330200"/>
                </a:lnTo>
                <a:lnTo>
                  <a:pt x="2006600" y="336550"/>
                </a:lnTo>
                <a:lnTo>
                  <a:pt x="2012950" y="336550"/>
                </a:lnTo>
                <a:lnTo>
                  <a:pt x="2019300" y="342900"/>
                </a:lnTo>
                <a:lnTo>
                  <a:pt x="2019300" y="330200"/>
                </a:lnTo>
                <a:lnTo>
                  <a:pt x="2012950" y="323850"/>
                </a:lnTo>
                <a:close/>
                <a:moveTo>
                  <a:pt x="2940050" y="285750"/>
                </a:moveTo>
                <a:lnTo>
                  <a:pt x="2927350" y="298450"/>
                </a:lnTo>
                <a:lnTo>
                  <a:pt x="2921000" y="298450"/>
                </a:lnTo>
                <a:lnTo>
                  <a:pt x="2921000" y="304800"/>
                </a:lnTo>
                <a:lnTo>
                  <a:pt x="2914650" y="311150"/>
                </a:lnTo>
                <a:lnTo>
                  <a:pt x="2914650" y="317500"/>
                </a:lnTo>
                <a:lnTo>
                  <a:pt x="2927350" y="304800"/>
                </a:lnTo>
                <a:lnTo>
                  <a:pt x="2927350" y="298450"/>
                </a:lnTo>
                <a:close/>
                <a:moveTo>
                  <a:pt x="2762250" y="285750"/>
                </a:moveTo>
                <a:lnTo>
                  <a:pt x="2762250" y="292100"/>
                </a:lnTo>
                <a:lnTo>
                  <a:pt x="2781300" y="292100"/>
                </a:lnTo>
                <a:lnTo>
                  <a:pt x="2781300" y="285750"/>
                </a:lnTo>
                <a:close/>
                <a:moveTo>
                  <a:pt x="488950" y="285750"/>
                </a:moveTo>
                <a:lnTo>
                  <a:pt x="482600" y="292100"/>
                </a:lnTo>
                <a:lnTo>
                  <a:pt x="482600" y="323850"/>
                </a:lnTo>
                <a:lnTo>
                  <a:pt x="488950" y="317500"/>
                </a:lnTo>
                <a:lnTo>
                  <a:pt x="488950" y="311150"/>
                </a:lnTo>
                <a:lnTo>
                  <a:pt x="482600" y="304800"/>
                </a:lnTo>
                <a:lnTo>
                  <a:pt x="482600" y="292100"/>
                </a:lnTo>
                <a:close/>
                <a:moveTo>
                  <a:pt x="8445500" y="266700"/>
                </a:moveTo>
                <a:lnTo>
                  <a:pt x="8432800" y="279400"/>
                </a:lnTo>
                <a:lnTo>
                  <a:pt x="8432800" y="285750"/>
                </a:lnTo>
                <a:lnTo>
                  <a:pt x="8426450" y="292100"/>
                </a:lnTo>
                <a:lnTo>
                  <a:pt x="8426450" y="311150"/>
                </a:lnTo>
                <a:lnTo>
                  <a:pt x="8420100" y="317500"/>
                </a:lnTo>
                <a:lnTo>
                  <a:pt x="8420100" y="361950"/>
                </a:lnTo>
                <a:lnTo>
                  <a:pt x="8413750" y="368300"/>
                </a:lnTo>
                <a:lnTo>
                  <a:pt x="8413750" y="412750"/>
                </a:lnTo>
                <a:lnTo>
                  <a:pt x="8407400" y="419100"/>
                </a:lnTo>
                <a:lnTo>
                  <a:pt x="8407400" y="488950"/>
                </a:lnTo>
                <a:lnTo>
                  <a:pt x="8420100" y="488950"/>
                </a:lnTo>
                <a:lnTo>
                  <a:pt x="8426450" y="495300"/>
                </a:lnTo>
                <a:lnTo>
                  <a:pt x="8426450" y="508000"/>
                </a:lnTo>
                <a:lnTo>
                  <a:pt x="8445500" y="488950"/>
                </a:lnTo>
                <a:lnTo>
                  <a:pt x="8445500" y="450850"/>
                </a:lnTo>
                <a:lnTo>
                  <a:pt x="8451850" y="444500"/>
                </a:lnTo>
                <a:lnTo>
                  <a:pt x="8451850" y="412750"/>
                </a:lnTo>
                <a:lnTo>
                  <a:pt x="8458200" y="406400"/>
                </a:lnTo>
                <a:lnTo>
                  <a:pt x="8458200" y="368300"/>
                </a:lnTo>
                <a:lnTo>
                  <a:pt x="8464550" y="361950"/>
                </a:lnTo>
                <a:lnTo>
                  <a:pt x="8464550" y="330200"/>
                </a:lnTo>
                <a:lnTo>
                  <a:pt x="8470900" y="323850"/>
                </a:lnTo>
                <a:lnTo>
                  <a:pt x="8470900" y="304800"/>
                </a:lnTo>
                <a:lnTo>
                  <a:pt x="8477250" y="298450"/>
                </a:lnTo>
                <a:lnTo>
                  <a:pt x="8477250" y="285750"/>
                </a:lnTo>
                <a:lnTo>
                  <a:pt x="8464550" y="273050"/>
                </a:lnTo>
                <a:lnTo>
                  <a:pt x="8451850" y="273050"/>
                </a:lnTo>
                <a:close/>
                <a:moveTo>
                  <a:pt x="8420100" y="387350"/>
                </a:moveTo>
                <a:lnTo>
                  <a:pt x="8426450" y="381000"/>
                </a:lnTo>
                <a:lnTo>
                  <a:pt x="8432800" y="387350"/>
                </a:lnTo>
                <a:lnTo>
                  <a:pt x="8426450" y="393700"/>
                </a:lnTo>
                <a:close/>
                <a:moveTo>
                  <a:pt x="8820150" y="260350"/>
                </a:moveTo>
                <a:lnTo>
                  <a:pt x="8807450" y="260350"/>
                </a:lnTo>
                <a:lnTo>
                  <a:pt x="8801100" y="266700"/>
                </a:lnTo>
                <a:lnTo>
                  <a:pt x="8794750" y="266700"/>
                </a:lnTo>
                <a:lnTo>
                  <a:pt x="8788400" y="273050"/>
                </a:lnTo>
                <a:lnTo>
                  <a:pt x="8782050" y="273050"/>
                </a:lnTo>
                <a:lnTo>
                  <a:pt x="8769350" y="285750"/>
                </a:lnTo>
                <a:lnTo>
                  <a:pt x="8769350" y="292100"/>
                </a:lnTo>
                <a:lnTo>
                  <a:pt x="8743950" y="317500"/>
                </a:lnTo>
                <a:lnTo>
                  <a:pt x="8737600" y="311150"/>
                </a:lnTo>
                <a:lnTo>
                  <a:pt x="8737600" y="304800"/>
                </a:lnTo>
                <a:lnTo>
                  <a:pt x="8743950" y="298450"/>
                </a:lnTo>
                <a:lnTo>
                  <a:pt x="8743950" y="273050"/>
                </a:lnTo>
                <a:lnTo>
                  <a:pt x="8737600" y="266700"/>
                </a:lnTo>
                <a:lnTo>
                  <a:pt x="8724900" y="266700"/>
                </a:lnTo>
                <a:lnTo>
                  <a:pt x="8718550" y="273050"/>
                </a:lnTo>
                <a:lnTo>
                  <a:pt x="8712200" y="273050"/>
                </a:lnTo>
                <a:lnTo>
                  <a:pt x="8705850" y="279400"/>
                </a:lnTo>
                <a:lnTo>
                  <a:pt x="8699500" y="279400"/>
                </a:lnTo>
                <a:lnTo>
                  <a:pt x="8699500" y="304800"/>
                </a:lnTo>
                <a:lnTo>
                  <a:pt x="8693150" y="311150"/>
                </a:lnTo>
                <a:lnTo>
                  <a:pt x="8693150" y="361950"/>
                </a:lnTo>
                <a:lnTo>
                  <a:pt x="8686800" y="368300"/>
                </a:lnTo>
                <a:lnTo>
                  <a:pt x="8686800" y="419100"/>
                </a:lnTo>
                <a:lnTo>
                  <a:pt x="8680450" y="425450"/>
                </a:lnTo>
                <a:lnTo>
                  <a:pt x="8680450" y="495300"/>
                </a:lnTo>
                <a:lnTo>
                  <a:pt x="8693150" y="495300"/>
                </a:lnTo>
                <a:lnTo>
                  <a:pt x="8699500" y="501650"/>
                </a:lnTo>
                <a:lnTo>
                  <a:pt x="8712200" y="501650"/>
                </a:lnTo>
                <a:lnTo>
                  <a:pt x="8712200" y="495300"/>
                </a:lnTo>
                <a:lnTo>
                  <a:pt x="8718550" y="488950"/>
                </a:lnTo>
                <a:lnTo>
                  <a:pt x="8718550" y="450850"/>
                </a:lnTo>
                <a:lnTo>
                  <a:pt x="8724900" y="444500"/>
                </a:lnTo>
                <a:lnTo>
                  <a:pt x="8724900" y="438150"/>
                </a:lnTo>
                <a:lnTo>
                  <a:pt x="8718550" y="431800"/>
                </a:lnTo>
                <a:lnTo>
                  <a:pt x="8718550" y="425450"/>
                </a:lnTo>
                <a:lnTo>
                  <a:pt x="8724900" y="419100"/>
                </a:lnTo>
                <a:lnTo>
                  <a:pt x="8724900" y="412750"/>
                </a:lnTo>
                <a:lnTo>
                  <a:pt x="8731250" y="406400"/>
                </a:lnTo>
                <a:lnTo>
                  <a:pt x="8731250" y="400050"/>
                </a:lnTo>
                <a:lnTo>
                  <a:pt x="8737600" y="393700"/>
                </a:lnTo>
                <a:lnTo>
                  <a:pt x="8737600" y="387350"/>
                </a:lnTo>
                <a:lnTo>
                  <a:pt x="8750300" y="374650"/>
                </a:lnTo>
                <a:lnTo>
                  <a:pt x="8750300" y="368300"/>
                </a:lnTo>
                <a:lnTo>
                  <a:pt x="8756650" y="361950"/>
                </a:lnTo>
                <a:lnTo>
                  <a:pt x="8756650" y="355600"/>
                </a:lnTo>
                <a:lnTo>
                  <a:pt x="8794750" y="317500"/>
                </a:lnTo>
                <a:lnTo>
                  <a:pt x="8807450" y="330200"/>
                </a:lnTo>
                <a:lnTo>
                  <a:pt x="8807450" y="355600"/>
                </a:lnTo>
                <a:lnTo>
                  <a:pt x="8801100" y="361950"/>
                </a:lnTo>
                <a:lnTo>
                  <a:pt x="8801100" y="400050"/>
                </a:lnTo>
                <a:lnTo>
                  <a:pt x="8794750" y="406400"/>
                </a:lnTo>
                <a:lnTo>
                  <a:pt x="8794750" y="501650"/>
                </a:lnTo>
                <a:lnTo>
                  <a:pt x="8813800" y="520700"/>
                </a:lnTo>
                <a:lnTo>
                  <a:pt x="8820150" y="514350"/>
                </a:lnTo>
                <a:lnTo>
                  <a:pt x="8832850" y="514350"/>
                </a:lnTo>
                <a:lnTo>
                  <a:pt x="8832850" y="508000"/>
                </a:lnTo>
                <a:lnTo>
                  <a:pt x="8845550" y="488950"/>
                </a:lnTo>
                <a:lnTo>
                  <a:pt x="8845550" y="476250"/>
                </a:lnTo>
                <a:lnTo>
                  <a:pt x="8839200" y="482600"/>
                </a:lnTo>
                <a:lnTo>
                  <a:pt x="8832850" y="476250"/>
                </a:lnTo>
                <a:lnTo>
                  <a:pt x="8832850" y="419100"/>
                </a:lnTo>
                <a:lnTo>
                  <a:pt x="8839200" y="412750"/>
                </a:lnTo>
                <a:lnTo>
                  <a:pt x="8839200" y="368300"/>
                </a:lnTo>
                <a:lnTo>
                  <a:pt x="8845550" y="361950"/>
                </a:lnTo>
                <a:lnTo>
                  <a:pt x="8845550" y="292100"/>
                </a:lnTo>
                <a:lnTo>
                  <a:pt x="8839200" y="285750"/>
                </a:lnTo>
                <a:lnTo>
                  <a:pt x="8839200" y="279400"/>
                </a:lnTo>
                <a:close/>
                <a:moveTo>
                  <a:pt x="8597900" y="260350"/>
                </a:moveTo>
                <a:lnTo>
                  <a:pt x="8585200" y="260350"/>
                </a:lnTo>
                <a:lnTo>
                  <a:pt x="8578850" y="266700"/>
                </a:lnTo>
                <a:lnTo>
                  <a:pt x="8572500" y="266700"/>
                </a:lnTo>
                <a:lnTo>
                  <a:pt x="8534400" y="304800"/>
                </a:lnTo>
                <a:lnTo>
                  <a:pt x="8534400" y="311150"/>
                </a:lnTo>
                <a:lnTo>
                  <a:pt x="8515350" y="330200"/>
                </a:lnTo>
                <a:lnTo>
                  <a:pt x="8515350" y="336550"/>
                </a:lnTo>
                <a:lnTo>
                  <a:pt x="8509000" y="342900"/>
                </a:lnTo>
                <a:lnTo>
                  <a:pt x="8509000" y="355600"/>
                </a:lnTo>
                <a:lnTo>
                  <a:pt x="8502650" y="361950"/>
                </a:lnTo>
                <a:lnTo>
                  <a:pt x="8502650" y="368300"/>
                </a:lnTo>
                <a:lnTo>
                  <a:pt x="8496300" y="374650"/>
                </a:lnTo>
                <a:lnTo>
                  <a:pt x="8496300" y="387350"/>
                </a:lnTo>
                <a:lnTo>
                  <a:pt x="8489950" y="393700"/>
                </a:lnTo>
                <a:lnTo>
                  <a:pt x="8489950" y="412750"/>
                </a:lnTo>
                <a:lnTo>
                  <a:pt x="8483600" y="419100"/>
                </a:lnTo>
                <a:lnTo>
                  <a:pt x="8483600" y="431800"/>
                </a:lnTo>
                <a:lnTo>
                  <a:pt x="8489950" y="438150"/>
                </a:lnTo>
                <a:lnTo>
                  <a:pt x="8489950" y="450850"/>
                </a:lnTo>
                <a:lnTo>
                  <a:pt x="8496300" y="457200"/>
                </a:lnTo>
                <a:lnTo>
                  <a:pt x="8496300" y="469900"/>
                </a:lnTo>
                <a:lnTo>
                  <a:pt x="8521700" y="495300"/>
                </a:lnTo>
                <a:lnTo>
                  <a:pt x="8521700" y="501650"/>
                </a:lnTo>
                <a:lnTo>
                  <a:pt x="8528050" y="501650"/>
                </a:lnTo>
                <a:lnTo>
                  <a:pt x="8534400" y="508000"/>
                </a:lnTo>
                <a:lnTo>
                  <a:pt x="8572500" y="508000"/>
                </a:lnTo>
                <a:lnTo>
                  <a:pt x="8578850" y="501650"/>
                </a:lnTo>
                <a:lnTo>
                  <a:pt x="8585200" y="501650"/>
                </a:lnTo>
                <a:lnTo>
                  <a:pt x="8591550" y="495300"/>
                </a:lnTo>
                <a:lnTo>
                  <a:pt x="8597900" y="495300"/>
                </a:lnTo>
                <a:lnTo>
                  <a:pt x="8616950" y="476250"/>
                </a:lnTo>
                <a:lnTo>
                  <a:pt x="8616950" y="469900"/>
                </a:lnTo>
                <a:lnTo>
                  <a:pt x="8623300" y="463550"/>
                </a:lnTo>
                <a:lnTo>
                  <a:pt x="8629650" y="463550"/>
                </a:lnTo>
                <a:lnTo>
                  <a:pt x="8629650" y="457200"/>
                </a:lnTo>
                <a:lnTo>
                  <a:pt x="8642350" y="444500"/>
                </a:lnTo>
                <a:lnTo>
                  <a:pt x="8642350" y="438150"/>
                </a:lnTo>
                <a:lnTo>
                  <a:pt x="8655050" y="419100"/>
                </a:lnTo>
                <a:lnTo>
                  <a:pt x="8655050" y="406400"/>
                </a:lnTo>
                <a:lnTo>
                  <a:pt x="8661400" y="400050"/>
                </a:lnTo>
                <a:lnTo>
                  <a:pt x="8661400" y="336550"/>
                </a:lnTo>
                <a:lnTo>
                  <a:pt x="8655050" y="330200"/>
                </a:lnTo>
                <a:lnTo>
                  <a:pt x="8655050" y="323850"/>
                </a:lnTo>
                <a:lnTo>
                  <a:pt x="8661400" y="317500"/>
                </a:lnTo>
                <a:lnTo>
                  <a:pt x="8661400" y="304800"/>
                </a:lnTo>
                <a:lnTo>
                  <a:pt x="8655050" y="298450"/>
                </a:lnTo>
                <a:lnTo>
                  <a:pt x="8623300" y="298450"/>
                </a:lnTo>
                <a:lnTo>
                  <a:pt x="8616950" y="292100"/>
                </a:lnTo>
                <a:lnTo>
                  <a:pt x="8616950" y="285750"/>
                </a:lnTo>
                <a:lnTo>
                  <a:pt x="8623300" y="279400"/>
                </a:lnTo>
                <a:lnTo>
                  <a:pt x="8623300" y="273050"/>
                </a:lnTo>
                <a:lnTo>
                  <a:pt x="8616950" y="266700"/>
                </a:lnTo>
                <a:lnTo>
                  <a:pt x="8604250" y="266700"/>
                </a:lnTo>
                <a:close/>
                <a:moveTo>
                  <a:pt x="8597900" y="311150"/>
                </a:moveTo>
                <a:lnTo>
                  <a:pt x="8616950" y="330200"/>
                </a:lnTo>
                <a:lnTo>
                  <a:pt x="8616950" y="400050"/>
                </a:lnTo>
                <a:lnTo>
                  <a:pt x="8610600" y="406400"/>
                </a:lnTo>
                <a:lnTo>
                  <a:pt x="8610600" y="412750"/>
                </a:lnTo>
                <a:lnTo>
                  <a:pt x="8604250" y="419100"/>
                </a:lnTo>
                <a:lnTo>
                  <a:pt x="8604250" y="425450"/>
                </a:lnTo>
                <a:lnTo>
                  <a:pt x="8591550" y="438150"/>
                </a:lnTo>
                <a:lnTo>
                  <a:pt x="8591550" y="444500"/>
                </a:lnTo>
                <a:lnTo>
                  <a:pt x="8578850" y="457200"/>
                </a:lnTo>
                <a:lnTo>
                  <a:pt x="8572500" y="457200"/>
                </a:lnTo>
                <a:lnTo>
                  <a:pt x="8566150" y="463550"/>
                </a:lnTo>
                <a:lnTo>
                  <a:pt x="8553450" y="463550"/>
                </a:lnTo>
                <a:lnTo>
                  <a:pt x="8540750" y="450850"/>
                </a:lnTo>
                <a:lnTo>
                  <a:pt x="8540750" y="431800"/>
                </a:lnTo>
                <a:lnTo>
                  <a:pt x="8534400" y="425450"/>
                </a:lnTo>
                <a:lnTo>
                  <a:pt x="8534400" y="412750"/>
                </a:lnTo>
                <a:lnTo>
                  <a:pt x="8540750" y="406400"/>
                </a:lnTo>
                <a:lnTo>
                  <a:pt x="8540750" y="387350"/>
                </a:lnTo>
                <a:lnTo>
                  <a:pt x="8547100" y="381000"/>
                </a:lnTo>
                <a:lnTo>
                  <a:pt x="8547100" y="368300"/>
                </a:lnTo>
                <a:lnTo>
                  <a:pt x="8553450" y="361950"/>
                </a:lnTo>
                <a:lnTo>
                  <a:pt x="8553450" y="355600"/>
                </a:lnTo>
                <a:lnTo>
                  <a:pt x="8559800" y="349250"/>
                </a:lnTo>
                <a:lnTo>
                  <a:pt x="8559800" y="342900"/>
                </a:lnTo>
                <a:lnTo>
                  <a:pt x="8572500" y="330200"/>
                </a:lnTo>
                <a:lnTo>
                  <a:pt x="8572500" y="323850"/>
                </a:lnTo>
                <a:lnTo>
                  <a:pt x="8585200" y="311150"/>
                </a:lnTo>
                <a:close/>
                <a:moveTo>
                  <a:pt x="2044700" y="254000"/>
                </a:moveTo>
                <a:lnTo>
                  <a:pt x="2044700" y="273050"/>
                </a:lnTo>
                <a:lnTo>
                  <a:pt x="2051050" y="279400"/>
                </a:lnTo>
                <a:lnTo>
                  <a:pt x="2051050" y="285750"/>
                </a:lnTo>
                <a:lnTo>
                  <a:pt x="2044700" y="292100"/>
                </a:lnTo>
                <a:lnTo>
                  <a:pt x="2038350" y="285750"/>
                </a:lnTo>
                <a:lnTo>
                  <a:pt x="2044700" y="292100"/>
                </a:lnTo>
                <a:lnTo>
                  <a:pt x="2038350" y="298450"/>
                </a:lnTo>
                <a:lnTo>
                  <a:pt x="2038350" y="304800"/>
                </a:lnTo>
                <a:lnTo>
                  <a:pt x="2044700" y="304800"/>
                </a:lnTo>
                <a:lnTo>
                  <a:pt x="2051050" y="298450"/>
                </a:lnTo>
                <a:lnTo>
                  <a:pt x="2051050" y="279400"/>
                </a:lnTo>
                <a:lnTo>
                  <a:pt x="2044700" y="273050"/>
                </a:lnTo>
                <a:close/>
                <a:moveTo>
                  <a:pt x="8026400" y="247650"/>
                </a:moveTo>
                <a:lnTo>
                  <a:pt x="8020050" y="254000"/>
                </a:lnTo>
                <a:lnTo>
                  <a:pt x="8007350" y="254000"/>
                </a:lnTo>
                <a:lnTo>
                  <a:pt x="7975600" y="285750"/>
                </a:lnTo>
                <a:lnTo>
                  <a:pt x="7975600" y="292100"/>
                </a:lnTo>
                <a:lnTo>
                  <a:pt x="7962900" y="304800"/>
                </a:lnTo>
                <a:lnTo>
                  <a:pt x="7956550" y="304800"/>
                </a:lnTo>
                <a:lnTo>
                  <a:pt x="7950200" y="298450"/>
                </a:lnTo>
                <a:lnTo>
                  <a:pt x="7950200" y="292100"/>
                </a:lnTo>
                <a:lnTo>
                  <a:pt x="7956550" y="285750"/>
                </a:lnTo>
                <a:lnTo>
                  <a:pt x="7956550" y="266700"/>
                </a:lnTo>
                <a:lnTo>
                  <a:pt x="7950200" y="260350"/>
                </a:lnTo>
                <a:lnTo>
                  <a:pt x="7950200" y="254000"/>
                </a:lnTo>
                <a:lnTo>
                  <a:pt x="7937500" y="254000"/>
                </a:lnTo>
                <a:lnTo>
                  <a:pt x="7931150" y="260350"/>
                </a:lnTo>
                <a:lnTo>
                  <a:pt x="7924800" y="260350"/>
                </a:lnTo>
                <a:lnTo>
                  <a:pt x="7918450" y="266700"/>
                </a:lnTo>
                <a:lnTo>
                  <a:pt x="7912100" y="266700"/>
                </a:lnTo>
                <a:lnTo>
                  <a:pt x="7912100" y="292100"/>
                </a:lnTo>
                <a:lnTo>
                  <a:pt x="7905750" y="298450"/>
                </a:lnTo>
                <a:lnTo>
                  <a:pt x="7905750" y="330200"/>
                </a:lnTo>
                <a:lnTo>
                  <a:pt x="7899400" y="336550"/>
                </a:lnTo>
                <a:lnTo>
                  <a:pt x="7899400" y="400050"/>
                </a:lnTo>
                <a:lnTo>
                  <a:pt x="7893050" y="406400"/>
                </a:lnTo>
                <a:lnTo>
                  <a:pt x="7893050" y="438150"/>
                </a:lnTo>
                <a:lnTo>
                  <a:pt x="7886700" y="444500"/>
                </a:lnTo>
                <a:lnTo>
                  <a:pt x="7886700" y="488950"/>
                </a:lnTo>
                <a:lnTo>
                  <a:pt x="7893050" y="495300"/>
                </a:lnTo>
                <a:lnTo>
                  <a:pt x="7899400" y="495300"/>
                </a:lnTo>
                <a:lnTo>
                  <a:pt x="7905750" y="501650"/>
                </a:lnTo>
                <a:lnTo>
                  <a:pt x="7912100" y="501650"/>
                </a:lnTo>
                <a:lnTo>
                  <a:pt x="7931150" y="488950"/>
                </a:lnTo>
                <a:lnTo>
                  <a:pt x="7931150" y="469900"/>
                </a:lnTo>
                <a:lnTo>
                  <a:pt x="7937500" y="463550"/>
                </a:lnTo>
                <a:lnTo>
                  <a:pt x="7937500" y="406400"/>
                </a:lnTo>
                <a:lnTo>
                  <a:pt x="7943850" y="400050"/>
                </a:lnTo>
                <a:lnTo>
                  <a:pt x="7943850" y="393700"/>
                </a:lnTo>
                <a:lnTo>
                  <a:pt x="7950200" y="387350"/>
                </a:lnTo>
                <a:lnTo>
                  <a:pt x="7950200" y="381000"/>
                </a:lnTo>
                <a:lnTo>
                  <a:pt x="7956550" y="374650"/>
                </a:lnTo>
                <a:lnTo>
                  <a:pt x="7956550" y="368300"/>
                </a:lnTo>
                <a:lnTo>
                  <a:pt x="7962900" y="361950"/>
                </a:lnTo>
                <a:lnTo>
                  <a:pt x="7962900" y="355600"/>
                </a:lnTo>
                <a:lnTo>
                  <a:pt x="7975600" y="342900"/>
                </a:lnTo>
                <a:lnTo>
                  <a:pt x="7975600" y="336550"/>
                </a:lnTo>
                <a:lnTo>
                  <a:pt x="8007350" y="304800"/>
                </a:lnTo>
                <a:lnTo>
                  <a:pt x="8013700" y="304800"/>
                </a:lnTo>
                <a:lnTo>
                  <a:pt x="8020050" y="298450"/>
                </a:lnTo>
                <a:lnTo>
                  <a:pt x="8026400" y="298450"/>
                </a:lnTo>
                <a:lnTo>
                  <a:pt x="8032750" y="304800"/>
                </a:lnTo>
                <a:lnTo>
                  <a:pt x="8032750" y="311150"/>
                </a:lnTo>
                <a:lnTo>
                  <a:pt x="8045450" y="311150"/>
                </a:lnTo>
                <a:lnTo>
                  <a:pt x="8051800" y="304800"/>
                </a:lnTo>
                <a:lnTo>
                  <a:pt x="8051800" y="298450"/>
                </a:lnTo>
                <a:lnTo>
                  <a:pt x="8058150" y="292100"/>
                </a:lnTo>
                <a:lnTo>
                  <a:pt x="8058150" y="273050"/>
                </a:lnTo>
                <a:lnTo>
                  <a:pt x="8045450" y="260350"/>
                </a:lnTo>
                <a:lnTo>
                  <a:pt x="8039100" y="260350"/>
                </a:lnTo>
                <a:close/>
                <a:moveTo>
                  <a:pt x="7829550" y="247650"/>
                </a:moveTo>
                <a:lnTo>
                  <a:pt x="7785100" y="247650"/>
                </a:lnTo>
                <a:lnTo>
                  <a:pt x="7778750" y="254000"/>
                </a:lnTo>
                <a:lnTo>
                  <a:pt x="7772400" y="254000"/>
                </a:lnTo>
                <a:lnTo>
                  <a:pt x="7766050" y="260350"/>
                </a:lnTo>
                <a:lnTo>
                  <a:pt x="7759700" y="260350"/>
                </a:lnTo>
                <a:lnTo>
                  <a:pt x="7747000" y="273050"/>
                </a:lnTo>
                <a:lnTo>
                  <a:pt x="7747000" y="279400"/>
                </a:lnTo>
                <a:lnTo>
                  <a:pt x="7721600" y="304800"/>
                </a:lnTo>
                <a:lnTo>
                  <a:pt x="7721600" y="311150"/>
                </a:lnTo>
                <a:lnTo>
                  <a:pt x="7715250" y="317500"/>
                </a:lnTo>
                <a:lnTo>
                  <a:pt x="7715250" y="323850"/>
                </a:lnTo>
                <a:lnTo>
                  <a:pt x="7708900" y="330200"/>
                </a:lnTo>
                <a:lnTo>
                  <a:pt x="7708900" y="336550"/>
                </a:lnTo>
                <a:lnTo>
                  <a:pt x="7696200" y="349250"/>
                </a:lnTo>
                <a:lnTo>
                  <a:pt x="7696200" y="368300"/>
                </a:lnTo>
                <a:lnTo>
                  <a:pt x="7677150" y="387350"/>
                </a:lnTo>
                <a:lnTo>
                  <a:pt x="7677150" y="400050"/>
                </a:lnTo>
                <a:lnTo>
                  <a:pt x="7689850" y="412750"/>
                </a:lnTo>
                <a:lnTo>
                  <a:pt x="7689850" y="457200"/>
                </a:lnTo>
                <a:lnTo>
                  <a:pt x="7696200" y="463550"/>
                </a:lnTo>
                <a:lnTo>
                  <a:pt x="7696200" y="469900"/>
                </a:lnTo>
                <a:lnTo>
                  <a:pt x="7715250" y="488950"/>
                </a:lnTo>
                <a:lnTo>
                  <a:pt x="7721600" y="488950"/>
                </a:lnTo>
                <a:lnTo>
                  <a:pt x="7740650" y="501650"/>
                </a:lnTo>
                <a:lnTo>
                  <a:pt x="7797800" y="501650"/>
                </a:lnTo>
                <a:lnTo>
                  <a:pt x="7804150" y="495300"/>
                </a:lnTo>
                <a:lnTo>
                  <a:pt x="7816850" y="495300"/>
                </a:lnTo>
                <a:lnTo>
                  <a:pt x="7823200" y="488950"/>
                </a:lnTo>
                <a:lnTo>
                  <a:pt x="7829550" y="488950"/>
                </a:lnTo>
                <a:lnTo>
                  <a:pt x="7867650" y="450850"/>
                </a:lnTo>
                <a:lnTo>
                  <a:pt x="7861300" y="450850"/>
                </a:lnTo>
                <a:lnTo>
                  <a:pt x="7854950" y="457200"/>
                </a:lnTo>
                <a:lnTo>
                  <a:pt x="7848600" y="450850"/>
                </a:lnTo>
                <a:lnTo>
                  <a:pt x="7848600" y="438150"/>
                </a:lnTo>
                <a:lnTo>
                  <a:pt x="7854950" y="431800"/>
                </a:lnTo>
                <a:lnTo>
                  <a:pt x="7848600" y="425450"/>
                </a:lnTo>
                <a:lnTo>
                  <a:pt x="7835900" y="438150"/>
                </a:lnTo>
                <a:lnTo>
                  <a:pt x="7829550" y="438150"/>
                </a:lnTo>
                <a:lnTo>
                  <a:pt x="7816850" y="450850"/>
                </a:lnTo>
                <a:lnTo>
                  <a:pt x="7810500" y="450850"/>
                </a:lnTo>
                <a:lnTo>
                  <a:pt x="7804150" y="457200"/>
                </a:lnTo>
                <a:lnTo>
                  <a:pt x="7791450" y="457200"/>
                </a:lnTo>
                <a:lnTo>
                  <a:pt x="7785100" y="463550"/>
                </a:lnTo>
                <a:lnTo>
                  <a:pt x="7766050" y="463550"/>
                </a:lnTo>
                <a:lnTo>
                  <a:pt x="7747000" y="450850"/>
                </a:lnTo>
                <a:lnTo>
                  <a:pt x="7747000" y="444500"/>
                </a:lnTo>
                <a:lnTo>
                  <a:pt x="7734300" y="425450"/>
                </a:lnTo>
                <a:lnTo>
                  <a:pt x="7734300" y="406400"/>
                </a:lnTo>
                <a:lnTo>
                  <a:pt x="7740650" y="400050"/>
                </a:lnTo>
                <a:lnTo>
                  <a:pt x="7778750" y="400050"/>
                </a:lnTo>
                <a:lnTo>
                  <a:pt x="7785100" y="393700"/>
                </a:lnTo>
                <a:lnTo>
                  <a:pt x="7797800" y="393700"/>
                </a:lnTo>
                <a:lnTo>
                  <a:pt x="7804150" y="387350"/>
                </a:lnTo>
                <a:lnTo>
                  <a:pt x="7810500" y="387350"/>
                </a:lnTo>
                <a:lnTo>
                  <a:pt x="7816850" y="381000"/>
                </a:lnTo>
                <a:lnTo>
                  <a:pt x="7823200" y="381000"/>
                </a:lnTo>
                <a:lnTo>
                  <a:pt x="7861300" y="342900"/>
                </a:lnTo>
                <a:lnTo>
                  <a:pt x="7861300" y="336550"/>
                </a:lnTo>
                <a:lnTo>
                  <a:pt x="7867650" y="330200"/>
                </a:lnTo>
                <a:lnTo>
                  <a:pt x="7867650" y="292100"/>
                </a:lnTo>
                <a:lnTo>
                  <a:pt x="7861300" y="285750"/>
                </a:lnTo>
                <a:lnTo>
                  <a:pt x="7861300" y="279400"/>
                </a:lnTo>
                <a:lnTo>
                  <a:pt x="7854950" y="273050"/>
                </a:lnTo>
                <a:lnTo>
                  <a:pt x="7854950" y="266700"/>
                </a:lnTo>
                <a:lnTo>
                  <a:pt x="7842250" y="254000"/>
                </a:lnTo>
                <a:lnTo>
                  <a:pt x="7835900" y="254000"/>
                </a:lnTo>
                <a:close/>
                <a:moveTo>
                  <a:pt x="7829550" y="469900"/>
                </a:moveTo>
                <a:lnTo>
                  <a:pt x="7829550" y="463550"/>
                </a:lnTo>
                <a:lnTo>
                  <a:pt x="7835900" y="457200"/>
                </a:lnTo>
                <a:lnTo>
                  <a:pt x="7848600" y="457200"/>
                </a:lnTo>
                <a:lnTo>
                  <a:pt x="7854950" y="463550"/>
                </a:lnTo>
                <a:lnTo>
                  <a:pt x="7835900" y="476250"/>
                </a:lnTo>
                <a:close/>
                <a:moveTo>
                  <a:pt x="7823200" y="285750"/>
                </a:moveTo>
                <a:lnTo>
                  <a:pt x="7835900" y="298450"/>
                </a:lnTo>
                <a:lnTo>
                  <a:pt x="7835900" y="311150"/>
                </a:lnTo>
                <a:lnTo>
                  <a:pt x="7823200" y="323850"/>
                </a:lnTo>
                <a:lnTo>
                  <a:pt x="7823200" y="330200"/>
                </a:lnTo>
                <a:lnTo>
                  <a:pt x="7797800" y="355600"/>
                </a:lnTo>
                <a:lnTo>
                  <a:pt x="7791450" y="355600"/>
                </a:lnTo>
                <a:lnTo>
                  <a:pt x="7785100" y="361950"/>
                </a:lnTo>
                <a:lnTo>
                  <a:pt x="7772400" y="361950"/>
                </a:lnTo>
                <a:lnTo>
                  <a:pt x="7766050" y="368300"/>
                </a:lnTo>
                <a:lnTo>
                  <a:pt x="7759700" y="368300"/>
                </a:lnTo>
                <a:lnTo>
                  <a:pt x="7747000" y="355600"/>
                </a:lnTo>
                <a:lnTo>
                  <a:pt x="7753350" y="349250"/>
                </a:lnTo>
                <a:lnTo>
                  <a:pt x="7753350" y="342900"/>
                </a:lnTo>
                <a:lnTo>
                  <a:pt x="7759700" y="336550"/>
                </a:lnTo>
                <a:lnTo>
                  <a:pt x="7759700" y="330200"/>
                </a:lnTo>
                <a:lnTo>
                  <a:pt x="7778750" y="311150"/>
                </a:lnTo>
                <a:lnTo>
                  <a:pt x="7778750" y="304800"/>
                </a:lnTo>
                <a:lnTo>
                  <a:pt x="7785100" y="298450"/>
                </a:lnTo>
                <a:lnTo>
                  <a:pt x="7791450" y="298450"/>
                </a:lnTo>
                <a:lnTo>
                  <a:pt x="7804150" y="285750"/>
                </a:lnTo>
                <a:close/>
                <a:moveTo>
                  <a:pt x="514350" y="247650"/>
                </a:moveTo>
                <a:lnTo>
                  <a:pt x="508000" y="254000"/>
                </a:lnTo>
                <a:lnTo>
                  <a:pt x="508000" y="260350"/>
                </a:lnTo>
                <a:lnTo>
                  <a:pt x="495300" y="273050"/>
                </a:lnTo>
                <a:lnTo>
                  <a:pt x="501650" y="279400"/>
                </a:lnTo>
                <a:lnTo>
                  <a:pt x="501650" y="285750"/>
                </a:lnTo>
                <a:lnTo>
                  <a:pt x="501650" y="279400"/>
                </a:lnTo>
                <a:lnTo>
                  <a:pt x="508000" y="273050"/>
                </a:lnTo>
                <a:lnTo>
                  <a:pt x="514350" y="279400"/>
                </a:lnTo>
                <a:lnTo>
                  <a:pt x="514350" y="298450"/>
                </a:lnTo>
                <a:lnTo>
                  <a:pt x="508000" y="304800"/>
                </a:lnTo>
                <a:lnTo>
                  <a:pt x="508000" y="317500"/>
                </a:lnTo>
                <a:lnTo>
                  <a:pt x="501650" y="323850"/>
                </a:lnTo>
                <a:lnTo>
                  <a:pt x="501650" y="336550"/>
                </a:lnTo>
                <a:lnTo>
                  <a:pt x="495300" y="342900"/>
                </a:lnTo>
                <a:lnTo>
                  <a:pt x="495300" y="361950"/>
                </a:lnTo>
                <a:lnTo>
                  <a:pt x="501650" y="355600"/>
                </a:lnTo>
                <a:lnTo>
                  <a:pt x="501650" y="342900"/>
                </a:lnTo>
                <a:lnTo>
                  <a:pt x="508000" y="336550"/>
                </a:lnTo>
                <a:lnTo>
                  <a:pt x="508000" y="323850"/>
                </a:lnTo>
                <a:lnTo>
                  <a:pt x="514350" y="317500"/>
                </a:lnTo>
                <a:lnTo>
                  <a:pt x="514350" y="298450"/>
                </a:lnTo>
                <a:lnTo>
                  <a:pt x="520700" y="292100"/>
                </a:lnTo>
                <a:lnTo>
                  <a:pt x="520700" y="279400"/>
                </a:lnTo>
                <a:lnTo>
                  <a:pt x="514350" y="279400"/>
                </a:lnTo>
                <a:lnTo>
                  <a:pt x="508000" y="273050"/>
                </a:lnTo>
                <a:lnTo>
                  <a:pt x="508000" y="266700"/>
                </a:lnTo>
                <a:lnTo>
                  <a:pt x="514350" y="260350"/>
                </a:lnTo>
                <a:close/>
                <a:moveTo>
                  <a:pt x="2362200" y="241300"/>
                </a:moveTo>
                <a:lnTo>
                  <a:pt x="2362200" y="260350"/>
                </a:lnTo>
                <a:lnTo>
                  <a:pt x="2355850" y="266700"/>
                </a:lnTo>
                <a:lnTo>
                  <a:pt x="2355850" y="273050"/>
                </a:lnTo>
                <a:lnTo>
                  <a:pt x="2349500" y="279400"/>
                </a:lnTo>
                <a:lnTo>
                  <a:pt x="2343150" y="273050"/>
                </a:lnTo>
                <a:lnTo>
                  <a:pt x="2343150" y="266700"/>
                </a:lnTo>
                <a:lnTo>
                  <a:pt x="2343150" y="279400"/>
                </a:lnTo>
                <a:lnTo>
                  <a:pt x="2336800" y="285750"/>
                </a:lnTo>
                <a:lnTo>
                  <a:pt x="2343150" y="279400"/>
                </a:lnTo>
                <a:lnTo>
                  <a:pt x="2349500" y="285750"/>
                </a:lnTo>
                <a:lnTo>
                  <a:pt x="2349500" y="292100"/>
                </a:lnTo>
                <a:lnTo>
                  <a:pt x="2336800" y="304800"/>
                </a:lnTo>
                <a:lnTo>
                  <a:pt x="2330450" y="298450"/>
                </a:lnTo>
                <a:lnTo>
                  <a:pt x="2324100" y="304800"/>
                </a:lnTo>
                <a:lnTo>
                  <a:pt x="2324100" y="317500"/>
                </a:lnTo>
                <a:lnTo>
                  <a:pt x="2330450" y="311150"/>
                </a:lnTo>
                <a:lnTo>
                  <a:pt x="2336800" y="311150"/>
                </a:lnTo>
                <a:lnTo>
                  <a:pt x="2336800" y="304800"/>
                </a:lnTo>
                <a:lnTo>
                  <a:pt x="2349500" y="292100"/>
                </a:lnTo>
                <a:lnTo>
                  <a:pt x="2349500" y="285750"/>
                </a:lnTo>
                <a:lnTo>
                  <a:pt x="2355850" y="279400"/>
                </a:lnTo>
                <a:lnTo>
                  <a:pt x="2355850" y="266700"/>
                </a:lnTo>
                <a:lnTo>
                  <a:pt x="2362200" y="260350"/>
                </a:lnTo>
                <a:close/>
                <a:moveTo>
                  <a:pt x="2311400" y="241300"/>
                </a:moveTo>
                <a:lnTo>
                  <a:pt x="2311400" y="266700"/>
                </a:lnTo>
                <a:lnTo>
                  <a:pt x="2305050" y="273050"/>
                </a:lnTo>
                <a:lnTo>
                  <a:pt x="2298700" y="266700"/>
                </a:lnTo>
                <a:lnTo>
                  <a:pt x="2298700" y="254000"/>
                </a:lnTo>
                <a:lnTo>
                  <a:pt x="2298700" y="285750"/>
                </a:lnTo>
                <a:lnTo>
                  <a:pt x="2292350" y="292100"/>
                </a:lnTo>
                <a:lnTo>
                  <a:pt x="2292350" y="304800"/>
                </a:lnTo>
                <a:lnTo>
                  <a:pt x="2286000" y="311150"/>
                </a:lnTo>
                <a:lnTo>
                  <a:pt x="2286000" y="323850"/>
                </a:lnTo>
                <a:lnTo>
                  <a:pt x="2292350" y="330200"/>
                </a:lnTo>
                <a:lnTo>
                  <a:pt x="2292350" y="317500"/>
                </a:lnTo>
                <a:lnTo>
                  <a:pt x="2298700" y="311150"/>
                </a:lnTo>
                <a:lnTo>
                  <a:pt x="2298700" y="298450"/>
                </a:lnTo>
                <a:lnTo>
                  <a:pt x="2305050" y="292100"/>
                </a:lnTo>
                <a:lnTo>
                  <a:pt x="2305050" y="273050"/>
                </a:lnTo>
                <a:lnTo>
                  <a:pt x="2311400" y="266700"/>
                </a:lnTo>
                <a:close/>
                <a:moveTo>
                  <a:pt x="7639050" y="241300"/>
                </a:moveTo>
                <a:lnTo>
                  <a:pt x="7626350" y="241300"/>
                </a:lnTo>
                <a:lnTo>
                  <a:pt x="7620000" y="234950"/>
                </a:lnTo>
                <a:lnTo>
                  <a:pt x="7613650" y="241300"/>
                </a:lnTo>
                <a:lnTo>
                  <a:pt x="7600950" y="241300"/>
                </a:lnTo>
                <a:lnTo>
                  <a:pt x="7556500" y="285750"/>
                </a:lnTo>
                <a:lnTo>
                  <a:pt x="7556500" y="292100"/>
                </a:lnTo>
                <a:lnTo>
                  <a:pt x="7550150" y="298450"/>
                </a:lnTo>
                <a:lnTo>
                  <a:pt x="7543800" y="298450"/>
                </a:lnTo>
                <a:lnTo>
                  <a:pt x="7537450" y="292100"/>
                </a:lnTo>
                <a:lnTo>
                  <a:pt x="7537450" y="279400"/>
                </a:lnTo>
                <a:lnTo>
                  <a:pt x="7543800" y="273050"/>
                </a:lnTo>
                <a:lnTo>
                  <a:pt x="7543800" y="254000"/>
                </a:lnTo>
                <a:lnTo>
                  <a:pt x="7531100" y="241300"/>
                </a:lnTo>
                <a:lnTo>
                  <a:pt x="7524750" y="247650"/>
                </a:lnTo>
                <a:lnTo>
                  <a:pt x="7512050" y="247650"/>
                </a:lnTo>
                <a:lnTo>
                  <a:pt x="7505700" y="254000"/>
                </a:lnTo>
                <a:lnTo>
                  <a:pt x="7499350" y="254000"/>
                </a:lnTo>
                <a:lnTo>
                  <a:pt x="7486650" y="266700"/>
                </a:lnTo>
                <a:lnTo>
                  <a:pt x="7486650" y="311150"/>
                </a:lnTo>
                <a:lnTo>
                  <a:pt x="7480300" y="317500"/>
                </a:lnTo>
                <a:lnTo>
                  <a:pt x="7480300" y="361950"/>
                </a:lnTo>
                <a:lnTo>
                  <a:pt x="7473950" y="368300"/>
                </a:lnTo>
                <a:lnTo>
                  <a:pt x="7473950" y="425450"/>
                </a:lnTo>
                <a:lnTo>
                  <a:pt x="7467600" y="431800"/>
                </a:lnTo>
                <a:lnTo>
                  <a:pt x="7467600" y="469900"/>
                </a:lnTo>
                <a:lnTo>
                  <a:pt x="7461250" y="476250"/>
                </a:lnTo>
                <a:lnTo>
                  <a:pt x="7467600" y="482600"/>
                </a:lnTo>
                <a:lnTo>
                  <a:pt x="7480300" y="482600"/>
                </a:lnTo>
                <a:lnTo>
                  <a:pt x="7486650" y="488950"/>
                </a:lnTo>
                <a:lnTo>
                  <a:pt x="7505700" y="488950"/>
                </a:lnTo>
                <a:lnTo>
                  <a:pt x="7512050" y="482600"/>
                </a:lnTo>
                <a:lnTo>
                  <a:pt x="7512050" y="450850"/>
                </a:lnTo>
                <a:lnTo>
                  <a:pt x="7518400" y="444500"/>
                </a:lnTo>
                <a:lnTo>
                  <a:pt x="7518400" y="431800"/>
                </a:lnTo>
                <a:lnTo>
                  <a:pt x="7505700" y="419100"/>
                </a:lnTo>
                <a:lnTo>
                  <a:pt x="7505700" y="412750"/>
                </a:lnTo>
                <a:lnTo>
                  <a:pt x="7518400" y="400050"/>
                </a:lnTo>
                <a:lnTo>
                  <a:pt x="7524750" y="400050"/>
                </a:lnTo>
                <a:lnTo>
                  <a:pt x="7524750" y="393700"/>
                </a:lnTo>
                <a:lnTo>
                  <a:pt x="7531100" y="387350"/>
                </a:lnTo>
                <a:lnTo>
                  <a:pt x="7531100" y="381000"/>
                </a:lnTo>
                <a:lnTo>
                  <a:pt x="7543800" y="368300"/>
                </a:lnTo>
                <a:lnTo>
                  <a:pt x="7543800" y="361950"/>
                </a:lnTo>
                <a:lnTo>
                  <a:pt x="7556500" y="349250"/>
                </a:lnTo>
                <a:lnTo>
                  <a:pt x="7556500" y="342900"/>
                </a:lnTo>
                <a:lnTo>
                  <a:pt x="7600950" y="298450"/>
                </a:lnTo>
                <a:lnTo>
                  <a:pt x="7607300" y="298450"/>
                </a:lnTo>
                <a:lnTo>
                  <a:pt x="7613650" y="304800"/>
                </a:lnTo>
                <a:lnTo>
                  <a:pt x="7613650" y="342900"/>
                </a:lnTo>
                <a:lnTo>
                  <a:pt x="7607300" y="349250"/>
                </a:lnTo>
                <a:lnTo>
                  <a:pt x="7607300" y="387350"/>
                </a:lnTo>
                <a:lnTo>
                  <a:pt x="7600950" y="393700"/>
                </a:lnTo>
                <a:lnTo>
                  <a:pt x="7600950" y="450850"/>
                </a:lnTo>
                <a:lnTo>
                  <a:pt x="7594600" y="457200"/>
                </a:lnTo>
                <a:lnTo>
                  <a:pt x="7594600" y="476250"/>
                </a:lnTo>
                <a:lnTo>
                  <a:pt x="7620000" y="501650"/>
                </a:lnTo>
                <a:lnTo>
                  <a:pt x="7632700" y="501650"/>
                </a:lnTo>
                <a:lnTo>
                  <a:pt x="7632700" y="488950"/>
                </a:lnTo>
                <a:lnTo>
                  <a:pt x="7645400" y="469900"/>
                </a:lnTo>
                <a:lnTo>
                  <a:pt x="7645400" y="419100"/>
                </a:lnTo>
                <a:lnTo>
                  <a:pt x="7651750" y="412750"/>
                </a:lnTo>
                <a:lnTo>
                  <a:pt x="7651750" y="381000"/>
                </a:lnTo>
                <a:lnTo>
                  <a:pt x="7658100" y="374650"/>
                </a:lnTo>
                <a:lnTo>
                  <a:pt x="7658100" y="349250"/>
                </a:lnTo>
                <a:lnTo>
                  <a:pt x="7664450" y="342900"/>
                </a:lnTo>
                <a:lnTo>
                  <a:pt x="7664450" y="273050"/>
                </a:lnTo>
                <a:lnTo>
                  <a:pt x="7658100" y="266700"/>
                </a:lnTo>
                <a:lnTo>
                  <a:pt x="7658100" y="260350"/>
                </a:lnTo>
                <a:close/>
                <a:moveTo>
                  <a:pt x="7391400" y="234950"/>
                </a:moveTo>
                <a:lnTo>
                  <a:pt x="7372350" y="234950"/>
                </a:lnTo>
                <a:lnTo>
                  <a:pt x="7366000" y="241300"/>
                </a:lnTo>
                <a:lnTo>
                  <a:pt x="7353300" y="241300"/>
                </a:lnTo>
                <a:lnTo>
                  <a:pt x="7346950" y="247650"/>
                </a:lnTo>
                <a:lnTo>
                  <a:pt x="7340600" y="247650"/>
                </a:lnTo>
                <a:lnTo>
                  <a:pt x="7296150" y="292100"/>
                </a:lnTo>
                <a:lnTo>
                  <a:pt x="7296150" y="298450"/>
                </a:lnTo>
                <a:lnTo>
                  <a:pt x="7283450" y="311150"/>
                </a:lnTo>
                <a:lnTo>
                  <a:pt x="7283450" y="317500"/>
                </a:lnTo>
                <a:lnTo>
                  <a:pt x="7277100" y="323850"/>
                </a:lnTo>
                <a:lnTo>
                  <a:pt x="7277100" y="330200"/>
                </a:lnTo>
                <a:lnTo>
                  <a:pt x="7264400" y="349250"/>
                </a:lnTo>
                <a:lnTo>
                  <a:pt x="7264400" y="361950"/>
                </a:lnTo>
                <a:lnTo>
                  <a:pt x="7258050" y="368300"/>
                </a:lnTo>
                <a:lnTo>
                  <a:pt x="7251700" y="368300"/>
                </a:lnTo>
                <a:lnTo>
                  <a:pt x="7239000" y="387350"/>
                </a:lnTo>
                <a:lnTo>
                  <a:pt x="7239000" y="393700"/>
                </a:lnTo>
                <a:lnTo>
                  <a:pt x="7251700" y="406400"/>
                </a:lnTo>
                <a:lnTo>
                  <a:pt x="7251700" y="438150"/>
                </a:lnTo>
                <a:lnTo>
                  <a:pt x="7258050" y="444500"/>
                </a:lnTo>
                <a:lnTo>
                  <a:pt x="7258050" y="450850"/>
                </a:lnTo>
                <a:lnTo>
                  <a:pt x="7264400" y="457200"/>
                </a:lnTo>
                <a:lnTo>
                  <a:pt x="7264400" y="463550"/>
                </a:lnTo>
                <a:lnTo>
                  <a:pt x="7289800" y="488950"/>
                </a:lnTo>
                <a:lnTo>
                  <a:pt x="7296150" y="488950"/>
                </a:lnTo>
                <a:lnTo>
                  <a:pt x="7302500" y="495300"/>
                </a:lnTo>
                <a:lnTo>
                  <a:pt x="7315200" y="495300"/>
                </a:lnTo>
                <a:lnTo>
                  <a:pt x="7321550" y="501650"/>
                </a:lnTo>
                <a:lnTo>
                  <a:pt x="7359650" y="501650"/>
                </a:lnTo>
                <a:lnTo>
                  <a:pt x="7366000" y="495300"/>
                </a:lnTo>
                <a:lnTo>
                  <a:pt x="7378700" y="495300"/>
                </a:lnTo>
                <a:lnTo>
                  <a:pt x="7385050" y="488950"/>
                </a:lnTo>
                <a:lnTo>
                  <a:pt x="7391400" y="488950"/>
                </a:lnTo>
                <a:lnTo>
                  <a:pt x="7397750" y="482600"/>
                </a:lnTo>
                <a:lnTo>
                  <a:pt x="7404100" y="482600"/>
                </a:lnTo>
                <a:lnTo>
                  <a:pt x="7416800" y="469900"/>
                </a:lnTo>
                <a:lnTo>
                  <a:pt x="7423150" y="469900"/>
                </a:lnTo>
                <a:lnTo>
                  <a:pt x="7448550" y="444500"/>
                </a:lnTo>
                <a:lnTo>
                  <a:pt x="7442200" y="444500"/>
                </a:lnTo>
                <a:lnTo>
                  <a:pt x="7435850" y="450850"/>
                </a:lnTo>
                <a:lnTo>
                  <a:pt x="7423150" y="450850"/>
                </a:lnTo>
                <a:lnTo>
                  <a:pt x="7416800" y="444500"/>
                </a:lnTo>
                <a:lnTo>
                  <a:pt x="7416800" y="438150"/>
                </a:lnTo>
                <a:lnTo>
                  <a:pt x="7429500" y="425450"/>
                </a:lnTo>
                <a:lnTo>
                  <a:pt x="7416800" y="425450"/>
                </a:lnTo>
                <a:lnTo>
                  <a:pt x="7378700" y="450850"/>
                </a:lnTo>
                <a:lnTo>
                  <a:pt x="7366000" y="450850"/>
                </a:lnTo>
                <a:lnTo>
                  <a:pt x="7359650" y="457200"/>
                </a:lnTo>
                <a:lnTo>
                  <a:pt x="7334250" y="457200"/>
                </a:lnTo>
                <a:lnTo>
                  <a:pt x="7315200" y="444500"/>
                </a:lnTo>
                <a:lnTo>
                  <a:pt x="7315200" y="438150"/>
                </a:lnTo>
                <a:lnTo>
                  <a:pt x="7308850" y="431800"/>
                </a:lnTo>
                <a:lnTo>
                  <a:pt x="7308850" y="419100"/>
                </a:lnTo>
                <a:lnTo>
                  <a:pt x="7302500" y="412750"/>
                </a:lnTo>
                <a:lnTo>
                  <a:pt x="7302500" y="406400"/>
                </a:lnTo>
                <a:lnTo>
                  <a:pt x="7315200" y="393700"/>
                </a:lnTo>
                <a:lnTo>
                  <a:pt x="7359650" y="393700"/>
                </a:lnTo>
                <a:lnTo>
                  <a:pt x="7366000" y="387350"/>
                </a:lnTo>
                <a:lnTo>
                  <a:pt x="7378700" y="387350"/>
                </a:lnTo>
                <a:lnTo>
                  <a:pt x="7391400" y="374650"/>
                </a:lnTo>
                <a:lnTo>
                  <a:pt x="7397750" y="374650"/>
                </a:lnTo>
                <a:lnTo>
                  <a:pt x="7442200" y="330200"/>
                </a:lnTo>
                <a:lnTo>
                  <a:pt x="7442200" y="323850"/>
                </a:lnTo>
                <a:lnTo>
                  <a:pt x="7448550" y="317500"/>
                </a:lnTo>
                <a:lnTo>
                  <a:pt x="7448550" y="292100"/>
                </a:lnTo>
                <a:lnTo>
                  <a:pt x="7442200" y="285750"/>
                </a:lnTo>
                <a:lnTo>
                  <a:pt x="7442200" y="273050"/>
                </a:lnTo>
                <a:lnTo>
                  <a:pt x="7416800" y="247650"/>
                </a:lnTo>
                <a:lnTo>
                  <a:pt x="7410450" y="247650"/>
                </a:lnTo>
                <a:close/>
                <a:moveTo>
                  <a:pt x="7397750" y="469900"/>
                </a:moveTo>
                <a:lnTo>
                  <a:pt x="7397750" y="463550"/>
                </a:lnTo>
                <a:lnTo>
                  <a:pt x="7404100" y="457200"/>
                </a:lnTo>
                <a:lnTo>
                  <a:pt x="7410450" y="457200"/>
                </a:lnTo>
                <a:lnTo>
                  <a:pt x="7416800" y="463550"/>
                </a:lnTo>
                <a:lnTo>
                  <a:pt x="7404100" y="476250"/>
                </a:lnTo>
                <a:close/>
                <a:moveTo>
                  <a:pt x="7397750" y="279400"/>
                </a:moveTo>
                <a:lnTo>
                  <a:pt x="7410450" y="298450"/>
                </a:lnTo>
                <a:lnTo>
                  <a:pt x="7410450" y="304800"/>
                </a:lnTo>
                <a:lnTo>
                  <a:pt x="7404100" y="311150"/>
                </a:lnTo>
                <a:lnTo>
                  <a:pt x="7404100" y="317500"/>
                </a:lnTo>
                <a:lnTo>
                  <a:pt x="7378700" y="342900"/>
                </a:lnTo>
                <a:lnTo>
                  <a:pt x="7372350" y="342900"/>
                </a:lnTo>
                <a:lnTo>
                  <a:pt x="7366000" y="349250"/>
                </a:lnTo>
                <a:lnTo>
                  <a:pt x="7359650" y="349250"/>
                </a:lnTo>
                <a:lnTo>
                  <a:pt x="7340600" y="361950"/>
                </a:lnTo>
                <a:lnTo>
                  <a:pt x="7327900" y="361950"/>
                </a:lnTo>
                <a:lnTo>
                  <a:pt x="7321550" y="355600"/>
                </a:lnTo>
                <a:lnTo>
                  <a:pt x="7321550" y="342900"/>
                </a:lnTo>
                <a:lnTo>
                  <a:pt x="7327900" y="336550"/>
                </a:lnTo>
                <a:lnTo>
                  <a:pt x="7327900" y="330200"/>
                </a:lnTo>
                <a:lnTo>
                  <a:pt x="7340600" y="317500"/>
                </a:lnTo>
                <a:lnTo>
                  <a:pt x="7340600" y="311150"/>
                </a:lnTo>
                <a:lnTo>
                  <a:pt x="7366000" y="285750"/>
                </a:lnTo>
                <a:lnTo>
                  <a:pt x="7372350" y="285750"/>
                </a:lnTo>
                <a:lnTo>
                  <a:pt x="7378700" y="279400"/>
                </a:lnTo>
                <a:close/>
                <a:moveTo>
                  <a:pt x="5054600" y="234950"/>
                </a:moveTo>
                <a:lnTo>
                  <a:pt x="5035550" y="234950"/>
                </a:lnTo>
                <a:lnTo>
                  <a:pt x="5029200" y="241300"/>
                </a:lnTo>
                <a:lnTo>
                  <a:pt x="5022850" y="241300"/>
                </a:lnTo>
                <a:lnTo>
                  <a:pt x="5022850" y="247650"/>
                </a:lnTo>
                <a:lnTo>
                  <a:pt x="5016500" y="254000"/>
                </a:lnTo>
                <a:lnTo>
                  <a:pt x="5016500" y="266700"/>
                </a:lnTo>
                <a:lnTo>
                  <a:pt x="5010150" y="273050"/>
                </a:lnTo>
                <a:lnTo>
                  <a:pt x="5010150" y="298450"/>
                </a:lnTo>
                <a:lnTo>
                  <a:pt x="5003800" y="304800"/>
                </a:lnTo>
                <a:lnTo>
                  <a:pt x="5003800" y="349250"/>
                </a:lnTo>
                <a:lnTo>
                  <a:pt x="4997450" y="355600"/>
                </a:lnTo>
                <a:lnTo>
                  <a:pt x="4997450" y="406400"/>
                </a:lnTo>
                <a:lnTo>
                  <a:pt x="4991100" y="412750"/>
                </a:lnTo>
                <a:lnTo>
                  <a:pt x="4991100" y="469900"/>
                </a:lnTo>
                <a:lnTo>
                  <a:pt x="5003800" y="469900"/>
                </a:lnTo>
                <a:lnTo>
                  <a:pt x="5010150" y="476250"/>
                </a:lnTo>
                <a:lnTo>
                  <a:pt x="5010150" y="482600"/>
                </a:lnTo>
                <a:lnTo>
                  <a:pt x="5022850" y="495300"/>
                </a:lnTo>
                <a:lnTo>
                  <a:pt x="5041900" y="476250"/>
                </a:lnTo>
                <a:lnTo>
                  <a:pt x="5048250" y="476250"/>
                </a:lnTo>
                <a:lnTo>
                  <a:pt x="5048250" y="412750"/>
                </a:lnTo>
                <a:lnTo>
                  <a:pt x="5054600" y="406400"/>
                </a:lnTo>
                <a:lnTo>
                  <a:pt x="5054600" y="374650"/>
                </a:lnTo>
                <a:lnTo>
                  <a:pt x="5060950" y="368300"/>
                </a:lnTo>
                <a:lnTo>
                  <a:pt x="5060950" y="336550"/>
                </a:lnTo>
                <a:lnTo>
                  <a:pt x="5067300" y="330200"/>
                </a:lnTo>
                <a:lnTo>
                  <a:pt x="5067300" y="304800"/>
                </a:lnTo>
                <a:lnTo>
                  <a:pt x="5073650" y="298450"/>
                </a:lnTo>
                <a:lnTo>
                  <a:pt x="5073650" y="273050"/>
                </a:lnTo>
                <a:lnTo>
                  <a:pt x="5080000" y="266700"/>
                </a:lnTo>
                <a:lnTo>
                  <a:pt x="5080000" y="247650"/>
                </a:lnTo>
                <a:lnTo>
                  <a:pt x="5073650" y="247650"/>
                </a:lnTo>
                <a:close/>
                <a:moveTo>
                  <a:pt x="6661150" y="228600"/>
                </a:moveTo>
                <a:lnTo>
                  <a:pt x="6629400" y="228600"/>
                </a:lnTo>
                <a:lnTo>
                  <a:pt x="6623050" y="234950"/>
                </a:lnTo>
                <a:lnTo>
                  <a:pt x="6610350" y="234950"/>
                </a:lnTo>
                <a:lnTo>
                  <a:pt x="6597650" y="247650"/>
                </a:lnTo>
                <a:lnTo>
                  <a:pt x="6591300" y="247650"/>
                </a:lnTo>
                <a:lnTo>
                  <a:pt x="6578600" y="260350"/>
                </a:lnTo>
                <a:lnTo>
                  <a:pt x="6578600" y="266700"/>
                </a:lnTo>
                <a:lnTo>
                  <a:pt x="6553200" y="292100"/>
                </a:lnTo>
                <a:lnTo>
                  <a:pt x="6553200" y="298450"/>
                </a:lnTo>
                <a:lnTo>
                  <a:pt x="6540500" y="311150"/>
                </a:lnTo>
                <a:lnTo>
                  <a:pt x="6540500" y="317500"/>
                </a:lnTo>
                <a:lnTo>
                  <a:pt x="6527800" y="336550"/>
                </a:lnTo>
                <a:lnTo>
                  <a:pt x="6527800" y="349250"/>
                </a:lnTo>
                <a:lnTo>
                  <a:pt x="6521450" y="355600"/>
                </a:lnTo>
                <a:lnTo>
                  <a:pt x="6521450" y="361950"/>
                </a:lnTo>
                <a:lnTo>
                  <a:pt x="6515100" y="368300"/>
                </a:lnTo>
                <a:lnTo>
                  <a:pt x="6508750" y="368300"/>
                </a:lnTo>
                <a:lnTo>
                  <a:pt x="6508750" y="374650"/>
                </a:lnTo>
                <a:lnTo>
                  <a:pt x="6502400" y="381000"/>
                </a:lnTo>
                <a:lnTo>
                  <a:pt x="6515100" y="400050"/>
                </a:lnTo>
                <a:lnTo>
                  <a:pt x="6515100" y="425450"/>
                </a:lnTo>
                <a:lnTo>
                  <a:pt x="6521450" y="431800"/>
                </a:lnTo>
                <a:lnTo>
                  <a:pt x="6521450" y="444500"/>
                </a:lnTo>
                <a:lnTo>
                  <a:pt x="6527800" y="450850"/>
                </a:lnTo>
                <a:lnTo>
                  <a:pt x="6527800" y="457200"/>
                </a:lnTo>
                <a:lnTo>
                  <a:pt x="6540500" y="469900"/>
                </a:lnTo>
                <a:lnTo>
                  <a:pt x="6546850" y="469900"/>
                </a:lnTo>
                <a:lnTo>
                  <a:pt x="6559550" y="482600"/>
                </a:lnTo>
                <a:lnTo>
                  <a:pt x="6565900" y="482600"/>
                </a:lnTo>
                <a:lnTo>
                  <a:pt x="6572250" y="488950"/>
                </a:lnTo>
                <a:lnTo>
                  <a:pt x="6597650" y="488950"/>
                </a:lnTo>
                <a:lnTo>
                  <a:pt x="6604000" y="495300"/>
                </a:lnTo>
                <a:lnTo>
                  <a:pt x="6616700" y="495300"/>
                </a:lnTo>
                <a:lnTo>
                  <a:pt x="6623050" y="488950"/>
                </a:lnTo>
                <a:lnTo>
                  <a:pt x="6642100" y="488950"/>
                </a:lnTo>
                <a:lnTo>
                  <a:pt x="6648450" y="482600"/>
                </a:lnTo>
                <a:lnTo>
                  <a:pt x="6661150" y="482600"/>
                </a:lnTo>
                <a:lnTo>
                  <a:pt x="6667500" y="476250"/>
                </a:lnTo>
                <a:lnTo>
                  <a:pt x="6673850" y="476250"/>
                </a:lnTo>
                <a:lnTo>
                  <a:pt x="6692900" y="457200"/>
                </a:lnTo>
                <a:lnTo>
                  <a:pt x="6699250" y="457200"/>
                </a:lnTo>
                <a:lnTo>
                  <a:pt x="6711950" y="444500"/>
                </a:lnTo>
                <a:lnTo>
                  <a:pt x="6711950" y="438150"/>
                </a:lnTo>
                <a:lnTo>
                  <a:pt x="6699250" y="438150"/>
                </a:lnTo>
                <a:lnTo>
                  <a:pt x="6692900" y="431800"/>
                </a:lnTo>
                <a:lnTo>
                  <a:pt x="6692900" y="425450"/>
                </a:lnTo>
                <a:lnTo>
                  <a:pt x="6699250" y="419100"/>
                </a:lnTo>
                <a:lnTo>
                  <a:pt x="6699250" y="412750"/>
                </a:lnTo>
                <a:lnTo>
                  <a:pt x="6692900" y="412750"/>
                </a:lnTo>
                <a:lnTo>
                  <a:pt x="6686550" y="419100"/>
                </a:lnTo>
                <a:lnTo>
                  <a:pt x="6680200" y="419100"/>
                </a:lnTo>
                <a:lnTo>
                  <a:pt x="6667500" y="431800"/>
                </a:lnTo>
                <a:lnTo>
                  <a:pt x="6661150" y="431800"/>
                </a:lnTo>
                <a:lnTo>
                  <a:pt x="6642100" y="444500"/>
                </a:lnTo>
                <a:lnTo>
                  <a:pt x="6629400" y="444500"/>
                </a:lnTo>
                <a:lnTo>
                  <a:pt x="6623050" y="450850"/>
                </a:lnTo>
                <a:lnTo>
                  <a:pt x="6610350" y="450850"/>
                </a:lnTo>
                <a:lnTo>
                  <a:pt x="6604000" y="444500"/>
                </a:lnTo>
                <a:lnTo>
                  <a:pt x="6597650" y="444500"/>
                </a:lnTo>
                <a:lnTo>
                  <a:pt x="6572250" y="419100"/>
                </a:lnTo>
                <a:lnTo>
                  <a:pt x="6572250" y="393700"/>
                </a:lnTo>
                <a:lnTo>
                  <a:pt x="6578600" y="387350"/>
                </a:lnTo>
                <a:lnTo>
                  <a:pt x="6616700" y="387350"/>
                </a:lnTo>
                <a:lnTo>
                  <a:pt x="6623050" y="381000"/>
                </a:lnTo>
                <a:lnTo>
                  <a:pt x="6635750" y="381000"/>
                </a:lnTo>
                <a:lnTo>
                  <a:pt x="6642100" y="374650"/>
                </a:lnTo>
                <a:lnTo>
                  <a:pt x="6648450" y="374650"/>
                </a:lnTo>
                <a:lnTo>
                  <a:pt x="6654800" y="368300"/>
                </a:lnTo>
                <a:lnTo>
                  <a:pt x="6661150" y="368300"/>
                </a:lnTo>
                <a:lnTo>
                  <a:pt x="6667500" y="361950"/>
                </a:lnTo>
                <a:lnTo>
                  <a:pt x="6673850" y="361950"/>
                </a:lnTo>
                <a:lnTo>
                  <a:pt x="6705600" y="330200"/>
                </a:lnTo>
                <a:lnTo>
                  <a:pt x="6705600" y="323850"/>
                </a:lnTo>
                <a:lnTo>
                  <a:pt x="6711950" y="317500"/>
                </a:lnTo>
                <a:lnTo>
                  <a:pt x="6711950" y="279400"/>
                </a:lnTo>
                <a:lnTo>
                  <a:pt x="6705600" y="273050"/>
                </a:lnTo>
                <a:lnTo>
                  <a:pt x="6705600" y="266700"/>
                </a:lnTo>
                <a:lnTo>
                  <a:pt x="6699250" y="260350"/>
                </a:lnTo>
                <a:lnTo>
                  <a:pt x="6699250" y="254000"/>
                </a:lnTo>
                <a:lnTo>
                  <a:pt x="6686550" y="241300"/>
                </a:lnTo>
                <a:lnTo>
                  <a:pt x="6680200" y="241300"/>
                </a:lnTo>
                <a:close/>
                <a:moveTo>
                  <a:pt x="6553200" y="469900"/>
                </a:moveTo>
                <a:lnTo>
                  <a:pt x="6559550" y="463550"/>
                </a:lnTo>
                <a:lnTo>
                  <a:pt x="6565900" y="463550"/>
                </a:lnTo>
                <a:lnTo>
                  <a:pt x="6572250" y="469900"/>
                </a:lnTo>
                <a:lnTo>
                  <a:pt x="6565900" y="476250"/>
                </a:lnTo>
                <a:lnTo>
                  <a:pt x="6559550" y="476250"/>
                </a:lnTo>
                <a:close/>
                <a:moveTo>
                  <a:pt x="6667500" y="457200"/>
                </a:moveTo>
                <a:lnTo>
                  <a:pt x="6673850" y="450850"/>
                </a:lnTo>
                <a:lnTo>
                  <a:pt x="6686550" y="450850"/>
                </a:lnTo>
                <a:lnTo>
                  <a:pt x="6692900" y="457200"/>
                </a:lnTo>
                <a:lnTo>
                  <a:pt x="6686550" y="463550"/>
                </a:lnTo>
                <a:lnTo>
                  <a:pt x="6673850" y="463550"/>
                </a:lnTo>
                <a:close/>
                <a:moveTo>
                  <a:pt x="6673850" y="285750"/>
                </a:moveTo>
                <a:lnTo>
                  <a:pt x="6673850" y="298450"/>
                </a:lnTo>
                <a:lnTo>
                  <a:pt x="6667500" y="304800"/>
                </a:lnTo>
                <a:lnTo>
                  <a:pt x="6667500" y="311150"/>
                </a:lnTo>
                <a:lnTo>
                  <a:pt x="6642100" y="336550"/>
                </a:lnTo>
                <a:lnTo>
                  <a:pt x="6635750" y="336550"/>
                </a:lnTo>
                <a:lnTo>
                  <a:pt x="6616700" y="349250"/>
                </a:lnTo>
                <a:lnTo>
                  <a:pt x="6591300" y="349250"/>
                </a:lnTo>
                <a:lnTo>
                  <a:pt x="6584950" y="342900"/>
                </a:lnTo>
                <a:lnTo>
                  <a:pt x="6584950" y="336550"/>
                </a:lnTo>
                <a:lnTo>
                  <a:pt x="6591300" y="330200"/>
                </a:lnTo>
                <a:lnTo>
                  <a:pt x="6591300" y="323850"/>
                </a:lnTo>
                <a:lnTo>
                  <a:pt x="6597650" y="317500"/>
                </a:lnTo>
                <a:lnTo>
                  <a:pt x="6597650" y="311150"/>
                </a:lnTo>
                <a:lnTo>
                  <a:pt x="6629400" y="279400"/>
                </a:lnTo>
                <a:lnTo>
                  <a:pt x="6635750" y="279400"/>
                </a:lnTo>
                <a:lnTo>
                  <a:pt x="6642100" y="273050"/>
                </a:lnTo>
                <a:lnTo>
                  <a:pt x="6661150" y="273050"/>
                </a:lnTo>
                <a:close/>
                <a:moveTo>
                  <a:pt x="6159500" y="234950"/>
                </a:moveTo>
                <a:lnTo>
                  <a:pt x="6153150" y="241300"/>
                </a:lnTo>
                <a:lnTo>
                  <a:pt x="6146800" y="241300"/>
                </a:lnTo>
                <a:lnTo>
                  <a:pt x="6140450" y="247650"/>
                </a:lnTo>
                <a:lnTo>
                  <a:pt x="6134100" y="247650"/>
                </a:lnTo>
                <a:lnTo>
                  <a:pt x="6115050" y="266700"/>
                </a:lnTo>
                <a:lnTo>
                  <a:pt x="6115050" y="273050"/>
                </a:lnTo>
                <a:lnTo>
                  <a:pt x="6102350" y="285750"/>
                </a:lnTo>
                <a:lnTo>
                  <a:pt x="6102350" y="304800"/>
                </a:lnTo>
                <a:lnTo>
                  <a:pt x="6115050" y="317500"/>
                </a:lnTo>
                <a:lnTo>
                  <a:pt x="6121400" y="317500"/>
                </a:lnTo>
                <a:lnTo>
                  <a:pt x="6127750" y="311150"/>
                </a:lnTo>
                <a:lnTo>
                  <a:pt x="6134100" y="311150"/>
                </a:lnTo>
                <a:lnTo>
                  <a:pt x="6134100" y="304800"/>
                </a:lnTo>
                <a:lnTo>
                  <a:pt x="6159500" y="279400"/>
                </a:lnTo>
                <a:lnTo>
                  <a:pt x="6165850" y="279400"/>
                </a:lnTo>
                <a:lnTo>
                  <a:pt x="6172200" y="273050"/>
                </a:lnTo>
                <a:lnTo>
                  <a:pt x="6191250" y="273050"/>
                </a:lnTo>
                <a:lnTo>
                  <a:pt x="6203950" y="285750"/>
                </a:lnTo>
                <a:lnTo>
                  <a:pt x="6203950" y="330200"/>
                </a:lnTo>
                <a:lnTo>
                  <a:pt x="6197600" y="336550"/>
                </a:lnTo>
                <a:lnTo>
                  <a:pt x="6140450" y="336550"/>
                </a:lnTo>
                <a:lnTo>
                  <a:pt x="6134100" y="342900"/>
                </a:lnTo>
                <a:lnTo>
                  <a:pt x="6121400" y="342900"/>
                </a:lnTo>
                <a:lnTo>
                  <a:pt x="6115050" y="349250"/>
                </a:lnTo>
                <a:lnTo>
                  <a:pt x="6108700" y="349250"/>
                </a:lnTo>
                <a:lnTo>
                  <a:pt x="6102350" y="355600"/>
                </a:lnTo>
                <a:lnTo>
                  <a:pt x="6096000" y="355600"/>
                </a:lnTo>
                <a:lnTo>
                  <a:pt x="6064250" y="387350"/>
                </a:lnTo>
                <a:lnTo>
                  <a:pt x="6064250" y="400050"/>
                </a:lnTo>
                <a:lnTo>
                  <a:pt x="6057900" y="406400"/>
                </a:lnTo>
                <a:lnTo>
                  <a:pt x="6057900" y="450850"/>
                </a:lnTo>
                <a:lnTo>
                  <a:pt x="6064250" y="457200"/>
                </a:lnTo>
                <a:lnTo>
                  <a:pt x="6064250" y="463550"/>
                </a:lnTo>
                <a:lnTo>
                  <a:pt x="6076950" y="476250"/>
                </a:lnTo>
                <a:lnTo>
                  <a:pt x="6083300" y="476250"/>
                </a:lnTo>
                <a:lnTo>
                  <a:pt x="6102350" y="488950"/>
                </a:lnTo>
                <a:lnTo>
                  <a:pt x="6127750" y="488950"/>
                </a:lnTo>
                <a:lnTo>
                  <a:pt x="6134100" y="482600"/>
                </a:lnTo>
                <a:lnTo>
                  <a:pt x="6146800" y="482600"/>
                </a:lnTo>
                <a:lnTo>
                  <a:pt x="6153150" y="476250"/>
                </a:lnTo>
                <a:lnTo>
                  <a:pt x="6159500" y="476250"/>
                </a:lnTo>
                <a:lnTo>
                  <a:pt x="6197600" y="438150"/>
                </a:lnTo>
                <a:lnTo>
                  <a:pt x="6203950" y="444500"/>
                </a:lnTo>
                <a:lnTo>
                  <a:pt x="6203950" y="457200"/>
                </a:lnTo>
                <a:lnTo>
                  <a:pt x="6210300" y="463550"/>
                </a:lnTo>
                <a:lnTo>
                  <a:pt x="6210300" y="469900"/>
                </a:lnTo>
                <a:lnTo>
                  <a:pt x="6216650" y="476250"/>
                </a:lnTo>
                <a:lnTo>
                  <a:pt x="6216650" y="482600"/>
                </a:lnTo>
                <a:lnTo>
                  <a:pt x="6235700" y="495300"/>
                </a:lnTo>
                <a:lnTo>
                  <a:pt x="6242050" y="488950"/>
                </a:lnTo>
                <a:lnTo>
                  <a:pt x="6248400" y="488950"/>
                </a:lnTo>
                <a:lnTo>
                  <a:pt x="6242050" y="482600"/>
                </a:lnTo>
                <a:lnTo>
                  <a:pt x="6242050" y="476250"/>
                </a:lnTo>
                <a:lnTo>
                  <a:pt x="6261100" y="457200"/>
                </a:lnTo>
                <a:lnTo>
                  <a:pt x="6267450" y="457200"/>
                </a:lnTo>
                <a:lnTo>
                  <a:pt x="6273800" y="450850"/>
                </a:lnTo>
                <a:lnTo>
                  <a:pt x="6280150" y="457200"/>
                </a:lnTo>
                <a:lnTo>
                  <a:pt x="6280150" y="450850"/>
                </a:lnTo>
                <a:lnTo>
                  <a:pt x="6292850" y="438150"/>
                </a:lnTo>
                <a:lnTo>
                  <a:pt x="6292850" y="431800"/>
                </a:lnTo>
                <a:lnTo>
                  <a:pt x="6299200" y="425450"/>
                </a:lnTo>
                <a:lnTo>
                  <a:pt x="6305550" y="431800"/>
                </a:lnTo>
                <a:lnTo>
                  <a:pt x="6305550" y="438150"/>
                </a:lnTo>
                <a:lnTo>
                  <a:pt x="6324600" y="457200"/>
                </a:lnTo>
                <a:lnTo>
                  <a:pt x="6330950" y="457200"/>
                </a:lnTo>
                <a:lnTo>
                  <a:pt x="6343650" y="469900"/>
                </a:lnTo>
                <a:lnTo>
                  <a:pt x="6375400" y="469900"/>
                </a:lnTo>
                <a:lnTo>
                  <a:pt x="6381750" y="463550"/>
                </a:lnTo>
                <a:lnTo>
                  <a:pt x="6388100" y="463550"/>
                </a:lnTo>
                <a:lnTo>
                  <a:pt x="6413500" y="438150"/>
                </a:lnTo>
                <a:lnTo>
                  <a:pt x="6419850" y="444500"/>
                </a:lnTo>
                <a:lnTo>
                  <a:pt x="6419850" y="469900"/>
                </a:lnTo>
                <a:lnTo>
                  <a:pt x="6413500" y="476250"/>
                </a:lnTo>
                <a:lnTo>
                  <a:pt x="6413500" y="495300"/>
                </a:lnTo>
                <a:lnTo>
                  <a:pt x="6407150" y="501650"/>
                </a:lnTo>
                <a:lnTo>
                  <a:pt x="6407150" y="520700"/>
                </a:lnTo>
                <a:lnTo>
                  <a:pt x="6400800" y="527050"/>
                </a:lnTo>
                <a:lnTo>
                  <a:pt x="6400800" y="539750"/>
                </a:lnTo>
                <a:lnTo>
                  <a:pt x="6394450" y="546100"/>
                </a:lnTo>
                <a:lnTo>
                  <a:pt x="6394450" y="552450"/>
                </a:lnTo>
                <a:lnTo>
                  <a:pt x="6388100" y="558800"/>
                </a:lnTo>
                <a:lnTo>
                  <a:pt x="6388100" y="565150"/>
                </a:lnTo>
                <a:lnTo>
                  <a:pt x="6362700" y="590550"/>
                </a:lnTo>
                <a:lnTo>
                  <a:pt x="6356350" y="590550"/>
                </a:lnTo>
                <a:lnTo>
                  <a:pt x="6350000" y="596900"/>
                </a:lnTo>
                <a:lnTo>
                  <a:pt x="6343650" y="596900"/>
                </a:lnTo>
                <a:lnTo>
                  <a:pt x="6337300" y="590550"/>
                </a:lnTo>
                <a:lnTo>
                  <a:pt x="6330950" y="590550"/>
                </a:lnTo>
                <a:lnTo>
                  <a:pt x="6318250" y="577850"/>
                </a:lnTo>
                <a:lnTo>
                  <a:pt x="6318250" y="571500"/>
                </a:lnTo>
                <a:lnTo>
                  <a:pt x="6305550" y="552450"/>
                </a:lnTo>
                <a:lnTo>
                  <a:pt x="6305550" y="546100"/>
                </a:lnTo>
                <a:lnTo>
                  <a:pt x="6311900" y="539750"/>
                </a:lnTo>
                <a:lnTo>
                  <a:pt x="6311900" y="527050"/>
                </a:lnTo>
                <a:lnTo>
                  <a:pt x="6305550" y="533400"/>
                </a:lnTo>
                <a:lnTo>
                  <a:pt x="6299200" y="533400"/>
                </a:lnTo>
                <a:lnTo>
                  <a:pt x="6273800" y="558800"/>
                </a:lnTo>
                <a:lnTo>
                  <a:pt x="6273800" y="565150"/>
                </a:lnTo>
                <a:lnTo>
                  <a:pt x="6267450" y="571500"/>
                </a:lnTo>
                <a:lnTo>
                  <a:pt x="6267450" y="590550"/>
                </a:lnTo>
                <a:lnTo>
                  <a:pt x="6273800" y="596900"/>
                </a:lnTo>
                <a:lnTo>
                  <a:pt x="6273800" y="603250"/>
                </a:lnTo>
                <a:lnTo>
                  <a:pt x="6292850" y="622300"/>
                </a:lnTo>
                <a:lnTo>
                  <a:pt x="6292850" y="628650"/>
                </a:lnTo>
                <a:lnTo>
                  <a:pt x="6299200" y="628650"/>
                </a:lnTo>
                <a:lnTo>
                  <a:pt x="6311900" y="641350"/>
                </a:lnTo>
                <a:lnTo>
                  <a:pt x="6324600" y="641350"/>
                </a:lnTo>
                <a:lnTo>
                  <a:pt x="6330950" y="647700"/>
                </a:lnTo>
                <a:lnTo>
                  <a:pt x="6369050" y="647700"/>
                </a:lnTo>
                <a:lnTo>
                  <a:pt x="6375400" y="641350"/>
                </a:lnTo>
                <a:lnTo>
                  <a:pt x="6381750" y="641350"/>
                </a:lnTo>
                <a:lnTo>
                  <a:pt x="6400800" y="622300"/>
                </a:lnTo>
                <a:lnTo>
                  <a:pt x="6407150" y="622300"/>
                </a:lnTo>
                <a:lnTo>
                  <a:pt x="6413500" y="615950"/>
                </a:lnTo>
                <a:lnTo>
                  <a:pt x="6413500" y="603250"/>
                </a:lnTo>
                <a:lnTo>
                  <a:pt x="6419850" y="596900"/>
                </a:lnTo>
                <a:lnTo>
                  <a:pt x="6426200" y="596900"/>
                </a:lnTo>
                <a:lnTo>
                  <a:pt x="6438900" y="584200"/>
                </a:lnTo>
                <a:lnTo>
                  <a:pt x="6438900" y="571500"/>
                </a:lnTo>
                <a:lnTo>
                  <a:pt x="6451600" y="558800"/>
                </a:lnTo>
                <a:lnTo>
                  <a:pt x="6451600" y="546100"/>
                </a:lnTo>
                <a:lnTo>
                  <a:pt x="6457950" y="539750"/>
                </a:lnTo>
                <a:lnTo>
                  <a:pt x="6457950" y="520700"/>
                </a:lnTo>
                <a:lnTo>
                  <a:pt x="6464300" y="514350"/>
                </a:lnTo>
                <a:lnTo>
                  <a:pt x="6464300" y="488950"/>
                </a:lnTo>
                <a:lnTo>
                  <a:pt x="6470650" y="482600"/>
                </a:lnTo>
                <a:lnTo>
                  <a:pt x="6470650" y="450850"/>
                </a:lnTo>
                <a:lnTo>
                  <a:pt x="6477000" y="444500"/>
                </a:lnTo>
                <a:lnTo>
                  <a:pt x="6477000" y="412750"/>
                </a:lnTo>
                <a:lnTo>
                  <a:pt x="6483350" y="406400"/>
                </a:lnTo>
                <a:lnTo>
                  <a:pt x="6483350" y="361950"/>
                </a:lnTo>
                <a:lnTo>
                  <a:pt x="6489700" y="355600"/>
                </a:lnTo>
                <a:lnTo>
                  <a:pt x="6489700" y="323850"/>
                </a:lnTo>
                <a:lnTo>
                  <a:pt x="6496050" y="317500"/>
                </a:lnTo>
                <a:lnTo>
                  <a:pt x="6496050" y="292100"/>
                </a:lnTo>
                <a:lnTo>
                  <a:pt x="6502400" y="285750"/>
                </a:lnTo>
                <a:lnTo>
                  <a:pt x="6502400" y="273050"/>
                </a:lnTo>
                <a:lnTo>
                  <a:pt x="6508750" y="266700"/>
                </a:lnTo>
                <a:lnTo>
                  <a:pt x="6502400" y="260350"/>
                </a:lnTo>
                <a:lnTo>
                  <a:pt x="6502400" y="254000"/>
                </a:lnTo>
                <a:lnTo>
                  <a:pt x="6496050" y="254000"/>
                </a:lnTo>
                <a:lnTo>
                  <a:pt x="6477000" y="241300"/>
                </a:lnTo>
                <a:lnTo>
                  <a:pt x="6470650" y="247650"/>
                </a:lnTo>
                <a:lnTo>
                  <a:pt x="6464300" y="247650"/>
                </a:lnTo>
                <a:lnTo>
                  <a:pt x="6451600" y="234950"/>
                </a:lnTo>
                <a:lnTo>
                  <a:pt x="6451600" y="228600"/>
                </a:lnTo>
                <a:lnTo>
                  <a:pt x="6445250" y="228600"/>
                </a:lnTo>
                <a:lnTo>
                  <a:pt x="6438900" y="222250"/>
                </a:lnTo>
                <a:lnTo>
                  <a:pt x="6407150" y="222250"/>
                </a:lnTo>
                <a:lnTo>
                  <a:pt x="6400800" y="228600"/>
                </a:lnTo>
                <a:lnTo>
                  <a:pt x="6394450" y="228600"/>
                </a:lnTo>
                <a:lnTo>
                  <a:pt x="6388100" y="234950"/>
                </a:lnTo>
                <a:lnTo>
                  <a:pt x="6381750" y="234950"/>
                </a:lnTo>
                <a:lnTo>
                  <a:pt x="6337300" y="279400"/>
                </a:lnTo>
                <a:lnTo>
                  <a:pt x="6337300" y="285750"/>
                </a:lnTo>
                <a:lnTo>
                  <a:pt x="6324600" y="298450"/>
                </a:lnTo>
                <a:lnTo>
                  <a:pt x="6324600" y="304800"/>
                </a:lnTo>
                <a:lnTo>
                  <a:pt x="6318250" y="311150"/>
                </a:lnTo>
                <a:lnTo>
                  <a:pt x="6318250" y="317500"/>
                </a:lnTo>
                <a:lnTo>
                  <a:pt x="6311900" y="323850"/>
                </a:lnTo>
                <a:lnTo>
                  <a:pt x="6311900" y="330200"/>
                </a:lnTo>
                <a:lnTo>
                  <a:pt x="6299200" y="349250"/>
                </a:lnTo>
                <a:lnTo>
                  <a:pt x="6299200" y="361950"/>
                </a:lnTo>
                <a:lnTo>
                  <a:pt x="6292850" y="368300"/>
                </a:lnTo>
                <a:lnTo>
                  <a:pt x="6292850" y="406400"/>
                </a:lnTo>
                <a:lnTo>
                  <a:pt x="6299200" y="412750"/>
                </a:lnTo>
                <a:lnTo>
                  <a:pt x="6299200" y="425450"/>
                </a:lnTo>
                <a:lnTo>
                  <a:pt x="6292850" y="431800"/>
                </a:lnTo>
                <a:lnTo>
                  <a:pt x="6286500" y="425450"/>
                </a:lnTo>
                <a:lnTo>
                  <a:pt x="6280150" y="431800"/>
                </a:lnTo>
                <a:lnTo>
                  <a:pt x="6273800" y="431800"/>
                </a:lnTo>
                <a:lnTo>
                  <a:pt x="6261100" y="444500"/>
                </a:lnTo>
                <a:lnTo>
                  <a:pt x="6254750" y="444500"/>
                </a:lnTo>
                <a:lnTo>
                  <a:pt x="6242050" y="425450"/>
                </a:lnTo>
                <a:lnTo>
                  <a:pt x="6242050" y="406400"/>
                </a:lnTo>
                <a:lnTo>
                  <a:pt x="6248400" y="400050"/>
                </a:lnTo>
                <a:lnTo>
                  <a:pt x="6248400" y="361950"/>
                </a:lnTo>
                <a:lnTo>
                  <a:pt x="6254750" y="355600"/>
                </a:lnTo>
                <a:lnTo>
                  <a:pt x="6254750" y="323850"/>
                </a:lnTo>
                <a:lnTo>
                  <a:pt x="6261100" y="317500"/>
                </a:lnTo>
                <a:lnTo>
                  <a:pt x="6261100" y="279400"/>
                </a:lnTo>
                <a:lnTo>
                  <a:pt x="6254750" y="273050"/>
                </a:lnTo>
                <a:lnTo>
                  <a:pt x="6254750" y="266700"/>
                </a:lnTo>
                <a:lnTo>
                  <a:pt x="6248400" y="260350"/>
                </a:lnTo>
                <a:lnTo>
                  <a:pt x="6242050" y="260350"/>
                </a:lnTo>
                <a:lnTo>
                  <a:pt x="6229350" y="247650"/>
                </a:lnTo>
                <a:lnTo>
                  <a:pt x="6229350" y="241300"/>
                </a:lnTo>
                <a:lnTo>
                  <a:pt x="6223000" y="241300"/>
                </a:lnTo>
                <a:lnTo>
                  <a:pt x="6203950" y="228600"/>
                </a:lnTo>
                <a:lnTo>
                  <a:pt x="6178550" y="228600"/>
                </a:lnTo>
                <a:lnTo>
                  <a:pt x="6172200" y="234950"/>
                </a:lnTo>
                <a:close/>
                <a:moveTo>
                  <a:pt x="6400800" y="438150"/>
                </a:moveTo>
                <a:lnTo>
                  <a:pt x="6400800" y="431800"/>
                </a:lnTo>
                <a:lnTo>
                  <a:pt x="6407150" y="425450"/>
                </a:lnTo>
                <a:lnTo>
                  <a:pt x="6413500" y="425450"/>
                </a:lnTo>
                <a:lnTo>
                  <a:pt x="6419850" y="431800"/>
                </a:lnTo>
                <a:lnTo>
                  <a:pt x="6407150" y="444500"/>
                </a:lnTo>
                <a:close/>
                <a:moveTo>
                  <a:pt x="6184900" y="361950"/>
                </a:moveTo>
                <a:lnTo>
                  <a:pt x="6191250" y="368300"/>
                </a:lnTo>
                <a:lnTo>
                  <a:pt x="6191250" y="381000"/>
                </a:lnTo>
                <a:lnTo>
                  <a:pt x="6184900" y="387350"/>
                </a:lnTo>
                <a:lnTo>
                  <a:pt x="6184900" y="393700"/>
                </a:lnTo>
                <a:lnTo>
                  <a:pt x="6178550" y="400050"/>
                </a:lnTo>
                <a:lnTo>
                  <a:pt x="6178550" y="406400"/>
                </a:lnTo>
                <a:lnTo>
                  <a:pt x="6140450" y="444500"/>
                </a:lnTo>
                <a:lnTo>
                  <a:pt x="6121400" y="444500"/>
                </a:lnTo>
                <a:lnTo>
                  <a:pt x="6108700" y="431800"/>
                </a:lnTo>
                <a:lnTo>
                  <a:pt x="6108700" y="406400"/>
                </a:lnTo>
                <a:lnTo>
                  <a:pt x="6146800" y="368300"/>
                </a:lnTo>
                <a:lnTo>
                  <a:pt x="6159500" y="368300"/>
                </a:lnTo>
                <a:lnTo>
                  <a:pt x="6165850" y="361950"/>
                </a:lnTo>
                <a:close/>
                <a:moveTo>
                  <a:pt x="6337300" y="311150"/>
                </a:moveTo>
                <a:lnTo>
                  <a:pt x="6343650" y="304800"/>
                </a:lnTo>
                <a:lnTo>
                  <a:pt x="6350000" y="311150"/>
                </a:lnTo>
                <a:lnTo>
                  <a:pt x="6343650" y="317500"/>
                </a:lnTo>
                <a:close/>
                <a:moveTo>
                  <a:pt x="6343650" y="304800"/>
                </a:moveTo>
                <a:lnTo>
                  <a:pt x="6350000" y="298450"/>
                </a:lnTo>
                <a:lnTo>
                  <a:pt x="6356350" y="304800"/>
                </a:lnTo>
                <a:lnTo>
                  <a:pt x="6350000" y="311150"/>
                </a:lnTo>
                <a:close/>
                <a:moveTo>
                  <a:pt x="6426200" y="266700"/>
                </a:moveTo>
                <a:lnTo>
                  <a:pt x="6445250" y="285750"/>
                </a:lnTo>
                <a:lnTo>
                  <a:pt x="6445250" y="292100"/>
                </a:lnTo>
                <a:lnTo>
                  <a:pt x="6438900" y="298450"/>
                </a:lnTo>
                <a:lnTo>
                  <a:pt x="6438900" y="323850"/>
                </a:lnTo>
                <a:lnTo>
                  <a:pt x="6432550" y="330200"/>
                </a:lnTo>
                <a:lnTo>
                  <a:pt x="6432550" y="355600"/>
                </a:lnTo>
                <a:lnTo>
                  <a:pt x="6426200" y="361950"/>
                </a:lnTo>
                <a:lnTo>
                  <a:pt x="6426200" y="368300"/>
                </a:lnTo>
                <a:lnTo>
                  <a:pt x="6419850" y="374650"/>
                </a:lnTo>
                <a:lnTo>
                  <a:pt x="6419850" y="381000"/>
                </a:lnTo>
                <a:lnTo>
                  <a:pt x="6381750" y="419100"/>
                </a:lnTo>
                <a:lnTo>
                  <a:pt x="6369050" y="419100"/>
                </a:lnTo>
                <a:lnTo>
                  <a:pt x="6350000" y="400050"/>
                </a:lnTo>
                <a:lnTo>
                  <a:pt x="6350000" y="361950"/>
                </a:lnTo>
                <a:lnTo>
                  <a:pt x="6356350" y="355600"/>
                </a:lnTo>
                <a:lnTo>
                  <a:pt x="6356350" y="342900"/>
                </a:lnTo>
                <a:lnTo>
                  <a:pt x="6362700" y="336550"/>
                </a:lnTo>
                <a:lnTo>
                  <a:pt x="6362700" y="330200"/>
                </a:lnTo>
                <a:lnTo>
                  <a:pt x="6375400" y="317500"/>
                </a:lnTo>
                <a:lnTo>
                  <a:pt x="6375400" y="311150"/>
                </a:lnTo>
                <a:lnTo>
                  <a:pt x="6381750" y="304800"/>
                </a:lnTo>
                <a:lnTo>
                  <a:pt x="6381750" y="298450"/>
                </a:lnTo>
                <a:lnTo>
                  <a:pt x="6407150" y="273050"/>
                </a:lnTo>
                <a:lnTo>
                  <a:pt x="6413500" y="273050"/>
                </a:lnTo>
                <a:lnTo>
                  <a:pt x="6419850" y="266700"/>
                </a:lnTo>
                <a:close/>
                <a:moveTo>
                  <a:pt x="5727700" y="254000"/>
                </a:moveTo>
                <a:lnTo>
                  <a:pt x="5727700" y="330200"/>
                </a:lnTo>
                <a:lnTo>
                  <a:pt x="5721350" y="336550"/>
                </a:lnTo>
                <a:lnTo>
                  <a:pt x="5721350" y="387350"/>
                </a:lnTo>
                <a:lnTo>
                  <a:pt x="5715000" y="393700"/>
                </a:lnTo>
                <a:lnTo>
                  <a:pt x="5715000" y="438150"/>
                </a:lnTo>
                <a:lnTo>
                  <a:pt x="5708650" y="444500"/>
                </a:lnTo>
                <a:lnTo>
                  <a:pt x="5708650" y="469900"/>
                </a:lnTo>
                <a:lnTo>
                  <a:pt x="5727700" y="469900"/>
                </a:lnTo>
                <a:lnTo>
                  <a:pt x="5740400" y="482600"/>
                </a:lnTo>
                <a:lnTo>
                  <a:pt x="5759450" y="469900"/>
                </a:lnTo>
                <a:lnTo>
                  <a:pt x="5759450" y="463550"/>
                </a:lnTo>
                <a:lnTo>
                  <a:pt x="5765800" y="457200"/>
                </a:lnTo>
                <a:lnTo>
                  <a:pt x="5765800" y="425450"/>
                </a:lnTo>
                <a:lnTo>
                  <a:pt x="5772150" y="419100"/>
                </a:lnTo>
                <a:lnTo>
                  <a:pt x="5772150" y="406400"/>
                </a:lnTo>
                <a:lnTo>
                  <a:pt x="5765800" y="412750"/>
                </a:lnTo>
                <a:lnTo>
                  <a:pt x="5759450" y="406400"/>
                </a:lnTo>
                <a:lnTo>
                  <a:pt x="5759450" y="381000"/>
                </a:lnTo>
                <a:lnTo>
                  <a:pt x="5765800" y="374650"/>
                </a:lnTo>
                <a:lnTo>
                  <a:pt x="5772150" y="374650"/>
                </a:lnTo>
                <a:lnTo>
                  <a:pt x="5778500" y="381000"/>
                </a:lnTo>
                <a:lnTo>
                  <a:pt x="5778500" y="393700"/>
                </a:lnTo>
                <a:lnTo>
                  <a:pt x="5778500" y="381000"/>
                </a:lnTo>
                <a:lnTo>
                  <a:pt x="5784850" y="374650"/>
                </a:lnTo>
                <a:lnTo>
                  <a:pt x="5784850" y="368300"/>
                </a:lnTo>
                <a:lnTo>
                  <a:pt x="5797550" y="355600"/>
                </a:lnTo>
                <a:lnTo>
                  <a:pt x="5797550" y="349250"/>
                </a:lnTo>
                <a:lnTo>
                  <a:pt x="5803900" y="342900"/>
                </a:lnTo>
                <a:lnTo>
                  <a:pt x="5803900" y="336550"/>
                </a:lnTo>
                <a:lnTo>
                  <a:pt x="5810250" y="330200"/>
                </a:lnTo>
                <a:lnTo>
                  <a:pt x="5810250" y="323850"/>
                </a:lnTo>
                <a:lnTo>
                  <a:pt x="5829300" y="304800"/>
                </a:lnTo>
                <a:lnTo>
                  <a:pt x="5829300" y="298450"/>
                </a:lnTo>
                <a:lnTo>
                  <a:pt x="5835650" y="292100"/>
                </a:lnTo>
                <a:lnTo>
                  <a:pt x="5848350" y="292100"/>
                </a:lnTo>
                <a:lnTo>
                  <a:pt x="5854700" y="298450"/>
                </a:lnTo>
                <a:lnTo>
                  <a:pt x="5854700" y="323850"/>
                </a:lnTo>
                <a:lnTo>
                  <a:pt x="5848350" y="330200"/>
                </a:lnTo>
                <a:lnTo>
                  <a:pt x="5848350" y="387350"/>
                </a:lnTo>
                <a:lnTo>
                  <a:pt x="5842000" y="393700"/>
                </a:lnTo>
                <a:lnTo>
                  <a:pt x="5842000" y="450850"/>
                </a:lnTo>
                <a:lnTo>
                  <a:pt x="5848350" y="450850"/>
                </a:lnTo>
                <a:lnTo>
                  <a:pt x="5867400" y="469900"/>
                </a:lnTo>
                <a:lnTo>
                  <a:pt x="5873750" y="463550"/>
                </a:lnTo>
                <a:lnTo>
                  <a:pt x="5873750" y="457200"/>
                </a:lnTo>
                <a:lnTo>
                  <a:pt x="5892800" y="438150"/>
                </a:lnTo>
                <a:lnTo>
                  <a:pt x="5892800" y="425450"/>
                </a:lnTo>
                <a:lnTo>
                  <a:pt x="5899150" y="419100"/>
                </a:lnTo>
                <a:lnTo>
                  <a:pt x="5899150" y="406400"/>
                </a:lnTo>
                <a:lnTo>
                  <a:pt x="5905500" y="400050"/>
                </a:lnTo>
                <a:lnTo>
                  <a:pt x="5905500" y="387350"/>
                </a:lnTo>
                <a:lnTo>
                  <a:pt x="5911850" y="381000"/>
                </a:lnTo>
                <a:lnTo>
                  <a:pt x="5911850" y="374650"/>
                </a:lnTo>
                <a:lnTo>
                  <a:pt x="5918200" y="368300"/>
                </a:lnTo>
                <a:lnTo>
                  <a:pt x="5918200" y="361950"/>
                </a:lnTo>
                <a:lnTo>
                  <a:pt x="5924550" y="355600"/>
                </a:lnTo>
                <a:lnTo>
                  <a:pt x="5924550" y="349250"/>
                </a:lnTo>
                <a:lnTo>
                  <a:pt x="5930900" y="342900"/>
                </a:lnTo>
                <a:lnTo>
                  <a:pt x="5930900" y="336550"/>
                </a:lnTo>
                <a:lnTo>
                  <a:pt x="5937250" y="330200"/>
                </a:lnTo>
                <a:lnTo>
                  <a:pt x="5937250" y="323850"/>
                </a:lnTo>
                <a:lnTo>
                  <a:pt x="5949950" y="311150"/>
                </a:lnTo>
                <a:lnTo>
                  <a:pt x="5949950" y="304800"/>
                </a:lnTo>
                <a:lnTo>
                  <a:pt x="5969000" y="285750"/>
                </a:lnTo>
                <a:lnTo>
                  <a:pt x="5975350" y="285750"/>
                </a:lnTo>
                <a:lnTo>
                  <a:pt x="5981700" y="292100"/>
                </a:lnTo>
                <a:lnTo>
                  <a:pt x="5981700" y="323850"/>
                </a:lnTo>
                <a:lnTo>
                  <a:pt x="5975350" y="330200"/>
                </a:lnTo>
                <a:lnTo>
                  <a:pt x="5975350" y="361950"/>
                </a:lnTo>
                <a:lnTo>
                  <a:pt x="5969000" y="368300"/>
                </a:lnTo>
                <a:lnTo>
                  <a:pt x="5969000" y="406400"/>
                </a:lnTo>
                <a:lnTo>
                  <a:pt x="5962650" y="412750"/>
                </a:lnTo>
                <a:lnTo>
                  <a:pt x="5962650" y="463550"/>
                </a:lnTo>
                <a:lnTo>
                  <a:pt x="5969000" y="469900"/>
                </a:lnTo>
                <a:lnTo>
                  <a:pt x="5975350" y="469900"/>
                </a:lnTo>
                <a:lnTo>
                  <a:pt x="5988050" y="488950"/>
                </a:lnTo>
                <a:lnTo>
                  <a:pt x="5994400" y="482600"/>
                </a:lnTo>
                <a:lnTo>
                  <a:pt x="5994400" y="463550"/>
                </a:lnTo>
                <a:lnTo>
                  <a:pt x="6000750" y="457200"/>
                </a:lnTo>
                <a:lnTo>
                  <a:pt x="6007100" y="457200"/>
                </a:lnTo>
                <a:lnTo>
                  <a:pt x="6013450" y="463550"/>
                </a:lnTo>
                <a:lnTo>
                  <a:pt x="6013450" y="469900"/>
                </a:lnTo>
                <a:lnTo>
                  <a:pt x="6019800" y="463550"/>
                </a:lnTo>
                <a:lnTo>
                  <a:pt x="6019800" y="457200"/>
                </a:lnTo>
                <a:lnTo>
                  <a:pt x="6013450" y="450850"/>
                </a:lnTo>
                <a:lnTo>
                  <a:pt x="6013450" y="419100"/>
                </a:lnTo>
                <a:lnTo>
                  <a:pt x="6019800" y="412750"/>
                </a:lnTo>
                <a:lnTo>
                  <a:pt x="6019800" y="381000"/>
                </a:lnTo>
                <a:lnTo>
                  <a:pt x="6026150" y="374650"/>
                </a:lnTo>
                <a:lnTo>
                  <a:pt x="6026150" y="342900"/>
                </a:lnTo>
                <a:lnTo>
                  <a:pt x="6032500" y="336550"/>
                </a:lnTo>
                <a:lnTo>
                  <a:pt x="6032500" y="260350"/>
                </a:lnTo>
                <a:lnTo>
                  <a:pt x="6026150" y="254000"/>
                </a:lnTo>
                <a:lnTo>
                  <a:pt x="6026150" y="247650"/>
                </a:lnTo>
                <a:lnTo>
                  <a:pt x="6013450" y="228600"/>
                </a:lnTo>
                <a:lnTo>
                  <a:pt x="6007100" y="228600"/>
                </a:lnTo>
                <a:lnTo>
                  <a:pt x="6000750" y="222250"/>
                </a:lnTo>
                <a:lnTo>
                  <a:pt x="5981700" y="222250"/>
                </a:lnTo>
                <a:lnTo>
                  <a:pt x="5975350" y="228600"/>
                </a:lnTo>
                <a:lnTo>
                  <a:pt x="5969000" y="228600"/>
                </a:lnTo>
                <a:lnTo>
                  <a:pt x="5956300" y="241300"/>
                </a:lnTo>
                <a:lnTo>
                  <a:pt x="5949950" y="241300"/>
                </a:lnTo>
                <a:lnTo>
                  <a:pt x="5943600" y="247650"/>
                </a:lnTo>
                <a:lnTo>
                  <a:pt x="5943600" y="254000"/>
                </a:lnTo>
                <a:lnTo>
                  <a:pt x="5924550" y="273050"/>
                </a:lnTo>
                <a:lnTo>
                  <a:pt x="5924550" y="279400"/>
                </a:lnTo>
                <a:lnTo>
                  <a:pt x="5911850" y="298450"/>
                </a:lnTo>
                <a:lnTo>
                  <a:pt x="5905500" y="298450"/>
                </a:lnTo>
                <a:lnTo>
                  <a:pt x="5899150" y="292100"/>
                </a:lnTo>
                <a:lnTo>
                  <a:pt x="5899150" y="254000"/>
                </a:lnTo>
                <a:lnTo>
                  <a:pt x="5892800" y="247650"/>
                </a:lnTo>
                <a:lnTo>
                  <a:pt x="5892800" y="241300"/>
                </a:lnTo>
                <a:lnTo>
                  <a:pt x="5880100" y="228600"/>
                </a:lnTo>
                <a:lnTo>
                  <a:pt x="5873750" y="228600"/>
                </a:lnTo>
                <a:lnTo>
                  <a:pt x="5867400" y="222250"/>
                </a:lnTo>
                <a:lnTo>
                  <a:pt x="5854700" y="222250"/>
                </a:lnTo>
                <a:lnTo>
                  <a:pt x="5848350" y="228600"/>
                </a:lnTo>
                <a:lnTo>
                  <a:pt x="5842000" y="228600"/>
                </a:lnTo>
                <a:lnTo>
                  <a:pt x="5810250" y="260350"/>
                </a:lnTo>
                <a:lnTo>
                  <a:pt x="5810250" y="266700"/>
                </a:lnTo>
                <a:lnTo>
                  <a:pt x="5797550" y="279400"/>
                </a:lnTo>
                <a:lnTo>
                  <a:pt x="5791200" y="273050"/>
                </a:lnTo>
                <a:lnTo>
                  <a:pt x="5791200" y="234950"/>
                </a:lnTo>
                <a:lnTo>
                  <a:pt x="5784850" y="228600"/>
                </a:lnTo>
                <a:lnTo>
                  <a:pt x="5778500" y="228600"/>
                </a:lnTo>
                <a:lnTo>
                  <a:pt x="5772150" y="234950"/>
                </a:lnTo>
                <a:lnTo>
                  <a:pt x="5753100" y="234950"/>
                </a:lnTo>
                <a:lnTo>
                  <a:pt x="5746750" y="241300"/>
                </a:lnTo>
                <a:lnTo>
                  <a:pt x="5740400" y="241300"/>
                </a:lnTo>
                <a:close/>
                <a:moveTo>
                  <a:pt x="5257800" y="222250"/>
                </a:moveTo>
                <a:lnTo>
                  <a:pt x="5219700" y="222250"/>
                </a:lnTo>
                <a:lnTo>
                  <a:pt x="5213350" y="228600"/>
                </a:lnTo>
                <a:lnTo>
                  <a:pt x="5207000" y="228600"/>
                </a:lnTo>
                <a:lnTo>
                  <a:pt x="5200650" y="234950"/>
                </a:lnTo>
                <a:lnTo>
                  <a:pt x="5194300" y="234950"/>
                </a:lnTo>
                <a:lnTo>
                  <a:pt x="5187950" y="241300"/>
                </a:lnTo>
                <a:lnTo>
                  <a:pt x="5181600" y="241300"/>
                </a:lnTo>
                <a:lnTo>
                  <a:pt x="5143500" y="279400"/>
                </a:lnTo>
                <a:lnTo>
                  <a:pt x="5143500" y="285750"/>
                </a:lnTo>
                <a:lnTo>
                  <a:pt x="5130800" y="298450"/>
                </a:lnTo>
                <a:lnTo>
                  <a:pt x="5130800" y="304800"/>
                </a:lnTo>
                <a:lnTo>
                  <a:pt x="5118100" y="317500"/>
                </a:lnTo>
                <a:lnTo>
                  <a:pt x="5118100" y="323850"/>
                </a:lnTo>
                <a:lnTo>
                  <a:pt x="5111750" y="330200"/>
                </a:lnTo>
                <a:lnTo>
                  <a:pt x="5111750" y="342900"/>
                </a:lnTo>
                <a:lnTo>
                  <a:pt x="5105400" y="349250"/>
                </a:lnTo>
                <a:lnTo>
                  <a:pt x="5105400" y="361950"/>
                </a:lnTo>
                <a:lnTo>
                  <a:pt x="5099050" y="368300"/>
                </a:lnTo>
                <a:lnTo>
                  <a:pt x="5099050" y="419100"/>
                </a:lnTo>
                <a:lnTo>
                  <a:pt x="5105400" y="425450"/>
                </a:lnTo>
                <a:lnTo>
                  <a:pt x="5105400" y="438150"/>
                </a:lnTo>
                <a:lnTo>
                  <a:pt x="5111750" y="444500"/>
                </a:lnTo>
                <a:lnTo>
                  <a:pt x="5111750" y="450850"/>
                </a:lnTo>
                <a:lnTo>
                  <a:pt x="5143500" y="482600"/>
                </a:lnTo>
                <a:lnTo>
                  <a:pt x="5149850" y="482600"/>
                </a:lnTo>
                <a:lnTo>
                  <a:pt x="5156200" y="488950"/>
                </a:lnTo>
                <a:lnTo>
                  <a:pt x="5181600" y="488950"/>
                </a:lnTo>
                <a:lnTo>
                  <a:pt x="5187950" y="495300"/>
                </a:lnTo>
                <a:lnTo>
                  <a:pt x="5207000" y="495300"/>
                </a:lnTo>
                <a:lnTo>
                  <a:pt x="5213350" y="488950"/>
                </a:lnTo>
                <a:lnTo>
                  <a:pt x="5232400" y="488950"/>
                </a:lnTo>
                <a:lnTo>
                  <a:pt x="5238750" y="482600"/>
                </a:lnTo>
                <a:lnTo>
                  <a:pt x="5245100" y="482600"/>
                </a:lnTo>
                <a:lnTo>
                  <a:pt x="5251450" y="476250"/>
                </a:lnTo>
                <a:lnTo>
                  <a:pt x="5257800" y="476250"/>
                </a:lnTo>
                <a:lnTo>
                  <a:pt x="5270500" y="463550"/>
                </a:lnTo>
                <a:lnTo>
                  <a:pt x="5276850" y="463550"/>
                </a:lnTo>
                <a:lnTo>
                  <a:pt x="5295900" y="444500"/>
                </a:lnTo>
                <a:lnTo>
                  <a:pt x="5295900" y="438150"/>
                </a:lnTo>
                <a:lnTo>
                  <a:pt x="5308600" y="425450"/>
                </a:lnTo>
                <a:lnTo>
                  <a:pt x="5302250" y="425450"/>
                </a:lnTo>
                <a:lnTo>
                  <a:pt x="5295900" y="431800"/>
                </a:lnTo>
                <a:lnTo>
                  <a:pt x="5289550" y="431800"/>
                </a:lnTo>
                <a:lnTo>
                  <a:pt x="5276850" y="444500"/>
                </a:lnTo>
                <a:lnTo>
                  <a:pt x="5276850" y="450850"/>
                </a:lnTo>
                <a:lnTo>
                  <a:pt x="5257800" y="469900"/>
                </a:lnTo>
                <a:lnTo>
                  <a:pt x="5251450" y="469900"/>
                </a:lnTo>
                <a:lnTo>
                  <a:pt x="5245100" y="463550"/>
                </a:lnTo>
                <a:lnTo>
                  <a:pt x="5245100" y="457200"/>
                </a:lnTo>
                <a:lnTo>
                  <a:pt x="5264150" y="444500"/>
                </a:lnTo>
                <a:lnTo>
                  <a:pt x="5264150" y="438150"/>
                </a:lnTo>
                <a:lnTo>
                  <a:pt x="5276850" y="425450"/>
                </a:lnTo>
                <a:lnTo>
                  <a:pt x="5276850" y="419100"/>
                </a:lnTo>
                <a:lnTo>
                  <a:pt x="5289550" y="406400"/>
                </a:lnTo>
                <a:lnTo>
                  <a:pt x="5289550" y="400050"/>
                </a:lnTo>
                <a:lnTo>
                  <a:pt x="5276850" y="400050"/>
                </a:lnTo>
                <a:lnTo>
                  <a:pt x="5264150" y="412750"/>
                </a:lnTo>
                <a:lnTo>
                  <a:pt x="5257800" y="412750"/>
                </a:lnTo>
                <a:lnTo>
                  <a:pt x="5238750" y="431800"/>
                </a:lnTo>
                <a:lnTo>
                  <a:pt x="5232400" y="431800"/>
                </a:lnTo>
                <a:lnTo>
                  <a:pt x="5226050" y="438150"/>
                </a:lnTo>
                <a:lnTo>
                  <a:pt x="5213350" y="438150"/>
                </a:lnTo>
                <a:lnTo>
                  <a:pt x="5207000" y="444500"/>
                </a:lnTo>
                <a:lnTo>
                  <a:pt x="5187950" y="444500"/>
                </a:lnTo>
                <a:lnTo>
                  <a:pt x="5162550" y="419100"/>
                </a:lnTo>
                <a:lnTo>
                  <a:pt x="5162550" y="361950"/>
                </a:lnTo>
                <a:lnTo>
                  <a:pt x="5168900" y="355600"/>
                </a:lnTo>
                <a:lnTo>
                  <a:pt x="5168900" y="342900"/>
                </a:lnTo>
                <a:lnTo>
                  <a:pt x="5175250" y="336550"/>
                </a:lnTo>
                <a:lnTo>
                  <a:pt x="5175250" y="330200"/>
                </a:lnTo>
                <a:lnTo>
                  <a:pt x="5181600" y="323850"/>
                </a:lnTo>
                <a:lnTo>
                  <a:pt x="5181600" y="317500"/>
                </a:lnTo>
                <a:lnTo>
                  <a:pt x="5194300" y="304800"/>
                </a:lnTo>
                <a:lnTo>
                  <a:pt x="5194300" y="298450"/>
                </a:lnTo>
                <a:lnTo>
                  <a:pt x="5213350" y="279400"/>
                </a:lnTo>
                <a:lnTo>
                  <a:pt x="5219700" y="279400"/>
                </a:lnTo>
                <a:lnTo>
                  <a:pt x="5232400" y="266700"/>
                </a:lnTo>
                <a:lnTo>
                  <a:pt x="5245100" y="266700"/>
                </a:lnTo>
                <a:lnTo>
                  <a:pt x="5257800" y="279400"/>
                </a:lnTo>
                <a:lnTo>
                  <a:pt x="5257800" y="311150"/>
                </a:lnTo>
                <a:lnTo>
                  <a:pt x="5270500" y="311150"/>
                </a:lnTo>
                <a:lnTo>
                  <a:pt x="5276850" y="304800"/>
                </a:lnTo>
                <a:lnTo>
                  <a:pt x="5289550" y="304800"/>
                </a:lnTo>
                <a:lnTo>
                  <a:pt x="5295900" y="298450"/>
                </a:lnTo>
                <a:lnTo>
                  <a:pt x="5295900" y="279400"/>
                </a:lnTo>
                <a:lnTo>
                  <a:pt x="5302250" y="273050"/>
                </a:lnTo>
                <a:lnTo>
                  <a:pt x="5302250" y="260350"/>
                </a:lnTo>
                <a:lnTo>
                  <a:pt x="5289550" y="241300"/>
                </a:lnTo>
                <a:lnTo>
                  <a:pt x="5283200" y="241300"/>
                </a:lnTo>
                <a:lnTo>
                  <a:pt x="5270500" y="228600"/>
                </a:lnTo>
                <a:lnTo>
                  <a:pt x="5264150" y="228600"/>
                </a:lnTo>
                <a:close/>
                <a:moveTo>
                  <a:pt x="2330450" y="222250"/>
                </a:moveTo>
                <a:lnTo>
                  <a:pt x="2330450" y="247650"/>
                </a:lnTo>
                <a:lnTo>
                  <a:pt x="2336800" y="241300"/>
                </a:lnTo>
                <a:lnTo>
                  <a:pt x="2336800" y="228600"/>
                </a:lnTo>
                <a:close/>
                <a:moveTo>
                  <a:pt x="4724400" y="222250"/>
                </a:moveTo>
                <a:lnTo>
                  <a:pt x="4718050" y="222250"/>
                </a:lnTo>
                <a:lnTo>
                  <a:pt x="4711700" y="215900"/>
                </a:lnTo>
                <a:lnTo>
                  <a:pt x="4686300" y="215900"/>
                </a:lnTo>
                <a:lnTo>
                  <a:pt x="4679950" y="222250"/>
                </a:lnTo>
                <a:lnTo>
                  <a:pt x="4673600" y="222250"/>
                </a:lnTo>
                <a:lnTo>
                  <a:pt x="4660900" y="234950"/>
                </a:lnTo>
                <a:lnTo>
                  <a:pt x="4654550" y="234950"/>
                </a:lnTo>
                <a:lnTo>
                  <a:pt x="4635500" y="254000"/>
                </a:lnTo>
                <a:lnTo>
                  <a:pt x="4635500" y="260350"/>
                </a:lnTo>
                <a:lnTo>
                  <a:pt x="4610100" y="285750"/>
                </a:lnTo>
                <a:lnTo>
                  <a:pt x="4603750" y="279400"/>
                </a:lnTo>
                <a:lnTo>
                  <a:pt x="4603750" y="266700"/>
                </a:lnTo>
                <a:lnTo>
                  <a:pt x="4610100" y="260350"/>
                </a:lnTo>
                <a:lnTo>
                  <a:pt x="4610100" y="234950"/>
                </a:lnTo>
                <a:lnTo>
                  <a:pt x="4597400" y="222250"/>
                </a:lnTo>
                <a:lnTo>
                  <a:pt x="4584700" y="222250"/>
                </a:lnTo>
                <a:lnTo>
                  <a:pt x="4578350" y="228600"/>
                </a:lnTo>
                <a:lnTo>
                  <a:pt x="4572000" y="228600"/>
                </a:lnTo>
                <a:lnTo>
                  <a:pt x="4565650" y="234950"/>
                </a:lnTo>
                <a:lnTo>
                  <a:pt x="4552950" y="234950"/>
                </a:lnTo>
                <a:lnTo>
                  <a:pt x="4546600" y="241300"/>
                </a:lnTo>
                <a:lnTo>
                  <a:pt x="4546600" y="285750"/>
                </a:lnTo>
                <a:lnTo>
                  <a:pt x="4540250" y="292100"/>
                </a:lnTo>
                <a:lnTo>
                  <a:pt x="4540250" y="336550"/>
                </a:lnTo>
                <a:lnTo>
                  <a:pt x="4533900" y="342900"/>
                </a:lnTo>
                <a:lnTo>
                  <a:pt x="4533900" y="387350"/>
                </a:lnTo>
                <a:lnTo>
                  <a:pt x="4527550" y="393700"/>
                </a:lnTo>
                <a:lnTo>
                  <a:pt x="4527550" y="431800"/>
                </a:lnTo>
                <a:lnTo>
                  <a:pt x="4521200" y="438150"/>
                </a:lnTo>
                <a:lnTo>
                  <a:pt x="4521200" y="476250"/>
                </a:lnTo>
                <a:lnTo>
                  <a:pt x="4527550" y="476250"/>
                </a:lnTo>
                <a:lnTo>
                  <a:pt x="4533900" y="482600"/>
                </a:lnTo>
                <a:lnTo>
                  <a:pt x="4546600" y="482600"/>
                </a:lnTo>
                <a:lnTo>
                  <a:pt x="4552950" y="488950"/>
                </a:lnTo>
                <a:lnTo>
                  <a:pt x="4565650" y="488950"/>
                </a:lnTo>
                <a:lnTo>
                  <a:pt x="4578350" y="476250"/>
                </a:lnTo>
                <a:lnTo>
                  <a:pt x="4578350" y="438150"/>
                </a:lnTo>
                <a:lnTo>
                  <a:pt x="4584700" y="431800"/>
                </a:lnTo>
                <a:lnTo>
                  <a:pt x="4584700" y="393700"/>
                </a:lnTo>
                <a:lnTo>
                  <a:pt x="4597400" y="381000"/>
                </a:lnTo>
                <a:lnTo>
                  <a:pt x="4597400" y="374650"/>
                </a:lnTo>
                <a:lnTo>
                  <a:pt x="4603750" y="368300"/>
                </a:lnTo>
                <a:lnTo>
                  <a:pt x="4603750" y="361950"/>
                </a:lnTo>
                <a:lnTo>
                  <a:pt x="4616450" y="349250"/>
                </a:lnTo>
                <a:lnTo>
                  <a:pt x="4616450" y="342900"/>
                </a:lnTo>
                <a:lnTo>
                  <a:pt x="4635500" y="323850"/>
                </a:lnTo>
                <a:lnTo>
                  <a:pt x="4635500" y="317500"/>
                </a:lnTo>
                <a:lnTo>
                  <a:pt x="4673600" y="279400"/>
                </a:lnTo>
                <a:lnTo>
                  <a:pt x="4686300" y="279400"/>
                </a:lnTo>
                <a:lnTo>
                  <a:pt x="4692650" y="285750"/>
                </a:lnTo>
                <a:lnTo>
                  <a:pt x="4692650" y="304800"/>
                </a:lnTo>
                <a:lnTo>
                  <a:pt x="4686300" y="311150"/>
                </a:lnTo>
                <a:lnTo>
                  <a:pt x="4686300" y="355600"/>
                </a:lnTo>
                <a:lnTo>
                  <a:pt x="4679950" y="361950"/>
                </a:lnTo>
                <a:lnTo>
                  <a:pt x="4679950" y="406400"/>
                </a:lnTo>
                <a:lnTo>
                  <a:pt x="4673600" y="412750"/>
                </a:lnTo>
                <a:lnTo>
                  <a:pt x="4673600" y="469900"/>
                </a:lnTo>
                <a:lnTo>
                  <a:pt x="4679950" y="476250"/>
                </a:lnTo>
                <a:lnTo>
                  <a:pt x="4686300" y="476250"/>
                </a:lnTo>
                <a:lnTo>
                  <a:pt x="4692650" y="482600"/>
                </a:lnTo>
                <a:lnTo>
                  <a:pt x="4692650" y="488950"/>
                </a:lnTo>
                <a:lnTo>
                  <a:pt x="4705350" y="501650"/>
                </a:lnTo>
                <a:lnTo>
                  <a:pt x="4711700" y="501650"/>
                </a:lnTo>
                <a:lnTo>
                  <a:pt x="4718050" y="495300"/>
                </a:lnTo>
                <a:lnTo>
                  <a:pt x="4718050" y="488950"/>
                </a:lnTo>
                <a:lnTo>
                  <a:pt x="4730750" y="469900"/>
                </a:lnTo>
                <a:lnTo>
                  <a:pt x="4730750" y="406400"/>
                </a:lnTo>
                <a:lnTo>
                  <a:pt x="4737100" y="400050"/>
                </a:lnTo>
                <a:lnTo>
                  <a:pt x="4737100" y="368300"/>
                </a:lnTo>
                <a:lnTo>
                  <a:pt x="4743450" y="361950"/>
                </a:lnTo>
                <a:lnTo>
                  <a:pt x="4743450" y="330200"/>
                </a:lnTo>
                <a:lnTo>
                  <a:pt x="4749800" y="323850"/>
                </a:lnTo>
                <a:lnTo>
                  <a:pt x="4749800" y="266700"/>
                </a:lnTo>
                <a:lnTo>
                  <a:pt x="4743450" y="260350"/>
                </a:lnTo>
                <a:lnTo>
                  <a:pt x="4743450" y="247650"/>
                </a:lnTo>
                <a:lnTo>
                  <a:pt x="4737100" y="241300"/>
                </a:lnTo>
                <a:lnTo>
                  <a:pt x="4737100" y="234950"/>
                </a:lnTo>
                <a:close/>
                <a:moveTo>
                  <a:pt x="4451350" y="222250"/>
                </a:moveTo>
                <a:lnTo>
                  <a:pt x="4432300" y="222250"/>
                </a:lnTo>
                <a:lnTo>
                  <a:pt x="4425950" y="215900"/>
                </a:lnTo>
                <a:lnTo>
                  <a:pt x="4413250" y="215900"/>
                </a:lnTo>
                <a:lnTo>
                  <a:pt x="4406900" y="222250"/>
                </a:lnTo>
                <a:lnTo>
                  <a:pt x="4394200" y="222250"/>
                </a:lnTo>
                <a:lnTo>
                  <a:pt x="4381500" y="234950"/>
                </a:lnTo>
                <a:lnTo>
                  <a:pt x="4375150" y="234950"/>
                </a:lnTo>
                <a:lnTo>
                  <a:pt x="4330700" y="279400"/>
                </a:lnTo>
                <a:lnTo>
                  <a:pt x="4330700" y="285750"/>
                </a:lnTo>
                <a:lnTo>
                  <a:pt x="4318000" y="298450"/>
                </a:lnTo>
                <a:lnTo>
                  <a:pt x="4318000" y="304800"/>
                </a:lnTo>
                <a:lnTo>
                  <a:pt x="4305300" y="317500"/>
                </a:lnTo>
                <a:lnTo>
                  <a:pt x="4305300" y="323850"/>
                </a:lnTo>
                <a:lnTo>
                  <a:pt x="4298950" y="330200"/>
                </a:lnTo>
                <a:lnTo>
                  <a:pt x="4298950" y="342900"/>
                </a:lnTo>
                <a:lnTo>
                  <a:pt x="4292600" y="349250"/>
                </a:lnTo>
                <a:lnTo>
                  <a:pt x="4292600" y="355600"/>
                </a:lnTo>
                <a:lnTo>
                  <a:pt x="4273550" y="374650"/>
                </a:lnTo>
                <a:lnTo>
                  <a:pt x="4273550" y="393700"/>
                </a:lnTo>
                <a:lnTo>
                  <a:pt x="4286250" y="406400"/>
                </a:lnTo>
                <a:lnTo>
                  <a:pt x="4286250" y="431800"/>
                </a:lnTo>
                <a:lnTo>
                  <a:pt x="4292600" y="438150"/>
                </a:lnTo>
                <a:lnTo>
                  <a:pt x="4292600" y="450850"/>
                </a:lnTo>
                <a:lnTo>
                  <a:pt x="4305300" y="463550"/>
                </a:lnTo>
                <a:lnTo>
                  <a:pt x="4305300" y="469900"/>
                </a:lnTo>
                <a:lnTo>
                  <a:pt x="4318000" y="482600"/>
                </a:lnTo>
                <a:lnTo>
                  <a:pt x="4324350" y="482600"/>
                </a:lnTo>
                <a:lnTo>
                  <a:pt x="4343400" y="495300"/>
                </a:lnTo>
                <a:lnTo>
                  <a:pt x="4356100" y="495300"/>
                </a:lnTo>
                <a:lnTo>
                  <a:pt x="4362450" y="501650"/>
                </a:lnTo>
                <a:lnTo>
                  <a:pt x="4400550" y="501650"/>
                </a:lnTo>
                <a:lnTo>
                  <a:pt x="4406900" y="495300"/>
                </a:lnTo>
                <a:lnTo>
                  <a:pt x="4425950" y="495300"/>
                </a:lnTo>
                <a:lnTo>
                  <a:pt x="4432300" y="488950"/>
                </a:lnTo>
                <a:lnTo>
                  <a:pt x="4438650" y="488950"/>
                </a:lnTo>
                <a:lnTo>
                  <a:pt x="4445000" y="482600"/>
                </a:lnTo>
                <a:lnTo>
                  <a:pt x="4451350" y="482600"/>
                </a:lnTo>
                <a:lnTo>
                  <a:pt x="4464050" y="469900"/>
                </a:lnTo>
                <a:lnTo>
                  <a:pt x="4470400" y="469900"/>
                </a:lnTo>
                <a:lnTo>
                  <a:pt x="4495800" y="444500"/>
                </a:lnTo>
                <a:lnTo>
                  <a:pt x="4502150" y="444500"/>
                </a:lnTo>
                <a:lnTo>
                  <a:pt x="4502150" y="438150"/>
                </a:lnTo>
                <a:lnTo>
                  <a:pt x="4495800" y="438150"/>
                </a:lnTo>
                <a:lnTo>
                  <a:pt x="4489450" y="444500"/>
                </a:lnTo>
                <a:lnTo>
                  <a:pt x="4483100" y="444500"/>
                </a:lnTo>
                <a:lnTo>
                  <a:pt x="4476750" y="450850"/>
                </a:lnTo>
                <a:lnTo>
                  <a:pt x="4470400" y="450850"/>
                </a:lnTo>
                <a:lnTo>
                  <a:pt x="4464050" y="444500"/>
                </a:lnTo>
                <a:lnTo>
                  <a:pt x="4464050" y="438150"/>
                </a:lnTo>
                <a:lnTo>
                  <a:pt x="4483100" y="419100"/>
                </a:lnTo>
                <a:lnTo>
                  <a:pt x="4470400" y="419100"/>
                </a:lnTo>
                <a:lnTo>
                  <a:pt x="4464050" y="425450"/>
                </a:lnTo>
                <a:lnTo>
                  <a:pt x="4457700" y="425450"/>
                </a:lnTo>
                <a:lnTo>
                  <a:pt x="4451350" y="431800"/>
                </a:lnTo>
                <a:lnTo>
                  <a:pt x="4445000" y="431800"/>
                </a:lnTo>
                <a:lnTo>
                  <a:pt x="4432300" y="444500"/>
                </a:lnTo>
                <a:lnTo>
                  <a:pt x="4425950" y="444500"/>
                </a:lnTo>
                <a:lnTo>
                  <a:pt x="4419600" y="450850"/>
                </a:lnTo>
                <a:lnTo>
                  <a:pt x="4406900" y="450850"/>
                </a:lnTo>
                <a:lnTo>
                  <a:pt x="4400550" y="457200"/>
                </a:lnTo>
                <a:lnTo>
                  <a:pt x="4381500" y="457200"/>
                </a:lnTo>
                <a:lnTo>
                  <a:pt x="4375150" y="450850"/>
                </a:lnTo>
                <a:lnTo>
                  <a:pt x="4368800" y="450850"/>
                </a:lnTo>
                <a:lnTo>
                  <a:pt x="4349750" y="431800"/>
                </a:lnTo>
                <a:lnTo>
                  <a:pt x="4349750" y="425450"/>
                </a:lnTo>
                <a:lnTo>
                  <a:pt x="4343400" y="419100"/>
                </a:lnTo>
                <a:lnTo>
                  <a:pt x="4343400" y="400050"/>
                </a:lnTo>
                <a:lnTo>
                  <a:pt x="4356100" y="387350"/>
                </a:lnTo>
                <a:lnTo>
                  <a:pt x="4406900" y="387350"/>
                </a:lnTo>
                <a:lnTo>
                  <a:pt x="4413250" y="381000"/>
                </a:lnTo>
                <a:lnTo>
                  <a:pt x="4425950" y="381000"/>
                </a:lnTo>
                <a:lnTo>
                  <a:pt x="4438650" y="368300"/>
                </a:lnTo>
                <a:lnTo>
                  <a:pt x="4445000" y="368300"/>
                </a:lnTo>
                <a:lnTo>
                  <a:pt x="4457700" y="355600"/>
                </a:lnTo>
                <a:lnTo>
                  <a:pt x="4464050" y="355600"/>
                </a:lnTo>
                <a:lnTo>
                  <a:pt x="4489450" y="330200"/>
                </a:lnTo>
                <a:lnTo>
                  <a:pt x="4489450" y="323850"/>
                </a:lnTo>
                <a:lnTo>
                  <a:pt x="4495800" y="317500"/>
                </a:lnTo>
                <a:lnTo>
                  <a:pt x="4495800" y="304800"/>
                </a:lnTo>
                <a:lnTo>
                  <a:pt x="4502150" y="298450"/>
                </a:lnTo>
                <a:lnTo>
                  <a:pt x="4502150" y="285750"/>
                </a:lnTo>
                <a:lnTo>
                  <a:pt x="4489450" y="266700"/>
                </a:lnTo>
                <a:lnTo>
                  <a:pt x="4489450" y="254000"/>
                </a:lnTo>
                <a:lnTo>
                  <a:pt x="4476750" y="241300"/>
                </a:lnTo>
                <a:lnTo>
                  <a:pt x="4470400" y="241300"/>
                </a:lnTo>
                <a:close/>
                <a:moveTo>
                  <a:pt x="4451350" y="469900"/>
                </a:moveTo>
                <a:lnTo>
                  <a:pt x="4457700" y="463550"/>
                </a:lnTo>
                <a:lnTo>
                  <a:pt x="4464050" y="469900"/>
                </a:lnTo>
                <a:lnTo>
                  <a:pt x="4457700" y="476250"/>
                </a:lnTo>
                <a:close/>
                <a:moveTo>
                  <a:pt x="4470400" y="450850"/>
                </a:moveTo>
                <a:lnTo>
                  <a:pt x="4476750" y="457200"/>
                </a:lnTo>
                <a:lnTo>
                  <a:pt x="4476750" y="463550"/>
                </a:lnTo>
                <a:lnTo>
                  <a:pt x="4470400" y="469900"/>
                </a:lnTo>
                <a:lnTo>
                  <a:pt x="4464050" y="469900"/>
                </a:lnTo>
                <a:lnTo>
                  <a:pt x="4457700" y="463550"/>
                </a:lnTo>
                <a:close/>
                <a:moveTo>
                  <a:pt x="4438650" y="266700"/>
                </a:moveTo>
                <a:lnTo>
                  <a:pt x="4451350" y="279400"/>
                </a:lnTo>
                <a:lnTo>
                  <a:pt x="4451350" y="285750"/>
                </a:lnTo>
                <a:lnTo>
                  <a:pt x="4457700" y="292100"/>
                </a:lnTo>
                <a:lnTo>
                  <a:pt x="4451350" y="298450"/>
                </a:lnTo>
                <a:lnTo>
                  <a:pt x="4451350" y="304800"/>
                </a:lnTo>
                <a:lnTo>
                  <a:pt x="4425950" y="330200"/>
                </a:lnTo>
                <a:lnTo>
                  <a:pt x="4419600" y="330200"/>
                </a:lnTo>
                <a:lnTo>
                  <a:pt x="4406900" y="342900"/>
                </a:lnTo>
                <a:lnTo>
                  <a:pt x="4400550" y="342900"/>
                </a:lnTo>
                <a:lnTo>
                  <a:pt x="4394200" y="349250"/>
                </a:lnTo>
                <a:lnTo>
                  <a:pt x="4375150" y="349250"/>
                </a:lnTo>
                <a:lnTo>
                  <a:pt x="4368800" y="355600"/>
                </a:lnTo>
                <a:lnTo>
                  <a:pt x="4362450" y="349250"/>
                </a:lnTo>
                <a:lnTo>
                  <a:pt x="4362450" y="330200"/>
                </a:lnTo>
                <a:lnTo>
                  <a:pt x="4368800" y="323850"/>
                </a:lnTo>
                <a:lnTo>
                  <a:pt x="4368800" y="317500"/>
                </a:lnTo>
                <a:lnTo>
                  <a:pt x="4381500" y="304800"/>
                </a:lnTo>
                <a:lnTo>
                  <a:pt x="4381500" y="298450"/>
                </a:lnTo>
                <a:lnTo>
                  <a:pt x="4406900" y="273050"/>
                </a:lnTo>
                <a:lnTo>
                  <a:pt x="4413250" y="273050"/>
                </a:lnTo>
                <a:lnTo>
                  <a:pt x="4419600" y="266700"/>
                </a:lnTo>
                <a:close/>
                <a:moveTo>
                  <a:pt x="4210050" y="203200"/>
                </a:moveTo>
                <a:lnTo>
                  <a:pt x="4159250" y="203200"/>
                </a:lnTo>
                <a:lnTo>
                  <a:pt x="4152900" y="209550"/>
                </a:lnTo>
                <a:lnTo>
                  <a:pt x="4146550" y="209550"/>
                </a:lnTo>
                <a:lnTo>
                  <a:pt x="4133850" y="222250"/>
                </a:lnTo>
                <a:lnTo>
                  <a:pt x="4127500" y="222250"/>
                </a:lnTo>
                <a:lnTo>
                  <a:pt x="4102100" y="247650"/>
                </a:lnTo>
                <a:lnTo>
                  <a:pt x="4102100" y="254000"/>
                </a:lnTo>
                <a:lnTo>
                  <a:pt x="4083050" y="273050"/>
                </a:lnTo>
                <a:lnTo>
                  <a:pt x="4083050" y="279400"/>
                </a:lnTo>
                <a:lnTo>
                  <a:pt x="4076700" y="285750"/>
                </a:lnTo>
                <a:lnTo>
                  <a:pt x="4076700" y="292100"/>
                </a:lnTo>
                <a:lnTo>
                  <a:pt x="4070350" y="298450"/>
                </a:lnTo>
                <a:lnTo>
                  <a:pt x="4070350" y="304800"/>
                </a:lnTo>
                <a:lnTo>
                  <a:pt x="4064000" y="311150"/>
                </a:lnTo>
                <a:lnTo>
                  <a:pt x="4064000" y="317500"/>
                </a:lnTo>
                <a:lnTo>
                  <a:pt x="4051300" y="336550"/>
                </a:lnTo>
                <a:lnTo>
                  <a:pt x="4051300" y="349250"/>
                </a:lnTo>
                <a:lnTo>
                  <a:pt x="4044950" y="355600"/>
                </a:lnTo>
                <a:lnTo>
                  <a:pt x="4044950" y="374650"/>
                </a:lnTo>
                <a:lnTo>
                  <a:pt x="4038600" y="381000"/>
                </a:lnTo>
                <a:lnTo>
                  <a:pt x="4038600" y="412750"/>
                </a:lnTo>
                <a:lnTo>
                  <a:pt x="4044950" y="419100"/>
                </a:lnTo>
                <a:lnTo>
                  <a:pt x="4044950" y="431800"/>
                </a:lnTo>
                <a:lnTo>
                  <a:pt x="4051300" y="438150"/>
                </a:lnTo>
                <a:lnTo>
                  <a:pt x="4051300" y="444500"/>
                </a:lnTo>
                <a:lnTo>
                  <a:pt x="4057650" y="450850"/>
                </a:lnTo>
                <a:lnTo>
                  <a:pt x="4057650" y="457200"/>
                </a:lnTo>
                <a:lnTo>
                  <a:pt x="4070350" y="469900"/>
                </a:lnTo>
                <a:lnTo>
                  <a:pt x="4076700" y="469900"/>
                </a:lnTo>
                <a:lnTo>
                  <a:pt x="4083050" y="476250"/>
                </a:lnTo>
                <a:lnTo>
                  <a:pt x="4102100" y="476250"/>
                </a:lnTo>
                <a:lnTo>
                  <a:pt x="4114800" y="488950"/>
                </a:lnTo>
                <a:lnTo>
                  <a:pt x="4121150" y="482600"/>
                </a:lnTo>
                <a:lnTo>
                  <a:pt x="4127500" y="482600"/>
                </a:lnTo>
                <a:lnTo>
                  <a:pt x="4133850" y="476250"/>
                </a:lnTo>
                <a:lnTo>
                  <a:pt x="4140200" y="476250"/>
                </a:lnTo>
                <a:lnTo>
                  <a:pt x="4146550" y="469900"/>
                </a:lnTo>
                <a:lnTo>
                  <a:pt x="4152900" y="469900"/>
                </a:lnTo>
                <a:lnTo>
                  <a:pt x="4152900" y="463550"/>
                </a:lnTo>
                <a:lnTo>
                  <a:pt x="4171950" y="444500"/>
                </a:lnTo>
                <a:lnTo>
                  <a:pt x="4178300" y="450850"/>
                </a:lnTo>
                <a:lnTo>
                  <a:pt x="4178300" y="476250"/>
                </a:lnTo>
                <a:lnTo>
                  <a:pt x="4171950" y="482600"/>
                </a:lnTo>
                <a:lnTo>
                  <a:pt x="4171950" y="508000"/>
                </a:lnTo>
                <a:lnTo>
                  <a:pt x="4165600" y="514350"/>
                </a:lnTo>
                <a:lnTo>
                  <a:pt x="4165600" y="533400"/>
                </a:lnTo>
                <a:lnTo>
                  <a:pt x="4159250" y="539750"/>
                </a:lnTo>
                <a:lnTo>
                  <a:pt x="4159250" y="552450"/>
                </a:lnTo>
                <a:lnTo>
                  <a:pt x="4152900" y="558800"/>
                </a:lnTo>
                <a:lnTo>
                  <a:pt x="4152900" y="571500"/>
                </a:lnTo>
                <a:lnTo>
                  <a:pt x="4146550" y="577850"/>
                </a:lnTo>
                <a:lnTo>
                  <a:pt x="4146550" y="584200"/>
                </a:lnTo>
                <a:lnTo>
                  <a:pt x="4114800" y="615950"/>
                </a:lnTo>
                <a:lnTo>
                  <a:pt x="4089400" y="615950"/>
                </a:lnTo>
                <a:lnTo>
                  <a:pt x="4064000" y="590550"/>
                </a:lnTo>
                <a:lnTo>
                  <a:pt x="4064000" y="552450"/>
                </a:lnTo>
                <a:lnTo>
                  <a:pt x="4070350" y="546100"/>
                </a:lnTo>
                <a:lnTo>
                  <a:pt x="4064000" y="546100"/>
                </a:lnTo>
                <a:lnTo>
                  <a:pt x="4057650" y="552450"/>
                </a:lnTo>
                <a:lnTo>
                  <a:pt x="4051300" y="552450"/>
                </a:lnTo>
                <a:lnTo>
                  <a:pt x="4019550" y="584200"/>
                </a:lnTo>
                <a:lnTo>
                  <a:pt x="4019550" y="622300"/>
                </a:lnTo>
                <a:lnTo>
                  <a:pt x="4025900" y="628650"/>
                </a:lnTo>
                <a:lnTo>
                  <a:pt x="4025900" y="635000"/>
                </a:lnTo>
                <a:lnTo>
                  <a:pt x="4057650" y="666750"/>
                </a:lnTo>
                <a:lnTo>
                  <a:pt x="4064000" y="666750"/>
                </a:lnTo>
                <a:lnTo>
                  <a:pt x="4070350" y="673100"/>
                </a:lnTo>
                <a:lnTo>
                  <a:pt x="4083050" y="673100"/>
                </a:lnTo>
                <a:lnTo>
                  <a:pt x="4089400" y="679450"/>
                </a:lnTo>
                <a:lnTo>
                  <a:pt x="4114800" y="679450"/>
                </a:lnTo>
                <a:lnTo>
                  <a:pt x="4121150" y="673100"/>
                </a:lnTo>
                <a:lnTo>
                  <a:pt x="4133850" y="673100"/>
                </a:lnTo>
                <a:lnTo>
                  <a:pt x="4140200" y="666750"/>
                </a:lnTo>
                <a:lnTo>
                  <a:pt x="4146550" y="666750"/>
                </a:lnTo>
                <a:lnTo>
                  <a:pt x="4197350" y="615950"/>
                </a:lnTo>
                <a:lnTo>
                  <a:pt x="4197350" y="609600"/>
                </a:lnTo>
                <a:lnTo>
                  <a:pt x="4210050" y="590550"/>
                </a:lnTo>
                <a:lnTo>
                  <a:pt x="4210050" y="577850"/>
                </a:lnTo>
                <a:lnTo>
                  <a:pt x="4222750" y="558800"/>
                </a:lnTo>
                <a:lnTo>
                  <a:pt x="4222750" y="539750"/>
                </a:lnTo>
                <a:lnTo>
                  <a:pt x="4229100" y="533400"/>
                </a:lnTo>
                <a:lnTo>
                  <a:pt x="4229100" y="508000"/>
                </a:lnTo>
                <a:lnTo>
                  <a:pt x="4235450" y="501650"/>
                </a:lnTo>
                <a:lnTo>
                  <a:pt x="4235450" y="469900"/>
                </a:lnTo>
                <a:lnTo>
                  <a:pt x="4241800" y="463550"/>
                </a:lnTo>
                <a:lnTo>
                  <a:pt x="4241800" y="438150"/>
                </a:lnTo>
                <a:lnTo>
                  <a:pt x="4248150" y="431800"/>
                </a:lnTo>
                <a:lnTo>
                  <a:pt x="4248150" y="393700"/>
                </a:lnTo>
                <a:lnTo>
                  <a:pt x="4254500" y="387350"/>
                </a:lnTo>
                <a:lnTo>
                  <a:pt x="4254500" y="342900"/>
                </a:lnTo>
                <a:lnTo>
                  <a:pt x="4260850" y="336550"/>
                </a:lnTo>
                <a:lnTo>
                  <a:pt x="4260850" y="304800"/>
                </a:lnTo>
                <a:lnTo>
                  <a:pt x="4267200" y="298450"/>
                </a:lnTo>
                <a:lnTo>
                  <a:pt x="4267200" y="279400"/>
                </a:lnTo>
                <a:lnTo>
                  <a:pt x="4273550" y="273050"/>
                </a:lnTo>
                <a:lnTo>
                  <a:pt x="4273550" y="247650"/>
                </a:lnTo>
                <a:lnTo>
                  <a:pt x="4267200" y="247650"/>
                </a:lnTo>
                <a:lnTo>
                  <a:pt x="4254500" y="234950"/>
                </a:lnTo>
                <a:lnTo>
                  <a:pt x="4229100" y="234950"/>
                </a:lnTo>
                <a:lnTo>
                  <a:pt x="4222750" y="228600"/>
                </a:lnTo>
                <a:lnTo>
                  <a:pt x="4222750" y="215900"/>
                </a:lnTo>
                <a:close/>
                <a:moveTo>
                  <a:pt x="4089400" y="317500"/>
                </a:moveTo>
                <a:lnTo>
                  <a:pt x="4095750" y="311150"/>
                </a:lnTo>
                <a:lnTo>
                  <a:pt x="4102100" y="317500"/>
                </a:lnTo>
                <a:lnTo>
                  <a:pt x="4102100" y="323850"/>
                </a:lnTo>
                <a:lnTo>
                  <a:pt x="4095750" y="330200"/>
                </a:lnTo>
                <a:lnTo>
                  <a:pt x="4089400" y="323850"/>
                </a:lnTo>
                <a:close/>
                <a:moveTo>
                  <a:pt x="4095750" y="304800"/>
                </a:moveTo>
                <a:lnTo>
                  <a:pt x="4102100" y="298450"/>
                </a:lnTo>
                <a:lnTo>
                  <a:pt x="4108450" y="304800"/>
                </a:lnTo>
                <a:lnTo>
                  <a:pt x="4108450" y="311150"/>
                </a:lnTo>
                <a:lnTo>
                  <a:pt x="4102100" y="317500"/>
                </a:lnTo>
                <a:lnTo>
                  <a:pt x="4095750" y="311150"/>
                </a:lnTo>
                <a:close/>
                <a:moveTo>
                  <a:pt x="4102100" y="298450"/>
                </a:moveTo>
                <a:lnTo>
                  <a:pt x="4108450" y="292100"/>
                </a:lnTo>
                <a:lnTo>
                  <a:pt x="4114800" y="298450"/>
                </a:lnTo>
                <a:lnTo>
                  <a:pt x="4108450" y="304800"/>
                </a:lnTo>
                <a:close/>
                <a:moveTo>
                  <a:pt x="4191000" y="254000"/>
                </a:moveTo>
                <a:lnTo>
                  <a:pt x="4203700" y="266700"/>
                </a:lnTo>
                <a:lnTo>
                  <a:pt x="4203700" y="273050"/>
                </a:lnTo>
                <a:lnTo>
                  <a:pt x="4210050" y="279400"/>
                </a:lnTo>
                <a:lnTo>
                  <a:pt x="4203700" y="285750"/>
                </a:lnTo>
                <a:lnTo>
                  <a:pt x="4203700" y="304800"/>
                </a:lnTo>
                <a:lnTo>
                  <a:pt x="4197350" y="311150"/>
                </a:lnTo>
                <a:lnTo>
                  <a:pt x="4197350" y="349250"/>
                </a:lnTo>
                <a:lnTo>
                  <a:pt x="4191000" y="355600"/>
                </a:lnTo>
                <a:lnTo>
                  <a:pt x="4191000" y="361950"/>
                </a:lnTo>
                <a:lnTo>
                  <a:pt x="4184650" y="368300"/>
                </a:lnTo>
                <a:lnTo>
                  <a:pt x="4184650" y="374650"/>
                </a:lnTo>
                <a:lnTo>
                  <a:pt x="4171950" y="387350"/>
                </a:lnTo>
                <a:lnTo>
                  <a:pt x="4171950" y="393700"/>
                </a:lnTo>
                <a:lnTo>
                  <a:pt x="4140200" y="425450"/>
                </a:lnTo>
                <a:lnTo>
                  <a:pt x="4121150" y="425450"/>
                </a:lnTo>
                <a:lnTo>
                  <a:pt x="4108450" y="412750"/>
                </a:lnTo>
                <a:lnTo>
                  <a:pt x="4108450" y="406400"/>
                </a:lnTo>
                <a:lnTo>
                  <a:pt x="4102100" y="400050"/>
                </a:lnTo>
                <a:lnTo>
                  <a:pt x="4102100" y="374650"/>
                </a:lnTo>
                <a:lnTo>
                  <a:pt x="4108450" y="368300"/>
                </a:lnTo>
                <a:lnTo>
                  <a:pt x="4108450" y="349250"/>
                </a:lnTo>
                <a:lnTo>
                  <a:pt x="4114800" y="342900"/>
                </a:lnTo>
                <a:lnTo>
                  <a:pt x="4114800" y="330200"/>
                </a:lnTo>
                <a:lnTo>
                  <a:pt x="4127500" y="317500"/>
                </a:lnTo>
                <a:lnTo>
                  <a:pt x="4127500" y="311150"/>
                </a:lnTo>
                <a:lnTo>
                  <a:pt x="4133850" y="304800"/>
                </a:lnTo>
                <a:lnTo>
                  <a:pt x="4133850" y="298450"/>
                </a:lnTo>
                <a:lnTo>
                  <a:pt x="4171950" y="260350"/>
                </a:lnTo>
                <a:lnTo>
                  <a:pt x="4178300" y="260350"/>
                </a:lnTo>
                <a:lnTo>
                  <a:pt x="4184650" y="254000"/>
                </a:lnTo>
                <a:close/>
                <a:moveTo>
                  <a:pt x="2298700" y="190500"/>
                </a:moveTo>
                <a:lnTo>
                  <a:pt x="2298700" y="203200"/>
                </a:lnTo>
                <a:lnTo>
                  <a:pt x="2305050" y="196850"/>
                </a:lnTo>
                <a:lnTo>
                  <a:pt x="2311400" y="203200"/>
                </a:lnTo>
                <a:lnTo>
                  <a:pt x="2311400" y="215900"/>
                </a:lnTo>
                <a:lnTo>
                  <a:pt x="2311400" y="196850"/>
                </a:lnTo>
                <a:lnTo>
                  <a:pt x="2305050" y="190500"/>
                </a:lnTo>
                <a:close/>
                <a:moveTo>
                  <a:pt x="1352550" y="190500"/>
                </a:moveTo>
                <a:lnTo>
                  <a:pt x="1352550" y="196850"/>
                </a:lnTo>
                <a:lnTo>
                  <a:pt x="1358900" y="203200"/>
                </a:lnTo>
                <a:lnTo>
                  <a:pt x="1358900" y="222250"/>
                </a:lnTo>
                <a:lnTo>
                  <a:pt x="1365250" y="222250"/>
                </a:lnTo>
                <a:lnTo>
                  <a:pt x="1358900" y="215900"/>
                </a:lnTo>
                <a:lnTo>
                  <a:pt x="1358900" y="190500"/>
                </a:lnTo>
                <a:close/>
                <a:moveTo>
                  <a:pt x="2051050" y="184150"/>
                </a:moveTo>
                <a:lnTo>
                  <a:pt x="2044700" y="184150"/>
                </a:lnTo>
                <a:lnTo>
                  <a:pt x="2044700" y="190500"/>
                </a:lnTo>
                <a:lnTo>
                  <a:pt x="2038350" y="196850"/>
                </a:lnTo>
                <a:lnTo>
                  <a:pt x="2038350" y="203200"/>
                </a:lnTo>
                <a:lnTo>
                  <a:pt x="2044700" y="209550"/>
                </a:lnTo>
                <a:lnTo>
                  <a:pt x="2044700" y="215900"/>
                </a:lnTo>
                <a:lnTo>
                  <a:pt x="2044700" y="190500"/>
                </a:lnTo>
                <a:close/>
                <a:moveTo>
                  <a:pt x="8477250" y="133350"/>
                </a:moveTo>
                <a:lnTo>
                  <a:pt x="8470900" y="139700"/>
                </a:lnTo>
                <a:lnTo>
                  <a:pt x="8464550" y="139700"/>
                </a:lnTo>
                <a:lnTo>
                  <a:pt x="8451850" y="152400"/>
                </a:lnTo>
                <a:lnTo>
                  <a:pt x="8451850" y="158750"/>
                </a:lnTo>
                <a:lnTo>
                  <a:pt x="8445500" y="165100"/>
                </a:lnTo>
                <a:lnTo>
                  <a:pt x="8445500" y="190500"/>
                </a:lnTo>
                <a:lnTo>
                  <a:pt x="8458200" y="209550"/>
                </a:lnTo>
                <a:lnTo>
                  <a:pt x="8483600" y="209550"/>
                </a:lnTo>
                <a:lnTo>
                  <a:pt x="8489950" y="203200"/>
                </a:lnTo>
                <a:lnTo>
                  <a:pt x="8489950" y="196850"/>
                </a:lnTo>
                <a:lnTo>
                  <a:pt x="8496300" y="190500"/>
                </a:lnTo>
                <a:lnTo>
                  <a:pt x="8496300" y="177800"/>
                </a:lnTo>
                <a:lnTo>
                  <a:pt x="8502650" y="171450"/>
                </a:lnTo>
                <a:lnTo>
                  <a:pt x="8502650" y="158750"/>
                </a:lnTo>
                <a:lnTo>
                  <a:pt x="8496300" y="152400"/>
                </a:lnTo>
                <a:lnTo>
                  <a:pt x="8496300" y="146050"/>
                </a:lnTo>
                <a:lnTo>
                  <a:pt x="8483600" y="146050"/>
                </a:lnTo>
                <a:lnTo>
                  <a:pt x="8477250" y="139700"/>
                </a:lnTo>
                <a:close/>
                <a:moveTo>
                  <a:pt x="107950" y="139700"/>
                </a:moveTo>
                <a:lnTo>
                  <a:pt x="107950" y="146050"/>
                </a:lnTo>
                <a:lnTo>
                  <a:pt x="95250" y="158750"/>
                </a:lnTo>
                <a:lnTo>
                  <a:pt x="95250" y="171450"/>
                </a:lnTo>
                <a:lnTo>
                  <a:pt x="127000" y="203200"/>
                </a:lnTo>
                <a:lnTo>
                  <a:pt x="133350" y="203200"/>
                </a:lnTo>
                <a:lnTo>
                  <a:pt x="158750" y="228600"/>
                </a:lnTo>
                <a:lnTo>
                  <a:pt x="165100" y="228600"/>
                </a:lnTo>
                <a:lnTo>
                  <a:pt x="184150" y="247650"/>
                </a:lnTo>
                <a:lnTo>
                  <a:pt x="190500" y="247650"/>
                </a:lnTo>
                <a:lnTo>
                  <a:pt x="209550" y="266700"/>
                </a:lnTo>
                <a:lnTo>
                  <a:pt x="215900" y="266700"/>
                </a:lnTo>
                <a:lnTo>
                  <a:pt x="228600" y="279400"/>
                </a:lnTo>
                <a:lnTo>
                  <a:pt x="241300" y="279400"/>
                </a:lnTo>
                <a:lnTo>
                  <a:pt x="247650" y="273050"/>
                </a:lnTo>
                <a:lnTo>
                  <a:pt x="254000" y="279400"/>
                </a:lnTo>
                <a:lnTo>
                  <a:pt x="260350" y="279400"/>
                </a:lnTo>
                <a:lnTo>
                  <a:pt x="260350" y="273050"/>
                </a:lnTo>
                <a:lnTo>
                  <a:pt x="177800" y="190500"/>
                </a:lnTo>
                <a:lnTo>
                  <a:pt x="177800" y="184150"/>
                </a:lnTo>
                <a:lnTo>
                  <a:pt x="146050" y="152400"/>
                </a:lnTo>
                <a:lnTo>
                  <a:pt x="139700" y="152400"/>
                </a:lnTo>
                <a:lnTo>
                  <a:pt x="120650" y="133350"/>
                </a:lnTo>
                <a:lnTo>
                  <a:pt x="114300" y="133350"/>
                </a:lnTo>
                <a:close/>
                <a:moveTo>
                  <a:pt x="8350250" y="127000"/>
                </a:moveTo>
                <a:lnTo>
                  <a:pt x="8343900" y="127000"/>
                </a:lnTo>
                <a:lnTo>
                  <a:pt x="8324850" y="114300"/>
                </a:lnTo>
                <a:lnTo>
                  <a:pt x="8312150" y="114300"/>
                </a:lnTo>
                <a:lnTo>
                  <a:pt x="8305800" y="120650"/>
                </a:lnTo>
                <a:lnTo>
                  <a:pt x="8305800" y="139700"/>
                </a:lnTo>
                <a:lnTo>
                  <a:pt x="8299450" y="146050"/>
                </a:lnTo>
                <a:lnTo>
                  <a:pt x="8299450" y="184150"/>
                </a:lnTo>
                <a:lnTo>
                  <a:pt x="8293100" y="190500"/>
                </a:lnTo>
                <a:lnTo>
                  <a:pt x="8293100" y="215900"/>
                </a:lnTo>
                <a:lnTo>
                  <a:pt x="8286750" y="222250"/>
                </a:lnTo>
                <a:lnTo>
                  <a:pt x="8286750" y="228600"/>
                </a:lnTo>
                <a:lnTo>
                  <a:pt x="8267700" y="241300"/>
                </a:lnTo>
                <a:lnTo>
                  <a:pt x="8235950" y="241300"/>
                </a:lnTo>
                <a:lnTo>
                  <a:pt x="8235950" y="247650"/>
                </a:lnTo>
                <a:lnTo>
                  <a:pt x="8229600" y="254000"/>
                </a:lnTo>
                <a:lnTo>
                  <a:pt x="8229600" y="266700"/>
                </a:lnTo>
                <a:lnTo>
                  <a:pt x="8242300" y="285750"/>
                </a:lnTo>
                <a:lnTo>
                  <a:pt x="8248650" y="285750"/>
                </a:lnTo>
                <a:lnTo>
                  <a:pt x="8255000" y="279400"/>
                </a:lnTo>
                <a:lnTo>
                  <a:pt x="8267700" y="279400"/>
                </a:lnTo>
                <a:lnTo>
                  <a:pt x="8274050" y="285750"/>
                </a:lnTo>
                <a:lnTo>
                  <a:pt x="8274050" y="311150"/>
                </a:lnTo>
                <a:lnTo>
                  <a:pt x="8267700" y="317500"/>
                </a:lnTo>
                <a:lnTo>
                  <a:pt x="8267700" y="330200"/>
                </a:lnTo>
                <a:lnTo>
                  <a:pt x="8261350" y="336550"/>
                </a:lnTo>
                <a:lnTo>
                  <a:pt x="8261350" y="355600"/>
                </a:lnTo>
                <a:lnTo>
                  <a:pt x="8255000" y="361950"/>
                </a:lnTo>
                <a:lnTo>
                  <a:pt x="8255000" y="374650"/>
                </a:lnTo>
                <a:lnTo>
                  <a:pt x="8248650" y="381000"/>
                </a:lnTo>
                <a:lnTo>
                  <a:pt x="8248650" y="406400"/>
                </a:lnTo>
                <a:lnTo>
                  <a:pt x="8242300" y="412750"/>
                </a:lnTo>
                <a:lnTo>
                  <a:pt x="8242300" y="450850"/>
                </a:lnTo>
                <a:lnTo>
                  <a:pt x="8235950" y="457200"/>
                </a:lnTo>
                <a:lnTo>
                  <a:pt x="8229600" y="450850"/>
                </a:lnTo>
                <a:lnTo>
                  <a:pt x="8229600" y="444500"/>
                </a:lnTo>
                <a:lnTo>
                  <a:pt x="8223250" y="444500"/>
                </a:lnTo>
                <a:lnTo>
                  <a:pt x="8210550" y="457200"/>
                </a:lnTo>
                <a:lnTo>
                  <a:pt x="8204200" y="457200"/>
                </a:lnTo>
                <a:lnTo>
                  <a:pt x="8191500" y="444500"/>
                </a:lnTo>
                <a:lnTo>
                  <a:pt x="8191500" y="431800"/>
                </a:lnTo>
                <a:lnTo>
                  <a:pt x="8197850" y="425450"/>
                </a:lnTo>
                <a:lnTo>
                  <a:pt x="8197850" y="400050"/>
                </a:lnTo>
                <a:lnTo>
                  <a:pt x="8204200" y="393700"/>
                </a:lnTo>
                <a:lnTo>
                  <a:pt x="8204200" y="368300"/>
                </a:lnTo>
                <a:lnTo>
                  <a:pt x="8210550" y="361950"/>
                </a:lnTo>
                <a:lnTo>
                  <a:pt x="8210550" y="298450"/>
                </a:lnTo>
                <a:lnTo>
                  <a:pt x="8204200" y="292100"/>
                </a:lnTo>
                <a:lnTo>
                  <a:pt x="8204200" y="285750"/>
                </a:lnTo>
                <a:lnTo>
                  <a:pt x="8172450" y="254000"/>
                </a:lnTo>
                <a:lnTo>
                  <a:pt x="8134350" y="254000"/>
                </a:lnTo>
                <a:lnTo>
                  <a:pt x="8128000" y="260350"/>
                </a:lnTo>
                <a:lnTo>
                  <a:pt x="8121650" y="260350"/>
                </a:lnTo>
                <a:lnTo>
                  <a:pt x="8115300" y="266700"/>
                </a:lnTo>
                <a:lnTo>
                  <a:pt x="8108950" y="266700"/>
                </a:lnTo>
                <a:lnTo>
                  <a:pt x="8077200" y="298450"/>
                </a:lnTo>
                <a:lnTo>
                  <a:pt x="8077200" y="304800"/>
                </a:lnTo>
                <a:lnTo>
                  <a:pt x="8070850" y="311150"/>
                </a:lnTo>
                <a:lnTo>
                  <a:pt x="8070850" y="323850"/>
                </a:lnTo>
                <a:lnTo>
                  <a:pt x="8083550" y="336550"/>
                </a:lnTo>
                <a:lnTo>
                  <a:pt x="8096250" y="336550"/>
                </a:lnTo>
                <a:lnTo>
                  <a:pt x="8108950" y="323850"/>
                </a:lnTo>
                <a:lnTo>
                  <a:pt x="8108950" y="317500"/>
                </a:lnTo>
                <a:lnTo>
                  <a:pt x="8121650" y="304800"/>
                </a:lnTo>
                <a:lnTo>
                  <a:pt x="8128000" y="304800"/>
                </a:lnTo>
                <a:lnTo>
                  <a:pt x="8147050" y="292100"/>
                </a:lnTo>
                <a:lnTo>
                  <a:pt x="8166100" y="311150"/>
                </a:lnTo>
                <a:lnTo>
                  <a:pt x="8166100" y="342900"/>
                </a:lnTo>
                <a:lnTo>
                  <a:pt x="8153400" y="355600"/>
                </a:lnTo>
                <a:lnTo>
                  <a:pt x="8121650" y="355600"/>
                </a:lnTo>
                <a:lnTo>
                  <a:pt x="8115300" y="361950"/>
                </a:lnTo>
                <a:lnTo>
                  <a:pt x="8096250" y="361950"/>
                </a:lnTo>
                <a:lnTo>
                  <a:pt x="8089900" y="368300"/>
                </a:lnTo>
                <a:lnTo>
                  <a:pt x="8083550" y="368300"/>
                </a:lnTo>
                <a:lnTo>
                  <a:pt x="8077200" y="374650"/>
                </a:lnTo>
                <a:lnTo>
                  <a:pt x="8070850" y="374650"/>
                </a:lnTo>
                <a:lnTo>
                  <a:pt x="8045450" y="400050"/>
                </a:lnTo>
                <a:lnTo>
                  <a:pt x="8045450" y="406400"/>
                </a:lnTo>
                <a:lnTo>
                  <a:pt x="8039100" y="412750"/>
                </a:lnTo>
                <a:lnTo>
                  <a:pt x="8039100" y="425450"/>
                </a:lnTo>
                <a:lnTo>
                  <a:pt x="8032750" y="431800"/>
                </a:lnTo>
                <a:lnTo>
                  <a:pt x="8032750" y="457200"/>
                </a:lnTo>
                <a:lnTo>
                  <a:pt x="8039100" y="463550"/>
                </a:lnTo>
                <a:lnTo>
                  <a:pt x="8039100" y="476250"/>
                </a:lnTo>
                <a:lnTo>
                  <a:pt x="8045450" y="482600"/>
                </a:lnTo>
                <a:lnTo>
                  <a:pt x="8045450" y="488950"/>
                </a:lnTo>
                <a:lnTo>
                  <a:pt x="8051800" y="488950"/>
                </a:lnTo>
                <a:lnTo>
                  <a:pt x="8064500" y="501650"/>
                </a:lnTo>
                <a:lnTo>
                  <a:pt x="8077200" y="501650"/>
                </a:lnTo>
                <a:lnTo>
                  <a:pt x="8083550" y="508000"/>
                </a:lnTo>
                <a:lnTo>
                  <a:pt x="8089900" y="508000"/>
                </a:lnTo>
                <a:lnTo>
                  <a:pt x="8096250" y="501650"/>
                </a:lnTo>
                <a:lnTo>
                  <a:pt x="8108950" y="501650"/>
                </a:lnTo>
                <a:lnTo>
                  <a:pt x="8128000" y="482600"/>
                </a:lnTo>
                <a:lnTo>
                  <a:pt x="8134350" y="482600"/>
                </a:lnTo>
                <a:lnTo>
                  <a:pt x="8134350" y="476250"/>
                </a:lnTo>
                <a:lnTo>
                  <a:pt x="8147050" y="463550"/>
                </a:lnTo>
                <a:lnTo>
                  <a:pt x="8153400" y="463550"/>
                </a:lnTo>
                <a:lnTo>
                  <a:pt x="8159750" y="469900"/>
                </a:lnTo>
                <a:lnTo>
                  <a:pt x="8159750" y="476250"/>
                </a:lnTo>
                <a:lnTo>
                  <a:pt x="8166100" y="482600"/>
                </a:lnTo>
                <a:lnTo>
                  <a:pt x="8166100" y="488950"/>
                </a:lnTo>
                <a:lnTo>
                  <a:pt x="8172450" y="495300"/>
                </a:lnTo>
                <a:lnTo>
                  <a:pt x="8172450" y="501650"/>
                </a:lnTo>
                <a:lnTo>
                  <a:pt x="8178800" y="501650"/>
                </a:lnTo>
                <a:lnTo>
                  <a:pt x="8185150" y="508000"/>
                </a:lnTo>
                <a:lnTo>
                  <a:pt x="8191500" y="508000"/>
                </a:lnTo>
                <a:lnTo>
                  <a:pt x="8197850" y="501650"/>
                </a:lnTo>
                <a:lnTo>
                  <a:pt x="8204200" y="501650"/>
                </a:lnTo>
                <a:lnTo>
                  <a:pt x="8197850" y="501650"/>
                </a:lnTo>
                <a:lnTo>
                  <a:pt x="8191500" y="495300"/>
                </a:lnTo>
                <a:lnTo>
                  <a:pt x="8191500" y="488950"/>
                </a:lnTo>
                <a:lnTo>
                  <a:pt x="8210550" y="469900"/>
                </a:lnTo>
                <a:lnTo>
                  <a:pt x="8229600" y="469900"/>
                </a:lnTo>
                <a:lnTo>
                  <a:pt x="8229600" y="463550"/>
                </a:lnTo>
                <a:lnTo>
                  <a:pt x="8242300" y="450850"/>
                </a:lnTo>
                <a:lnTo>
                  <a:pt x="8248650" y="457200"/>
                </a:lnTo>
                <a:lnTo>
                  <a:pt x="8248650" y="469900"/>
                </a:lnTo>
                <a:lnTo>
                  <a:pt x="8255000" y="476250"/>
                </a:lnTo>
                <a:lnTo>
                  <a:pt x="8255000" y="482600"/>
                </a:lnTo>
                <a:lnTo>
                  <a:pt x="8274050" y="501650"/>
                </a:lnTo>
                <a:lnTo>
                  <a:pt x="8280400" y="501650"/>
                </a:lnTo>
                <a:lnTo>
                  <a:pt x="8286750" y="508000"/>
                </a:lnTo>
                <a:lnTo>
                  <a:pt x="8324850" y="508000"/>
                </a:lnTo>
                <a:lnTo>
                  <a:pt x="8331200" y="501650"/>
                </a:lnTo>
                <a:lnTo>
                  <a:pt x="8337550" y="501650"/>
                </a:lnTo>
                <a:lnTo>
                  <a:pt x="8356600" y="482600"/>
                </a:lnTo>
                <a:lnTo>
                  <a:pt x="8350250" y="476250"/>
                </a:lnTo>
                <a:lnTo>
                  <a:pt x="8350250" y="469900"/>
                </a:lnTo>
                <a:lnTo>
                  <a:pt x="8362950" y="457200"/>
                </a:lnTo>
                <a:lnTo>
                  <a:pt x="8375650" y="457200"/>
                </a:lnTo>
                <a:lnTo>
                  <a:pt x="8382000" y="450850"/>
                </a:lnTo>
                <a:lnTo>
                  <a:pt x="8382000" y="438150"/>
                </a:lnTo>
                <a:lnTo>
                  <a:pt x="8375650" y="444500"/>
                </a:lnTo>
                <a:lnTo>
                  <a:pt x="8362950" y="444500"/>
                </a:lnTo>
                <a:lnTo>
                  <a:pt x="8356600" y="438150"/>
                </a:lnTo>
                <a:lnTo>
                  <a:pt x="8362950" y="431800"/>
                </a:lnTo>
                <a:lnTo>
                  <a:pt x="8362950" y="425450"/>
                </a:lnTo>
                <a:lnTo>
                  <a:pt x="8369300" y="419100"/>
                </a:lnTo>
                <a:lnTo>
                  <a:pt x="8369300" y="412750"/>
                </a:lnTo>
                <a:lnTo>
                  <a:pt x="8362950" y="412750"/>
                </a:lnTo>
                <a:lnTo>
                  <a:pt x="8350250" y="425450"/>
                </a:lnTo>
                <a:lnTo>
                  <a:pt x="8350250" y="431800"/>
                </a:lnTo>
                <a:lnTo>
                  <a:pt x="8318500" y="463550"/>
                </a:lnTo>
                <a:lnTo>
                  <a:pt x="8305800" y="463550"/>
                </a:lnTo>
                <a:lnTo>
                  <a:pt x="8293100" y="450850"/>
                </a:lnTo>
                <a:lnTo>
                  <a:pt x="8293100" y="400050"/>
                </a:lnTo>
                <a:lnTo>
                  <a:pt x="8299450" y="393700"/>
                </a:lnTo>
                <a:lnTo>
                  <a:pt x="8299450" y="368300"/>
                </a:lnTo>
                <a:lnTo>
                  <a:pt x="8305800" y="361950"/>
                </a:lnTo>
                <a:lnTo>
                  <a:pt x="8305800" y="342900"/>
                </a:lnTo>
                <a:lnTo>
                  <a:pt x="8312150" y="336550"/>
                </a:lnTo>
                <a:lnTo>
                  <a:pt x="8312150" y="311150"/>
                </a:lnTo>
                <a:lnTo>
                  <a:pt x="8318500" y="304800"/>
                </a:lnTo>
                <a:lnTo>
                  <a:pt x="8318500" y="279400"/>
                </a:lnTo>
                <a:lnTo>
                  <a:pt x="8337550" y="266700"/>
                </a:lnTo>
                <a:lnTo>
                  <a:pt x="8362950" y="266700"/>
                </a:lnTo>
                <a:lnTo>
                  <a:pt x="8369300" y="260350"/>
                </a:lnTo>
                <a:lnTo>
                  <a:pt x="8407400" y="260350"/>
                </a:lnTo>
                <a:lnTo>
                  <a:pt x="8407400" y="247650"/>
                </a:lnTo>
                <a:lnTo>
                  <a:pt x="8401050" y="241300"/>
                </a:lnTo>
                <a:lnTo>
                  <a:pt x="8407400" y="234950"/>
                </a:lnTo>
                <a:lnTo>
                  <a:pt x="8407400" y="215900"/>
                </a:lnTo>
                <a:lnTo>
                  <a:pt x="8382000" y="215900"/>
                </a:lnTo>
                <a:lnTo>
                  <a:pt x="8375650" y="222250"/>
                </a:lnTo>
                <a:lnTo>
                  <a:pt x="8343900" y="222250"/>
                </a:lnTo>
                <a:lnTo>
                  <a:pt x="8337550" y="215900"/>
                </a:lnTo>
                <a:lnTo>
                  <a:pt x="8337550" y="196850"/>
                </a:lnTo>
                <a:lnTo>
                  <a:pt x="8343900" y="190500"/>
                </a:lnTo>
                <a:lnTo>
                  <a:pt x="8343900" y="165100"/>
                </a:lnTo>
                <a:lnTo>
                  <a:pt x="8350250" y="158750"/>
                </a:lnTo>
                <a:close/>
                <a:moveTo>
                  <a:pt x="8140700" y="381000"/>
                </a:moveTo>
                <a:lnTo>
                  <a:pt x="8153400" y="393700"/>
                </a:lnTo>
                <a:lnTo>
                  <a:pt x="8153400" y="400050"/>
                </a:lnTo>
                <a:lnTo>
                  <a:pt x="8147050" y="406400"/>
                </a:lnTo>
                <a:lnTo>
                  <a:pt x="8147050" y="412750"/>
                </a:lnTo>
                <a:lnTo>
                  <a:pt x="8140700" y="419100"/>
                </a:lnTo>
                <a:lnTo>
                  <a:pt x="8140700" y="425450"/>
                </a:lnTo>
                <a:lnTo>
                  <a:pt x="8102600" y="463550"/>
                </a:lnTo>
                <a:lnTo>
                  <a:pt x="8089900" y="463550"/>
                </a:lnTo>
                <a:lnTo>
                  <a:pt x="8077200" y="450850"/>
                </a:lnTo>
                <a:lnTo>
                  <a:pt x="8077200" y="431800"/>
                </a:lnTo>
                <a:lnTo>
                  <a:pt x="8083550" y="425450"/>
                </a:lnTo>
                <a:lnTo>
                  <a:pt x="8083550" y="419100"/>
                </a:lnTo>
                <a:lnTo>
                  <a:pt x="8108950" y="393700"/>
                </a:lnTo>
                <a:lnTo>
                  <a:pt x="8115300" y="393700"/>
                </a:lnTo>
                <a:lnTo>
                  <a:pt x="8121650" y="387350"/>
                </a:lnTo>
                <a:lnTo>
                  <a:pt x="8134350" y="387350"/>
                </a:lnTo>
                <a:close/>
                <a:moveTo>
                  <a:pt x="8274050" y="336550"/>
                </a:moveTo>
                <a:lnTo>
                  <a:pt x="8280400" y="342900"/>
                </a:lnTo>
                <a:lnTo>
                  <a:pt x="8280400" y="355600"/>
                </a:lnTo>
                <a:lnTo>
                  <a:pt x="8274050" y="361950"/>
                </a:lnTo>
                <a:lnTo>
                  <a:pt x="8267700" y="355600"/>
                </a:lnTo>
                <a:lnTo>
                  <a:pt x="8267700" y="342900"/>
                </a:lnTo>
                <a:close/>
                <a:moveTo>
                  <a:pt x="5067300" y="88900"/>
                </a:moveTo>
                <a:lnTo>
                  <a:pt x="5060950" y="95250"/>
                </a:lnTo>
                <a:lnTo>
                  <a:pt x="5054600" y="95250"/>
                </a:lnTo>
                <a:lnTo>
                  <a:pt x="5035550" y="114300"/>
                </a:lnTo>
                <a:lnTo>
                  <a:pt x="5035550" y="133350"/>
                </a:lnTo>
                <a:lnTo>
                  <a:pt x="5029200" y="139700"/>
                </a:lnTo>
                <a:lnTo>
                  <a:pt x="5035550" y="146050"/>
                </a:lnTo>
                <a:lnTo>
                  <a:pt x="5035550" y="152400"/>
                </a:lnTo>
                <a:lnTo>
                  <a:pt x="5048250" y="165100"/>
                </a:lnTo>
                <a:lnTo>
                  <a:pt x="5054600" y="165100"/>
                </a:lnTo>
                <a:lnTo>
                  <a:pt x="5060950" y="171450"/>
                </a:lnTo>
                <a:lnTo>
                  <a:pt x="5080000" y="171450"/>
                </a:lnTo>
                <a:lnTo>
                  <a:pt x="5105400" y="133350"/>
                </a:lnTo>
                <a:lnTo>
                  <a:pt x="5105400" y="114300"/>
                </a:lnTo>
                <a:lnTo>
                  <a:pt x="5099050" y="107950"/>
                </a:lnTo>
                <a:lnTo>
                  <a:pt x="5099050" y="101600"/>
                </a:lnTo>
                <a:lnTo>
                  <a:pt x="5092700" y="101600"/>
                </a:lnTo>
                <a:lnTo>
                  <a:pt x="5086350" y="95250"/>
                </a:lnTo>
                <a:lnTo>
                  <a:pt x="5080000" y="95250"/>
                </a:lnTo>
                <a:lnTo>
                  <a:pt x="5073650" y="88900"/>
                </a:lnTo>
                <a:close/>
                <a:moveTo>
                  <a:pt x="2127250" y="76200"/>
                </a:moveTo>
                <a:lnTo>
                  <a:pt x="2127250" y="82550"/>
                </a:lnTo>
                <a:lnTo>
                  <a:pt x="2146300" y="82550"/>
                </a:lnTo>
                <a:lnTo>
                  <a:pt x="2152650" y="76200"/>
                </a:lnTo>
                <a:lnTo>
                  <a:pt x="2159000" y="76200"/>
                </a:lnTo>
                <a:lnTo>
                  <a:pt x="2165350" y="82550"/>
                </a:lnTo>
                <a:lnTo>
                  <a:pt x="2165350" y="76200"/>
                </a:lnTo>
                <a:close/>
                <a:moveTo>
                  <a:pt x="2089150" y="76200"/>
                </a:moveTo>
                <a:lnTo>
                  <a:pt x="2095500" y="82550"/>
                </a:lnTo>
                <a:lnTo>
                  <a:pt x="2108200" y="82550"/>
                </a:lnTo>
                <a:lnTo>
                  <a:pt x="2114550" y="76200"/>
                </a:lnTo>
                <a:close/>
                <a:moveTo>
                  <a:pt x="4876800" y="63500"/>
                </a:moveTo>
                <a:lnTo>
                  <a:pt x="4870450" y="69850"/>
                </a:lnTo>
                <a:lnTo>
                  <a:pt x="4864100" y="69850"/>
                </a:lnTo>
                <a:lnTo>
                  <a:pt x="4851400" y="88900"/>
                </a:lnTo>
                <a:lnTo>
                  <a:pt x="4851400" y="127000"/>
                </a:lnTo>
                <a:lnTo>
                  <a:pt x="4845050" y="133350"/>
                </a:lnTo>
                <a:lnTo>
                  <a:pt x="4845050" y="158750"/>
                </a:lnTo>
                <a:lnTo>
                  <a:pt x="4838700" y="165100"/>
                </a:lnTo>
                <a:lnTo>
                  <a:pt x="4838700" y="190500"/>
                </a:lnTo>
                <a:lnTo>
                  <a:pt x="4826000" y="203200"/>
                </a:lnTo>
                <a:lnTo>
                  <a:pt x="4806950" y="203200"/>
                </a:lnTo>
                <a:lnTo>
                  <a:pt x="4800600" y="209550"/>
                </a:lnTo>
                <a:lnTo>
                  <a:pt x="4768850" y="209550"/>
                </a:lnTo>
                <a:lnTo>
                  <a:pt x="4762500" y="215900"/>
                </a:lnTo>
                <a:lnTo>
                  <a:pt x="4762500" y="241300"/>
                </a:lnTo>
                <a:lnTo>
                  <a:pt x="4775200" y="254000"/>
                </a:lnTo>
                <a:lnTo>
                  <a:pt x="4800600" y="254000"/>
                </a:lnTo>
                <a:lnTo>
                  <a:pt x="4806950" y="247650"/>
                </a:lnTo>
                <a:lnTo>
                  <a:pt x="4819650" y="247650"/>
                </a:lnTo>
                <a:lnTo>
                  <a:pt x="4826000" y="254000"/>
                </a:lnTo>
                <a:lnTo>
                  <a:pt x="4826000" y="266700"/>
                </a:lnTo>
                <a:lnTo>
                  <a:pt x="4819650" y="273050"/>
                </a:lnTo>
                <a:lnTo>
                  <a:pt x="4819650" y="285750"/>
                </a:lnTo>
                <a:lnTo>
                  <a:pt x="4813300" y="292100"/>
                </a:lnTo>
                <a:lnTo>
                  <a:pt x="4813300" y="311150"/>
                </a:lnTo>
                <a:lnTo>
                  <a:pt x="4806950" y="317500"/>
                </a:lnTo>
                <a:lnTo>
                  <a:pt x="4806950" y="330200"/>
                </a:lnTo>
                <a:lnTo>
                  <a:pt x="4800600" y="336550"/>
                </a:lnTo>
                <a:lnTo>
                  <a:pt x="4800600" y="355600"/>
                </a:lnTo>
                <a:lnTo>
                  <a:pt x="4794250" y="361950"/>
                </a:lnTo>
                <a:lnTo>
                  <a:pt x="4794250" y="387350"/>
                </a:lnTo>
                <a:lnTo>
                  <a:pt x="4787900" y="393700"/>
                </a:lnTo>
                <a:lnTo>
                  <a:pt x="4787900" y="438150"/>
                </a:lnTo>
                <a:lnTo>
                  <a:pt x="4794250" y="444500"/>
                </a:lnTo>
                <a:lnTo>
                  <a:pt x="4794250" y="457200"/>
                </a:lnTo>
                <a:lnTo>
                  <a:pt x="4806950" y="469900"/>
                </a:lnTo>
                <a:lnTo>
                  <a:pt x="4806950" y="476250"/>
                </a:lnTo>
                <a:lnTo>
                  <a:pt x="4813300" y="482600"/>
                </a:lnTo>
                <a:lnTo>
                  <a:pt x="4819650" y="482600"/>
                </a:lnTo>
                <a:lnTo>
                  <a:pt x="4826000" y="488950"/>
                </a:lnTo>
                <a:lnTo>
                  <a:pt x="4832350" y="488950"/>
                </a:lnTo>
                <a:lnTo>
                  <a:pt x="4851400" y="501650"/>
                </a:lnTo>
                <a:lnTo>
                  <a:pt x="4870450" y="501650"/>
                </a:lnTo>
                <a:lnTo>
                  <a:pt x="4876800" y="495300"/>
                </a:lnTo>
                <a:lnTo>
                  <a:pt x="4889500" y="495300"/>
                </a:lnTo>
                <a:lnTo>
                  <a:pt x="4895850" y="488950"/>
                </a:lnTo>
                <a:lnTo>
                  <a:pt x="4908550" y="488950"/>
                </a:lnTo>
                <a:lnTo>
                  <a:pt x="4921250" y="476250"/>
                </a:lnTo>
                <a:lnTo>
                  <a:pt x="4914900" y="476250"/>
                </a:lnTo>
                <a:lnTo>
                  <a:pt x="4908550" y="469900"/>
                </a:lnTo>
                <a:lnTo>
                  <a:pt x="4914900" y="463550"/>
                </a:lnTo>
                <a:lnTo>
                  <a:pt x="4914900" y="457200"/>
                </a:lnTo>
                <a:lnTo>
                  <a:pt x="4921250" y="450850"/>
                </a:lnTo>
                <a:lnTo>
                  <a:pt x="4933950" y="450850"/>
                </a:lnTo>
                <a:lnTo>
                  <a:pt x="4940300" y="457200"/>
                </a:lnTo>
                <a:lnTo>
                  <a:pt x="4953000" y="444500"/>
                </a:lnTo>
                <a:lnTo>
                  <a:pt x="4953000" y="438150"/>
                </a:lnTo>
                <a:lnTo>
                  <a:pt x="4959350" y="431800"/>
                </a:lnTo>
                <a:lnTo>
                  <a:pt x="4959350" y="425450"/>
                </a:lnTo>
                <a:lnTo>
                  <a:pt x="4953000" y="431800"/>
                </a:lnTo>
                <a:lnTo>
                  <a:pt x="4946650" y="431800"/>
                </a:lnTo>
                <a:lnTo>
                  <a:pt x="4933950" y="419100"/>
                </a:lnTo>
                <a:lnTo>
                  <a:pt x="4940300" y="412750"/>
                </a:lnTo>
                <a:lnTo>
                  <a:pt x="4940300" y="393700"/>
                </a:lnTo>
                <a:lnTo>
                  <a:pt x="4933950" y="393700"/>
                </a:lnTo>
                <a:lnTo>
                  <a:pt x="4914900" y="412750"/>
                </a:lnTo>
                <a:lnTo>
                  <a:pt x="4914900" y="419100"/>
                </a:lnTo>
                <a:lnTo>
                  <a:pt x="4895850" y="438150"/>
                </a:lnTo>
                <a:lnTo>
                  <a:pt x="4889500" y="438150"/>
                </a:lnTo>
                <a:lnTo>
                  <a:pt x="4883150" y="444500"/>
                </a:lnTo>
                <a:lnTo>
                  <a:pt x="4864100" y="444500"/>
                </a:lnTo>
                <a:lnTo>
                  <a:pt x="4851400" y="431800"/>
                </a:lnTo>
                <a:lnTo>
                  <a:pt x="4851400" y="374650"/>
                </a:lnTo>
                <a:lnTo>
                  <a:pt x="4857750" y="368300"/>
                </a:lnTo>
                <a:lnTo>
                  <a:pt x="4857750" y="336550"/>
                </a:lnTo>
                <a:lnTo>
                  <a:pt x="4864100" y="330200"/>
                </a:lnTo>
                <a:lnTo>
                  <a:pt x="4864100" y="311150"/>
                </a:lnTo>
                <a:lnTo>
                  <a:pt x="4870450" y="304800"/>
                </a:lnTo>
                <a:lnTo>
                  <a:pt x="4870450" y="285750"/>
                </a:lnTo>
                <a:lnTo>
                  <a:pt x="4876800" y="279400"/>
                </a:lnTo>
                <a:lnTo>
                  <a:pt x="4876800" y="247650"/>
                </a:lnTo>
                <a:lnTo>
                  <a:pt x="4889500" y="234950"/>
                </a:lnTo>
                <a:lnTo>
                  <a:pt x="4914900" y="234950"/>
                </a:lnTo>
                <a:lnTo>
                  <a:pt x="4921250" y="228600"/>
                </a:lnTo>
                <a:lnTo>
                  <a:pt x="4946650" y="228600"/>
                </a:lnTo>
                <a:lnTo>
                  <a:pt x="4953000" y="222250"/>
                </a:lnTo>
                <a:lnTo>
                  <a:pt x="4965700" y="222250"/>
                </a:lnTo>
                <a:lnTo>
                  <a:pt x="4972050" y="228600"/>
                </a:lnTo>
                <a:lnTo>
                  <a:pt x="4978400" y="228600"/>
                </a:lnTo>
                <a:lnTo>
                  <a:pt x="4991100" y="215900"/>
                </a:lnTo>
                <a:lnTo>
                  <a:pt x="4984750" y="209550"/>
                </a:lnTo>
                <a:lnTo>
                  <a:pt x="4984750" y="177800"/>
                </a:lnTo>
                <a:lnTo>
                  <a:pt x="4946650" y="177800"/>
                </a:lnTo>
                <a:lnTo>
                  <a:pt x="4940300" y="184150"/>
                </a:lnTo>
                <a:lnTo>
                  <a:pt x="4902200" y="184150"/>
                </a:lnTo>
                <a:lnTo>
                  <a:pt x="4895850" y="177800"/>
                </a:lnTo>
                <a:lnTo>
                  <a:pt x="4895850" y="171450"/>
                </a:lnTo>
                <a:lnTo>
                  <a:pt x="4902200" y="165100"/>
                </a:lnTo>
                <a:lnTo>
                  <a:pt x="4902200" y="146050"/>
                </a:lnTo>
                <a:lnTo>
                  <a:pt x="4908550" y="139700"/>
                </a:lnTo>
                <a:lnTo>
                  <a:pt x="4908550" y="114300"/>
                </a:lnTo>
                <a:lnTo>
                  <a:pt x="4914900" y="107950"/>
                </a:lnTo>
                <a:lnTo>
                  <a:pt x="4914900" y="88900"/>
                </a:lnTo>
                <a:lnTo>
                  <a:pt x="4908550" y="82550"/>
                </a:lnTo>
                <a:lnTo>
                  <a:pt x="4902200" y="82550"/>
                </a:lnTo>
                <a:lnTo>
                  <a:pt x="4895850" y="76200"/>
                </a:lnTo>
                <a:lnTo>
                  <a:pt x="4889500" y="76200"/>
                </a:lnTo>
                <a:close/>
                <a:moveTo>
                  <a:pt x="4838700" y="330200"/>
                </a:moveTo>
                <a:lnTo>
                  <a:pt x="4845050" y="323850"/>
                </a:lnTo>
                <a:lnTo>
                  <a:pt x="4851400" y="330200"/>
                </a:lnTo>
                <a:lnTo>
                  <a:pt x="4845050" y="336550"/>
                </a:lnTo>
                <a:close/>
                <a:moveTo>
                  <a:pt x="2222500" y="57150"/>
                </a:moveTo>
                <a:lnTo>
                  <a:pt x="2222500" y="63500"/>
                </a:lnTo>
                <a:lnTo>
                  <a:pt x="2241550" y="82550"/>
                </a:lnTo>
                <a:lnTo>
                  <a:pt x="2241550" y="88900"/>
                </a:lnTo>
                <a:lnTo>
                  <a:pt x="2254250" y="88900"/>
                </a:lnTo>
                <a:lnTo>
                  <a:pt x="2247900" y="82550"/>
                </a:lnTo>
                <a:lnTo>
                  <a:pt x="2254250" y="76200"/>
                </a:lnTo>
                <a:lnTo>
                  <a:pt x="2247900" y="82550"/>
                </a:lnTo>
                <a:lnTo>
                  <a:pt x="2241550" y="82550"/>
                </a:lnTo>
                <a:lnTo>
                  <a:pt x="2235200" y="76200"/>
                </a:lnTo>
                <a:lnTo>
                  <a:pt x="2235200" y="69850"/>
                </a:lnTo>
                <a:close/>
                <a:moveTo>
                  <a:pt x="2063750" y="50800"/>
                </a:moveTo>
                <a:lnTo>
                  <a:pt x="2108200" y="50800"/>
                </a:lnTo>
                <a:lnTo>
                  <a:pt x="2114550" y="57150"/>
                </a:lnTo>
                <a:lnTo>
                  <a:pt x="2120900" y="57150"/>
                </a:lnTo>
                <a:lnTo>
                  <a:pt x="2127250" y="50800"/>
                </a:lnTo>
                <a:close/>
                <a:moveTo>
                  <a:pt x="1936750" y="101600"/>
                </a:moveTo>
                <a:lnTo>
                  <a:pt x="1955800" y="120650"/>
                </a:lnTo>
                <a:lnTo>
                  <a:pt x="1955800" y="127000"/>
                </a:lnTo>
                <a:lnTo>
                  <a:pt x="1962150" y="133350"/>
                </a:lnTo>
                <a:lnTo>
                  <a:pt x="1949450" y="114300"/>
                </a:lnTo>
                <a:lnTo>
                  <a:pt x="1955800" y="107950"/>
                </a:lnTo>
                <a:lnTo>
                  <a:pt x="1955800" y="101600"/>
                </a:lnTo>
                <a:lnTo>
                  <a:pt x="1968500" y="88900"/>
                </a:lnTo>
                <a:lnTo>
                  <a:pt x="1987550" y="107950"/>
                </a:lnTo>
                <a:lnTo>
                  <a:pt x="1987550" y="114300"/>
                </a:lnTo>
                <a:lnTo>
                  <a:pt x="1987550" y="107950"/>
                </a:lnTo>
                <a:lnTo>
                  <a:pt x="1993900" y="101600"/>
                </a:lnTo>
                <a:lnTo>
                  <a:pt x="2012950" y="101600"/>
                </a:lnTo>
                <a:lnTo>
                  <a:pt x="2006600" y="95250"/>
                </a:lnTo>
                <a:lnTo>
                  <a:pt x="2006600" y="88900"/>
                </a:lnTo>
                <a:lnTo>
                  <a:pt x="2012950" y="82550"/>
                </a:lnTo>
                <a:lnTo>
                  <a:pt x="2063750" y="82550"/>
                </a:lnTo>
                <a:lnTo>
                  <a:pt x="2070100" y="76200"/>
                </a:lnTo>
                <a:lnTo>
                  <a:pt x="2057400" y="76200"/>
                </a:lnTo>
                <a:lnTo>
                  <a:pt x="2051050" y="69850"/>
                </a:lnTo>
                <a:lnTo>
                  <a:pt x="2006600" y="69850"/>
                </a:lnTo>
                <a:lnTo>
                  <a:pt x="1987550" y="57150"/>
                </a:lnTo>
                <a:lnTo>
                  <a:pt x="1993900" y="50800"/>
                </a:lnTo>
                <a:lnTo>
                  <a:pt x="1987550" y="57150"/>
                </a:lnTo>
                <a:lnTo>
                  <a:pt x="1981200" y="57150"/>
                </a:lnTo>
                <a:lnTo>
                  <a:pt x="1974850" y="50800"/>
                </a:lnTo>
                <a:lnTo>
                  <a:pt x="1962150" y="50800"/>
                </a:lnTo>
                <a:lnTo>
                  <a:pt x="1968500" y="57150"/>
                </a:lnTo>
                <a:lnTo>
                  <a:pt x="1968500" y="69850"/>
                </a:lnTo>
                <a:lnTo>
                  <a:pt x="1974850" y="63500"/>
                </a:lnTo>
                <a:lnTo>
                  <a:pt x="1981200" y="69850"/>
                </a:lnTo>
                <a:lnTo>
                  <a:pt x="1993900" y="69850"/>
                </a:lnTo>
                <a:lnTo>
                  <a:pt x="2000250" y="76200"/>
                </a:lnTo>
                <a:lnTo>
                  <a:pt x="2000250" y="82550"/>
                </a:lnTo>
                <a:lnTo>
                  <a:pt x="1993900" y="88900"/>
                </a:lnTo>
                <a:lnTo>
                  <a:pt x="1955800" y="88900"/>
                </a:lnTo>
                <a:lnTo>
                  <a:pt x="1949450" y="82550"/>
                </a:lnTo>
                <a:lnTo>
                  <a:pt x="1955800" y="76200"/>
                </a:lnTo>
                <a:lnTo>
                  <a:pt x="1955800" y="69850"/>
                </a:lnTo>
                <a:lnTo>
                  <a:pt x="1955800" y="76200"/>
                </a:lnTo>
                <a:lnTo>
                  <a:pt x="1943100" y="88900"/>
                </a:lnTo>
                <a:lnTo>
                  <a:pt x="1943100" y="95250"/>
                </a:lnTo>
                <a:close/>
                <a:moveTo>
                  <a:pt x="1949450" y="82550"/>
                </a:moveTo>
                <a:lnTo>
                  <a:pt x="1955800" y="88900"/>
                </a:lnTo>
                <a:lnTo>
                  <a:pt x="1955800" y="107950"/>
                </a:lnTo>
                <a:lnTo>
                  <a:pt x="1949450" y="114300"/>
                </a:lnTo>
                <a:lnTo>
                  <a:pt x="1936750" y="101600"/>
                </a:lnTo>
                <a:close/>
                <a:moveTo>
                  <a:pt x="1968500" y="57150"/>
                </a:moveTo>
                <a:lnTo>
                  <a:pt x="1974850" y="50800"/>
                </a:lnTo>
                <a:lnTo>
                  <a:pt x="1981200" y="57150"/>
                </a:lnTo>
                <a:lnTo>
                  <a:pt x="1974850" y="63500"/>
                </a:lnTo>
                <a:close/>
                <a:moveTo>
                  <a:pt x="5727700" y="19050"/>
                </a:moveTo>
                <a:lnTo>
                  <a:pt x="5721350" y="25400"/>
                </a:lnTo>
                <a:lnTo>
                  <a:pt x="5670550" y="25400"/>
                </a:lnTo>
                <a:lnTo>
                  <a:pt x="5664200" y="31750"/>
                </a:lnTo>
                <a:lnTo>
                  <a:pt x="5626100" y="31750"/>
                </a:lnTo>
                <a:lnTo>
                  <a:pt x="5619750" y="38100"/>
                </a:lnTo>
                <a:lnTo>
                  <a:pt x="5594350" y="38100"/>
                </a:lnTo>
                <a:lnTo>
                  <a:pt x="5588000" y="44450"/>
                </a:lnTo>
                <a:lnTo>
                  <a:pt x="5549900" y="44450"/>
                </a:lnTo>
                <a:lnTo>
                  <a:pt x="5537200" y="57150"/>
                </a:lnTo>
                <a:lnTo>
                  <a:pt x="5537200" y="82550"/>
                </a:lnTo>
                <a:lnTo>
                  <a:pt x="5530850" y="88900"/>
                </a:lnTo>
                <a:lnTo>
                  <a:pt x="5530850" y="101600"/>
                </a:lnTo>
                <a:lnTo>
                  <a:pt x="5543550" y="114300"/>
                </a:lnTo>
                <a:lnTo>
                  <a:pt x="5575300" y="114300"/>
                </a:lnTo>
                <a:lnTo>
                  <a:pt x="5581650" y="107950"/>
                </a:lnTo>
                <a:lnTo>
                  <a:pt x="5594350" y="107950"/>
                </a:lnTo>
                <a:lnTo>
                  <a:pt x="5600700" y="114300"/>
                </a:lnTo>
                <a:lnTo>
                  <a:pt x="5600700" y="127000"/>
                </a:lnTo>
                <a:lnTo>
                  <a:pt x="5594350" y="133350"/>
                </a:lnTo>
                <a:lnTo>
                  <a:pt x="5594350" y="158750"/>
                </a:lnTo>
                <a:lnTo>
                  <a:pt x="5588000" y="165100"/>
                </a:lnTo>
                <a:lnTo>
                  <a:pt x="5588000" y="190500"/>
                </a:lnTo>
                <a:lnTo>
                  <a:pt x="5581650" y="196850"/>
                </a:lnTo>
                <a:lnTo>
                  <a:pt x="5581650" y="215900"/>
                </a:lnTo>
                <a:lnTo>
                  <a:pt x="5575300" y="222250"/>
                </a:lnTo>
                <a:lnTo>
                  <a:pt x="5575300" y="247650"/>
                </a:lnTo>
                <a:lnTo>
                  <a:pt x="5568950" y="254000"/>
                </a:lnTo>
                <a:lnTo>
                  <a:pt x="5568950" y="273050"/>
                </a:lnTo>
                <a:lnTo>
                  <a:pt x="5562600" y="279400"/>
                </a:lnTo>
                <a:lnTo>
                  <a:pt x="5562600" y="311150"/>
                </a:lnTo>
                <a:lnTo>
                  <a:pt x="5556250" y="317500"/>
                </a:lnTo>
                <a:lnTo>
                  <a:pt x="5556250" y="342900"/>
                </a:lnTo>
                <a:lnTo>
                  <a:pt x="5549900" y="349250"/>
                </a:lnTo>
                <a:lnTo>
                  <a:pt x="5549900" y="381000"/>
                </a:lnTo>
                <a:lnTo>
                  <a:pt x="5543550" y="387350"/>
                </a:lnTo>
                <a:lnTo>
                  <a:pt x="5543550" y="425450"/>
                </a:lnTo>
                <a:lnTo>
                  <a:pt x="5537200" y="431800"/>
                </a:lnTo>
                <a:lnTo>
                  <a:pt x="5537200" y="444500"/>
                </a:lnTo>
                <a:lnTo>
                  <a:pt x="5518150" y="457200"/>
                </a:lnTo>
                <a:lnTo>
                  <a:pt x="5486400" y="457200"/>
                </a:lnTo>
                <a:lnTo>
                  <a:pt x="5480050" y="463550"/>
                </a:lnTo>
                <a:lnTo>
                  <a:pt x="5467350" y="463550"/>
                </a:lnTo>
                <a:lnTo>
                  <a:pt x="5461000" y="469900"/>
                </a:lnTo>
                <a:lnTo>
                  <a:pt x="5461000" y="476250"/>
                </a:lnTo>
                <a:lnTo>
                  <a:pt x="5467350" y="482600"/>
                </a:lnTo>
                <a:lnTo>
                  <a:pt x="5454650" y="495300"/>
                </a:lnTo>
                <a:lnTo>
                  <a:pt x="5467350" y="508000"/>
                </a:lnTo>
                <a:lnTo>
                  <a:pt x="5467350" y="514350"/>
                </a:lnTo>
                <a:lnTo>
                  <a:pt x="5480050" y="527050"/>
                </a:lnTo>
                <a:lnTo>
                  <a:pt x="5505450" y="527050"/>
                </a:lnTo>
                <a:lnTo>
                  <a:pt x="5511800" y="520700"/>
                </a:lnTo>
                <a:lnTo>
                  <a:pt x="5537200" y="520700"/>
                </a:lnTo>
                <a:lnTo>
                  <a:pt x="5543550" y="514350"/>
                </a:lnTo>
                <a:lnTo>
                  <a:pt x="5575300" y="514350"/>
                </a:lnTo>
                <a:lnTo>
                  <a:pt x="5581650" y="508000"/>
                </a:lnTo>
                <a:lnTo>
                  <a:pt x="5600700" y="508000"/>
                </a:lnTo>
                <a:lnTo>
                  <a:pt x="5607050" y="501650"/>
                </a:lnTo>
                <a:lnTo>
                  <a:pt x="5632450" y="501650"/>
                </a:lnTo>
                <a:lnTo>
                  <a:pt x="5638800" y="495300"/>
                </a:lnTo>
                <a:lnTo>
                  <a:pt x="5664200" y="495300"/>
                </a:lnTo>
                <a:lnTo>
                  <a:pt x="5670550" y="488950"/>
                </a:lnTo>
                <a:lnTo>
                  <a:pt x="5670550" y="482600"/>
                </a:lnTo>
                <a:lnTo>
                  <a:pt x="5664200" y="476250"/>
                </a:lnTo>
                <a:lnTo>
                  <a:pt x="5676900" y="463550"/>
                </a:lnTo>
                <a:lnTo>
                  <a:pt x="5683250" y="463550"/>
                </a:lnTo>
                <a:lnTo>
                  <a:pt x="5683250" y="457200"/>
                </a:lnTo>
                <a:lnTo>
                  <a:pt x="5676900" y="450850"/>
                </a:lnTo>
                <a:lnTo>
                  <a:pt x="5676900" y="444500"/>
                </a:lnTo>
                <a:lnTo>
                  <a:pt x="5683250" y="438150"/>
                </a:lnTo>
                <a:lnTo>
                  <a:pt x="5683250" y="425450"/>
                </a:lnTo>
                <a:lnTo>
                  <a:pt x="5651500" y="425450"/>
                </a:lnTo>
                <a:lnTo>
                  <a:pt x="5645150" y="431800"/>
                </a:lnTo>
                <a:lnTo>
                  <a:pt x="5632450" y="431800"/>
                </a:lnTo>
                <a:lnTo>
                  <a:pt x="5626100" y="438150"/>
                </a:lnTo>
                <a:lnTo>
                  <a:pt x="5613400" y="438150"/>
                </a:lnTo>
                <a:lnTo>
                  <a:pt x="5607050" y="431800"/>
                </a:lnTo>
                <a:lnTo>
                  <a:pt x="5607050" y="425450"/>
                </a:lnTo>
                <a:lnTo>
                  <a:pt x="5613400" y="419100"/>
                </a:lnTo>
                <a:lnTo>
                  <a:pt x="5613400" y="400050"/>
                </a:lnTo>
                <a:lnTo>
                  <a:pt x="5619750" y="393700"/>
                </a:lnTo>
                <a:lnTo>
                  <a:pt x="5619750" y="368300"/>
                </a:lnTo>
                <a:lnTo>
                  <a:pt x="5626100" y="361950"/>
                </a:lnTo>
                <a:lnTo>
                  <a:pt x="5626100" y="330200"/>
                </a:lnTo>
                <a:lnTo>
                  <a:pt x="5632450" y="323850"/>
                </a:lnTo>
                <a:lnTo>
                  <a:pt x="5632450" y="292100"/>
                </a:lnTo>
                <a:lnTo>
                  <a:pt x="5638800" y="285750"/>
                </a:lnTo>
                <a:lnTo>
                  <a:pt x="5638800" y="260350"/>
                </a:lnTo>
                <a:lnTo>
                  <a:pt x="5645150" y="254000"/>
                </a:lnTo>
                <a:lnTo>
                  <a:pt x="5645150" y="215900"/>
                </a:lnTo>
                <a:lnTo>
                  <a:pt x="5651500" y="209550"/>
                </a:lnTo>
                <a:lnTo>
                  <a:pt x="5651500" y="184150"/>
                </a:lnTo>
                <a:lnTo>
                  <a:pt x="5657850" y="177800"/>
                </a:lnTo>
                <a:lnTo>
                  <a:pt x="5657850" y="158750"/>
                </a:lnTo>
                <a:lnTo>
                  <a:pt x="5664200" y="152400"/>
                </a:lnTo>
                <a:lnTo>
                  <a:pt x="5664200" y="107950"/>
                </a:lnTo>
                <a:lnTo>
                  <a:pt x="5676900" y="95250"/>
                </a:lnTo>
                <a:lnTo>
                  <a:pt x="5702300" y="95250"/>
                </a:lnTo>
                <a:lnTo>
                  <a:pt x="5708650" y="88900"/>
                </a:lnTo>
                <a:lnTo>
                  <a:pt x="5740400" y="88900"/>
                </a:lnTo>
                <a:lnTo>
                  <a:pt x="5746750" y="82550"/>
                </a:lnTo>
                <a:lnTo>
                  <a:pt x="5746750" y="69850"/>
                </a:lnTo>
                <a:lnTo>
                  <a:pt x="5740400" y="63500"/>
                </a:lnTo>
                <a:lnTo>
                  <a:pt x="5746750" y="57150"/>
                </a:lnTo>
                <a:lnTo>
                  <a:pt x="5734050" y="44450"/>
                </a:lnTo>
                <a:lnTo>
                  <a:pt x="5734050" y="38100"/>
                </a:lnTo>
                <a:lnTo>
                  <a:pt x="5740400" y="31750"/>
                </a:lnTo>
                <a:close/>
                <a:moveTo>
                  <a:pt x="5600700" y="196850"/>
                </a:moveTo>
                <a:lnTo>
                  <a:pt x="5607050" y="203200"/>
                </a:lnTo>
                <a:lnTo>
                  <a:pt x="5607050" y="209550"/>
                </a:lnTo>
                <a:lnTo>
                  <a:pt x="5600700" y="215900"/>
                </a:lnTo>
                <a:lnTo>
                  <a:pt x="5594350" y="215900"/>
                </a:lnTo>
                <a:lnTo>
                  <a:pt x="5588000" y="209550"/>
                </a:lnTo>
                <a:close/>
                <a:moveTo>
                  <a:pt x="3962400" y="31750"/>
                </a:moveTo>
                <a:lnTo>
                  <a:pt x="3930650" y="31750"/>
                </a:lnTo>
                <a:lnTo>
                  <a:pt x="3917950" y="19050"/>
                </a:lnTo>
                <a:lnTo>
                  <a:pt x="3898900" y="19050"/>
                </a:lnTo>
                <a:lnTo>
                  <a:pt x="3892550" y="25400"/>
                </a:lnTo>
                <a:lnTo>
                  <a:pt x="3892550" y="31750"/>
                </a:lnTo>
                <a:lnTo>
                  <a:pt x="3879850" y="44450"/>
                </a:lnTo>
                <a:lnTo>
                  <a:pt x="3879850" y="50800"/>
                </a:lnTo>
                <a:lnTo>
                  <a:pt x="3873500" y="57150"/>
                </a:lnTo>
                <a:lnTo>
                  <a:pt x="3873500" y="63500"/>
                </a:lnTo>
                <a:lnTo>
                  <a:pt x="3854450" y="82550"/>
                </a:lnTo>
                <a:lnTo>
                  <a:pt x="3854450" y="88900"/>
                </a:lnTo>
                <a:lnTo>
                  <a:pt x="3848100" y="95250"/>
                </a:lnTo>
                <a:lnTo>
                  <a:pt x="3848100" y="101600"/>
                </a:lnTo>
                <a:lnTo>
                  <a:pt x="3841750" y="107950"/>
                </a:lnTo>
                <a:lnTo>
                  <a:pt x="3841750" y="114300"/>
                </a:lnTo>
                <a:lnTo>
                  <a:pt x="3829050" y="127000"/>
                </a:lnTo>
                <a:lnTo>
                  <a:pt x="3829050" y="133350"/>
                </a:lnTo>
                <a:lnTo>
                  <a:pt x="3822700" y="139700"/>
                </a:lnTo>
                <a:lnTo>
                  <a:pt x="3822700" y="146050"/>
                </a:lnTo>
                <a:lnTo>
                  <a:pt x="3816350" y="152400"/>
                </a:lnTo>
                <a:lnTo>
                  <a:pt x="3816350" y="158750"/>
                </a:lnTo>
                <a:lnTo>
                  <a:pt x="3810000" y="165100"/>
                </a:lnTo>
                <a:lnTo>
                  <a:pt x="3810000" y="171450"/>
                </a:lnTo>
                <a:lnTo>
                  <a:pt x="3797300" y="184150"/>
                </a:lnTo>
                <a:lnTo>
                  <a:pt x="3797300" y="190500"/>
                </a:lnTo>
                <a:lnTo>
                  <a:pt x="3790950" y="196850"/>
                </a:lnTo>
                <a:lnTo>
                  <a:pt x="3790950" y="203200"/>
                </a:lnTo>
                <a:lnTo>
                  <a:pt x="3784600" y="209550"/>
                </a:lnTo>
                <a:lnTo>
                  <a:pt x="3784600" y="215900"/>
                </a:lnTo>
                <a:lnTo>
                  <a:pt x="3771900" y="228600"/>
                </a:lnTo>
                <a:lnTo>
                  <a:pt x="3771900" y="234950"/>
                </a:lnTo>
                <a:lnTo>
                  <a:pt x="3765550" y="241300"/>
                </a:lnTo>
                <a:lnTo>
                  <a:pt x="3765550" y="247650"/>
                </a:lnTo>
                <a:lnTo>
                  <a:pt x="3752850" y="260350"/>
                </a:lnTo>
                <a:lnTo>
                  <a:pt x="3752850" y="266700"/>
                </a:lnTo>
                <a:lnTo>
                  <a:pt x="3746500" y="273050"/>
                </a:lnTo>
                <a:lnTo>
                  <a:pt x="3746500" y="279400"/>
                </a:lnTo>
                <a:lnTo>
                  <a:pt x="3740150" y="285750"/>
                </a:lnTo>
                <a:lnTo>
                  <a:pt x="3740150" y="292100"/>
                </a:lnTo>
                <a:lnTo>
                  <a:pt x="3733800" y="298450"/>
                </a:lnTo>
                <a:lnTo>
                  <a:pt x="3733800" y="304800"/>
                </a:lnTo>
                <a:lnTo>
                  <a:pt x="3727450" y="311150"/>
                </a:lnTo>
                <a:lnTo>
                  <a:pt x="3727450" y="317500"/>
                </a:lnTo>
                <a:lnTo>
                  <a:pt x="3714750" y="330200"/>
                </a:lnTo>
                <a:lnTo>
                  <a:pt x="3714750" y="336550"/>
                </a:lnTo>
                <a:lnTo>
                  <a:pt x="3708400" y="342900"/>
                </a:lnTo>
                <a:lnTo>
                  <a:pt x="3676650" y="342900"/>
                </a:lnTo>
                <a:lnTo>
                  <a:pt x="3670300" y="349250"/>
                </a:lnTo>
                <a:lnTo>
                  <a:pt x="3638550" y="349250"/>
                </a:lnTo>
                <a:lnTo>
                  <a:pt x="3625850" y="361950"/>
                </a:lnTo>
                <a:lnTo>
                  <a:pt x="3632200" y="368300"/>
                </a:lnTo>
                <a:lnTo>
                  <a:pt x="3632200" y="381000"/>
                </a:lnTo>
                <a:lnTo>
                  <a:pt x="3625850" y="387350"/>
                </a:lnTo>
                <a:lnTo>
                  <a:pt x="3625850" y="393700"/>
                </a:lnTo>
                <a:lnTo>
                  <a:pt x="3632200" y="400050"/>
                </a:lnTo>
                <a:lnTo>
                  <a:pt x="3632200" y="406400"/>
                </a:lnTo>
                <a:lnTo>
                  <a:pt x="3638550" y="412750"/>
                </a:lnTo>
                <a:lnTo>
                  <a:pt x="3657600" y="412750"/>
                </a:lnTo>
                <a:lnTo>
                  <a:pt x="3663950" y="406400"/>
                </a:lnTo>
                <a:lnTo>
                  <a:pt x="3676650" y="419100"/>
                </a:lnTo>
                <a:lnTo>
                  <a:pt x="3670300" y="425450"/>
                </a:lnTo>
                <a:lnTo>
                  <a:pt x="3670300" y="431800"/>
                </a:lnTo>
                <a:lnTo>
                  <a:pt x="3663950" y="438150"/>
                </a:lnTo>
                <a:lnTo>
                  <a:pt x="3663950" y="444500"/>
                </a:lnTo>
                <a:lnTo>
                  <a:pt x="3657600" y="450850"/>
                </a:lnTo>
                <a:lnTo>
                  <a:pt x="3657600" y="457200"/>
                </a:lnTo>
                <a:lnTo>
                  <a:pt x="3651250" y="463550"/>
                </a:lnTo>
                <a:lnTo>
                  <a:pt x="3651250" y="469900"/>
                </a:lnTo>
                <a:lnTo>
                  <a:pt x="3644900" y="476250"/>
                </a:lnTo>
                <a:lnTo>
                  <a:pt x="3644900" y="482600"/>
                </a:lnTo>
                <a:lnTo>
                  <a:pt x="3638550" y="488950"/>
                </a:lnTo>
                <a:lnTo>
                  <a:pt x="3638550" y="495300"/>
                </a:lnTo>
                <a:lnTo>
                  <a:pt x="3632200" y="501650"/>
                </a:lnTo>
                <a:lnTo>
                  <a:pt x="3632200" y="508000"/>
                </a:lnTo>
                <a:lnTo>
                  <a:pt x="3619500" y="527050"/>
                </a:lnTo>
                <a:lnTo>
                  <a:pt x="3619500" y="539750"/>
                </a:lnTo>
                <a:lnTo>
                  <a:pt x="3613150" y="546100"/>
                </a:lnTo>
                <a:lnTo>
                  <a:pt x="3613150" y="565150"/>
                </a:lnTo>
                <a:lnTo>
                  <a:pt x="3619500" y="571500"/>
                </a:lnTo>
                <a:lnTo>
                  <a:pt x="3644900" y="571500"/>
                </a:lnTo>
                <a:lnTo>
                  <a:pt x="3657600" y="584200"/>
                </a:lnTo>
                <a:lnTo>
                  <a:pt x="3670300" y="584200"/>
                </a:lnTo>
                <a:lnTo>
                  <a:pt x="3676650" y="577850"/>
                </a:lnTo>
                <a:lnTo>
                  <a:pt x="3689350" y="577850"/>
                </a:lnTo>
                <a:lnTo>
                  <a:pt x="3689350" y="571500"/>
                </a:lnTo>
                <a:lnTo>
                  <a:pt x="3695700" y="565150"/>
                </a:lnTo>
                <a:lnTo>
                  <a:pt x="3695700" y="552450"/>
                </a:lnTo>
                <a:lnTo>
                  <a:pt x="3702050" y="546100"/>
                </a:lnTo>
                <a:lnTo>
                  <a:pt x="3702050" y="533400"/>
                </a:lnTo>
                <a:lnTo>
                  <a:pt x="3714750" y="514350"/>
                </a:lnTo>
                <a:lnTo>
                  <a:pt x="3714750" y="508000"/>
                </a:lnTo>
                <a:lnTo>
                  <a:pt x="3708400" y="501650"/>
                </a:lnTo>
                <a:lnTo>
                  <a:pt x="3708400" y="488950"/>
                </a:lnTo>
                <a:lnTo>
                  <a:pt x="3714750" y="482600"/>
                </a:lnTo>
                <a:lnTo>
                  <a:pt x="3714750" y="469900"/>
                </a:lnTo>
                <a:lnTo>
                  <a:pt x="3721100" y="463550"/>
                </a:lnTo>
                <a:lnTo>
                  <a:pt x="3721100" y="457200"/>
                </a:lnTo>
                <a:lnTo>
                  <a:pt x="3733800" y="444500"/>
                </a:lnTo>
                <a:lnTo>
                  <a:pt x="3740150" y="444500"/>
                </a:lnTo>
                <a:lnTo>
                  <a:pt x="3746500" y="438150"/>
                </a:lnTo>
                <a:lnTo>
                  <a:pt x="3746500" y="431800"/>
                </a:lnTo>
                <a:lnTo>
                  <a:pt x="3752850" y="425450"/>
                </a:lnTo>
                <a:lnTo>
                  <a:pt x="3752850" y="419100"/>
                </a:lnTo>
                <a:lnTo>
                  <a:pt x="3765550" y="400050"/>
                </a:lnTo>
                <a:lnTo>
                  <a:pt x="3810000" y="400050"/>
                </a:lnTo>
                <a:lnTo>
                  <a:pt x="3816350" y="393700"/>
                </a:lnTo>
                <a:lnTo>
                  <a:pt x="3854450" y="393700"/>
                </a:lnTo>
                <a:lnTo>
                  <a:pt x="3860800" y="387350"/>
                </a:lnTo>
                <a:lnTo>
                  <a:pt x="3892550" y="387350"/>
                </a:lnTo>
                <a:lnTo>
                  <a:pt x="3898900" y="381000"/>
                </a:lnTo>
                <a:lnTo>
                  <a:pt x="3911600" y="393700"/>
                </a:lnTo>
                <a:lnTo>
                  <a:pt x="3911600" y="450850"/>
                </a:lnTo>
                <a:lnTo>
                  <a:pt x="3917950" y="457200"/>
                </a:lnTo>
                <a:lnTo>
                  <a:pt x="3917950" y="508000"/>
                </a:lnTo>
                <a:lnTo>
                  <a:pt x="3924300" y="514350"/>
                </a:lnTo>
                <a:lnTo>
                  <a:pt x="3924300" y="527050"/>
                </a:lnTo>
                <a:lnTo>
                  <a:pt x="3924300" y="520700"/>
                </a:lnTo>
                <a:lnTo>
                  <a:pt x="3930650" y="514350"/>
                </a:lnTo>
                <a:lnTo>
                  <a:pt x="3930650" y="482600"/>
                </a:lnTo>
                <a:lnTo>
                  <a:pt x="3937000" y="476250"/>
                </a:lnTo>
                <a:lnTo>
                  <a:pt x="3943350" y="482600"/>
                </a:lnTo>
                <a:lnTo>
                  <a:pt x="3943350" y="514350"/>
                </a:lnTo>
                <a:lnTo>
                  <a:pt x="3949700" y="520700"/>
                </a:lnTo>
                <a:lnTo>
                  <a:pt x="3949700" y="539750"/>
                </a:lnTo>
                <a:lnTo>
                  <a:pt x="3956050" y="546100"/>
                </a:lnTo>
                <a:lnTo>
                  <a:pt x="3962400" y="539750"/>
                </a:lnTo>
                <a:lnTo>
                  <a:pt x="3962400" y="533400"/>
                </a:lnTo>
                <a:lnTo>
                  <a:pt x="3956050" y="527050"/>
                </a:lnTo>
                <a:lnTo>
                  <a:pt x="3956050" y="457200"/>
                </a:lnTo>
                <a:lnTo>
                  <a:pt x="3962400" y="450850"/>
                </a:lnTo>
                <a:lnTo>
                  <a:pt x="3968750" y="450850"/>
                </a:lnTo>
                <a:lnTo>
                  <a:pt x="3975100" y="457200"/>
                </a:lnTo>
                <a:lnTo>
                  <a:pt x="3975100" y="476250"/>
                </a:lnTo>
                <a:lnTo>
                  <a:pt x="3981450" y="482600"/>
                </a:lnTo>
                <a:lnTo>
                  <a:pt x="3981450" y="514350"/>
                </a:lnTo>
                <a:lnTo>
                  <a:pt x="3987800" y="520700"/>
                </a:lnTo>
                <a:lnTo>
                  <a:pt x="3987800" y="533400"/>
                </a:lnTo>
                <a:lnTo>
                  <a:pt x="3987800" y="520700"/>
                </a:lnTo>
                <a:lnTo>
                  <a:pt x="3994150" y="514350"/>
                </a:lnTo>
                <a:lnTo>
                  <a:pt x="3994150" y="469900"/>
                </a:lnTo>
                <a:lnTo>
                  <a:pt x="3987800" y="463550"/>
                </a:lnTo>
                <a:lnTo>
                  <a:pt x="3987800" y="374650"/>
                </a:lnTo>
                <a:lnTo>
                  <a:pt x="4000500" y="361950"/>
                </a:lnTo>
                <a:lnTo>
                  <a:pt x="4019550" y="361950"/>
                </a:lnTo>
                <a:lnTo>
                  <a:pt x="4025900" y="355600"/>
                </a:lnTo>
                <a:lnTo>
                  <a:pt x="4025900" y="349250"/>
                </a:lnTo>
                <a:lnTo>
                  <a:pt x="4006850" y="336550"/>
                </a:lnTo>
                <a:lnTo>
                  <a:pt x="4019550" y="323850"/>
                </a:lnTo>
                <a:lnTo>
                  <a:pt x="4019550" y="311150"/>
                </a:lnTo>
                <a:lnTo>
                  <a:pt x="3987800" y="311150"/>
                </a:lnTo>
                <a:lnTo>
                  <a:pt x="3981450" y="304800"/>
                </a:lnTo>
                <a:lnTo>
                  <a:pt x="3981450" y="146050"/>
                </a:lnTo>
                <a:lnTo>
                  <a:pt x="3975100" y="139700"/>
                </a:lnTo>
                <a:lnTo>
                  <a:pt x="3975100" y="50800"/>
                </a:lnTo>
                <a:close/>
                <a:moveTo>
                  <a:pt x="3956050" y="431800"/>
                </a:moveTo>
                <a:lnTo>
                  <a:pt x="3962400" y="425450"/>
                </a:lnTo>
                <a:lnTo>
                  <a:pt x="3975100" y="444500"/>
                </a:lnTo>
                <a:lnTo>
                  <a:pt x="3968750" y="450850"/>
                </a:lnTo>
                <a:lnTo>
                  <a:pt x="3962400" y="450850"/>
                </a:lnTo>
                <a:lnTo>
                  <a:pt x="3956050" y="444500"/>
                </a:lnTo>
                <a:close/>
                <a:moveTo>
                  <a:pt x="3873500" y="374650"/>
                </a:moveTo>
                <a:lnTo>
                  <a:pt x="3879850" y="368300"/>
                </a:lnTo>
                <a:lnTo>
                  <a:pt x="3898900" y="368300"/>
                </a:lnTo>
                <a:lnTo>
                  <a:pt x="3905250" y="374650"/>
                </a:lnTo>
                <a:lnTo>
                  <a:pt x="3898900" y="381000"/>
                </a:lnTo>
                <a:lnTo>
                  <a:pt x="3879850" y="381000"/>
                </a:lnTo>
                <a:close/>
                <a:moveTo>
                  <a:pt x="4000500" y="342900"/>
                </a:moveTo>
                <a:lnTo>
                  <a:pt x="4006850" y="336550"/>
                </a:lnTo>
                <a:lnTo>
                  <a:pt x="4013200" y="342900"/>
                </a:lnTo>
                <a:lnTo>
                  <a:pt x="4013200" y="349250"/>
                </a:lnTo>
                <a:lnTo>
                  <a:pt x="4006850" y="355600"/>
                </a:lnTo>
                <a:lnTo>
                  <a:pt x="4000500" y="349250"/>
                </a:lnTo>
                <a:close/>
                <a:moveTo>
                  <a:pt x="3797300" y="222250"/>
                </a:moveTo>
                <a:lnTo>
                  <a:pt x="3803650" y="215900"/>
                </a:lnTo>
                <a:lnTo>
                  <a:pt x="3810000" y="222250"/>
                </a:lnTo>
                <a:lnTo>
                  <a:pt x="3810000" y="228600"/>
                </a:lnTo>
                <a:lnTo>
                  <a:pt x="3803650" y="234950"/>
                </a:lnTo>
                <a:lnTo>
                  <a:pt x="3797300" y="228600"/>
                </a:lnTo>
                <a:close/>
                <a:moveTo>
                  <a:pt x="3803650" y="215900"/>
                </a:moveTo>
                <a:lnTo>
                  <a:pt x="3810000" y="209550"/>
                </a:lnTo>
                <a:lnTo>
                  <a:pt x="3816350" y="215900"/>
                </a:lnTo>
                <a:lnTo>
                  <a:pt x="3810000" y="222250"/>
                </a:lnTo>
                <a:close/>
                <a:moveTo>
                  <a:pt x="3898900" y="158750"/>
                </a:moveTo>
                <a:lnTo>
                  <a:pt x="3905250" y="165100"/>
                </a:lnTo>
                <a:lnTo>
                  <a:pt x="3905250" y="298450"/>
                </a:lnTo>
                <a:lnTo>
                  <a:pt x="3911600" y="304800"/>
                </a:lnTo>
                <a:lnTo>
                  <a:pt x="3911600" y="311150"/>
                </a:lnTo>
                <a:lnTo>
                  <a:pt x="3898900" y="323850"/>
                </a:lnTo>
                <a:lnTo>
                  <a:pt x="3848100" y="323850"/>
                </a:lnTo>
                <a:lnTo>
                  <a:pt x="3841750" y="330200"/>
                </a:lnTo>
                <a:lnTo>
                  <a:pt x="3816350" y="330200"/>
                </a:lnTo>
                <a:lnTo>
                  <a:pt x="3810000" y="323850"/>
                </a:lnTo>
                <a:lnTo>
                  <a:pt x="3810000" y="311150"/>
                </a:lnTo>
                <a:lnTo>
                  <a:pt x="3816350" y="304800"/>
                </a:lnTo>
                <a:lnTo>
                  <a:pt x="3816350" y="298450"/>
                </a:lnTo>
                <a:lnTo>
                  <a:pt x="3829050" y="285750"/>
                </a:lnTo>
                <a:lnTo>
                  <a:pt x="3829050" y="279400"/>
                </a:lnTo>
                <a:lnTo>
                  <a:pt x="3835400" y="273050"/>
                </a:lnTo>
                <a:lnTo>
                  <a:pt x="3835400" y="266700"/>
                </a:lnTo>
                <a:lnTo>
                  <a:pt x="3841750" y="260350"/>
                </a:lnTo>
                <a:lnTo>
                  <a:pt x="3841750" y="254000"/>
                </a:lnTo>
                <a:lnTo>
                  <a:pt x="3848100" y="247650"/>
                </a:lnTo>
                <a:lnTo>
                  <a:pt x="3848100" y="241300"/>
                </a:lnTo>
                <a:lnTo>
                  <a:pt x="3854450" y="234950"/>
                </a:lnTo>
                <a:lnTo>
                  <a:pt x="3854450" y="228600"/>
                </a:lnTo>
                <a:lnTo>
                  <a:pt x="3867150" y="215900"/>
                </a:lnTo>
                <a:lnTo>
                  <a:pt x="3867150" y="209550"/>
                </a:lnTo>
                <a:lnTo>
                  <a:pt x="3873500" y="203200"/>
                </a:lnTo>
                <a:lnTo>
                  <a:pt x="3873500" y="196850"/>
                </a:lnTo>
                <a:lnTo>
                  <a:pt x="3879850" y="190500"/>
                </a:lnTo>
                <a:lnTo>
                  <a:pt x="3879850" y="184150"/>
                </a:lnTo>
                <a:lnTo>
                  <a:pt x="3886200" y="177800"/>
                </a:lnTo>
                <a:lnTo>
                  <a:pt x="3886200" y="171450"/>
                </a:lnTo>
                <a:close/>
                <a:moveTo>
                  <a:pt x="7131050" y="0"/>
                </a:moveTo>
                <a:lnTo>
                  <a:pt x="7124700" y="6350"/>
                </a:lnTo>
                <a:lnTo>
                  <a:pt x="7112000" y="6350"/>
                </a:lnTo>
                <a:lnTo>
                  <a:pt x="7105650" y="12700"/>
                </a:lnTo>
                <a:lnTo>
                  <a:pt x="7099300" y="12700"/>
                </a:lnTo>
                <a:lnTo>
                  <a:pt x="7092950" y="19050"/>
                </a:lnTo>
                <a:lnTo>
                  <a:pt x="7086600" y="19050"/>
                </a:lnTo>
                <a:lnTo>
                  <a:pt x="7080250" y="25400"/>
                </a:lnTo>
                <a:lnTo>
                  <a:pt x="7073900" y="25400"/>
                </a:lnTo>
                <a:lnTo>
                  <a:pt x="7067550" y="31750"/>
                </a:lnTo>
                <a:lnTo>
                  <a:pt x="7061200" y="31750"/>
                </a:lnTo>
                <a:lnTo>
                  <a:pt x="7054850" y="38100"/>
                </a:lnTo>
                <a:lnTo>
                  <a:pt x="7048500" y="38100"/>
                </a:lnTo>
                <a:lnTo>
                  <a:pt x="6972300" y="114300"/>
                </a:lnTo>
                <a:lnTo>
                  <a:pt x="6972300" y="120650"/>
                </a:lnTo>
                <a:lnTo>
                  <a:pt x="6959600" y="133350"/>
                </a:lnTo>
                <a:lnTo>
                  <a:pt x="6959600" y="139700"/>
                </a:lnTo>
                <a:lnTo>
                  <a:pt x="6953250" y="146050"/>
                </a:lnTo>
                <a:lnTo>
                  <a:pt x="6953250" y="152400"/>
                </a:lnTo>
                <a:lnTo>
                  <a:pt x="6940550" y="165100"/>
                </a:lnTo>
                <a:lnTo>
                  <a:pt x="6940550" y="171450"/>
                </a:lnTo>
                <a:lnTo>
                  <a:pt x="6927850" y="184150"/>
                </a:lnTo>
                <a:lnTo>
                  <a:pt x="6927850" y="190500"/>
                </a:lnTo>
                <a:lnTo>
                  <a:pt x="6921500" y="196850"/>
                </a:lnTo>
                <a:lnTo>
                  <a:pt x="6921500" y="209550"/>
                </a:lnTo>
                <a:lnTo>
                  <a:pt x="6915150" y="215900"/>
                </a:lnTo>
                <a:lnTo>
                  <a:pt x="6915150" y="222250"/>
                </a:lnTo>
                <a:lnTo>
                  <a:pt x="6902450" y="241300"/>
                </a:lnTo>
                <a:lnTo>
                  <a:pt x="6902450" y="254000"/>
                </a:lnTo>
                <a:lnTo>
                  <a:pt x="6896100" y="260350"/>
                </a:lnTo>
                <a:lnTo>
                  <a:pt x="6896100" y="279400"/>
                </a:lnTo>
                <a:lnTo>
                  <a:pt x="6889750" y="285750"/>
                </a:lnTo>
                <a:lnTo>
                  <a:pt x="6889750" y="311150"/>
                </a:lnTo>
                <a:lnTo>
                  <a:pt x="6883400" y="317500"/>
                </a:lnTo>
                <a:lnTo>
                  <a:pt x="6883400" y="381000"/>
                </a:lnTo>
                <a:lnTo>
                  <a:pt x="6889750" y="387350"/>
                </a:lnTo>
                <a:lnTo>
                  <a:pt x="6889750" y="419100"/>
                </a:lnTo>
                <a:lnTo>
                  <a:pt x="6896100" y="425450"/>
                </a:lnTo>
                <a:lnTo>
                  <a:pt x="6896100" y="431800"/>
                </a:lnTo>
                <a:lnTo>
                  <a:pt x="6902450" y="438150"/>
                </a:lnTo>
                <a:lnTo>
                  <a:pt x="6902450" y="444500"/>
                </a:lnTo>
                <a:lnTo>
                  <a:pt x="6908800" y="450850"/>
                </a:lnTo>
                <a:lnTo>
                  <a:pt x="6908800" y="457200"/>
                </a:lnTo>
                <a:lnTo>
                  <a:pt x="6940550" y="488950"/>
                </a:lnTo>
                <a:lnTo>
                  <a:pt x="6946900" y="488950"/>
                </a:lnTo>
                <a:lnTo>
                  <a:pt x="6959600" y="501650"/>
                </a:lnTo>
                <a:lnTo>
                  <a:pt x="6965950" y="501650"/>
                </a:lnTo>
                <a:lnTo>
                  <a:pt x="6972300" y="508000"/>
                </a:lnTo>
                <a:lnTo>
                  <a:pt x="6991350" y="508000"/>
                </a:lnTo>
                <a:lnTo>
                  <a:pt x="6997700" y="514350"/>
                </a:lnTo>
                <a:lnTo>
                  <a:pt x="7016750" y="514350"/>
                </a:lnTo>
                <a:lnTo>
                  <a:pt x="7023100" y="508000"/>
                </a:lnTo>
                <a:lnTo>
                  <a:pt x="7035800" y="508000"/>
                </a:lnTo>
                <a:lnTo>
                  <a:pt x="7042150" y="501650"/>
                </a:lnTo>
                <a:lnTo>
                  <a:pt x="7048500" y="501650"/>
                </a:lnTo>
                <a:lnTo>
                  <a:pt x="7073900" y="476250"/>
                </a:lnTo>
                <a:lnTo>
                  <a:pt x="7080250" y="476250"/>
                </a:lnTo>
                <a:lnTo>
                  <a:pt x="7092950" y="463550"/>
                </a:lnTo>
                <a:lnTo>
                  <a:pt x="7092950" y="457200"/>
                </a:lnTo>
                <a:lnTo>
                  <a:pt x="7086600" y="450850"/>
                </a:lnTo>
                <a:lnTo>
                  <a:pt x="7124700" y="412750"/>
                </a:lnTo>
                <a:lnTo>
                  <a:pt x="7131050" y="419100"/>
                </a:lnTo>
                <a:lnTo>
                  <a:pt x="7131050" y="482600"/>
                </a:lnTo>
                <a:lnTo>
                  <a:pt x="7124700" y="488950"/>
                </a:lnTo>
                <a:lnTo>
                  <a:pt x="7124700" y="508000"/>
                </a:lnTo>
                <a:lnTo>
                  <a:pt x="7131050" y="514350"/>
                </a:lnTo>
                <a:lnTo>
                  <a:pt x="7131050" y="533400"/>
                </a:lnTo>
                <a:lnTo>
                  <a:pt x="7137400" y="533400"/>
                </a:lnTo>
                <a:lnTo>
                  <a:pt x="7156450" y="514350"/>
                </a:lnTo>
                <a:lnTo>
                  <a:pt x="7156450" y="508000"/>
                </a:lnTo>
                <a:lnTo>
                  <a:pt x="7169150" y="495300"/>
                </a:lnTo>
                <a:lnTo>
                  <a:pt x="7175500" y="501650"/>
                </a:lnTo>
                <a:lnTo>
                  <a:pt x="7175500" y="508000"/>
                </a:lnTo>
                <a:lnTo>
                  <a:pt x="7181850" y="501650"/>
                </a:lnTo>
                <a:lnTo>
                  <a:pt x="7181850" y="431800"/>
                </a:lnTo>
                <a:lnTo>
                  <a:pt x="7188200" y="425450"/>
                </a:lnTo>
                <a:lnTo>
                  <a:pt x="7188200" y="368300"/>
                </a:lnTo>
                <a:lnTo>
                  <a:pt x="7194550" y="361950"/>
                </a:lnTo>
                <a:lnTo>
                  <a:pt x="7194550" y="355600"/>
                </a:lnTo>
                <a:lnTo>
                  <a:pt x="7188200" y="349250"/>
                </a:lnTo>
                <a:lnTo>
                  <a:pt x="7194550" y="342900"/>
                </a:lnTo>
                <a:lnTo>
                  <a:pt x="7194550" y="330200"/>
                </a:lnTo>
                <a:lnTo>
                  <a:pt x="7207250" y="317500"/>
                </a:lnTo>
                <a:lnTo>
                  <a:pt x="7245350" y="317500"/>
                </a:lnTo>
                <a:lnTo>
                  <a:pt x="7251700" y="311150"/>
                </a:lnTo>
                <a:lnTo>
                  <a:pt x="7258050" y="311150"/>
                </a:lnTo>
                <a:lnTo>
                  <a:pt x="7258050" y="304800"/>
                </a:lnTo>
                <a:lnTo>
                  <a:pt x="7251700" y="298450"/>
                </a:lnTo>
                <a:lnTo>
                  <a:pt x="7251700" y="279400"/>
                </a:lnTo>
                <a:lnTo>
                  <a:pt x="7245350" y="273050"/>
                </a:lnTo>
                <a:lnTo>
                  <a:pt x="7245350" y="260350"/>
                </a:lnTo>
                <a:lnTo>
                  <a:pt x="7232650" y="260350"/>
                </a:lnTo>
                <a:lnTo>
                  <a:pt x="7226300" y="254000"/>
                </a:lnTo>
                <a:lnTo>
                  <a:pt x="7207250" y="254000"/>
                </a:lnTo>
                <a:lnTo>
                  <a:pt x="7200900" y="260350"/>
                </a:lnTo>
                <a:lnTo>
                  <a:pt x="7194550" y="254000"/>
                </a:lnTo>
                <a:lnTo>
                  <a:pt x="7169150" y="254000"/>
                </a:lnTo>
                <a:lnTo>
                  <a:pt x="7162800" y="260350"/>
                </a:lnTo>
                <a:lnTo>
                  <a:pt x="7137400" y="260350"/>
                </a:lnTo>
                <a:lnTo>
                  <a:pt x="7131050" y="266700"/>
                </a:lnTo>
                <a:lnTo>
                  <a:pt x="7112000" y="266700"/>
                </a:lnTo>
                <a:lnTo>
                  <a:pt x="7105650" y="273050"/>
                </a:lnTo>
                <a:lnTo>
                  <a:pt x="7073900" y="273050"/>
                </a:lnTo>
                <a:lnTo>
                  <a:pt x="7067550" y="279400"/>
                </a:lnTo>
                <a:lnTo>
                  <a:pt x="7061200" y="279400"/>
                </a:lnTo>
                <a:lnTo>
                  <a:pt x="7048500" y="292100"/>
                </a:lnTo>
                <a:lnTo>
                  <a:pt x="7048500" y="298450"/>
                </a:lnTo>
                <a:lnTo>
                  <a:pt x="7042150" y="304800"/>
                </a:lnTo>
                <a:lnTo>
                  <a:pt x="7042150" y="336550"/>
                </a:lnTo>
                <a:lnTo>
                  <a:pt x="7048500" y="342900"/>
                </a:lnTo>
                <a:lnTo>
                  <a:pt x="7073900" y="342900"/>
                </a:lnTo>
                <a:lnTo>
                  <a:pt x="7080250" y="336550"/>
                </a:lnTo>
                <a:lnTo>
                  <a:pt x="7105650" y="336550"/>
                </a:lnTo>
                <a:lnTo>
                  <a:pt x="7112000" y="330200"/>
                </a:lnTo>
                <a:lnTo>
                  <a:pt x="7118350" y="330200"/>
                </a:lnTo>
                <a:lnTo>
                  <a:pt x="7131050" y="342900"/>
                </a:lnTo>
                <a:lnTo>
                  <a:pt x="7131050" y="349250"/>
                </a:lnTo>
                <a:lnTo>
                  <a:pt x="7124700" y="355600"/>
                </a:lnTo>
                <a:lnTo>
                  <a:pt x="7124700" y="368300"/>
                </a:lnTo>
                <a:lnTo>
                  <a:pt x="7118350" y="374650"/>
                </a:lnTo>
                <a:lnTo>
                  <a:pt x="7118350" y="381000"/>
                </a:lnTo>
                <a:lnTo>
                  <a:pt x="7092950" y="406400"/>
                </a:lnTo>
                <a:lnTo>
                  <a:pt x="7092950" y="412750"/>
                </a:lnTo>
                <a:lnTo>
                  <a:pt x="7054850" y="438150"/>
                </a:lnTo>
                <a:lnTo>
                  <a:pt x="7035800" y="438150"/>
                </a:lnTo>
                <a:lnTo>
                  <a:pt x="7029450" y="444500"/>
                </a:lnTo>
                <a:lnTo>
                  <a:pt x="7016750" y="444500"/>
                </a:lnTo>
                <a:lnTo>
                  <a:pt x="7010400" y="438150"/>
                </a:lnTo>
                <a:lnTo>
                  <a:pt x="6997700" y="438150"/>
                </a:lnTo>
                <a:lnTo>
                  <a:pt x="6972300" y="412750"/>
                </a:lnTo>
                <a:lnTo>
                  <a:pt x="6972300" y="406400"/>
                </a:lnTo>
                <a:lnTo>
                  <a:pt x="6959600" y="387350"/>
                </a:lnTo>
                <a:lnTo>
                  <a:pt x="6959600" y="304800"/>
                </a:lnTo>
                <a:lnTo>
                  <a:pt x="6965950" y="298450"/>
                </a:lnTo>
                <a:lnTo>
                  <a:pt x="6965950" y="279400"/>
                </a:lnTo>
                <a:lnTo>
                  <a:pt x="6972300" y="273050"/>
                </a:lnTo>
                <a:lnTo>
                  <a:pt x="6972300" y="260350"/>
                </a:lnTo>
                <a:lnTo>
                  <a:pt x="6978650" y="254000"/>
                </a:lnTo>
                <a:lnTo>
                  <a:pt x="6978650" y="241300"/>
                </a:lnTo>
                <a:lnTo>
                  <a:pt x="6985000" y="234950"/>
                </a:lnTo>
                <a:lnTo>
                  <a:pt x="6985000" y="228600"/>
                </a:lnTo>
                <a:lnTo>
                  <a:pt x="6991350" y="222250"/>
                </a:lnTo>
                <a:lnTo>
                  <a:pt x="6991350" y="215900"/>
                </a:lnTo>
                <a:lnTo>
                  <a:pt x="6997700" y="209550"/>
                </a:lnTo>
                <a:lnTo>
                  <a:pt x="6997700" y="203200"/>
                </a:lnTo>
                <a:lnTo>
                  <a:pt x="7004050" y="196850"/>
                </a:lnTo>
                <a:lnTo>
                  <a:pt x="7004050" y="190500"/>
                </a:lnTo>
                <a:lnTo>
                  <a:pt x="7016750" y="177800"/>
                </a:lnTo>
                <a:lnTo>
                  <a:pt x="7016750" y="171450"/>
                </a:lnTo>
                <a:lnTo>
                  <a:pt x="7023100" y="165100"/>
                </a:lnTo>
                <a:lnTo>
                  <a:pt x="7023100" y="158750"/>
                </a:lnTo>
                <a:lnTo>
                  <a:pt x="7080250" y="101600"/>
                </a:lnTo>
                <a:lnTo>
                  <a:pt x="7086600" y="101600"/>
                </a:lnTo>
                <a:lnTo>
                  <a:pt x="7099300" y="88900"/>
                </a:lnTo>
                <a:lnTo>
                  <a:pt x="7105650" y="88900"/>
                </a:lnTo>
                <a:lnTo>
                  <a:pt x="7124700" y="76200"/>
                </a:lnTo>
                <a:lnTo>
                  <a:pt x="7143750" y="76200"/>
                </a:lnTo>
                <a:lnTo>
                  <a:pt x="7156450" y="88900"/>
                </a:lnTo>
                <a:lnTo>
                  <a:pt x="7156450" y="95250"/>
                </a:lnTo>
                <a:lnTo>
                  <a:pt x="7162800" y="101600"/>
                </a:lnTo>
                <a:lnTo>
                  <a:pt x="7162800" y="133350"/>
                </a:lnTo>
                <a:lnTo>
                  <a:pt x="7169150" y="127000"/>
                </a:lnTo>
                <a:lnTo>
                  <a:pt x="7175500" y="127000"/>
                </a:lnTo>
                <a:lnTo>
                  <a:pt x="7188200" y="114300"/>
                </a:lnTo>
                <a:lnTo>
                  <a:pt x="7188200" y="101600"/>
                </a:lnTo>
                <a:lnTo>
                  <a:pt x="7207250" y="82550"/>
                </a:lnTo>
                <a:lnTo>
                  <a:pt x="7213600" y="82550"/>
                </a:lnTo>
                <a:lnTo>
                  <a:pt x="7213600" y="69850"/>
                </a:lnTo>
                <a:lnTo>
                  <a:pt x="7200900" y="50800"/>
                </a:lnTo>
                <a:lnTo>
                  <a:pt x="7200900" y="38100"/>
                </a:lnTo>
                <a:lnTo>
                  <a:pt x="7175500" y="12700"/>
                </a:lnTo>
                <a:lnTo>
                  <a:pt x="7162800" y="12700"/>
                </a:lnTo>
                <a:lnTo>
                  <a:pt x="7156450" y="6350"/>
                </a:lnTo>
                <a:lnTo>
                  <a:pt x="7137400" y="6350"/>
                </a:lnTo>
                <a:close/>
                <a:moveTo>
                  <a:pt x="7131050" y="482600"/>
                </a:moveTo>
                <a:lnTo>
                  <a:pt x="7137400" y="476250"/>
                </a:lnTo>
                <a:lnTo>
                  <a:pt x="7143750" y="482600"/>
                </a:lnTo>
                <a:lnTo>
                  <a:pt x="7143750" y="488950"/>
                </a:lnTo>
                <a:lnTo>
                  <a:pt x="7137400" y="495300"/>
                </a:lnTo>
                <a:lnTo>
                  <a:pt x="7131050" y="488950"/>
                </a:lnTo>
                <a:close/>
                <a:moveTo>
                  <a:pt x="6902450" y="349250"/>
                </a:moveTo>
                <a:lnTo>
                  <a:pt x="6908800" y="355600"/>
                </a:lnTo>
                <a:lnTo>
                  <a:pt x="6908800" y="374650"/>
                </a:lnTo>
                <a:lnTo>
                  <a:pt x="6902450" y="381000"/>
                </a:lnTo>
                <a:lnTo>
                  <a:pt x="6896100" y="374650"/>
                </a:lnTo>
                <a:lnTo>
                  <a:pt x="6896100" y="355600"/>
                </a:lnTo>
                <a:close/>
              </a:path>
            </a:pathLst>
          </a:custGeom>
          <a:solidFill xmlns:a="http://schemas.openxmlformats.org/drawingml/2006/main">
            <a:srgbClr val="1E5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Original prompt">
            <a:extLst xmlns:a="http://schemas.openxmlformats.org/drawingml/2006/main">
              <a:ext uri="{FF2B5EF4-FFF2-40B4-BE49-F238E27FC236}">
                <a16:creationId xmlns:a16="http://schemas.microsoft.com/office/drawing/2014/main" id="{5A0B67BA-DEAD-4AC7-9991-7D4FF557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868754"/>
            <a:ext cx="30480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rPr>
              <a:t>1. Text Prompt</a:t>
            </a:r>
          </a:p>
        </p:txBody>
      </p:sp>
      <p:sp>
        <p:nvSpPr>
          <p:cNvPr id="86" name="Initial image">
            <a:extLst xmlns:a="http://schemas.openxmlformats.org/drawingml/2006/main">
              <a:ext uri="{FF2B5EF4-FFF2-40B4-BE49-F238E27FC236}">
                <a16:creationId xmlns:a16="http://schemas.microsoft.com/office/drawing/2014/main" id="{8C58DB58-953A-4E8C-942D-D1C2CCB3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475" y="3868754"/>
            <a:ext cx="35242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rPr>
              <a:t>2. Initial Generation</a:t>
            </a:r>
          </a:p>
        </p:txBody>
      </p:sp>
      <p:sp>
        <p:nvSpPr>
          <p:cNvPr id="87" name="Final output">
            <a:extLst xmlns:a="http://schemas.openxmlformats.org/drawingml/2006/main">
              <a:ext uri="{FF2B5EF4-FFF2-40B4-BE49-F238E27FC236}">
                <a16:creationId xmlns:a16="http://schemas.microsoft.com/office/drawing/2014/main" id="{B4726C39-7F23-42FF-B87B-A1E0C844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10383854"/>
            <a:ext cx="29527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rPr>
              <a:t>4. Final Output</a:t>
            </a:r>
          </a:p>
        </p:txBody>
      </p:sp>
      <p:sp>
        <p:nvSpPr>
          <p:cNvPr id="88" name="Review rewrite">
            <a:extLst xmlns:a="http://schemas.openxmlformats.org/drawingml/2006/main">
              <a:ext uri="{FF2B5EF4-FFF2-40B4-BE49-F238E27FC236}">
                <a16:creationId xmlns:a16="http://schemas.microsoft.com/office/drawing/2014/main" id="{984A1FA0-4386-4598-BFA8-2E090EA8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475" y="10383854"/>
            <a:ext cx="35242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BF0000"/>
                </a:solidFill>
                <a:latin typeface="Calibri"/>
                <a:ea typeface="Calibri"/>
                <a:cs typeface="Calibri"/>
              </a:rPr>
              <a:t>3. Review &amp; Rewrite</a:t>
            </a:r>
          </a:p>
        </p:txBody>
      </p:sp>
      <p:sp>
        <p:nvSpPr>
          <p:cNvPr id="89" name="Human conceptualization">
            <a:extLst xmlns:a="http://schemas.openxmlformats.org/drawingml/2006/main">
              <a:ext uri="{FF2B5EF4-FFF2-40B4-BE49-F238E27FC236}">
                <a16:creationId xmlns:a16="http://schemas.microsoft.com/office/drawing/2014/main" id="{508ADBE1-DB7F-4A4F-88B1-294D53D5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1075" y="3878279"/>
            <a:ext cx="33337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rPr>
              <a:t>1. Conceptualize</a:t>
            </a:r>
          </a:p>
        </p:txBody>
      </p:sp>
      <p:sp>
        <p:nvSpPr>
          <p:cNvPr id="90" name="Human sketch">
            <a:extLst xmlns:a="http://schemas.openxmlformats.org/drawingml/2006/main">
              <a:ext uri="{FF2B5EF4-FFF2-40B4-BE49-F238E27FC236}">
                <a16:creationId xmlns:a16="http://schemas.microsoft.com/office/drawing/2014/main" id="{8C67EF70-30AE-46EE-8BA4-C86BE884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3878279"/>
            <a:ext cx="338137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rPr>
              <a:t>2. Drawing a sketch</a:t>
            </a:r>
          </a:p>
        </p:txBody>
      </p:sp>
      <p:sp>
        <p:nvSpPr>
          <p:cNvPr id="91" name="Human coloring">
            <a:extLst xmlns:a="http://schemas.openxmlformats.org/drawingml/2006/main">
              <a:ext uri="{FF2B5EF4-FFF2-40B4-BE49-F238E27FC236}">
                <a16:creationId xmlns:a16="http://schemas.microsoft.com/office/drawing/2014/main" id="{ED024F89-6015-4C73-B4FB-52A9F08F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0" y="3878279"/>
            <a:ext cx="252412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rPr>
              <a:t>3. Coloring</a:t>
            </a:r>
          </a:p>
        </p:txBody>
      </p:sp>
      <p:sp>
        <p:nvSpPr>
          <p:cNvPr id="92" name="GenClaw search">
            <a:extLst xmlns:a="http://schemas.openxmlformats.org/drawingml/2006/main">
              <a:ext uri="{FF2B5EF4-FFF2-40B4-BE49-F238E27FC236}">
                <a16:creationId xmlns:a16="http://schemas.microsoft.com/office/drawing/2014/main" id="{A114BDF1-9A61-43EB-AF54-12819DD6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10383854"/>
            <a:ext cx="38100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rPr>
              <a:t>1. Search &amp; Reasoning</a:t>
            </a:r>
          </a:p>
        </p:txBody>
      </p:sp>
      <p:sp>
        <p:nvSpPr>
          <p:cNvPr id="93" name="GenClaw code">
            <a:extLst xmlns:a="http://schemas.openxmlformats.org/drawingml/2006/main">
              <a:ext uri="{FF2B5EF4-FFF2-40B4-BE49-F238E27FC236}">
                <a16:creationId xmlns:a16="http://schemas.microsoft.com/office/drawing/2014/main" id="{3B679999-3F94-4023-8C62-9BB1520B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3925" y="10383854"/>
            <a:ext cx="38100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rPr>
              <a:t>2. Code (SVG/HTML...)</a:t>
            </a:r>
          </a:p>
        </p:txBody>
      </p:sp>
      <p:sp>
        <p:nvSpPr>
          <p:cNvPr id="94" name="GenClaw generation">
            <a:extLst xmlns:a="http://schemas.openxmlformats.org/drawingml/2006/main">
              <a:ext uri="{FF2B5EF4-FFF2-40B4-BE49-F238E27FC236}">
                <a16:creationId xmlns:a16="http://schemas.microsoft.com/office/drawing/2014/main" id="{1F4899CC-5CA8-44E7-9865-7D08D9EE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25875" y="10383854"/>
            <a:ext cx="22860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1E5FA7"/>
                </a:solidFill>
                <a:latin typeface="Calibri"/>
                <a:ea typeface="Calibri"/>
                <a:cs typeface="Calibri"/>
              </a:rPr>
              <a:t>3. Generate</a:t>
            </a:r>
          </a:p>
        </p:txBody>
      </p:sp>
      <p:sp>
        <p:nvSpPr>
          <p:cNvPr id="95" name="Human drawing process line 1">
            <a:extLst xmlns:a="http://schemas.openxmlformats.org/drawingml/2006/main">
              <a:ext uri="{FF2B5EF4-FFF2-40B4-BE49-F238E27FC236}">
                <a16:creationId xmlns:a16="http://schemas.microsoft.com/office/drawing/2014/main" id="{65877C21-EB7F-4176-9320-B042B0C8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5049854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pPr>
            <a:r>
              <a:rPr sz="22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rPr>
              <a:t>Human</a:t>
            </a:r>
          </a:p>
        </p:txBody>
      </p:sp>
      <p:sp>
        <p:nvSpPr>
          <p:cNvPr id="96" name="Human drawing process line 2">
            <a:extLst xmlns:a="http://schemas.openxmlformats.org/drawingml/2006/main">
              <a:ext uri="{FF2B5EF4-FFF2-40B4-BE49-F238E27FC236}">
                <a16:creationId xmlns:a16="http://schemas.microsoft.com/office/drawing/2014/main" id="{781454BE-CA53-4C84-9CA2-DEF8C574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5449904"/>
            <a:ext cx="1143000" cy="37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4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4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pPr>
            <a:r>
              <a:rPr sz="2094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rPr>
              <a:t>Drawing</a:t>
            </a:r>
          </a:p>
        </p:txBody>
      </p:sp>
      <p:sp>
        <p:nvSpPr>
          <p:cNvPr id="97" name="Human drawing process line 3">
            <a:extLst xmlns:a="http://schemas.openxmlformats.org/drawingml/2006/main">
              <a:ext uri="{FF2B5EF4-FFF2-40B4-BE49-F238E27FC236}">
                <a16:creationId xmlns:a16="http://schemas.microsoft.com/office/drawing/2014/main" id="{D90214F7-B710-4DCE-B854-04D4741B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5849954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pPr>
            <a:r>
              <a:rPr sz="22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rPr>
              <a:t>Process</a:t>
            </a:r>
          </a:p>
        </p:txBody>
      </p:sp>
      <p:sp>
        <p:nvSpPr>
          <p:cNvPr id="98" name="GenClaw generation process line 1">
            <a:extLst xmlns:a="http://schemas.openxmlformats.org/drawingml/2006/main">
              <a:ext uri="{FF2B5EF4-FFF2-40B4-BE49-F238E27FC236}">
                <a16:creationId xmlns:a16="http://schemas.microsoft.com/office/drawing/2014/main" id="{3536F441-CABC-48C4-BA95-2F9FE485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475" y="8669354"/>
            <a:ext cx="11525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pPr>
            <a:r>
              <a: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rPr>
              <a:t>Our</a:t>
            </a:r>
          </a:p>
        </p:txBody>
      </p:sp>
      <p:sp>
        <p:nvSpPr>
          <p:cNvPr id="99" name="GenClaw generation process line 2">
            <a:extLst xmlns:a="http://schemas.openxmlformats.org/drawingml/2006/main">
              <a:ext uri="{FF2B5EF4-FFF2-40B4-BE49-F238E27FC236}">
                <a16:creationId xmlns:a16="http://schemas.microsoft.com/office/drawing/2014/main" id="{1B639466-7C72-48A5-8ADC-C22B59B8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475" y="8964629"/>
            <a:ext cx="11525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pPr>
            <a:r>
              <a: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rPr>
              <a:t>GenClaw</a:t>
            </a:r>
          </a:p>
        </p:txBody>
      </p:sp>
      <p:sp>
        <p:nvSpPr>
          <p:cNvPr id="100" name="GenClaw generation process line 3">
            <a:extLst xmlns:a="http://schemas.openxmlformats.org/drawingml/2006/main">
              <a:ext uri="{FF2B5EF4-FFF2-40B4-BE49-F238E27FC236}">
                <a16:creationId xmlns:a16="http://schemas.microsoft.com/office/drawing/2014/main" id="{E4435B4E-B2FB-40C8-8926-AE5A7C2C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475" y="9259904"/>
            <a:ext cx="1152525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pPr>
            <a:r>
              <a:rPr sz="1632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rPr>
              <a:t>Generation</a:t>
            </a:r>
          </a:p>
        </p:txBody>
      </p:sp>
      <p:sp>
        <p:nvSpPr>
          <p:cNvPr id="101" name="GenClaw generation process line 4">
            <a:extLst xmlns:a="http://schemas.openxmlformats.org/drawingml/2006/main">
              <a:ext uri="{FF2B5EF4-FFF2-40B4-BE49-F238E27FC236}">
                <a16:creationId xmlns:a16="http://schemas.microsoft.com/office/drawing/2014/main" id="{337FE715-051A-4EFD-BA99-50552017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475" y="9555179"/>
            <a:ext cx="11525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defRPr>
            </a:pPr>
            <a:r>
              <a:rPr sz="1950" b="0" i="0">
                <a:solidFill>
                  <a:srgbClr val="1E5FA7"/>
                </a:solidFill>
                <a:latin typeface="Segoe Print"/>
                <a:ea typeface="Segoe Print"/>
                <a:cs typeface="Segoe Print"/>
              </a:rPr>
              <a:t>Process</a:t>
            </a:r>
          </a:p>
        </p:txBody>
      </p:sp>
      <p:pic>
        <p:nvPic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CFC7449-0668-4B03-B089-97C4F77910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d7ed690b1453f"/>
          <a:stretch xmlns:a="http://schemas.openxmlformats.org/drawingml/2006/main"/>
        </p:blipFill>
        <p:spPr>
          <a:xfrm xmlns:a="http://schemas.openxmlformats.org/drawingml/2006/main">
            <a:off x="4496009" y="4497404"/>
            <a:ext cx="2809456" cy="2238375"/>
          </a:xfrm>
          <a:prstGeom xmlns:a="http://schemas.openxmlformats.org/drawingml/2006/main" prst="rect">
            <a:avLst/>
          </a:prstGeom>
        </p:spPr>
      </p:pic>
      <p:sp>
        <p:nvSpPr>
          <p:cNvPr id="103" name="Initial photograph border">
            <a:extLst xmlns:a="http://schemas.openxmlformats.org/drawingml/2006/main">
              <a:ext uri="{FF2B5EF4-FFF2-40B4-BE49-F238E27FC236}">
                <a16:creationId xmlns:a16="http://schemas.microsoft.com/office/drawing/2014/main" id="{34D5E39A-2E1C-4885-8ABC-8BD7A175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68829"/>
            <a:ext cx="2838450" cy="2276475"/>
          </a:xfrm>
          <a:custGeom xmlns:a="http://schemas.openxmlformats.org/drawingml/2006/main">
            <a:pathLst>
              <a:path w="2838450" h="2276475">
                <a:moveTo>
                  <a:pt x="142875" y="0"/>
                </a:moveTo>
                <a:lnTo>
                  <a:pt x="2695575" y="0"/>
                </a:lnTo>
                <a:cubicBezTo>
                  <a:pt x="2774483" y="0"/>
                  <a:pt x="2838450" y="63967"/>
                  <a:pt x="2838450" y="142875"/>
                </a:cubicBezTo>
                <a:lnTo>
                  <a:pt x="2838450" y="2133600"/>
                </a:lnTo>
                <a:cubicBezTo>
                  <a:pt x="2838450" y="2212508"/>
                  <a:pt x="2774483" y="2276475"/>
                  <a:pt x="2695575" y="2276475"/>
                </a:cubicBezTo>
                <a:lnTo>
                  <a:pt x="142875" y="2276475"/>
                </a:lnTo>
                <a:cubicBezTo>
                  <a:pt x="63967" y="2276475"/>
                  <a:pt x="0" y="2212508"/>
                  <a:pt x="0" y="2133600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F0000"/>
            </a:solidFill>
            <a:prstDash val="solid"/>
          </a:ln>
        </p:spPr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2F884A9-0D6C-4C36-8BAF-7D8348035A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03928e1d04c74"/>
          <a:stretch xmlns:a="http://schemas.openxmlformats.org/drawingml/2006/main"/>
        </p:blipFill>
        <p:spPr>
          <a:xfrm xmlns:a="http://schemas.openxmlformats.org/drawingml/2006/main">
            <a:off x="812159" y="7802579"/>
            <a:ext cx="2814331" cy="2238375"/>
          </a:xfrm>
          <a:prstGeom xmlns:a="http://schemas.openxmlformats.org/drawingml/2006/main" prst="rect">
            <a:avLst/>
          </a:prstGeom>
        </p:spPr>
      </p:pic>
      <p:sp>
        <p:nvSpPr>
          <p:cNvPr id="105" name="Final photograph border">
            <a:extLst xmlns:a="http://schemas.openxmlformats.org/drawingml/2006/main">
              <a:ext uri="{FF2B5EF4-FFF2-40B4-BE49-F238E27FC236}">
                <a16:creationId xmlns:a16="http://schemas.microsoft.com/office/drawing/2014/main" id="{302385BD-5745-439C-A394-FC39BEAA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783529"/>
            <a:ext cx="2838450" cy="2266950"/>
          </a:xfrm>
          <a:custGeom xmlns:a="http://schemas.openxmlformats.org/drawingml/2006/main">
            <a:pathLst>
              <a:path w="2838450" h="2266950">
                <a:moveTo>
                  <a:pt x="142875" y="0"/>
                </a:moveTo>
                <a:lnTo>
                  <a:pt x="2695575" y="0"/>
                </a:lnTo>
                <a:cubicBezTo>
                  <a:pt x="2774483" y="0"/>
                  <a:pt x="2838450" y="63967"/>
                  <a:pt x="2838450" y="142875"/>
                </a:cubicBezTo>
                <a:lnTo>
                  <a:pt x="2838450" y="2124075"/>
                </a:lnTo>
                <a:cubicBezTo>
                  <a:pt x="2838450" y="2202983"/>
                  <a:pt x="2774483" y="2266950"/>
                  <a:pt x="2695575" y="2266950"/>
                </a:cubicBezTo>
                <a:lnTo>
                  <a:pt x="142875" y="2266950"/>
                </a:lnTo>
                <a:cubicBezTo>
                  <a:pt x="63967" y="2266950"/>
                  <a:pt x="0" y="2202983"/>
                  <a:pt x="0" y="21240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F0000"/>
            </a:solidFill>
            <a:prstDash val="solid"/>
          </a:ln>
        </p:spPr>
      </p:sp>
      <p:sp>
        <p:nvSpPr>
          <p:cNvPr id="106" name="Prompt paper">
            <a:extLst xmlns:a="http://schemas.openxmlformats.org/drawingml/2006/main">
              <a:ext uri="{FF2B5EF4-FFF2-40B4-BE49-F238E27FC236}">
                <a16:creationId xmlns:a16="http://schemas.microsoft.com/office/drawing/2014/main" id="{285708C9-FA25-4254-9214-A4EFB160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16454"/>
            <a:ext cx="2009775" cy="2514600"/>
          </a:xfrm>
          <a:custGeom xmlns:a="http://schemas.openxmlformats.org/drawingml/2006/main">
            <a:pathLst>
              <a:path w="2009775" h="2514600">
                <a:moveTo>
                  <a:pt x="66675" y="0"/>
                </a:moveTo>
                <a:lnTo>
                  <a:pt x="1943100" y="0"/>
                </a:lnTo>
                <a:cubicBezTo>
                  <a:pt x="1979924" y="0"/>
                  <a:pt x="2009775" y="29851"/>
                  <a:pt x="2009775" y="66675"/>
                </a:cubicBezTo>
                <a:lnTo>
                  <a:pt x="2009775" y="2447925"/>
                </a:lnTo>
                <a:cubicBezTo>
                  <a:pt x="2009775" y="2484749"/>
                  <a:pt x="1979924" y="2514600"/>
                  <a:pt x="1943100" y="2514600"/>
                </a:cubicBezTo>
                <a:lnTo>
                  <a:pt x="66675" y="2514600"/>
                </a:lnTo>
                <a:cubicBezTo>
                  <a:pt x="29851" y="2514600"/>
                  <a:pt x="0" y="2484749"/>
                  <a:pt x="0" y="244792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FF7DA"/>
          </a:solidFill>
          <a:ln xmlns:a="http://schemas.openxmlformats.org/drawingml/2006/main" w="14288">
            <a:solidFill>
              <a:srgbClr val="C8B989"/>
            </a:solidFill>
            <a:prstDash val="solid"/>
          </a:ln>
        </p:spPr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D4AF46F-D1E7-47F1-8255-8F0DEB251D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e2ac2c79c4192"/>
          <a:stretch xmlns:a="http://schemas.openxmlformats.org/drawingml/2006/main"/>
        </p:blipFill>
        <p:spPr>
          <a:xfrm xmlns:a="http://schemas.openxmlformats.org/drawingml/2006/main">
            <a:off x="1038505" y="4354529"/>
            <a:ext cx="389965" cy="552450"/>
          </a:xfrm>
          <a:prstGeom xmlns:a="http://schemas.openxmlformats.org/drawingml/2006/main" prst="rect">
            <a:avLst/>
          </a:prstGeom>
        </p:spPr>
      </p:pic>
      <p:sp>
        <p:nvSpPr>
          <p:cNvPr id="108" name="Initial prompt text line 1">
            <a:extLst xmlns:a="http://schemas.openxmlformats.org/drawingml/2006/main">
              <a:ext uri="{FF2B5EF4-FFF2-40B4-BE49-F238E27FC236}">
                <a16:creationId xmlns:a16="http://schemas.microsoft.com/office/drawing/2014/main" id="{9B24045B-B2BB-4BFD-91CD-62052710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5173679"/>
            <a:ext cx="19526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Generate an</a:t>
            </a:r>
          </a:p>
        </p:txBody>
      </p:sp>
      <p:sp>
        <p:nvSpPr>
          <p:cNvPr id="109" name="Initial prompt text line 2">
            <a:extLst xmlns:a="http://schemas.openxmlformats.org/drawingml/2006/main">
              <a:ext uri="{FF2B5EF4-FFF2-40B4-BE49-F238E27FC236}">
                <a16:creationId xmlns:a16="http://schemas.microsoft.com/office/drawing/2014/main" id="{283D3726-EAC0-4DAF-A6EA-43945D35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5402279"/>
            <a:ext cx="19526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image of a white</a:t>
            </a:r>
          </a:p>
        </p:txBody>
      </p:sp>
      <p:sp>
        <p:nvSpPr>
          <p:cNvPr id="110" name="Initial prompt text line 3">
            <a:extLst xmlns:a="http://schemas.openxmlformats.org/drawingml/2006/main">
              <a:ext uri="{FF2B5EF4-FFF2-40B4-BE49-F238E27FC236}">
                <a16:creationId xmlns:a16="http://schemas.microsoft.com/office/drawing/2014/main" id="{A957D6B7-5597-4F4A-8A96-10FC5F94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5630879"/>
            <a:ext cx="19526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pelican riding a</a:t>
            </a:r>
          </a:p>
        </p:txBody>
      </p:sp>
      <p:sp>
        <p:nvSpPr>
          <p:cNvPr id="111" name="Initial prompt text line 4">
            <a:extLst xmlns:a="http://schemas.openxmlformats.org/drawingml/2006/main">
              <a:ext uri="{FF2B5EF4-FFF2-40B4-BE49-F238E27FC236}">
                <a16:creationId xmlns:a16="http://schemas.microsoft.com/office/drawing/2014/main" id="{3EB44399-896A-410C-9DE8-FE5487F8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5859479"/>
            <a:ext cx="19526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bicycle on a road.</a:t>
            </a:r>
          </a:p>
        </p:txBody>
      </p:sp>
      <p:sp>
        <p:nvSpPr>
          <p:cNvPr id="112" name="Rewritten prompt paper">
            <a:extLst xmlns:a="http://schemas.openxmlformats.org/drawingml/2006/main">
              <a:ext uri="{FF2B5EF4-FFF2-40B4-BE49-F238E27FC236}">
                <a16:creationId xmlns:a16="http://schemas.microsoft.com/office/drawing/2014/main" id="{A9DC1986-1960-4221-8260-7DE06F72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707329"/>
            <a:ext cx="2190750" cy="2581275"/>
          </a:xfrm>
          <a:custGeom xmlns:a="http://schemas.openxmlformats.org/drawingml/2006/main">
            <a:pathLst>
              <a:path w="2190750" h="2581275">
                <a:moveTo>
                  <a:pt x="66675" y="0"/>
                </a:moveTo>
                <a:lnTo>
                  <a:pt x="2124075" y="0"/>
                </a:lnTo>
                <a:cubicBezTo>
                  <a:pt x="2160899" y="0"/>
                  <a:pt x="2190750" y="29851"/>
                  <a:pt x="2190750" y="66675"/>
                </a:cubicBezTo>
                <a:lnTo>
                  <a:pt x="2190750" y="2514600"/>
                </a:lnTo>
                <a:cubicBezTo>
                  <a:pt x="2190750" y="2551424"/>
                  <a:pt x="2160899" y="2581275"/>
                  <a:pt x="2124075" y="2581275"/>
                </a:cubicBezTo>
                <a:lnTo>
                  <a:pt x="66675" y="2581275"/>
                </a:lnTo>
                <a:cubicBezTo>
                  <a:pt x="29851" y="2581275"/>
                  <a:pt x="0" y="2551424"/>
                  <a:pt x="0" y="2514600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FF7DA"/>
          </a:solidFill>
          <a:ln xmlns:a="http://schemas.openxmlformats.org/drawingml/2006/main" w="14288">
            <a:solidFill>
              <a:srgbClr val="C8B989"/>
            </a:solidFill>
            <a:prstDash val="solid"/>
          </a:ln>
        </p:spPr>
      </p:sp>
      <p:pic>
        <p:nvPic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3AD3B2E-5EB7-4765-8082-1C74842C27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a8c4303b6405a"/>
          <a:stretch xmlns:a="http://schemas.openxmlformats.org/drawingml/2006/main"/>
        </p:blipFill>
        <p:spPr>
          <a:xfrm xmlns:a="http://schemas.openxmlformats.org/drawingml/2006/main">
            <a:off x="5488287" y="7573979"/>
            <a:ext cx="310551" cy="342900"/>
          </a:xfrm>
          <a:prstGeom xmlns:a="http://schemas.openxmlformats.org/drawingml/2006/main" prst="rect">
            <a:avLst/>
          </a:prstGeom>
        </p:spPr>
      </p:pic>
      <p:sp>
        <p:nvSpPr>
          <p:cNvPr id="114" name="Rewritten prompt text line 1">
            <a:extLst xmlns:a="http://schemas.openxmlformats.org/drawingml/2006/main">
              <a:ext uri="{FF2B5EF4-FFF2-40B4-BE49-F238E27FC236}">
                <a16:creationId xmlns:a16="http://schemas.microsoft.com/office/drawing/2014/main" id="{B998A88D-93B7-426A-8DB8-D247B545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8240729"/>
            <a:ext cx="2028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Generate a realistic</a:t>
            </a:r>
          </a:p>
        </p:txBody>
      </p:sp>
      <p:sp>
        <p:nvSpPr>
          <p:cNvPr id="115" name="Rewritten prompt text line 2">
            <a:extLst xmlns:a="http://schemas.openxmlformats.org/drawingml/2006/main">
              <a:ext uri="{FF2B5EF4-FFF2-40B4-BE49-F238E27FC236}">
                <a16:creationId xmlns:a16="http://schemas.microsoft.com/office/drawing/2014/main" id="{28F732E2-FF79-43C9-8C92-3FDC0EE5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8467424"/>
            <a:ext cx="2028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image of a white</a:t>
            </a:r>
          </a:p>
        </p:txBody>
      </p:sp>
      <p:sp>
        <p:nvSpPr>
          <p:cNvPr id="116" name="Rewritten prompt text line 3">
            <a:extLst xmlns:a="http://schemas.openxmlformats.org/drawingml/2006/main">
              <a:ext uri="{FF2B5EF4-FFF2-40B4-BE49-F238E27FC236}">
                <a16:creationId xmlns:a16="http://schemas.microsoft.com/office/drawing/2014/main" id="{180353F4-2531-46DA-9939-28822B3F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8694119"/>
            <a:ext cx="2028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pelican riding a</a:t>
            </a:r>
          </a:p>
        </p:txBody>
      </p:sp>
      <p:sp>
        <p:nvSpPr>
          <p:cNvPr id="117" name="Rewritten prompt text line 4">
            <a:extLst xmlns:a="http://schemas.openxmlformats.org/drawingml/2006/main">
              <a:ext uri="{FF2B5EF4-FFF2-40B4-BE49-F238E27FC236}">
                <a16:creationId xmlns:a16="http://schemas.microsoft.com/office/drawing/2014/main" id="{8BCAF0F5-62B8-4472-9FB1-9A50040B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8920814"/>
            <a:ext cx="2028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bicycle on a road.</a:t>
            </a:r>
          </a:p>
        </p:txBody>
      </p:sp>
      <p:sp>
        <p:nvSpPr>
          <p:cNvPr id="118" name="Rewritten prompt text line 5">
            <a:extLst xmlns:a="http://schemas.openxmlformats.org/drawingml/2006/main">
              <a:ext uri="{FF2B5EF4-FFF2-40B4-BE49-F238E27FC236}">
                <a16:creationId xmlns:a16="http://schemas.microsoft.com/office/drawing/2014/main" id="{0BA9F88C-EB05-4947-88E2-8BB26921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9147509"/>
            <a:ext cx="2028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Keep the full bicycle</a:t>
            </a:r>
          </a:p>
        </p:txBody>
      </p:sp>
      <p:sp>
        <p:nvSpPr>
          <p:cNvPr id="119" name="Rewritten prompt text line 6">
            <a:extLst xmlns:a="http://schemas.openxmlformats.org/drawingml/2006/main">
              <a:ext uri="{FF2B5EF4-FFF2-40B4-BE49-F238E27FC236}">
                <a16:creationId xmlns:a16="http://schemas.microsoft.com/office/drawing/2014/main" id="{1EEC18B7-3C1D-4EF8-845B-77C0B84D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9374204"/>
            <a:ext cx="2028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visible and make the</a:t>
            </a:r>
          </a:p>
        </p:txBody>
      </p:sp>
      <p:sp>
        <p:nvSpPr>
          <p:cNvPr id="120" name="Rewritten prompt text line 7">
            <a:extLst xmlns:a="http://schemas.openxmlformats.org/drawingml/2006/main">
              <a:ext uri="{FF2B5EF4-FFF2-40B4-BE49-F238E27FC236}">
                <a16:creationId xmlns:a16="http://schemas.microsoft.com/office/drawing/2014/main" id="{2E660C4C-D1E9-4F4C-AE57-67CC9CA3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9600899"/>
            <a:ext cx="20288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bird look natural.</a:t>
            </a:r>
          </a:p>
        </p:txBody>
      </p:sp>
      <p:pic>
        <p:nvPic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8716980-D8FC-4696-ACEF-5913A1FACE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7090a3e144379"/>
          <a:stretch xmlns:a="http://schemas.openxmlformats.org/drawingml/2006/main"/>
        </p:blipFill>
        <p:spPr>
          <a:xfrm xmlns:a="http://schemas.openxmlformats.org/drawingml/2006/main">
            <a:off x="2428875" y="5526507"/>
            <a:ext cx="2943225" cy="3323419"/>
          </a:xfrm>
          <a:prstGeom xmlns:a="http://schemas.openxmlformats.org/drawingml/2006/main" prst="rect">
            <a:avLst/>
          </a:prstGeom>
        </p:spPr>
      </p:pic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547C41F-AC59-4F0D-84FE-F301011C2F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632b9ad274a99"/>
          <a:stretch xmlns:a="http://schemas.openxmlformats.org/drawingml/2006/main"/>
        </p:blipFill>
        <p:spPr>
          <a:xfrm xmlns:a="http://schemas.openxmlformats.org/drawingml/2006/main">
            <a:off x="9220200" y="4412274"/>
            <a:ext cx="2724150" cy="2789634"/>
          </a:xfrm>
          <a:prstGeom xmlns:a="http://schemas.openxmlformats.org/drawingml/2006/main" prst="rect">
            <a:avLst/>
          </a:prstGeom>
        </p:spPr>
      </p:pic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543D1F7-92CD-45DD-B63C-A1CFF55EC5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1c1a5b11448b1"/>
          <a:stretch xmlns:a="http://schemas.openxmlformats.org/drawingml/2006/main"/>
        </p:blipFill>
        <p:spPr>
          <a:xfrm xmlns:a="http://schemas.openxmlformats.org/drawingml/2006/main">
            <a:off x="12630150" y="4479518"/>
            <a:ext cx="2600325" cy="2836123"/>
          </a:xfrm>
          <a:prstGeom xmlns:a="http://schemas.openxmlformats.org/drawingml/2006/main" prst="rect">
            <a:avLst/>
          </a:prstGeom>
        </p:spPr>
      </p:pic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4A23246-367D-4E53-B876-B6AE05EF46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dc4bb2d684c8b"/>
          <a:stretch xmlns:a="http://schemas.openxmlformats.org/drawingml/2006/main"/>
        </p:blipFill>
        <p:spPr>
          <a:xfrm xmlns:a="http://schemas.openxmlformats.org/drawingml/2006/main">
            <a:off x="16250026" y="4411679"/>
            <a:ext cx="2380497" cy="2905125"/>
          </a:xfrm>
          <a:prstGeom xmlns:a="http://schemas.openxmlformats.org/drawingml/2006/main" prst="rect">
            <a:avLst/>
          </a:prstGeom>
        </p:spPr>
      </p:pic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302D562-8ABB-4536-A89A-7D84862D40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c2cf4a1964b62"/>
          <a:stretch xmlns:a="http://schemas.openxmlformats.org/drawingml/2006/main"/>
        </p:blipFill>
        <p:spPr>
          <a:xfrm xmlns:a="http://schemas.openxmlformats.org/drawingml/2006/main">
            <a:off x="9144000" y="8203096"/>
            <a:ext cx="2676525" cy="2151716"/>
          </a:xfrm>
          <a:prstGeom xmlns:a="http://schemas.openxmlformats.org/drawingml/2006/main" prst="rect">
            <a:avLst/>
          </a:prstGeom>
        </p:spPr>
      </p:pic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2735455-6539-4297-9EBB-72387769C2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88a64f37643a4"/>
          <a:stretch xmlns:a="http://schemas.openxmlformats.org/drawingml/2006/main"/>
        </p:blipFill>
        <p:spPr>
          <a:xfrm xmlns:a="http://schemas.openxmlformats.org/drawingml/2006/main">
            <a:off x="12472966" y="8840804"/>
            <a:ext cx="1705017" cy="1476375"/>
          </a:xfrm>
          <a:prstGeom xmlns:a="http://schemas.openxmlformats.org/drawingml/2006/main" prst="rect">
            <a:avLst/>
          </a:prstGeom>
        </p:spPr>
      </p:pic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695E82A-EEAD-469D-86B3-6023A6CCE3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945f8cb2b478f"/>
          <a:stretch xmlns:a="http://schemas.openxmlformats.org/drawingml/2006/main"/>
        </p:blipFill>
        <p:spPr>
          <a:xfrm xmlns:a="http://schemas.openxmlformats.org/drawingml/2006/main">
            <a:off x="14241039" y="8288354"/>
            <a:ext cx="912072" cy="1476375"/>
          </a:xfrm>
          <a:prstGeom xmlns:a="http://schemas.openxmlformats.org/drawingml/2006/main" prst="rect">
            <a:avLst/>
          </a:prstGeom>
        </p:spPr>
      </p:pic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A6447DA-339A-4D05-9A38-73B7612DCB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038c092d14ba9"/>
          <a:stretch xmlns:a="http://schemas.openxmlformats.org/drawingml/2006/main"/>
        </p:blipFill>
        <p:spPr>
          <a:xfrm xmlns:a="http://schemas.openxmlformats.org/drawingml/2006/main">
            <a:off x="12707704" y="8183579"/>
            <a:ext cx="1035516" cy="714375"/>
          </a:xfrm>
          <a:prstGeom xmlns:a="http://schemas.openxmlformats.org/drawingml/2006/main" prst="rect">
            <a:avLst/>
          </a:prstGeom>
        </p:spPr>
      </p:pic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DCC6E21-DCFD-4E1C-B044-E0B745BFEF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0723ad6c04261"/>
          <a:stretch xmlns:a="http://schemas.openxmlformats.org/drawingml/2006/main"/>
        </p:blipFill>
        <p:spPr>
          <a:xfrm xmlns:a="http://schemas.openxmlformats.org/drawingml/2006/main">
            <a:off x="16182975" y="8214241"/>
            <a:ext cx="2543175" cy="1900827"/>
          </a:xfrm>
          <a:prstGeom xmlns:a="http://schemas.openxmlformats.org/drawingml/2006/main" prst="rect">
            <a:avLst/>
          </a:prstGeom>
        </p:spPr>
      </p:pic>
      <p:sp>
        <p:nvSpPr>
          <p:cNvPr id="130" name="Successful photograph border">
            <a:extLst xmlns:a="http://schemas.openxmlformats.org/drawingml/2006/main">
              <a:ext uri="{FF2B5EF4-FFF2-40B4-BE49-F238E27FC236}">
                <a16:creationId xmlns:a16="http://schemas.microsoft.com/office/drawing/2014/main" id="{F36329E0-AE23-4980-90DD-12854BC6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8183579"/>
            <a:ext cx="2590800" cy="1952625"/>
          </a:xfrm>
          <a:custGeom xmlns:a="http://schemas.openxmlformats.org/drawingml/2006/main">
            <a:pathLst>
              <a:path w="2590800" h="1952625">
                <a:moveTo>
                  <a:pt x="209550" y="0"/>
                </a:moveTo>
                <a:lnTo>
                  <a:pt x="2381250" y="0"/>
                </a:lnTo>
                <a:cubicBezTo>
                  <a:pt x="2496981" y="0"/>
                  <a:pt x="2590800" y="93819"/>
                  <a:pt x="2590800" y="209550"/>
                </a:cubicBezTo>
                <a:lnTo>
                  <a:pt x="2590800" y="1743075"/>
                </a:lnTo>
                <a:cubicBezTo>
                  <a:pt x="2590800" y="1858806"/>
                  <a:pt x="2496981" y="1952625"/>
                  <a:pt x="2381250" y="1952625"/>
                </a:cubicBezTo>
                <a:lnTo>
                  <a:pt x="209550" y="1952625"/>
                </a:lnTo>
                <a:cubicBezTo>
                  <a:pt x="93819" y="1952625"/>
                  <a:pt x="0" y="1858806"/>
                  <a:pt x="0" y="1743075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E5FA7"/>
            </a:solidFill>
            <a:prstDash val="solid"/>
          </a:ln>
        </p:spPr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A54B6A5-F5EB-4BC5-9D07-9F5A0F4CE3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259b548df4b12"/>
          <a:stretch xmlns:a="http://schemas.openxmlformats.org/drawingml/2006/main"/>
        </p:blipFill>
        <p:spPr>
          <a:xfrm xmlns:a="http://schemas.openxmlformats.org/drawingml/2006/main">
            <a:off x="16136243" y="8917004"/>
            <a:ext cx="884039" cy="1466850"/>
          </a:xfrm>
          <a:prstGeom xmlns:a="http://schemas.openxmlformats.org/drawingml/2006/main" prst="rect">
            <a:avLst/>
          </a:prstGeom>
        </p:spPr>
      </p:pic>
      <p:sp>
        <p:nvSpPr>
          <p:cNvPr id="132" name="Prompt to image native outline">
            <a:extLst xmlns:a="http://schemas.openxmlformats.org/drawingml/2006/main">
              <a:ext uri="{FF2B5EF4-FFF2-40B4-BE49-F238E27FC236}">
                <a16:creationId xmlns:a16="http://schemas.microsoft.com/office/drawing/2014/main" id="{1D035CE7-2940-4380-87D7-9401033C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54604"/>
            <a:ext cx="1155700" cy="234950"/>
          </a:xfrm>
          <a:custGeom xmlns:a="http://schemas.openxmlformats.org/drawingml/2006/main">
            <a:pathLst>
              <a:path w="1155700" h="234950">
                <a:moveTo>
                  <a:pt x="1155700" y="107950"/>
                </a:moveTo>
                <a:lnTo>
                  <a:pt x="1123950" y="76200"/>
                </a:lnTo>
                <a:lnTo>
                  <a:pt x="1117600" y="76200"/>
                </a:lnTo>
                <a:lnTo>
                  <a:pt x="1111250" y="69850"/>
                </a:lnTo>
                <a:lnTo>
                  <a:pt x="1104900" y="69850"/>
                </a:lnTo>
                <a:lnTo>
                  <a:pt x="1092200" y="57150"/>
                </a:lnTo>
                <a:lnTo>
                  <a:pt x="1085850" y="57150"/>
                </a:lnTo>
                <a:lnTo>
                  <a:pt x="1079500" y="50800"/>
                </a:lnTo>
                <a:lnTo>
                  <a:pt x="1073150" y="50800"/>
                </a:lnTo>
                <a:lnTo>
                  <a:pt x="1066800" y="44450"/>
                </a:lnTo>
                <a:lnTo>
                  <a:pt x="1060450" y="44450"/>
                </a:lnTo>
                <a:lnTo>
                  <a:pt x="1054100" y="38100"/>
                </a:lnTo>
                <a:lnTo>
                  <a:pt x="1047750" y="38100"/>
                </a:lnTo>
                <a:lnTo>
                  <a:pt x="1041400" y="31750"/>
                </a:lnTo>
                <a:lnTo>
                  <a:pt x="1035050" y="31750"/>
                </a:lnTo>
                <a:lnTo>
                  <a:pt x="1028700" y="25400"/>
                </a:lnTo>
                <a:lnTo>
                  <a:pt x="1022350" y="25400"/>
                </a:lnTo>
                <a:lnTo>
                  <a:pt x="1016000" y="19050"/>
                </a:lnTo>
                <a:lnTo>
                  <a:pt x="1009650" y="19050"/>
                </a:lnTo>
                <a:lnTo>
                  <a:pt x="990600" y="6350"/>
                </a:lnTo>
                <a:lnTo>
                  <a:pt x="965200" y="6350"/>
                </a:lnTo>
                <a:lnTo>
                  <a:pt x="958850" y="0"/>
                </a:lnTo>
                <a:lnTo>
                  <a:pt x="952500" y="0"/>
                </a:lnTo>
                <a:lnTo>
                  <a:pt x="952500" y="25400"/>
                </a:lnTo>
                <a:lnTo>
                  <a:pt x="958850" y="31750"/>
                </a:lnTo>
                <a:lnTo>
                  <a:pt x="965200" y="31750"/>
                </a:lnTo>
                <a:lnTo>
                  <a:pt x="977900" y="44450"/>
                </a:lnTo>
                <a:lnTo>
                  <a:pt x="984250" y="44450"/>
                </a:lnTo>
                <a:lnTo>
                  <a:pt x="990600" y="50800"/>
                </a:lnTo>
                <a:lnTo>
                  <a:pt x="996950" y="50800"/>
                </a:lnTo>
                <a:lnTo>
                  <a:pt x="1016000" y="69850"/>
                </a:lnTo>
                <a:lnTo>
                  <a:pt x="1022350" y="69850"/>
                </a:lnTo>
                <a:lnTo>
                  <a:pt x="1035050" y="82550"/>
                </a:lnTo>
                <a:lnTo>
                  <a:pt x="1041400" y="82550"/>
                </a:lnTo>
                <a:lnTo>
                  <a:pt x="1060450" y="101600"/>
                </a:lnTo>
                <a:lnTo>
                  <a:pt x="1054100" y="107950"/>
                </a:lnTo>
                <a:lnTo>
                  <a:pt x="1041400" y="107950"/>
                </a:lnTo>
                <a:lnTo>
                  <a:pt x="1035050" y="101600"/>
                </a:lnTo>
                <a:lnTo>
                  <a:pt x="971550" y="101600"/>
                </a:lnTo>
                <a:lnTo>
                  <a:pt x="965200" y="95250"/>
                </a:lnTo>
                <a:lnTo>
                  <a:pt x="838200" y="95250"/>
                </a:lnTo>
                <a:lnTo>
                  <a:pt x="831850" y="88900"/>
                </a:lnTo>
                <a:lnTo>
                  <a:pt x="774700" y="88900"/>
                </a:lnTo>
                <a:lnTo>
                  <a:pt x="768350" y="95250"/>
                </a:lnTo>
                <a:lnTo>
                  <a:pt x="762000" y="95250"/>
                </a:lnTo>
                <a:lnTo>
                  <a:pt x="755650" y="88900"/>
                </a:lnTo>
                <a:lnTo>
                  <a:pt x="679450" y="88900"/>
                </a:lnTo>
                <a:lnTo>
                  <a:pt x="673100" y="95250"/>
                </a:lnTo>
                <a:lnTo>
                  <a:pt x="666750" y="95250"/>
                </a:lnTo>
                <a:lnTo>
                  <a:pt x="660400" y="88900"/>
                </a:lnTo>
                <a:lnTo>
                  <a:pt x="654050" y="88900"/>
                </a:lnTo>
                <a:lnTo>
                  <a:pt x="647700" y="95250"/>
                </a:lnTo>
                <a:lnTo>
                  <a:pt x="552450" y="95250"/>
                </a:lnTo>
                <a:lnTo>
                  <a:pt x="546100" y="101600"/>
                </a:lnTo>
                <a:lnTo>
                  <a:pt x="501650" y="101600"/>
                </a:lnTo>
                <a:lnTo>
                  <a:pt x="495300" y="107950"/>
                </a:lnTo>
                <a:lnTo>
                  <a:pt x="457200" y="107950"/>
                </a:lnTo>
                <a:lnTo>
                  <a:pt x="450850" y="114300"/>
                </a:lnTo>
                <a:lnTo>
                  <a:pt x="406400" y="114300"/>
                </a:lnTo>
                <a:lnTo>
                  <a:pt x="400050" y="120650"/>
                </a:lnTo>
                <a:lnTo>
                  <a:pt x="342900" y="120650"/>
                </a:lnTo>
                <a:lnTo>
                  <a:pt x="336550" y="127000"/>
                </a:lnTo>
                <a:lnTo>
                  <a:pt x="304800" y="127000"/>
                </a:lnTo>
                <a:lnTo>
                  <a:pt x="298450" y="133350"/>
                </a:lnTo>
                <a:lnTo>
                  <a:pt x="273050" y="133350"/>
                </a:lnTo>
                <a:lnTo>
                  <a:pt x="266700" y="139700"/>
                </a:lnTo>
                <a:lnTo>
                  <a:pt x="241300" y="139700"/>
                </a:lnTo>
                <a:lnTo>
                  <a:pt x="234950" y="146050"/>
                </a:lnTo>
                <a:lnTo>
                  <a:pt x="209550" y="146050"/>
                </a:lnTo>
                <a:lnTo>
                  <a:pt x="203200" y="152400"/>
                </a:lnTo>
                <a:lnTo>
                  <a:pt x="184150" y="152400"/>
                </a:lnTo>
                <a:lnTo>
                  <a:pt x="177800" y="158750"/>
                </a:lnTo>
                <a:lnTo>
                  <a:pt x="158750" y="158750"/>
                </a:lnTo>
                <a:lnTo>
                  <a:pt x="152400" y="165100"/>
                </a:lnTo>
                <a:lnTo>
                  <a:pt x="139700" y="165100"/>
                </a:lnTo>
                <a:lnTo>
                  <a:pt x="133350" y="171450"/>
                </a:lnTo>
                <a:lnTo>
                  <a:pt x="114300" y="171450"/>
                </a:lnTo>
                <a:lnTo>
                  <a:pt x="107950" y="177800"/>
                </a:lnTo>
                <a:lnTo>
                  <a:pt x="95250" y="177800"/>
                </a:lnTo>
                <a:lnTo>
                  <a:pt x="88900" y="184150"/>
                </a:lnTo>
                <a:lnTo>
                  <a:pt x="76200" y="184150"/>
                </a:lnTo>
                <a:lnTo>
                  <a:pt x="69850" y="190500"/>
                </a:lnTo>
                <a:lnTo>
                  <a:pt x="57150" y="190500"/>
                </a:lnTo>
                <a:lnTo>
                  <a:pt x="50800" y="196850"/>
                </a:lnTo>
                <a:lnTo>
                  <a:pt x="38100" y="196850"/>
                </a:lnTo>
                <a:lnTo>
                  <a:pt x="19050" y="209550"/>
                </a:lnTo>
                <a:lnTo>
                  <a:pt x="6350" y="209550"/>
                </a:lnTo>
                <a:lnTo>
                  <a:pt x="0" y="215900"/>
                </a:lnTo>
                <a:lnTo>
                  <a:pt x="0" y="234950"/>
                </a:lnTo>
                <a:lnTo>
                  <a:pt x="12700" y="234950"/>
                </a:lnTo>
                <a:lnTo>
                  <a:pt x="19050" y="228600"/>
                </a:lnTo>
                <a:lnTo>
                  <a:pt x="44450" y="228600"/>
                </a:lnTo>
                <a:lnTo>
                  <a:pt x="50800" y="234950"/>
                </a:lnTo>
                <a:lnTo>
                  <a:pt x="57150" y="234950"/>
                </a:lnTo>
                <a:lnTo>
                  <a:pt x="76200" y="215900"/>
                </a:lnTo>
                <a:lnTo>
                  <a:pt x="82550" y="222250"/>
                </a:lnTo>
                <a:lnTo>
                  <a:pt x="95250" y="222250"/>
                </a:lnTo>
                <a:lnTo>
                  <a:pt x="101600" y="215900"/>
                </a:lnTo>
                <a:lnTo>
                  <a:pt x="114300" y="215900"/>
                </a:lnTo>
                <a:lnTo>
                  <a:pt x="133350" y="203200"/>
                </a:lnTo>
                <a:lnTo>
                  <a:pt x="152400" y="203200"/>
                </a:lnTo>
                <a:lnTo>
                  <a:pt x="158750" y="196850"/>
                </a:lnTo>
                <a:lnTo>
                  <a:pt x="177800" y="196850"/>
                </a:lnTo>
                <a:lnTo>
                  <a:pt x="184150" y="190500"/>
                </a:lnTo>
                <a:lnTo>
                  <a:pt x="203200" y="190500"/>
                </a:lnTo>
                <a:lnTo>
                  <a:pt x="209550" y="184150"/>
                </a:lnTo>
                <a:lnTo>
                  <a:pt x="234950" y="184150"/>
                </a:lnTo>
                <a:lnTo>
                  <a:pt x="241300" y="177800"/>
                </a:lnTo>
                <a:lnTo>
                  <a:pt x="260350" y="177800"/>
                </a:lnTo>
                <a:lnTo>
                  <a:pt x="266700" y="171450"/>
                </a:lnTo>
                <a:lnTo>
                  <a:pt x="292100" y="171450"/>
                </a:lnTo>
                <a:lnTo>
                  <a:pt x="298450" y="165100"/>
                </a:lnTo>
                <a:lnTo>
                  <a:pt x="330200" y="165100"/>
                </a:lnTo>
                <a:lnTo>
                  <a:pt x="336550" y="158750"/>
                </a:lnTo>
                <a:lnTo>
                  <a:pt x="361950" y="158750"/>
                </a:lnTo>
                <a:lnTo>
                  <a:pt x="368300" y="152400"/>
                </a:lnTo>
                <a:lnTo>
                  <a:pt x="400050" y="152400"/>
                </a:lnTo>
                <a:lnTo>
                  <a:pt x="406400" y="146050"/>
                </a:lnTo>
                <a:lnTo>
                  <a:pt x="444500" y="146050"/>
                </a:lnTo>
                <a:lnTo>
                  <a:pt x="450850" y="139700"/>
                </a:lnTo>
                <a:lnTo>
                  <a:pt x="488950" y="139700"/>
                </a:lnTo>
                <a:lnTo>
                  <a:pt x="495300" y="133350"/>
                </a:lnTo>
                <a:lnTo>
                  <a:pt x="558800" y="133350"/>
                </a:lnTo>
                <a:lnTo>
                  <a:pt x="565150" y="127000"/>
                </a:lnTo>
                <a:lnTo>
                  <a:pt x="615950" y="127000"/>
                </a:lnTo>
                <a:lnTo>
                  <a:pt x="622300" y="120650"/>
                </a:lnTo>
                <a:lnTo>
                  <a:pt x="628650" y="120650"/>
                </a:lnTo>
                <a:lnTo>
                  <a:pt x="635000" y="127000"/>
                </a:lnTo>
                <a:lnTo>
                  <a:pt x="666750" y="127000"/>
                </a:lnTo>
                <a:lnTo>
                  <a:pt x="673100" y="120650"/>
                </a:lnTo>
                <a:lnTo>
                  <a:pt x="920750" y="120650"/>
                </a:lnTo>
                <a:lnTo>
                  <a:pt x="927100" y="127000"/>
                </a:lnTo>
                <a:lnTo>
                  <a:pt x="990600" y="127000"/>
                </a:lnTo>
                <a:lnTo>
                  <a:pt x="996950" y="133350"/>
                </a:lnTo>
                <a:lnTo>
                  <a:pt x="1054100" y="133350"/>
                </a:lnTo>
                <a:lnTo>
                  <a:pt x="1060450" y="139700"/>
                </a:lnTo>
                <a:lnTo>
                  <a:pt x="1047750" y="152400"/>
                </a:lnTo>
                <a:lnTo>
                  <a:pt x="1041400" y="152400"/>
                </a:lnTo>
                <a:lnTo>
                  <a:pt x="1035050" y="158750"/>
                </a:lnTo>
                <a:lnTo>
                  <a:pt x="1022350" y="158750"/>
                </a:lnTo>
                <a:lnTo>
                  <a:pt x="1016000" y="165100"/>
                </a:lnTo>
                <a:lnTo>
                  <a:pt x="1009650" y="165100"/>
                </a:lnTo>
                <a:lnTo>
                  <a:pt x="990600" y="177800"/>
                </a:lnTo>
                <a:lnTo>
                  <a:pt x="977900" y="177800"/>
                </a:lnTo>
                <a:lnTo>
                  <a:pt x="965200" y="190500"/>
                </a:lnTo>
                <a:lnTo>
                  <a:pt x="946150" y="190500"/>
                </a:lnTo>
                <a:lnTo>
                  <a:pt x="946150" y="196850"/>
                </a:lnTo>
                <a:lnTo>
                  <a:pt x="939800" y="203200"/>
                </a:lnTo>
                <a:lnTo>
                  <a:pt x="939800" y="209550"/>
                </a:lnTo>
                <a:lnTo>
                  <a:pt x="946150" y="215900"/>
                </a:lnTo>
                <a:lnTo>
                  <a:pt x="952500" y="209550"/>
                </a:lnTo>
                <a:lnTo>
                  <a:pt x="958850" y="215900"/>
                </a:lnTo>
                <a:lnTo>
                  <a:pt x="958850" y="222250"/>
                </a:lnTo>
                <a:lnTo>
                  <a:pt x="965200" y="215900"/>
                </a:lnTo>
                <a:lnTo>
                  <a:pt x="977900" y="215900"/>
                </a:lnTo>
                <a:lnTo>
                  <a:pt x="984250" y="209550"/>
                </a:lnTo>
                <a:lnTo>
                  <a:pt x="996950" y="209550"/>
                </a:lnTo>
                <a:lnTo>
                  <a:pt x="1003300" y="203200"/>
                </a:lnTo>
                <a:lnTo>
                  <a:pt x="1022350" y="203200"/>
                </a:lnTo>
                <a:lnTo>
                  <a:pt x="1028700" y="196850"/>
                </a:lnTo>
                <a:lnTo>
                  <a:pt x="1041400" y="196850"/>
                </a:lnTo>
                <a:lnTo>
                  <a:pt x="1060450" y="184150"/>
                </a:lnTo>
                <a:lnTo>
                  <a:pt x="1073150" y="184150"/>
                </a:lnTo>
                <a:lnTo>
                  <a:pt x="1079500" y="177800"/>
                </a:lnTo>
                <a:lnTo>
                  <a:pt x="1092200" y="177800"/>
                </a:lnTo>
                <a:lnTo>
                  <a:pt x="1098550" y="171450"/>
                </a:lnTo>
                <a:lnTo>
                  <a:pt x="1111250" y="171450"/>
                </a:lnTo>
                <a:lnTo>
                  <a:pt x="1117600" y="165100"/>
                </a:lnTo>
                <a:lnTo>
                  <a:pt x="1123950" y="165100"/>
                </a:lnTo>
                <a:lnTo>
                  <a:pt x="1130300" y="158750"/>
                </a:lnTo>
                <a:lnTo>
                  <a:pt x="1130300" y="152400"/>
                </a:lnTo>
                <a:lnTo>
                  <a:pt x="1136650" y="146050"/>
                </a:lnTo>
                <a:lnTo>
                  <a:pt x="1143000" y="146050"/>
                </a:lnTo>
                <a:lnTo>
                  <a:pt x="1155700" y="133350"/>
                </a:lnTo>
                <a:close/>
              </a:path>
            </a:pathLst>
          </a:custGeom>
          <a:solidFill xmlns:a="http://schemas.openxmlformats.org/drawingml/2006/main">
            <a:srgbClr val="B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Initial to review native outline">
            <a:extLst xmlns:a="http://schemas.openxmlformats.org/drawingml/2006/main">
              <a:ext uri="{FF2B5EF4-FFF2-40B4-BE49-F238E27FC236}">
                <a16:creationId xmlns:a16="http://schemas.microsoft.com/office/drawing/2014/main" id="{987A7E16-217F-4B60-943D-5566FDFE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00" y="6770704"/>
            <a:ext cx="209550" cy="882650"/>
          </a:xfrm>
          <a:custGeom xmlns:a="http://schemas.openxmlformats.org/drawingml/2006/main">
            <a:pathLst>
              <a:path w="209550" h="882650">
                <a:moveTo>
                  <a:pt x="0" y="0"/>
                </a:moveTo>
                <a:lnTo>
                  <a:pt x="0" y="19050"/>
                </a:lnTo>
                <a:lnTo>
                  <a:pt x="6350" y="25400"/>
                </a:lnTo>
                <a:lnTo>
                  <a:pt x="6350" y="31750"/>
                </a:lnTo>
                <a:lnTo>
                  <a:pt x="0" y="38100"/>
                </a:lnTo>
                <a:lnTo>
                  <a:pt x="0" y="44450"/>
                </a:lnTo>
                <a:lnTo>
                  <a:pt x="12700" y="57150"/>
                </a:lnTo>
                <a:lnTo>
                  <a:pt x="12700" y="82550"/>
                </a:lnTo>
                <a:lnTo>
                  <a:pt x="25400" y="101600"/>
                </a:lnTo>
                <a:lnTo>
                  <a:pt x="25400" y="114300"/>
                </a:lnTo>
                <a:lnTo>
                  <a:pt x="31750" y="120650"/>
                </a:lnTo>
                <a:lnTo>
                  <a:pt x="31750" y="139700"/>
                </a:lnTo>
                <a:lnTo>
                  <a:pt x="38100" y="146050"/>
                </a:lnTo>
                <a:lnTo>
                  <a:pt x="38100" y="158750"/>
                </a:lnTo>
                <a:lnTo>
                  <a:pt x="44450" y="165100"/>
                </a:lnTo>
                <a:lnTo>
                  <a:pt x="44450" y="177800"/>
                </a:lnTo>
                <a:lnTo>
                  <a:pt x="50800" y="184150"/>
                </a:lnTo>
                <a:lnTo>
                  <a:pt x="50800" y="203200"/>
                </a:lnTo>
                <a:lnTo>
                  <a:pt x="57150" y="209550"/>
                </a:lnTo>
                <a:lnTo>
                  <a:pt x="57150" y="228600"/>
                </a:lnTo>
                <a:lnTo>
                  <a:pt x="63500" y="234950"/>
                </a:lnTo>
                <a:lnTo>
                  <a:pt x="63500" y="260350"/>
                </a:lnTo>
                <a:lnTo>
                  <a:pt x="69850" y="266700"/>
                </a:lnTo>
                <a:lnTo>
                  <a:pt x="69850" y="292100"/>
                </a:lnTo>
                <a:lnTo>
                  <a:pt x="76200" y="298450"/>
                </a:lnTo>
                <a:lnTo>
                  <a:pt x="76200" y="323850"/>
                </a:lnTo>
                <a:lnTo>
                  <a:pt x="82550" y="330200"/>
                </a:lnTo>
                <a:lnTo>
                  <a:pt x="82550" y="368300"/>
                </a:lnTo>
                <a:lnTo>
                  <a:pt x="88900" y="374650"/>
                </a:lnTo>
                <a:lnTo>
                  <a:pt x="88900" y="419100"/>
                </a:lnTo>
                <a:lnTo>
                  <a:pt x="95250" y="425450"/>
                </a:lnTo>
                <a:lnTo>
                  <a:pt x="95250" y="450850"/>
                </a:lnTo>
                <a:lnTo>
                  <a:pt x="101600" y="457200"/>
                </a:lnTo>
                <a:lnTo>
                  <a:pt x="101600" y="717550"/>
                </a:lnTo>
                <a:lnTo>
                  <a:pt x="95250" y="723900"/>
                </a:lnTo>
                <a:lnTo>
                  <a:pt x="95250" y="781050"/>
                </a:lnTo>
                <a:lnTo>
                  <a:pt x="88900" y="787400"/>
                </a:lnTo>
                <a:lnTo>
                  <a:pt x="88900" y="800100"/>
                </a:lnTo>
                <a:lnTo>
                  <a:pt x="82550" y="806450"/>
                </a:lnTo>
                <a:lnTo>
                  <a:pt x="69850" y="793750"/>
                </a:lnTo>
                <a:lnTo>
                  <a:pt x="69850" y="787400"/>
                </a:lnTo>
                <a:lnTo>
                  <a:pt x="63500" y="781050"/>
                </a:lnTo>
                <a:lnTo>
                  <a:pt x="63500" y="774700"/>
                </a:lnTo>
                <a:lnTo>
                  <a:pt x="57150" y="768350"/>
                </a:lnTo>
                <a:lnTo>
                  <a:pt x="57150" y="762000"/>
                </a:lnTo>
                <a:lnTo>
                  <a:pt x="50800" y="755650"/>
                </a:lnTo>
                <a:lnTo>
                  <a:pt x="50800" y="749300"/>
                </a:lnTo>
                <a:lnTo>
                  <a:pt x="44450" y="742950"/>
                </a:lnTo>
                <a:lnTo>
                  <a:pt x="44450" y="736600"/>
                </a:lnTo>
                <a:lnTo>
                  <a:pt x="38100" y="730250"/>
                </a:lnTo>
                <a:lnTo>
                  <a:pt x="38100" y="723900"/>
                </a:lnTo>
                <a:lnTo>
                  <a:pt x="31750" y="717550"/>
                </a:lnTo>
                <a:lnTo>
                  <a:pt x="19050" y="717550"/>
                </a:lnTo>
                <a:lnTo>
                  <a:pt x="19050" y="723900"/>
                </a:lnTo>
                <a:lnTo>
                  <a:pt x="12700" y="730250"/>
                </a:lnTo>
                <a:lnTo>
                  <a:pt x="12700" y="736600"/>
                </a:lnTo>
                <a:lnTo>
                  <a:pt x="19050" y="742950"/>
                </a:lnTo>
                <a:lnTo>
                  <a:pt x="19050" y="755650"/>
                </a:lnTo>
                <a:lnTo>
                  <a:pt x="25400" y="762000"/>
                </a:lnTo>
                <a:lnTo>
                  <a:pt x="25400" y="774700"/>
                </a:lnTo>
                <a:lnTo>
                  <a:pt x="31750" y="781050"/>
                </a:lnTo>
                <a:lnTo>
                  <a:pt x="31750" y="787400"/>
                </a:lnTo>
                <a:lnTo>
                  <a:pt x="44450" y="806450"/>
                </a:lnTo>
                <a:lnTo>
                  <a:pt x="44450" y="819150"/>
                </a:lnTo>
                <a:lnTo>
                  <a:pt x="50800" y="825500"/>
                </a:lnTo>
                <a:lnTo>
                  <a:pt x="50800" y="831850"/>
                </a:lnTo>
                <a:lnTo>
                  <a:pt x="57150" y="838200"/>
                </a:lnTo>
                <a:lnTo>
                  <a:pt x="57150" y="844550"/>
                </a:lnTo>
                <a:lnTo>
                  <a:pt x="63500" y="850900"/>
                </a:lnTo>
                <a:lnTo>
                  <a:pt x="63500" y="857250"/>
                </a:lnTo>
                <a:lnTo>
                  <a:pt x="69850" y="863600"/>
                </a:lnTo>
                <a:lnTo>
                  <a:pt x="76200" y="863600"/>
                </a:lnTo>
                <a:lnTo>
                  <a:pt x="82550" y="869950"/>
                </a:lnTo>
                <a:lnTo>
                  <a:pt x="82550" y="876300"/>
                </a:lnTo>
                <a:lnTo>
                  <a:pt x="95250" y="876300"/>
                </a:lnTo>
                <a:lnTo>
                  <a:pt x="101600" y="882650"/>
                </a:lnTo>
                <a:lnTo>
                  <a:pt x="107950" y="882650"/>
                </a:lnTo>
                <a:lnTo>
                  <a:pt x="114300" y="876300"/>
                </a:lnTo>
                <a:lnTo>
                  <a:pt x="120650" y="876300"/>
                </a:lnTo>
                <a:lnTo>
                  <a:pt x="152400" y="844550"/>
                </a:lnTo>
                <a:lnTo>
                  <a:pt x="152400" y="838200"/>
                </a:lnTo>
                <a:lnTo>
                  <a:pt x="165100" y="825500"/>
                </a:lnTo>
                <a:lnTo>
                  <a:pt x="165100" y="819150"/>
                </a:lnTo>
                <a:lnTo>
                  <a:pt x="177800" y="806450"/>
                </a:lnTo>
                <a:lnTo>
                  <a:pt x="177800" y="800100"/>
                </a:lnTo>
                <a:lnTo>
                  <a:pt x="184150" y="793750"/>
                </a:lnTo>
                <a:lnTo>
                  <a:pt x="184150" y="787400"/>
                </a:lnTo>
                <a:lnTo>
                  <a:pt x="196850" y="774700"/>
                </a:lnTo>
                <a:lnTo>
                  <a:pt x="196850" y="768350"/>
                </a:lnTo>
                <a:lnTo>
                  <a:pt x="209550" y="749300"/>
                </a:lnTo>
                <a:lnTo>
                  <a:pt x="209550" y="730250"/>
                </a:lnTo>
                <a:lnTo>
                  <a:pt x="190500" y="730250"/>
                </a:lnTo>
                <a:lnTo>
                  <a:pt x="165100" y="755650"/>
                </a:lnTo>
                <a:lnTo>
                  <a:pt x="165100" y="762000"/>
                </a:lnTo>
                <a:lnTo>
                  <a:pt x="139700" y="787400"/>
                </a:lnTo>
                <a:lnTo>
                  <a:pt x="139700" y="793750"/>
                </a:lnTo>
                <a:lnTo>
                  <a:pt x="127000" y="806450"/>
                </a:lnTo>
                <a:lnTo>
                  <a:pt x="120650" y="806450"/>
                </a:lnTo>
                <a:lnTo>
                  <a:pt x="114300" y="800100"/>
                </a:lnTo>
                <a:lnTo>
                  <a:pt x="114300" y="793750"/>
                </a:lnTo>
                <a:lnTo>
                  <a:pt x="120650" y="787400"/>
                </a:lnTo>
                <a:lnTo>
                  <a:pt x="120650" y="730250"/>
                </a:lnTo>
                <a:lnTo>
                  <a:pt x="127000" y="723900"/>
                </a:lnTo>
                <a:lnTo>
                  <a:pt x="127000" y="622300"/>
                </a:lnTo>
                <a:lnTo>
                  <a:pt x="133350" y="615950"/>
                </a:lnTo>
                <a:lnTo>
                  <a:pt x="127000" y="609600"/>
                </a:lnTo>
                <a:lnTo>
                  <a:pt x="127000" y="438150"/>
                </a:lnTo>
                <a:lnTo>
                  <a:pt x="120650" y="431800"/>
                </a:lnTo>
                <a:lnTo>
                  <a:pt x="120650" y="387350"/>
                </a:lnTo>
                <a:lnTo>
                  <a:pt x="114300" y="381000"/>
                </a:lnTo>
                <a:lnTo>
                  <a:pt x="114300" y="342900"/>
                </a:lnTo>
                <a:lnTo>
                  <a:pt x="107950" y="336550"/>
                </a:lnTo>
                <a:lnTo>
                  <a:pt x="107950" y="311150"/>
                </a:lnTo>
                <a:lnTo>
                  <a:pt x="101600" y="304800"/>
                </a:lnTo>
                <a:lnTo>
                  <a:pt x="101600" y="266700"/>
                </a:lnTo>
                <a:lnTo>
                  <a:pt x="95250" y="260350"/>
                </a:lnTo>
                <a:lnTo>
                  <a:pt x="95250" y="228600"/>
                </a:lnTo>
                <a:lnTo>
                  <a:pt x="88900" y="222250"/>
                </a:lnTo>
                <a:lnTo>
                  <a:pt x="88900" y="203200"/>
                </a:lnTo>
                <a:lnTo>
                  <a:pt x="82550" y="196850"/>
                </a:lnTo>
                <a:lnTo>
                  <a:pt x="82550" y="177800"/>
                </a:lnTo>
                <a:lnTo>
                  <a:pt x="76200" y="171450"/>
                </a:lnTo>
                <a:lnTo>
                  <a:pt x="76200" y="152400"/>
                </a:lnTo>
                <a:lnTo>
                  <a:pt x="69850" y="146050"/>
                </a:lnTo>
                <a:lnTo>
                  <a:pt x="69850" y="133350"/>
                </a:lnTo>
                <a:lnTo>
                  <a:pt x="63500" y="127000"/>
                </a:lnTo>
                <a:lnTo>
                  <a:pt x="63500" y="114300"/>
                </a:lnTo>
                <a:lnTo>
                  <a:pt x="57150" y="107950"/>
                </a:lnTo>
                <a:lnTo>
                  <a:pt x="57150" y="95250"/>
                </a:lnTo>
                <a:lnTo>
                  <a:pt x="44450" y="76200"/>
                </a:lnTo>
                <a:lnTo>
                  <a:pt x="44450" y="63500"/>
                </a:lnTo>
                <a:lnTo>
                  <a:pt x="31750" y="44450"/>
                </a:lnTo>
                <a:lnTo>
                  <a:pt x="31750" y="31750"/>
                </a:lnTo>
                <a:lnTo>
                  <a:pt x="25400" y="25400"/>
                </a:lnTo>
                <a:lnTo>
                  <a:pt x="25400" y="19050"/>
                </a:lnTo>
                <a:lnTo>
                  <a:pt x="19050" y="12700"/>
                </a:lnTo>
                <a:lnTo>
                  <a:pt x="19050" y="6350"/>
                </a:lnTo>
                <a:lnTo>
                  <a:pt x="12700" y="0"/>
                </a:lnTo>
                <a:close/>
              </a:path>
            </a:pathLst>
          </a:custGeom>
          <a:solidFill xmlns:a="http://schemas.openxmlformats.org/drawingml/2006/main">
            <a:srgbClr val="B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Rewrite to final native outline">
            <a:extLst xmlns:a="http://schemas.openxmlformats.org/drawingml/2006/main">
              <a:ext uri="{FF2B5EF4-FFF2-40B4-BE49-F238E27FC236}">
                <a16:creationId xmlns:a16="http://schemas.microsoft.com/office/drawing/2014/main" id="{EB8DFB1D-38E1-493C-AF4A-55C497D4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183704"/>
            <a:ext cx="1187450" cy="247650"/>
          </a:xfrm>
          <a:custGeom xmlns:a="http://schemas.openxmlformats.org/drawingml/2006/main">
            <a:pathLst>
              <a:path w="1187450" h="247650">
                <a:moveTo>
                  <a:pt x="1187450" y="6350"/>
                </a:moveTo>
                <a:lnTo>
                  <a:pt x="1181100" y="0"/>
                </a:lnTo>
                <a:lnTo>
                  <a:pt x="1174750" y="0"/>
                </a:lnTo>
                <a:lnTo>
                  <a:pt x="1168400" y="6350"/>
                </a:lnTo>
                <a:lnTo>
                  <a:pt x="1149350" y="6350"/>
                </a:lnTo>
                <a:lnTo>
                  <a:pt x="1143000" y="12700"/>
                </a:lnTo>
                <a:lnTo>
                  <a:pt x="1136650" y="6350"/>
                </a:lnTo>
                <a:lnTo>
                  <a:pt x="1136650" y="0"/>
                </a:lnTo>
                <a:lnTo>
                  <a:pt x="1130300" y="0"/>
                </a:lnTo>
                <a:lnTo>
                  <a:pt x="1123950" y="6350"/>
                </a:lnTo>
                <a:lnTo>
                  <a:pt x="1117600" y="6350"/>
                </a:lnTo>
                <a:lnTo>
                  <a:pt x="1117600" y="12700"/>
                </a:lnTo>
                <a:lnTo>
                  <a:pt x="1111250" y="19050"/>
                </a:lnTo>
                <a:lnTo>
                  <a:pt x="1073150" y="19050"/>
                </a:lnTo>
                <a:lnTo>
                  <a:pt x="1054100" y="31750"/>
                </a:lnTo>
                <a:lnTo>
                  <a:pt x="1035050" y="31750"/>
                </a:lnTo>
                <a:lnTo>
                  <a:pt x="1028700" y="38100"/>
                </a:lnTo>
                <a:lnTo>
                  <a:pt x="1009650" y="38100"/>
                </a:lnTo>
                <a:lnTo>
                  <a:pt x="1003300" y="44450"/>
                </a:lnTo>
                <a:lnTo>
                  <a:pt x="984250" y="44450"/>
                </a:lnTo>
                <a:lnTo>
                  <a:pt x="977900" y="50800"/>
                </a:lnTo>
                <a:lnTo>
                  <a:pt x="958850" y="50800"/>
                </a:lnTo>
                <a:lnTo>
                  <a:pt x="952500" y="57150"/>
                </a:lnTo>
                <a:lnTo>
                  <a:pt x="933450" y="57150"/>
                </a:lnTo>
                <a:lnTo>
                  <a:pt x="927100" y="63500"/>
                </a:lnTo>
                <a:lnTo>
                  <a:pt x="901700" y="63500"/>
                </a:lnTo>
                <a:lnTo>
                  <a:pt x="895350" y="69850"/>
                </a:lnTo>
                <a:lnTo>
                  <a:pt x="869950" y="69850"/>
                </a:lnTo>
                <a:lnTo>
                  <a:pt x="863600" y="76200"/>
                </a:lnTo>
                <a:lnTo>
                  <a:pt x="838200" y="76200"/>
                </a:lnTo>
                <a:lnTo>
                  <a:pt x="831850" y="82550"/>
                </a:lnTo>
                <a:lnTo>
                  <a:pt x="800100" y="82550"/>
                </a:lnTo>
                <a:lnTo>
                  <a:pt x="793750" y="88900"/>
                </a:lnTo>
                <a:lnTo>
                  <a:pt x="755650" y="88900"/>
                </a:lnTo>
                <a:lnTo>
                  <a:pt x="749300" y="95250"/>
                </a:lnTo>
                <a:lnTo>
                  <a:pt x="698500" y="95250"/>
                </a:lnTo>
                <a:lnTo>
                  <a:pt x="692150" y="101600"/>
                </a:lnTo>
                <a:lnTo>
                  <a:pt x="660400" y="101600"/>
                </a:lnTo>
                <a:lnTo>
                  <a:pt x="654050" y="107950"/>
                </a:lnTo>
                <a:lnTo>
                  <a:pt x="603250" y="107950"/>
                </a:lnTo>
                <a:lnTo>
                  <a:pt x="596900" y="114300"/>
                </a:lnTo>
                <a:lnTo>
                  <a:pt x="476250" y="114300"/>
                </a:lnTo>
                <a:lnTo>
                  <a:pt x="469900" y="120650"/>
                </a:lnTo>
                <a:lnTo>
                  <a:pt x="247650" y="120650"/>
                </a:lnTo>
                <a:lnTo>
                  <a:pt x="241300" y="114300"/>
                </a:lnTo>
                <a:lnTo>
                  <a:pt x="184150" y="114300"/>
                </a:lnTo>
                <a:lnTo>
                  <a:pt x="177800" y="107950"/>
                </a:lnTo>
                <a:lnTo>
                  <a:pt x="114300" y="107950"/>
                </a:lnTo>
                <a:lnTo>
                  <a:pt x="101600" y="95250"/>
                </a:lnTo>
                <a:lnTo>
                  <a:pt x="107950" y="88900"/>
                </a:lnTo>
                <a:lnTo>
                  <a:pt x="114300" y="88900"/>
                </a:lnTo>
                <a:lnTo>
                  <a:pt x="120650" y="82550"/>
                </a:lnTo>
                <a:lnTo>
                  <a:pt x="133350" y="82550"/>
                </a:lnTo>
                <a:lnTo>
                  <a:pt x="139700" y="76200"/>
                </a:lnTo>
                <a:lnTo>
                  <a:pt x="146050" y="76200"/>
                </a:lnTo>
                <a:lnTo>
                  <a:pt x="165100" y="63500"/>
                </a:lnTo>
                <a:lnTo>
                  <a:pt x="177800" y="63500"/>
                </a:lnTo>
                <a:lnTo>
                  <a:pt x="190500" y="50800"/>
                </a:lnTo>
                <a:lnTo>
                  <a:pt x="209550" y="50800"/>
                </a:lnTo>
                <a:lnTo>
                  <a:pt x="222250" y="38100"/>
                </a:lnTo>
                <a:lnTo>
                  <a:pt x="222250" y="19050"/>
                </a:lnTo>
                <a:lnTo>
                  <a:pt x="215900" y="25400"/>
                </a:lnTo>
                <a:lnTo>
                  <a:pt x="209550" y="25400"/>
                </a:lnTo>
                <a:lnTo>
                  <a:pt x="203200" y="19050"/>
                </a:lnTo>
                <a:lnTo>
                  <a:pt x="190500" y="19050"/>
                </a:lnTo>
                <a:lnTo>
                  <a:pt x="184150" y="25400"/>
                </a:lnTo>
                <a:lnTo>
                  <a:pt x="171450" y="25400"/>
                </a:lnTo>
                <a:lnTo>
                  <a:pt x="165100" y="31750"/>
                </a:lnTo>
                <a:lnTo>
                  <a:pt x="146050" y="31750"/>
                </a:lnTo>
                <a:lnTo>
                  <a:pt x="139700" y="38100"/>
                </a:lnTo>
                <a:lnTo>
                  <a:pt x="127000" y="38100"/>
                </a:lnTo>
                <a:lnTo>
                  <a:pt x="120650" y="44450"/>
                </a:lnTo>
                <a:lnTo>
                  <a:pt x="107950" y="44450"/>
                </a:lnTo>
                <a:lnTo>
                  <a:pt x="88900" y="57150"/>
                </a:lnTo>
                <a:lnTo>
                  <a:pt x="76200" y="57150"/>
                </a:lnTo>
                <a:lnTo>
                  <a:pt x="69850" y="63500"/>
                </a:lnTo>
                <a:lnTo>
                  <a:pt x="57150" y="63500"/>
                </a:lnTo>
                <a:lnTo>
                  <a:pt x="50800" y="69850"/>
                </a:lnTo>
                <a:lnTo>
                  <a:pt x="44450" y="69850"/>
                </a:lnTo>
                <a:lnTo>
                  <a:pt x="38100" y="76200"/>
                </a:lnTo>
                <a:lnTo>
                  <a:pt x="31750" y="76200"/>
                </a:lnTo>
                <a:lnTo>
                  <a:pt x="19050" y="95250"/>
                </a:lnTo>
                <a:lnTo>
                  <a:pt x="6350" y="95250"/>
                </a:lnTo>
                <a:lnTo>
                  <a:pt x="6350" y="101600"/>
                </a:lnTo>
                <a:lnTo>
                  <a:pt x="0" y="107950"/>
                </a:lnTo>
                <a:lnTo>
                  <a:pt x="0" y="133350"/>
                </a:lnTo>
                <a:lnTo>
                  <a:pt x="25400" y="158750"/>
                </a:lnTo>
                <a:lnTo>
                  <a:pt x="31750" y="158750"/>
                </a:lnTo>
                <a:lnTo>
                  <a:pt x="44450" y="171450"/>
                </a:lnTo>
                <a:lnTo>
                  <a:pt x="50800" y="171450"/>
                </a:lnTo>
                <a:lnTo>
                  <a:pt x="63500" y="184150"/>
                </a:lnTo>
                <a:lnTo>
                  <a:pt x="69850" y="184150"/>
                </a:lnTo>
                <a:lnTo>
                  <a:pt x="76200" y="190500"/>
                </a:lnTo>
                <a:lnTo>
                  <a:pt x="82550" y="190500"/>
                </a:lnTo>
                <a:lnTo>
                  <a:pt x="88900" y="196850"/>
                </a:lnTo>
                <a:lnTo>
                  <a:pt x="95250" y="196850"/>
                </a:lnTo>
                <a:lnTo>
                  <a:pt x="101600" y="203200"/>
                </a:lnTo>
                <a:lnTo>
                  <a:pt x="107950" y="203200"/>
                </a:lnTo>
                <a:lnTo>
                  <a:pt x="114300" y="209550"/>
                </a:lnTo>
                <a:lnTo>
                  <a:pt x="120650" y="209550"/>
                </a:lnTo>
                <a:lnTo>
                  <a:pt x="127000" y="215900"/>
                </a:lnTo>
                <a:lnTo>
                  <a:pt x="133350" y="215900"/>
                </a:lnTo>
                <a:lnTo>
                  <a:pt x="139700" y="222250"/>
                </a:lnTo>
                <a:lnTo>
                  <a:pt x="146050" y="222250"/>
                </a:lnTo>
                <a:lnTo>
                  <a:pt x="152400" y="228600"/>
                </a:lnTo>
                <a:lnTo>
                  <a:pt x="158750" y="228600"/>
                </a:lnTo>
                <a:lnTo>
                  <a:pt x="177800" y="241300"/>
                </a:lnTo>
                <a:lnTo>
                  <a:pt x="203200" y="241300"/>
                </a:lnTo>
                <a:lnTo>
                  <a:pt x="209550" y="247650"/>
                </a:lnTo>
                <a:lnTo>
                  <a:pt x="209550" y="241300"/>
                </a:lnTo>
                <a:lnTo>
                  <a:pt x="203200" y="234950"/>
                </a:lnTo>
                <a:lnTo>
                  <a:pt x="209550" y="228600"/>
                </a:lnTo>
                <a:lnTo>
                  <a:pt x="209550" y="222250"/>
                </a:lnTo>
                <a:lnTo>
                  <a:pt x="190500" y="203200"/>
                </a:lnTo>
                <a:lnTo>
                  <a:pt x="184150" y="203200"/>
                </a:lnTo>
                <a:lnTo>
                  <a:pt x="171450" y="190500"/>
                </a:lnTo>
                <a:lnTo>
                  <a:pt x="165100" y="190500"/>
                </a:lnTo>
                <a:lnTo>
                  <a:pt x="158750" y="184150"/>
                </a:lnTo>
                <a:lnTo>
                  <a:pt x="152400" y="184150"/>
                </a:lnTo>
                <a:lnTo>
                  <a:pt x="133350" y="165100"/>
                </a:lnTo>
                <a:lnTo>
                  <a:pt x="127000" y="165100"/>
                </a:lnTo>
                <a:lnTo>
                  <a:pt x="114300" y="152400"/>
                </a:lnTo>
                <a:lnTo>
                  <a:pt x="107950" y="152400"/>
                </a:lnTo>
                <a:lnTo>
                  <a:pt x="101600" y="146050"/>
                </a:lnTo>
                <a:lnTo>
                  <a:pt x="101600" y="139700"/>
                </a:lnTo>
                <a:lnTo>
                  <a:pt x="107950" y="133350"/>
                </a:lnTo>
                <a:lnTo>
                  <a:pt x="114300" y="133350"/>
                </a:lnTo>
                <a:lnTo>
                  <a:pt x="120650" y="139700"/>
                </a:lnTo>
                <a:lnTo>
                  <a:pt x="184150" y="139700"/>
                </a:lnTo>
                <a:lnTo>
                  <a:pt x="190500" y="146050"/>
                </a:lnTo>
                <a:lnTo>
                  <a:pt x="273050" y="146050"/>
                </a:lnTo>
                <a:lnTo>
                  <a:pt x="279400" y="152400"/>
                </a:lnTo>
                <a:lnTo>
                  <a:pt x="285750" y="152400"/>
                </a:lnTo>
                <a:lnTo>
                  <a:pt x="292100" y="146050"/>
                </a:lnTo>
                <a:lnTo>
                  <a:pt x="323850" y="146050"/>
                </a:lnTo>
                <a:lnTo>
                  <a:pt x="330200" y="152400"/>
                </a:lnTo>
                <a:lnTo>
                  <a:pt x="393700" y="152400"/>
                </a:lnTo>
                <a:lnTo>
                  <a:pt x="400050" y="146050"/>
                </a:lnTo>
                <a:lnTo>
                  <a:pt x="406400" y="152400"/>
                </a:lnTo>
                <a:lnTo>
                  <a:pt x="488950" y="152400"/>
                </a:lnTo>
                <a:lnTo>
                  <a:pt x="495300" y="146050"/>
                </a:lnTo>
                <a:lnTo>
                  <a:pt x="501650" y="152400"/>
                </a:lnTo>
                <a:lnTo>
                  <a:pt x="520700" y="152400"/>
                </a:lnTo>
                <a:lnTo>
                  <a:pt x="527050" y="146050"/>
                </a:lnTo>
                <a:lnTo>
                  <a:pt x="615950" y="146050"/>
                </a:lnTo>
                <a:lnTo>
                  <a:pt x="622300" y="139700"/>
                </a:lnTo>
                <a:lnTo>
                  <a:pt x="673100" y="139700"/>
                </a:lnTo>
                <a:lnTo>
                  <a:pt x="679450" y="133350"/>
                </a:lnTo>
                <a:lnTo>
                  <a:pt x="685800" y="139700"/>
                </a:lnTo>
                <a:lnTo>
                  <a:pt x="692150" y="133350"/>
                </a:lnTo>
                <a:lnTo>
                  <a:pt x="711200" y="133350"/>
                </a:lnTo>
                <a:lnTo>
                  <a:pt x="717550" y="127000"/>
                </a:lnTo>
                <a:lnTo>
                  <a:pt x="762000" y="127000"/>
                </a:lnTo>
                <a:lnTo>
                  <a:pt x="768350" y="120650"/>
                </a:lnTo>
                <a:lnTo>
                  <a:pt x="781050" y="120650"/>
                </a:lnTo>
                <a:lnTo>
                  <a:pt x="787400" y="114300"/>
                </a:lnTo>
                <a:lnTo>
                  <a:pt x="793750" y="120650"/>
                </a:lnTo>
                <a:lnTo>
                  <a:pt x="825500" y="120650"/>
                </a:lnTo>
                <a:lnTo>
                  <a:pt x="831850" y="114300"/>
                </a:lnTo>
                <a:lnTo>
                  <a:pt x="863600" y="114300"/>
                </a:lnTo>
                <a:lnTo>
                  <a:pt x="869950" y="107950"/>
                </a:lnTo>
                <a:lnTo>
                  <a:pt x="901700" y="107950"/>
                </a:lnTo>
                <a:lnTo>
                  <a:pt x="908050" y="101600"/>
                </a:lnTo>
                <a:lnTo>
                  <a:pt x="933450" y="101600"/>
                </a:lnTo>
                <a:lnTo>
                  <a:pt x="939800" y="95250"/>
                </a:lnTo>
                <a:lnTo>
                  <a:pt x="958850" y="95250"/>
                </a:lnTo>
                <a:lnTo>
                  <a:pt x="965200" y="88900"/>
                </a:lnTo>
                <a:lnTo>
                  <a:pt x="990600" y="88900"/>
                </a:lnTo>
                <a:lnTo>
                  <a:pt x="996950" y="82550"/>
                </a:lnTo>
                <a:lnTo>
                  <a:pt x="1016000" y="82550"/>
                </a:lnTo>
                <a:lnTo>
                  <a:pt x="1022350" y="76200"/>
                </a:lnTo>
                <a:lnTo>
                  <a:pt x="1035050" y="76200"/>
                </a:lnTo>
                <a:lnTo>
                  <a:pt x="1041400" y="69850"/>
                </a:lnTo>
                <a:lnTo>
                  <a:pt x="1060450" y="69850"/>
                </a:lnTo>
                <a:lnTo>
                  <a:pt x="1079500" y="57150"/>
                </a:lnTo>
                <a:lnTo>
                  <a:pt x="1092200" y="57150"/>
                </a:lnTo>
                <a:lnTo>
                  <a:pt x="1098550" y="50800"/>
                </a:lnTo>
                <a:lnTo>
                  <a:pt x="1117600" y="50800"/>
                </a:lnTo>
                <a:lnTo>
                  <a:pt x="1136650" y="38100"/>
                </a:lnTo>
                <a:lnTo>
                  <a:pt x="1149350" y="38100"/>
                </a:lnTo>
                <a:lnTo>
                  <a:pt x="1155700" y="31750"/>
                </a:lnTo>
                <a:lnTo>
                  <a:pt x="1168400" y="31750"/>
                </a:lnTo>
                <a:lnTo>
                  <a:pt x="1187450" y="19050"/>
                </a:lnTo>
                <a:close/>
                <a:moveTo>
                  <a:pt x="571500" y="127000"/>
                </a:moveTo>
                <a:lnTo>
                  <a:pt x="577850" y="120650"/>
                </a:lnTo>
                <a:lnTo>
                  <a:pt x="584200" y="127000"/>
                </a:lnTo>
                <a:lnTo>
                  <a:pt x="577850" y="133350"/>
                </a:lnTo>
                <a:close/>
              </a:path>
            </a:pathLst>
          </a:custGeom>
          <a:solidFill xmlns:a="http://schemas.openxmlformats.org/drawingml/2006/main">
            <a:srgbClr val="BF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Concept to sketch native outline">
            <a:extLst xmlns:a="http://schemas.openxmlformats.org/drawingml/2006/main">
              <a:ext uri="{FF2B5EF4-FFF2-40B4-BE49-F238E27FC236}">
                <a16:creationId xmlns:a16="http://schemas.microsoft.com/office/drawing/2014/main" id="{38BA7F2D-2F56-4FAF-AA53-352F4DFA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0" y="5722954"/>
            <a:ext cx="768350" cy="152400"/>
          </a:xfrm>
          <a:custGeom xmlns:a="http://schemas.openxmlformats.org/drawingml/2006/main">
            <a:pathLst>
              <a:path w="768350" h="152400">
                <a:moveTo>
                  <a:pt x="768350" y="69850"/>
                </a:moveTo>
                <a:lnTo>
                  <a:pt x="742950" y="44450"/>
                </a:lnTo>
                <a:lnTo>
                  <a:pt x="736600" y="44450"/>
                </a:lnTo>
                <a:lnTo>
                  <a:pt x="730250" y="38100"/>
                </a:lnTo>
                <a:lnTo>
                  <a:pt x="723900" y="38100"/>
                </a:lnTo>
                <a:lnTo>
                  <a:pt x="711200" y="25400"/>
                </a:lnTo>
                <a:lnTo>
                  <a:pt x="704850" y="25400"/>
                </a:lnTo>
                <a:lnTo>
                  <a:pt x="685800" y="12700"/>
                </a:lnTo>
                <a:lnTo>
                  <a:pt x="673100" y="12700"/>
                </a:lnTo>
                <a:lnTo>
                  <a:pt x="654050" y="0"/>
                </a:lnTo>
                <a:lnTo>
                  <a:pt x="635000" y="0"/>
                </a:lnTo>
                <a:lnTo>
                  <a:pt x="635000" y="12700"/>
                </a:lnTo>
                <a:lnTo>
                  <a:pt x="641350" y="19050"/>
                </a:lnTo>
                <a:lnTo>
                  <a:pt x="647700" y="19050"/>
                </a:lnTo>
                <a:lnTo>
                  <a:pt x="660400" y="31750"/>
                </a:lnTo>
                <a:lnTo>
                  <a:pt x="666750" y="31750"/>
                </a:lnTo>
                <a:lnTo>
                  <a:pt x="679450" y="44450"/>
                </a:lnTo>
                <a:lnTo>
                  <a:pt x="685800" y="44450"/>
                </a:lnTo>
                <a:lnTo>
                  <a:pt x="698500" y="57150"/>
                </a:lnTo>
                <a:lnTo>
                  <a:pt x="698500" y="63500"/>
                </a:lnTo>
                <a:lnTo>
                  <a:pt x="692150" y="69850"/>
                </a:lnTo>
                <a:lnTo>
                  <a:pt x="685800" y="63500"/>
                </a:lnTo>
                <a:lnTo>
                  <a:pt x="635000" y="63500"/>
                </a:lnTo>
                <a:lnTo>
                  <a:pt x="628650" y="57150"/>
                </a:lnTo>
                <a:lnTo>
                  <a:pt x="387350" y="57150"/>
                </a:lnTo>
                <a:lnTo>
                  <a:pt x="381000" y="63500"/>
                </a:lnTo>
                <a:lnTo>
                  <a:pt x="330200" y="63500"/>
                </a:lnTo>
                <a:lnTo>
                  <a:pt x="323850" y="69850"/>
                </a:lnTo>
                <a:lnTo>
                  <a:pt x="285750" y="69850"/>
                </a:lnTo>
                <a:lnTo>
                  <a:pt x="279400" y="76200"/>
                </a:lnTo>
                <a:lnTo>
                  <a:pt x="234950" y="76200"/>
                </a:lnTo>
                <a:lnTo>
                  <a:pt x="228600" y="82550"/>
                </a:lnTo>
                <a:lnTo>
                  <a:pt x="196850" y="82550"/>
                </a:lnTo>
                <a:lnTo>
                  <a:pt x="190500" y="88900"/>
                </a:lnTo>
                <a:lnTo>
                  <a:pt x="165100" y="88900"/>
                </a:lnTo>
                <a:lnTo>
                  <a:pt x="158750" y="95250"/>
                </a:lnTo>
                <a:lnTo>
                  <a:pt x="133350" y="95250"/>
                </a:lnTo>
                <a:lnTo>
                  <a:pt x="127000" y="101600"/>
                </a:lnTo>
                <a:lnTo>
                  <a:pt x="107950" y="101600"/>
                </a:lnTo>
                <a:lnTo>
                  <a:pt x="101600" y="107950"/>
                </a:lnTo>
                <a:lnTo>
                  <a:pt x="82550" y="107950"/>
                </a:lnTo>
                <a:lnTo>
                  <a:pt x="63500" y="120650"/>
                </a:lnTo>
                <a:lnTo>
                  <a:pt x="44450" y="120650"/>
                </a:lnTo>
                <a:lnTo>
                  <a:pt x="38100" y="127000"/>
                </a:lnTo>
                <a:lnTo>
                  <a:pt x="25400" y="127000"/>
                </a:lnTo>
                <a:lnTo>
                  <a:pt x="19050" y="133350"/>
                </a:lnTo>
                <a:lnTo>
                  <a:pt x="12700" y="133350"/>
                </a:lnTo>
                <a:lnTo>
                  <a:pt x="6350" y="139700"/>
                </a:lnTo>
                <a:lnTo>
                  <a:pt x="0" y="139700"/>
                </a:lnTo>
                <a:lnTo>
                  <a:pt x="0" y="152400"/>
                </a:lnTo>
                <a:lnTo>
                  <a:pt x="12700" y="152400"/>
                </a:lnTo>
                <a:lnTo>
                  <a:pt x="19050" y="146050"/>
                </a:lnTo>
                <a:lnTo>
                  <a:pt x="25400" y="152400"/>
                </a:lnTo>
                <a:lnTo>
                  <a:pt x="38100" y="152400"/>
                </a:lnTo>
                <a:lnTo>
                  <a:pt x="50800" y="139700"/>
                </a:lnTo>
                <a:lnTo>
                  <a:pt x="69850" y="139700"/>
                </a:lnTo>
                <a:lnTo>
                  <a:pt x="76200" y="133350"/>
                </a:lnTo>
                <a:lnTo>
                  <a:pt x="95250" y="133350"/>
                </a:lnTo>
                <a:lnTo>
                  <a:pt x="101600" y="127000"/>
                </a:lnTo>
                <a:lnTo>
                  <a:pt x="120650" y="127000"/>
                </a:lnTo>
                <a:lnTo>
                  <a:pt x="127000" y="120650"/>
                </a:lnTo>
                <a:lnTo>
                  <a:pt x="146050" y="120650"/>
                </a:lnTo>
                <a:lnTo>
                  <a:pt x="152400" y="114300"/>
                </a:lnTo>
                <a:lnTo>
                  <a:pt x="177800" y="114300"/>
                </a:lnTo>
                <a:lnTo>
                  <a:pt x="184150" y="107950"/>
                </a:lnTo>
                <a:lnTo>
                  <a:pt x="203200" y="107950"/>
                </a:lnTo>
                <a:lnTo>
                  <a:pt x="209550" y="101600"/>
                </a:lnTo>
                <a:lnTo>
                  <a:pt x="241300" y="101600"/>
                </a:lnTo>
                <a:lnTo>
                  <a:pt x="247650" y="95250"/>
                </a:lnTo>
                <a:lnTo>
                  <a:pt x="285750" y="95250"/>
                </a:lnTo>
                <a:lnTo>
                  <a:pt x="292100" y="88900"/>
                </a:lnTo>
                <a:lnTo>
                  <a:pt x="330200" y="88900"/>
                </a:lnTo>
                <a:lnTo>
                  <a:pt x="336550" y="82550"/>
                </a:lnTo>
                <a:lnTo>
                  <a:pt x="387350" y="82550"/>
                </a:lnTo>
                <a:lnTo>
                  <a:pt x="393700" y="76200"/>
                </a:lnTo>
                <a:lnTo>
                  <a:pt x="628650" y="76200"/>
                </a:lnTo>
                <a:lnTo>
                  <a:pt x="635000" y="82550"/>
                </a:lnTo>
                <a:lnTo>
                  <a:pt x="692150" y="82550"/>
                </a:lnTo>
                <a:lnTo>
                  <a:pt x="698500" y="88900"/>
                </a:lnTo>
                <a:lnTo>
                  <a:pt x="698500" y="95250"/>
                </a:lnTo>
                <a:lnTo>
                  <a:pt x="692150" y="101600"/>
                </a:lnTo>
                <a:lnTo>
                  <a:pt x="679450" y="101600"/>
                </a:lnTo>
                <a:lnTo>
                  <a:pt x="673100" y="107950"/>
                </a:lnTo>
                <a:lnTo>
                  <a:pt x="666750" y="107950"/>
                </a:lnTo>
                <a:lnTo>
                  <a:pt x="647700" y="120650"/>
                </a:lnTo>
                <a:lnTo>
                  <a:pt x="635000" y="120650"/>
                </a:lnTo>
                <a:lnTo>
                  <a:pt x="628650" y="127000"/>
                </a:lnTo>
                <a:lnTo>
                  <a:pt x="628650" y="139700"/>
                </a:lnTo>
                <a:lnTo>
                  <a:pt x="647700" y="139700"/>
                </a:lnTo>
                <a:lnTo>
                  <a:pt x="654050" y="133350"/>
                </a:lnTo>
                <a:lnTo>
                  <a:pt x="673100" y="133350"/>
                </a:lnTo>
                <a:lnTo>
                  <a:pt x="679450" y="127000"/>
                </a:lnTo>
                <a:lnTo>
                  <a:pt x="692150" y="127000"/>
                </a:lnTo>
                <a:lnTo>
                  <a:pt x="711200" y="114300"/>
                </a:lnTo>
                <a:lnTo>
                  <a:pt x="723900" y="114300"/>
                </a:lnTo>
                <a:lnTo>
                  <a:pt x="730250" y="107950"/>
                </a:lnTo>
                <a:lnTo>
                  <a:pt x="736600" y="107950"/>
                </a:lnTo>
                <a:lnTo>
                  <a:pt x="742950" y="101600"/>
                </a:lnTo>
                <a:lnTo>
                  <a:pt x="749300" y="101600"/>
                </a:lnTo>
                <a:lnTo>
                  <a:pt x="768350" y="82550"/>
                </a:lnTo>
                <a:close/>
              </a:path>
            </a:pathLst>
          </a:custGeom>
          <a:solidFill xmlns:a="http://schemas.openxmlformats.org/drawingml/2006/main">
            <a:srgbClr val="1E5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Sketch to color native outline">
            <a:extLst xmlns:a="http://schemas.openxmlformats.org/drawingml/2006/main">
              <a:ext uri="{FF2B5EF4-FFF2-40B4-BE49-F238E27FC236}">
                <a16:creationId xmlns:a16="http://schemas.microsoft.com/office/drawing/2014/main" id="{A0592CB1-57BC-4694-BEAA-AD6E6584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3500" y="5713429"/>
            <a:ext cx="762000" cy="158750"/>
          </a:xfrm>
          <a:custGeom xmlns:a="http://schemas.openxmlformats.org/drawingml/2006/main">
            <a:pathLst>
              <a:path w="762000" h="158750">
                <a:moveTo>
                  <a:pt x="762000" y="76200"/>
                </a:moveTo>
                <a:lnTo>
                  <a:pt x="736600" y="50800"/>
                </a:lnTo>
                <a:lnTo>
                  <a:pt x="730250" y="50800"/>
                </a:lnTo>
                <a:lnTo>
                  <a:pt x="723900" y="44450"/>
                </a:lnTo>
                <a:lnTo>
                  <a:pt x="717550" y="44450"/>
                </a:lnTo>
                <a:lnTo>
                  <a:pt x="711200" y="38100"/>
                </a:lnTo>
                <a:lnTo>
                  <a:pt x="704850" y="38100"/>
                </a:lnTo>
                <a:lnTo>
                  <a:pt x="698500" y="31750"/>
                </a:lnTo>
                <a:lnTo>
                  <a:pt x="692150" y="31750"/>
                </a:lnTo>
                <a:lnTo>
                  <a:pt x="685800" y="25400"/>
                </a:lnTo>
                <a:lnTo>
                  <a:pt x="679450" y="25400"/>
                </a:lnTo>
                <a:lnTo>
                  <a:pt x="666750" y="12700"/>
                </a:lnTo>
                <a:lnTo>
                  <a:pt x="654050" y="12700"/>
                </a:lnTo>
                <a:lnTo>
                  <a:pt x="647700" y="6350"/>
                </a:lnTo>
                <a:lnTo>
                  <a:pt x="635000" y="6350"/>
                </a:lnTo>
                <a:lnTo>
                  <a:pt x="628650" y="0"/>
                </a:lnTo>
                <a:lnTo>
                  <a:pt x="628650" y="19050"/>
                </a:lnTo>
                <a:lnTo>
                  <a:pt x="635000" y="25400"/>
                </a:lnTo>
                <a:lnTo>
                  <a:pt x="641350" y="25400"/>
                </a:lnTo>
                <a:lnTo>
                  <a:pt x="654050" y="38100"/>
                </a:lnTo>
                <a:lnTo>
                  <a:pt x="660400" y="38100"/>
                </a:lnTo>
                <a:lnTo>
                  <a:pt x="673100" y="50800"/>
                </a:lnTo>
                <a:lnTo>
                  <a:pt x="679450" y="50800"/>
                </a:lnTo>
                <a:lnTo>
                  <a:pt x="692150" y="63500"/>
                </a:lnTo>
                <a:lnTo>
                  <a:pt x="692150" y="69850"/>
                </a:lnTo>
                <a:lnTo>
                  <a:pt x="685800" y="76200"/>
                </a:lnTo>
                <a:lnTo>
                  <a:pt x="679450" y="69850"/>
                </a:lnTo>
                <a:lnTo>
                  <a:pt x="609600" y="69850"/>
                </a:lnTo>
                <a:lnTo>
                  <a:pt x="603250" y="63500"/>
                </a:lnTo>
                <a:lnTo>
                  <a:pt x="387350" y="63500"/>
                </a:lnTo>
                <a:lnTo>
                  <a:pt x="381000" y="69850"/>
                </a:lnTo>
                <a:lnTo>
                  <a:pt x="323850" y="69850"/>
                </a:lnTo>
                <a:lnTo>
                  <a:pt x="317500" y="76200"/>
                </a:lnTo>
                <a:lnTo>
                  <a:pt x="285750" y="76200"/>
                </a:lnTo>
                <a:lnTo>
                  <a:pt x="279400" y="82550"/>
                </a:lnTo>
                <a:lnTo>
                  <a:pt x="234950" y="82550"/>
                </a:lnTo>
                <a:lnTo>
                  <a:pt x="228600" y="88900"/>
                </a:lnTo>
                <a:lnTo>
                  <a:pt x="190500" y="88900"/>
                </a:lnTo>
                <a:lnTo>
                  <a:pt x="184150" y="95250"/>
                </a:lnTo>
                <a:lnTo>
                  <a:pt x="158750" y="95250"/>
                </a:lnTo>
                <a:lnTo>
                  <a:pt x="152400" y="101600"/>
                </a:lnTo>
                <a:lnTo>
                  <a:pt x="133350" y="101600"/>
                </a:lnTo>
                <a:lnTo>
                  <a:pt x="127000" y="107950"/>
                </a:lnTo>
                <a:lnTo>
                  <a:pt x="107950" y="107950"/>
                </a:lnTo>
                <a:lnTo>
                  <a:pt x="101600" y="114300"/>
                </a:lnTo>
                <a:lnTo>
                  <a:pt x="82550" y="114300"/>
                </a:lnTo>
                <a:lnTo>
                  <a:pt x="76200" y="120650"/>
                </a:lnTo>
                <a:lnTo>
                  <a:pt x="63500" y="120650"/>
                </a:lnTo>
                <a:lnTo>
                  <a:pt x="57150" y="127000"/>
                </a:lnTo>
                <a:lnTo>
                  <a:pt x="44450" y="127000"/>
                </a:lnTo>
                <a:lnTo>
                  <a:pt x="25400" y="139700"/>
                </a:lnTo>
                <a:lnTo>
                  <a:pt x="12700" y="139700"/>
                </a:lnTo>
                <a:lnTo>
                  <a:pt x="6350" y="146050"/>
                </a:lnTo>
                <a:lnTo>
                  <a:pt x="0" y="146050"/>
                </a:lnTo>
                <a:lnTo>
                  <a:pt x="0" y="158750"/>
                </a:lnTo>
                <a:lnTo>
                  <a:pt x="12700" y="158750"/>
                </a:lnTo>
                <a:lnTo>
                  <a:pt x="19050" y="152400"/>
                </a:lnTo>
                <a:lnTo>
                  <a:pt x="25400" y="158750"/>
                </a:lnTo>
                <a:lnTo>
                  <a:pt x="31750" y="158750"/>
                </a:lnTo>
                <a:lnTo>
                  <a:pt x="44450" y="146050"/>
                </a:lnTo>
                <a:lnTo>
                  <a:pt x="69850" y="146050"/>
                </a:lnTo>
                <a:lnTo>
                  <a:pt x="76200" y="139700"/>
                </a:lnTo>
                <a:lnTo>
                  <a:pt x="95250" y="139700"/>
                </a:lnTo>
                <a:lnTo>
                  <a:pt x="101600" y="133350"/>
                </a:lnTo>
                <a:lnTo>
                  <a:pt x="114300" y="133350"/>
                </a:lnTo>
                <a:lnTo>
                  <a:pt x="120650" y="127000"/>
                </a:lnTo>
                <a:lnTo>
                  <a:pt x="146050" y="127000"/>
                </a:lnTo>
                <a:lnTo>
                  <a:pt x="152400" y="120650"/>
                </a:lnTo>
                <a:lnTo>
                  <a:pt x="171450" y="120650"/>
                </a:lnTo>
                <a:lnTo>
                  <a:pt x="177800" y="114300"/>
                </a:lnTo>
                <a:lnTo>
                  <a:pt x="203200" y="114300"/>
                </a:lnTo>
                <a:lnTo>
                  <a:pt x="209550" y="107950"/>
                </a:lnTo>
                <a:lnTo>
                  <a:pt x="234950" y="107950"/>
                </a:lnTo>
                <a:lnTo>
                  <a:pt x="241300" y="101600"/>
                </a:lnTo>
                <a:lnTo>
                  <a:pt x="279400" y="101600"/>
                </a:lnTo>
                <a:lnTo>
                  <a:pt x="285750" y="95250"/>
                </a:lnTo>
                <a:lnTo>
                  <a:pt x="336550" y="95250"/>
                </a:lnTo>
                <a:lnTo>
                  <a:pt x="342900" y="88900"/>
                </a:lnTo>
                <a:lnTo>
                  <a:pt x="349250" y="88900"/>
                </a:lnTo>
                <a:lnTo>
                  <a:pt x="355600" y="95250"/>
                </a:lnTo>
                <a:lnTo>
                  <a:pt x="361950" y="88900"/>
                </a:lnTo>
                <a:lnTo>
                  <a:pt x="387350" y="88900"/>
                </a:lnTo>
                <a:lnTo>
                  <a:pt x="393700" y="82550"/>
                </a:lnTo>
                <a:lnTo>
                  <a:pt x="628650" y="82550"/>
                </a:lnTo>
                <a:lnTo>
                  <a:pt x="635000" y="88900"/>
                </a:lnTo>
                <a:lnTo>
                  <a:pt x="685800" y="88900"/>
                </a:lnTo>
                <a:lnTo>
                  <a:pt x="692150" y="95250"/>
                </a:lnTo>
                <a:lnTo>
                  <a:pt x="692150" y="101600"/>
                </a:lnTo>
                <a:lnTo>
                  <a:pt x="685800" y="107950"/>
                </a:lnTo>
                <a:lnTo>
                  <a:pt x="673100" y="107950"/>
                </a:lnTo>
                <a:lnTo>
                  <a:pt x="666750" y="114300"/>
                </a:lnTo>
                <a:lnTo>
                  <a:pt x="660400" y="114300"/>
                </a:lnTo>
                <a:lnTo>
                  <a:pt x="641350" y="127000"/>
                </a:lnTo>
                <a:lnTo>
                  <a:pt x="628650" y="127000"/>
                </a:lnTo>
                <a:lnTo>
                  <a:pt x="622300" y="133350"/>
                </a:lnTo>
                <a:lnTo>
                  <a:pt x="622300" y="146050"/>
                </a:lnTo>
                <a:lnTo>
                  <a:pt x="641350" y="146050"/>
                </a:lnTo>
                <a:lnTo>
                  <a:pt x="647700" y="139700"/>
                </a:lnTo>
                <a:lnTo>
                  <a:pt x="666750" y="139700"/>
                </a:lnTo>
                <a:lnTo>
                  <a:pt x="673100" y="133350"/>
                </a:lnTo>
                <a:lnTo>
                  <a:pt x="685800" y="133350"/>
                </a:lnTo>
                <a:lnTo>
                  <a:pt x="704850" y="120650"/>
                </a:lnTo>
                <a:lnTo>
                  <a:pt x="717550" y="120650"/>
                </a:lnTo>
                <a:lnTo>
                  <a:pt x="723900" y="114300"/>
                </a:lnTo>
                <a:lnTo>
                  <a:pt x="730250" y="114300"/>
                </a:lnTo>
                <a:lnTo>
                  <a:pt x="736600" y="107950"/>
                </a:lnTo>
                <a:lnTo>
                  <a:pt x="742950" y="107950"/>
                </a:lnTo>
                <a:lnTo>
                  <a:pt x="762000" y="88900"/>
                </a:lnTo>
                <a:close/>
              </a:path>
            </a:pathLst>
          </a:custGeom>
          <a:solidFill xmlns:a="http://schemas.openxmlformats.org/drawingml/2006/main">
            <a:srgbClr val="1E5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Search to code native outline">
            <a:extLst xmlns:a="http://schemas.openxmlformats.org/drawingml/2006/main">
              <a:ext uri="{FF2B5EF4-FFF2-40B4-BE49-F238E27FC236}">
                <a16:creationId xmlns:a16="http://schemas.microsoft.com/office/drawing/2014/main" id="{E4B3DF7C-6DE7-4D41-ADEF-46E17458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9212279"/>
            <a:ext cx="666750" cy="139700"/>
          </a:xfrm>
          <a:custGeom xmlns:a="http://schemas.openxmlformats.org/drawingml/2006/main">
            <a:pathLst>
              <a:path w="666750" h="139700">
                <a:moveTo>
                  <a:pt x="666750" y="69850"/>
                </a:moveTo>
                <a:lnTo>
                  <a:pt x="647700" y="50800"/>
                </a:lnTo>
                <a:lnTo>
                  <a:pt x="641350" y="50800"/>
                </a:lnTo>
                <a:lnTo>
                  <a:pt x="635000" y="44450"/>
                </a:lnTo>
                <a:lnTo>
                  <a:pt x="628650" y="44450"/>
                </a:lnTo>
                <a:lnTo>
                  <a:pt x="615950" y="31750"/>
                </a:lnTo>
                <a:lnTo>
                  <a:pt x="609600" y="31750"/>
                </a:lnTo>
                <a:lnTo>
                  <a:pt x="590550" y="19050"/>
                </a:lnTo>
                <a:lnTo>
                  <a:pt x="577850" y="19050"/>
                </a:lnTo>
                <a:lnTo>
                  <a:pt x="558800" y="6350"/>
                </a:lnTo>
                <a:lnTo>
                  <a:pt x="546100" y="6350"/>
                </a:lnTo>
                <a:lnTo>
                  <a:pt x="539750" y="0"/>
                </a:lnTo>
                <a:lnTo>
                  <a:pt x="533400" y="0"/>
                </a:lnTo>
                <a:lnTo>
                  <a:pt x="533400" y="12700"/>
                </a:lnTo>
                <a:lnTo>
                  <a:pt x="546100" y="25400"/>
                </a:lnTo>
                <a:lnTo>
                  <a:pt x="552450" y="25400"/>
                </a:lnTo>
                <a:lnTo>
                  <a:pt x="565150" y="38100"/>
                </a:lnTo>
                <a:lnTo>
                  <a:pt x="571500" y="38100"/>
                </a:lnTo>
                <a:lnTo>
                  <a:pt x="584200" y="50800"/>
                </a:lnTo>
                <a:lnTo>
                  <a:pt x="590550" y="50800"/>
                </a:lnTo>
                <a:lnTo>
                  <a:pt x="596900" y="57150"/>
                </a:lnTo>
                <a:lnTo>
                  <a:pt x="596900" y="63500"/>
                </a:lnTo>
                <a:lnTo>
                  <a:pt x="590550" y="69850"/>
                </a:lnTo>
                <a:lnTo>
                  <a:pt x="584200" y="63500"/>
                </a:lnTo>
                <a:lnTo>
                  <a:pt x="508000" y="63500"/>
                </a:lnTo>
                <a:lnTo>
                  <a:pt x="501650" y="57150"/>
                </a:lnTo>
                <a:lnTo>
                  <a:pt x="304800" y="57150"/>
                </a:lnTo>
                <a:lnTo>
                  <a:pt x="298450" y="63500"/>
                </a:lnTo>
                <a:lnTo>
                  <a:pt x="234950" y="63500"/>
                </a:lnTo>
                <a:lnTo>
                  <a:pt x="228600" y="69850"/>
                </a:lnTo>
                <a:lnTo>
                  <a:pt x="190500" y="69850"/>
                </a:lnTo>
                <a:lnTo>
                  <a:pt x="184150" y="76200"/>
                </a:lnTo>
                <a:lnTo>
                  <a:pt x="139700" y="76200"/>
                </a:lnTo>
                <a:lnTo>
                  <a:pt x="133350" y="82550"/>
                </a:lnTo>
                <a:lnTo>
                  <a:pt x="88900" y="82550"/>
                </a:lnTo>
                <a:lnTo>
                  <a:pt x="82550" y="88900"/>
                </a:lnTo>
                <a:lnTo>
                  <a:pt x="57150" y="88900"/>
                </a:lnTo>
                <a:lnTo>
                  <a:pt x="50800" y="95250"/>
                </a:lnTo>
                <a:lnTo>
                  <a:pt x="25400" y="95250"/>
                </a:lnTo>
                <a:lnTo>
                  <a:pt x="19050" y="101600"/>
                </a:lnTo>
                <a:lnTo>
                  <a:pt x="0" y="101600"/>
                </a:lnTo>
                <a:lnTo>
                  <a:pt x="0" y="133350"/>
                </a:lnTo>
                <a:lnTo>
                  <a:pt x="6350" y="127000"/>
                </a:lnTo>
                <a:lnTo>
                  <a:pt x="19050" y="127000"/>
                </a:lnTo>
                <a:lnTo>
                  <a:pt x="25400" y="120650"/>
                </a:lnTo>
                <a:lnTo>
                  <a:pt x="50800" y="120650"/>
                </a:lnTo>
                <a:lnTo>
                  <a:pt x="57150" y="114300"/>
                </a:lnTo>
                <a:lnTo>
                  <a:pt x="76200" y="114300"/>
                </a:lnTo>
                <a:lnTo>
                  <a:pt x="82550" y="107950"/>
                </a:lnTo>
                <a:lnTo>
                  <a:pt x="101600" y="107950"/>
                </a:lnTo>
                <a:lnTo>
                  <a:pt x="107950" y="101600"/>
                </a:lnTo>
                <a:lnTo>
                  <a:pt x="133350" y="101600"/>
                </a:lnTo>
                <a:lnTo>
                  <a:pt x="139700" y="95250"/>
                </a:lnTo>
                <a:lnTo>
                  <a:pt x="171450" y="95250"/>
                </a:lnTo>
                <a:lnTo>
                  <a:pt x="177800" y="88900"/>
                </a:lnTo>
                <a:lnTo>
                  <a:pt x="222250" y="88900"/>
                </a:lnTo>
                <a:lnTo>
                  <a:pt x="228600" y="82550"/>
                </a:lnTo>
                <a:lnTo>
                  <a:pt x="279400" y="82550"/>
                </a:lnTo>
                <a:lnTo>
                  <a:pt x="285750" y="76200"/>
                </a:lnTo>
                <a:lnTo>
                  <a:pt x="533400" y="76200"/>
                </a:lnTo>
                <a:lnTo>
                  <a:pt x="539750" y="82550"/>
                </a:lnTo>
                <a:lnTo>
                  <a:pt x="590550" y="82550"/>
                </a:lnTo>
                <a:lnTo>
                  <a:pt x="596900" y="88900"/>
                </a:lnTo>
                <a:lnTo>
                  <a:pt x="584200" y="101600"/>
                </a:lnTo>
                <a:lnTo>
                  <a:pt x="577850" y="101600"/>
                </a:lnTo>
                <a:lnTo>
                  <a:pt x="558800" y="114300"/>
                </a:lnTo>
                <a:lnTo>
                  <a:pt x="546100" y="114300"/>
                </a:lnTo>
                <a:lnTo>
                  <a:pt x="539750" y="120650"/>
                </a:lnTo>
                <a:lnTo>
                  <a:pt x="533400" y="120650"/>
                </a:lnTo>
                <a:lnTo>
                  <a:pt x="527050" y="127000"/>
                </a:lnTo>
                <a:lnTo>
                  <a:pt x="527050" y="133350"/>
                </a:lnTo>
                <a:lnTo>
                  <a:pt x="533400" y="133350"/>
                </a:lnTo>
                <a:lnTo>
                  <a:pt x="539750" y="139700"/>
                </a:lnTo>
                <a:lnTo>
                  <a:pt x="546100" y="133350"/>
                </a:lnTo>
                <a:lnTo>
                  <a:pt x="558800" y="133350"/>
                </a:lnTo>
                <a:lnTo>
                  <a:pt x="565150" y="127000"/>
                </a:lnTo>
                <a:lnTo>
                  <a:pt x="584200" y="127000"/>
                </a:lnTo>
                <a:lnTo>
                  <a:pt x="590550" y="120650"/>
                </a:lnTo>
                <a:lnTo>
                  <a:pt x="603250" y="120650"/>
                </a:lnTo>
                <a:lnTo>
                  <a:pt x="609600" y="114300"/>
                </a:lnTo>
                <a:lnTo>
                  <a:pt x="622300" y="114300"/>
                </a:lnTo>
                <a:lnTo>
                  <a:pt x="628650" y="107950"/>
                </a:lnTo>
                <a:lnTo>
                  <a:pt x="635000" y="107950"/>
                </a:lnTo>
                <a:lnTo>
                  <a:pt x="641350" y="101600"/>
                </a:lnTo>
                <a:lnTo>
                  <a:pt x="647700" y="101600"/>
                </a:lnTo>
                <a:lnTo>
                  <a:pt x="666750" y="82550"/>
                </a:lnTo>
                <a:close/>
              </a:path>
            </a:pathLst>
          </a:custGeom>
          <a:solidFill xmlns:a="http://schemas.openxmlformats.org/drawingml/2006/main">
            <a:srgbClr val="1E5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Code to final native outline">
            <a:extLst xmlns:a="http://schemas.openxmlformats.org/drawingml/2006/main">
              <a:ext uri="{FF2B5EF4-FFF2-40B4-BE49-F238E27FC236}">
                <a16:creationId xmlns:a16="http://schemas.microsoft.com/office/drawing/2014/main" id="{BEE5DCAF-A547-40F0-A30E-6B669D5F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9209104"/>
            <a:ext cx="762000" cy="152400"/>
          </a:xfrm>
          <a:custGeom xmlns:a="http://schemas.openxmlformats.org/drawingml/2006/main">
            <a:pathLst>
              <a:path w="762000" h="152400">
                <a:moveTo>
                  <a:pt x="762000" y="76200"/>
                </a:moveTo>
                <a:lnTo>
                  <a:pt x="755650" y="69850"/>
                </a:lnTo>
                <a:lnTo>
                  <a:pt x="755650" y="63500"/>
                </a:lnTo>
                <a:lnTo>
                  <a:pt x="749300" y="57150"/>
                </a:lnTo>
                <a:lnTo>
                  <a:pt x="742950" y="57150"/>
                </a:lnTo>
                <a:lnTo>
                  <a:pt x="730250" y="44450"/>
                </a:lnTo>
                <a:lnTo>
                  <a:pt x="723900" y="44450"/>
                </a:lnTo>
                <a:lnTo>
                  <a:pt x="717550" y="38100"/>
                </a:lnTo>
                <a:lnTo>
                  <a:pt x="711200" y="38100"/>
                </a:lnTo>
                <a:lnTo>
                  <a:pt x="704850" y="31750"/>
                </a:lnTo>
                <a:lnTo>
                  <a:pt x="698500" y="31750"/>
                </a:lnTo>
                <a:lnTo>
                  <a:pt x="692150" y="25400"/>
                </a:lnTo>
                <a:lnTo>
                  <a:pt x="685800" y="25400"/>
                </a:lnTo>
                <a:lnTo>
                  <a:pt x="679450" y="19050"/>
                </a:lnTo>
                <a:lnTo>
                  <a:pt x="673100" y="19050"/>
                </a:lnTo>
                <a:lnTo>
                  <a:pt x="654050" y="6350"/>
                </a:lnTo>
                <a:lnTo>
                  <a:pt x="635000" y="6350"/>
                </a:lnTo>
                <a:lnTo>
                  <a:pt x="628650" y="0"/>
                </a:lnTo>
                <a:lnTo>
                  <a:pt x="628650" y="12700"/>
                </a:lnTo>
                <a:lnTo>
                  <a:pt x="641350" y="25400"/>
                </a:lnTo>
                <a:lnTo>
                  <a:pt x="647700" y="25400"/>
                </a:lnTo>
                <a:lnTo>
                  <a:pt x="660400" y="38100"/>
                </a:lnTo>
                <a:lnTo>
                  <a:pt x="666750" y="38100"/>
                </a:lnTo>
                <a:lnTo>
                  <a:pt x="679450" y="50800"/>
                </a:lnTo>
                <a:lnTo>
                  <a:pt x="685800" y="50800"/>
                </a:lnTo>
                <a:lnTo>
                  <a:pt x="692150" y="57150"/>
                </a:lnTo>
                <a:lnTo>
                  <a:pt x="692150" y="63500"/>
                </a:lnTo>
                <a:lnTo>
                  <a:pt x="685800" y="69850"/>
                </a:lnTo>
                <a:lnTo>
                  <a:pt x="660400" y="69850"/>
                </a:lnTo>
                <a:lnTo>
                  <a:pt x="654050" y="63500"/>
                </a:lnTo>
                <a:lnTo>
                  <a:pt x="355600" y="63500"/>
                </a:lnTo>
                <a:lnTo>
                  <a:pt x="349250" y="69850"/>
                </a:lnTo>
                <a:lnTo>
                  <a:pt x="304800" y="69850"/>
                </a:lnTo>
                <a:lnTo>
                  <a:pt x="298450" y="76200"/>
                </a:lnTo>
                <a:lnTo>
                  <a:pt x="266700" y="76200"/>
                </a:lnTo>
                <a:lnTo>
                  <a:pt x="260350" y="82550"/>
                </a:lnTo>
                <a:lnTo>
                  <a:pt x="209550" y="82550"/>
                </a:lnTo>
                <a:lnTo>
                  <a:pt x="203200" y="88900"/>
                </a:lnTo>
                <a:lnTo>
                  <a:pt x="177800" y="88900"/>
                </a:lnTo>
                <a:lnTo>
                  <a:pt x="171450" y="95250"/>
                </a:lnTo>
                <a:lnTo>
                  <a:pt x="146050" y="95250"/>
                </a:lnTo>
                <a:lnTo>
                  <a:pt x="139700" y="101600"/>
                </a:lnTo>
                <a:lnTo>
                  <a:pt x="120650" y="101600"/>
                </a:lnTo>
                <a:lnTo>
                  <a:pt x="114300" y="107950"/>
                </a:lnTo>
                <a:lnTo>
                  <a:pt x="95250" y="107950"/>
                </a:lnTo>
                <a:lnTo>
                  <a:pt x="88900" y="114300"/>
                </a:lnTo>
                <a:lnTo>
                  <a:pt x="76200" y="114300"/>
                </a:lnTo>
                <a:lnTo>
                  <a:pt x="69850" y="120650"/>
                </a:lnTo>
                <a:lnTo>
                  <a:pt x="50800" y="120650"/>
                </a:lnTo>
                <a:lnTo>
                  <a:pt x="44450" y="127000"/>
                </a:lnTo>
                <a:lnTo>
                  <a:pt x="38100" y="127000"/>
                </a:lnTo>
                <a:lnTo>
                  <a:pt x="31750" y="133350"/>
                </a:lnTo>
                <a:lnTo>
                  <a:pt x="19050" y="133350"/>
                </a:lnTo>
                <a:lnTo>
                  <a:pt x="0" y="146050"/>
                </a:lnTo>
                <a:lnTo>
                  <a:pt x="6350" y="152400"/>
                </a:lnTo>
                <a:lnTo>
                  <a:pt x="38100" y="152400"/>
                </a:lnTo>
                <a:lnTo>
                  <a:pt x="57150" y="139700"/>
                </a:lnTo>
                <a:lnTo>
                  <a:pt x="82550" y="139700"/>
                </a:lnTo>
                <a:lnTo>
                  <a:pt x="88900" y="133350"/>
                </a:lnTo>
                <a:lnTo>
                  <a:pt x="101600" y="133350"/>
                </a:lnTo>
                <a:lnTo>
                  <a:pt x="107950" y="127000"/>
                </a:lnTo>
                <a:lnTo>
                  <a:pt x="127000" y="127000"/>
                </a:lnTo>
                <a:lnTo>
                  <a:pt x="133350" y="120650"/>
                </a:lnTo>
                <a:lnTo>
                  <a:pt x="152400" y="120650"/>
                </a:lnTo>
                <a:lnTo>
                  <a:pt x="158750" y="114300"/>
                </a:lnTo>
                <a:lnTo>
                  <a:pt x="190500" y="114300"/>
                </a:lnTo>
                <a:lnTo>
                  <a:pt x="196850" y="107950"/>
                </a:lnTo>
                <a:lnTo>
                  <a:pt x="215900" y="107950"/>
                </a:lnTo>
                <a:lnTo>
                  <a:pt x="222250" y="101600"/>
                </a:lnTo>
                <a:lnTo>
                  <a:pt x="254000" y="101600"/>
                </a:lnTo>
                <a:lnTo>
                  <a:pt x="260350" y="95250"/>
                </a:lnTo>
                <a:lnTo>
                  <a:pt x="298450" y="95250"/>
                </a:lnTo>
                <a:lnTo>
                  <a:pt x="304800" y="88900"/>
                </a:lnTo>
                <a:lnTo>
                  <a:pt x="355600" y="88900"/>
                </a:lnTo>
                <a:lnTo>
                  <a:pt x="361950" y="82550"/>
                </a:lnTo>
                <a:lnTo>
                  <a:pt x="438150" y="82550"/>
                </a:lnTo>
                <a:lnTo>
                  <a:pt x="444500" y="76200"/>
                </a:lnTo>
                <a:lnTo>
                  <a:pt x="609600" y="76200"/>
                </a:lnTo>
                <a:lnTo>
                  <a:pt x="615950" y="82550"/>
                </a:lnTo>
                <a:lnTo>
                  <a:pt x="679450" y="82550"/>
                </a:lnTo>
                <a:lnTo>
                  <a:pt x="692150" y="95250"/>
                </a:lnTo>
                <a:lnTo>
                  <a:pt x="685800" y="101600"/>
                </a:lnTo>
                <a:lnTo>
                  <a:pt x="679450" y="101600"/>
                </a:lnTo>
                <a:lnTo>
                  <a:pt x="673100" y="107950"/>
                </a:lnTo>
                <a:lnTo>
                  <a:pt x="666750" y="107950"/>
                </a:lnTo>
                <a:lnTo>
                  <a:pt x="647700" y="120650"/>
                </a:lnTo>
                <a:lnTo>
                  <a:pt x="635000" y="120650"/>
                </a:lnTo>
                <a:lnTo>
                  <a:pt x="628650" y="127000"/>
                </a:lnTo>
                <a:lnTo>
                  <a:pt x="622300" y="127000"/>
                </a:lnTo>
                <a:lnTo>
                  <a:pt x="622300" y="139700"/>
                </a:lnTo>
                <a:lnTo>
                  <a:pt x="647700" y="139700"/>
                </a:lnTo>
                <a:lnTo>
                  <a:pt x="654050" y="133350"/>
                </a:lnTo>
                <a:lnTo>
                  <a:pt x="673100" y="133350"/>
                </a:lnTo>
                <a:lnTo>
                  <a:pt x="692150" y="120650"/>
                </a:lnTo>
                <a:lnTo>
                  <a:pt x="704850" y="120650"/>
                </a:lnTo>
                <a:lnTo>
                  <a:pt x="711200" y="114300"/>
                </a:lnTo>
                <a:lnTo>
                  <a:pt x="723900" y="114300"/>
                </a:lnTo>
                <a:lnTo>
                  <a:pt x="730250" y="107950"/>
                </a:lnTo>
                <a:lnTo>
                  <a:pt x="736600" y="107950"/>
                </a:lnTo>
                <a:lnTo>
                  <a:pt x="762000" y="82550"/>
                </a:lnTo>
                <a:close/>
              </a:path>
            </a:pathLst>
          </a:custGeom>
          <a:solidFill xmlns:a="http://schemas.openxmlformats.org/drawingml/2006/main">
            <a:srgbClr val="1E5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Failure cross down 0">
            <a:extLst xmlns:a="http://schemas.openxmlformats.org/drawingml/2006/main">
              <a:ext uri="{FF2B5EF4-FFF2-40B4-BE49-F238E27FC236}">
                <a16:creationId xmlns:a16="http://schemas.microsoft.com/office/drawing/2014/main" id="{8A5486A9-4C0A-4B82-8C09-914E4608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240479"/>
            <a:ext cx="857250" cy="857250"/>
          </a:xfrm>
          <a:custGeom xmlns:a="http://schemas.openxmlformats.org/drawingml/2006/main">
            <a:pathLst>
              <a:path w="857250" h="857250">
                <a:moveTo>
                  <a:pt x="0" y="0"/>
                </a:moveTo>
                <a:lnTo>
                  <a:pt x="85725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80975">
            <a:solidFill>
              <a:srgbClr val="FFFFFF"/>
            </a:solidFill>
            <a:prstDash val="solid"/>
          </a:ln>
        </p:spPr>
      </p:sp>
      <p:sp>
        <p:nvSpPr>
          <p:cNvPr id="140" name="Failure cross up 0">
            <a:extLst xmlns:a="http://schemas.openxmlformats.org/drawingml/2006/main">
              <a:ext uri="{FF2B5EF4-FFF2-40B4-BE49-F238E27FC236}">
                <a16:creationId xmlns:a16="http://schemas.microsoft.com/office/drawing/2014/main" id="{2FA479E4-80D4-4235-99FE-782A01A8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240479"/>
            <a:ext cx="857250" cy="857250"/>
          </a:xfrm>
          <a:custGeom xmlns:a="http://schemas.openxmlformats.org/drawingml/2006/main">
            <a:pathLst>
              <a:path w="857250" h="857250">
                <a:moveTo>
                  <a:pt x="857250" y="0"/>
                </a:moveTo>
                <a:lnTo>
                  <a:pt x="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80975">
            <a:solidFill>
              <a:srgbClr val="FFFFFF"/>
            </a:solidFill>
            <a:prstDash val="solid"/>
          </a:ln>
        </p:spPr>
      </p:sp>
      <p:sp>
        <p:nvSpPr>
          <p:cNvPr id="141" name="Failure cross red down 0">
            <a:extLst xmlns:a="http://schemas.openxmlformats.org/drawingml/2006/main">
              <a:ext uri="{FF2B5EF4-FFF2-40B4-BE49-F238E27FC236}">
                <a16:creationId xmlns:a16="http://schemas.microsoft.com/office/drawing/2014/main" id="{C500CC4C-4BD0-42F6-9175-664CE577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240479"/>
            <a:ext cx="857250" cy="857250"/>
          </a:xfrm>
          <a:custGeom xmlns:a="http://schemas.openxmlformats.org/drawingml/2006/main">
            <a:pathLst>
              <a:path w="857250" h="857250">
                <a:moveTo>
                  <a:pt x="0" y="0"/>
                </a:moveTo>
                <a:lnTo>
                  <a:pt x="85725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E20000"/>
            </a:solidFill>
            <a:prstDash val="solid"/>
          </a:ln>
        </p:spPr>
      </p:sp>
      <p:sp>
        <p:nvSpPr>
          <p:cNvPr id="142" name="Failure cross red up 0">
            <a:extLst xmlns:a="http://schemas.openxmlformats.org/drawingml/2006/main">
              <a:ext uri="{FF2B5EF4-FFF2-40B4-BE49-F238E27FC236}">
                <a16:creationId xmlns:a16="http://schemas.microsoft.com/office/drawing/2014/main" id="{C543A88A-3A95-4499-8211-DD41850A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240479"/>
            <a:ext cx="857250" cy="857250"/>
          </a:xfrm>
          <a:custGeom xmlns:a="http://schemas.openxmlformats.org/drawingml/2006/main">
            <a:pathLst>
              <a:path w="857250" h="857250">
                <a:moveTo>
                  <a:pt x="857250" y="0"/>
                </a:moveTo>
                <a:lnTo>
                  <a:pt x="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E20000"/>
            </a:solidFill>
            <a:prstDash val="solid"/>
          </a:ln>
        </p:spPr>
      </p:sp>
      <p:sp>
        <p:nvSpPr>
          <p:cNvPr id="143" name="Failure cross down 1">
            <a:extLst xmlns:a="http://schemas.openxmlformats.org/drawingml/2006/main">
              <a:ext uri="{FF2B5EF4-FFF2-40B4-BE49-F238E27FC236}">
                <a16:creationId xmlns:a16="http://schemas.microsoft.com/office/drawing/2014/main" id="{6CA9A0C2-9227-46A3-B1EB-23A85777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450404"/>
            <a:ext cx="800100" cy="800100"/>
          </a:xfrm>
          <a:custGeom xmlns:a="http://schemas.openxmlformats.org/drawingml/2006/main">
            <a:pathLst>
              <a:path w="800100" h="800100">
                <a:moveTo>
                  <a:pt x="0" y="0"/>
                </a:moveTo>
                <a:lnTo>
                  <a:pt x="80010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80975">
            <a:solidFill>
              <a:srgbClr val="FFFFFF"/>
            </a:solidFill>
            <a:prstDash val="solid"/>
          </a:ln>
        </p:spPr>
      </p:sp>
      <p:sp>
        <p:nvSpPr>
          <p:cNvPr id="144" name="Failure cross up 1">
            <a:extLst xmlns:a="http://schemas.openxmlformats.org/drawingml/2006/main">
              <a:ext uri="{FF2B5EF4-FFF2-40B4-BE49-F238E27FC236}">
                <a16:creationId xmlns:a16="http://schemas.microsoft.com/office/drawing/2014/main" id="{E326F5D1-FF44-4C53-BE03-89B7E22B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450404"/>
            <a:ext cx="800100" cy="800100"/>
          </a:xfrm>
          <a:custGeom xmlns:a="http://schemas.openxmlformats.org/drawingml/2006/main">
            <a:pathLst>
              <a:path w="800100" h="800100">
                <a:moveTo>
                  <a:pt x="80010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80975">
            <a:solidFill>
              <a:srgbClr val="FFFFFF"/>
            </a:solidFill>
            <a:prstDash val="solid"/>
          </a:ln>
        </p:spPr>
      </p:sp>
      <p:sp>
        <p:nvSpPr>
          <p:cNvPr id="145" name="Failure cross red down 1">
            <a:extLst xmlns:a="http://schemas.openxmlformats.org/drawingml/2006/main">
              <a:ext uri="{FF2B5EF4-FFF2-40B4-BE49-F238E27FC236}">
                <a16:creationId xmlns:a16="http://schemas.microsoft.com/office/drawing/2014/main" id="{300B41BD-6CED-4D79-8293-69845140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450404"/>
            <a:ext cx="800100" cy="800100"/>
          </a:xfrm>
          <a:custGeom xmlns:a="http://schemas.openxmlformats.org/drawingml/2006/main">
            <a:pathLst>
              <a:path w="800100" h="800100">
                <a:moveTo>
                  <a:pt x="0" y="0"/>
                </a:moveTo>
                <a:lnTo>
                  <a:pt x="80010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E20000"/>
            </a:solidFill>
            <a:prstDash val="solid"/>
          </a:ln>
        </p:spPr>
      </p:sp>
      <p:sp>
        <p:nvSpPr>
          <p:cNvPr id="146" name="Failure cross red up 1">
            <a:extLst xmlns:a="http://schemas.openxmlformats.org/drawingml/2006/main">
              <a:ext uri="{FF2B5EF4-FFF2-40B4-BE49-F238E27FC236}">
                <a16:creationId xmlns:a16="http://schemas.microsoft.com/office/drawing/2014/main" id="{9EFFA472-26A6-42F8-81C0-62E353DF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450404"/>
            <a:ext cx="800100" cy="800100"/>
          </a:xfrm>
          <a:custGeom xmlns:a="http://schemas.openxmlformats.org/drawingml/2006/main">
            <a:pathLst>
              <a:path w="800100" h="800100">
                <a:moveTo>
                  <a:pt x="80010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E20000"/>
            </a:solidFill>
            <a:prstDash val="solid"/>
          </a:ln>
        </p:spPr>
      </p:sp>
      <p:sp>
        <p:nvSpPr>
          <p:cNvPr id="147" name="Drawing process left rule">
            <a:extLst xmlns:a="http://schemas.openxmlformats.org/drawingml/2006/main">
              <a:ext uri="{FF2B5EF4-FFF2-40B4-BE49-F238E27FC236}">
                <a16:creationId xmlns:a16="http://schemas.microsoft.com/office/drawing/2014/main" id="{A9F9F192-CE2D-4A65-8C81-3783EAB6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774004"/>
            <a:ext cx="3057525" cy="191"/>
          </a:xfrm>
          <a:custGeom xmlns:a="http://schemas.openxmlformats.org/drawingml/2006/main">
            <a:pathLst>
              <a:path w="3057525" h="191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E5FA7"/>
            </a:solidFill>
            <a:prstDash val="solid"/>
          </a:ln>
        </p:spPr>
      </p:sp>
      <p:sp>
        <p:nvSpPr>
          <p:cNvPr id="148" name="Drawing process right rule shaft">
            <a:extLst xmlns:a="http://schemas.openxmlformats.org/drawingml/2006/main">
              <a:ext uri="{FF2B5EF4-FFF2-40B4-BE49-F238E27FC236}">
                <a16:creationId xmlns:a16="http://schemas.microsoft.com/office/drawing/2014/main" id="{2352CCD7-013C-41DA-986C-73A1FEB2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7774004"/>
            <a:ext cx="3086100" cy="191"/>
          </a:xfrm>
          <a:custGeom xmlns:a="http://schemas.openxmlformats.org/drawingml/2006/main">
            <a:pathLst>
              <a:path w="3086100" h="191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E5FA7"/>
            </a:solidFill>
            <a:prstDash val="solid"/>
          </a:ln>
        </p:spPr>
      </p:sp>
      <p:sp>
        <p:nvSpPr>
          <p:cNvPr id="149" name="Drawing process right rule arrowhead">
            <a:extLst xmlns:a="http://schemas.openxmlformats.org/drawingml/2006/main">
              <a:ext uri="{FF2B5EF4-FFF2-40B4-BE49-F238E27FC236}">
                <a16:creationId xmlns:a16="http://schemas.microsoft.com/office/drawing/2014/main" id="{6AEDEC6B-744B-4533-9370-1B70E1BD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2325" y="7690184"/>
            <a:ext cx="152400" cy="167640"/>
          </a:xfrm>
          <a:custGeom xmlns:a="http://schemas.openxmlformats.org/drawingml/2006/main">
            <a:pathLst>
              <a:path w="152400" h="167640">
                <a:moveTo>
                  <a:pt x="152400" y="83820"/>
                </a:moveTo>
                <a:lnTo>
                  <a:pt x="0" y="0"/>
                </a:lnTo>
                <a:lnTo>
                  <a:pt x="0" y="167640"/>
                </a:lnTo>
                <a:close/>
              </a:path>
            </a:pathLst>
          </a:custGeom>
          <a:solidFill xmlns:a="http://schemas.openxmlformats.org/drawingml/2006/main">
            <a:srgbClr val="1E5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raw as human being lettering dark">
            <a:extLst xmlns:a="http://schemas.openxmlformats.org/drawingml/2006/main">
              <a:ext uri="{FF2B5EF4-FFF2-40B4-BE49-F238E27FC236}">
                <a16:creationId xmlns:a16="http://schemas.microsoft.com/office/drawing/2014/main" id="{50556E15-8AB5-44B7-9C34-2F612232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0200" y="7396179"/>
            <a:ext cx="2705100" cy="254000"/>
          </a:xfrm>
          <a:custGeom xmlns:a="http://schemas.openxmlformats.org/drawingml/2006/main">
            <a:pathLst>
              <a:path w="2705100" h="254000">
                <a:moveTo>
                  <a:pt x="647700" y="209550"/>
                </a:moveTo>
                <a:lnTo>
                  <a:pt x="635000" y="209550"/>
                </a:lnTo>
                <a:lnTo>
                  <a:pt x="615950" y="228600"/>
                </a:lnTo>
                <a:lnTo>
                  <a:pt x="609600" y="228600"/>
                </a:lnTo>
                <a:lnTo>
                  <a:pt x="609600" y="234950"/>
                </a:lnTo>
                <a:lnTo>
                  <a:pt x="615950" y="234950"/>
                </a:lnTo>
                <a:lnTo>
                  <a:pt x="635000" y="247650"/>
                </a:lnTo>
                <a:lnTo>
                  <a:pt x="615950" y="228600"/>
                </a:lnTo>
                <a:lnTo>
                  <a:pt x="635000" y="209550"/>
                </a:lnTo>
                <a:close/>
                <a:moveTo>
                  <a:pt x="787400" y="203200"/>
                </a:moveTo>
                <a:lnTo>
                  <a:pt x="787400" y="209550"/>
                </a:lnTo>
                <a:lnTo>
                  <a:pt x="793750" y="209550"/>
                </a:lnTo>
                <a:lnTo>
                  <a:pt x="806450" y="222250"/>
                </a:lnTo>
                <a:lnTo>
                  <a:pt x="806450" y="215900"/>
                </a:lnTo>
                <a:close/>
                <a:moveTo>
                  <a:pt x="533400" y="203200"/>
                </a:moveTo>
                <a:lnTo>
                  <a:pt x="533400" y="209550"/>
                </a:lnTo>
                <a:lnTo>
                  <a:pt x="527050" y="215900"/>
                </a:lnTo>
                <a:lnTo>
                  <a:pt x="533400" y="209550"/>
                </a:lnTo>
                <a:lnTo>
                  <a:pt x="539750" y="215900"/>
                </a:lnTo>
                <a:lnTo>
                  <a:pt x="539750" y="222250"/>
                </a:lnTo>
                <a:lnTo>
                  <a:pt x="552450" y="222250"/>
                </a:lnTo>
                <a:lnTo>
                  <a:pt x="552450" y="215900"/>
                </a:lnTo>
                <a:close/>
                <a:moveTo>
                  <a:pt x="0" y="177800"/>
                </a:moveTo>
                <a:lnTo>
                  <a:pt x="12700" y="190500"/>
                </a:lnTo>
                <a:lnTo>
                  <a:pt x="19050" y="190500"/>
                </a:lnTo>
                <a:lnTo>
                  <a:pt x="6350" y="177800"/>
                </a:lnTo>
                <a:close/>
                <a:moveTo>
                  <a:pt x="152400" y="171450"/>
                </a:moveTo>
                <a:lnTo>
                  <a:pt x="152400" y="184150"/>
                </a:lnTo>
                <a:lnTo>
                  <a:pt x="146050" y="190500"/>
                </a:lnTo>
                <a:lnTo>
                  <a:pt x="146050" y="196850"/>
                </a:lnTo>
                <a:lnTo>
                  <a:pt x="152400" y="203200"/>
                </a:lnTo>
                <a:lnTo>
                  <a:pt x="152400" y="222250"/>
                </a:lnTo>
                <a:lnTo>
                  <a:pt x="146050" y="228600"/>
                </a:lnTo>
                <a:lnTo>
                  <a:pt x="139700" y="222250"/>
                </a:lnTo>
                <a:lnTo>
                  <a:pt x="139700" y="209550"/>
                </a:lnTo>
                <a:lnTo>
                  <a:pt x="139700" y="228600"/>
                </a:lnTo>
                <a:lnTo>
                  <a:pt x="146050" y="234950"/>
                </a:lnTo>
                <a:lnTo>
                  <a:pt x="146050" y="254000"/>
                </a:lnTo>
                <a:lnTo>
                  <a:pt x="146050" y="234950"/>
                </a:lnTo>
                <a:lnTo>
                  <a:pt x="152400" y="228600"/>
                </a:lnTo>
                <a:lnTo>
                  <a:pt x="158750" y="228600"/>
                </a:lnTo>
                <a:lnTo>
                  <a:pt x="152400" y="222250"/>
                </a:lnTo>
                <a:lnTo>
                  <a:pt x="158750" y="215900"/>
                </a:lnTo>
                <a:lnTo>
                  <a:pt x="158750" y="203200"/>
                </a:lnTo>
                <a:lnTo>
                  <a:pt x="152400" y="196850"/>
                </a:lnTo>
                <a:close/>
                <a:moveTo>
                  <a:pt x="412750" y="139700"/>
                </a:moveTo>
                <a:lnTo>
                  <a:pt x="412750" y="152400"/>
                </a:lnTo>
                <a:lnTo>
                  <a:pt x="393700" y="165100"/>
                </a:lnTo>
                <a:lnTo>
                  <a:pt x="393700" y="190500"/>
                </a:lnTo>
                <a:lnTo>
                  <a:pt x="387350" y="196850"/>
                </a:lnTo>
                <a:lnTo>
                  <a:pt x="381000" y="196850"/>
                </a:lnTo>
                <a:lnTo>
                  <a:pt x="387350" y="203200"/>
                </a:lnTo>
                <a:lnTo>
                  <a:pt x="387350" y="209550"/>
                </a:lnTo>
                <a:lnTo>
                  <a:pt x="387350" y="196850"/>
                </a:lnTo>
                <a:lnTo>
                  <a:pt x="400050" y="184150"/>
                </a:lnTo>
                <a:lnTo>
                  <a:pt x="406400" y="190500"/>
                </a:lnTo>
                <a:lnTo>
                  <a:pt x="406400" y="203200"/>
                </a:lnTo>
                <a:lnTo>
                  <a:pt x="406400" y="184150"/>
                </a:lnTo>
                <a:lnTo>
                  <a:pt x="400050" y="177800"/>
                </a:lnTo>
                <a:lnTo>
                  <a:pt x="400050" y="165100"/>
                </a:lnTo>
                <a:lnTo>
                  <a:pt x="406400" y="158750"/>
                </a:lnTo>
                <a:lnTo>
                  <a:pt x="412750" y="165100"/>
                </a:lnTo>
                <a:close/>
                <a:moveTo>
                  <a:pt x="184150" y="133350"/>
                </a:moveTo>
                <a:lnTo>
                  <a:pt x="184150" y="146050"/>
                </a:lnTo>
                <a:lnTo>
                  <a:pt x="171450" y="165100"/>
                </a:lnTo>
                <a:lnTo>
                  <a:pt x="190500" y="177800"/>
                </a:lnTo>
                <a:lnTo>
                  <a:pt x="184150" y="184150"/>
                </a:lnTo>
                <a:lnTo>
                  <a:pt x="196850" y="165100"/>
                </a:lnTo>
                <a:lnTo>
                  <a:pt x="196850" y="158750"/>
                </a:lnTo>
                <a:lnTo>
                  <a:pt x="190500" y="152400"/>
                </a:lnTo>
                <a:lnTo>
                  <a:pt x="190500" y="139700"/>
                </a:lnTo>
                <a:close/>
                <a:moveTo>
                  <a:pt x="184150" y="158750"/>
                </a:moveTo>
                <a:lnTo>
                  <a:pt x="190500" y="152400"/>
                </a:lnTo>
                <a:lnTo>
                  <a:pt x="196850" y="158750"/>
                </a:lnTo>
                <a:lnTo>
                  <a:pt x="190500" y="165100"/>
                </a:lnTo>
                <a:close/>
                <a:moveTo>
                  <a:pt x="2654300" y="88900"/>
                </a:moveTo>
                <a:lnTo>
                  <a:pt x="2654300" y="101600"/>
                </a:lnTo>
                <a:lnTo>
                  <a:pt x="2660650" y="107950"/>
                </a:lnTo>
                <a:lnTo>
                  <a:pt x="2660650" y="120650"/>
                </a:lnTo>
                <a:lnTo>
                  <a:pt x="2667000" y="127000"/>
                </a:lnTo>
                <a:lnTo>
                  <a:pt x="2667000" y="133350"/>
                </a:lnTo>
                <a:lnTo>
                  <a:pt x="2660650" y="139700"/>
                </a:lnTo>
                <a:lnTo>
                  <a:pt x="2660650" y="146050"/>
                </a:lnTo>
                <a:lnTo>
                  <a:pt x="2654300" y="152400"/>
                </a:lnTo>
                <a:lnTo>
                  <a:pt x="2647950" y="152400"/>
                </a:lnTo>
                <a:lnTo>
                  <a:pt x="2647950" y="158750"/>
                </a:lnTo>
                <a:lnTo>
                  <a:pt x="2654300" y="165100"/>
                </a:lnTo>
                <a:lnTo>
                  <a:pt x="2654300" y="152400"/>
                </a:lnTo>
                <a:lnTo>
                  <a:pt x="2660650" y="146050"/>
                </a:lnTo>
                <a:lnTo>
                  <a:pt x="2660650" y="139700"/>
                </a:lnTo>
                <a:lnTo>
                  <a:pt x="2667000" y="133350"/>
                </a:lnTo>
                <a:lnTo>
                  <a:pt x="2667000" y="120650"/>
                </a:lnTo>
                <a:lnTo>
                  <a:pt x="2673350" y="114300"/>
                </a:lnTo>
                <a:lnTo>
                  <a:pt x="2673350" y="107950"/>
                </a:lnTo>
                <a:lnTo>
                  <a:pt x="2673350" y="114300"/>
                </a:lnTo>
                <a:lnTo>
                  <a:pt x="2667000" y="120650"/>
                </a:lnTo>
                <a:lnTo>
                  <a:pt x="2660650" y="114300"/>
                </a:lnTo>
                <a:lnTo>
                  <a:pt x="2660650" y="107950"/>
                </a:lnTo>
                <a:lnTo>
                  <a:pt x="2654300" y="101600"/>
                </a:lnTo>
                <a:close/>
                <a:moveTo>
                  <a:pt x="196850" y="69850"/>
                </a:moveTo>
                <a:lnTo>
                  <a:pt x="196850" y="76200"/>
                </a:lnTo>
                <a:lnTo>
                  <a:pt x="184150" y="88900"/>
                </a:lnTo>
                <a:lnTo>
                  <a:pt x="184150" y="95250"/>
                </a:lnTo>
                <a:lnTo>
                  <a:pt x="184150" y="88900"/>
                </a:lnTo>
                <a:lnTo>
                  <a:pt x="190500" y="82550"/>
                </a:lnTo>
                <a:lnTo>
                  <a:pt x="196850" y="88900"/>
                </a:lnTo>
                <a:lnTo>
                  <a:pt x="196850" y="107950"/>
                </a:lnTo>
                <a:lnTo>
                  <a:pt x="203200" y="114300"/>
                </a:lnTo>
                <a:lnTo>
                  <a:pt x="203200" y="139700"/>
                </a:lnTo>
                <a:lnTo>
                  <a:pt x="209550" y="133350"/>
                </a:lnTo>
                <a:lnTo>
                  <a:pt x="209550" y="114300"/>
                </a:lnTo>
                <a:lnTo>
                  <a:pt x="222250" y="101600"/>
                </a:lnTo>
                <a:lnTo>
                  <a:pt x="222250" y="82550"/>
                </a:lnTo>
                <a:lnTo>
                  <a:pt x="215900" y="82550"/>
                </a:lnTo>
                <a:close/>
                <a:moveTo>
                  <a:pt x="215900" y="82550"/>
                </a:moveTo>
                <a:lnTo>
                  <a:pt x="222250" y="88900"/>
                </a:lnTo>
                <a:lnTo>
                  <a:pt x="222250" y="101600"/>
                </a:lnTo>
                <a:lnTo>
                  <a:pt x="215900" y="107950"/>
                </a:lnTo>
                <a:lnTo>
                  <a:pt x="209550" y="101600"/>
                </a:lnTo>
                <a:lnTo>
                  <a:pt x="209550" y="88900"/>
                </a:lnTo>
                <a:close/>
                <a:moveTo>
                  <a:pt x="361950" y="50800"/>
                </a:moveTo>
                <a:lnTo>
                  <a:pt x="361950" y="63500"/>
                </a:lnTo>
                <a:lnTo>
                  <a:pt x="368300" y="69850"/>
                </a:lnTo>
                <a:lnTo>
                  <a:pt x="368300" y="76200"/>
                </a:lnTo>
                <a:lnTo>
                  <a:pt x="381000" y="95250"/>
                </a:lnTo>
                <a:lnTo>
                  <a:pt x="381000" y="107950"/>
                </a:lnTo>
                <a:lnTo>
                  <a:pt x="387350" y="114300"/>
                </a:lnTo>
                <a:lnTo>
                  <a:pt x="387350" y="146050"/>
                </a:lnTo>
                <a:lnTo>
                  <a:pt x="387350" y="114300"/>
                </a:lnTo>
                <a:lnTo>
                  <a:pt x="381000" y="107950"/>
                </a:lnTo>
                <a:lnTo>
                  <a:pt x="381000" y="101600"/>
                </a:lnTo>
                <a:lnTo>
                  <a:pt x="387350" y="95250"/>
                </a:lnTo>
                <a:lnTo>
                  <a:pt x="400050" y="107950"/>
                </a:lnTo>
                <a:lnTo>
                  <a:pt x="400050" y="114300"/>
                </a:lnTo>
                <a:lnTo>
                  <a:pt x="406400" y="120650"/>
                </a:lnTo>
                <a:lnTo>
                  <a:pt x="406400" y="127000"/>
                </a:lnTo>
                <a:lnTo>
                  <a:pt x="406400" y="107950"/>
                </a:lnTo>
                <a:lnTo>
                  <a:pt x="400050" y="101600"/>
                </a:lnTo>
                <a:lnTo>
                  <a:pt x="400050" y="95250"/>
                </a:lnTo>
                <a:lnTo>
                  <a:pt x="387350" y="76200"/>
                </a:lnTo>
                <a:lnTo>
                  <a:pt x="387350" y="88900"/>
                </a:lnTo>
                <a:lnTo>
                  <a:pt x="381000" y="95250"/>
                </a:lnTo>
                <a:lnTo>
                  <a:pt x="374650" y="88900"/>
                </a:lnTo>
                <a:lnTo>
                  <a:pt x="374650" y="76200"/>
                </a:lnTo>
                <a:lnTo>
                  <a:pt x="368300" y="69850"/>
                </a:lnTo>
                <a:lnTo>
                  <a:pt x="374650" y="63500"/>
                </a:lnTo>
                <a:lnTo>
                  <a:pt x="374650" y="57150"/>
                </a:lnTo>
                <a:lnTo>
                  <a:pt x="368300" y="57150"/>
                </a:lnTo>
                <a:close/>
                <a:moveTo>
                  <a:pt x="190500" y="44450"/>
                </a:moveTo>
                <a:lnTo>
                  <a:pt x="177800" y="44450"/>
                </a:lnTo>
                <a:lnTo>
                  <a:pt x="171450" y="38100"/>
                </a:lnTo>
                <a:lnTo>
                  <a:pt x="165100" y="38100"/>
                </a:lnTo>
                <a:lnTo>
                  <a:pt x="158750" y="44450"/>
                </a:lnTo>
                <a:lnTo>
                  <a:pt x="146050" y="44450"/>
                </a:lnTo>
                <a:lnTo>
                  <a:pt x="152400" y="50800"/>
                </a:lnTo>
                <a:lnTo>
                  <a:pt x="146050" y="57150"/>
                </a:lnTo>
                <a:lnTo>
                  <a:pt x="139700" y="57150"/>
                </a:lnTo>
                <a:lnTo>
                  <a:pt x="133350" y="50800"/>
                </a:lnTo>
                <a:lnTo>
                  <a:pt x="120650" y="50800"/>
                </a:lnTo>
                <a:lnTo>
                  <a:pt x="114300" y="57150"/>
                </a:lnTo>
                <a:lnTo>
                  <a:pt x="107950" y="57150"/>
                </a:lnTo>
                <a:lnTo>
                  <a:pt x="101600" y="63500"/>
                </a:lnTo>
                <a:lnTo>
                  <a:pt x="95250" y="63500"/>
                </a:lnTo>
                <a:lnTo>
                  <a:pt x="88900" y="69850"/>
                </a:lnTo>
                <a:lnTo>
                  <a:pt x="82550" y="69850"/>
                </a:lnTo>
                <a:lnTo>
                  <a:pt x="76200" y="76200"/>
                </a:lnTo>
                <a:lnTo>
                  <a:pt x="69850" y="76200"/>
                </a:lnTo>
                <a:lnTo>
                  <a:pt x="50800" y="95250"/>
                </a:lnTo>
                <a:lnTo>
                  <a:pt x="44450" y="95250"/>
                </a:lnTo>
                <a:lnTo>
                  <a:pt x="31750" y="107950"/>
                </a:lnTo>
                <a:lnTo>
                  <a:pt x="38100" y="101600"/>
                </a:lnTo>
                <a:lnTo>
                  <a:pt x="44450" y="101600"/>
                </a:lnTo>
                <a:lnTo>
                  <a:pt x="57150" y="88900"/>
                </a:lnTo>
                <a:lnTo>
                  <a:pt x="63500" y="88900"/>
                </a:lnTo>
                <a:lnTo>
                  <a:pt x="82550" y="69850"/>
                </a:lnTo>
                <a:lnTo>
                  <a:pt x="88900" y="69850"/>
                </a:lnTo>
                <a:lnTo>
                  <a:pt x="95250" y="63500"/>
                </a:lnTo>
                <a:lnTo>
                  <a:pt x="101600" y="63500"/>
                </a:lnTo>
                <a:lnTo>
                  <a:pt x="107950" y="69850"/>
                </a:lnTo>
                <a:lnTo>
                  <a:pt x="101600" y="76200"/>
                </a:lnTo>
                <a:lnTo>
                  <a:pt x="107950" y="69850"/>
                </a:lnTo>
                <a:lnTo>
                  <a:pt x="120650" y="69850"/>
                </a:lnTo>
                <a:lnTo>
                  <a:pt x="139700" y="57150"/>
                </a:lnTo>
                <a:lnTo>
                  <a:pt x="152400" y="57150"/>
                </a:lnTo>
                <a:lnTo>
                  <a:pt x="158750" y="50800"/>
                </a:lnTo>
                <a:lnTo>
                  <a:pt x="171450" y="50800"/>
                </a:lnTo>
                <a:lnTo>
                  <a:pt x="177800" y="44450"/>
                </a:lnTo>
                <a:close/>
                <a:moveTo>
                  <a:pt x="101600" y="63500"/>
                </a:moveTo>
                <a:lnTo>
                  <a:pt x="120650" y="50800"/>
                </a:lnTo>
                <a:lnTo>
                  <a:pt x="127000" y="50800"/>
                </a:lnTo>
                <a:lnTo>
                  <a:pt x="133350" y="57150"/>
                </a:lnTo>
                <a:lnTo>
                  <a:pt x="120650" y="69850"/>
                </a:lnTo>
                <a:lnTo>
                  <a:pt x="107950" y="69850"/>
                </a:lnTo>
                <a:close/>
                <a:moveTo>
                  <a:pt x="2692400" y="19050"/>
                </a:moveTo>
                <a:lnTo>
                  <a:pt x="2686050" y="19050"/>
                </a:lnTo>
                <a:lnTo>
                  <a:pt x="2673350" y="38100"/>
                </a:lnTo>
                <a:lnTo>
                  <a:pt x="2673350" y="44450"/>
                </a:lnTo>
                <a:lnTo>
                  <a:pt x="2679700" y="38100"/>
                </a:lnTo>
                <a:lnTo>
                  <a:pt x="2679700" y="25400"/>
                </a:lnTo>
                <a:lnTo>
                  <a:pt x="2686050" y="19050"/>
                </a:lnTo>
                <a:lnTo>
                  <a:pt x="2698750" y="31750"/>
                </a:lnTo>
                <a:lnTo>
                  <a:pt x="2698750" y="44450"/>
                </a:lnTo>
                <a:lnTo>
                  <a:pt x="2686050" y="57150"/>
                </a:lnTo>
                <a:lnTo>
                  <a:pt x="2686050" y="76200"/>
                </a:lnTo>
                <a:lnTo>
                  <a:pt x="2679700" y="82550"/>
                </a:lnTo>
                <a:lnTo>
                  <a:pt x="2660650" y="69850"/>
                </a:lnTo>
                <a:lnTo>
                  <a:pt x="2667000" y="63500"/>
                </a:lnTo>
                <a:lnTo>
                  <a:pt x="2667000" y="57150"/>
                </a:lnTo>
                <a:lnTo>
                  <a:pt x="2667000" y="63500"/>
                </a:lnTo>
                <a:lnTo>
                  <a:pt x="2660650" y="69850"/>
                </a:lnTo>
                <a:lnTo>
                  <a:pt x="2667000" y="76200"/>
                </a:lnTo>
                <a:lnTo>
                  <a:pt x="2667000" y="82550"/>
                </a:lnTo>
                <a:lnTo>
                  <a:pt x="2673350" y="76200"/>
                </a:lnTo>
                <a:lnTo>
                  <a:pt x="2679700" y="82550"/>
                </a:lnTo>
                <a:lnTo>
                  <a:pt x="2679700" y="95250"/>
                </a:lnTo>
                <a:lnTo>
                  <a:pt x="2679700" y="88900"/>
                </a:lnTo>
                <a:lnTo>
                  <a:pt x="2692400" y="69850"/>
                </a:lnTo>
                <a:lnTo>
                  <a:pt x="2692400" y="57150"/>
                </a:lnTo>
                <a:lnTo>
                  <a:pt x="2698750" y="50800"/>
                </a:lnTo>
                <a:lnTo>
                  <a:pt x="2698750" y="38100"/>
                </a:lnTo>
                <a:lnTo>
                  <a:pt x="2705100" y="31750"/>
                </a:lnTo>
                <a:close/>
                <a:moveTo>
                  <a:pt x="196850" y="31750"/>
                </a:moveTo>
                <a:lnTo>
                  <a:pt x="203200" y="31750"/>
                </a:lnTo>
                <a:lnTo>
                  <a:pt x="209550" y="38100"/>
                </a:lnTo>
                <a:lnTo>
                  <a:pt x="228600" y="38100"/>
                </a:lnTo>
                <a:lnTo>
                  <a:pt x="234950" y="31750"/>
                </a:lnTo>
                <a:lnTo>
                  <a:pt x="298450" y="31750"/>
                </a:lnTo>
                <a:lnTo>
                  <a:pt x="304800" y="38100"/>
                </a:lnTo>
                <a:lnTo>
                  <a:pt x="323850" y="38100"/>
                </a:lnTo>
                <a:lnTo>
                  <a:pt x="330200" y="44450"/>
                </a:lnTo>
                <a:lnTo>
                  <a:pt x="336550" y="44450"/>
                </a:lnTo>
                <a:lnTo>
                  <a:pt x="342900" y="38100"/>
                </a:lnTo>
                <a:lnTo>
                  <a:pt x="336550" y="31750"/>
                </a:lnTo>
                <a:lnTo>
                  <a:pt x="330200" y="31750"/>
                </a:lnTo>
                <a:lnTo>
                  <a:pt x="323850" y="38100"/>
                </a:lnTo>
                <a:lnTo>
                  <a:pt x="304800" y="38100"/>
                </a:lnTo>
                <a:lnTo>
                  <a:pt x="298450" y="31750"/>
                </a:lnTo>
                <a:lnTo>
                  <a:pt x="234950" y="31750"/>
                </a:lnTo>
                <a:lnTo>
                  <a:pt x="228600" y="38100"/>
                </a:lnTo>
                <a:lnTo>
                  <a:pt x="222250" y="38100"/>
                </a:lnTo>
                <a:lnTo>
                  <a:pt x="215900" y="31750"/>
                </a:lnTo>
                <a:lnTo>
                  <a:pt x="215900" y="25400"/>
                </a:lnTo>
                <a:lnTo>
                  <a:pt x="222250" y="19050"/>
                </a:lnTo>
                <a:lnTo>
                  <a:pt x="298450" y="19050"/>
                </a:lnTo>
                <a:lnTo>
                  <a:pt x="273050" y="19050"/>
                </a:lnTo>
                <a:lnTo>
                  <a:pt x="266700" y="12700"/>
                </a:lnTo>
                <a:lnTo>
                  <a:pt x="228600" y="12700"/>
                </a:lnTo>
                <a:lnTo>
                  <a:pt x="222250" y="19050"/>
                </a:lnTo>
                <a:lnTo>
                  <a:pt x="215900" y="19050"/>
                </a:lnTo>
                <a:lnTo>
                  <a:pt x="203200" y="31750"/>
                </a:lnTo>
                <a:close/>
                <a:moveTo>
                  <a:pt x="323850" y="38100"/>
                </a:moveTo>
                <a:lnTo>
                  <a:pt x="330200" y="31750"/>
                </a:lnTo>
                <a:lnTo>
                  <a:pt x="336550" y="38100"/>
                </a:lnTo>
                <a:lnTo>
                  <a:pt x="330200" y="44450"/>
                </a:lnTo>
                <a:close/>
                <a:moveTo>
                  <a:pt x="1644650" y="0"/>
                </a:moveTo>
                <a:lnTo>
                  <a:pt x="1651000" y="6350"/>
                </a:lnTo>
                <a:lnTo>
                  <a:pt x="1644650" y="12700"/>
                </a:lnTo>
                <a:lnTo>
                  <a:pt x="1644650" y="19050"/>
                </a:lnTo>
                <a:lnTo>
                  <a:pt x="1638300" y="25400"/>
                </a:lnTo>
                <a:lnTo>
                  <a:pt x="1638300" y="31750"/>
                </a:lnTo>
                <a:lnTo>
                  <a:pt x="1631950" y="38100"/>
                </a:lnTo>
                <a:lnTo>
                  <a:pt x="1625600" y="31750"/>
                </a:lnTo>
                <a:lnTo>
                  <a:pt x="1631950" y="38100"/>
                </a:lnTo>
                <a:lnTo>
                  <a:pt x="1631950" y="50800"/>
                </a:lnTo>
                <a:lnTo>
                  <a:pt x="1625600" y="57150"/>
                </a:lnTo>
                <a:lnTo>
                  <a:pt x="1619250" y="57150"/>
                </a:lnTo>
                <a:lnTo>
                  <a:pt x="1612900" y="50800"/>
                </a:lnTo>
                <a:lnTo>
                  <a:pt x="1612900" y="69850"/>
                </a:lnTo>
                <a:lnTo>
                  <a:pt x="1619250" y="63500"/>
                </a:lnTo>
                <a:lnTo>
                  <a:pt x="1625600" y="69850"/>
                </a:lnTo>
                <a:lnTo>
                  <a:pt x="1625600" y="57150"/>
                </a:lnTo>
                <a:lnTo>
                  <a:pt x="1631950" y="50800"/>
                </a:lnTo>
                <a:lnTo>
                  <a:pt x="1631950" y="38100"/>
                </a:lnTo>
                <a:lnTo>
                  <a:pt x="1638300" y="31750"/>
                </a:lnTo>
                <a:lnTo>
                  <a:pt x="1638300" y="25400"/>
                </a:lnTo>
                <a:lnTo>
                  <a:pt x="1651000" y="6350"/>
                </a:lnTo>
                <a:close/>
              </a:path>
            </a:pathLst>
          </a:custGeom>
          <a:solidFill xmlns:a="http://schemas.openxmlformats.org/drawingml/2006/main">
            <a:srgbClr val="101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raw as human being lettering blue">
            <a:extLst xmlns:a="http://schemas.openxmlformats.org/drawingml/2006/main">
              <a:ext uri="{FF2B5EF4-FFF2-40B4-BE49-F238E27FC236}">
                <a16:creationId xmlns:a16="http://schemas.microsoft.com/office/drawing/2014/main" id="{FA7E6845-8710-407C-97DD-1B4F77A4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6850" y="7383479"/>
            <a:ext cx="3625850" cy="584200"/>
          </a:xfrm>
          <a:custGeom xmlns:a="http://schemas.openxmlformats.org/drawingml/2006/main">
            <a:pathLst>
              <a:path w="3625850" h="584200">
                <a:moveTo>
                  <a:pt x="1993900" y="450850"/>
                </a:moveTo>
                <a:lnTo>
                  <a:pt x="2184400" y="450850"/>
                </a:lnTo>
                <a:lnTo>
                  <a:pt x="2190750" y="457200"/>
                </a:lnTo>
                <a:lnTo>
                  <a:pt x="2343150" y="457200"/>
                </a:lnTo>
                <a:lnTo>
                  <a:pt x="2349500" y="463550"/>
                </a:lnTo>
                <a:lnTo>
                  <a:pt x="2457450" y="463550"/>
                </a:lnTo>
                <a:lnTo>
                  <a:pt x="2419350" y="463550"/>
                </a:lnTo>
                <a:lnTo>
                  <a:pt x="2413000" y="457200"/>
                </a:lnTo>
                <a:lnTo>
                  <a:pt x="2393950" y="457200"/>
                </a:lnTo>
                <a:lnTo>
                  <a:pt x="2387600" y="463550"/>
                </a:lnTo>
                <a:lnTo>
                  <a:pt x="2381250" y="457200"/>
                </a:lnTo>
                <a:lnTo>
                  <a:pt x="2368550" y="457200"/>
                </a:lnTo>
                <a:lnTo>
                  <a:pt x="2362200" y="463550"/>
                </a:lnTo>
                <a:lnTo>
                  <a:pt x="2355850" y="457200"/>
                </a:lnTo>
                <a:lnTo>
                  <a:pt x="2336800" y="457200"/>
                </a:lnTo>
                <a:lnTo>
                  <a:pt x="2330450" y="450850"/>
                </a:lnTo>
                <a:lnTo>
                  <a:pt x="2286000" y="450850"/>
                </a:lnTo>
                <a:lnTo>
                  <a:pt x="2279650" y="457200"/>
                </a:lnTo>
                <a:lnTo>
                  <a:pt x="2260600" y="457200"/>
                </a:lnTo>
                <a:lnTo>
                  <a:pt x="2254250" y="450850"/>
                </a:lnTo>
                <a:lnTo>
                  <a:pt x="2247900" y="457200"/>
                </a:lnTo>
                <a:lnTo>
                  <a:pt x="2235200" y="457200"/>
                </a:lnTo>
                <a:lnTo>
                  <a:pt x="2228850" y="450850"/>
                </a:lnTo>
                <a:lnTo>
                  <a:pt x="2165350" y="450850"/>
                </a:lnTo>
                <a:lnTo>
                  <a:pt x="2159000" y="444500"/>
                </a:lnTo>
                <a:lnTo>
                  <a:pt x="2152650" y="444500"/>
                </a:lnTo>
                <a:lnTo>
                  <a:pt x="2146300" y="450850"/>
                </a:lnTo>
                <a:lnTo>
                  <a:pt x="2025650" y="450850"/>
                </a:lnTo>
                <a:lnTo>
                  <a:pt x="2019300" y="444500"/>
                </a:lnTo>
                <a:lnTo>
                  <a:pt x="2012950" y="444500"/>
                </a:lnTo>
                <a:lnTo>
                  <a:pt x="2006600" y="450850"/>
                </a:lnTo>
                <a:close/>
                <a:moveTo>
                  <a:pt x="1822450" y="438150"/>
                </a:moveTo>
                <a:lnTo>
                  <a:pt x="1803400" y="438150"/>
                </a:lnTo>
                <a:lnTo>
                  <a:pt x="1797050" y="431800"/>
                </a:lnTo>
                <a:lnTo>
                  <a:pt x="1790700" y="438150"/>
                </a:lnTo>
                <a:lnTo>
                  <a:pt x="1784350" y="431800"/>
                </a:lnTo>
                <a:lnTo>
                  <a:pt x="1771650" y="431800"/>
                </a:lnTo>
                <a:lnTo>
                  <a:pt x="1765300" y="438150"/>
                </a:lnTo>
                <a:lnTo>
                  <a:pt x="1587500" y="438150"/>
                </a:lnTo>
                <a:lnTo>
                  <a:pt x="1581150" y="444500"/>
                </a:lnTo>
                <a:lnTo>
                  <a:pt x="1435100" y="444500"/>
                </a:lnTo>
                <a:lnTo>
                  <a:pt x="1428750" y="450850"/>
                </a:lnTo>
                <a:lnTo>
                  <a:pt x="1352550" y="450850"/>
                </a:lnTo>
                <a:lnTo>
                  <a:pt x="1346200" y="457200"/>
                </a:lnTo>
                <a:lnTo>
                  <a:pt x="1270000" y="457200"/>
                </a:lnTo>
                <a:lnTo>
                  <a:pt x="1263650" y="463550"/>
                </a:lnTo>
                <a:lnTo>
                  <a:pt x="1200150" y="463550"/>
                </a:lnTo>
                <a:lnTo>
                  <a:pt x="1193800" y="469900"/>
                </a:lnTo>
                <a:lnTo>
                  <a:pt x="1136650" y="469900"/>
                </a:lnTo>
                <a:lnTo>
                  <a:pt x="1130300" y="476250"/>
                </a:lnTo>
                <a:lnTo>
                  <a:pt x="1085850" y="476250"/>
                </a:lnTo>
                <a:lnTo>
                  <a:pt x="1079500" y="482600"/>
                </a:lnTo>
                <a:lnTo>
                  <a:pt x="1035050" y="482600"/>
                </a:lnTo>
                <a:lnTo>
                  <a:pt x="1028700" y="488950"/>
                </a:lnTo>
                <a:lnTo>
                  <a:pt x="984250" y="488950"/>
                </a:lnTo>
                <a:lnTo>
                  <a:pt x="977900" y="495300"/>
                </a:lnTo>
                <a:lnTo>
                  <a:pt x="939800" y="495300"/>
                </a:lnTo>
                <a:lnTo>
                  <a:pt x="933450" y="501650"/>
                </a:lnTo>
                <a:lnTo>
                  <a:pt x="895350" y="501650"/>
                </a:lnTo>
                <a:lnTo>
                  <a:pt x="889000" y="508000"/>
                </a:lnTo>
                <a:lnTo>
                  <a:pt x="857250" y="508000"/>
                </a:lnTo>
                <a:lnTo>
                  <a:pt x="850900" y="514350"/>
                </a:lnTo>
                <a:lnTo>
                  <a:pt x="825500" y="514350"/>
                </a:lnTo>
                <a:lnTo>
                  <a:pt x="819150" y="520700"/>
                </a:lnTo>
                <a:lnTo>
                  <a:pt x="793750" y="520700"/>
                </a:lnTo>
                <a:lnTo>
                  <a:pt x="787400" y="527050"/>
                </a:lnTo>
                <a:lnTo>
                  <a:pt x="768350" y="527050"/>
                </a:lnTo>
                <a:lnTo>
                  <a:pt x="781050" y="527050"/>
                </a:lnTo>
                <a:lnTo>
                  <a:pt x="787400" y="533400"/>
                </a:lnTo>
                <a:lnTo>
                  <a:pt x="781050" y="539750"/>
                </a:lnTo>
                <a:lnTo>
                  <a:pt x="812800" y="539750"/>
                </a:lnTo>
                <a:lnTo>
                  <a:pt x="819150" y="533400"/>
                </a:lnTo>
                <a:lnTo>
                  <a:pt x="850900" y="533400"/>
                </a:lnTo>
                <a:lnTo>
                  <a:pt x="857250" y="527050"/>
                </a:lnTo>
                <a:lnTo>
                  <a:pt x="889000" y="527050"/>
                </a:lnTo>
                <a:lnTo>
                  <a:pt x="895350" y="520700"/>
                </a:lnTo>
                <a:lnTo>
                  <a:pt x="933450" y="520700"/>
                </a:lnTo>
                <a:lnTo>
                  <a:pt x="939800" y="514350"/>
                </a:lnTo>
                <a:lnTo>
                  <a:pt x="977900" y="514350"/>
                </a:lnTo>
                <a:lnTo>
                  <a:pt x="984250" y="508000"/>
                </a:lnTo>
                <a:lnTo>
                  <a:pt x="1022350" y="508000"/>
                </a:lnTo>
                <a:lnTo>
                  <a:pt x="1028700" y="501650"/>
                </a:lnTo>
                <a:lnTo>
                  <a:pt x="1079500" y="501650"/>
                </a:lnTo>
                <a:lnTo>
                  <a:pt x="1085850" y="495300"/>
                </a:lnTo>
                <a:lnTo>
                  <a:pt x="1123950" y="495300"/>
                </a:lnTo>
                <a:lnTo>
                  <a:pt x="1130300" y="488950"/>
                </a:lnTo>
                <a:lnTo>
                  <a:pt x="1181100" y="488950"/>
                </a:lnTo>
                <a:lnTo>
                  <a:pt x="1187450" y="482600"/>
                </a:lnTo>
                <a:lnTo>
                  <a:pt x="1225550" y="482600"/>
                </a:lnTo>
                <a:lnTo>
                  <a:pt x="1231900" y="476250"/>
                </a:lnTo>
                <a:lnTo>
                  <a:pt x="1282700" y="476250"/>
                </a:lnTo>
                <a:lnTo>
                  <a:pt x="1289050" y="469900"/>
                </a:lnTo>
                <a:lnTo>
                  <a:pt x="1333500" y="469900"/>
                </a:lnTo>
                <a:lnTo>
                  <a:pt x="1339850" y="463550"/>
                </a:lnTo>
                <a:lnTo>
                  <a:pt x="1358900" y="463550"/>
                </a:lnTo>
                <a:lnTo>
                  <a:pt x="1365250" y="469900"/>
                </a:lnTo>
                <a:lnTo>
                  <a:pt x="1371600" y="469900"/>
                </a:lnTo>
                <a:lnTo>
                  <a:pt x="1377950" y="463550"/>
                </a:lnTo>
                <a:lnTo>
                  <a:pt x="1416050" y="463550"/>
                </a:lnTo>
                <a:lnTo>
                  <a:pt x="1422400" y="457200"/>
                </a:lnTo>
                <a:lnTo>
                  <a:pt x="1447800" y="457200"/>
                </a:lnTo>
                <a:lnTo>
                  <a:pt x="1454150" y="463550"/>
                </a:lnTo>
                <a:lnTo>
                  <a:pt x="1460500" y="457200"/>
                </a:lnTo>
                <a:lnTo>
                  <a:pt x="1524000" y="457200"/>
                </a:lnTo>
                <a:lnTo>
                  <a:pt x="1530350" y="450850"/>
                </a:lnTo>
                <a:lnTo>
                  <a:pt x="1536700" y="450850"/>
                </a:lnTo>
                <a:lnTo>
                  <a:pt x="1543050" y="457200"/>
                </a:lnTo>
                <a:lnTo>
                  <a:pt x="1549400" y="450850"/>
                </a:lnTo>
                <a:lnTo>
                  <a:pt x="1562100" y="450850"/>
                </a:lnTo>
                <a:lnTo>
                  <a:pt x="1568450" y="457200"/>
                </a:lnTo>
                <a:lnTo>
                  <a:pt x="1574800" y="450850"/>
                </a:lnTo>
                <a:lnTo>
                  <a:pt x="1619250" y="450850"/>
                </a:lnTo>
                <a:lnTo>
                  <a:pt x="1625600" y="444500"/>
                </a:lnTo>
                <a:lnTo>
                  <a:pt x="1784350" y="444500"/>
                </a:lnTo>
                <a:lnTo>
                  <a:pt x="1790700" y="438150"/>
                </a:lnTo>
                <a:lnTo>
                  <a:pt x="1797050" y="438150"/>
                </a:lnTo>
                <a:lnTo>
                  <a:pt x="1803400" y="444500"/>
                </a:lnTo>
                <a:lnTo>
                  <a:pt x="1803400" y="450850"/>
                </a:lnTo>
                <a:lnTo>
                  <a:pt x="1803400" y="444500"/>
                </a:lnTo>
                <a:lnTo>
                  <a:pt x="1809750" y="438150"/>
                </a:lnTo>
                <a:close/>
                <a:moveTo>
                  <a:pt x="88900" y="431800"/>
                </a:moveTo>
                <a:lnTo>
                  <a:pt x="82550" y="431800"/>
                </a:lnTo>
                <a:lnTo>
                  <a:pt x="76200" y="438150"/>
                </a:lnTo>
                <a:lnTo>
                  <a:pt x="69850" y="438150"/>
                </a:lnTo>
                <a:lnTo>
                  <a:pt x="57150" y="450850"/>
                </a:lnTo>
                <a:lnTo>
                  <a:pt x="63500" y="450850"/>
                </a:lnTo>
                <a:lnTo>
                  <a:pt x="69850" y="444500"/>
                </a:lnTo>
                <a:lnTo>
                  <a:pt x="76200" y="444500"/>
                </a:lnTo>
                <a:close/>
                <a:moveTo>
                  <a:pt x="0" y="400050"/>
                </a:moveTo>
                <a:lnTo>
                  <a:pt x="31750" y="400050"/>
                </a:lnTo>
                <a:lnTo>
                  <a:pt x="38100" y="393700"/>
                </a:lnTo>
                <a:lnTo>
                  <a:pt x="6350" y="393700"/>
                </a:lnTo>
                <a:close/>
                <a:moveTo>
                  <a:pt x="3511550" y="355600"/>
                </a:moveTo>
                <a:lnTo>
                  <a:pt x="3511550" y="361950"/>
                </a:lnTo>
                <a:lnTo>
                  <a:pt x="3492500" y="381000"/>
                </a:lnTo>
                <a:lnTo>
                  <a:pt x="3486150" y="381000"/>
                </a:lnTo>
                <a:lnTo>
                  <a:pt x="3505200" y="393700"/>
                </a:lnTo>
                <a:lnTo>
                  <a:pt x="3505200" y="400050"/>
                </a:lnTo>
                <a:lnTo>
                  <a:pt x="3511550" y="406400"/>
                </a:lnTo>
                <a:lnTo>
                  <a:pt x="3511550" y="412750"/>
                </a:lnTo>
                <a:lnTo>
                  <a:pt x="3511550" y="406400"/>
                </a:lnTo>
                <a:lnTo>
                  <a:pt x="3517900" y="400050"/>
                </a:lnTo>
                <a:lnTo>
                  <a:pt x="3517900" y="393700"/>
                </a:lnTo>
                <a:lnTo>
                  <a:pt x="3536950" y="381000"/>
                </a:lnTo>
                <a:lnTo>
                  <a:pt x="3530600" y="381000"/>
                </a:lnTo>
                <a:lnTo>
                  <a:pt x="3511550" y="361950"/>
                </a:lnTo>
                <a:close/>
                <a:moveTo>
                  <a:pt x="3587750" y="349250"/>
                </a:moveTo>
                <a:lnTo>
                  <a:pt x="3587750" y="355600"/>
                </a:lnTo>
                <a:lnTo>
                  <a:pt x="3606800" y="355600"/>
                </a:lnTo>
                <a:lnTo>
                  <a:pt x="3600450" y="349250"/>
                </a:lnTo>
                <a:close/>
                <a:moveTo>
                  <a:pt x="95250" y="336550"/>
                </a:moveTo>
                <a:lnTo>
                  <a:pt x="95250" y="342900"/>
                </a:lnTo>
                <a:lnTo>
                  <a:pt x="101600" y="342900"/>
                </a:lnTo>
                <a:lnTo>
                  <a:pt x="114300" y="355600"/>
                </a:lnTo>
                <a:lnTo>
                  <a:pt x="120650" y="355600"/>
                </a:lnTo>
                <a:lnTo>
                  <a:pt x="127000" y="361950"/>
                </a:lnTo>
                <a:lnTo>
                  <a:pt x="101600" y="336550"/>
                </a:lnTo>
                <a:close/>
                <a:moveTo>
                  <a:pt x="3625850" y="273050"/>
                </a:moveTo>
                <a:lnTo>
                  <a:pt x="3613150" y="273050"/>
                </a:lnTo>
                <a:lnTo>
                  <a:pt x="3606800" y="279400"/>
                </a:lnTo>
                <a:lnTo>
                  <a:pt x="3594100" y="279400"/>
                </a:lnTo>
                <a:lnTo>
                  <a:pt x="3575050" y="292100"/>
                </a:lnTo>
                <a:lnTo>
                  <a:pt x="3587750" y="292100"/>
                </a:lnTo>
                <a:lnTo>
                  <a:pt x="3594100" y="285750"/>
                </a:lnTo>
                <a:lnTo>
                  <a:pt x="3606800" y="285750"/>
                </a:lnTo>
                <a:lnTo>
                  <a:pt x="3613150" y="279400"/>
                </a:lnTo>
                <a:lnTo>
                  <a:pt x="3625850" y="279400"/>
                </a:lnTo>
                <a:close/>
                <a:moveTo>
                  <a:pt x="25400" y="273050"/>
                </a:moveTo>
                <a:lnTo>
                  <a:pt x="25400" y="279400"/>
                </a:lnTo>
                <a:lnTo>
                  <a:pt x="0" y="304800"/>
                </a:lnTo>
                <a:lnTo>
                  <a:pt x="6350" y="304800"/>
                </a:lnTo>
                <a:lnTo>
                  <a:pt x="19050" y="317500"/>
                </a:lnTo>
                <a:lnTo>
                  <a:pt x="19050" y="323850"/>
                </a:lnTo>
                <a:lnTo>
                  <a:pt x="25400" y="330200"/>
                </a:lnTo>
                <a:lnTo>
                  <a:pt x="25400" y="323850"/>
                </a:lnTo>
                <a:lnTo>
                  <a:pt x="44450" y="304800"/>
                </a:lnTo>
                <a:lnTo>
                  <a:pt x="50800" y="304800"/>
                </a:lnTo>
                <a:lnTo>
                  <a:pt x="44450" y="304800"/>
                </a:lnTo>
                <a:lnTo>
                  <a:pt x="25400" y="285750"/>
                </a:lnTo>
                <a:close/>
                <a:moveTo>
                  <a:pt x="698500" y="355600"/>
                </a:moveTo>
                <a:lnTo>
                  <a:pt x="717550" y="374650"/>
                </a:lnTo>
                <a:lnTo>
                  <a:pt x="730250" y="374650"/>
                </a:lnTo>
                <a:lnTo>
                  <a:pt x="736600" y="368300"/>
                </a:lnTo>
                <a:lnTo>
                  <a:pt x="742950" y="368300"/>
                </a:lnTo>
                <a:lnTo>
                  <a:pt x="762000" y="349250"/>
                </a:lnTo>
                <a:lnTo>
                  <a:pt x="762000" y="342900"/>
                </a:lnTo>
                <a:lnTo>
                  <a:pt x="781050" y="323850"/>
                </a:lnTo>
                <a:lnTo>
                  <a:pt x="787400" y="330200"/>
                </a:lnTo>
                <a:lnTo>
                  <a:pt x="787400" y="349250"/>
                </a:lnTo>
                <a:lnTo>
                  <a:pt x="793750" y="355600"/>
                </a:lnTo>
                <a:lnTo>
                  <a:pt x="793750" y="361950"/>
                </a:lnTo>
                <a:lnTo>
                  <a:pt x="806450" y="374650"/>
                </a:lnTo>
                <a:lnTo>
                  <a:pt x="825500" y="374650"/>
                </a:lnTo>
                <a:lnTo>
                  <a:pt x="831850" y="368300"/>
                </a:lnTo>
                <a:lnTo>
                  <a:pt x="838200" y="368300"/>
                </a:lnTo>
                <a:lnTo>
                  <a:pt x="876300" y="330200"/>
                </a:lnTo>
                <a:lnTo>
                  <a:pt x="882650" y="336550"/>
                </a:lnTo>
                <a:lnTo>
                  <a:pt x="882650" y="349250"/>
                </a:lnTo>
                <a:lnTo>
                  <a:pt x="889000" y="355600"/>
                </a:lnTo>
                <a:lnTo>
                  <a:pt x="889000" y="361950"/>
                </a:lnTo>
                <a:lnTo>
                  <a:pt x="895350" y="368300"/>
                </a:lnTo>
                <a:lnTo>
                  <a:pt x="901700" y="368300"/>
                </a:lnTo>
                <a:lnTo>
                  <a:pt x="908050" y="374650"/>
                </a:lnTo>
                <a:lnTo>
                  <a:pt x="914400" y="374650"/>
                </a:lnTo>
                <a:lnTo>
                  <a:pt x="946150" y="342900"/>
                </a:lnTo>
                <a:lnTo>
                  <a:pt x="946150" y="323850"/>
                </a:lnTo>
                <a:lnTo>
                  <a:pt x="952500" y="317500"/>
                </a:lnTo>
                <a:lnTo>
                  <a:pt x="958850" y="317500"/>
                </a:lnTo>
                <a:lnTo>
                  <a:pt x="958850" y="311150"/>
                </a:lnTo>
                <a:lnTo>
                  <a:pt x="971550" y="298450"/>
                </a:lnTo>
                <a:lnTo>
                  <a:pt x="977900" y="304800"/>
                </a:lnTo>
                <a:lnTo>
                  <a:pt x="977900" y="336550"/>
                </a:lnTo>
                <a:lnTo>
                  <a:pt x="984250" y="342900"/>
                </a:lnTo>
                <a:lnTo>
                  <a:pt x="984250" y="349250"/>
                </a:lnTo>
                <a:lnTo>
                  <a:pt x="990600" y="355600"/>
                </a:lnTo>
                <a:lnTo>
                  <a:pt x="990600" y="361950"/>
                </a:lnTo>
                <a:lnTo>
                  <a:pt x="1009650" y="374650"/>
                </a:lnTo>
                <a:lnTo>
                  <a:pt x="1035050" y="374650"/>
                </a:lnTo>
                <a:lnTo>
                  <a:pt x="1047750" y="361950"/>
                </a:lnTo>
                <a:lnTo>
                  <a:pt x="1054100" y="361950"/>
                </a:lnTo>
                <a:lnTo>
                  <a:pt x="1054100" y="355600"/>
                </a:lnTo>
                <a:lnTo>
                  <a:pt x="1073150" y="336550"/>
                </a:lnTo>
                <a:lnTo>
                  <a:pt x="1073150" y="330200"/>
                </a:lnTo>
                <a:lnTo>
                  <a:pt x="1085850" y="317500"/>
                </a:lnTo>
                <a:lnTo>
                  <a:pt x="1085850" y="304800"/>
                </a:lnTo>
                <a:lnTo>
                  <a:pt x="1092200" y="298450"/>
                </a:lnTo>
                <a:lnTo>
                  <a:pt x="1092200" y="285750"/>
                </a:lnTo>
                <a:lnTo>
                  <a:pt x="1098550" y="279400"/>
                </a:lnTo>
                <a:lnTo>
                  <a:pt x="1098550" y="266700"/>
                </a:lnTo>
                <a:lnTo>
                  <a:pt x="1104900" y="260350"/>
                </a:lnTo>
                <a:lnTo>
                  <a:pt x="1104900" y="222250"/>
                </a:lnTo>
                <a:lnTo>
                  <a:pt x="1104900" y="241300"/>
                </a:lnTo>
                <a:lnTo>
                  <a:pt x="1098550" y="247650"/>
                </a:lnTo>
                <a:lnTo>
                  <a:pt x="1098550" y="260350"/>
                </a:lnTo>
                <a:lnTo>
                  <a:pt x="1092200" y="266700"/>
                </a:lnTo>
                <a:lnTo>
                  <a:pt x="1092200" y="273050"/>
                </a:lnTo>
                <a:lnTo>
                  <a:pt x="1079500" y="292100"/>
                </a:lnTo>
                <a:lnTo>
                  <a:pt x="1079500" y="304800"/>
                </a:lnTo>
                <a:lnTo>
                  <a:pt x="1066800" y="317500"/>
                </a:lnTo>
                <a:lnTo>
                  <a:pt x="1066800" y="323850"/>
                </a:lnTo>
                <a:lnTo>
                  <a:pt x="1054100" y="336550"/>
                </a:lnTo>
                <a:lnTo>
                  <a:pt x="1047750" y="336550"/>
                </a:lnTo>
                <a:lnTo>
                  <a:pt x="1022350" y="361950"/>
                </a:lnTo>
                <a:lnTo>
                  <a:pt x="1016000" y="361950"/>
                </a:lnTo>
                <a:lnTo>
                  <a:pt x="1009650" y="355600"/>
                </a:lnTo>
                <a:lnTo>
                  <a:pt x="1009650" y="279400"/>
                </a:lnTo>
                <a:lnTo>
                  <a:pt x="1016000" y="273050"/>
                </a:lnTo>
                <a:lnTo>
                  <a:pt x="1016000" y="254000"/>
                </a:lnTo>
                <a:lnTo>
                  <a:pt x="1022350" y="247650"/>
                </a:lnTo>
                <a:lnTo>
                  <a:pt x="1022350" y="241300"/>
                </a:lnTo>
                <a:lnTo>
                  <a:pt x="1016000" y="234950"/>
                </a:lnTo>
                <a:lnTo>
                  <a:pt x="1016000" y="228600"/>
                </a:lnTo>
                <a:lnTo>
                  <a:pt x="996950" y="228600"/>
                </a:lnTo>
                <a:lnTo>
                  <a:pt x="996950" y="241300"/>
                </a:lnTo>
                <a:lnTo>
                  <a:pt x="990600" y="247650"/>
                </a:lnTo>
                <a:lnTo>
                  <a:pt x="990600" y="254000"/>
                </a:lnTo>
                <a:lnTo>
                  <a:pt x="977900" y="266700"/>
                </a:lnTo>
                <a:lnTo>
                  <a:pt x="977900" y="273050"/>
                </a:lnTo>
                <a:lnTo>
                  <a:pt x="965200" y="285750"/>
                </a:lnTo>
                <a:lnTo>
                  <a:pt x="965200" y="292100"/>
                </a:lnTo>
                <a:lnTo>
                  <a:pt x="958850" y="298450"/>
                </a:lnTo>
                <a:lnTo>
                  <a:pt x="958850" y="304800"/>
                </a:lnTo>
                <a:lnTo>
                  <a:pt x="946150" y="317500"/>
                </a:lnTo>
                <a:lnTo>
                  <a:pt x="946150" y="323850"/>
                </a:lnTo>
                <a:lnTo>
                  <a:pt x="920750" y="349250"/>
                </a:lnTo>
                <a:lnTo>
                  <a:pt x="914400" y="342900"/>
                </a:lnTo>
                <a:lnTo>
                  <a:pt x="914400" y="317500"/>
                </a:lnTo>
                <a:lnTo>
                  <a:pt x="920750" y="311150"/>
                </a:lnTo>
                <a:lnTo>
                  <a:pt x="920750" y="298450"/>
                </a:lnTo>
                <a:lnTo>
                  <a:pt x="927100" y="292100"/>
                </a:lnTo>
                <a:lnTo>
                  <a:pt x="927100" y="273050"/>
                </a:lnTo>
                <a:lnTo>
                  <a:pt x="933450" y="266700"/>
                </a:lnTo>
                <a:lnTo>
                  <a:pt x="933450" y="260350"/>
                </a:lnTo>
                <a:lnTo>
                  <a:pt x="939800" y="254000"/>
                </a:lnTo>
                <a:lnTo>
                  <a:pt x="939800" y="241300"/>
                </a:lnTo>
                <a:lnTo>
                  <a:pt x="946150" y="234950"/>
                </a:lnTo>
                <a:lnTo>
                  <a:pt x="939800" y="228600"/>
                </a:lnTo>
                <a:lnTo>
                  <a:pt x="939800" y="222250"/>
                </a:lnTo>
                <a:lnTo>
                  <a:pt x="933450" y="222250"/>
                </a:lnTo>
                <a:lnTo>
                  <a:pt x="927100" y="215900"/>
                </a:lnTo>
                <a:lnTo>
                  <a:pt x="920750" y="215900"/>
                </a:lnTo>
                <a:lnTo>
                  <a:pt x="920750" y="222250"/>
                </a:lnTo>
                <a:lnTo>
                  <a:pt x="914400" y="228600"/>
                </a:lnTo>
                <a:lnTo>
                  <a:pt x="914400" y="234950"/>
                </a:lnTo>
                <a:lnTo>
                  <a:pt x="901700" y="254000"/>
                </a:lnTo>
                <a:lnTo>
                  <a:pt x="901700" y="266700"/>
                </a:lnTo>
                <a:lnTo>
                  <a:pt x="895350" y="273050"/>
                </a:lnTo>
                <a:lnTo>
                  <a:pt x="895350" y="285750"/>
                </a:lnTo>
                <a:lnTo>
                  <a:pt x="889000" y="292100"/>
                </a:lnTo>
                <a:lnTo>
                  <a:pt x="889000" y="304800"/>
                </a:lnTo>
                <a:lnTo>
                  <a:pt x="831850" y="361950"/>
                </a:lnTo>
                <a:lnTo>
                  <a:pt x="819150" y="361950"/>
                </a:lnTo>
                <a:lnTo>
                  <a:pt x="812800" y="355600"/>
                </a:lnTo>
                <a:lnTo>
                  <a:pt x="812800" y="342900"/>
                </a:lnTo>
                <a:lnTo>
                  <a:pt x="819150" y="336550"/>
                </a:lnTo>
                <a:lnTo>
                  <a:pt x="819150" y="317500"/>
                </a:lnTo>
                <a:lnTo>
                  <a:pt x="825500" y="311150"/>
                </a:lnTo>
                <a:lnTo>
                  <a:pt x="825500" y="292100"/>
                </a:lnTo>
                <a:lnTo>
                  <a:pt x="838200" y="273050"/>
                </a:lnTo>
                <a:lnTo>
                  <a:pt x="838200" y="266700"/>
                </a:lnTo>
                <a:lnTo>
                  <a:pt x="825500" y="254000"/>
                </a:lnTo>
                <a:lnTo>
                  <a:pt x="819150" y="254000"/>
                </a:lnTo>
                <a:lnTo>
                  <a:pt x="806450" y="266700"/>
                </a:lnTo>
                <a:lnTo>
                  <a:pt x="806450" y="273050"/>
                </a:lnTo>
                <a:lnTo>
                  <a:pt x="800100" y="279400"/>
                </a:lnTo>
                <a:lnTo>
                  <a:pt x="800100" y="285750"/>
                </a:lnTo>
                <a:lnTo>
                  <a:pt x="787400" y="298450"/>
                </a:lnTo>
                <a:lnTo>
                  <a:pt x="787400" y="304800"/>
                </a:lnTo>
                <a:lnTo>
                  <a:pt x="736600" y="355600"/>
                </a:lnTo>
                <a:lnTo>
                  <a:pt x="730250" y="349250"/>
                </a:lnTo>
                <a:lnTo>
                  <a:pt x="730250" y="323850"/>
                </a:lnTo>
                <a:lnTo>
                  <a:pt x="736600" y="317500"/>
                </a:lnTo>
                <a:lnTo>
                  <a:pt x="736600" y="311150"/>
                </a:lnTo>
                <a:lnTo>
                  <a:pt x="742950" y="304800"/>
                </a:lnTo>
                <a:lnTo>
                  <a:pt x="742950" y="298450"/>
                </a:lnTo>
                <a:lnTo>
                  <a:pt x="755650" y="285750"/>
                </a:lnTo>
                <a:lnTo>
                  <a:pt x="755650" y="279400"/>
                </a:lnTo>
                <a:lnTo>
                  <a:pt x="793750" y="241300"/>
                </a:lnTo>
                <a:lnTo>
                  <a:pt x="800100" y="241300"/>
                </a:lnTo>
                <a:lnTo>
                  <a:pt x="806450" y="234950"/>
                </a:lnTo>
                <a:lnTo>
                  <a:pt x="819150" y="234950"/>
                </a:lnTo>
                <a:lnTo>
                  <a:pt x="825500" y="241300"/>
                </a:lnTo>
                <a:lnTo>
                  <a:pt x="831850" y="241300"/>
                </a:lnTo>
                <a:lnTo>
                  <a:pt x="831850" y="228600"/>
                </a:lnTo>
                <a:lnTo>
                  <a:pt x="825500" y="222250"/>
                </a:lnTo>
                <a:lnTo>
                  <a:pt x="812800" y="222250"/>
                </a:lnTo>
                <a:lnTo>
                  <a:pt x="806450" y="215900"/>
                </a:lnTo>
                <a:lnTo>
                  <a:pt x="774700" y="215900"/>
                </a:lnTo>
                <a:lnTo>
                  <a:pt x="768350" y="222250"/>
                </a:lnTo>
                <a:lnTo>
                  <a:pt x="762000" y="222250"/>
                </a:lnTo>
                <a:lnTo>
                  <a:pt x="723900" y="260350"/>
                </a:lnTo>
                <a:lnTo>
                  <a:pt x="723900" y="266700"/>
                </a:lnTo>
                <a:lnTo>
                  <a:pt x="711200" y="279400"/>
                </a:lnTo>
                <a:lnTo>
                  <a:pt x="711200" y="285750"/>
                </a:lnTo>
                <a:lnTo>
                  <a:pt x="704850" y="292100"/>
                </a:lnTo>
                <a:lnTo>
                  <a:pt x="704850" y="304800"/>
                </a:lnTo>
                <a:lnTo>
                  <a:pt x="698500" y="311150"/>
                </a:lnTo>
                <a:close/>
                <a:moveTo>
                  <a:pt x="1727200" y="254000"/>
                </a:moveTo>
                <a:lnTo>
                  <a:pt x="1733550" y="247650"/>
                </a:lnTo>
                <a:lnTo>
                  <a:pt x="1739900" y="254000"/>
                </a:lnTo>
                <a:lnTo>
                  <a:pt x="1765300" y="228600"/>
                </a:lnTo>
                <a:lnTo>
                  <a:pt x="1771650" y="234950"/>
                </a:lnTo>
                <a:lnTo>
                  <a:pt x="1771650" y="254000"/>
                </a:lnTo>
                <a:lnTo>
                  <a:pt x="1765300" y="260350"/>
                </a:lnTo>
                <a:lnTo>
                  <a:pt x="1765300" y="273050"/>
                </a:lnTo>
                <a:lnTo>
                  <a:pt x="1758950" y="279400"/>
                </a:lnTo>
                <a:lnTo>
                  <a:pt x="1758950" y="298450"/>
                </a:lnTo>
                <a:lnTo>
                  <a:pt x="1752600" y="304800"/>
                </a:lnTo>
                <a:lnTo>
                  <a:pt x="1752600" y="349250"/>
                </a:lnTo>
                <a:lnTo>
                  <a:pt x="1771650" y="368300"/>
                </a:lnTo>
                <a:lnTo>
                  <a:pt x="1790700" y="368300"/>
                </a:lnTo>
                <a:lnTo>
                  <a:pt x="1822450" y="336550"/>
                </a:lnTo>
                <a:lnTo>
                  <a:pt x="1822450" y="330200"/>
                </a:lnTo>
                <a:lnTo>
                  <a:pt x="1828800" y="323850"/>
                </a:lnTo>
                <a:lnTo>
                  <a:pt x="1835150" y="323850"/>
                </a:lnTo>
                <a:lnTo>
                  <a:pt x="1841500" y="330200"/>
                </a:lnTo>
                <a:lnTo>
                  <a:pt x="1841500" y="342900"/>
                </a:lnTo>
                <a:lnTo>
                  <a:pt x="1847850" y="349250"/>
                </a:lnTo>
                <a:lnTo>
                  <a:pt x="1847850" y="355600"/>
                </a:lnTo>
                <a:lnTo>
                  <a:pt x="1854200" y="355600"/>
                </a:lnTo>
                <a:lnTo>
                  <a:pt x="1860550" y="361950"/>
                </a:lnTo>
                <a:lnTo>
                  <a:pt x="1873250" y="361950"/>
                </a:lnTo>
                <a:lnTo>
                  <a:pt x="1879600" y="355600"/>
                </a:lnTo>
                <a:lnTo>
                  <a:pt x="1885950" y="355600"/>
                </a:lnTo>
                <a:lnTo>
                  <a:pt x="1905000" y="336550"/>
                </a:lnTo>
                <a:lnTo>
                  <a:pt x="1905000" y="330200"/>
                </a:lnTo>
                <a:lnTo>
                  <a:pt x="1924050" y="311150"/>
                </a:lnTo>
                <a:lnTo>
                  <a:pt x="1930400" y="317500"/>
                </a:lnTo>
                <a:lnTo>
                  <a:pt x="1930400" y="342900"/>
                </a:lnTo>
                <a:lnTo>
                  <a:pt x="1949450" y="361950"/>
                </a:lnTo>
                <a:lnTo>
                  <a:pt x="1974850" y="361950"/>
                </a:lnTo>
                <a:lnTo>
                  <a:pt x="1987550" y="349250"/>
                </a:lnTo>
                <a:lnTo>
                  <a:pt x="1987550" y="342900"/>
                </a:lnTo>
                <a:lnTo>
                  <a:pt x="2006600" y="323850"/>
                </a:lnTo>
                <a:lnTo>
                  <a:pt x="2012950" y="330200"/>
                </a:lnTo>
                <a:lnTo>
                  <a:pt x="2012950" y="361950"/>
                </a:lnTo>
                <a:lnTo>
                  <a:pt x="2025650" y="374650"/>
                </a:lnTo>
                <a:lnTo>
                  <a:pt x="2038350" y="374650"/>
                </a:lnTo>
                <a:lnTo>
                  <a:pt x="2038350" y="368300"/>
                </a:lnTo>
                <a:lnTo>
                  <a:pt x="2044700" y="361950"/>
                </a:lnTo>
                <a:lnTo>
                  <a:pt x="2044700" y="355600"/>
                </a:lnTo>
                <a:lnTo>
                  <a:pt x="2051050" y="349250"/>
                </a:lnTo>
                <a:lnTo>
                  <a:pt x="2051050" y="342900"/>
                </a:lnTo>
                <a:lnTo>
                  <a:pt x="2057400" y="336550"/>
                </a:lnTo>
                <a:lnTo>
                  <a:pt x="2057400" y="330200"/>
                </a:lnTo>
                <a:lnTo>
                  <a:pt x="2063750" y="323850"/>
                </a:lnTo>
                <a:lnTo>
                  <a:pt x="2063750" y="317500"/>
                </a:lnTo>
                <a:lnTo>
                  <a:pt x="2070100" y="311150"/>
                </a:lnTo>
                <a:lnTo>
                  <a:pt x="2070100" y="304800"/>
                </a:lnTo>
                <a:lnTo>
                  <a:pt x="2082800" y="292100"/>
                </a:lnTo>
                <a:lnTo>
                  <a:pt x="2082800" y="285750"/>
                </a:lnTo>
                <a:lnTo>
                  <a:pt x="2089150" y="279400"/>
                </a:lnTo>
                <a:lnTo>
                  <a:pt x="2089150" y="273050"/>
                </a:lnTo>
                <a:lnTo>
                  <a:pt x="2101850" y="260350"/>
                </a:lnTo>
                <a:lnTo>
                  <a:pt x="2101850" y="254000"/>
                </a:lnTo>
                <a:lnTo>
                  <a:pt x="2114550" y="241300"/>
                </a:lnTo>
                <a:lnTo>
                  <a:pt x="2120900" y="241300"/>
                </a:lnTo>
                <a:lnTo>
                  <a:pt x="2127250" y="247650"/>
                </a:lnTo>
                <a:lnTo>
                  <a:pt x="2120900" y="254000"/>
                </a:lnTo>
                <a:lnTo>
                  <a:pt x="2120900" y="266700"/>
                </a:lnTo>
                <a:lnTo>
                  <a:pt x="2114550" y="273050"/>
                </a:lnTo>
                <a:lnTo>
                  <a:pt x="2114550" y="285750"/>
                </a:lnTo>
                <a:lnTo>
                  <a:pt x="2108200" y="292100"/>
                </a:lnTo>
                <a:lnTo>
                  <a:pt x="2108200" y="317500"/>
                </a:lnTo>
                <a:lnTo>
                  <a:pt x="2101850" y="323850"/>
                </a:lnTo>
                <a:lnTo>
                  <a:pt x="2101850" y="342900"/>
                </a:lnTo>
                <a:lnTo>
                  <a:pt x="2114550" y="355600"/>
                </a:lnTo>
                <a:lnTo>
                  <a:pt x="2120900" y="355600"/>
                </a:lnTo>
                <a:lnTo>
                  <a:pt x="2127250" y="349250"/>
                </a:lnTo>
                <a:lnTo>
                  <a:pt x="2127250" y="342900"/>
                </a:lnTo>
                <a:lnTo>
                  <a:pt x="2139950" y="330200"/>
                </a:lnTo>
                <a:lnTo>
                  <a:pt x="2139950" y="323850"/>
                </a:lnTo>
                <a:lnTo>
                  <a:pt x="2152650" y="311150"/>
                </a:lnTo>
                <a:lnTo>
                  <a:pt x="2152650" y="304800"/>
                </a:lnTo>
                <a:lnTo>
                  <a:pt x="2165350" y="292100"/>
                </a:lnTo>
                <a:lnTo>
                  <a:pt x="2165350" y="285750"/>
                </a:lnTo>
                <a:lnTo>
                  <a:pt x="2178050" y="273050"/>
                </a:lnTo>
                <a:lnTo>
                  <a:pt x="2178050" y="266700"/>
                </a:lnTo>
                <a:lnTo>
                  <a:pt x="2184400" y="260350"/>
                </a:lnTo>
                <a:lnTo>
                  <a:pt x="2190750" y="260350"/>
                </a:lnTo>
                <a:lnTo>
                  <a:pt x="2197100" y="266700"/>
                </a:lnTo>
                <a:lnTo>
                  <a:pt x="2197100" y="273050"/>
                </a:lnTo>
                <a:lnTo>
                  <a:pt x="2190750" y="279400"/>
                </a:lnTo>
                <a:lnTo>
                  <a:pt x="2190750" y="292100"/>
                </a:lnTo>
                <a:lnTo>
                  <a:pt x="2184400" y="298450"/>
                </a:lnTo>
                <a:lnTo>
                  <a:pt x="2184400" y="349250"/>
                </a:lnTo>
                <a:lnTo>
                  <a:pt x="2197100" y="361950"/>
                </a:lnTo>
                <a:lnTo>
                  <a:pt x="2203450" y="361950"/>
                </a:lnTo>
                <a:lnTo>
                  <a:pt x="2209800" y="368300"/>
                </a:lnTo>
                <a:lnTo>
                  <a:pt x="2216150" y="361950"/>
                </a:lnTo>
                <a:lnTo>
                  <a:pt x="2222500" y="361950"/>
                </a:lnTo>
                <a:lnTo>
                  <a:pt x="2254250" y="330200"/>
                </a:lnTo>
                <a:lnTo>
                  <a:pt x="2266950" y="342900"/>
                </a:lnTo>
                <a:lnTo>
                  <a:pt x="2266950" y="349250"/>
                </a:lnTo>
                <a:lnTo>
                  <a:pt x="2279650" y="361950"/>
                </a:lnTo>
                <a:lnTo>
                  <a:pt x="2286000" y="361950"/>
                </a:lnTo>
                <a:lnTo>
                  <a:pt x="2292350" y="368300"/>
                </a:lnTo>
                <a:lnTo>
                  <a:pt x="2298700" y="368300"/>
                </a:lnTo>
                <a:lnTo>
                  <a:pt x="2305050" y="361950"/>
                </a:lnTo>
                <a:lnTo>
                  <a:pt x="2311400" y="361950"/>
                </a:lnTo>
                <a:lnTo>
                  <a:pt x="2330450" y="342900"/>
                </a:lnTo>
                <a:lnTo>
                  <a:pt x="2330450" y="336550"/>
                </a:lnTo>
                <a:lnTo>
                  <a:pt x="2343150" y="323850"/>
                </a:lnTo>
                <a:lnTo>
                  <a:pt x="2355850" y="336550"/>
                </a:lnTo>
                <a:lnTo>
                  <a:pt x="2355850" y="355600"/>
                </a:lnTo>
                <a:lnTo>
                  <a:pt x="2374900" y="368300"/>
                </a:lnTo>
                <a:lnTo>
                  <a:pt x="2387600" y="368300"/>
                </a:lnTo>
                <a:lnTo>
                  <a:pt x="2393950" y="361950"/>
                </a:lnTo>
                <a:lnTo>
                  <a:pt x="2400300" y="361950"/>
                </a:lnTo>
                <a:lnTo>
                  <a:pt x="2419350" y="342900"/>
                </a:lnTo>
                <a:lnTo>
                  <a:pt x="2419350" y="336550"/>
                </a:lnTo>
                <a:lnTo>
                  <a:pt x="2425700" y="330200"/>
                </a:lnTo>
                <a:lnTo>
                  <a:pt x="2432050" y="330200"/>
                </a:lnTo>
                <a:lnTo>
                  <a:pt x="2438400" y="336550"/>
                </a:lnTo>
                <a:lnTo>
                  <a:pt x="2438400" y="355600"/>
                </a:lnTo>
                <a:lnTo>
                  <a:pt x="2457450" y="368300"/>
                </a:lnTo>
                <a:lnTo>
                  <a:pt x="2463800" y="361950"/>
                </a:lnTo>
                <a:lnTo>
                  <a:pt x="2463800" y="355600"/>
                </a:lnTo>
                <a:lnTo>
                  <a:pt x="2470150" y="349250"/>
                </a:lnTo>
                <a:lnTo>
                  <a:pt x="2470150" y="342900"/>
                </a:lnTo>
                <a:lnTo>
                  <a:pt x="2476500" y="336550"/>
                </a:lnTo>
                <a:lnTo>
                  <a:pt x="2476500" y="330200"/>
                </a:lnTo>
                <a:lnTo>
                  <a:pt x="2482850" y="323850"/>
                </a:lnTo>
                <a:lnTo>
                  <a:pt x="2482850" y="317500"/>
                </a:lnTo>
                <a:lnTo>
                  <a:pt x="2489200" y="311150"/>
                </a:lnTo>
                <a:lnTo>
                  <a:pt x="2489200" y="304800"/>
                </a:lnTo>
                <a:lnTo>
                  <a:pt x="2501900" y="292100"/>
                </a:lnTo>
                <a:lnTo>
                  <a:pt x="2501900" y="285750"/>
                </a:lnTo>
                <a:lnTo>
                  <a:pt x="2514600" y="273050"/>
                </a:lnTo>
                <a:lnTo>
                  <a:pt x="2514600" y="266700"/>
                </a:lnTo>
                <a:lnTo>
                  <a:pt x="2552700" y="228600"/>
                </a:lnTo>
                <a:lnTo>
                  <a:pt x="2559050" y="234950"/>
                </a:lnTo>
                <a:lnTo>
                  <a:pt x="2559050" y="247650"/>
                </a:lnTo>
                <a:lnTo>
                  <a:pt x="2552700" y="254000"/>
                </a:lnTo>
                <a:lnTo>
                  <a:pt x="2552700" y="260350"/>
                </a:lnTo>
                <a:lnTo>
                  <a:pt x="2546350" y="266700"/>
                </a:lnTo>
                <a:lnTo>
                  <a:pt x="2546350" y="279400"/>
                </a:lnTo>
                <a:lnTo>
                  <a:pt x="2533650" y="298450"/>
                </a:lnTo>
                <a:lnTo>
                  <a:pt x="2533650" y="317500"/>
                </a:lnTo>
                <a:lnTo>
                  <a:pt x="2527300" y="323850"/>
                </a:lnTo>
                <a:lnTo>
                  <a:pt x="2527300" y="355600"/>
                </a:lnTo>
                <a:lnTo>
                  <a:pt x="2533650" y="361950"/>
                </a:lnTo>
                <a:lnTo>
                  <a:pt x="2533650" y="368300"/>
                </a:lnTo>
                <a:lnTo>
                  <a:pt x="2546350" y="381000"/>
                </a:lnTo>
                <a:lnTo>
                  <a:pt x="2552700" y="381000"/>
                </a:lnTo>
                <a:lnTo>
                  <a:pt x="2559050" y="387350"/>
                </a:lnTo>
                <a:lnTo>
                  <a:pt x="2565400" y="381000"/>
                </a:lnTo>
                <a:lnTo>
                  <a:pt x="2571750" y="381000"/>
                </a:lnTo>
                <a:lnTo>
                  <a:pt x="2578100" y="374650"/>
                </a:lnTo>
                <a:lnTo>
                  <a:pt x="2584450" y="374650"/>
                </a:lnTo>
                <a:lnTo>
                  <a:pt x="2590800" y="368300"/>
                </a:lnTo>
                <a:lnTo>
                  <a:pt x="2590800" y="361950"/>
                </a:lnTo>
                <a:lnTo>
                  <a:pt x="2609850" y="342900"/>
                </a:lnTo>
                <a:lnTo>
                  <a:pt x="2609850" y="336550"/>
                </a:lnTo>
                <a:lnTo>
                  <a:pt x="2578100" y="368300"/>
                </a:lnTo>
                <a:lnTo>
                  <a:pt x="2571750" y="368300"/>
                </a:lnTo>
                <a:lnTo>
                  <a:pt x="2565400" y="374650"/>
                </a:lnTo>
                <a:lnTo>
                  <a:pt x="2559050" y="374650"/>
                </a:lnTo>
                <a:lnTo>
                  <a:pt x="2552700" y="368300"/>
                </a:lnTo>
                <a:lnTo>
                  <a:pt x="2552700" y="349250"/>
                </a:lnTo>
                <a:lnTo>
                  <a:pt x="2559050" y="342900"/>
                </a:lnTo>
                <a:lnTo>
                  <a:pt x="2559050" y="323850"/>
                </a:lnTo>
                <a:lnTo>
                  <a:pt x="2565400" y="317500"/>
                </a:lnTo>
                <a:lnTo>
                  <a:pt x="2565400" y="298450"/>
                </a:lnTo>
                <a:lnTo>
                  <a:pt x="2571750" y="292100"/>
                </a:lnTo>
                <a:lnTo>
                  <a:pt x="2571750" y="285750"/>
                </a:lnTo>
                <a:lnTo>
                  <a:pt x="2584450" y="266700"/>
                </a:lnTo>
                <a:lnTo>
                  <a:pt x="2584450" y="247650"/>
                </a:lnTo>
                <a:lnTo>
                  <a:pt x="2590800" y="241300"/>
                </a:lnTo>
                <a:lnTo>
                  <a:pt x="2590800" y="228600"/>
                </a:lnTo>
                <a:lnTo>
                  <a:pt x="2571750" y="209550"/>
                </a:lnTo>
                <a:lnTo>
                  <a:pt x="2565400" y="209550"/>
                </a:lnTo>
                <a:lnTo>
                  <a:pt x="2559050" y="215900"/>
                </a:lnTo>
                <a:lnTo>
                  <a:pt x="2552700" y="215900"/>
                </a:lnTo>
                <a:lnTo>
                  <a:pt x="2514600" y="254000"/>
                </a:lnTo>
                <a:lnTo>
                  <a:pt x="2514600" y="260350"/>
                </a:lnTo>
                <a:lnTo>
                  <a:pt x="2501900" y="273050"/>
                </a:lnTo>
                <a:lnTo>
                  <a:pt x="2495550" y="266700"/>
                </a:lnTo>
                <a:lnTo>
                  <a:pt x="2495550" y="254000"/>
                </a:lnTo>
                <a:lnTo>
                  <a:pt x="2501900" y="247650"/>
                </a:lnTo>
                <a:lnTo>
                  <a:pt x="2501900" y="234950"/>
                </a:lnTo>
                <a:lnTo>
                  <a:pt x="2508250" y="228600"/>
                </a:lnTo>
                <a:lnTo>
                  <a:pt x="2508250" y="222250"/>
                </a:lnTo>
                <a:lnTo>
                  <a:pt x="2495550" y="209550"/>
                </a:lnTo>
                <a:lnTo>
                  <a:pt x="2482850" y="209550"/>
                </a:lnTo>
                <a:lnTo>
                  <a:pt x="2470150" y="228600"/>
                </a:lnTo>
                <a:lnTo>
                  <a:pt x="2470150" y="241300"/>
                </a:lnTo>
                <a:lnTo>
                  <a:pt x="2457450" y="260350"/>
                </a:lnTo>
                <a:lnTo>
                  <a:pt x="2457450" y="273050"/>
                </a:lnTo>
                <a:lnTo>
                  <a:pt x="2451100" y="279400"/>
                </a:lnTo>
                <a:lnTo>
                  <a:pt x="2451100" y="292100"/>
                </a:lnTo>
                <a:lnTo>
                  <a:pt x="2444750" y="298450"/>
                </a:lnTo>
                <a:lnTo>
                  <a:pt x="2444750" y="304800"/>
                </a:lnTo>
                <a:lnTo>
                  <a:pt x="2432050" y="317500"/>
                </a:lnTo>
                <a:lnTo>
                  <a:pt x="2432050" y="323850"/>
                </a:lnTo>
                <a:lnTo>
                  <a:pt x="2413000" y="342900"/>
                </a:lnTo>
                <a:lnTo>
                  <a:pt x="2406650" y="342900"/>
                </a:lnTo>
                <a:lnTo>
                  <a:pt x="2393950" y="355600"/>
                </a:lnTo>
                <a:lnTo>
                  <a:pt x="2387600" y="355600"/>
                </a:lnTo>
                <a:lnTo>
                  <a:pt x="2374900" y="342900"/>
                </a:lnTo>
                <a:lnTo>
                  <a:pt x="2381250" y="336550"/>
                </a:lnTo>
                <a:lnTo>
                  <a:pt x="2381250" y="317500"/>
                </a:lnTo>
                <a:lnTo>
                  <a:pt x="2387600" y="311150"/>
                </a:lnTo>
                <a:lnTo>
                  <a:pt x="2387600" y="292100"/>
                </a:lnTo>
                <a:lnTo>
                  <a:pt x="2393950" y="285750"/>
                </a:lnTo>
                <a:lnTo>
                  <a:pt x="2393950" y="273050"/>
                </a:lnTo>
                <a:lnTo>
                  <a:pt x="2400300" y="266700"/>
                </a:lnTo>
                <a:lnTo>
                  <a:pt x="2400300" y="260350"/>
                </a:lnTo>
                <a:lnTo>
                  <a:pt x="2387600" y="247650"/>
                </a:lnTo>
                <a:lnTo>
                  <a:pt x="2393950" y="241300"/>
                </a:lnTo>
                <a:lnTo>
                  <a:pt x="2393950" y="228600"/>
                </a:lnTo>
                <a:lnTo>
                  <a:pt x="2387600" y="222250"/>
                </a:lnTo>
                <a:lnTo>
                  <a:pt x="2381250" y="222250"/>
                </a:lnTo>
                <a:lnTo>
                  <a:pt x="2374900" y="215900"/>
                </a:lnTo>
                <a:lnTo>
                  <a:pt x="2362200" y="215900"/>
                </a:lnTo>
                <a:lnTo>
                  <a:pt x="2355850" y="209550"/>
                </a:lnTo>
                <a:lnTo>
                  <a:pt x="2349500" y="209550"/>
                </a:lnTo>
                <a:lnTo>
                  <a:pt x="2343150" y="215900"/>
                </a:lnTo>
                <a:lnTo>
                  <a:pt x="2336800" y="215900"/>
                </a:lnTo>
                <a:lnTo>
                  <a:pt x="2330450" y="222250"/>
                </a:lnTo>
                <a:lnTo>
                  <a:pt x="2324100" y="222250"/>
                </a:lnTo>
                <a:lnTo>
                  <a:pt x="2292350" y="254000"/>
                </a:lnTo>
                <a:lnTo>
                  <a:pt x="2292350" y="260350"/>
                </a:lnTo>
                <a:lnTo>
                  <a:pt x="2279650" y="273050"/>
                </a:lnTo>
                <a:lnTo>
                  <a:pt x="2279650" y="279400"/>
                </a:lnTo>
                <a:lnTo>
                  <a:pt x="2273300" y="285750"/>
                </a:lnTo>
                <a:lnTo>
                  <a:pt x="2273300" y="298450"/>
                </a:lnTo>
                <a:lnTo>
                  <a:pt x="2266950" y="304800"/>
                </a:lnTo>
                <a:lnTo>
                  <a:pt x="2266950" y="311150"/>
                </a:lnTo>
                <a:lnTo>
                  <a:pt x="2222500" y="355600"/>
                </a:lnTo>
                <a:lnTo>
                  <a:pt x="2216150" y="355600"/>
                </a:lnTo>
                <a:lnTo>
                  <a:pt x="2203450" y="342900"/>
                </a:lnTo>
                <a:lnTo>
                  <a:pt x="2209800" y="336550"/>
                </a:lnTo>
                <a:lnTo>
                  <a:pt x="2209800" y="317500"/>
                </a:lnTo>
                <a:lnTo>
                  <a:pt x="2216150" y="311150"/>
                </a:lnTo>
                <a:lnTo>
                  <a:pt x="2216150" y="298450"/>
                </a:lnTo>
                <a:lnTo>
                  <a:pt x="2222500" y="292100"/>
                </a:lnTo>
                <a:lnTo>
                  <a:pt x="2222500" y="279400"/>
                </a:lnTo>
                <a:lnTo>
                  <a:pt x="2228850" y="273050"/>
                </a:lnTo>
                <a:lnTo>
                  <a:pt x="2228850" y="241300"/>
                </a:lnTo>
                <a:lnTo>
                  <a:pt x="2209800" y="228600"/>
                </a:lnTo>
                <a:lnTo>
                  <a:pt x="2203450" y="234950"/>
                </a:lnTo>
                <a:lnTo>
                  <a:pt x="2197100" y="234950"/>
                </a:lnTo>
                <a:lnTo>
                  <a:pt x="2171700" y="260350"/>
                </a:lnTo>
                <a:lnTo>
                  <a:pt x="2171700" y="266700"/>
                </a:lnTo>
                <a:lnTo>
                  <a:pt x="2152650" y="285750"/>
                </a:lnTo>
                <a:lnTo>
                  <a:pt x="2146300" y="279400"/>
                </a:lnTo>
                <a:lnTo>
                  <a:pt x="2146300" y="273050"/>
                </a:lnTo>
                <a:lnTo>
                  <a:pt x="2152650" y="266700"/>
                </a:lnTo>
                <a:lnTo>
                  <a:pt x="2152650" y="247650"/>
                </a:lnTo>
                <a:lnTo>
                  <a:pt x="2159000" y="241300"/>
                </a:lnTo>
                <a:lnTo>
                  <a:pt x="2159000" y="228600"/>
                </a:lnTo>
                <a:lnTo>
                  <a:pt x="2139950" y="209550"/>
                </a:lnTo>
                <a:lnTo>
                  <a:pt x="2127250" y="209550"/>
                </a:lnTo>
                <a:lnTo>
                  <a:pt x="2108200" y="228600"/>
                </a:lnTo>
                <a:lnTo>
                  <a:pt x="2108200" y="234950"/>
                </a:lnTo>
                <a:lnTo>
                  <a:pt x="2089150" y="254000"/>
                </a:lnTo>
                <a:lnTo>
                  <a:pt x="2089150" y="260350"/>
                </a:lnTo>
                <a:lnTo>
                  <a:pt x="2076450" y="273050"/>
                </a:lnTo>
                <a:lnTo>
                  <a:pt x="2070100" y="266700"/>
                </a:lnTo>
                <a:lnTo>
                  <a:pt x="2070100" y="254000"/>
                </a:lnTo>
                <a:lnTo>
                  <a:pt x="2076450" y="247650"/>
                </a:lnTo>
                <a:lnTo>
                  <a:pt x="2076450" y="222250"/>
                </a:lnTo>
                <a:lnTo>
                  <a:pt x="2070100" y="222250"/>
                </a:lnTo>
                <a:lnTo>
                  <a:pt x="2063750" y="215900"/>
                </a:lnTo>
                <a:lnTo>
                  <a:pt x="2057400" y="215900"/>
                </a:lnTo>
                <a:lnTo>
                  <a:pt x="2044700" y="234950"/>
                </a:lnTo>
                <a:lnTo>
                  <a:pt x="2044700" y="247650"/>
                </a:lnTo>
                <a:lnTo>
                  <a:pt x="2038350" y="254000"/>
                </a:lnTo>
                <a:lnTo>
                  <a:pt x="2038350" y="266700"/>
                </a:lnTo>
                <a:lnTo>
                  <a:pt x="2032000" y="273050"/>
                </a:lnTo>
                <a:lnTo>
                  <a:pt x="2032000" y="285750"/>
                </a:lnTo>
                <a:lnTo>
                  <a:pt x="2025650" y="292100"/>
                </a:lnTo>
                <a:lnTo>
                  <a:pt x="2025650" y="298450"/>
                </a:lnTo>
                <a:lnTo>
                  <a:pt x="2006600" y="317500"/>
                </a:lnTo>
                <a:lnTo>
                  <a:pt x="2006600" y="323850"/>
                </a:lnTo>
                <a:lnTo>
                  <a:pt x="2000250" y="330200"/>
                </a:lnTo>
                <a:lnTo>
                  <a:pt x="1993900" y="330200"/>
                </a:lnTo>
                <a:lnTo>
                  <a:pt x="1968500" y="355600"/>
                </a:lnTo>
                <a:lnTo>
                  <a:pt x="1955800" y="342900"/>
                </a:lnTo>
                <a:lnTo>
                  <a:pt x="1955800" y="311150"/>
                </a:lnTo>
                <a:lnTo>
                  <a:pt x="1962150" y="304800"/>
                </a:lnTo>
                <a:lnTo>
                  <a:pt x="1962150" y="292100"/>
                </a:lnTo>
                <a:lnTo>
                  <a:pt x="1968500" y="285750"/>
                </a:lnTo>
                <a:lnTo>
                  <a:pt x="1968500" y="273050"/>
                </a:lnTo>
                <a:lnTo>
                  <a:pt x="1974850" y="266700"/>
                </a:lnTo>
                <a:lnTo>
                  <a:pt x="1974850" y="254000"/>
                </a:lnTo>
                <a:lnTo>
                  <a:pt x="1987550" y="234950"/>
                </a:lnTo>
                <a:lnTo>
                  <a:pt x="1987550" y="228600"/>
                </a:lnTo>
                <a:lnTo>
                  <a:pt x="1974850" y="215900"/>
                </a:lnTo>
                <a:lnTo>
                  <a:pt x="1968500" y="215900"/>
                </a:lnTo>
                <a:lnTo>
                  <a:pt x="1968500" y="222250"/>
                </a:lnTo>
                <a:lnTo>
                  <a:pt x="1962150" y="228600"/>
                </a:lnTo>
                <a:lnTo>
                  <a:pt x="1962150" y="234950"/>
                </a:lnTo>
                <a:lnTo>
                  <a:pt x="1949450" y="247650"/>
                </a:lnTo>
                <a:lnTo>
                  <a:pt x="1949450" y="254000"/>
                </a:lnTo>
                <a:lnTo>
                  <a:pt x="1943100" y="260350"/>
                </a:lnTo>
                <a:lnTo>
                  <a:pt x="1943100" y="266700"/>
                </a:lnTo>
                <a:lnTo>
                  <a:pt x="1936750" y="273050"/>
                </a:lnTo>
                <a:lnTo>
                  <a:pt x="1936750" y="279400"/>
                </a:lnTo>
                <a:lnTo>
                  <a:pt x="1924050" y="292100"/>
                </a:lnTo>
                <a:lnTo>
                  <a:pt x="1924050" y="298450"/>
                </a:lnTo>
                <a:lnTo>
                  <a:pt x="1898650" y="323850"/>
                </a:lnTo>
                <a:lnTo>
                  <a:pt x="1898650" y="330200"/>
                </a:lnTo>
                <a:lnTo>
                  <a:pt x="1892300" y="336550"/>
                </a:lnTo>
                <a:lnTo>
                  <a:pt x="1885950" y="336550"/>
                </a:lnTo>
                <a:lnTo>
                  <a:pt x="1873250" y="349250"/>
                </a:lnTo>
                <a:lnTo>
                  <a:pt x="1866900" y="342900"/>
                </a:lnTo>
                <a:lnTo>
                  <a:pt x="1866900" y="317500"/>
                </a:lnTo>
                <a:lnTo>
                  <a:pt x="1873250" y="311150"/>
                </a:lnTo>
                <a:lnTo>
                  <a:pt x="1873250" y="298450"/>
                </a:lnTo>
                <a:lnTo>
                  <a:pt x="1879600" y="292100"/>
                </a:lnTo>
                <a:lnTo>
                  <a:pt x="1879600" y="279400"/>
                </a:lnTo>
                <a:lnTo>
                  <a:pt x="1892300" y="260350"/>
                </a:lnTo>
                <a:lnTo>
                  <a:pt x="1892300" y="247650"/>
                </a:lnTo>
                <a:lnTo>
                  <a:pt x="1898650" y="241300"/>
                </a:lnTo>
                <a:lnTo>
                  <a:pt x="1898650" y="222250"/>
                </a:lnTo>
                <a:lnTo>
                  <a:pt x="1892300" y="222250"/>
                </a:lnTo>
                <a:lnTo>
                  <a:pt x="1885950" y="215900"/>
                </a:lnTo>
                <a:lnTo>
                  <a:pt x="1879600" y="215900"/>
                </a:lnTo>
                <a:lnTo>
                  <a:pt x="1879600" y="222250"/>
                </a:lnTo>
                <a:lnTo>
                  <a:pt x="1873250" y="228600"/>
                </a:lnTo>
                <a:lnTo>
                  <a:pt x="1873250" y="234950"/>
                </a:lnTo>
                <a:lnTo>
                  <a:pt x="1866900" y="241300"/>
                </a:lnTo>
                <a:lnTo>
                  <a:pt x="1866900" y="247650"/>
                </a:lnTo>
                <a:lnTo>
                  <a:pt x="1854200" y="266700"/>
                </a:lnTo>
                <a:lnTo>
                  <a:pt x="1854200" y="279400"/>
                </a:lnTo>
                <a:lnTo>
                  <a:pt x="1847850" y="285750"/>
                </a:lnTo>
                <a:lnTo>
                  <a:pt x="1847850" y="298450"/>
                </a:lnTo>
                <a:lnTo>
                  <a:pt x="1828800" y="317500"/>
                </a:lnTo>
                <a:lnTo>
                  <a:pt x="1828800" y="323850"/>
                </a:lnTo>
                <a:lnTo>
                  <a:pt x="1797050" y="355600"/>
                </a:lnTo>
                <a:lnTo>
                  <a:pt x="1784350" y="355600"/>
                </a:lnTo>
                <a:lnTo>
                  <a:pt x="1778000" y="349250"/>
                </a:lnTo>
                <a:lnTo>
                  <a:pt x="1778000" y="336550"/>
                </a:lnTo>
                <a:lnTo>
                  <a:pt x="1784350" y="330200"/>
                </a:lnTo>
                <a:lnTo>
                  <a:pt x="1784350" y="311150"/>
                </a:lnTo>
                <a:lnTo>
                  <a:pt x="1790700" y="304800"/>
                </a:lnTo>
                <a:lnTo>
                  <a:pt x="1790700" y="285750"/>
                </a:lnTo>
                <a:lnTo>
                  <a:pt x="1797050" y="279400"/>
                </a:lnTo>
                <a:lnTo>
                  <a:pt x="1797050" y="266700"/>
                </a:lnTo>
                <a:lnTo>
                  <a:pt x="1803400" y="260350"/>
                </a:lnTo>
                <a:lnTo>
                  <a:pt x="1803400" y="222250"/>
                </a:lnTo>
                <a:lnTo>
                  <a:pt x="1797050" y="215900"/>
                </a:lnTo>
                <a:lnTo>
                  <a:pt x="1790700" y="215900"/>
                </a:lnTo>
                <a:lnTo>
                  <a:pt x="1784350" y="209550"/>
                </a:lnTo>
                <a:lnTo>
                  <a:pt x="1778000" y="209550"/>
                </a:lnTo>
                <a:lnTo>
                  <a:pt x="1771650" y="215900"/>
                </a:lnTo>
                <a:lnTo>
                  <a:pt x="1765300" y="215900"/>
                </a:lnTo>
                <a:lnTo>
                  <a:pt x="1752600" y="228600"/>
                </a:lnTo>
                <a:lnTo>
                  <a:pt x="1746250" y="228600"/>
                </a:lnTo>
                <a:lnTo>
                  <a:pt x="1746250" y="234950"/>
                </a:lnTo>
                <a:close/>
                <a:moveTo>
                  <a:pt x="2387600" y="234950"/>
                </a:moveTo>
                <a:lnTo>
                  <a:pt x="2393950" y="241300"/>
                </a:lnTo>
                <a:lnTo>
                  <a:pt x="2374900" y="260350"/>
                </a:lnTo>
                <a:lnTo>
                  <a:pt x="2374900" y="266700"/>
                </a:lnTo>
                <a:lnTo>
                  <a:pt x="2362200" y="279400"/>
                </a:lnTo>
                <a:lnTo>
                  <a:pt x="2362200" y="285750"/>
                </a:lnTo>
                <a:lnTo>
                  <a:pt x="2349500" y="298450"/>
                </a:lnTo>
                <a:lnTo>
                  <a:pt x="2349500" y="304800"/>
                </a:lnTo>
                <a:lnTo>
                  <a:pt x="2305050" y="349250"/>
                </a:lnTo>
                <a:lnTo>
                  <a:pt x="2298700" y="349250"/>
                </a:lnTo>
                <a:lnTo>
                  <a:pt x="2292350" y="342900"/>
                </a:lnTo>
                <a:lnTo>
                  <a:pt x="2292350" y="336550"/>
                </a:lnTo>
                <a:lnTo>
                  <a:pt x="2298700" y="330200"/>
                </a:lnTo>
                <a:lnTo>
                  <a:pt x="2298700" y="317500"/>
                </a:lnTo>
                <a:lnTo>
                  <a:pt x="2305050" y="311150"/>
                </a:lnTo>
                <a:lnTo>
                  <a:pt x="2305050" y="304800"/>
                </a:lnTo>
                <a:lnTo>
                  <a:pt x="2311400" y="298450"/>
                </a:lnTo>
                <a:lnTo>
                  <a:pt x="2311400" y="292100"/>
                </a:lnTo>
                <a:lnTo>
                  <a:pt x="2317750" y="285750"/>
                </a:lnTo>
                <a:lnTo>
                  <a:pt x="2317750" y="279400"/>
                </a:lnTo>
                <a:lnTo>
                  <a:pt x="2355850" y="241300"/>
                </a:lnTo>
                <a:lnTo>
                  <a:pt x="2362200" y="241300"/>
                </a:lnTo>
                <a:lnTo>
                  <a:pt x="2368550" y="234950"/>
                </a:lnTo>
                <a:close/>
                <a:moveTo>
                  <a:pt x="685800" y="222250"/>
                </a:moveTo>
                <a:lnTo>
                  <a:pt x="679450" y="222250"/>
                </a:lnTo>
                <a:lnTo>
                  <a:pt x="673100" y="215900"/>
                </a:lnTo>
                <a:lnTo>
                  <a:pt x="660400" y="215900"/>
                </a:lnTo>
                <a:lnTo>
                  <a:pt x="654050" y="222250"/>
                </a:lnTo>
                <a:lnTo>
                  <a:pt x="647700" y="222250"/>
                </a:lnTo>
                <a:lnTo>
                  <a:pt x="647700" y="228600"/>
                </a:lnTo>
                <a:lnTo>
                  <a:pt x="609600" y="266700"/>
                </a:lnTo>
                <a:lnTo>
                  <a:pt x="603250" y="260350"/>
                </a:lnTo>
                <a:lnTo>
                  <a:pt x="603250" y="254000"/>
                </a:lnTo>
                <a:lnTo>
                  <a:pt x="609600" y="247650"/>
                </a:lnTo>
                <a:lnTo>
                  <a:pt x="609600" y="234950"/>
                </a:lnTo>
                <a:lnTo>
                  <a:pt x="615950" y="228600"/>
                </a:lnTo>
                <a:lnTo>
                  <a:pt x="603250" y="215900"/>
                </a:lnTo>
                <a:lnTo>
                  <a:pt x="596900" y="215900"/>
                </a:lnTo>
                <a:lnTo>
                  <a:pt x="590550" y="209550"/>
                </a:lnTo>
                <a:lnTo>
                  <a:pt x="584200" y="215900"/>
                </a:lnTo>
                <a:lnTo>
                  <a:pt x="584200" y="222250"/>
                </a:lnTo>
                <a:lnTo>
                  <a:pt x="577850" y="228600"/>
                </a:lnTo>
                <a:lnTo>
                  <a:pt x="577850" y="241300"/>
                </a:lnTo>
                <a:lnTo>
                  <a:pt x="571500" y="247650"/>
                </a:lnTo>
                <a:lnTo>
                  <a:pt x="571500" y="260350"/>
                </a:lnTo>
                <a:lnTo>
                  <a:pt x="565150" y="266700"/>
                </a:lnTo>
                <a:lnTo>
                  <a:pt x="565150" y="279400"/>
                </a:lnTo>
                <a:lnTo>
                  <a:pt x="558800" y="285750"/>
                </a:lnTo>
                <a:lnTo>
                  <a:pt x="558800" y="304800"/>
                </a:lnTo>
                <a:lnTo>
                  <a:pt x="552450" y="311150"/>
                </a:lnTo>
                <a:lnTo>
                  <a:pt x="552450" y="349250"/>
                </a:lnTo>
                <a:lnTo>
                  <a:pt x="546100" y="355600"/>
                </a:lnTo>
                <a:lnTo>
                  <a:pt x="552450" y="361950"/>
                </a:lnTo>
                <a:lnTo>
                  <a:pt x="552450" y="368300"/>
                </a:lnTo>
                <a:lnTo>
                  <a:pt x="558800" y="368300"/>
                </a:lnTo>
                <a:lnTo>
                  <a:pt x="565150" y="374650"/>
                </a:lnTo>
                <a:lnTo>
                  <a:pt x="571500" y="374650"/>
                </a:lnTo>
                <a:lnTo>
                  <a:pt x="577850" y="368300"/>
                </a:lnTo>
                <a:lnTo>
                  <a:pt x="577850" y="355600"/>
                </a:lnTo>
                <a:lnTo>
                  <a:pt x="584200" y="349250"/>
                </a:lnTo>
                <a:lnTo>
                  <a:pt x="584200" y="336550"/>
                </a:lnTo>
                <a:lnTo>
                  <a:pt x="590550" y="330200"/>
                </a:lnTo>
                <a:lnTo>
                  <a:pt x="590550" y="323850"/>
                </a:lnTo>
                <a:lnTo>
                  <a:pt x="596900" y="317500"/>
                </a:lnTo>
                <a:lnTo>
                  <a:pt x="596900" y="311150"/>
                </a:lnTo>
                <a:lnTo>
                  <a:pt x="603250" y="304800"/>
                </a:lnTo>
                <a:lnTo>
                  <a:pt x="603250" y="298450"/>
                </a:lnTo>
                <a:lnTo>
                  <a:pt x="615950" y="285750"/>
                </a:lnTo>
                <a:lnTo>
                  <a:pt x="615950" y="279400"/>
                </a:lnTo>
                <a:lnTo>
                  <a:pt x="628650" y="266700"/>
                </a:lnTo>
                <a:lnTo>
                  <a:pt x="628650" y="260350"/>
                </a:lnTo>
                <a:lnTo>
                  <a:pt x="654050" y="234950"/>
                </a:lnTo>
                <a:lnTo>
                  <a:pt x="666750" y="234950"/>
                </a:lnTo>
                <a:lnTo>
                  <a:pt x="679450" y="247650"/>
                </a:lnTo>
                <a:lnTo>
                  <a:pt x="685800" y="247650"/>
                </a:lnTo>
                <a:lnTo>
                  <a:pt x="692150" y="254000"/>
                </a:lnTo>
                <a:lnTo>
                  <a:pt x="692150" y="241300"/>
                </a:lnTo>
                <a:lnTo>
                  <a:pt x="685800" y="234950"/>
                </a:lnTo>
                <a:close/>
                <a:moveTo>
                  <a:pt x="3568700" y="203200"/>
                </a:moveTo>
                <a:lnTo>
                  <a:pt x="3562350" y="203200"/>
                </a:lnTo>
                <a:lnTo>
                  <a:pt x="3562350" y="209550"/>
                </a:lnTo>
                <a:lnTo>
                  <a:pt x="3543300" y="228600"/>
                </a:lnTo>
                <a:lnTo>
                  <a:pt x="3543300" y="234950"/>
                </a:lnTo>
                <a:lnTo>
                  <a:pt x="3536950" y="241300"/>
                </a:lnTo>
                <a:lnTo>
                  <a:pt x="3536950" y="247650"/>
                </a:lnTo>
                <a:lnTo>
                  <a:pt x="3562350" y="222250"/>
                </a:lnTo>
                <a:lnTo>
                  <a:pt x="3562350" y="215900"/>
                </a:lnTo>
                <a:lnTo>
                  <a:pt x="3568700" y="209550"/>
                </a:lnTo>
                <a:close/>
                <a:moveTo>
                  <a:pt x="3067050" y="215900"/>
                </a:moveTo>
                <a:lnTo>
                  <a:pt x="3060700" y="222250"/>
                </a:lnTo>
                <a:lnTo>
                  <a:pt x="3060700" y="228600"/>
                </a:lnTo>
                <a:lnTo>
                  <a:pt x="3048000" y="241300"/>
                </a:lnTo>
                <a:lnTo>
                  <a:pt x="3048000" y="247650"/>
                </a:lnTo>
                <a:lnTo>
                  <a:pt x="3041650" y="254000"/>
                </a:lnTo>
                <a:lnTo>
                  <a:pt x="3041650" y="266700"/>
                </a:lnTo>
                <a:lnTo>
                  <a:pt x="3035300" y="273050"/>
                </a:lnTo>
                <a:lnTo>
                  <a:pt x="3035300" y="285750"/>
                </a:lnTo>
                <a:lnTo>
                  <a:pt x="3022600" y="298450"/>
                </a:lnTo>
                <a:lnTo>
                  <a:pt x="3022600" y="304800"/>
                </a:lnTo>
                <a:lnTo>
                  <a:pt x="3016250" y="311150"/>
                </a:lnTo>
                <a:lnTo>
                  <a:pt x="3022600" y="317500"/>
                </a:lnTo>
                <a:lnTo>
                  <a:pt x="3022600" y="342900"/>
                </a:lnTo>
                <a:lnTo>
                  <a:pt x="3028950" y="349250"/>
                </a:lnTo>
                <a:lnTo>
                  <a:pt x="3028950" y="355600"/>
                </a:lnTo>
                <a:lnTo>
                  <a:pt x="3035300" y="355600"/>
                </a:lnTo>
                <a:lnTo>
                  <a:pt x="3041650" y="361950"/>
                </a:lnTo>
                <a:lnTo>
                  <a:pt x="3060700" y="361950"/>
                </a:lnTo>
                <a:lnTo>
                  <a:pt x="3079750" y="342900"/>
                </a:lnTo>
                <a:lnTo>
                  <a:pt x="3079750" y="336550"/>
                </a:lnTo>
                <a:lnTo>
                  <a:pt x="3098800" y="317500"/>
                </a:lnTo>
                <a:lnTo>
                  <a:pt x="3105150" y="323850"/>
                </a:lnTo>
                <a:lnTo>
                  <a:pt x="3105150" y="355600"/>
                </a:lnTo>
                <a:lnTo>
                  <a:pt x="3111500" y="355600"/>
                </a:lnTo>
                <a:lnTo>
                  <a:pt x="3117850" y="361950"/>
                </a:lnTo>
                <a:lnTo>
                  <a:pt x="3124200" y="361950"/>
                </a:lnTo>
                <a:lnTo>
                  <a:pt x="3130550" y="355600"/>
                </a:lnTo>
                <a:lnTo>
                  <a:pt x="3130550" y="349250"/>
                </a:lnTo>
                <a:lnTo>
                  <a:pt x="3136900" y="342900"/>
                </a:lnTo>
                <a:lnTo>
                  <a:pt x="3136900" y="336550"/>
                </a:lnTo>
                <a:lnTo>
                  <a:pt x="3143250" y="330200"/>
                </a:lnTo>
                <a:lnTo>
                  <a:pt x="3143250" y="323850"/>
                </a:lnTo>
                <a:lnTo>
                  <a:pt x="3149600" y="317500"/>
                </a:lnTo>
                <a:lnTo>
                  <a:pt x="3149600" y="311150"/>
                </a:lnTo>
                <a:lnTo>
                  <a:pt x="3155950" y="304800"/>
                </a:lnTo>
                <a:lnTo>
                  <a:pt x="3155950" y="298450"/>
                </a:lnTo>
                <a:lnTo>
                  <a:pt x="3168650" y="285750"/>
                </a:lnTo>
                <a:lnTo>
                  <a:pt x="3168650" y="279400"/>
                </a:lnTo>
                <a:lnTo>
                  <a:pt x="3187700" y="260350"/>
                </a:lnTo>
                <a:lnTo>
                  <a:pt x="3187700" y="254000"/>
                </a:lnTo>
                <a:lnTo>
                  <a:pt x="3213100" y="228600"/>
                </a:lnTo>
                <a:lnTo>
                  <a:pt x="3219450" y="228600"/>
                </a:lnTo>
                <a:lnTo>
                  <a:pt x="3225800" y="234950"/>
                </a:lnTo>
                <a:lnTo>
                  <a:pt x="3225800" y="241300"/>
                </a:lnTo>
                <a:lnTo>
                  <a:pt x="3219450" y="247650"/>
                </a:lnTo>
                <a:lnTo>
                  <a:pt x="3219450" y="260350"/>
                </a:lnTo>
                <a:lnTo>
                  <a:pt x="3213100" y="266700"/>
                </a:lnTo>
                <a:lnTo>
                  <a:pt x="3213100" y="273050"/>
                </a:lnTo>
                <a:lnTo>
                  <a:pt x="3200400" y="292100"/>
                </a:lnTo>
                <a:lnTo>
                  <a:pt x="3200400" y="311150"/>
                </a:lnTo>
                <a:lnTo>
                  <a:pt x="3194050" y="317500"/>
                </a:lnTo>
                <a:lnTo>
                  <a:pt x="3194050" y="355600"/>
                </a:lnTo>
                <a:lnTo>
                  <a:pt x="3206750" y="374650"/>
                </a:lnTo>
                <a:lnTo>
                  <a:pt x="3213100" y="374650"/>
                </a:lnTo>
                <a:lnTo>
                  <a:pt x="3219450" y="381000"/>
                </a:lnTo>
                <a:lnTo>
                  <a:pt x="3225800" y="381000"/>
                </a:lnTo>
                <a:lnTo>
                  <a:pt x="3232150" y="374650"/>
                </a:lnTo>
                <a:lnTo>
                  <a:pt x="3238500" y="374650"/>
                </a:lnTo>
                <a:lnTo>
                  <a:pt x="3238500" y="368300"/>
                </a:lnTo>
                <a:lnTo>
                  <a:pt x="3257550" y="349250"/>
                </a:lnTo>
                <a:lnTo>
                  <a:pt x="3257550" y="342900"/>
                </a:lnTo>
                <a:lnTo>
                  <a:pt x="3263900" y="336550"/>
                </a:lnTo>
                <a:lnTo>
                  <a:pt x="3276600" y="336550"/>
                </a:lnTo>
                <a:lnTo>
                  <a:pt x="3282950" y="342900"/>
                </a:lnTo>
                <a:lnTo>
                  <a:pt x="3282950" y="349250"/>
                </a:lnTo>
                <a:lnTo>
                  <a:pt x="3302000" y="361950"/>
                </a:lnTo>
                <a:lnTo>
                  <a:pt x="3321050" y="361950"/>
                </a:lnTo>
                <a:lnTo>
                  <a:pt x="3359150" y="323850"/>
                </a:lnTo>
                <a:lnTo>
                  <a:pt x="3359150" y="317500"/>
                </a:lnTo>
                <a:lnTo>
                  <a:pt x="3371850" y="304800"/>
                </a:lnTo>
                <a:lnTo>
                  <a:pt x="3378200" y="311150"/>
                </a:lnTo>
                <a:lnTo>
                  <a:pt x="3378200" y="330200"/>
                </a:lnTo>
                <a:lnTo>
                  <a:pt x="3371850" y="336550"/>
                </a:lnTo>
                <a:lnTo>
                  <a:pt x="3371850" y="349250"/>
                </a:lnTo>
                <a:lnTo>
                  <a:pt x="3365500" y="355600"/>
                </a:lnTo>
                <a:lnTo>
                  <a:pt x="3365500" y="368300"/>
                </a:lnTo>
                <a:lnTo>
                  <a:pt x="3359150" y="374650"/>
                </a:lnTo>
                <a:lnTo>
                  <a:pt x="3359150" y="393700"/>
                </a:lnTo>
                <a:lnTo>
                  <a:pt x="3352800" y="400050"/>
                </a:lnTo>
                <a:lnTo>
                  <a:pt x="3346450" y="400050"/>
                </a:lnTo>
                <a:lnTo>
                  <a:pt x="3340100" y="406400"/>
                </a:lnTo>
                <a:lnTo>
                  <a:pt x="3308350" y="406400"/>
                </a:lnTo>
                <a:lnTo>
                  <a:pt x="3302000" y="412750"/>
                </a:lnTo>
                <a:lnTo>
                  <a:pt x="3276600" y="412750"/>
                </a:lnTo>
                <a:lnTo>
                  <a:pt x="3270250" y="419100"/>
                </a:lnTo>
                <a:lnTo>
                  <a:pt x="3257550" y="419100"/>
                </a:lnTo>
                <a:lnTo>
                  <a:pt x="3251200" y="425450"/>
                </a:lnTo>
                <a:lnTo>
                  <a:pt x="3238500" y="425450"/>
                </a:lnTo>
                <a:lnTo>
                  <a:pt x="3232150" y="431800"/>
                </a:lnTo>
                <a:lnTo>
                  <a:pt x="3219450" y="431800"/>
                </a:lnTo>
                <a:lnTo>
                  <a:pt x="3213100" y="438150"/>
                </a:lnTo>
                <a:lnTo>
                  <a:pt x="3206750" y="438150"/>
                </a:lnTo>
                <a:lnTo>
                  <a:pt x="3200400" y="444500"/>
                </a:lnTo>
                <a:lnTo>
                  <a:pt x="3194050" y="444500"/>
                </a:lnTo>
                <a:lnTo>
                  <a:pt x="3187700" y="450850"/>
                </a:lnTo>
                <a:lnTo>
                  <a:pt x="3181350" y="450850"/>
                </a:lnTo>
                <a:lnTo>
                  <a:pt x="3162300" y="463550"/>
                </a:lnTo>
                <a:lnTo>
                  <a:pt x="3168650" y="463550"/>
                </a:lnTo>
                <a:lnTo>
                  <a:pt x="3175000" y="469900"/>
                </a:lnTo>
                <a:lnTo>
                  <a:pt x="3181350" y="469900"/>
                </a:lnTo>
                <a:lnTo>
                  <a:pt x="3187700" y="463550"/>
                </a:lnTo>
                <a:lnTo>
                  <a:pt x="3194050" y="463550"/>
                </a:lnTo>
                <a:lnTo>
                  <a:pt x="3200400" y="457200"/>
                </a:lnTo>
                <a:lnTo>
                  <a:pt x="3206750" y="457200"/>
                </a:lnTo>
                <a:lnTo>
                  <a:pt x="3213100" y="450850"/>
                </a:lnTo>
                <a:lnTo>
                  <a:pt x="3219450" y="450850"/>
                </a:lnTo>
                <a:lnTo>
                  <a:pt x="3238500" y="438150"/>
                </a:lnTo>
                <a:lnTo>
                  <a:pt x="3251200" y="438150"/>
                </a:lnTo>
                <a:lnTo>
                  <a:pt x="3257550" y="431800"/>
                </a:lnTo>
                <a:lnTo>
                  <a:pt x="3270250" y="431800"/>
                </a:lnTo>
                <a:lnTo>
                  <a:pt x="3276600" y="425450"/>
                </a:lnTo>
                <a:lnTo>
                  <a:pt x="3295650" y="425450"/>
                </a:lnTo>
                <a:lnTo>
                  <a:pt x="3302000" y="419100"/>
                </a:lnTo>
                <a:lnTo>
                  <a:pt x="3321050" y="419100"/>
                </a:lnTo>
                <a:lnTo>
                  <a:pt x="3327400" y="412750"/>
                </a:lnTo>
                <a:lnTo>
                  <a:pt x="3333750" y="412750"/>
                </a:lnTo>
                <a:lnTo>
                  <a:pt x="3340100" y="419100"/>
                </a:lnTo>
                <a:lnTo>
                  <a:pt x="3340100" y="431800"/>
                </a:lnTo>
                <a:lnTo>
                  <a:pt x="3333750" y="438150"/>
                </a:lnTo>
                <a:lnTo>
                  <a:pt x="3333750" y="444500"/>
                </a:lnTo>
                <a:lnTo>
                  <a:pt x="3327400" y="450850"/>
                </a:lnTo>
                <a:lnTo>
                  <a:pt x="3327400" y="457200"/>
                </a:lnTo>
                <a:lnTo>
                  <a:pt x="3321050" y="463550"/>
                </a:lnTo>
                <a:lnTo>
                  <a:pt x="3321050" y="469900"/>
                </a:lnTo>
                <a:lnTo>
                  <a:pt x="3308350" y="482600"/>
                </a:lnTo>
                <a:lnTo>
                  <a:pt x="3308350" y="488950"/>
                </a:lnTo>
                <a:lnTo>
                  <a:pt x="3295650" y="501650"/>
                </a:lnTo>
                <a:lnTo>
                  <a:pt x="3295650" y="508000"/>
                </a:lnTo>
                <a:lnTo>
                  <a:pt x="3263900" y="539750"/>
                </a:lnTo>
                <a:lnTo>
                  <a:pt x="3257550" y="539750"/>
                </a:lnTo>
                <a:lnTo>
                  <a:pt x="3244850" y="552450"/>
                </a:lnTo>
                <a:lnTo>
                  <a:pt x="3238500" y="552450"/>
                </a:lnTo>
                <a:lnTo>
                  <a:pt x="3219450" y="565150"/>
                </a:lnTo>
                <a:lnTo>
                  <a:pt x="3168650" y="565150"/>
                </a:lnTo>
                <a:lnTo>
                  <a:pt x="3143250" y="539750"/>
                </a:lnTo>
                <a:lnTo>
                  <a:pt x="3143250" y="501650"/>
                </a:lnTo>
                <a:lnTo>
                  <a:pt x="3136900" y="495300"/>
                </a:lnTo>
                <a:lnTo>
                  <a:pt x="3130550" y="501650"/>
                </a:lnTo>
                <a:lnTo>
                  <a:pt x="3130550" y="533400"/>
                </a:lnTo>
                <a:lnTo>
                  <a:pt x="3136900" y="539750"/>
                </a:lnTo>
                <a:lnTo>
                  <a:pt x="3136900" y="546100"/>
                </a:lnTo>
                <a:lnTo>
                  <a:pt x="3143250" y="552450"/>
                </a:lnTo>
                <a:lnTo>
                  <a:pt x="3143250" y="558800"/>
                </a:lnTo>
                <a:lnTo>
                  <a:pt x="3149600" y="558800"/>
                </a:lnTo>
                <a:lnTo>
                  <a:pt x="3162300" y="571500"/>
                </a:lnTo>
                <a:lnTo>
                  <a:pt x="3175000" y="571500"/>
                </a:lnTo>
                <a:lnTo>
                  <a:pt x="3181350" y="577850"/>
                </a:lnTo>
                <a:lnTo>
                  <a:pt x="3194050" y="577850"/>
                </a:lnTo>
                <a:lnTo>
                  <a:pt x="3200400" y="584200"/>
                </a:lnTo>
                <a:lnTo>
                  <a:pt x="3213100" y="584200"/>
                </a:lnTo>
                <a:lnTo>
                  <a:pt x="3219450" y="577850"/>
                </a:lnTo>
                <a:lnTo>
                  <a:pt x="3244850" y="577850"/>
                </a:lnTo>
                <a:lnTo>
                  <a:pt x="3251200" y="571500"/>
                </a:lnTo>
                <a:lnTo>
                  <a:pt x="3276600" y="571500"/>
                </a:lnTo>
                <a:lnTo>
                  <a:pt x="3314700" y="533400"/>
                </a:lnTo>
                <a:lnTo>
                  <a:pt x="3314700" y="527050"/>
                </a:lnTo>
                <a:lnTo>
                  <a:pt x="3327400" y="514350"/>
                </a:lnTo>
                <a:lnTo>
                  <a:pt x="3333750" y="520700"/>
                </a:lnTo>
                <a:lnTo>
                  <a:pt x="3346450" y="508000"/>
                </a:lnTo>
                <a:lnTo>
                  <a:pt x="3346450" y="501650"/>
                </a:lnTo>
                <a:lnTo>
                  <a:pt x="3359150" y="488950"/>
                </a:lnTo>
                <a:lnTo>
                  <a:pt x="3359150" y="482600"/>
                </a:lnTo>
                <a:lnTo>
                  <a:pt x="3365500" y="476250"/>
                </a:lnTo>
                <a:lnTo>
                  <a:pt x="3365500" y="469900"/>
                </a:lnTo>
                <a:lnTo>
                  <a:pt x="3378200" y="450850"/>
                </a:lnTo>
                <a:lnTo>
                  <a:pt x="3378200" y="438150"/>
                </a:lnTo>
                <a:lnTo>
                  <a:pt x="3384550" y="431800"/>
                </a:lnTo>
                <a:lnTo>
                  <a:pt x="3384550" y="419100"/>
                </a:lnTo>
                <a:lnTo>
                  <a:pt x="3397250" y="406400"/>
                </a:lnTo>
                <a:lnTo>
                  <a:pt x="3403600" y="406400"/>
                </a:lnTo>
                <a:lnTo>
                  <a:pt x="3403600" y="400050"/>
                </a:lnTo>
                <a:lnTo>
                  <a:pt x="3397250" y="393700"/>
                </a:lnTo>
                <a:lnTo>
                  <a:pt x="3397250" y="381000"/>
                </a:lnTo>
                <a:lnTo>
                  <a:pt x="3403600" y="374650"/>
                </a:lnTo>
                <a:lnTo>
                  <a:pt x="3403600" y="355600"/>
                </a:lnTo>
                <a:lnTo>
                  <a:pt x="3409950" y="349250"/>
                </a:lnTo>
                <a:lnTo>
                  <a:pt x="3409950" y="330200"/>
                </a:lnTo>
                <a:lnTo>
                  <a:pt x="3416300" y="323850"/>
                </a:lnTo>
                <a:lnTo>
                  <a:pt x="3416300" y="298450"/>
                </a:lnTo>
                <a:lnTo>
                  <a:pt x="3422650" y="292100"/>
                </a:lnTo>
                <a:lnTo>
                  <a:pt x="3422650" y="260350"/>
                </a:lnTo>
                <a:lnTo>
                  <a:pt x="3429000" y="254000"/>
                </a:lnTo>
                <a:lnTo>
                  <a:pt x="3429000" y="241300"/>
                </a:lnTo>
                <a:lnTo>
                  <a:pt x="3416300" y="228600"/>
                </a:lnTo>
                <a:lnTo>
                  <a:pt x="3409950" y="228600"/>
                </a:lnTo>
                <a:lnTo>
                  <a:pt x="3390900" y="209550"/>
                </a:lnTo>
                <a:lnTo>
                  <a:pt x="3384550" y="209550"/>
                </a:lnTo>
                <a:lnTo>
                  <a:pt x="3378200" y="203200"/>
                </a:lnTo>
                <a:lnTo>
                  <a:pt x="3371850" y="203200"/>
                </a:lnTo>
                <a:lnTo>
                  <a:pt x="3365500" y="209550"/>
                </a:lnTo>
                <a:lnTo>
                  <a:pt x="3352800" y="209550"/>
                </a:lnTo>
                <a:lnTo>
                  <a:pt x="3340100" y="222250"/>
                </a:lnTo>
                <a:lnTo>
                  <a:pt x="3333750" y="222250"/>
                </a:lnTo>
                <a:lnTo>
                  <a:pt x="3321050" y="234950"/>
                </a:lnTo>
                <a:lnTo>
                  <a:pt x="3321050" y="241300"/>
                </a:lnTo>
                <a:lnTo>
                  <a:pt x="3302000" y="260350"/>
                </a:lnTo>
                <a:lnTo>
                  <a:pt x="3302000" y="266700"/>
                </a:lnTo>
                <a:lnTo>
                  <a:pt x="3289300" y="285750"/>
                </a:lnTo>
                <a:lnTo>
                  <a:pt x="3289300" y="298450"/>
                </a:lnTo>
                <a:lnTo>
                  <a:pt x="3282950" y="304800"/>
                </a:lnTo>
                <a:lnTo>
                  <a:pt x="3282950" y="311150"/>
                </a:lnTo>
                <a:lnTo>
                  <a:pt x="3276600" y="317500"/>
                </a:lnTo>
                <a:lnTo>
                  <a:pt x="3276600" y="323850"/>
                </a:lnTo>
                <a:lnTo>
                  <a:pt x="3232150" y="368300"/>
                </a:lnTo>
                <a:lnTo>
                  <a:pt x="3225800" y="368300"/>
                </a:lnTo>
                <a:lnTo>
                  <a:pt x="3219450" y="361950"/>
                </a:lnTo>
                <a:lnTo>
                  <a:pt x="3219450" y="336550"/>
                </a:lnTo>
                <a:lnTo>
                  <a:pt x="3225800" y="330200"/>
                </a:lnTo>
                <a:lnTo>
                  <a:pt x="3225800" y="311150"/>
                </a:lnTo>
                <a:lnTo>
                  <a:pt x="3238500" y="292100"/>
                </a:lnTo>
                <a:lnTo>
                  <a:pt x="3238500" y="279400"/>
                </a:lnTo>
                <a:lnTo>
                  <a:pt x="3244850" y="273050"/>
                </a:lnTo>
                <a:lnTo>
                  <a:pt x="3244850" y="260350"/>
                </a:lnTo>
                <a:lnTo>
                  <a:pt x="3251200" y="254000"/>
                </a:lnTo>
                <a:lnTo>
                  <a:pt x="3251200" y="222250"/>
                </a:lnTo>
                <a:lnTo>
                  <a:pt x="3238500" y="209550"/>
                </a:lnTo>
                <a:lnTo>
                  <a:pt x="3225800" y="209550"/>
                </a:lnTo>
                <a:lnTo>
                  <a:pt x="3213100" y="222250"/>
                </a:lnTo>
                <a:lnTo>
                  <a:pt x="3206750" y="222250"/>
                </a:lnTo>
                <a:lnTo>
                  <a:pt x="3187700" y="241300"/>
                </a:lnTo>
                <a:lnTo>
                  <a:pt x="3187700" y="247650"/>
                </a:lnTo>
                <a:lnTo>
                  <a:pt x="3168650" y="266700"/>
                </a:lnTo>
                <a:lnTo>
                  <a:pt x="3162300" y="260350"/>
                </a:lnTo>
                <a:lnTo>
                  <a:pt x="3162300" y="247650"/>
                </a:lnTo>
                <a:lnTo>
                  <a:pt x="3168650" y="241300"/>
                </a:lnTo>
                <a:lnTo>
                  <a:pt x="3168650" y="228600"/>
                </a:lnTo>
                <a:lnTo>
                  <a:pt x="3175000" y="222250"/>
                </a:lnTo>
                <a:lnTo>
                  <a:pt x="3162300" y="209550"/>
                </a:lnTo>
                <a:lnTo>
                  <a:pt x="3155950" y="209550"/>
                </a:lnTo>
                <a:lnTo>
                  <a:pt x="3149600" y="203200"/>
                </a:lnTo>
                <a:lnTo>
                  <a:pt x="3149600" y="209550"/>
                </a:lnTo>
                <a:lnTo>
                  <a:pt x="3143250" y="215900"/>
                </a:lnTo>
                <a:lnTo>
                  <a:pt x="3143250" y="222250"/>
                </a:lnTo>
                <a:lnTo>
                  <a:pt x="3130550" y="241300"/>
                </a:lnTo>
                <a:lnTo>
                  <a:pt x="3130550" y="254000"/>
                </a:lnTo>
                <a:lnTo>
                  <a:pt x="3117850" y="273050"/>
                </a:lnTo>
                <a:lnTo>
                  <a:pt x="3117850" y="285750"/>
                </a:lnTo>
                <a:lnTo>
                  <a:pt x="3111500" y="292100"/>
                </a:lnTo>
                <a:lnTo>
                  <a:pt x="3111500" y="298450"/>
                </a:lnTo>
                <a:lnTo>
                  <a:pt x="3092450" y="317500"/>
                </a:lnTo>
                <a:lnTo>
                  <a:pt x="3092450" y="323850"/>
                </a:lnTo>
                <a:lnTo>
                  <a:pt x="3079750" y="336550"/>
                </a:lnTo>
                <a:lnTo>
                  <a:pt x="3073400" y="336550"/>
                </a:lnTo>
                <a:lnTo>
                  <a:pt x="3060700" y="349250"/>
                </a:lnTo>
                <a:lnTo>
                  <a:pt x="3054350" y="349250"/>
                </a:lnTo>
                <a:lnTo>
                  <a:pt x="3048000" y="342900"/>
                </a:lnTo>
                <a:lnTo>
                  <a:pt x="3048000" y="317500"/>
                </a:lnTo>
                <a:lnTo>
                  <a:pt x="3054350" y="311150"/>
                </a:lnTo>
                <a:lnTo>
                  <a:pt x="3054350" y="298450"/>
                </a:lnTo>
                <a:lnTo>
                  <a:pt x="3067050" y="279400"/>
                </a:lnTo>
                <a:lnTo>
                  <a:pt x="3067050" y="266700"/>
                </a:lnTo>
                <a:lnTo>
                  <a:pt x="3079750" y="247650"/>
                </a:lnTo>
                <a:lnTo>
                  <a:pt x="3079750" y="228600"/>
                </a:lnTo>
                <a:close/>
                <a:moveTo>
                  <a:pt x="3327400" y="508000"/>
                </a:moveTo>
                <a:lnTo>
                  <a:pt x="3333750" y="501650"/>
                </a:lnTo>
                <a:lnTo>
                  <a:pt x="3340100" y="508000"/>
                </a:lnTo>
                <a:lnTo>
                  <a:pt x="3340100" y="514350"/>
                </a:lnTo>
                <a:lnTo>
                  <a:pt x="3333750" y="520700"/>
                </a:lnTo>
                <a:lnTo>
                  <a:pt x="3327400" y="514350"/>
                </a:lnTo>
                <a:close/>
                <a:moveTo>
                  <a:pt x="3314700" y="488950"/>
                </a:moveTo>
                <a:lnTo>
                  <a:pt x="3321050" y="495300"/>
                </a:lnTo>
                <a:lnTo>
                  <a:pt x="3314700" y="501650"/>
                </a:lnTo>
                <a:lnTo>
                  <a:pt x="3314700" y="508000"/>
                </a:lnTo>
                <a:lnTo>
                  <a:pt x="3289300" y="533400"/>
                </a:lnTo>
                <a:lnTo>
                  <a:pt x="3282950" y="533400"/>
                </a:lnTo>
                <a:lnTo>
                  <a:pt x="3276600" y="527050"/>
                </a:lnTo>
                <a:lnTo>
                  <a:pt x="3302000" y="501650"/>
                </a:lnTo>
                <a:lnTo>
                  <a:pt x="3302000" y="495300"/>
                </a:lnTo>
                <a:lnTo>
                  <a:pt x="3308350" y="488950"/>
                </a:lnTo>
                <a:close/>
                <a:moveTo>
                  <a:pt x="3352800" y="476250"/>
                </a:moveTo>
                <a:lnTo>
                  <a:pt x="3359150" y="482600"/>
                </a:lnTo>
                <a:lnTo>
                  <a:pt x="3359150" y="488950"/>
                </a:lnTo>
                <a:lnTo>
                  <a:pt x="3340100" y="508000"/>
                </a:lnTo>
                <a:lnTo>
                  <a:pt x="3333750" y="501650"/>
                </a:lnTo>
                <a:lnTo>
                  <a:pt x="3333750" y="495300"/>
                </a:lnTo>
                <a:close/>
                <a:moveTo>
                  <a:pt x="3314700" y="482600"/>
                </a:moveTo>
                <a:lnTo>
                  <a:pt x="3321050" y="476250"/>
                </a:lnTo>
                <a:lnTo>
                  <a:pt x="3327400" y="482600"/>
                </a:lnTo>
                <a:lnTo>
                  <a:pt x="3327400" y="488950"/>
                </a:lnTo>
                <a:lnTo>
                  <a:pt x="3321050" y="495300"/>
                </a:lnTo>
                <a:lnTo>
                  <a:pt x="3314700" y="488950"/>
                </a:lnTo>
                <a:close/>
                <a:moveTo>
                  <a:pt x="3397250" y="222250"/>
                </a:moveTo>
                <a:lnTo>
                  <a:pt x="3403600" y="228600"/>
                </a:lnTo>
                <a:lnTo>
                  <a:pt x="3403600" y="247650"/>
                </a:lnTo>
                <a:lnTo>
                  <a:pt x="3397250" y="254000"/>
                </a:lnTo>
                <a:lnTo>
                  <a:pt x="3397250" y="260350"/>
                </a:lnTo>
                <a:lnTo>
                  <a:pt x="3384550" y="273050"/>
                </a:lnTo>
                <a:lnTo>
                  <a:pt x="3384550" y="279400"/>
                </a:lnTo>
                <a:lnTo>
                  <a:pt x="3371850" y="292100"/>
                </a:lnTo>
                <a:lnTo>
                  <a:pt x="3371850" y="298450"/>
                </a:lnTo>
                <a:lnTo>
                  <a:pt x="3327400" y="342900"/>
                </a:lnTo>
                <a:lnTo>
                  <a:pt x="3314700" y="342900"/>
                </a:lnTo>
                <a:lnTo>
                  <a:pt x="3308350" y="336550"/>
                </a:lnTo>
                <a:lnTo>
                  <a:pt x="3308350" y="330200"/>
                </a:lnTo>
                <a:lnTo>
                  <a:pt x="3314700" y="323850"/>
                </a:lnTo>
                <a:lnTo>
                  <a:pt x="3314700" y="311150"/>
                </a:lnTo>
                <a:lnTo>
                  <a:pt x="3321050" y="304800"/>
                </a:lnTo>
                <a:lnTo>
                  <a:pt x="3321050" y="298450"/>
                </a:lnTo>
                <a:lnTo>
                  <a:pt x="3327400" y="292100"/>
                </a:lnTo>
                <a:lnTo>
                  <a:pt x="3327400" y="285750"/>
                </a:lnTo>
                <a:lnTo>
                  <a:pt x="3340100" y="273050"/>
                </a:lnTo>
                <a:lnTo>
                  <a:pt x="3340100" y="266700"/>
                </a:lnTo>
                <a:lnTo>
                  <a:pt x="3378200" y="228600"/>
                </a:lnTo>
                <a:lnTo>
                  <a:pt x="3384550" y="228600"/>
                </a:lnTo>
                <a:lnTo>
                  <a:pt x="3390900" y="222250"/>
                </a:lnTo>
                <a:close/>
                <a:moveTo>
                  <a:pt x="2978150" y="203200"/>
                </a:moveTo>
                <a:lnTo>
                  <a:pt x="2965450" y="203200"/>
                </a:lnTo>
                <a:lnTo>
                  <a:pt x="2959100" y="209550"/>
                </a:lnTo>
                <a:lnTo>
                  <a:pt x="2952750" y="209550"/>
                </a:lnTo>
                <a:lnTo>
                  <a:pt x="2946400" y="215900"/>
                </a:lnTo>
                <a:lnTo>
                  <a:pt x="2940050" y="215900"/>
                </a:lnTo>
                <a:lnTo>
                  <a:pt x="2927350" y="228600"/>
                </a:lnTo>
                <a:lnTo>
                  <a:pt x="2927350" y="234950"/>
                </a:lnTo>
                <a:lnTo>
                  <a:pt x="2914650" y="247650"/>
                </a:lnTo>
                <a:lnTo>
                  <a:pt x="2914650" y="254000"/>
                </a:lnTo>
                <a:lnTo>
                  <a:pt x="2908300" y="260350"/>
                </a:lnTo>
                <a:lnTo>
                  <a:pt x="2908300" y="266700"/>
                </a:lnTo>
                <a:lnTo>
                  <a:pt x="2895600" y="285750"/>
                </a:lnTo>
                <a:lnTo>
                  <a:pt x="2895600" y="304800"/>
                </a:lnTo>
                <a:lnTo>
                  <a:pt x="2889250" y="311150"/>
                </a:lnTo>
                <a:lnTo>
                  <a:pt x="2889250" y="323850"/>
                </a:lnTo>
                <a:lnTo>
                  <a:pt x="2895600" y="330200"/>
                </a:lnTo>
                <a:lnTo>
                  <a:pt x="2895600" y="342900"/>
                </a:lnTo>
                <a:lnTo>
                  <a:pt x="2914650" y="361950"/>
                </a:lnTo>
                <a:lnTo>
                  <a:pt x="2921000" y="361950"/>
                </a:lnTo>
                <a:lnTo>
                  <a:pt x="2927350" y="368300"/>
                </a:lnTo>
                <a:lnTo>
                  <a:pt x="2946400" y="368300"/>
                </a:lnTo>
                <a:lnTo>
                  <a:pt x="2952750" y="361950"/>
                </a:lnTo>
                <a:lnTo>
                  <a:pt x="2959100" y="361950"/>
                </a:lnTo>
                <a:lnTo>
                  <a:pt x="2965450" y="355600"/>
                </a:lnTo>
                <a:lnTo>
                  <a:pt x="2971800" y="355600"/>
                </a:lnTo>
                <a:lnTo>
                  <a:pt x="2990850" y="336550"/>
                </a:lnTo>
                <a:lnTo>
                  <a:pt x="2984500" y="336550"/>
                </a:lnTo>
                <a:lnTo>
                  <a:pt x="2978150" y="342900"/>
                </a:lnTo>
                <a:lnTo>
                  <a:pt x="2971800" y="342900"/>
                </a:lnTo>
                <a:lnTo>
                  <a:pt x="2952750" y="355600"/>
                </a:lnTo>
                <a:lnTo>
                  <a:pt x="2933700" y="355600"/>
                </a:lnTo>
                <a:lnTo>
                  <a:pt x="2921000" y="342900"/>
                </a:lnTo>
                <a:lnTo>
                  <a:pt x="2921000" y="311150"/>
                </a:lnTo>
                <a:lnTo>
                  <a:pt x="2933700" y="298450"/>
                </a:lnTo>
                <a:lnTo>
                  <a:pt x="2952750" y="298450"/>
                </a:lnTo>
                <a:lnTo>
                  <a:pt x="2959100" y="292100"/>
                </a:lnTo>
                <a:lnTo>
                  <a:pt x="2965450" y="292100"/>
                </a:lnTo>
                <a:lnTo>
                  <a:pt x="2997200" y="260350"/>
                </a:lnTo>
                <a:lnTo>
                  <a:pt x="2997200" y="247650"/>
                </a:lnTo>
                <a:lnTo>
                  <a:pt x="3003550" y="241300"/>
                </a:lnTo>
                <a:lnTo>
                  <a:pt x="3003550" y="228600"/>
                </a:lnTo>
                <a:lnTo>
                  <a:pt x="2997200" y="222250"/>
                </a:lnTo>
                <a:lnTo>
                  <a:pt x="2997200" y="215900"/>
                </a:lnTo>
                <a:close/>
                <a:moveTo>
                  <a:pt x="2984500" y="222250"/>
                </a:moveTo>
                <a:lnTo>
                  <a:pt x="2990850" y="228600"/>
                </a:lnTo>
                <a:lnTo>
                  <a:pt x="2990850" y="241300"/>
                </a:lnTo>
                <a:lnTo>
                  <a:pt x="2984500" y="247650"/>
                </a:lnTo>
                <a:lnTo>
                  <a:pt x="2984500" y="254000"/>
                </a:lnTo>
                <a:lnTo>
                  <a:pt x="2952750" y="285750"/>
                </a:lnTo>
                <a:lnTo>
                  <a:pt x="2940050" y="285750"/>
                </a:lnTo>
                <a:lnTo>
                  <a:pt x="2933700" y="279400"/>
                </a:lnTo>
                <a:lnTo>
                  <a:pt x="2940050" y="273050"/>
                </a:lnTo>
                <a:lnTo>
                  <a:pt x="2940050" y="266700"/>
                </a:lnTo>
                <a:lnTo>
                  <a:pt x="2946400" y="260350"/>
                </a:lnTo>
                <a:lnTo>
                  <a:pt x="2946400" y="254000"/>
                </a:lnTo>
                <a:lnTo>
                  <a:pt x="2978150" y="222250"/>
                </a:lnTo>
                <a:close/>
                <a:moveTo>
                  <a:pt x="1504950" y="203200"/>
                </a:moveTo>
                <a:lnTo>
                  <a:pt x="1492250" y="190500"/>
                </a:lnTo>
                <a:lnTo>
                  <a:pt x="1460500" y="190500"/>
                </a:lnTo>
                <a:lnTo>
                  <a:pt x="1447800" y="203200"/>
                </a:lnTo>
                <a:lnTo>
                  <a:pt x="1441450" y="203200"/>
                </a:lnTo>
                <a:lnTo>
                  <a:pt x="1416050" y="228600"/>
                </a:lnTo>
                <a:lnTo>
                  <a:pt x="1416050" y="234950"/>
                </a:lnTo>
                <a:lnTo>
                  <a:pt x="1409700" y="241300"/>
                </a:lnTo>
                <a:lnTo>
                  <a:pt x="1409700" y="254000"/>
                </a:lnTo>
                <a:lnTo>
                  <a:pt x="1422400" y="273050"/>
                </a:lnTo>
                <a:lnTo>
                  <a:pt x="1422400" y="279400"/>
                </a:lnTo>
                <a:lnTo>
                  <a:pt x="1416050" y="285750"/>
                </a:lnTo>
                <a:lnTo>
                  <a:pt x="1416050" y="292100"/>
                </a:lnTo>
                <a:lnTo>
                  <a:pt x="1384300" y="323850"/>
                </a:lnTo>
                <a:lnTo>
                  <a:pt x="1384300" y="330200"/>
                </a:lnTo>
                <a:lnTo>
                  <a:pt x="1365250" y="349250"/>
                </a:lnTo>
                <a:lnTo>
                  <a:pt x="1358900" y="349250"/>
                </a:lnTo>
                <a:lnTo>
                  <a:pt x="1346200" y="361950"/>
                </a:lnTo>
                <a:lnTo>
                  <a:pt x="1339850" y="361950"/>
                </a:lnTo>
                <a:lnTo>
                  <a:pt x="1333500" y="355600"/>
                </a:lnTo>
                <a:lnTo>
                  <a:pt x="1333500" y="330200"/>
                </a:lnTo>
                <a:lnTo>
                  <a:pt x="1339850" y="323850"/>
                </a:lnTo>
                <a:lnTo>
                  <a:pt x="1339850" y="304800"/>
                </a:lnTo>
                <a:lnTo>
                  <a:pt x="1346200" y="298450"/>
                </a:lnTo>
                <a:lnTo>
                  <a:pt x="1346200" y="285750"/>
                </a:lnTo>
                <a:lnTo>
                  <a:pt x="1352550" y="279400"/>
                </a:lnTo>
                <a:lnTo>
                  <a:pt x="1352550" y="260350"/>
                </a:lnTo>
                <a:lnTo>
                  <a:pt x="1346200" y="254000"/>
                </a:lnTo>
                <a:lnTo>
                  <a:pt x="1333500" y="254000"/>
                </a:lnTo>
                <a:lnTo>
                  <a:pt x="1333500" y="260350"/>
                </a:lnTo>
                <a:lnTo>
                  <a:pt x="1320800" y="273050"/>
                </a:lnTo>
                <a:lnTo>
                  <a:pt x="1320800" y="279400"/>
                </a:lnTo>
                <a:lnTo>
                  <a:pt x="1314450" y="285750"/>
                </a:lnTo>
                <a:lnTo>
                  <a:pt x="1314450" y="292100"/>
                </a:lnTo>
                <a:lnTo>
                  <a:pt x="1295400" y="311150"/>
                </a:lnTo>
                <a:lnTo>
                  <a:pt x="1295400" y="317500"/>
                </a:lnTo>
                <a:lnTo>
                  <a:pt x="1263650" y="349250"/>
                </a:lnTo>
                <a:lnTo>
                  <a:pt x="1257300" y="349250"/>
                </a:lnTo>
                <a:lnTo>
                  <a:pt x="1250950" y="342900"/>
                </a:lnTo>
                <a:lnTo>
                  <a:pt x="1250950" y="317500"/>
                </a:lnTo>
                <a:lnTo>
                  <a:pt x="1257300" y="311150"/>
                </a:lnTo>
                <a:lnTo>
                  <a:pt x="1257300" y="304800"/>
                </a:lnTo>
                <a:lnTo>
                  <a:pt x="1270000" y="292100"/>
                </a:lnTo>
                <a:lnTo>
                  <a:pt x="1270000" y="285750"/>
                </a:lnTo>
                <a:lnTo>
                  <a:pt x="1289050" y="266700"/>
                </a:lnTo>
                <a:lnTo>
                  <a:pt x="1289050" y="260350"/>
                </a:lnTo>
                <a:lnTo>
                  <a:pt x="1295400" y="254000"/>
                </a:lnTo>
                <a:lnTo>
                  <a:pt x="1301750" y="254000"/>
                </a:lnTo>
                <a:lnTo>
                  <a:pt x="1320800" y="234950"/>
                </a:lnTo>
                <a:lnTo>
                  <a:pt x="1339850" y="234950"/>
                </a:lnTo>
                <a:lnTo>
                  <a:pt x="1346200" y="241300"/>
                </a:lnTo>
                <a:lnTo>
                  <a:pt x="1352550" y="241300"/>
                </a:lnTo>
                <a:lnTo>
                  <a:pt x="1352550" y="228600"/>
                </a:lnTo>
                <a:lnTo>
                  <a:pt x="1346200" y="228600"/>
                </a:lnTo>
                <a:lnTo>
                  <a:pt x="1327150" y="215900"/>
                </a:lnTo>
                <a:lnTo>
                  <a:pt x="1295400" y="215900"/>
                </a:lnTo>
                <a:lnTo>
                  <a:pt x="1289050" y="222250"/>
                </a:lnTo>
                <a:lnTo>
                  <a:pt x="1282700" y="222250"/>
                </a:lnTo>
                <a:lnTo>
                  <a:pt x="1244600" y="260350"/>
                </a:lnTo>
                <a:lnTo>
                  <a:pt x="1244600" y="266700"/>
                </a:lnTo>
                <a:lnTo>
                  <a:pt x="1231900" y="279400"/>
                </a:lnTo>
                <a:lnTo>
                  <a:pt x="1231900" y="285750"/>
                </a:lnTo>
                <a:lnTo>
                  <a:pt x="1219200" y="304800"/>
                </a:lnTo>
                <a:lnTo>
                  <a:pt x="1219200" y="330200"/>
                </a:lnTo>
                <a:lnTo>
                  <a:pt x="1212850" y="336550"/>
                </a:lnTo>
                <a:lnTo>
                  <a:pt x="1212850" y="342900"/>
                </a:lnTo>
                <a:lnTo>
                  <a:pt x="1219200" y="349250"/>
                </a:lnTo>
                <a:lnTo>
                  <a:pt x="1219200" y="355600"/>
                </a:lnTo>
                <a:lnTo>
                  <a:pt x="1231900" y="368300"/>
                </a:lnTo>
                <a:lnTo>
                  <a:pt x="1257300" y="368300"/>
                </a:lnTo>
                <a:lnTo>
                  <a:pt x="1263650" y="361950"/>
                </a:lnTo>
                <a:lnTo>
                  <a:pt x="1270000" y="361950"/>
                </a:lnTo>
                <a:lnTo>
                  <a:pt x="1276350" y="355600"/>
                </a:lnTo>
                <a:lnTo>
                  <a:pt x="1276350" y="349250"/>
                </a:lnTo>
                <a:lnTo>
                  <a:pt x="1301750" y="323850"/>
                </a:lnTo>
                <a:lnTo>
                  <a:pt x="1308100" y="330200"/>
                </a:lnTo>
                <a:lnTo>
                  <a:pt x="1308100" y="355600"/>
                </a:lnTo>
                <a:lnTo>
                  <a:pt x="1320800" y="368300"/>
                </a:lnTo>
                <a:lnTo>
                  <a:pt x="1327150" y="368300"/>
                </a:lnTo>
                <a:lnTo>
                  <a:pt x="1333500" y="374650"/>
                </a:lnTo>
                <a:lnTo>
                  <a:pt x="1339850" y="374650"/>
                </a:lnTo>
                <a:lnTo>
                  <a:pt x="1346200" y="368300"/>
                </a:lnTo>
                <a:lnTo>
                  <a:pt x="1352550" y="368300"/>
                </a:lnTo>
                <a:lnTo>
                  <a:pt x="1390650" y="330200"/>
                </a:lnTo>
                <a:lnTo>
                  <a:pt x="1390650" y="323850"/>
                </a:lnTo>
                <a:lnTo>
                  <a:pt x="1403350" y="311150"/>
                </a:lnTo>
                <a:lnTo>
                  <a:pt x="1403350" y="304800"/>
                </a:lnTo>
                <a:lnTo>
                  <a:pt x="1422400" y="285750"/>
                </a:lnTo>
                <a:lnTo>
                  <a:pt x="1428750" y="285750"/>
                </a:lnTo>
                <a:lnTo>
                  <a:pt x="1454150" y="311150"/>
                </a:lnTo>
                <a:lnTo>
                  <a:pt x="1454150" y="323850"/>
                </a:lnTo>
                <a:lnTo>
                  <a:pt x="1447800" y="330200"/>
                </a:lnTo>
                <a:lnTo>
                  <a:pt x="1441450" y="330200"/>
                </a:lnTo>
                <a:lnTo>
                  <a:pt x="1416050" y="355600"/>
                </a:lnTo>
                <a:lnTo>
                  <a:pt x="1422400" y="355600"/>
                </a:lnTo>
                <a:lnTo>
                  <a:pt x="1441450" y="336550"/>
                </a:lnTo>
                <a:lnTo>
                  <a:pt x="1447800" y="336550"/>
                </a:lnTo>
                <a:lnTo>
                  <a:pt x="1454150" y="330200"/>
                </a:lnTo>
                <a:lnTo>
                  <a:pt x="1460500" y="336550"/>
                </a:lnTo>
                <a:lnTo>
                  <a:pt x="1460500" y="355600"/>
                </a:lnTo>
                <a:lnTo>
                  <a:pt x="1454150" y="361950"/>
                </a:lnTo>
                <a:lnTo>
                  <a:pt x="1454150" y="368300"/>
                </a:lnTo>
                <a:lnTo>
                  <a:pt x="1441450" y="381000"/>
                </a:lnTo>
                <a:lnTo>
                  <a:pt x="1435100" y="381000"/>
                </a:lnTo>
                <a:lnTo>
                  <a:pt x="1422400" y="393700"/>
                </a:lnTo>
                <a:lnTo>
                  <a:pt x="1409700" y="393700"/>
                </a:lnTo>
                <a:lnTo>
                  <a:pt x="1403350" y="387350"/>
                </a:lnTo>
                <a:lnTo>
                  <a:pt x="1403350" y="374650"/>
                </a:lnTo>
                <a:lnTo>
                  <a:pt x="1397000" y="374650"/>
                </a:lnTo>
                <a:lnTo>
                  <a:pt x="1390650" y="381000"/>
                </a:lnTo>
                <a:lnTo>
                  <a:pt x="1390650" y="387350"/>
                </a:lnTo>
                <a:lnTo>
                  <a:pt x="1403350" y="406400"/>
                </a:lnTo>
                <a:lnTo>
                  <a:pt x="1428750" y="406400"/>
                </a:lnTo>
                <a:lnTo>
                  <a:pt x="1435100" y="400050"/>
                </a:lnTo>
                <a:lnTo>
                  <a:pt x="1454150" y="400050"/>
                </a:lnTo>
                <a:lnTo>
                  <a:pt x="1466850" y="387350"/>
                </a:lnTo>
                <a:lnTo>
                  <a:pt x="1473200" y="387350"/>
                </a:lnTo>
                <a:lnTo>
                  <a:pt x="1485900" y="374650"/>
                </a:lnTo>
                <a:lnTo>
                  <a:pt x="1485900" y="368300"/>
                </a:lnTo>
                <a:lnTo>
                  <a:pt x="1492250" y="361950"/>
                </a:lnTo>
                <a:lnTo>
                  <a:pt x="1492250" y="342900"/>
                </a:lnTo>
                <a:lnTo>
                  <a:pt x="1485900" y="336550"/>
                </a:lnTo>
                <a:lnTo>
                  <a:pt x="1485900" y="323850"/>
                </a:lnTo>
                <a:lnTo>
                  <a:pt x="1479550" y="317500"/>
                </a:lnTo>
                <a:lnTo>
                  <a:pt x="1498600" y="298450"/>
                </a:lnTo>
                <a:lnTo>
                  <a:pt x="1504950" y="298450"/>
                </a:lnTo>
                <a:lnTo>
                  <a:pt x="1498600" y="298450"/>
                </a:lnTo>
                <a:lnTo>
                  <a:pt x="1479550" y="311150"/>
                </a:lnTo>
                <a:lnTo>
                  <a:pt x="1441450" y="273050"/>
                </a:lnTo>
                <a:lnTo>
                  <a:pt x="1441450" y="254000"/>
                </a:lnTo>
                <a:lnTo>
                  <a:pt x="1447800" y="247650"/>
                </a:lnTo>
                <a:lnTo>
                  <a:pt x="1447800" y="241300"/>
                </a:lnTo>
                <a:lnTo>
                  <a:pt x="1466850" y="222250"/>
                </a:lnTo>
                <a:lnTo>
                  <a:pt x="1473200" y="222250"/>
                </a:lnTo>
                <a:lnTo>
                  <a:pt x="1485900" y="209550"/>
                </a:lnTo>
                <a:lnTo>
                  <a:pt x="1498600" y="209550"/>
                </a:lnTo>
                <a:close/>
                <a:moveTo>
                  <a:pt x="1079500" y="171450"/>
                </a:moveTo>
                <a:lnTo>
                  <a:pt x="1104900" y="196850"/>
                </a:lnTo>
                <a:lnTo>
                  <a:pt x="1104900" y="209550"/>
                </a:lnTo>
                <a:lnTo>
                  <a:pt x="1104900" y="190500"/>
                </a:lnTo>
                <a:lnTo>
                  <a:pt x="1092200" y="177800"/>
                </a:lnTo>
                <a:lnTo>
                  <a:pt x="1085850" y="177800"/>
                </a:lnTo>
                <a:close/>
                <a:moveTo>
                  <a:pt x="3105150" y="127000"/>
                </a:moveTo>
                <a:lnTo>
                  <a:pt x="3098800" y="127000"/>
                </a:lnTo>
                <a:lnTo>
                  <a:pt x="3092450" y="133350"/>
                </a:lnTo>
                <a:lnTo>
                  <a:pt x="3092450" y="139700"/>
                </a:lnTo>
                <a:lnTo>
                  <a:pt x="3079750" y="158750"/>
                </a:lnTo>
                <a:lnTo>
                  <a:pt x="3079750" y="171450"/>
                </a:lnTo>
                <a:lnTo>
                  <a:pt x="3092450" y="184150"/>
                </a:lnTo>
                <a:lnTo>
                  <a:pt x="3117850" y="146050"/>
                </a:lnTo>
                <a:lnTo>
                  <a:pt x="3117850" y="139700"/>
                </a:lnTo>
                <a:close/>
                <a:moveTo>
                  <a:pt x="336550" y="82550"/>
                </a:moveTo>
                <a:lnTo>
                  <a:pt x="330200" y="82550"/>
                </a:lnTo>
                <a:lnTo>
                  <a:pt x="317500" y="95250"/>
                </a:lnTo>
                <a:lnTo>
                  <a:pt x="317500" y="101600"/>
                </a:lnTo>
                <a:lnTo>
                  <a:pt x="304800" y="120650"/>
                </a:lnTo>
                <a:lnTo>
                  <a:pt x="304800" y="133350"/>
                </a:lnTo>
                <a:lnTo>
                  <a:pt x="292100" y="152400"/>
                </a:lnTo>
                <a:lnTo>
                  <a:pt x="292100" y="165100"/>
                </a:lnTo>
                <a:lnTo>
                  <a:pt x="285750" y="171450"/>
                </a:lnTo>
                <a:lnTo>
                  <a:pt x="285750" y="184150"/>
                </a:lnTo>
                <a:lnTo>
                  <a:pt x="279400" y="190500"/>
                </a:lnTo>
                <a:lnTo>
                  <a:pt x="279400" y="203200"/>
                </a:lnTo>
                <a:lnTo>
                  <a:pt x="273050" y="209550"/>
                </a:lnTo>
                <a:lnTo>
                  <a:pt x="273050" y="222250"/>
                </a:lnTo>
                <a:lnTo>
                  <a:pt x="266700" y="228600"/>
                </a:lnTo>
                <a:lnTo>
                  <a:pt x="266700" y="247650"/>
                </a:lnTo>
                <a:lnTo>
                  <a:pt x="260350" y="254000"/>
                </a:lnTo>
                <a:lnTo>
                  <a:pt x="260350" y="273050"/>
                </a:lnTo>
                <a:lnTo>
                  <a:pt x="254000" y="279400"/>
                </a:lnTo>
                <a:lnTo>
                  <a:pt x="254000" y="304800"/>
                </a:lnTo>
                <a:lnTo>
                  <a:pt x="247650" y="311150"/>
                </a:lnTo>
                <a:lnTo>
                  <a:pt x="247650" y="355600"/>
                </a:lnTo>
                <a:lnTo>
                  <a:pt x="247650" y="349250"/>
                </a:lnTo>
                <a:lnTo>
                  <a:pt x="254000" y="342900"/>
                </a:lnTo>
                <a:lnTo>
                  <a:pt x="260350" y="349250"/>
                </a:lnTo>
                <a:lnTo>
                  <a:pt x="260350" y="387350"/>
                </a:lnTo>
                <a:lnTo>
                  <a:pt x="247650" y="400050"/>
                </a:lnTo>
                <a:lnTo>
                  <a:pt x="241300" y="400050"/>
                </a:lnTo>
                <a:lnTo>
                  <a:pt x="228600" y="412750"/>
                </a:lnTo>
                <a:lnTo>
                  <a:pt x="228600" y="419100"/>
                </a:lnTo>
                <a:lnTo>
                  <a:pt x="234950" y="412750"/>
                </a:lnTo>
                <a:lnTo>
                  <a:pt x="247650" y="412750"/>
                </a:lnTo>
                <a:lnTo>
                  <a:pt x="254000" y="406400"/>
                </a:lnTo>
                <a:lnTo>
                  <a:pt x="273050" y="406400"/>
                </a:lnTo>
                <a:lnTo>
                  <a:pt x="279400" y="400050"/>
                </a:lnTo>
                <a:lnTo>
                  <a:pt x="279400" y="393700"/>
                </a:lnTo>
                <a:lnTo>
                  <a:pt x="298450" y="374650"/>
                </a:lnTo>
                <a:lnTo>
                  <a:pt x="292100" y="381000"/>
                </a:lnTo>
                <a:lnTo>
                  <a:pt x="285750" y="381000"/>
                </a:lnTo>
                <a:lnTo>
                  <a:pt x="279400" y="374650"/>
                </a:lnTo>
                <a:lnTo>
                  <a:pt x="279400" y="355600"/>
                </a:lnTo>
                <a:lnTo>
                  <a:pt x="279400" y="381000"/>
                </a:lnTo>
                <a:lnTo>
                  <a:pt x="273050" y="387350"/>
                </a:lnTo>
                <a:lnTo>
                  <a:pt x="266700" y="387350"/>
                </a:lnTo>
                <a:lnTo>
                  <a:pt x="260350" y="381000"/>
                </a:lnTo>
                <a:lnTo>
                  <a:pt x="260350" y="361950"/>
                </a:lnTo>
                <a:lnTo>
                  <a:pt x="266700" y="355600"/>
                </a:lnTo>
                <a:lnTo>
                  <a:pt x="266700" y="336550"/>
                </a:lnTo>
                <a:lnTo>
                  <a:pt x="273050" y="330200"/>
                </a:lnTo>
                <a:lnTo>
                  <a:pt x="273050" y="304800"/>
                </a:lnTo>
                <a:lnTo>
                  <a:pt x="279400" y="298450"/>
                </a:lnTo>
                <a:lnTo>
                  <a:pt x="285750" y="304800"/>
                </a:lnTo>
                <a:lnTo>
                  <a:pt x="285750" y="330200"/>
                </a:lnTo>
                <a:lnTo>
                  <a:pt x="285750" y="317500"/>
                </a:lnTo>
                <a:lnTo>
                  <a:pt x="292100" y="311150"/>
                </a:lnTo>
                <a:lnTo>
                  <a:pt x="292100" y="298450"/>
                </a:lnTo>
                <a:lnTo>
                  <a:pt x="298450" y="292100"/>
                </a:lnTo>
                <a:lnTo>
                  <a:pt x="298450" y="273050"/>
                </a:lnTo>
                <a:lnTo>
                  <a:pt x="304800" y="266700"/>
                </a:lnTo>
                <a:lnTo>
                  <a:pt x="304800" y="254000"/>
                </a:lnTo>
                <a:lnTo>
                  <a:pt x="311150" y="247650"/>
                </a:lnTo>
                <a:lnTo>
                  <a:pt x="311150" y="234950"/>
                </a:lnTo>
                <a:lnTo>
                  <a:pt x="317500" y="228600"/>
                </a:lnTo>
                <a:lnTo>
                  <a:pt x="317500" y="209550"/>
                </a:lnTo>
                <a:lnTo>
                  <a:pt x="323850" y="203200"/>
                </a:lnTo>
                <a:lnTo>
                  <a:pt x="323850" y="190500"/>
                </a:lnTo>
                <a:lnTo>
                  <a:pt x="336550" y="171450"/>
                </a:lnTo>
                <a:lnTo>
                  <a:pt x="336550" y="158750"/>
                </a:lnTo>
                <a:lnTo>
                  <a:pt x="342900" y="152400"/>
                </a:lnTo>
                <a:lnTo>
                  <a:pt x="342900" y="139700"/>
                </a:lnTo>
                <a:lnTo>
                  <a:pt x="355600" y="120650"/>
                </a:lnTo>
                <a:lnTo>
                  <a:pt x="355600" y="114300"/>
                </a:lnTo>
                <a:lnTo>
                  <a:pt x="349250" y="107950"/>
                </a:lnTo>
                <a:lnTo>
                  <a:pt x="349250" y="101600"/>
                </a:lnTo>
                <a:lnTo>
                  <a:pt x="355600" y="95250"/>
                </a:lnTo>
                <a:close/>
                <a:moveTo>
                  <a:pt x="279400" y="285750"/>
                </a:moveTo>
                <a:lnTo>
                  <a:pt x="285750" y="279400"/>
                </a:lnTo>
                <a:lnTo>
                  <a:pt x="292100" y="285750"/>
                </a:lnTo>
                <a:lnTo>
                  <a:pt x="292100" y="292100"/>
                </a:lnTo>
                <a:lnTo>
                  <a:pt x="285750" y="298450"/>
                </a:lnTo>
                <a:lnTo>
                  <a:pt x="279400" y="292100"/>
                </a:lnTo>
                <a:close/>
                <a:moveTo>
                  <a:pt x="2825750" y="25400"/>
                </a:moveTo>
                <a:lnTo>
                  <a:pt x="2819400" y="25400"/>
                </a:lnTo>
                <a:lnTo>
                  <a:pt x="2813050" y="31750"/>
                </a:lnTo>
                <a:lnTo>
                  <a:pt x="2813050" y="38100"/>
                </a:lnTo>
                <a:lnTo>
                  <a:pt x="2806700" y="44450"/>
                </a:lnTo>
                <a:lnTo>
                  <a:pt x="2806700" y="50800"/>
                </a:lnTo>
                <a:lnTo>
                  <a:pt x="2794000" y="69850"/>
                </a:lnTo>
                <a:lnTo>
                  <a:pt x="2794000" y="82550"/>
                </a:lnTo>
                <a:lnTo>
                  <a:pt x="2787650" y="88900"/>
                </a:lnTo>
                <a:lnTo>
                  <a:pt x="2787650" y="101600"/>
                </a:lnTo>
                <a:lnTo>
                  <a:pt x="2774950" y="120650"/>
                </a:lnTo>
                <a:lnTo>
                  <a:pt x="2774950" y="133350"/>
                </a:lnTo>
                <a:lnTo>
                  <a:pt x="2768600" y="139700"/>
                </a:lnTo>
                <a:lnTo>
                  <a:pt x="2768600" y="152400"/>
                </a:lnTo>
                <a:lnTo>
                  <a:pt x="2762250" y="158750"/>
                </a:lnTo>
                <a:lnTo>
                  <a:pt x="2762250" y="177800"/>
                </a:lnTo>
                <a:lnTo>
                  <a:pt x="2755900" y="184150"/>
                </a:lnTo>
                <a:lnTo>
                  <a:pt x="2755900" y="196850"/>
                </a:lnTo>
                <a:lnTo>
                  <a:pt x="2749550" y="203200"/>
                </a:lnTo>
                <a:lnTo>
                  <a:pt x="2749550" y="222250"/>
                </a:lnTo>
                <a:lnTo>
                  <a:pt x="2743200" y="228600"/>
                </a:lnTo>
                <a:lnTo>
                  <a:pt x="2743200" y="241300"/>
                </a:lnTo>
                <a:lnTo>
                  <a:pt x="2736850" y="247650"/>
                </a:lnTo>
                <a:lnTo>
                  <a:pt x="2736850" y="273050"/>
                </a:lnTo>
                <a:lnTo>
                  <a:pt x="2730500" y="279400"/>
                </a:lnTo>
                <a:lnTo>
                  <a:pt x="2730500" y="298450"/>
                </a:lnTo>
                <a:lnTo>
                  <a:pt x="2724150" y="304800"/>
                </a:lnTo>
                <a:lnTo>
                  <a:pt x="2724150" y="336550"/>
                </a:lnTo>
                <a:lnTo>
                  <a:pt x="2717800" y="342900"/>
                </a:lnTo>
                <a:lnTo>
                  <a:pt x="2717800" y="374650"/>
                </a:lnTo>
                <a:lnTo>
                  <a:pt x="2730500" y="387350"/>
                </a:lnTo>
                <a:lnTo>
                  <a:pt x="2736850" y="387350"/>
                </a:lnTo>
                <a:lnTo>
                  <a:pt x="2736850" y="374650"/>
                </a:lnTo>
                <a:lnTo>
                  <a:pt x="2743200" y="368300"/>
                </a:lnTo>
                <a:lnTo>
                  <a:pt x="2743200" y="349250"/>
                </a:lnTo>
                <a:lnTo>
                  <a:pt x="2749550" y="342900"/>
                </a:lnTo>
                <a:lnTo>
                  <a:pt x="2749550" y="330200"/>
                </a:lnTo>
                <a:lnTo>
                  <a:pt x="2755900" y="323850"/>
                </a:lnTo>
                <a:lnTo>
                  <a:pt x="2755900" y="317500"/>
                </a:lnTo>
                <a:lnTo>
                  <a:pt x="2762250" y="311150"/>
                </a:lnTo>
                <a:lnTo>
                  <a:pt x="2762250" y="304800"/>
                </a:lnTo>
                <a:lnTo>
                  <a:pt x="2768600" y="298450"/>
                </a:lnTo>
                <a:lnTo>
                  <a:pt x="2768600" y="292100"/>
                </a:lnTo>
                <a:lnTo>
                  <a:pt x="2774950" y="285750"/>
                </a:lnTo>
                <a:lnTo>
                  <a:pt x="2774950" y="279400"/>
                </a:lnTo>
                <a:lnTo>
                  <a:pt x="2781300" y="273050"/>
                </a:lnTo>
                <a:lnTo>
                  <a:pt x="2781300" y="266700"/>
                </a:lnTo>
                <a:lnTo>
                  <a:pt x="2787650" y="260350"/>
                </a:lnTo>
                <a:lnTo>
                  <a:pt x="2787650" y="254000"/>
                </a:lnTo>
                <a:lnTo>
                  <a:pt x="2819400" y="222250"/>
                </a:lnTo>
                <a:lnTo>
                  <a:pt x="2825750" y="222250"/>
                </a:lnTo>
                <a:lnTo>
                  <a:pt x="2832100" y="215900"/>
                </a:lnTo>
                <a:lnTo>
                  <a:pt x="2838450" y="215900"/>
                </a:lnTo>
                <a:lnTo>
                  <a:pt x="2844800" y="222250"/>
                </a:lnTo>
                <a:lnTo>
                  <a:pt x="2844800" y="266700"/>
                </a:lnTo>
                <a:lnTo>
                  <a:pt x="2832100" y="285750"/>
                </a:lnTo>
                <a:lnTo>
                  <a:pt x="2832100" y="298450"/>
                </a:lnTo>
                <a:lnTo>
                  <a:pt x="2825750" y="304800"/>
                </a:lnTo>
                <a:lnTo>
                  <a:pt x="2825750" y="311150"/>
                </a:lnTo>
                <a:lnTo>
                  <a:pt x="2819400" y="317500"/>
                </a:lnTo>
                <a:lnTo>
                  <a:pt x="2813050" y="317500"/>
                </a:lnTo>
                <a:lnTo>
                  <a:pt x="2800350" y="330200"/>
                </a:lnTo>
                <a:lnTo>
                  <a:pt x="2794000" y="330200"/>
                </a:lnTo>
                <a:lnTo>
                  <a:pt x="2755900" y="368300"/>
                </a:lnTo>
                <a:lnTo>
                  <a:pt x="2755900" y="387350"/>
                </a:lnTo>
                <a:lnTo>
                  <a:pt x="2762250" y="393700"/>
                </a:lnTo>
                <a:lnTo>
                  <a:pt x="2787650" y="393700"/>
                </a:lnTo>
                <a:lnTo>
                  <a:pt x="2794000" y="387350"/>
                </a:lnTo>
                <a:lnTo>
                  <a:pt x="2806700" y="387350"/>
                </a:lnTo>
                <a:lnTo>
                  <a:pt x="2844800" y="349250"/>
                </a:lnTo>
                <a:lnTo>
                  <a:pt x="2844800" y="342900"/>
                </a:lnTo>
                <a:lnTo>
                  <a:pt x="2851150" y="336550"/>
                </a:lnTo>
                <a:lnTo>
                  <a:pt x="2851150" y="330200"/>
                </a:lnTo>
                <a:lnTo>
                  <a:pt x="2857500" y="323850"/>
                </a:lnTo>
                <a:lnTo>
                  <a:pt x="2857500" y="317500"/>
                </a:lnTo>
                <a:lnTo>
                  <a:pt x="2870200" y="298450"/>
                </a:lnTo>
                <a:lnTo>
                  <a:pt x="2870200" y="254000"/>
                </a:lnTo>
                <a:lnTo>
                  <a:pt x="2876550" y="247650"/>
                </a:lnTo>
                <a:lnTo>
                  <a:pt x="2876550" y="241300"/>
                </a:lnTo>
                <a:lnTo>
                  <a:pt x="2870200" y="234950"/>
                </a:lnTo>
                <a:lnTo>
                  <a:pt x="2870200" y="222250"/>
                </a:lnTo>
                <a:lnTo>
                  <a:pt x="2857500" y="209550"/>
                </a:lnTo>
                <a:lnTo>
                  <a:pt x="2851150" y="209550"/>
                </a:lnTo>
                <a:lnTo>
                  <a:pt x="2844800" y="203200"/>
                </a:lnTo>
                <a:lnTo>
                  <a:pt x="2832100" y="203200"/>
                </a:lnTo>
                <a:lnTo>
                  <a:pt x="2825750" y="209550"/>
                </a:lnTo>
                <a:lnTo>
                  <a:pt x="2819400" y="209550"/>
                </a:lnTo>
                <a:lnTo>
                  <a:pt x="2781300" y="247650"/>
                </a:lnTo>
                <a:lnTo>
                  <a:pt x="2774950" y="241300"/>
                </a:lnTo>
                <a:lnTo>
                  <a:pt x="2774950" y="228600"/>
                </a:lnTo>
                <a:lnTo>
                  <a:pt x="2781300" y="222250"/>
                </a:lnTo>
                <a:lnTo>
                  <a:pt x="2781300" y="209550"/>
                </a:lnTo>
                <a:lnTo>
                  <a:pt x="2787650" y="203200"/>
                </a:lnTo>
                <a:lnTo>
                  <a:pt x="2787650" y="190500"/>
                </a:lnTo>
                <a:lnTo>
                  <a:pt x="2794000" y="184150"/>
                </a:lnTo>
                <a:lnTo>
                  <a:pt x="2794000" y="171450"/>
                </a:lnTo>
                <a:lnTo>
                  <a:pt x="2800350" y="165100"/>
                </a:lnTo>
                <a:lnTo>
                  <a:pt x="2800350" y="152400"/>
                </a:lnTo>
                <a:lnTo>
                  <a:pt x="2806700" y="146050"/>
                </a:lnTo>
                <a:lnTo>
                  <a:pt x="2806700" y="133350"/>
                </a:lnTo>
                <a:lnTo>
                  <a:pt x="2813050" y="127000"/>
                </a:lnTo>
                <a:lnTo>
                  <a:pt x="2813050" y="114300"/>
                </a:lnTo>
                <a:lnTo>
                  <a:pt x="2819400" y="107950"/>
                </a:lnTo>
                <a:lnTo>
                  <a:pt x="2819400" y="95250"/>
                </a:lnTo>
                <a:lnTo>
                  <a:pt x="2825750" y="88900"/>
                </a:lnTo>
                <a:lnTo>
                  <a:pt x="2825750" y="82550"/>
                </a:lnTo>
                <a:lnTo>
                  <a:pt x="2832100" y="76200"/>
                </a:lnTo>
                <a:lnTo>
                  <a:pt x="2832100" y="63500"/>
                </a:lnTo>
                <a:lnTo>
                  <a:pt x="2838450" y="57150"/>
                </a:lnTo>
                <a:lnTo>
                  <a:pt x="2838450" y="38100"/>
                </a:lnTo>
                <a:close/>
                <a:moveTo>
                  <a:pt x="2800350" y="330200"/>
                </a:moveTo>
                <a:lnTo>
                  <a:pt x="2806700" y="336550"/>
                </a:lnTo>
                <a:lnTo>
                  <a:pt x="2806700" y="349250"/>
                </a:lnTo>
                <a:lnTo>
                  <a:pt x="2794000" y="361950"/>
                </a:lnTo>
                <a:lnTo>
                  <a:pt x="2794000" y="368300"/>
                </a:lnTo>
                <a:lnTo>
                  <a:pt x="2787650" y="374650"/>
                </a:lnTo>
                <a:lnTo>
                  <a:pt x="2781300" y="374650"/>
                </a:lnTo>
                <a:lnTo>
                  <a:pt x="2768600" y="387350"/>
                </a:lnTo>
                <a:lnTo>
                  <a:pt x="2755900" y="374650"/>
                </a:lnTo>
                <a:lnTo>
                  <a:pt x="2762250" y="368300"/>
                </a:lnTo>
                <a:lnTo>
                  <a:pt x="2762250" y="361950"/>
                </a:lnTo>
                <a:lnTo>
                  <a:pt x="2781300" y="342900"/>
                </a:lnTo>
                <a:lnTo>
                  <a:pt x="2787650" y="342900"/>
                </a:lnTo>
                <a:close/>
                <a:moveTo>
                  <a:pt x="488950" y="50800"/>
                </a:moveTo>
                <a:lnTo>
                  <a:pt x="482600" y="50800"/>
                </a:lnTo>
                <a:lnTo>
                  <a:pt x="476250" y="44450"/>
                </a:lnTo>
                <a:lnTo>
                  <a:pt x="469900" y="44450"/>
                </a:lnTo>
                <a:lnTo>
                  <a:pt x="450850" y="31750"/>
                </a:lnTo>
                <a:lnTo>
                  <a:pt x="438150" y="31750"/>
                </a:lnTo>
                <a:lnTo>
                  <a:pt x="431800" y="25400"/>
                </a:lnTo>
                <a:lnTo>
                  <a:pt x="323850" y="25400"/>
                </a:lnTo>
                <a:lnTo>
                  <a:pt x="317500" y="31750"/>
                </a:lnTo>
                <a:lnTo>
                  <a:pt x="292100" y="31750"/>
                </a:lnTo>
                <a:lnTo>
                  <a:pt x="285750" y="38100"/>
                </a:lnTo>
                <a:lnTo>
                  <a:pt x="273050" y="38100"/>
                </a:lnTo>
                <a:lnTo>
                  <a:pt x="266700" y="44450"/>
                </a:lnTo>
                <a:lnTo>
                  <a:pt x="254000" y="44450"/>
                </a:lnTo>
                <a:lnTo>
                  <a:pt x="234950" y="57150"/>
                </a:lnTo>
                <a:lnTo>
                  <a:pt x="222250" y="57150"/>
                </a:lnTo>
                <a:lnTo>
                  <a:pt x="215900" y="63500"/>
                </a:lnTo>
                <a:lnTo>
                  <a:pt x="209550" y="63500"/>
                </a:lnTo>
                <a:lnTo>
                  <a:pt x="196850" y="76200"/>
                </a:lnTo>
                <a:lnTo>
                  <a:pt x="190500" y="76200"/>
                </a:lnTo>
                <a:lnTo>
                  <a:pt x="177800" y="88900"/>
                </a:lnTo>
                <a:lnTo>
                  <a:pt x="171450" y="88900"/>
                </a:lnTo>
                <a:lnTo>
                  <a:pt x="146050" y="114300"/>
                </a:lnTo>
                <a:lnTo>
                  <a:pt x="146050" y="120650"/>
                </a:lnTo>
                <a:lnTo>
                  <a:pt x="133350" y="133350"/>
                </a:lnTo>
                <a:lnTo>
                  <a:pt x="133350" y="139700"/>
                </a:lnTo>
                <a:lnTo>
                  <a:pt x="127000" y="146050"/>
                </a:lnTo>
                <a:lnTo>
                  <a:pt x="127000" y="190500"/>
                </a:lnTo>
                <a:lnTo>
                  <a:pt x="139700" y="203200"/>
                </a:lnTo>
                <a:lnTo>
                  <a:pt x="152400" y="203200"/>
                </a:lnTo>
                <a:lnTo>
                  <a:pt x="146050" y="196850"/>
                </a:lnTo>
                <a:lnTo>
                  <a:pt x="146050" y="171450"/>
                </a:lnTo>
                <a:lnTo>
                  <a:pt x="152400" y="165100"/>
                </a:lnTo>
                <a:lnTo>
                  <a:pt x="152400" y="139700"/>
                </a:lnTo>
                <a:lnTo>
                  <a:pt x="177800" y="114300"/>
                </a:lnTo>
                <a:lnTo>
                  <a:pt x="184150" y="114300"/>
                </a:lnTo>
                <a:lnTo>
                  <a:pt x="190500" y="120650"/>
                </a:lnTo>
                <a:lnTo>
                  <a:pt x="184150" y="127000"/>
                </a:lnTo>
                <a:lnTo>
                  <a:pt x="196850" y="114300"/>
                </a:lnTo>
                <a:lnTo>
                  <a:pt x="203200" y="114300"/>
                </a:lnTo>
                <a:lnTo>
                  <a:pt x="215900" y="101600"/>
                </a:lnTo>
                <a:lnTo>
                  <a:pt x="222250" y="101600"/>
                </a:lnTo>
                <a:lnTo>
                  <a:pt x="228600" y="95250"/>
                </a:lnTo>
                <a:lnTo>
                  <a:pt x="234950" y="95250"/>
                </a:lnTo>
                <a:lnTo>
                  <a:pt x="241300" y="88900"/>
                </a:lnTo>
                <a:lnTo>
                  <a:pt x="247650" y="88900"/>
                </a:lnTo>
                <a:lnTo>
                  <a:pt x="266700" y="76200"/>
                </a:lnTo>
                <a:lnTo>
                  <a:pt x="279400" y="76200"/>
                </a:lnTo>
                <a:lnTo>
                  <a:pt x="285750" y="69850"/>
                </a:lnTo>
                <a:lnTo>
                  <a:pt x="298450" y="69850"/>
                </a:lnTo>
                <a:lnTo>
                  <a:pt x="304800" y="63500"/>
                </a:lnTo>
                <a:lnTo>
                  <a:pt x="317500" y="63500"/>
                </a:lnTo>
                <a:lnTo>
                  <a:pt x="323850" y="57150"/>
                </a:lnTo>
                <a:lnTo>
                  <a:pt x="349250" y="57150"/>
                </a:lnTo>
                <a:lnTo>
                  <a:pt x="355600" y="50800"/>
                </a:lnTo>
                <a:lnTo>
                  <a:pt x="444500" y="50800"/>
                </a:lnTo>
                <a:lnTo>
                  <a:pt x="450850" y="57150"/>
                </a:lnTo>
                <a:lnTo>
                  <a:pt x="463550" y="57150"/>
                </a:lnTo>
                <a:lnTo>
                  <a:pt x="469900" y="63500"/>
                </a:lnTo>
                <a:lnTo>
                  <a:pt x="476250" y="63500"/>
                </a:lnTo>
                <a:lnTo>
                  <a:pt x="508000" y="95250"/>
                </a:lnTo>
                <a:lnTo>
                  <a:pt x="508000" y="107950"/>
                </a:lnTo>
                <a:lnTo>
                  <a:pt x="514350" y="114300"/>
                </a:lnTo>
                <a:lnTo>
                  <a:pt x="514350" y="171450"/>
                </a:lnTo>
                <a:lnTo>
                  <a:pt x="508000" y="177800"/>
                </a:lnTo>
                <a:lnTo>
                  <a:pt x="508000" y="190500"/>
                </a:lnTo>
                <a:lnTo>
                  <a:pt x="501650" y="196850"/>
                </a:lnTo>
                <a:lnTo>
                  <a:pt x="501650" y="209550"/>
                </a:lnTo>
                <a:lnTo>
                  <a:pt x="495300" y="215900"/>
                </a:lnTo>
                <a:lnTo>
                  <a:pt x="495300" y="222250"/>
                </a:lnTo>
                <a:lnTo>
                  <a:pt x="488950" y="228600"/>
                </a:lnTo>
                <a:lnTo>
                  <a:pt x="488950" y="234950"/>
                </a:lnTo>
                <a:lnTo>
                  <a:pt x="482600" y="241300"/>
                </a:lnTo>
                <a:lnTo>
                  <a:pt x="482600" y="247650"/>
                </a:lnTo>
                <a:lnTo>
                  <a:pt x="469900" y="260350"/>
                </a:lnTo>
                <a:lnTo>
                  <a:pt x="469900" y="266700"/>
                </a:lnTo>
                <a:lnTo>
                  <a:pt x="450850" y="285750"/>
                </a:lnTo>
                <a:lnTo>
                  <a:pt x="450850" y="292100"/>
                </a:lnTo>
                <a:lnTo>
                  <a:pt x="387350" y="355600"/>
                </a:lnTo>
                <a:lnTo>
                  <a:pt x="381000" y="355600"/>
                </a:lnTo>
                <a:lnTo>
                  <a:pt x="336550" y="400050"/>
                </a:lnTo>
                <a:lnTo>
                  <a:pt x="330200" y="400050"/>
                </a:lnTo>
                <a:lnTo>
                  <a:pt x="317500" y="412750"/>
                </a:lnTo>
                <a:lnTo>
                  <a:pt x="311150" y="412750"/>
                </a:lnTo>
                <a:lnTo>
                  <a:pt x="298450" y="425450"/>
                </a:lnTo>
                <a:lnTo>
                  <a:pt x="292100" y="425450"/>
                </a:lnTo>
                <a:lnTo>
                  <a:pt x="285750" y="431800"/>
                </a:lnTo>
                <a:lnTo>
                  <a:pt x="279400" y="431800"/>
                </a:lnTo>
                <a:lnTo>
                  <a:pt x="266700" y="444500"/>
                </a:lnTo>
                <a:lnTo>
                  <a:pt x="260350" y="444500"/>
                </a:lnTo>
                <a:lnTo>
                  <a:pt x="254000" y="450850"/>
                </a:lnTo>
                <a:lnTo>
                  <a:pt x="241300" y="450850"/>
                </a:lnTo>
                <a:lnTo>
                  <a:pt x="222250" y="463550"/>
                </a:lnTo>
                <a:lnTo>
                  <a:pt x="184150" y="463550"/>
                </a:lnTo>
                <a:lnTo>
                  <a:pt x="171450" y="450850"/>
                </a:lnTo>
                <a:lnTo>
                  <a:pt x="171450" y="444500"/>
                </a:lnTo>
                <a:lnTo>
                  <a:pt x="171450" y="450850"/>
                </a:lnTo>
                <a:lnTo>
                  <a:pt x="165100" y="457200"/>
                </a:lnTo>
                <a:lnTo>
                  <a:pt x="184150" y="476250"/>
                </a:lnTo>
                <a:lnTo>
                  <a:pt x="196850" y="476250"/>
                </a:lnTo>
                <a:lnTo>
                  <a:pt x="203200" y="482600"/>
                </a:lnTo>
                <a:lnTo>
                  <a:pt x="215900" y="482600"/>
                </a:lnTo>
                <a:lnTo>
                  <a:pt x="222250" y="476250"/>
                </a:lnTo>
                <a:lnTo>
                  <a:pt x="241300" y="476250"/>
                </a:lnTo>
                <a:lnTo>
                  <a:pt x="247650" y="469900"/>
                </a:lnTo>
                <a:lnTo>
                  <a:pt x="266700" y="469900"/>
                </a:lnTo>
                <a:lnTo>
                  <a:pt x="273050" y="463550"/>
                </a:lnTo>
                <a:lnTo>
                  <a:pt x="292100" y="463550"/>
                </a:lnTo>
                <a:lnTo>
                  <a:pt x="298450" y="457200"/>
                </a:lnTo>
                <a:lnTo>
                  <a:pt x="311150" y="457200"/>
                </a:lnTo>
                <a:lnTo>
                  <a:pt x="317500" y="450850"/>
                </a:lnTo>
                <a:lnTo>
                  <a:pt x="323850" y="450850"/>
                </a:lnTo>
                <a:lnTo>
                  <a:pt x="330200" y="444500"/>
                </a:lnTo>
                <a:lnTo>
                  <a:pt x="336550" y="444500"/>
                </a:lnTo>
                <a:lnTo>
                  <a:pt x="336550" y="438150"/>
                </a:lnTo>
                <a:lnTo>
                  <a:pt x="349250" y="425450"/>
                </a:lnTo>
                <a:lnTo>
                  <a:pt x="355600" y="425450"/>
                </a:lnTo>
                <a:lnTo>
                  <a:pt x="361950" y="431800"/>
                </a:lnTo>
                <a:lnTo>
                  <a:pt x="368300" y="425450"/>
                </a:lnTo>
                <a:lnTo>
                  <a:pt x="361950" y="419100"/>
                </a:lnTo>
                <a:lnTo>
                  <a:pt x="374650" y="406400"/>
                </a:lnTo>
                <a:lnTo>
                  <a:pt x="381000" y="406400"/>
                </a:lnTo>
                <a:lnTo>
                  <a:pt x="400050" y="387350"/>
                </a:lnTo>
                <a:lnTo>
                  <a:pt x="406400" y="387350"/>
                </a:lnTo>
                <a:lnTo>
                  <a:pt x="412750" y="381000"/>
                </a:lnTo>
                <a:lnTo>
                  <a:pt x="419100" y="387350"/>
                </a:lnTo>
                <a:lnTo>
                  <a:pt x="412750" y="381000"/>
                </a:lnTo>
                <a:lnTo>
                  <a:pt x="431800" y="361950"/>
                </a:lnTo>
                <a:lnTo>
                  <a:pt x="444500" y="361950"/>
                </a:lnTo>
                <a:lnTo>
                  <a:pt x="488950" y="317500"/>
                </a:lnTo>
                <a:lnTo>
                  <a:pt x="488950" y="311150"/>
                </a:lnTo>
                <a:lnTo>
                  <a:pt x="501650" y="298450"/>
                </a:lnTo>
                <a:lnTo>
                  <a:pt x="501650" y="292100"/>
                </a:lnTo>
                <a:lnTo>
                  <a:pt x="514350" y="279400"/>
                </a:lnTo>
                <a:lnTo>
                  <a:pt x="514350" y="273050"/>
                </a:lnTo>
                <a:lnTo>
                  <a:pt x="520700" y="266700"/>
                </a:lnTo>
                <a:lnTo>
                  <a:pt x="520700" y="260350"/>
                </a:lnTo>
                <a:lnTo>
                  <a:pt x="533400" y="241300"/>
                </a:lnTo>
                <a:lnTo>
                  <a:pt x="533400" y="228600"/>
                </a:lnTo>
                <a:lnTo>
                  <a:pt x="539750" y="222250"/>
                </a:lnTo>
                <a:lnTo>
                  <a:pt x="539750" y="203200"/>
                </a:lnTo>
                <a:lnTo>
                  <a:pt x="546100" y="196850"/>
                </a:lnTo>
                <a:lnTo>
                  <a:pt x="546100" y="133350"/>
                </a:lnTo>
                <a:lnTo>
                  <a:pt x="539750" y="127000"/>
                </a:lnTo>
                <a:lnTo>
                  <a:pt x="539750" y="114300"/>
                </a:lnTo>
                <a:lnTo>
                  <a:pt x="533400" y="107950"/>
                </a:lnTo>
                <a:lnTo>
                  <a:pt x="533400" y="101600"/>
                </a:lnTo>
                <a:lnTo>
                  <a:pt x="527050" y="95250"/>
                </a:lnTo>
                <a:lnTo>
                  <a:pt x="527050" y="88900"/>
                </a:lnTo>
                <a:close/>
                <a:moveTo>
                  <a:pt x="355600" y="425450"/>
                </a:moveTo>
                <a:lnTo>
                  <a:pt x="361950" y="419100"/>
                </a:lnTo>
                <a:lnTo>
                  <a:pt x="368300" y="425450"/>
                </a:lnTo>
                <a:lnTo>
                  <a:pt x="361950" y="431800"/>
                </a:lnTo>
                <a:close/>
                <a:moveTo>
                  <a:pt x="419100" y="349250"/>
                </a:moveTo>
                <a:lnTo>
                  <a:pt x="387350" y="381000"/>
                </a:lnTo>
                <a:lnTo>
                  <a:pt x="381000" y="381000"/>
                </a:lnTo>
                <a:lnTo>
                  <a:pt x="361950" y="400050"/>
                </a:lnTo>
                <a:lnTo>
                  <a:pt x="355600" y="400050"/>
                </a:lnTo>
                <a:lnTo>
                  <a:pt x="342900" y="412750"/>
                </a:lnTo>
                <a:lnTo>
                  <a:pt x="336550" y="412750"/>
                </a:lnTo>
                <a:lnTo>
                  <a:pt x="330200" y="406400"/>
                </a:lnTo>
                <a:lnTo>
                  <a:pt x="355600" y="381000"/>
                </a:lnTo>
                <a:lnTo>
                  <a:pt x="361950" y="381000"/>
                </a:lnTo>
                <a:lnTo>
                  <a:pt x="393700" y="349250"/>
                </a:lnTo>
                <a:lnTo>
                  <a:pt x="400050" y="349250"/>
                </a:lnTo>
                <a:lnTo>
                  <a:pt x="406400" y="342900"/>
                </a:lnTo>
                <a:lnTo>
                  <a:pt x="412750" y="342900"/>
                </a:lnTo>
                <a:close/>
                <a:moveTo>
                  <a:pt x="501650" y="203200"/>
                </a:moveTo>
                <a:lnTo>
                  <a:pt x="508000" y="196850"/>
                </a:lnTo>
                <a:lnTo>
                  <a:pt x="514350" y="203200"/>
                </a:lnTo>
                <a:lnTo>
                  <a:pt x="508000" y="209550"/>
                </a:lnTo>
                <a:close/>
                <a:moveTo>
                  <a:pt x="184150" y="114300"/>
                </a:moveTo>
                <a:lnTo>
                  <a:pt x="190500" y="107950"/>
                </a:lnTo>
                <a:lnTo>
                  <a:pt x="196850" y="114300"/>
                </a:lnTo>
                <a:lnTo>
                  <a:pt x="190500" y="120650"/>
                </a:lnTo>
                <a:close/>
                <a:moveTo>
                  <a:pt x="190500" y="82550"/>
                </a:moveTo>
                <a:lnTo>
                  <a:pt x="196850" y="76200"/>
                </a:lnTo>
                <a:lnTo>
                  <a:pt x="203200" y="76200"/>
                </a:lnTo>
                <a:lnTo>
                  <a:pt x="209550" y="82550"/>
                </a:lnTo>
                <a:lnTo>
                  <a:pt x="203200" y="88900"/>
                </a:lnTo>
                <a:lnTo>
                  <a:pt x="196850" y="88900"/>
                </a:lnTo>
                <a:close/>
                <a:moveTo>
                  <a:pt x="260350" y="57150"/>
                </a:moveTo>
                <a:lnTo>
                  <a:pt x="254000" y="63500"/>
                </a:lnTo>
                <a:lnTo>
                  <a:pt x="247650" y="63500"/>
                </a:lnTo>
                <a:lnTo>
                  <a:pt x="241300" y="69850"/>
                </a:lnTo>
                <a:lnTo>
                  <a:pt x="234950" y="69850"/>
                </a:lnTo>
                <a:lnTo>
                  <a:pt x="215900" y="82550"/>
                </a:lnTo>
                <a:lnTo>
                  <a:pt x="209550" y="82550"/>
                </a:lnTo>
                <a:lnTo>
                  <a:pt x="203200" y="76200"/>
                </a:lnTo>
                <a:lnTo>
                  <a:pt x="215900" y="63500"/>
                </a:lnTo>
                <a:lnTo>
                  <a:pt x="222250" y="63500"/>
                </a:lnTo>
                <a:lnTo>
                  <a:pt x="241300" y="50800"/>
                </a:lnTo>
                <a:lnTo>
                  <a:pt x="254000" y="50800"/>
                </a:lnTo>
                <a:close/>
                <a:moveTo>
                  <a:pt x="254000" y="50800"/>
                </a:moveTo>
                <a:lnTo>
                  <a:pt x="260350" y="44450"/>
                </a:lnTo>
                <a:lnTo>
                  <a:pt x="266700" y="44450"/>
                </a:lnTo>
                <a:lnTo>
                  <a:pt x="273050" y="50800"/>
                </a:lnTo>
                <a:lnTo>
                  <a:pt x="266700" y="57150"/>
                </a:lnTo>
                <a:lnTo>
                  <a:pt x="260350" y="57150"/>
                </a:lnTo>
                <a:close/>
                <a:moveTo>
                  <a:pt x="1765300" y="0"/>
                </a:moveTo>
                <a:lnTo>
                  <a:pt x="1758950" y="0"/>
                </a:lnTo>
                <a:lnTo>
                  <a:pt x="1752600" y="6350"/>
                </a:lnTo>
                <a:lnTo>
                  <a:pt x="1752600" y="12700"/>
                </a:lnTo>
                <a:lnTo>
                  <a:pt x="1746250" y="19050"/>
                </a:lnTo>
                <a:lnTo>
                  <a:pt x="1746250" y="25400"/>
                </a:lnTo>
                <a:lnTo>
                  <a:pt x="1739900" y="31750"/>
                </a:lnTo>
                <a:lnTo>
                  <a:pt x="1739900" y="38100"/>
                </a:lnTo>
                <a:lnTo>
                  <a:pt x="1727200" y="57150"/>
                </a:lnTo>
                <a:lnTo>
                  <a:pt x="1727200" y="69850"/>
                </a:lnTo>
                <a:lnTo>
                  <a:pt x="1714500" y="88900"/>
                </a:lnTo>
                <a:lnTo>
                  <a:pt x="1714500" y="101600"/>
                </a:lnTo>
                <a:lnTo>
                  <a:pt x="1708150" y="107950"/>
                </a:lnTo>
                <a:lnTo>
                  <a:pt x="1708150" y="120650"/>
                </a:lnTo>
                <a:lnTo>
                  <a:pt x="1701800" y="127000"/>
                </a:lnTo>
                <a:lnTo>
                  <a:pt x="1701800" y="146050"/>
                </a:lnTo>
                <a:lnTo>
                  <a:pt x="1689100" y="165100"/>
                </a:lnTo>
                <a:lnTo>
                  <a:pt x="1689100" y="184150"/>
                </a:lnTo>
                <a:lnTo>
                  <a:pt x="1682750" y="190500"/>
                </a:lnTo>
                <a:lnTo>
                  <a:pt x="1682750" y="203200"/>
                </a:lnTo>
                <a:lnTo>
                  <a:pt x="1682750" y="190500"/>
                </a:lnTo>
                <a:lnTo>
                  <a:pt x="1689100" y="184150"/>
                </a:lnTo>
                <a:lnTo>
                  <a:pt x="1689100" y="171450"/>
                </a:lnTo>
                <a:lnTo>
                  <a:pt x="1701800" y="152400"/>
                </a:lnTo>
                <a:lnTo>
                  <a:pt x="1701800" y="139700"/>
                </a:lnTo>
                <a:lnTo>
                  <a:pt x="1708150" y="133350"/>
                </a:lnTo>
                <a:lnTo>
                  <a:pt x="1708150" y="127000"/>
                </a:lnTo>
                <a:lnTo>
                  <a:pt x="1714500" y="120650"/>
                </a:lnTo>
                <a:lnTo>
                  <a:pt x="1720850" y="127000"/>
                </a:lnTo>
                <a:lnTo>
                  <a:pt x="1720850" y="139700"/>
                </a:lnTo>
                <a:lnTo>
                  <a:pt x="1714500" y="146050"/>
                </a:lnTo>
                <a:lnTo>
                  <a:pt x="1714500" y="158750"/>
                </a:lnTo>
                <a:lnTo>
                  <a:pt x="1708150" y="165100"/>
                </a:lnTo>
                <a:lnTo>
                  <a:pt x="1708150" y="184150"/>
                </a:lnTo>
                <a:lnTo>
                  <a:pt x="1701800" y="190500"/>
                </a:lnTo>
                <a:lnTo>
                  <a:pt x="1701800" y="203200"/>
                </a:lnTo>
                <a:lnTo>
                  <a:pt x="1695450" y="209550"/>
                </a:lnTo>
                <a:lnTo>
                  <a:pt x="1695450" y="222250"/>
                </a:lnTo>
                <a:lnTo>
                  <a:pt x="1689100" y="228600"/>
                </a:lnTo>
                <a:lnTo>
                  <a:pt x="1689100" y="247650"/>
                </a:lnTo>
                <a:lnTo>
                  <a:pt x="1682750" y="254000"/>
                </a:lnTo>
                <a:lnTo>
                  <a:pt x="1682750" y="266700"/>
                </a:lnTo>
                <a:lnTo>
                  <a:pt x="1676400" y="273050"/>
                </a:lnTo>
                <a:lnTo>
                  <a:pt x="1676400" y="292100"/>
                </a:lnTo>
                <a:lnTo>
                  <a:pt x="1670050" y="298450"/>
                </a:lnTo>
                <a:lnTo>
                  <a:pt x="1663700" y="292100"/>
                </a:lnTo>
                <a:lnTo>
                  <a:pt x="1663700" y="260350"/>
                </a:lnTo>
                <a:lnTo>
                  <a:pt x="1670050" y="254000"/>
                </a:lnTo>
                <a:lnTo>
                  <a:pt x="1670050" y="234950"/>
                </a:lnTo>
                <a:lnTo>
                  <a:pt x="1676400" y="228600"/>
                </a:lnTo>
                <a:lnTo>
                  <a:pt x="1676400" y="215900"/>
                </a:lnTo>
                <a:lnTo>
                  <a:pt x="1676400" y="228600"/>
                </a:lnTo>
                <a:lnTo>
                  <a:pt x="1670050" y="234950"/>
                </a:lnTo>
                <a:lnTo>
                  <a:pt x="1670050" y="254000"/>
                </a:lnTo>
                <a:lnTo>
                  <a:pt x="1663700" y="260350"/>
                </a:lnTo>
                <a:lnTo>
                  <a:pt x="1663700" y="285750"/>
                </a:lnTo>
                <a:lnTo>
                  <a:pt x="1657350" y="292100"/>
                </a:lnTo>
                <a:lnTo>
                  <a:pt x="1657350" y="317500"/>
                </a:lnTo>
                <a:lnTo>
                  <a:pt x="1651000" y="323850"/>
                </a:lnTo>
                <a:lnTo>
                  <a:pt x="1651000" y="368300"/>
                </a:lnTo>
                <a:lnTo>
                  <a:pt x="1657350" y="368300"/>
                </a:lnTo>
                <a:lnTo>
                  <a:pt x="1670050" y="381000"/>
                </a:lnTo>
                <a:lnTo>
                  <a:pt x="1676400" y="374650"/>
                </a:lnTo>
                <a:lnTo>
                  <a:pt x="1676400" y="361950"/>
                </a:lnTo>
                <a:lnTo>
                  <a:pt x="1682750" y="355600"/>
                </a:lnTo>
                <a:lnTo>
                  <a:pt x="1682750" y="349250"/>
                </a:lnTo>
                <a:lnTo>
                  <a:pt x="1695450" y="330200"/>
                </a:lnTo>
                <a:lnTo>
                  <a:pt x="1695450" y="266700"/>
                </a:lnTo>
                <a:lnTo>
                  <a:pt x="1701800" y="260350"/>
                </a:lnTo>
                <a:lnTo>
                  <a:pt x="1701800" y="247650"/>
                </a:lnTo>
                <a:lnTo>
                  <a:pt x="1708150" y="241300"/>
                </a:lnTo>
                <a:lnTo>
                  <a:pt x="1708150" y="222250"/>
                </a:lnTo>
                <a:lnTo>
                  <a:pt x="1714500" y="215900"/>
                </a:lnTo>
                <a:lnTo>
                  <a:pt x="1714500" y="203200"/>
                </a:lnTo>
                <a:lnTo>
                  <a:pt x="1720850" y="196850"/>
                </a:lnTo>
                <a:lnTo>
                  <a:pt x="1720850" y="184150"/>
                </a:lnTo>
                <a:lnTo>
                  <a:pt x="1727200" y="177800"/>
                </a:lnTo>
                <a:lnTo>
                  <a:pt x="1727200" y="165100"/>
                </a:lnTo>
                <a:lnTo>
                  <a:pt x="1733550" y="158750"/>
                </a:lnTo>
                <a:lnTo>
                  <a:pt x="1733550" y="146050"/>
                </a:lnTo>
                <a:lnTo>
                  <a:pt x="1739900" y="139700"/>
                </a:lnTo>
                <a:lnTo>
                  <a:pt x="1739900" y="127000"/>
                </a:lnTo>
                <a:lnTo>
                  <a:pt x="1746250" y="120650"/>
                </a:lnTo>
                <a:lnTo>
                  <a:pt x="1746250" y="114300"/>
                </a:lnTo>
                <a:lnTo>
                  <a:pt x="1752600" y="107950"/>
                </a:lnTo>
                <a:lnTo>
                  <a:pt x="1752600" y="95250"/>
                </a:lnTo>
                <a:lnTo>
                  <a:pt x="1765300" y="76200"/>
                </a:lnTo>
                <a:lnTo>
                  <a:pt x="1765300" y="63500"/>
                </a:lnTo>
                <a:lnTo>
                  <a:pt x="1771650" y="57150"/>
                </a:lnTo>
                <a:lnTo>
                  <a:pt x="1771650" y="44450"/>
                </a:lnTo>
                <a:lnTo>
                  <a:pt x="1784350" y="25400"/>
                </a:lnTo>
                <a:lnTo>
                  <a:pt x="1784350" y="12700"/>
                </a:lnTo>
                <a:close/>
                <a:moveTo>
                  <a:pt x="1714500" y="114300"/>
                </a:moveTo>
                <a:lnTo>
                  <a:pt x="1720850" y="107950"/>
                </a:lnTo>
                <a:lnTo>
                  <a:pt x="1727200" y="114300"/>
                </a:lnTo>
                <a:lnTo>
                  <a:pt x="1727200" y="120650"/>
                </a:lnTo>
                <a:lnTo>
                  <a:pt x="1720850" y="127000"/>
                </a:lnTo>
                <a:lnTo>
                  <a:pt x="1714500" y="120650"/>
                </a:lnTo>
                <a:close/>
              </a:path>
            </a:pathLst>
          </a:custGeom>
          <a:solidFill xmlns:a="http://schemas.openxmlformats.org/drawingml/2006/main">
            <a:srgbClr val="1E5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Repeated prompt refinement recycle icon gray">
            <a:extLst xmlns:a="http://schemas.openxmlformats.org/drawingml/2006/main">
              <a:ext uri="{FF2B5EF4-FFF2-40B4-BE49-F238E27FC236}">
                <a16:creationId xmlns:a16="http://schemas.microsoft.com/office/drawing/2014/main" id="{CB0222DB-FAD2-4E7F-B9CF-02CDDE2D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750" y="9485329"/>
            <a:ext cx="711200" cy="717550"/>
          </a:xfrm>
          <a:custGeom xmlns:a="http://schemas.openxmlformats.org/drawingml/2006/main">
            <a:pathLst>
              <a:path w="711200" h="717550">
                <a:moveTo>
                  <a:pt x="0" y="336550"/>
                </a:moveTo>
                <a:lnTo>
                  <a:pt x="0" y="406400"/>
                </a:lnTo>
                <a:lnTo>
                  <a:pt x="6350" y="412750"/>
                </a:lnTo>
                <a:lnTo>
                  <a:pt x="6350" y="438150"/>
                </a:lnTo>
                <a:lnTo>
                  <a:pt x="12700" y="444500"/>
                </a:lnTo>
                <a:lnTo>
                  <a:pt x="12700" y="463550"/>
                </a:lnTo>
                <a:lnTo>
                  <a:pt x="19050" y="469900"/>
                </a:lnTo>
                <a:lnTo>
                  <a:pt x="19050" y="482600"/>
                </a:lnTo>
                <a:lnTo>
                  <a:pt x="25400" y="488950"/>
                </a:lnTo>
                <a:lnTo>
                  <a:pt x="25400" y="501650"/>
                </a:lnTo>
                <a:lnTo>
                  <a:pt x="31750" y="508000"/>
                </a:lnTo>
                <a:lnTo>
                  <a:pt x="31750" y="514350"/>
                </a:lnTo>
                <a:lnTo>
                  <a:pt x="44450" y="527050"/>
                </a:lnTo>
                <a:lnTo>
                  <a:pt x="44450" y="533400"/>
                </a:lnTo>
                <a:lnTo>
                  <a:pt x="50800" y="539750"/>
                </a:lnTo>
                <a:lnTo>
                  <a:pt x="50800" y="546100"/>
                </a:lnTo>
                <a:lnTo>
                  <a:pt x="57150" y="552450"/>
                </a:lnTo>
                <a:lnTo>
                  <a:pt x="57150" y="558800"/>
                </a:lnTo>
                <a:lnTo>
                  <a:pt x="69850" y="571500"/>
                </a:lnTo>
                <a:lnTo>
                  <a:pt x="69850" y="577850"/>
                </a:lnTo>
                <a:lnTo>
                  <a:pt x="133350" y="641350"/>
                </a:lnTo>
                <a:lnTo>
                  <a:pt x="139700" y="641350"/>
                </a:lnTo>
                <a:lnTo>
                  <a:pt x="158750" y="660400"/>
                </a:lnTo>
                <a:lnTo>
                  <a:pt x="165100" y="660400"/>
                </a:lnTo>
                <a:lnTo>
                  <a:pt x="177800" y="673100"/>
                </a:lnTo>
                <a:lnTo>
                  <a:pt x="184150" y="673100"/>
                </a:lnTo>
                <a:lnTo>
                  <a:pt x="190500" y="679450"/>
                </a:lnTo>
                <a:lnTo>
                  <a:pt x="196850" y="679450"/>
                </a:lnTo>
                <a:lnTo>
                  <a:pt x="215900" y="692150"/>
                </a:lnTo>
                <a:lnTo>
                  <a:pt x="228600" y="692150"/>
                </a:lnTo>
                <a:lnTo>
                  <a:pt x="234950" y="698500"/>
                </a:lnTo>
                <a:lnTo>
                  <a:pt x="247650" y="698500"/>
                </a:lnTo>
                <a:lnTo>
                  <a:pt x="254000" y="704850"/>
                </a:lnTo>
                <a:lnTo>
                  <a:pt x="266700" y="704850"/>
                </a:lnTo>
                <a:lnTo>
                  <a:pt x="273050" y="711200"/>
                </a:lnTo>
                <a:lnTo>
                  <a:pt x="304800" y="711200"/>
                </a:lnTo>
                <a:lnTo>
                  <a:pt x="311150" y="717550"/>
                </a:lnTo>
                <a:lnTo>
                  <a:pt x="393700" y="717550"/>
                </a:lnTo>
                <a:lnTo>
                  <a:pt x="400050" y="711200"/>
                </a:lnTo>
                <a:lnTo>
                  <a:pt x="431800" y="711200"/>
                </a:lnTo>
                <a:lnTo>
                  <a:pt x="438150" y="704850"/>
                </a:lnTo>
                <a:lnTo>
                  <a:pt x="450850" y="704850"/>
                </a:lnTo>
                <a:lnTo>
                  <a:pt x="457200" y="698500"/>
                </a:lnTo>
                <a:lnTo>
                  <a:pt x="469900" y="698500"/>
                </a:lnTo>
                <a:lnTo>
                  <a:pt x="476250" y="692150"/>
                </a:lnTo>
                <a:lnTo>
                  <a:pt x="488950" y="692150"/>
                </a:lnTo>
                <a:lnTo>
                  <a:pt x="495300" y="685800"/>
                </a:lnTo>
                <a:lnTo>
                  <a:pt x="501650" y="685800"/>
                </a:lnTo>
                <a:lnTo>
                  <a:pt x="508000" y="679450"/>
                </a:lnTo>
                <a:lnTo>
                  <a:pt x="514350" y="679450"/>
                </a:lnTo>
                <a:lnTo>
                  <a:pt x="520700" y="673100"/>
                </a:lnTo>
                <a:lnTo>
                  <a:pt x="527050" y="673100"/>
                </a:lnTo>
                <a:lnTo>
                  <a:pt x="539750" y="660400"/>
                </a:lnTo>
                <a:lnTo>
                  <a:pt x="546100" y="660400"/>
                </a:lnTo>
                <a:lnTo>
                  <a:pt x="558800" y="647700"/>
                </a:lnTo>
                <a:lnTo>
                  <a:pt x="565150" y="647700"/>
                </a:lnTo>
                <a:lnTo>
                  <a:pt x="584200" y="628650"/>
                </a:lnTo>
                <a:lnTo>
                  <a:pt x="590550" y="628650"/>
                </a:lnTo>
                <a:lnTo>
                  <a:pt x="590550" y="622300"/>
                </a:lnTo>
                <a:lnTo>
                  <a:pt x="596900" y="615950"/>
                </a:lnTo>
                <a:lnTo>
                  <a:pt x="603250" y="615950"/>
                </a:lnTo>
                <a:lnTo>
                  <a:pt x="615950" y="603250"/>
                </a:lnTo>
                <a:lnTo>
                  <a:pt x="615950" y="596900"/>
                </a:lnTo>
                <a:lnTo>
                  <a:pt x="628650" y="584200"/>
                </a:lnTo>
                <a:lnTo>
                  <a:pt x="635000" y="584200"/>
                </a:lnTo>
                <a:lnTo>
                  <a:pt x="666750" y="615950"/>
                </a:lnTo>
                <a:lnTo>
                  <a:pt x="673100" y="615950"/>
                </a:lnTo>
                <a:lnTo>
                  <a:pt x="679450" y="609600"/>
                </a:lnTo>
                <a:lnTo>
                  <a:pt x="685800" y="609600"/>
                </a:lnTo>
                <a:lnTo>
                  <a:pt x="685800" y="590550"/>
                </a:lnTo>
                <a:lnTo>
                  <a:pt x="692150" y="584200"/>
                </a:lnTo>
                <a:lnTo>
                  <a:pt x="692150" y="546100"/>
                </a:lnTo>
                <a:lnTo>
                  <a:pt x="698500" y="539750"/>
                </a:lnTo>
                <a:lnTo>
                  <a:pt x="698500" y="501650"/>
                </a:lnTo>
                <a:lnTo>
                  <a:pt x="704850" y="495300"/>
                </a:lnTo>
                <a:lnTo>
                  <a:pt x="704850" y="463550"/>
                </a:lnTo>
                <a:lnTo>
                  <a:pt x="711200" y="457200"/>
                </a:lnTo>
                <a:lnTo>
                  <a:pt x="704850" y="450850"/>
                </a:lnTo>
                <a:lnTo>
                  <a:pt x="704850" y="444500"/>
                </a:lnTo>
                <a:lnTo>
                  <a:pt x="698500" y="444500"/>
                </a:lnTo>
                <a:lnTo>
                  <a:pt x="692150" y="438150"/>
                </a:lnTo>
                <a:lnTo>
                  <a:pt x="685800" y="438150"/>
                </a:lnTo>
                <a:lnTo>
                  <a:pt x="679450" y="444500"/>
                </a:lnTo>
                <a:lnTo>
                  <a:pt x="635000" y="444500"/>
                </a:lnTo>
                <a:lnTo>
                  <a:pt x="628650" y="450850"/>
                </a:lnTo>
                <a:lnTo>
                  <a:pt x="590550" y="450850"/>
                </a:lnTo>
                <a:lnTo>
                  <a:pt x="584200" y="457200"/>
                </a:lnTo>
                <a:lnTo>
                  <a:pt x="552450" y="457200"/>
                </a:lnTo>
                <a:lnTo>
                  <a:pt x="546100" y="463550"/>
                </a:lnTo>
                <a:lnTo>
                  <a:pt x="539750" y="463550"/>
                </a:lnTo>
                <a:lnTo>
                  <a:pt x="539750" y="469900"/>
                </a:lnTo>
                <a:lnTo>
                  <a:pt x="533400" y="476250"/>
                </a:lnTo>
                <a:lnTo>
                  <a:pt x="539750" y="482600"/>
                </a:lnTo>
                <a:lnTo>
                  <a:pt x="539750" y="488950"/>
                </a:lnTo>
                <a:lnTo>
                  <a:pt x="571500" y="520700"/>
                </a:lnTo>
                <a:lnTo>
                  <a:pt x="571500" y="533400"/>
                </a:lnTo>
                <a:lnTo>
                  <a:pt x="514350" y="590550"/>
                </a:lnTo>
                <a:lnTo>
                  <a:pt x="508000" y="590550"/>
                </a:lnTo>
                <a:lnTo>
                  <a:pt x="501650" y="596900"/>
                </a:lnTo>
                <a:lnTo>
                  <a:pt x="495300" y="596900"/>
                </a:lnTo>
                <a:lnTo>
                  <a:pt x="482600" y="609600"/>
                </a:lnTo>
                <a:lnTo>
                  <a:pt x="476250" y="609600"/>
                </a:lnTo>
                <a:lnTo>
                  <a:pt x="469900" y="615950"/>
                </a:lnTo>
                <a:lnTo>
                  <a:pt x="457200" y="615950"/>
                </a:lnTo>
                <a:lnTo>
                  <a:pt x="450850" y="622300"/>
                </a:lnTo>
                <a:lnTo>
                  <a:pt x="438150" y="622300"/>
                </a:lnTo>
                <a:lnTo>
                  <a:pt x="431800" y="628650"/>
                </a:lnTo>
                <a:lnTo>
                  <a:pt x="419100" y="628650"/>
                </a:lnTo>
                <a:lnTo>
                  <a:pt x="412750" y="635000"/>
                </a:lnTo>
                <a:lnTo>
                  <a:pt x="374650" y="635000"/>
                </a:lnTo>
                <a:lnTo>
                  <a:pt x="368300" y="641350"/>
                </a:lnTo>
                <a:lnTo>
                  <a:pt x="349250" y="641350"/>
                </a:lnTo>
                <a:lnTo>
                  <a:pt x="342900" y="635000"/>
                </a:lnTo>
                <a:lnTo>
                  <a:pt x="292100" y="635000"/>
                </a:lnTo>
                <a:lnTo>
                  <a:pt x="285750" y="628650"/>
                </a:lnTo>
                <a:lnTo>
                  <a:pt x="273050" y="628650"/>
                </a:lnTo>
                <a:lnTo>
                  <a:pt x="266700" y="622300"/>
                </a:lnTo>
                <a:lnTo>
                  <a:pt x="254000" y="622300"/>
                </a:lnTo>
                <a:lnTo>
                  <a:pt x="247650" y="615950"/>
                </a:lnTo>
                <a:lnTo>
                  <a:pt x="241300" y="615950"/>
                </a:lnTo>
                <a:lnTo>
                  <a:pt x="234950" y="609600"/>
                </a:lnTo>
                <a:lnTo>
                  <a:pt x="228600" y="609600"/>
                </a:lnTo>
                <a:lnTo>
                  <a:pt x="222250" y="603250"/>
                </a:lnTo>
                <a:lnTo>
                  <a:pt x="215900" y="603250"/>
                </a:lnTo>
                <a:lnTo>
                  <a:pt x="209550" y="596900"/>
                </a:lnTo>
                <a:lnTo>
                  <a:pt x="203200" y="596900"/>
                </a:lnTo>
                <a:lnTo>
                  <a:pt x="184150" y="577850"/>
                </a:lnTo>
                <a:lnTo>
                  <a:pt x="177800" y="577850"/>
                </a:lnTo>
                <a:lnTo>
                  <a:pt x="146050" y="546100"/>
                </a:lnTo>
                <a:lnTo>
                  <a:pt x="146050" y="539750"/>
                </a:lnTo>
                <a:lnTo>
                  <a:pt x="120650" y="514350"/>
                </a:lnTo>
                <a:lnTo>
                  <a:pt x="120650" y="508000"/>
                </a:lnTo>
                <a:lnTo>
                  <a:pt x="114300" y="501650"/>
                </a:lnTo>
                <a:lnTo>
                  <a:pt x="114300" y="495300"/>
                </a:lnTo>
                <a:lnTo>
                  <a:pt x="101600" y="482600"/>
                </a:lnTo>
                <a:lnTo>
                  <a:pt x="101600" y="476250"/>
                </a:lnTo>
                <a:lnTo>
                  <a:pt x="95250" y="469900"/>
                </a:lnTo>
                <a:lnTo>
                  <a:pt x="95250" y="457200"/>
                </a:lnTo>
                <a:lnTo>
                  <a:pt x="88900" y="450850"/>
                </a:lnTo>
                <a:lnTo>
                  <a:pt x="88900" y="438150"/>
                </a:lnTo>
                <a:lnTo>
                  <a:pt x="82550" y="431800"/>
                </a:lnTo>
                <a:lnTo>
                  <a:pt x="82550" y="412750"/>
                </a:lnTo>
                <a:lnTo>
                  <a:pt x="76200" y="406400"/>
                </a:lnTo>
                <a:lnTo>
                  <a:pt x="76200" y="330200"/>
                </a:lnTo>
                <a:lnTo>
                  <a:pt x="69850" y="323850"/>
                </a:lnTo>
                <a:lnTo>
                  <a:pt x="63500" y="323850"/>
                </a:lnTo>
                <a:lnTo>
                  <a:pt x="57150" y="317500"/>
                </a:lnTo>
                <a:lnTo>
                  <a:pt x="50800" y="317500"/>
                </a:lnTo>
                <a:lnTo>
                  <a:pt x="44450" y="323850"/>
                </a:lnTo>
                <a:lnTo>
                  <a:pt x="12700" y="323850"/>
                </a:lnTo>
                <a:close/>
                <a:moveTo>
                  <a:pt x="19050" y="107950"/>
                </a:moveTo>
                <a:lnTo>
                  <a:pt x="19050" y="133350"/>
                </a:lnTo>
                <a:lnTo>
                  <a:pt x="12700" y="139700"/>
                </a:lnTo>
                <a:lnTo>
                  <a:pt x="12700" y="171450"/>
                </a:lnTo>
                <a:lnTo>
                  <a:pt x="6350" y="177800"/>
                </a:lnTo>
                <a:lnTo>
                  <a:pt x="6350" y="228600"/>
                </a:lnTo>
                <a:lnTo>
                  <a:pt x="0" y="234950"/>
                </a:lnTo>
                <a:lnTo>
                  <a:pt x="0" y="260350"/>
                </a:lnTo>
                <a:lnTo>
                  <a:pt x="12700" y="273050"/>
                </a:lnTo>
                <a:lnTo>
                  <a:pt x="25400" y="273050"/>
                </a:lnTo>
                <a:lnTo>
                  <a:pt x="31750" y="266700"/>
                </a:lnTo>
                <a:lnTo>
                  <a:pt x="76200" y="266700"/>
                </a:lnTo>
                <a:lnTo>
                  <a:pt x="82550" y="260350"/>
                </a:lnTo>
                <a:lnTo>
                  <a:pt x="120650" y="260350"/>
                </a:lnTo>
                <a:lnTo>
                  <a:pt x="127000" y="254000"/>
                </a:lnTo>
                <a:lnTo>
                  <a:pt x="158750" y="254000"/>
                </a:lnTo>
                <a:lnTo>
                  <a:pt x="171450" y="241300"/>
                </a:lnTo>
                <a:lnTo>
                  <a:pt x="171450" y="228600"/>
                </a:lnTo>
                <a:lnTo>
                  <a:pt x="139700" y="196850"/>
                </a:lnTo>
                <a:lnTo>
                  <a:pt x="139700" y="190500"/>
                </a:lnTo>
                <a:lnTo>
                  <a:pt x="133350" y="184150"/>
                </a:lnTo>
                <a:lnTo>
                  <a:pt x="190500" y="127000"/>
                </a:lnTo>
                <a:lnTo>
                  <a:pt x="196850" y="127000"/>
                </a:lnTo>
                <a:lnTo>
                  <a:pt x="203200" y="120650"/>
                </a:lnTo>
                <a:lnTo>
                  <a:pt x="209550" y="120650"/>
                </a:lnTo>
                <a:lnTo>
                  <a:pt x="222250" y="107950"/>
                </a:lnTo>
                <a:lnTo>
                  <a:pt x="228600" y="107950"/>
                </a:lnTo>
                <a:lnTo>
                  <a:pt x="247650" y="95250"/>
                </a:lnTo>
                <a:lnTo>
                  <a:pt x="260350" y="95250"/>
                </a:lnTo>
                <a:lnTo>
                  <a:pt x="266700" y="88900"/>
                </a:lnTo>
                <a:lnTo>
                  <a:pt x="279400" y="88900"/>
                </a:lnTo>
                <a:lnTo>
                  <a:pt x="285750" y="82550"/>
                </a:lnTo>
                <a:lnTo>
                  <a:pt x="311150" y="82550"/>
                </a:lnTo>
                <a:lnTo>
                  <a:pt x="317500" y="76200"/>
                </a:lnTo>
                <a:lnTo>
                  <a:pt x="387350" y="76200"/>
                </a:lnTo>
                <a:lnTo>
                  <a:pt x="393700" y="82550"/>
                </a:lnTo>
                <a:lnTo>
                  <a:pt x="419100" y="82550"/>
                </a:lnTo>
                <a:lnTo>
                  <a:pt x="425450" y="88900"/>
                </a:lnTo>
                <a:lnTo>
                  <a:pt x="438150" y="88900"/>
                </a:lnTo>
                <a:lnTo>
                  <a:pt x="444500" y="95250"/>
                </a:lnTo>
                <a:lnTo>
                  <a:pt x="457200" y="95250"/>
                </a:lnTo>
                <a:lnTo>
                  <a:pt x="463550" y="101600"/>
                </a:lnTo>
                <a:lnTo>
                  <a:pt x="469900" y="101600"/>
                </a:lnTo>
                <a:lnTo>
                  <a:pt x="476250" y="107950"/>
                </a:lnTo>
                <a:lnTo>
                  <a:pt x="482600" y="107950"/>
                </a:lnTo>
                <a:lnTo>
                  <a:pt x="488950" y="114300"/>
                </a:lnTo>
                <a:lnTo>
                  <a:pt x="495300" y="114300"/>
                </a:lnTo>
                <a:lnTo>
                  <a:pt x="508000" y="127000"/>
                </a:lnTo>
                <a:lnTo>
                  <a:pt x="514350" y="127000"/>
                </a:lnTo>
                <a:lnTo>
                  <a:pt x="539750" y="152400"/>
                </a:lnTo>
                <a:lnTo>
                  <a:pt x="546100" y="152400"/>
                </a:lnTo>
                <a:lnTo>
                  <a:pt x="552450" y="158750"/>
                </a:lnTo>
                <a:lnTo>
                  <a:pt x="552450" y="165100"/>
                </a:lnTo>
                <a:lnTo>
                  <a:pt x="584200" y="196850"/>
                </a:lnTo>
                <a:lnTo>
                  <a:pt x="584200" y="203200"/>
                </a:lnTo>
                <a:lnTo>
                  <a:pt x="590550" y="209550"/>
                </a:lnTo>
                <a:lnTo>
                  <a:pt x="590550" y="215900"/>
                </a:lnTo>
                <a:lnTo>
                  <a:pt x="603250" y="228600"/>
                </a:lnTo>
                <a:lnTo>
                  <a:pt x="603250" y="234950"/>
                </a:lnTo>
                <a:lnTo>
                  <a:pt x="609600" y="241300"/>
                </a:lnTo>
                <a:lnTo>
                  <a:pt x="609600" y="254000"/>
                </a:lnTo>
                <a:lnTo>
                  <a:pt x="622300" y="273050"/>
                </a:lnTo>
                <a:lnTo>
                  <a:pt x="622300" y="292100"/>
                </a:lnTo>
                <a:lnTo>
                  <a:pt x="628650" y="298450"/>
                </a:lnTo>
                <a:lnTo>
                  <a:pt x="628650" y="323850"/>
                </a:lnTo>
                <a:lnTo>
                  <a:pt x="635000" y="330200"/>
                </a:lnTo>
                <a:lnTo>
                  <a:pt x="628650" y="336550"/>
                </a:lnTo>
                <a:lnTo>
                  <a:pt x="635000" y="342900"/>
                </a:lnTo>
                <a:lnTo>
                  <a:pt x="635000" y="387350"/>
                </a:lnTo>
                <a:lnTo>
                  <a:pt x="641350" y="387350"/>
                </a:lnTo>
                <a:lnTo>
                  <a:pt x="647700" y="393700"/>
                </a:lnTo>
                <a:lnTo>
                  <a:pt x="660400" y="393700"/>
                </a:lnTo>
                <a:lnTo>
                  <a:pt x="666750" y="387350"/>
                </a:lnTo>
                <a:lnTo>
                  <a:pt x="692150" y="387350"/>
                </a:lnTo>
                <a:lnTo>
                  <a:pt x="698500" y="381000"/>
                </a:lnTo>
                <a:lnTo>
                  <a:pt x="704850" y="381000"/>
                </a:lnTo>
                <a:lnTo>
                  <a:pt x="704850" y="368300"/>
                </a:lnTo>
                <a:lnTo>
                  <a:pt x="711200" y="361950"/>
                </a:lnTo>
                <a:lnTo>
                  <a:pt x="711200" y="342900"/>
                </a:lnTo>
                <a:lnTo>
                  <a:pt x="704850" y="336550"/>
                </a:lnTo>
                <a:lnTo>
                  <a:pt x="704850" y="292100"/>
                </a:lnTo>
                <a:lnTo>
                  <a:pt x="698500" y="285750"/>
                </a:lnTo>
                <a:lnTo>
                  <a:pt x="698500" y="266700"/>
                </a:lnTo>
                <a:lnTo>
                  <a:pt x="692150" y="260350"/>
                </a:lnTo>
                <a:lnTo>
                  <a:pt x="692150" y="247650"/>
                </a:lnTo>
                <a:lnTo>
                  <a:pt x="685800" y="241300"/>
                </a:lnTo>
                <a:lnTo>
                  <a:pt x="685800" y="228600"/>
                </a:lnTo>
                <a:lnTo>
                  <a:pt x="679450" y="222250"/>
                </a:lnTo>
                <a:lnTo>
                  <a:pt x="679450" y="209550"/>
                </a:lnTo>
                <a:lnTo>
                  <a:pt x="673100" y="203200"/>
                </a:lnTo>
                <a:lnTo>
                  <a:pt x="673100" y="196850"/>
                </a:lnTo>
                <a:lnTo>
                  <a:pt x="660400" y="184150"/>
                </a:lnTo>
                <a:lnTo>
                  <a:pt x="660400" y="177800"/>
                </a:lnTo>
                <a:lnTo>
                  <a:pt x="654050" y="171450"/>
                </a:lnTo>
                <a:lnTo>
                  <a:pt x="654050" y="165100"/>
                </a:lnTo>
                <a:lnTo>
                  <a:pt x="647700" y="158750"/>
                </a:lnTo>
                <a:lnTo>
                  <a:pt x="647700" y="152400"/>
                </a:lnTo>
                <a:lnTo>
                  <a:pt x="628650" y="133350"/>
                </a:lnTo>
                <a:lnTo>
                  <a:pt x="628650" y="127000"/>
                </a:lnTo>
                <a:lnTo>
                  <a:pt x="577850" y="76200"/>
                </a:lnTo>
                <a:lnTo>
                  <a:pt x="571500" y="76200"/>
                </a:lnTo>
                <a:lnTo>
                  <a:pt x="552450" y="57150"/>
                </a:lnTo>
                <a:lnTo>
                  <a:pt x="546100" y="57150"/>
                </a:lnTo>
                <a:lnTo>
                  <a:pt x="539750" y="50800"/>
                </a:lnTo>
                <a:lnTo>
                  <a:pt x="533400" y="50800"/>
                </a:lnTo>
                <a:lnTo>
                  <a:pt x="520700" y="38100"/>
                </a:lnTo>
                <a:lnTo>
                  <a:pt x="514350" y="38100"/>
                </a:lnTo>
                <a:lnTo>
                  <a:pt x="508000" y="31750"/>
                </a:lnTo>
                <a:lnTo>
                  <a:pt x="501650" y="31750"/>
                </a:lnTo>
                <a:lnTo>
                  <a:pt x="482600" y="19050"/>
                </a:lnTo>
                <a:lnTo>
                  <a:pt x="469900" y="19050"/>
                </a:lnTo>
                <a:lnTo>
                  <a:pt x="463550" y="12700"/>
                </a:lnTo>
                <a:lnTo>
                  <a:pt x="444500" y="12700"/>
                </a:lnTo>
                <a:lnTo>
                  <a:pt x="438150" y="6350"/>
                </a:lnTo>
                <a:lnTo>
                  <a:pt x="419100" y="6350"/>
                </a:lnTo>
                <a:lnTo>
                  <a:pt x="412750" y="0"/>
                </a:lnTo>
                <a:lnTo>
                  <a:pt x="298450" y="0"/>
                </a:lnTo>
                <a:lnTo>
                  <a:pt x="292100" y="6350"/>
                </a:lnTo>
                <a:lnTo>
                  <a:pt x="266700" y="6350"/>
                </a:lnTo>
                <a:lnTo>
                  <a:pt x="260350" y="12700"/>
                </a:lnTo>
                <a:lnTo>
                  <a:pt x="247650" y="12700"/>
                </a:lnTo>
                <a:lnTo>
                  <a:pt x="241300" y="19050"/>
                </a:lnTo>
                <a:lnTo>
                  <a:pt x="228600" y="19050"/>
                </a:lnTo>
                <a:lnTo>
                  <a:pt x="222250" y="25400"/>
                </a:lnTo>
                <a:lnTo>
                  <a:pt x="215900" y="25400"/>
                </a:lnTo>
                <a:lnTo>
                  <a:pt x="209550" y="31750"/>
                </a:lnTo>
                <a:lnTo>
                  <a:pt x="196850" y="31750"/>
                </a:lnTo>
                <a:lnTo>
                  <a:pt x="184150" y="44450"/>
                </a:lnTo>
                <a:lnTo>
                  <a:pt x="177800" y="44450"/>
                </a:lnTo>
                <a:lnTo>
                  <a:pt x="171450" y="50800"/>
                </a:lnTo>
                <a:lnTo>
                  <a:pt x="165100" y="50800"/>
                </a:lnTo>
                <a:lnTo>
                  <a:pt x="158750" y="57150"/>
                </a:lnTo>
                <a:lnTo>
                  <a:pt x="152400" y="57150"/>
                </a:lnTo>
                <a:lnTo>
                  <a:pt x="114300" y="95250"/>
                </a:lnTo>
                <a:lnTo>
                  <a:pt x="107950" y="95250"/>
                </a:lnTo>
                <a:lnTo>
                  <a:pt x="95250" y="107950"/>
                </a:lnTo>
                <a:lnTo>
                  <a:pt x="95250" y="114300"/>
                </a:lnTo>
                <a:lnTo>
                  <a:pt x="82550" y="127000"/>
                </a:lnTo>
                <a:lnTo>
                  <a:pt x="76200" y="127000"/>
                </a:lnTo>
                <a:lnTo>
                  <a:pt x="50800" y="101600"/>
                </a:lnTo>
                <a:lnTo>
                  <a:pt x="44450" y="101600"/>
                </a:lnTo>
                <a:lnTo>
                  <a:pt x="38100" y="95250"/>
                </a:lnTo>
                <a:lnTo>
                  <a:pt x="31750" y="95250"/>
                </a:lnTo>
                <a:close/>
              </a:path>
            </a:pathLst>
          </a:custGeom>
          <a:solidFill xmlns:a="http://schemas.openxmlformats.org/drawingml/2006/main">
            <a:srgbClr val="DBD7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7703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0" name="Cognitive structuring main panel">
            <a:extLst xmlns:a="http://schemas.openxmlformats.org/drawingml/2006/main">
              <a:ext uri="{FF2B5EF4-FFF2-40B4-BE49-F238E27FC236}">
                <a16:creationId xmlns:a16="http://schemas.microsoft.com/office/drawing/2014/main" id="{D966CD50-F6DF-4C58-95BA-8CBFBAED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95" y="587016"/>
            <a:ext cx="6264881" cy="12236255"/>
          </a:xfrm>
          <a:custGeom xmlns:a="http://schemas.openxmlformats.org/drawingml/2006/main">
            <a:pathLst>
              <a:path w="5895975" h="11515725">
                <a:moveTo>
                  <a:pt x="209550" y="0"/>
                </a:moveTo>
                <a:lnTo>
                  <a:pt x="5686425" y="0"/>
                </a:lnTo>
                <a:cubicBezTo>
                  <a:pt x="5802156" y="0"/>
                  <a:pt x="5895975" y="93819"/>
                  <a:pt x="5895975" y="209550"/>
                </a:cubicBezTo>
                <a:lnTo>
                  <a:pt x="5895975" y="11306175"/>
                </a:lnTo>
                <a:cubicBezTo>
                  <a:pt x="5895975" y="11421906"/>
                  <a:pt x="5802156" y="11515725"/>
                  <a:pt x="5686425" y="11515725"/>
                </a:cubicBezTo>
                <a:lnTo>
                  <a:pt x="209550" y="11515725"/>
                </a:lnTo>
                <a:cubicBezTo>
                  <a:pt x="93819" y="11515725"/>
                  <a:pt x="0" y="11421906"/>
                  <a:pt x="0" y="11306175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 xmlns:a="http://schemas.openxmlformats.org/drawingml/2006/main">
            <a:srgbClr val="F8FAFF"/>
          </a:solidFill>
          <a:ln xmlns:a="http://schemas.openxmlformats.org/drawingml/2006/main" w="25302">
            <a:solidFill>
              <a:srgbClr val="56A9F3"/>
            </a:solidFill>
            <a:prstDash val="solid"/>
          </a:ln>
        </p:spPr>
      </p:sp>
      <p:sp>
        <p:nvSpPr>
          <p:cNvPr id="2" name="Executable canvas main panel">
            <a:extLst xmlns:a="http://schemas.openxmlformats.org/drawingml/2006/main">
              <a:ext uri="{FF2B5EF4-FFF2-40B4-BE49-F238E27FC236}">
                <a16:creationId xmlns:a16="http://schemas.microsoft.com/office/drawing/2014/main" id="{01B6DFD9-34B5-4B65-88C6-9DC3E298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522" y="587016"/>
            <a:ext cx="12722061" cy="6963228"/>
          </a:xfrm>
          <a:custGeom xmlns:a="http://schemas.openxmlformats.org/drawingml/2006/main">
            <a:pathLst>
              <a:path w="11972925" h="6553200">
                <a:moveTo>
                  <a:pt x="238125" y="0"/>
                </a:moveTo>
                <a:lnTo>
                  <a:pt x="11734800" y="0"/>
                </a:lnTo>
                <a:cubicBezTo>
                  <a:pt x="11866313" y="0"/>
                  <a:pt x="11972925" y="106612"/>
                  <a:pt x="11972925" y="238125"/>
                </a:cubicBezTo>
                <a:lnTo>
                  <a:pt x="11972925" y="6315075"/>
                </a:lnTo>
                <a:cubicBezTo>
                  <a:pt x="11972925" y="6446588"/>
                  <a:pt x="11866313" y="6553200"/>
                  <a:pt x="11734800" y="6553200"/>
                </a:cubicBezTo>
                <a:lnTo>
                  <a:pt x="238125" y="6553200"/>
                </a:lnTo>
                <a:cubicBezTo>
                  <a:pt x="106612" y="6553200"/>
                  <a:pt x="0" y="6446588"/>
                  <a:pt x="0" y="631507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F8FEFF"/>
          </a:solidFill>
          <a:ln xmlns:a="http://schemas.openxmlformats.org/drawingml/2006/main" w="25302">
            <a:solidFill>
              <a:srgbClr val="2E8F96"/>
            </a:solidFill>
            <a:prstDash val="solid"/>
          </a:ln>
        </p:spPr>
      </p:sp>
      <p:sp>
        <p:nvSpPr>
          <p:cNvPr id="3" name="Visual generation and review panel">
            <a:extLst xmlns:a="http://schemas.openxmlformats.org/drawingml/2006/main">
              <a:ext uri="{FF2B5EF4-FFF2-40B4-BE49-F238E27FC236}">
                <a16:creationId xmlns:a16="http://schemas.microsoft.com/office/drawing/2014/main" id="{7520595A-F243-47E0-B9F5-819DF0FA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038" y="8066414"/>
            <a:ext cx="12722061" cy="4756857"/>
          </a:xfrm>
          <a:custGeom xmlns:a="http://schemas.openxmlformats.org/drawingml/2006/main">
            <a:pathLst>
              <a:path w="11972925" h="4476750">
                <a:moveTo>
                  <a:pt x="190500" y="0"/>
                </a:moveTo>
                <a:lnTo>
                  <a:pt x="11782425" y="0"/>
                </a:lnTo>
                <a:cubicBezTo>
                  <a:pt x="11887635" y="0"/>
                  <a:pt x="11972925" y="85290"/>
                  <a:pt x="11972925" y="190500"/>
                </a:cubicBezTo>
                <a:lnTo>
                  <a:pt x="11972925" y="4286250"/>
                </a:lnTo>
                <a:cubicBezTo>
                  <a:pt x="11972925" y="4391460"/>
                  <a:pt x="11887635" y="4476750"/>
                  <a:pt x="11782425" y="4476750"/>
                </a:cubicBezTo>
                <a:lnTo>
                  <a:pt x="190500" y="4476750"/>
                </a:lnTo>
                <a:cubicBezTo>
                  <a:pt x="85290" y="4476750"/>
                  <a:pt x="0" y="4391460"/>
                  <a:pt x="0" y="42862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FBFAFF"/>
          </a:solidFill>
          <a:ln xmlns:a="http://schemas.openxmlformats.org/drawingml/2006/main" w="25302">
            <a:solidFill>
              <a:srgbClr val="B8B2E4"/>
            </a:solidFill>
            <a:prstDash val="solid"/>
          </a:ln>
        </p:spPr>
      </p:sp>
      <p:sp>
        <p:nvSpPr>
          <p:cNvPr id="4" name="Cognitive Structuring banner">
            <a:extLst xmlns:a="http://schemas.openxmlformats.org/drawingml/2006/main">
              <a:ext uri="{FF2B5EF4-FFF2-40B4-BE49-F238E27FC236}">
                <a16:creationId xmlns:a16="http://schemas.microsoft.com/office/drawing/2014/main" id="{A3745DFD-3C98-489C-A868-4747637B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20" y="283387"/>
            <a:ext cx="5809438" cy="617379"/>
          </a:xfrm>
          <a:custGeom xmlns:a="http://schemas.openxmlformats.org/drawingml/2006/main">
            <a:pathLst>
              <a:path w="5467350" h="581025">
                <a:moveTo>
                  <a:pt x="0" y="0"/>
                </a:moveTo>
                <a:lnTo>
                  <a:pt x="5238750" y="0"/>
                </a:lnTo>
                <a:lnTo>
                  <a:pt x="5467350" y="290513"/>
                </a:lnTo>
                <a:lnTo>
                  <a:pt x="5238750" y="581025"/>
                </a:lnTo>
                <a:lnTo>
                  <a:pt x="0" y="581025"/>
                </a:lnTo>
                <a:close/>
              </a:path>
            </a:pathLst>
          </a:custGeom>
          <a:solidFill xmlns:a="http://schemas.openxmlformats.org/drawingml/2006/main">
            <a:srgbClr val="145A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gnitive Structuring number hexagon">
            <a:extLst xmlns:a="http://schemas.openxmlformats.org/drawingml/2006/main">
              <a:ext uri="{FF2B5EF4-FFF2-40B4-BE49-F238E27FC236}">
                <a16:creationId xmlns:a16="http://schemas.microsoft.com/office/drawing/2014/main" id="{F41B898A-D9D1-490A-A8A0-6BE86961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41" y="151815"/>
            <a:ext cx="728710" cy="890646"/>
          </a:xfrm>
          <a:custGeom xmlns:a="http://schemas.openxmlformats.org/drawingml/2006/main">
            <a:pathLst>
              <a:path w="685800" h="838200">
                <a:moveTo>
                  <a:pt x="342900" y="0"/>
                </a:moveTo>
                <a:lnTo>
                  <a:pt x="685800" y="171450"/>
                </a:lnTo>
                <a:lnTo>
                  <a:pt x="685800" y="647700"/>
                </a:lnTo>
                <a:lnTo>
                  <a:pt x="342900" y="838200"/>
                </a:lnTo>
                <a:lnTo>
                  <a:pt x="0" y="64770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145AB2"/>
          </a:solidFill>
          <a:ln xmlns:a="http://schemas.openxmlformats.org/drawingml/2006/main" w="30363">
            <a:solidFill>
              <a:srgbClr val="FFFFFF"/>
            </a:solidFill>
            <a:prstDash val="solid"/>
          </a:ln>
        </p:spPr>
      </p:sp>
      <p:sp>
        <p:nvSpPr>
          <p:cNvPr id="6" name="Cognitive Structuring stage number">
            <a:extLst xmlns:a="http://schemas.openxmlformats.org/drawingml/2006/main">
              <a:ext uri="{FF2B5EF4-FFF2-40B4-BE49-F238E27FC236}">
                <a16:creationId xmlns:a16="http://schemas.microsoft.com/office/drawing/2014/main" id="{90ECDFE0-1CE4-41F7-9A48-67C67C5B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181" y="354234"/>
            <a:ext cx="506049" cy="680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8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8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8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Cognitive Structuring heading">
            <a:extLst xmlns:a="http://schemas.openxmlformats.org/drawingml/2006/main">
              <a:ext uri="{FF2B5EF4-FFF2-40B4-BE49-F238E27FC236}">
                <a16:creationId xmlns:a16="http://schemas.microsoft.com/office/drawing/2014/main" id="{CA5187C0-8678-4BA1-AEF0-9DEB254F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649" y="384597"/>
            <a:ext cx="4797341" cy="524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49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49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49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Cognitive Structuring</a:t>
            </a:r>
          </a:p>
        </p:txBody>
      </p:sp>
      <p:sp>
        <p:nvSpPr>
          <p:cNvPr id="8" name="Cognitive Structuring banner dot 0-0">
            <a:extLst xmlns:a="http://schemas.openxmlformats.org/drawingml/2006/main">
              <a:ext uri="{FF2B5EF4-FFF2-40B4-BE49-F238E27FC236}">
                <a16:creationId xmlns:a16="http://schemas.microsoft.com/office/drawing/2014/main" id="{B42D34EB-A793-4B1C-9088-A7BD28FA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743" y="417996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gnitive Structuring banner dot 0-1">
            <a:extLst xmlns:a="http://schemas.openxmlformats.org/drawingml/2006/main">
              <a:ext uri="{FF2B5EF4-FFF2-40B4-BE49-F238E27FC236}">
                <a16:creationId xmlns:a16="http://schemas.microsoft.com/office/drawing/2014/main" id="{5435774A-161E-4AFB-B934-17852924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743" y="53944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gnitive Structuring banner dot 0-2">
            <a:extLst xmlns:a="http://schemas.openxmlformats.org/drawingml/2006/main">
              <a:ext uri="{FF2B5EF4-FFF2-40B4-BE49-F238E27FC236}">
                <a16:creationId xmlns:a16="http://schemas.microsoft.com/office/drawing/2014/main" id="{29398D66-7DD2-47DF-A75E-34F1F8EE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743" y="660899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gnitive Structuring banner dot 1-0">
            <a:extLst xmlns:a="http://schemas.openxmlformats.org/drawingml/2006/main">
              <a:ext uri="{FF2B5EF4-FFF2-40B4-BE49-F238E27FC236}">
                <a16:creationId xmlns:a16="http://schemas.microsoft.com/office/drawing/2014/main" id="{82C69955-0F64-479A-AF81-D4FE3876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953" y="417996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gnitive Structuring banner dot 1-1">
            <a:extLst xmlns:a="http://schemas.openxmlformats.org/drawingml/2006/main">
              <a:ext uri="{FF2B5EF4-FFF2-40B4-BE49-F238E27FC236}">
                <a16:creationId xmlns:a16="http://schemas.microsoft.com/office/drawing/2014/main" id="{14919709-C16E-49A6-96D6-37386614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953" y="53944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gnitive Structuring banner dot 1-2">
            <a:extLst xmlns:a="http://schemas.openxmlformats.org/drawingml/2006/main">
              <a:ext uri="{FF2B5EF4-FFF2-40B4-BE49-F238E27FC236}">
                <a16:creationId xmlns:a16="http://schemas.microsoft.com/office/drawing/2014/main" id="{AF8B8830-8791-4833-A124-9CF83A19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8953" y="660899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gnitive Structuring banner dot 2-0">
            <a:extLst xmlns:a="http://schemas.openxmlformats.org/drawingml/2006/main">
              <a:ext uri="{FF2B5EF4-FFF2-40B4-BE49-F238E27FC236}">
                <a16:creationId xmlns:a16="http://schemas.microsoft.com/office/drawing/2014/main" id="{C25D2AEC-5B49-4517-9850-9EB13257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163" y="417996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gnitive Structuring banner dot 2-1">
            <a:extLst xmlns:a="http://schemas.openxmlformats.org/drawingml/2006/main">
              <a:ext uri="{FF2B5EF4-FFF2-40B4-BE49-F238E27FC236}">
                <a16:creationId xmlns:a16="http://schemas.microsoft.com/office/drawing/2014/main" id="{ECA42816-5F94-46A8-99E8-9A1F9053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163" y="53944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gnitive Structuring banner dot 2-2">
            <a:extLst xmlns:a="http://schemas.openxmlformats.org/drawingml/2006/main">
              <a:ext uri="{FF2B5EF4-FFF2-40B4-BE49-F238E27FC236}">
                <a16:creationId xmlns:a16="http://schemas.microsoft.com/office/drawing/2014/main" id="{886C3E1D-F2E1-4172-828D-89FF49AF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163" y="660899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gnitive Structuring banner dot 3-0">
            <a:extLst xmlns:a="http://schemas.openxmlformats.org/drawingml/2006/main">
              <a:ext uri="{FF2B5EF4-FFF2-40B4-BE49-F238E27FC236}">
                <a16:creationId xmlns:a16="http://schemas.microsoft.com/office/drawing/2014/main" id="{21AFCDD0-45E9-457E-8602-DDF88829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373" y="417996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gnitive Structuring banner dot 3-1">
            <a:extLst xmlns:a="http://schemas.openxmlformats.org/drawingml/2006/main">
              <a:ext uri="{FF2B5EF4-FFF2-40B4-BE49-F238E27FC236}">
                <a16:creationId xmlns:a16="http://schemas.microsoft.com/office/drawing/2014/main" id="{7058F388-5D53-4B5E-9CAB-422EBAB0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373" y="53944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gnitive Structuring banner dot 3-2">
            <a:extLst xmlns:a="http://schemas.openxmlformats.org/drawingml/2006/main">
              <a:ext uri="{FF2B5EF4-FFF2-40B4-BE49-F238E27FC236}">
                <a16:creationId xmlns:a16="http://schemas.microsoft.com/office/drawing/2014/main" id="{FF893ECD-7551-47E0-A34C-8A7B7EBD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373" y="660899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gnitive Structuring banner dot 4-0">
            <a:extLst xmlns:a="http://schemas.openxmlformats.org/drawingml/2006/main">
              <a:ext uri="{FF2B5EF4-FFF2-40B4-BE49-F238E27FC236}">
                <a16:creationId xmlns:a16="http://schemas.microsoft.com/office/drawing/2014/main" id="{4E6F33ED-C434-4460-9290-E2FABADF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582" y="417996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gnitive Structuring banner dot 4-1">
            <a:extLst xmlns:a="http://schemas.openxmlformats.org/drawingml/2006/main">
              <a:ext uri="{FF2B5EF4-FFF2-40B4-BE49-F238E27FC236}">
                <a16:creationId xmlns:a16="http://schemas.microsoft.com/office/drawing/2014/main" id="{94C34F0B-321B-423F-BCD8-0C153A64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582" y="53944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gnitive Structuring banner dot 4-2">
            <a:extLst xmlns:a="http://schemas.openxmlformats.org/drawingml/2006/main">
              <a:ext uri="{FF2B5EF4-FFF2-40B4-BE49-F238E27FC236}">
                <a16:creationId xmlns:a16="http://schemas.microsoft.com/office/drawing/2014/main" id="{7774C6A4-7DDE-4BE4-9686-B1B723E7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582" y="660899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gnitive Structuring banner dot 5-0">
            <a:extLst xmlns:a="http://schemas.openxmlformats.org/drawingml/2006/main">
              <a:ext uri="{FF2B5EF4-FFF2-40B4-BE49-F238E27FC236}">
                <a16:creationId xmlns:a16="http://schemas.microsoft.com/office/drawing/2014/main" id="{747CBC9F-6B7E-48F9-92C1-E47948E6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792" y="417996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gnitive Structuring banner dot 5-1">
            <a:extLst xmlns:a="http://schemas.openxmlformats.org/drawingml/2006/main">
              <a:ext uri="{FF2B5EF4-FFF2-40B4-BE49-F238E27FC236}">
                <a16:creationId xmlns:a16="http://schemas.microsoft.com/office/drawing/2014/main" id="{4F25E458-26F3-4150-9573-1E7FC224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792" y="53944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gnitive Structuring banner dot 5-2">
            <a:extLst xmlns:a="http://schemas.openxmlformats.org/drawingml/2006/main">
              <a:ext uri="{FF2B5EF4-FFF2-40B4-BE49-F238E27FC236}">
                <a16:creationId xmlns:a16="http://schemas.microsoft.com/office/drawing/2014/main" id="{6C224F26-00DB-4AA2-BB67-C41C4304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792" y="660899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gnitive Structuring banner dot 6-0">
            <a:extLst xmlns:a="http://schemas.openxmlformats.org/drawingml/2006/main">
              <a:ext uri="{FF2B5EF4-FFF2-40B4-BE49-F238E27FC236}">
                <a16:creationId xmlns:a16="http://schemas.microsoft.com/office/drawing/2014/main" id="{A23EB2EC-2E20-4DB6-9C45-4E7FDFA5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002" y="417996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gnitive Structuring banner dot 6-1">
            <a:extLst xmlns:a="http://schemas.openxmlformats.org/drawingml/2006/main">
              <a:ext uri="{FF2B5EF4-FFF2-40B4-BE49-F238E27FC236}">
                <a16:creationId xmlns:a16="http://schemas.microsoft.com/office/drawing/2014/main" id="{A47D27D9-12E8-4463-96E2-8144DF3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002" y="53944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gnitive Structuring banner dot 6-2">
            <a:extLst xmlns:a="http://schemas.openxmlformats.org/drawingml/2006/main">
              <a:ext uri="{FF2B5EF4-FFF2-40B4-BE49-F238E27FC236}">
                <a16:creationId xmlns:a16="http://schemas.microsoft.com/office/drawing/2014/main" id="{B62FCCEF-3952-4367-98D2-3C10704A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002" y="660899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xecutable Canvas Construction banner">
            <a:extLst xmlns:a="http://schemas.openxmlformats.org/drawingml/2006/main">
              <a:ext uri="{FF2B5EF4-FFF2-40B4-BE49-F238E27FC236}">
                <a16:creationId xmlns:a16="http://schemas.microsoft.com/office/drawing/2014/main" id="{C77E3CBF-B9F9-44C2-9DF3-792F961D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635" y="283387"/>
            <a:ext cx="8076535" cy="617379"/>
          </a:xfrm>
          <a:custGeom xmlns:a="http://schemas.openxmlformats.org/drawingml/2006/main">
            <a:pathLst>
              <a:path w="7600950" h="581025">
                <a:moveTo>
                  <a:pt x="0" y="0"/>
                </a:moveTo>
                <a:lnTo>
                  <a:pt x="7372350" y="0"/>
                </a:lnTo>
                <a:lnTo>
                  <a:pt x="7600950" y="290513"/>
                </a:lnTo>
                <a:lnTo>
                  <a:pt x="7372350" y="581025"/>
                </a:lnTo>
                <a:lnTo>
                  <a:pt x="0" y="581025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Executable Canvas Construction number hexagon">
            <a:extLst xmlns:a="http://schemas.openxmlformats.org/drawingml/2006/main">
              <a:ext uri="{FF2B5EF4-FFF2-40B4-BE49-F238E27FC236}">
                <a16:creationId xmlns:a16="http://schemas.microsoft.com/office/drawing/2014/main" id="{B480A56D-F51D-4383-802B-711F4909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756" y="151815"/>
            <a:ext cx="728710" cy="890646"/>
          </a:xfrm>
          <a:custGeom xmlns:a="http://schemas.openxmlformats.org/drawingml/2006/main">
            <a:pathLst>
              <a:path w="685800" h="838200">
                <a:moveTo>
                  <a:pt x="342900" y="0"/>
                </a:moveTo>
                <a:lnTo>
                  <a:pt x="685800" y="171450"/>
                </a:lnTo>
                <a:lnTo>
                  <a:pt x="685800" y="647700"/>
                </a:lnTo>
                <a:lnTo>
                  <a:pt x="342900" y="838200"/>
                </a:lnTo>
                <a:lnTo>
                  <a:pt x="0" y="64770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30363">
            <a:solidFill>
              <a:srgbClr val="FFFFFF"/>
            </a:solidFill>
            <a:prstDash val="solid"/>
          </a:ln>
        </p:spPr>
      </p:sp>
      <p:sp>
        <p:nvSpPr>
          <p:cNvPr id="31" name="Executable Canvas Construction stage number">
            <a:extLst xmlns:a="http://schemas.openxmlformats.org/drawingml/2006/main">
              <a:ext uri="{FF2B5EF4-FFF2-40B4-BE49-F238E27FC236}">
                <a16:creationId xmlns:a16="http://schemas.microsoft.com/office/drawing/2014/main" id="{3DDFA73F-53A9-4324-956E-8393946F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8297" y="354234"/>
            <a:ext cx="506049" cy="680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8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8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8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2" name="Executable Canvas Construction heading">
            <a:extLst xmlns:a="http://schemas.openxmlformats.org/drawingml/2006/main">
              <a:ext uri="{FF2B5EF4-FFF2-40B4-BE49-F238E27FC236}">
                <a16:creationId xmlns:a16="http://schemas.microsoft.com/office/drawing/2014/main" id="{5D04DEC4-ED2F-4713-9DAA-F91058DB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6765" y="384597"/>
            <a:ext cx="7064438" cy="524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49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49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49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Executable Canvas Construction</a:t>
            </a:r>
          </a:p>
        </p:txBody>
      </p:sp>
      <p:sp>
        <p:nvSpPr>
          <p:cNvPr id="33" name="Executable Canvas Construction banner dot 0-0">
            <a:extLst xmlns:a="http://schemas.openxmlformats.org/drawingml/2006/main">
              <a:ext uri="{FF2B5EF4-FFF2-40B4-BE49-F238E27FC236}">
                <a16:creationId xmlns:a16="http://schemas.microsoft.com/office/drawing/2014/main" id="{E34EA494-8F0C-4056-A84A-E7A6F7E7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3957" y="417996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Executable Canvas Construction banner dot 0-1">
            <a:extLst xmlns:a="http://schemas.openxmlformats.org/drawingml/2006/main">
              <a:ext uri="{FF2B5EF4-FFF2-40B4-BE49-F238E27FC236}">
                <a16:creationId xmlns:a16="http://schemas.microsoft.com/office/drawing/2014/main" id="{1C324C2E-ABD9-43D1-B401-23009E65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3957" y="53944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Executable Canvas Construction banner dot 0-2">
            <a:extLst xmlns:a="http://schemas.openxmlformats.org/drawingml/2006/main">
              <a:ext uri="{FF2B5EF4-FFF2-40B4-BE49-F238E27FC236}">
                <a16:creationId xmlns:a16="http://schemas.microsoft.com/office/drawing/2014/main" id="{EDFEF737-FE0B-48BF-9544-73762BEA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3957" y="660899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Executable Canvas Construction banner dot 1-0">
            <a:extLst xmlns:a="http://schemas.openxmlformats.org/drawingml/2006/main">
              <a:ext uri="{FF2B5EF4-FFF2-40B4-BE49-F238E27FC236}">
                <a16:creationId xmlns:a16="http://schemas.microsoft.com/office/drawing/2014/main" id="{E19E8BA8-225D-49AA-A5B6-DFA85091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5166" y="417996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xecutable Canvas Construction banner dot 1-1">
            <a:extLst xmlns:a="http://schemas.openxmlformats.org/drawingml/2006/main">
              <a:ext uri="{FF2B5EF4-FFF2-40B4-BE49-F238E27FC236}">
                <a16:creationId xmlns:a16="http://schemas.microsoft.com/office/drawing/2014/main" id="{9D8470CB-DC21-4D06-BFFD-37B7CD13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5166" y="53944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Executable Canvas Construction banner dot 1-2">
            <a:extLst xmlns:a="http://schemas.openxmlformats.org/drawingml/2006/main">
              <a:ext uri="{FF2B5EF4-FFF2-40B4-BE49-F238E27FC236}">
                <a16:creationId xmlns:a16="http://schemas.microsoft.com/office/drawing/2014/main" id="{E3FE0383-6FB7-4CA1-8C8F-789E5B2C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5166" y="660899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Executable Canvas Construction banner dot 2-0">
            <a:extLst xmlns:a="http://schemas.openxmlformats.org/drawingml/2006/main">
              <a:ext uri="{FF2B5EF4-FFF2-40B4-BE49-F238E27FC236}">
                <a16:creationId xmlns:a16="http://schemas.microsoft.com/office/drawing/2014/main" id="{6CCD79B8-B191-4D1E-8B6F-070138AE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376" y="417996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Executable Canvas Construction banner dot 2-1">
            <a:extLst xmlns:a="http://schemas.openxmlformats.org/drawingml/2006/main">
              <a:ext uri="{FF2B5EF4-FFF2-40B4-BE49-F238E27FC236}">
                <a16:creationId xmlns:a16="http://schemas.microsoft.com/office/drawing/2014/main" id="{C294F5AF-8F70-4079-81FC-881E131C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376" y="53944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Executable Canvas Construction banner dot 2-2">
            <a:extLst xmlns:a="http://schemas.openxmlformats.org/drawingml/2006/main">
              <a:ext uri="{FF2B5EF4-FFF2-40B4-BE49-F238E27FC236}">
                <a16:creationId xmlns:a16="http://schemas.microsoft.com/office/drawing/2014/main" id="{B9C8F459-D237-4701-912D-4FE4AA2A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6376" y="660899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Executable Canvas Construction banner dot 3-0">
            <a:extLst xmlns:a="http://schemas.openxmlformats.org/drawingml/2006/main">
              <a:ext uri="{FF2B5EF4-FFF2-40B4-BE49-F238E27FC236}">
                <a16:creationId xmlns:a16="http://schemas.microsoft.com/office/drawing/2014/main" id="{B16B6D25-792A-40FD-8857-F99D3183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7586" y="417996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Executable Canvas Construction banner dot 3-1">
            <a:extLst xmlns:a="http://schemas.openxmlformats.org/drawingml/2006/main">
              <a:ext uri="{FF2B5EF4-FFF2-40B4-BE49-F238E27FC236}">
                <a16:creationId xmlns:a16="http://schemas.microsoft.com/office/drawing/2014/main" id="{6630C180-AAD4-4B94-9A45-4F7214CC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7586" y="53944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Executable Canvas Construction banner dot 3-2">
            <a:extLst xmlns:a="http://schemas.openxmlformats.org/drawingml/2006/main">
              <a:ext uri="{FF2B5EF4-FFF2-40B4-BE49-F238E27FC236}">
                <a16:creationId xmlns:a16="http://schemas.microsoft.com/office/drawing/2014/main" id="{9F2CFE41-ACCD-4C33-9792-E478E907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7586" y="660899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Executable Canvas Construction banner dot 4-0">
            <a:extLst xmlns:a="http://schemas.openxmlformats.org/drawingml/2006/main">
              <a:ext uri="{FF2B5EF4-FFF2-40B4-BE49-F238E27FC236}">
                <a16:creationId xmlns:a16="http://schemas.microsoft.com/office/drawing/2014/main" id="{F2DD5C61-76CA-4CB6-9D60-8A6DF350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8795" y="417996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Executable Canvas Construction banner dot 4-1">
            <a:extLst xmlns:a="http://schemas.openxmlformats.org/drawingml/2006/main">
              <a:ext uri="{FF2B5EF4-FFF2-40B4-BE49-F238E27FC236}">
                <a16:creationId xmlns:a16="http://schemas.microsoft.com/office/drawing/2014/main" id="{01D64CEE-E068-4F5E-82E6-A678AD0D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8795" y="53944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Executable Canvas Construction banner dot 4-2">
            <a:extLst xmlns:a="http://schemas.openxmlformats.org/drawingml/2006/main">
              <a:ext uri="{FF2B5EF4-FFF2-40B4-BE49-F238E27FC236}">
                <a16:creationId xmlns:a16="http://schemas.microsoft.com/office/drawing/2014/main" id="{CCF44BA5-7FA9-4F3F-A4E3-C444DE26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8795" y="660899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Executable Canvas Construction banner dot 5-0">
            <a:extLst xmlns:a="http://schemas.openxmlformats.org/drawingml/2006/main">
              <a:ext uri="{FF2B5EF4-FFF2-40B4-BE49-F238E27FC236}">
                <a16:creationId xmlns:a16="http://schemas.microsoft.com/office/drawing/2014/main" id="{D8A7D6AE-BA92-4A7F-AFBB-379C5300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0005" y="417996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Executable Canvas Construction banner dot 5-1">
            <a:extLst xmlns:a="http://schemas.openxmlformats.org/drawingml/2006/main">
              <a:ext uri="{FF2B5EF4-FFF2-40B4-BE49-F238E27FC236}">
                <a16:creationId xmlns:a16="http://schemas.microsoft.com/office/drawing/2014/main" id="{B022A817-E666-4491-8DEE-040E0CB1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0005" y="53944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Executable Canvas Construction banner dot 5-2">
            <a:extLst xmlns:a="http://schemas.openxmlformats.org/drawingml/2006/main">
              <a:ext uri="{FF2B5EF4-FFF2-40B4-BE49-F238E27FC236}">
                <a16:creationId xmlns:a16="http://schemas.microsoft.com/office/drawing/2014/main" id="{F891EB1C-756A-4103-8367-16F29E56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0005" y="660899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Executable Canvas Construction banner dot 6-0">
            <a:extLst xmlns:a="http://schemas.openxmlformats.org/drawingml/2006/main">
              <a:ext uri="{FF2B5EF4-FFF2-40B4-BE49-F238E27FC236}">
                <a16:creationId xmlns:a16="http://schemas.microsoft.com/office/drawing/2014/main" id="{BA470C53-C7F3-4DD2-9BBF-72B263D9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1215" y="417996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Executable Canvas Construction banner dot 6-1">
            <a:extLst xmlns:a="http://schemas.openxmlformats.org/drawingml/2006/main">
              <a:ext uri="{FF2B5EF4-FFF2-40B4-BE49-F238E27FC236}">
                <a16:creationId xmlns:a16="http://schemas.microsoft.com/office/drawing/2014/main" id="{FA850991-1045-48DC-A3C9-7D7C1B0F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1215" y="53944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Executable Canvas Construction banner dot 6-2">
            <a:extLst xmlns:a="http://schemas.openxmlformats.org/drawingml/2006/main">
              <a:ext uri="{FF2B5EF4-FFF2-40B4-BE49-F238E27FC236}">
                <a16:creationId xmlns:a16="http://schemas.microsoft.com/office/drawing/2014/main" id="{F6508236-44E7-4F81-AB32-4813B35D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1215" y="660899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Visual Generation &amp; Review banner">
            <a:extLst xmlns:a="http://schemas.openxmlformats.org/drawingml/2006/main">
              <a:ext uri="{FF2B5EF4-FFF2-40B4-BE49-F238E27FC236}">
                <a16:creationId xmlns:a16="http://schemas.microsoft.com/office/drawing/2014/main" id="{CF805808-9500-43AA-8A18-651C566C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514" y="7772906"/>
            <a:ext cx="7236495" cy="607258"/>
          </a:xfrm>
          <a:custGeom xmlns:a="http://schemas.openxmlformats.org/drawingml/2006/main">
            <a:pathLst>
              <a:path w="6810375" h="571500">
                <a:moveTo>
                  <a:pt x="0" y="0"/>
                </a:moveTo>
                <a:lnTo>
                  <a:pt x="6581775" y="0"/>
                </a:lnTo>
                <a:lnTo>
                  <a:pt x="6810375" y="285750"/>
                </a:lnTo>
                <a:lnTo>
                  <a:pt x="6581775" y="57150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Visual Generation &amp; Review number hexagon">
            <a:extLst xmlns:a="http://schemas.openxmlformats.org/drawingml/2006/main">
              <a:ext uri="{FF2B5EF4-FFF2-40B4-BE49-F238E27FC236}">
                <a16:creationId xmlns:a16="http://schemas.microsoft.com/office/drawing/2014/main" id="{97D78468-0F03-4C75-911E-C6ED2E26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635" y="7641334"/>
            <a:ext cx="728710" cy="890646"/>
          </a:xfrm>
          <a:custGeom xmlns:a="http://schemas.openxmlformats.org/drawingml/2006/main">
            <a:pathLst>
              <a:path w="685800" h="838200">
                <a:moveTo>
                  <a:pt x="342900" y="0"/>
                </a:moveTo>
                <a:lnTo>
                  <a:pt x="685800" y="171450"/>
                </a:lnTo>
                <a:lnTo>
                  <a:pt x="685800" y="647700"/>
                </a:lnTo>
                <a:lnTo>
                  <a:pt x="342900" y="838200"/>
                </a:lnTo>
                <a:lnTo>
                  <a:pt x="0" y="64770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30363">
            <a:solidFill>
              <a:srgbClr val="FFFFFF"/>
            </a:solidFill>
            <a:prstDash val="solid"/>
          </a:ln>
        </p:spPr>
      </p:sp>
      <p:sp>
        <p:nvSpPr>
          <p:cNvPr id="56" name="Visual Generation &amp; Review stage number">
            <a:extLst xmlns:a="http://schemas.openxmlformats.org/drawingml/2006/main">
              <a:ext uri="{FF2B5EF4-FFF2-40B4-BE49-F238E27FC236}">
                <a16:creationId xmlns:a16="http://schemas.microsoft.com/office/drawing/2014/main" id="{3ABAB7F4-72BC-44EC-9A6D-7409AC9D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8176" y="7843753"/>
            <a:ext cx="506049" cy="680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8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8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8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7" name="Visual Generation &amp; Review heading">
            <a:extLst xmlns:a="http://schemas.openxmlformats.org/drawingml/2006/main">
              <a:ext uri="{FF2B5EF4-FFF2-40B4-BE49-F238E27FC236}">
                <a16:creationId xmlns:a16="http://schemas.microsoft.com/office/drawing/2014/main" id="{6CB68FE0-6218-4A07-9305-9B9CE3C6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6644" y="7874116"/>
            <a:ext cx="6224398" cy="524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49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49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49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Visual Generation &amp; Review</a:t>
            </a:r>
          </a:p>
        </p:txBody>
      </p:sp>
      <p:sp>
        <p:nvSpPr>
          <p:cNvPr id="58" name="Visual Generation &amp; Review banner dot 0-0">
            <a:extLst xmlns:a="http://schemas.openxmlformats.org/drawingml/2006/main">
              <a:ext uri="{FF2B5EF4-FFF2-40B4-BE49-F238E27FC236}">
                <a16:creationId xmlns:a16="http://schemas.microsoft.com/office/drawing/2014/main" id="{32E01F16-6F0D-4CD2-A19B-E323C497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3795" y="7907515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Visual Generation &amp; Review banner dot 0-1">
            <a:extLst xmlns:a="http://schemas.openxmlformats.org/drawingml/2006/main">
              <a:ext uri="{FF2B5EF4-FFF2-40B4-BE49-F238E27FC236}">
                <a16:creationId xmlns:a16="http://schemas.microsoft.com/office/drawing/2014/main" id="{7F533DE0-AF7A-4EEC-ABEC-55FA50AB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3795" y="8028967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Visual Generation &amp; Review banner dot 0-2">
            <a:extLst xmlns:a="http://schemas.openxmlformats.org/drawingml/2006/main">
              <a:ext uri="{FF2B5EF4-FFF2-40B4-BE49-F238E27FC236}">
                <a16:creationId xmlns:a16="http://schemas.microsoft.com/office/drawing/2014/main" id="{F34689E6-DE0A-4EB0-BC7D-283945CB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3795" y="815041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Visual Generation &amp; Review banner dot 1-0">
            <a:extLst xmlns:a="http://schemas.openxmlformats.org/drawingml/2006/main">
              <a:ext uri="{FF2B5EF4-FFF2-40B4-BE49-F238E27FC236}">
                <a16:creationId xmlns:a16="http://schemas.microsoft.com/office/drawing/2014/main" id="{B57A5B4A-E15E-4E78-8C32-8246E69B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5005" y="7907515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Visual Generation &amp; Review banner dot 1-1">
            <a:extLst xmlns:a="http://schemas.openxmlformats.org/drawingml/2006/main">
              <a:ext uri="{FF2B5EF4-FFF2-40B4-BE49-F238E27FC236}">
                <a16:creationId xmlns:a16="http://schemas.microsoft.com/office/drawing/2014/main" id="{6442F1CE-BB8D-4116-8E70-47919F19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5005" y="8028967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Visual Generation &amp; Review banner dot 1-2">
            <a:extLst xmlns:a="http://schemas.openxmlformats.org/drawingml/2006/main">
              <a:ext uri="{FF2B5EF4-FFF2-40B4-BE49-F238E27FC236}">
                <a16:creationId xmlns:a16="http://schemas.microsoft.com/office/drawing/2014/main" id="{572E6EBB-7B21-48B4-8796-453A343A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5005" y="815041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Visual Generation &amp; Review banner dot 2-0">
            <a:extLst xmlns:a="http://schemas.openxmlformats.org/drawingml/2006/main">
              <a:ext uri="{FF2B5EF4-FFF2-40B4-BE49-F238E27FC236}">
                <a16:creationId xmlns:a16="http://schemas.microsoft.com/office/drawing/2014/main" id="{22C36C80-393C-41F5-9A3F-B33D67F3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6214" y="7907515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Visual Generation &amp; Review banner dot 2-1">
            <a:extLst xmlns:a="http://schemas.openxmlformats.org/drawingml/2006/main">
              <a:ext uri="{FF2B5EF4-FFF2-40B4-BE49-F238E27FC236}">
                <a16:creationId xmlns:a16="http://schemas.microsoft.com/office/drawing/2014/main" id="{C560B5D4-ECD2-45E8-8AC4-EE34DE6D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6214" y="8028967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Visual Generation &amp; Review banner dot 2-2">
            <a:extLst xmlns:a="http://schemas.openxmlformats.org/drawingml/2006/main">
              <a:ext uri="{FF2B5EF4-FFF2-40B4-BE49-F238E27FC236}">
                <a16:creationId xmlns:a16="http://schemas.microsoft.com/office/drawing/2014/main" id="{AE4B52BB-8EE2-49D4-B285-49A7DBF3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6214" y="815041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Visual Generation &amp; Review banner dot 3-0">
            <a:extLst xmlns:a="http://schemas.openxmlformats.org/drawingml/2006/main">
              <a:ext uri="{FF2B5EF4-FFF2-40B4-BE49-F238E27FC236}">
                <a16:creationId xmlns:a16="http://schemas.microsoft.com/office/drawing/2014/main" id="{F372BFA3-222B-4AE2-9E5B-1DC2DF3A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7424" y="7907515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Visual Generation &amp; Review banner dot 3-1">
            <a:extLst xmlns:a="http://schemas.openxmlformats.org/drawingml/2006/main">
              <a:ext uri="{FF2B5EF4-FFF2-40B4-BE49-F238E27FC236}">
                <a16:creationId xmlns:a16="http://schemas.microsoft.com/office/drawing/2014/main" id="{D2968321-A0F7-40D9-A433-DBAFD56D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7424" y="8028967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Visual Generation &amp; Review banner dot 3-2">
            <a:extLst xmlns:a="http://schemas.openxmlformats.org/drawingml/2006/main">
              <a:ext uri="{FF2B5EF4-FFF2-40B4-BE49-F238E27FC236}">
                <a16:creationId xmlns:a16="http://schemas.microsoft.com/office/drawing/2014/main" id="{19419401-0D01-41CE-9922-6102CFD5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7424" y="815041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Visual Generation &amp; Review banner dot 4-0">
            <a:extLst xmlns:a="http://schemas.openxmlformats.org/drawingml/2006/main">
              <a:ext uri="{FF2B5EF4-FFF2-40B4-BE49-F238E27FC236}">
                <a16:creationId xmlns:a16="http://schemas.microsoft.com/office/drawing/2014/main" id="{9DF3894B-8FAA-4164-AA53-8614DB6E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8634" y="7907515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Visual Generation &amp; Review banner dot 4-1">
            <a:extLst xmlns:a="http://schemas.openxmlformats.org/drawingml/2006/main">
              <a:ext uri="{FF2B5EF4-FFF2-40B4-BE49-F238E27FC236}">
                <a16:creationId xmlns:a16="http://schemas.microsoft.com/office/drawing/2014/main" id="{E2D0466C-D8A3-45A0-8557-95E38E77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8634" y="8028967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Visual Generation &amp; Review banner dot 4-2">
            <a:extLst xmlns:a="http://schemas.openxmlformats.org/drawingml/2006/main">
              <a:ext uri="{FF2B5EF4-FFF2-40B4-BE49-F238E27FC236}">
                <a16:creationId xmlns:a16="http://schemas.microsoft.com/office/drawing/2014/main" id="{F5EFBC7D-5493-464F-979E-0094072C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8634" y="815041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Visual Generation &amp; Review banner dot 5-0">
            <a:extLst xmlns:a="http://schemas.openxmlformats.org/drawingml/2006/main">
              <a:ext uri="{FF2B5EF4-FFF2-40B4-BE49-F238E27FC236}">
                <a16:creationId xmlns:a16="http://schemas.microsoft.com/office/drawing/2014/main" id="{967B1623-63F4-4C30-85A3-3F1E4472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9843" y="7907515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Visual Generation &amp; Review banner dot 5-1">
            <a:extLst xmlns:a="http://schemas.openxmlformats.org/drawingml/2006/main">
              <a:ext uri="{FF2B5EF4-FFF2-40B4-BE49-F238E27FC236}">
                <a16:creationId xmlns:a16="http://schemas.microsoft.com/office/drawing/2014/main" id="{2931960D-387E-4C34-9E1E-C0707B7F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9843" y="8028967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Visual Generation &amp; Review banner dot 5-2">
            <a:extLst xmlns:a="http://schemas.openxmlformats.org/drawingml/2006/main">
              <a:ext uri="{FF2B5EF4-FFF2-40B4-BE49-F238E27FC236}">
                <a16:creationId xmlns:a16="http://schemas.microsoft.com/office/drawing/2014/main" id="{51AB5983-57E9-46EB-98F7-6AB68F77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9843" y="815041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Visual Generation &amp; Review banner dot 6-0">
            <a:extLst xmlns:a="http://schemas.openxmlformats.org/drawingml/2006/main">
              <a:ext uri="{FF2B5EF4-FFF2-40B4-BE49-F238E27FC236}">
                <a16:creationId xmlns:a16="http://schemas.microsoft.com/office/drawing/2014/main" id="{DC53E6EF-9188-498D-A997-88281F34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053" y="7907515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Visual Generation &amp; Review banner dot 6-1">
            <a:extLst xmlns:a="http://schemas.openxmlformats.org/drawingml/2006/main">
              <a:ext uri="{FF2B5EF4-FFF2-40B4-BE49-F238E27FC236}">
                <a16:creationId xmlns:a16="http://schemas.microsoft.com/office/drawing/2014/main" id="{C3FA9922-6E33-4BFD-AF5E-6B790E56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053" y="8028967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Visual Generation &amp; Review banner dot 6-2">
            <a:extLst xmlns:a="http://schemas.openxmlformats.org/drawingml/2006/main">
              <a:ext uri="{FF2B5EF4-FFF2-40B4-BE49-F238E27FC236}">
                <a16:creationId xmlns:a16="http://schemas.microsoft.com/office/drawing/2014/main" id="{1F42332D-64C1-4344-938C-9835B517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053" y="8150418"/>
            <a:ext cx="54653" cy="54653"/>
          </a:xfrm>
          <a:custGeom xmlns:a="http://schemas.openxmlformats.org/drawingml/2006/main">
            <a:pathLst>
              <a:path w="51435" h="51435">
                <a:moveTo>
                  <a:pt x="51435" y="25718"/>
                </a:moveTo>
                <a:cubicBezTo>
                  <a:pt x="51435" y="39921"/>
                  <a:pt x="39921" y="51435"/>
                  <a:pt x="25718" y="51435"/>
                </a:cubicBezTo>
                <a:cubicBezTo>
                  <a:pt x="11514" y="51435"/>
                  <a:pt x="0" y="39921"/>
                  <a:pt x="0" y="25718"/>
                </a:cubicBezTo>
                <a:cubicBezTo>
                  <a:pt x="0" y="11514"/>
                  <a:pt x="11514" y="0"/>
                  <a:pt x="25718" y="0"/>
                </a:cubicBezTo>
                <a:cubicBezTo>
                  <a:pt x="39921" y="0"/>
                  <a:pt x="51435" y="11514"/>
                  <a:pt x="51435" y="25718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Stage 1 subtitle">
            <a:extLst xmlns:a="http://schemas.openxmlformats.org/drawingml/2006/main">
              <a:ext uri="{FF2B5EF4-FFF2-40B4-BE49-F238E27FC236}">
                <a16:creationId xmlns:a16="http://schemas.microsoft.com/office/drawing/2014/main" id="{D62EE5E5-50EE-469E-AB8D-306D2C02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923" y="941250"/>
            <a:ext cx="4908671" cy="382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2" b="0" i="0">
                <a:solidFill>
                  <a:srgbClr val="145AB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2" b="0" i="0">
                <a:solidFill>
                  <a:srgbClr val="145AB2"/>
                </a:solidFill>
                <a:latin typeface="Calibri"/>
                <a:ea typeface="Calibri"/>
                <a:cs typeface="Calibri"/>
              </a:defRPr>
            </a:pPr>
            <a:r>
              <a:rPr sz="2152" b="0" i="0">
                <a:solidFill>
                  <a:srgbClr val="145AB2"/>
                </a:solidFill>
                <a:latin typeface="Calibri"/>
                <a:ea typeface="Calibri"/>
                <a:cs typeface="Calibri"/>
              </a:rPr>
              <a:t>Understanding, Searching &amp; Reasoning</a:t>
            </a:r>
          </a:p>
        </p:txBody>
      </p:sp>
      <p:sp>
        <p:nvSpPr>
          <p:cNvPr id="80" name="Stage 2 subtitle">
            <a:extLst xmlns:a="http://schemas.openxmlformats.org/drawingml/2006/main">
              <a:ext uri="{FF2B5EF4-FFF2-40B4-BE49-F238E27FC236}">
                <a16:creationId xmlns:a16="http://schemas.microsoft.com/office/drawing/2014/main" id="{D8A3DCD1-87FB-4856-91F4-E3B70474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466" y="961492"/>
            <a:ext cx="7287100" cy="354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2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2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992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From Structured Plan to Code-Driven Canvas</a:t>
            </a:r>
          </a:p>
        </p:txBody>
      </p:sp>
      <p:sp>
        <p:nvSpPr>
          <p:cNvPr id="81" name="Stage 3 subtitle">
            <a:extLst xmlns:a="http://schemas.openxmlformats.org/drawingml/2006/main">
              <a:ext uri="{FF2B5EF4-FFF2-40B4-BE49-F238E27FC236}">
                <a16:creationId xmlns:a16="http://schemas.microsoft.com/office/drawing/2014/main" id="{955BD392-A795-43A7-9766-00CCC4DB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4224" y="8420648"/>
            <a:ext cx="6275002" cy="382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2" b="0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2" b="0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pPr>
            <a:r>
              <a:rPr sz="2152" b="0" i="0">
                <a:solidFill>
                  <a:srgbClr val="655DB6"/>
                </a:solidFill>
                <a:latin typeface="Calibri"/>
                <a:ea typeface="Calibri"/>
                <a:cs typeface="Calibri"/>
              </a:rPr>
              <a:t>Generate, Evaluate and Refine</a:t>
            </a:r>
          </a:p>
        </p:txBody>
      </p:sp>
      <p:sp>
        <p:nvSpPr>
          <p:cNvPr id="82" name="User Prompt panel">
            <a:extLst xmlns:a="http://schemas.openxmlformats.org/drawingml/2006/main">
              <a:ext uri="{FF2B5EF4-FFF2-40B4-BE49-F238E27FC236}">
                <a16:creationId xmlns:a16="http://schemas.microsoft.com/office/drawing/2014/main" id="{C5489E29-AB74-4DA1-8E25-F08C52E1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04" y="1315726"/>
            <a:ext cx="5637381" cy="1872380"/>
          </a:xfrm>
          <a:custGeom xmlns:a="http://schemas.openxmlformats.org/drawingml/2006/main">
            <a:pathLst>
              <a:path w="5305425" h="1762125">
                <a:moveTo>
                  <a:pt x="190500" y="0"/>
                </a:moveTo>
                <a:lnTo>
                  <a:pt x="5114925" y="0"/>
                </a:lnTo>
                <a:cubicBezTo>
                  <a:pt x="5220135" y="0"/>
                  <a:pt x="5305425" y="85290"/>
                  <a:pt x="5305425" y="190500"/>
                </a:cubicBezTo>
                <a:lnTo>
                  <a:pt x="5305425" y="1571625"/>
                </a:lnTo>
                <a:cubicBezTo>
                  <a:pt x="5305425" y="1676835"/>
                  <a:pt x="5220135" y="1762125"/>
                  <a:pt x="5114925" y="1762125"/>
                </a:cubicBezTo>
                <a:lnTo>
                  <a:pt x="190500" y="1762125"/>
                </a:lnTo>
                <a:cubicBezTo>
                  <a:pt x="85290" y="1762125"/>
                  <a:pt x="0" y="1676835"/>
                  <a:pt x="0" y="157162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FF5FF"/>
          </a:solidFill>
          <a:ln xmlns:a="http://schemas.openxmlformats.org/drawingml/2006/main" w="25302">
            <a:solidFill>
              <a:srgbClr val="CADCF8"/>
            </a:solidFill>
            <a:prstDash val="solid"/>
          </a:ln>
        </p:spPr>
      </p:sp>
      <p:sp>
        <p:nvSpPr>
          <p:cNvPr id="83" name="Intent Analysis panel">
            <a:extLst xmlns:a="http://schemas.openxmlformats.org/drawingml/2006/main">
              <a:ext uri="{FF2B5EF4-FFF2-40B4-BE49-F238E27FC236}">
                <a16:creationId xmlns:a16="http://schemas.microsoft.com/office/drawing/2014/main" id="{E856E4B1-C14A-41FB-A4CF-D3FE3BDD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04" y="3431009"/>
            <a:ext cx="5637381" cy="1113307"/>
          </a:xfrm>
          <a:custGeom xmlns:a="http://schemas.openxmlformats.org/drawingml/2006/main">
            <a:pathLst>
              <a:path w="5305425" h="1047750">
                <a:moveTo>
                  <a:pt x="190500" y="0"/>
                </a:moveTo>
                <a:lnTo>
                  <a:pt x="5114925" y="0"/>
                </a:lnTo>
                <a:cubicBezTo>
                  <a:pt x="5220135" y="0"/>
                  <a:pt x="5305425" y="85290"/>
                  <a:pt x="5305425" y="190500"/>
                </a:cubicBezTo>
                <a:lnTo>
                  <a:pt x="5305425" y="857250"/>
                </a:lnTo>
                <a:cubicBezTo>
                  <a:pt x="5305425" y="962460"/>
                  <a:pt x="5220135" y="1047750"/>
                  <a:pt x="5114925" y="1047750"/>
                </a:cubicBezTo>
                <a:lnTo>
                  <a:pt x="190500" y="1047750"/>
                </a:lnTo>
                <a:cubicBezTo>
                  <a:pt x="85290" y="1047750"/>
                  <a:pt x="0" y="962460"/>
                  <a:pt x="0" y="8572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FF5FF"/>
          </a:solidFill>
          <a:ln xmlns:a="http://schemas.openxmlformats.org/drawingml/2006/main" w="25302">
            <a:solidFill>
              <a:srgbClr val="CADCF8"/>
            </a:solidFill>
            <a:prstDash val="solid"/>
          </a:ln>
        </p:spPr>
      </p:sp>
      <p:sp>
        <p:nvSpPr>
          <p:cNvPr id="84" name="Tools &amp; External Resources panel">
            <a:extLst xmlns:a="http://schemas.openxmlformats.org/drawingml/2006/main">
              <a:ext uri="{FF2B5EF4-FFF2-40B4-BE49-F238E27FC236}">
                <a16:creationId xmlns:a16="http://schemas.microsoft.com/office/drawing/2014/main" id="{3185AF2D-51A5-4B5E-8E86-C0B5F6EB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04" y="4827703"/>
            <a:ext cx="5647502" cy="5283147"/>
          </a:xfrm>
          <a:custGeom xmlns:a="http://schemas.openxmlformats.org/drawingml/2006/main">
            <a:pathLst>
              <a:path w="5314950" h="4972050">
                <a:moveTo>
                  <a:pt x="190500" y="0"/>
                </a:moveTo>
                <a:lnTo>
                  <a:pt x="5124450" y="0"/>
                </a:lnTo>
                <a:cubicBezTo>
                  <a:pt x="5229660" y="0"/>
                  <a:pt x="5314950" y="85290"/>
                  <a:pt x="5314950" y="190500"/>
                </a:cubicBezTo>
                <a:lnTo>
                  <a:pt x="5314950" y="4781550"/>
                </a:lnTo>
                <a:cubicBezTo>
                  <a:pt x="5314950" y="4886760"/>
                  <a:pt x="5229660" y="4972050"/>
                  <a:pt x="5124450" y="4972050"/>
                </a:cubicBezTo>
                <a:lnTo>
                  <a:pt x="190500" y="4972050"/>
                </a:lnTo>
                <a:cubicBezTo>
                  <a:pt x="85290" y="4972050"/>
                  <a:pt x="0" y="4886760"/>
                  <a:pt x="0" y="47815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FF5FF"/>
          </a:solidFill>
          <a:ln xmlns:a="http://schemas.openxmlformats.org/drawingml/2006/main" w="25302">
            <a:solidFill>
              <a:srgbClr val="CADCF8"/>
            </a:solidFill>
            <a:prstDash val="solid"/>
          </a:ln>
        </p:spPr>
      </p:sp>
      <p:sp>
        <p:nvSpPr>
          <p:cNvPr id="85" name="Structured Plan panel">
            <a:extLst xmlns:a="http://schemas.openxmlformats.org/drawingml/2006/main">
              <a:ext uri="{FF2B5EF4-FFF2-40B4-BE49-F238E27FC236}">
                <a16:creationId xmlns:a16="http://schemas.microsoft.com/office/drawing/2014/main" id="{F69D071C-48F1-4F4C-80FE-30937067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04" y="10333512"/>
            <a:ext cx="3825727" cy="2358186"/>
          </a:xfrm>
          <a:custGeom xmlns:a="http://schemas.openxmlformats.org/drawingml/2006/main">
            <a:pathLst>
              <a:path w="3600450" h="2219325">
                <a:moveTo>
                  <a:pt x="190500" y="0"/>
                </a:moveTo>
                <a:lnTo>
                  <a:pt x="3409950" y="0"/>
                </a:lnTo>
                <a:cubicBezTo>
                  <a:pt x="3515160" y="0"/>
                  <a:pt x="3600450" y="85290"/>
                  <a:pt x="3600450" y="190500"/>
                </a:cubicBezTo>
                <a:lnTo>
                  <a:pt x="3600450" y="2028825"/>
                </a:lnTo>
                <a:cubicBezTo>
                  <a:pt x="3600450" y="2134035"/>
                  <a:pt x="3515160" y="2219325"/>
                  <a:pt x="3409950" y="2219325"/>
                </a:cubicBezTo>
                <a:lnTo>
                  <a:pt x="190500" y="2219325"/>
                </a:lnTo>
                <a:cubicBezTo>
                  <a:pt x="85290" y="2219325"/>
                  <a:pt x="0" y="2134035"/>
                  <a:pt x="0" y="202882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FF5FF"/>
          </a:solidFill>
          <a:ln xmlns:a="http://schemas.openxmlformats.org/drawingml/2006/main" w="25302">
            <a:solidFill>
              <a:srgbClr val="CADCF8"/>
            </a:solidFill>
            <a:prstDash val="solid"/>
          </a:ln>
        </p:spPr>
      </p:sp>
      <p:sp>
        <p:nvSpPr>
          <p:cNvPr id="86" name="User Prompt title">
            <a:extLst xmlns:a="http://schemas.openxmlformats.org/drawingml/2006/main">
              <a:ext uri="{FF2B5EF4-FFF2-40B4-BE49-F238E27FC236}">
                <a16:creationId xmlns:a16="http://schemas.microsoft.com/office/drawing/2014/main" id="{385B608E-0C02-4CD5-B5BA-77E8B7CA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4948" y="1416936"/>
            <a:ext cx="2935082" cy="410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1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1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pPr>
            <a:r>
              <a:rPr sz="2311" b="1" i="0">
                <a:solidFill>
                  <a:srgbClr val="1E31A1"/>
                </a:solidFill>
                <a:latin typeface="Calibri"/>
                <a:ea typeface="Calibri"/>
                <a:cs typeface="Calibri"/>
              </a:rPr>
              <a:t>User Prompt</a:t>
            </a:r>
          </a:p>
        </p:txBody>
      </p:sp>
      <p:pic>
        <p:nvPic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F999AE9-5322-4888-8B73-6C769190DF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2645566d14d1d"/>
          <a:stretch xmlns:a="http://schemas.openxmlformats.org/drawingml/2006/main"/>
        </p:blipFill>
        <p:spPr>
          <a:xfrm xmlns:a="http://schemas.openxmlformats.org/drawingml/2006/main">
            <a:off x="2127759" y="1376452"/>
            <a:ext cx="444700" cy="425081"/>
          </a:xfrm>
          <a:prstGeom xmlns:a="http://schemas.openxmlformats.org/drawingml/2006/main" prst="rect">
            <a:avLst/>
          </a:prstGeom>
        </p:spPr>
      </p:pic>
      <p:sp>
        <p:nvSpPr>
          <p:cNvPr id="88" name="Prompt white inset">
            <a:extLst xmlns:a="http://schemas.openxmlformats.org/drawingml/2006/main">
              <a:ext uri="{FF2B5EF4-FFF2-40B4-BE49-F238E27FC236}">
                <a16:creationId xmlns:a16="http://schemas.microsoft.com/office/drawing/2014/main" id="{3470C8C0-B4D1-4346-97F2-CB6FE8F2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23" y="1801533"/>
            <a:ext cx="5212300" cy="1103186"/>
          </a:xfrm>
          <a:custGeom xmlns:a="http://schemas.openxmlformats.org/drawingml/2006/main">
            <a:pathLst>
              <a:path w="4905375" h="1038225">
                <a:moveTo>
                  <a:pt x="123825" y="0"/>
                </a:moveTo>
                <a:lnTo>
                  <a:pt x="4781550" y="0"/>
                </a:lnTo>
                <a:cubicBezTo>
                  <a:pt x="4849937" y="0"/>
                  <a:pt x="4905375" y="55438"/>
                  <a:pt x="4905375" y="123825"/>
                </a:cubicBezTo>
                <a:lnTo>
                  <a:pt x="4905375" y="914400"/>
                </a:lnTo>
                <a:cubicBezTo>
                  <a:pt x="4905375" y="982787"/>
                  <a:pt x="4849937" y="1038225"/>
                  <a:pt x="4781550" y="1038225"/>
                </a:cubicBezTo>
                <a:lnTo>
                  <a:pt x="123825" y="1038225"/>
                </a:lnTo>
                <a:cubicBezTo>
                  <a:pt x="55438" y="1038225"/>
                  <a:pt x="0" y="982787"/>
                  <a:pt x="0" y="914400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User Prompt first phrase">
            <a:extLst xmlns:a="http://schemas.openxmlformats.org/drawingml/2006/main">
              <a:ext uri="{FF2B5EF4-FFF2-40B4-BE49-F238E27FC236}">
                <a16:creationId xmlns:a16="http://schemas.microsoft.com/office/drawing/2014/main" id="{88EC512D-F3AE-4798-BFB4-C36B3B5F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996" y="1902743"/>
            <a:ext cx="2530243" cy="368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960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Create a depiction of </a:t>
            </a:r>
          </a:p>
        </p:txBody>
      </p:sp>
      <p:sp>
        <p:nvSpPr>
          <p:cNvPr id="90" name="User Prompt named car 1">
            <a:extLst xmlns:a="http://schemas.openxmlformats.org/drawingml/2006/main">
              <a:ext uri="{FF2B5EF4-FFF2-40B4-BE49-F238E27FC236}">
                <a16:creationId xmlns:a16="http://schemas.microsoft.com/office/drawing/2014/main" id="{F88847D8-A94F-4637-B7BB-C345F41A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3053" y="1902743"/>
            <a:ext cx="2267098" cy="368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79" b="1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79" b="1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1979" b="1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Xiaomi Vision Gran</a:t>
            </a:r>
          </a:p>
        </p:txBody>
      </p:sp>
      <p:sp>
        <p:nvSpPr>
          <p:cNvPr id="91" name="User Prompt named car 2">
            <a:extLst xmlns:a="http://schemas.openxmlformats.org/drawingml/2006/main">
              <a:ext uri="{FF2B5EF4-FFF2-40B4-BE49-F238E27FC236}">
                <a16:creationId xmlns:a16="http://schemas.microsoft.com/office/drawing/2014/main" id="{B166F15A-2097-409E-BC9D-4F5C4269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996" y="2206372"/>
            <a:ext cx="1032339" cy="383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9" b="1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9" b="1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2159" b="1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Turismo</a:t>
            </a:r>
          </a:p>
        </p:txBody>
      </p:sp>
      <p:sp>
        <p:nvSpPr>
          <p:cNvPr id="92" name="User Prompt second phrase">
            <a:extLst xmlns:a="http://schemas.openxmlformats.org/drawingml/2006/main">
              <a:ext uri="{FF2B5EF4-FFF2-40B4-BE49-F238E27FC236}">
                <a16:creationId xmlns:a16="http://schemas.microsoft.com/office/drawing/2014/main" id="{0E1F8A2F-DE33-41E0-BFFA-1BD58A03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4182" y="2206372"/>
            <a:ext cx="3845969" cy="396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31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31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2231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positioned in a stunning</a:t>
            </a:r>
          </a:p>
        </p:txBody>
      </p:sp>
      <p:sp>
        <p:nvSpPr>
          <p:cNvPr id="93" name="User Prompt final phrase">
            <a:extLst xmlns:a="http://schemas.openxmlformats.org/drawingml/2006/main">
              <a:ext uri="{FF2B5EF4-FFF2-40B4-BE49-F238E27FC236}">
                <a16:creationId xmlns:a16="http://schemas.microsoft.com/office/drawing/2014/main" id="{3895D04E-499C-4BE1-8A19-9553892F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996" y="2510001"/>
            <a:ext cx="4939034" cy="396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31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31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defRPr>
            </a:pPr>
            <a:r>
              <a:rPr sz="2231" b="0" i="0">
                <a:solidFill>
                  <a:srgbClr val="171514"/>
                </a:solidFill>
                <a:latin typeface="Comic Sans MS"/>
                <a:ea typeface="Comic Sans MS"/>
                <a:cs typeface="Comic Sans MS"/>
              </a:rPr>
              <a:t>landscape setting.</a:t>
            </a:r>
          </a:p>
        </p:txBody>
      </p:sp>
      <p:sp>
        <p:nvSpPr>
          <p:cNvPr id="94" name="Named car emphasis underline 1">
            <a:extLst xmlns:a="http://schemas.openxmlformats.org/drawingml/2006/main">
              <a:ext uri="{FF2B5EF4-FFF2-40B4-BE49-F238E27FC236}">
                <a16:creationId xmlns:a16="http://schemas.microsoft.com/office/drawing/2014/main" id="{C3541900-BAB5-4A50-8AC2-ECDA8FFB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053" y="2186130"/>
            <a:ext cx="2256977" cy="191"/>
          </a:xfrm>
          <a:custGeom xmlns:a="http://schemas.openxmlformats.org/drawingml/2006/main">
            <a:pathLst>
              <a:path w="2124075" h="191">
                <a:moveTo>
                  <a:pt x="0" y="0"/>
                </a:moveTo>
                <a:lnTo>
                  <a:pt x="2124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81">
            <a:solidFill>
              <a:srgbClr val="171514"/>
            </a:solidFill>
            <a:prstDash val="solid"/>
          </a:ln>
        </p:spPr>
      </p:sp>
      <p:sp>
        <p:nvSpPr>
          <p:cNvPr id="95" name="Named car emphasis underline 2">
            <a:extLst xmlns:a="http://schemas.openxmlformats.org/drawingml/2006/main">
              <a:ext uri="{FF2B5EF4-FFF2-40B4-BE49-F238E27FC236}">
                <a16:creationId xmlns:a16="http://schemas.microsoft.com/office/drawing/2014/main" id="{9EC0AABB-7033-4C09-883F-3DC0CAC3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96" y="2499880"/>
            <a:ext cx="1012097" cy="191"/>
          </a:xfrm>
          <a:custGeom xmlns:a="http://schemas.openxmlformats.org/drawingml/2006/main">
            <a:pathLst>
              <a:path w="952500" h="191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81">
            <a:solidFill>
              <a:srgbClr val="171514"/>
            </a:solidFill>
            <a:prstDash val="solid"/>
          </a:ln>
        </p:spPr>
      </p:sp>
      <p:sp>
        <p:nvSpPr>
          <p:cNvPr id="96" name="Intent Analysis title">
            <a:extLst xmlns:a="http://schemas.openxmlformats.org/drawingml/2006/main">
              <a:ext uri="{FF2B5EF4-FFF2-40B4-BE49-F238E27FC236}">
                <a16:creationId xmlns:a16="http://schemas.microsoft.com/office/drawing/2014/main" id="{15FEDFCD-B707-47F5-877D-FEE3C020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2287" y="3511977"/>
            <a:ext cx="2935082" cy="410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1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1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pPr>
            <a:r>
              <a:rPr sz="2311" b="1" i="0">
                <a:solidFill>
                  <a:srgbClr val="1E31A1"/>
                </a:solidFill>
                <a:latin typeface="Calibri"/>
                <a:ea typeface="Calibri"/>
                <a:cs typeface="Calibri"/>
              </a:rPr>
              <a:t>Intent Analysis</a:t>
            </a:r>
          </a:p>
        </p:txBody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A9A8580-BF6B-46E3-B65E-80FFB19D8D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14dcc053046f1"/>
          <a:stretch xmlns:a="http://schemas.openxmlformats.org/drawingml/2006/main"/>
        </p:blipFill>
        <p:spPr>
          <a:xfrm xmlns:a="http://schemas.openxmlformats.org/drawingml/2006/main">
            <a:off x="2107206" y="3463168"/>
            <a:ext cx="404839" cy="411369"/>
          </a:xfrm>
          <a:prstGeom xmlns:a="http://schemas.openxmlformats.org/drawingml/2006/main" prst="rect">
            <a:avLst/>
          </a:prstGeom>
        </p:spPr>
      </p:pic>
      <p:sp>
        <p:nvSpPr>
          <p:cNvPr id="98" name="Image generation task">
            <a:extLst xmlns:a="http://schemas.openxmlformats.org/drawingml/2006/main">
              <a:ext uri="{FF2B5EF4-FFF2-40B4-BE49-F238E27FC236}">
                <a16:creationId xmlns:a16="http://schemas.microsoft.com/office/drawing/2014/main" id="{81547F35-0901-4C7F-B872-A63A8883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4" y="3947179"/>
            <a:ext cx="2439154" cy="485807"/>
          </a:xfrm>
          <a:custGeom xmlns:a="http://schemas.openxmlformats.org/drawingml/2006/main">
            <a:pathLst>
              <a:path w="2295525" h="457200">
                <a:moveTo>
                  <a:pt x="57150" y="0"/>
                </a:moveTo>
                <a:lnTo>
                  <a:pt x="2238375" y="0"/>
                </a:lnTo>
                <a:cubicBezTo>
                  <a:pt x="2269938" y="0"/>
                  <a:pt x="2295525" y="25587"/>
                  <a:pt x="2295525" y="57150"/>
                </a:cubicBezTo>
                <a:lnTo>
                  <a:pt x="2295525" y="400050"/>
                </a:lnTo>
                <a:cubicBezTo>
                  <a:pt x="2295525" y="431613"/>
                  <a:pt x="2269938" y="457200"/>
                  <a:pt x="2238375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242">
            <a:solidFill>
              <a:srgbClr val="CADCF8"/>
            </a:solidFill>
            <a:prstDash val="solid"/>
          </a:ln>
        </p:spPr>
      </p:sp>
      <p:sp>
        <p:nvSpPr>
          <p:cNvPr id="99" name="Image editing task">
            <a:extLst xmlns:a="http://schemas.openxmlformats.org/drawingml/2006/main">
              <a:ext uri="{FF2B5EF4-FFF2-40B4-BE49-F238E27FC236}">
                <a16:creationId xmlns:a16="http://schemas.microsoft.com/office/drawing/2014/main" id="{09EE5796-5A9B-4E57-8878-778056D8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690" y="3947179"/>
            <a:ext cx="2439154" cy="485807"/>
          </a:xfrm>
          <a:custGeom xmlns:a="http://schemas.openxmlformats.org/drawingml/2006/main">
            <a:pathLst>
              <a:path w="2295525" h="457200">
                <a:moveTo>
                  <a:pt x="57150" y="0"/>
                </a:moveTo>
                <a:lnTo>
                  <a:pt x="2238375" y="0"/>
                </a:lnTo>
                <a:cubicBezTo>
                  <a:pt x="2269938" y="0"/>
                  <a:pt x="2295525" y="25587"/>
                  <a:pt x="2295525" y="57150"/>
                </a:cubicBezTo>
                <a:lnTo>
                  <a:pt x="2295525" y="400050"/>
                </a:lnTo>
                <a:cubicBezTo>
                  <a:pt x="2295525" y="431613"/>
                  <a:pt x="2269938" y="457200"/>
                  <a:pt x="2238375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242">
            <a:solidFill>
              <a:srgbClr val="CADCF8"/>
            </a:solidFill>
            <a:prstDash val="solid"/>
          </a:ln>
        </p:spPr>
      </p:sp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EFD7B06-11D0-4B25-B712-EED50C95C8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be194e1784923"/>
          <a:stretch xmlns:a="http://schemas.openxmlformats.org/drawingml/2006/main"/>
        </p:blipFill>
        <p:spPr>
          <a:xfrm xmlns:a="http://schemas.openxmlformats.org/drawingml/2006/main">
            <a:off x="2565909" y="3987663"/>
            <a:ext cx="378078" cy="384597"/>
          </a:xfrm>
          <a:prstGeom xmlns:a="http://schemas.openxmlformats.org/drawingml/2006/main" prst="rect">
            <a:avLst/>
          </a:prstGeom>
        </p:spPr>
      </p:pic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5150444-B8C9-4645-B5FF-36A8BB55E3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b12d4cda64cc9"/>
          <a:stretch xmlns:a="http://schemas.openxmlformats.org/drawingml/2006/main"/>
        </p:blipFill>
        <p:spPr>
          <a:xfrm xmlns:a="http://schemas.openxmlformats.org/drawingml/2006/main">
            <a:off x="5426885" y="3977716"/>
            <a:ext cx="384597" cy="404490"/>
          </a:xfrm>
          <a:prstGeom xmlns:a="http://schemas.openxmlformats.org/drawingml/2006/main" prst="rect">
            <a:avLst/>
          </a:prstGeom>
        </p:spPr>
      </p:pic>
      <p:sp>
        <p:nvSpPr>
          <p:cNvPr id="102" name="Image generation task label">
            <a:extLst xmlns:a="http://schemas.openxmlformats.org/drawingml/2006/main">
              <a:ext uri="{FF2B5EF4-FFF2-40B4-BE49-F238E27FC236}">
                <a16:creationId xmlns:a16="http://schemas.microsoft.com/office/drawing/2014/main" id="{44928414-F304-4B2B-9FE8-595D7D34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117" y="4068631"/>
            <a:ext cx="2236735" cy="311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53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Image Generation</a:t>
            </a:r>
          </a:p>
        </p:txBody>
      </p:sp>
      <p:sp>
        <p:nvSpPr>
          <p:cNvPr id="103" name="Image editing task label">
            <a:extLst xmlns:a="http://schemas.openxmlformats.org/drawingml/2006/main">
              <a:ext uri="{FF2B5EF4-FFF2-40B4-BE49-F238E27FC236}">
                <a16:creationId xmlns:a16="http://schemas.microsoft.com/office/drawing/2014/main" id="{E16CDB7B-5043-43F3-8441-99C143DA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142" y="4068631"/>
            <a:ext cx="2176009" cy="311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53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Image Editing</a:t>
            </a:r>
          </a:p>
        </p:txBody>
      </p:sp>
      <p:sp>
        <p:nvSpPr>
          <p:cNvPr id="104" name="Tools and resources title">
            <a:extLst xmlns:a="http://schemas.openxmlformats.org/drawingml/2006/main">
              <a:ext uri="{FF2B5EF4-FFF2-40B4-BE49-F238E27FC236}">
                <a16:creationId xmlns:a16="http://schemas.microsoft.com/office/drawing/2014/main" id="{1DD6EE6E-B299-4B44-9E6C-A2659467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4786" y="4918792"/>
            <a:ext cx="4352018" cy="396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31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31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pPr>
            <a:r>
              <a:rPr sz="2231" b="1" i="0">
                <a:solidFill>
                  <a:srgbClr val="1E31A1"/>
                </a:solidFill>
                <a:latin typeface="Calibri"/>
                <a:ea typeface="Calibri"/>
                <a:cs typeface="Calibri"/>
              </a:rPr>
              <a:t>Tools &amp; External Resources</a:t>
            </a:r>
          </a:p>
        </p:txBody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D72DD64-8EF5-4607-A0D6-CD4A20E167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a00594cc944e0"/>
          <a:stretch xmlns:a="http://schemas.openxmlformats.org/drawingml/2006/main"/>
        </p:blipFill>
        <p:spPr>
          <a:xfrm xmlns:a="http://schemas.openxmlformats.org/drawingml/2006/main">
            <a:off x="1398738" y="4817894"/>
            <a:ext cx="425081" cy="444700"/>
          </a:xfrm>
          <a:prstGeom xmlns:a="http://schemas.openxmlformats.org/drawingml/2006/main" prst="rect">
            <a:avLst/>
          </a:prstGeom>
        </p:spPr>
      </p:pic>
      <p:sp>
        <p:nvSpPr>
          <p:cNvPr id="106" name="Image search panel">
            <a:extLst xmlns:a="http://schemas.openxmlformats.org/drawingml/2006/main">
              <a:ext uri="{FF2B5EF4-FFF2-40B4-BE49-F238E27FC236}">
                <a16:creationId xmlns:a16="http://schemas.microsoft.com/office/drawing/2014/main" id="{6A9740F8-193C-499A-A1B9-15B60EDE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23" y="5364115"/>
            <a:ext cx="3086896" cy="2823751"/>
          </a:xfrm>
          <a:custGeom xmlns:a="http://schemas.openxmlformats.org/drawingml/2006/main">
            <a:pathLst>
              <a:path w="2905125" h="2657475">
                <a:moveTo>
                  <a:pt x="133350" y="0"/>
                </a:moveTo>
                <a:lnTo>
                  <a:pt x="2771775" y="0"/>
                </a:lnTo>
                <a:cubicBezTo>
                  <a:pt x="2845422" y="0"/>
                  <a:pt x="2905125" y="59703"/>
                  <a:pt x="2905125" y="133350"/>
                </a:cubicBezTo>
                <a:lnTo>
                  <a:pt x="2905125" y="2524125"/>
                </a:lnTo>
                <a:cubicBezTo>
                  <a:pt x="2905125" y="2597772"/>
                  <a:pt x="2845422" y="2657475"/>
                  <a:pt x="2771775" y="2657475"/>
                </a:cubicBezTo>
                <a:lnTo>
                  <a:pt x="133350" y="2657475"/>
                </a:lnTo>
                <a:cubicBezTo>
                  <a:pt x="59703" y="2657475"/>
                  <a:pt x="0" y="2597772"/>
                  <a:pt x="0" y="25241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6F9FF"/>
          </a:solidFill>
          <a:ln xmlns:a="http://schemas.openxmlformats.org/drawingml/2006/main" w="20242">
            <a:solidFill>
              <a:srgbClr val="AFC9ED"/>
            </a:solidFill>
            <a:prstDash val="solid"/>
          </a:ln>
        </p:spPr>
      </p:sp>
      <p:sp>
        <p:nvSpPr>
          <p:cNvPr id="107" name="Web search panel">
            <a:extLst xmlns:a="http://schemas.openxmlformats.org/drawingml/2006/main">
              <a:ext uri="{FF2B5EF4-FFF2-40B4-BE49-F238E27FC236}">
                <a16:creationId xmlns:a16="http://schemas.microsoft.com/office/drawing/2014/main" id="{C741DBCD-EEDA-4452-85D7-B672C654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924" y="5364115"/>
            <a:ext cx="2095041" cy="2823751"/>
          </a:xfrm>
          <a:custGeom xmlns:a="http://schemas.openxmlformats.org/drawingml/2006/main">
            <a:pathLst>
              <a:path w="1971675" h="2657475">
                <a:moveTo>
                  <a:pt x="133350" y="0"/>
                </a:moveTo>
                <a:lnTo>
                  <a:pt x="1838325" y="0"/>
                </a:lnTo>
                <a:cubicBezTo>
                  <a:pt x="1911972" y="0"/>
                  <a:pt x="1971675" y="59703"/>
                  <a:pt x="1971675" y="133350"/>
                </a:cubicBezTo>
                <a:lnTo>
                  <a:pt x="1971675" y="2524125"/>
                </a:lnTo>
                <a:cubicBezTo>
                  <a:pt x="1971675" y="2597772"/>
                  <a:pt x="1911972" y="2657475"/>
                  <a:pt x="1838325" y="2657475"/>
                </a:cubicBezTo>
                <a:lnTo>
                  <a:pt x="133350" y="2657475"/>
                </a:lnTo>
                <a:cubicBezTo>
                  <a:pt x="59703" y="2657475"/>
                  <a:pt x="0" y="2597772"/>
                  <a:pt x="0" y="25241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6F9FF"/>
          </a:solidFill>
          <a:ln xmlns:a="http://schemas.openxmlformats.org/drawingml/2006/main" w="20242">
            <a:solidFill>
              <a:srgbClr val="AFC9ED"/>
            </a:solidFill>
            <a:prstDash val="solid"/>
          </a:ln>
        </p:spPr>
      </p:sp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5698BE3-7C9A-44C3-952F-A46894F1FB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2ccdafd564292"/>
          <a:stretch xmlns:a="http://schemas.openxmlformats.org/drawingml/2006/main"/>
        </p:blipFill>
        <p:spPr>
          <a:xfrm xmlns:a="http://schemas.openxmlformats.org/drawingml/2006/main">
            <a:off x="742689" y="5404599"/>
            <a:ext cx="350606" cy="344113"/>
          </a:xfrm>
          <a:prstGeom xmlns:a="http://schemas.openxmlformats.org/drawingml/2006/main" prst="rect">
            <a:avLst/>
          </a:prstGeom>
        </p:spPr>
      </p:pic>
      <p:sp>
        <p:nvSpPr>
          <p:cNvPr id="109" name="Image Search label">
            <a:extLst xmlns:a="http://schemas.openxmlformats.org/drawingml/2006/main">
              <a:ext uri="{FF2B5EF4-FFF2-40B4-BE49-F238E27FC236}">
                <a16:creationId xmlns:a16="http://schemas.microsoft.com/office/drawing/2014/main" id="{EE409CB7-BFF7-4418-B823-53EEDC7B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835" y="5455204"/>
            <a:ext cx="2054557" cy="34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3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3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Image Search</a:t>
            </a:r>
          </a:p>
        </p:txBody>
      </p:sp>
      <p:pic>
        <p:nvPic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71AC11C-6141-4C73-8976-69915740D3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9b005caa4e57"/>
          <a:stretch xmlns:a="http://schemas.openxmlformats.org/drawingml/2006/main"/>
        </p:blipFill>
        <p:spPr>
          <a:xfrm xmlns:a="http://schemas.openxmlformats.org/drawingml/2006/main">
            <a:off x="3190150" y="5376055"/>
            <a:ext cx="414960" cy="421444"/>
          </a:xfrm>
          <a:prstGeom xmlns:a="http://schemas.openxmlformats.org/drawingml/2006/main" prst="rect">
            <a:avLst/>
          </a:prstGeom>
        </p:spPr>
      </p:pic>
      <p:sp>
        <p:nvSpPr>
          <p:cNvPr id="111" name="Image search URL">
            <a:extLst xmlns:a="http://schemas.openxmlformats.org/drawingml/2006/main">
              <a:ext uri="{FF2B5EF4-FFF2-40B4-BE49-F238E27FC236}">
                <a16:creationId xmlns:a16="http://schemas.microsoft.com/office/drawing/2014/main" id="{F1F492CF-1017-46CB-814F-A41C895E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568" y="5748712"/>
            <a:ext cx="2621332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1116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https://www.imgre.xiaomi ...</a:t>
            </a:r>
          </a:p>
        </p:txBody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DDB0857-F55C-4B29-B9A7-3D153BFF80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8bce2e5214806"/>
          <a:stretch xmlns:a="http://schemas.openxmlformats.org/drawingml/2006/main"/>
        </p:blipFill>
        <p:spPr>
          <a:xfrm xmlns:a="http://schemas.openxmlformats.org/drawingml/2006/main">
            <a:off x="872447" y="5973084"/>
            <a:ext cx="2327823" cy="1049160"/>
          </a:xfrm>
          <a:prstGeom xmlns:a="http://schemas.openxmlformats.org/drawingml/2006/main" prst="rect">
            <a:avLst/>
          </a:prstGeom>
        </p:spPr>
      </p:pic>
      <p:sp>
        <p:nvSpPr>
          <p:cNvPr id="113" name="Selected image border">
            <a:extLst xmlns:a="http://schemas.openxmlformats.org/drawingml/2006/main">
              <a:ext uri="{FF2B5EF4-FFF2-40B4-BE49-F238E27FC236}">
                <a16:creationId xmlns:a16="http://schemas.microsoft.com/office/drawing/2014/main" id="{FF59C6FB-CD53-41FC-906A-4E63F306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05" y="5941010"/>
            <a:ext cx="2378428" cy="1103186"/>
          </a:xfrm>
          <a:custGeom xmlns:a="http://schemas.openxmlformats.org/drawingml/2006/main">
            <a:pathLst>
              <a:path w="2238375" h="1038225">
                <a:moveTo>
                  <a:pt x="85725" y="0"/>
                </a:moveTo>
                <a:lnTo>
                  <a:pt x="2152650" y="0"/>
                </a:lnTo>
                <a:cubicBezTo>
                  <a:pt x="2199995" y="0"/>
                  <a:pt x="2238375" y="38380"/>
                  <a:pt x="2238375" y="85725"/>
                </a:cubicBezTo>
                <a:lnTo>
                  <a:pt x="2238375" y="952500"/>
                </a:lnTo>
                <a:cubicBezTo>
                  <a:pt x="2238375" y="999845"/>
                  <a:pt x="2199995" y="1038225"/>
                  <a:pt x="2152650" y="1038225"/>
                </a:cubicBezTo>
                <a:lnTo>
                  <a:pt x="85725" y="1038225"/>
                </a:lnTo>
                <a:cubicBezTo>
                  <a:pt x="38380" y="1038225"/>
                  <a:pt x="0" y="999845"/>
                  <a:pt x="0" y="9525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302">
            <a:solidFill>
              <a:srgbClr val="2B9A47"/>
            </a:solidFill>
            <a:prstDash val="solid"/>
          </a:ln>
        </p:spPr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7620BC7-4CCC-44AD-B6D8-B6CA1AE72B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2d41caf3e44fe"/>
          <a:stretch xmlns:a="http://schemas.openxmlformats.org/drawingml/2006/main"/>
        </p:blipFill>
        <p:spPr>
          <a:xfrm xmlns:a="http://schemas.openxmlformats.org/drawingml/2006/main">
            <a:off x="812254" y="7145406"/>
            <a:ext cx="1162846" cy="748952"/>
          </a:xfrm>
          <a:prstGeom xmlns:a="http://schemas.openxmlformats.org/drawingml/2006/main" prst="rect">
            <a:avLst/>
          </a:prstGeom>
        </p:spPr>
      </p:pic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D74B8E6-45DC-4ADB-B414-6B7FDEF3F6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530a333df4c60"/>
          <a:stretch xmlns:a="http://schemas.openxmlformats.org/drawingml/2006/main"/>
        </p:blipFill>
        <p:spPr>
          <a:xfrm xmlns:a="http://schemas.openxmlformats.org/drawingml/2006/main">
            <a:off x="2097085" y="7146211"/>
            <a:ext cx="1153791" cy="747342"/>
          </a:xfrm>
          <a:prstGeom xmlns:a="http://schemas.openxmlformats.org/drawingml/2006/main" prst="rect">
            <a:avLst/>
          </a:prstGeom>
        </p:spPr>
      </p:pic>
      <p:sp>
        <p:nvSpPr>
          <p:cNvPr id="116" name="Car alternatives dots">
            <a:extLst xmlns:a="http://schemas.openxmlformats.org/drawingml/2006/main">
              <a:ext uri="{FF2B5EF4-FFF2-40B4-BE49-F238E27FC236}">
                <a16:creationId xmlns:a16="http://schemas.microsoft.com/office/drawing/2014/main" id="{781C0550-5043-4372-9BF6-BE59C2A5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2448" y="7388309"/>
            <a:ext cx="253024" cy="311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0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0" i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53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...</a:t>
            </a:r>
          </a:p>
        </p:txBody>
      </p:sp>
      <p:sp>
        <p:nvSpPr>
          <p:cNvPr id="117" name="Thumbnail URL 1">
            <a:extLst xmlns:a="http://schemas.openxmlformats.org/drawingml/2006/main">
              <a:ext uri="{FF2B5EF4-FFF2-40B4-BE49-F238E27FC236}">
                <a16:creationId xmlns:a16="http://schemas.microsoft.com/office/drawing/2014/main" id="{4C0D55B4-A8C0-4214-A58B-75B98A4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964" y="7965205"/>
            <a:ext cx="1153791" cy="131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6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96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696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https://www.imgre ...</a:t>
            </a:r>
          </a:p>
        </p:txBody>
      </p:sp>
      <p:sp>
        <p:nvSpPr>
          <p:cNvPr id="118" name="Thumbnail URL 2">
            <a:extLst xmlns:a="http://schemas.openxmlformats.org/drawingml/2006/main">
              <a:ext uri="{FF2B5EF4-FFF2-40B4-BE49-F238E27FC236}">
                <a16:creationId xmlns:a16="http://schemas.microsoft.com/office/drawing/2014/main" id="{741F39D5-560C-441F-B39B-2BF02924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448" y="7965205"/>
            <a:ext cx="1153791" cy="131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6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96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defRPr>
            </a:pPr>
            <a:r>
              <a:rPr sz="696" b="0" i="0">
                <a:solidFill>
                  <a:srgbClr val="777777"/>
                </a:solidFill>
                <a:latin typeface="Courier New"/>
                <a:ea typeface="Courier New"/>
                <a:cs typeface="Courier New"/>
              </a:rPr>
              <a:t>https://www.imgre ...</a:t>
            </a:r>
          </a:p>
        </p:txBody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05B57E0-0039-458A-802D-2CE5FA765A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6f1846a7e45ed"/>
          <a:stretch xmlns:a="http://schemas.openxmlformats.org/drawingml/2006/main"/>
        </p:blipFill>
        <p:spPr>
          <a:xfrm xmlns:a="http://schemas.openxmlformats.org/drawingml/2006/main">
            <a:off x="3799981" y="5384357"/>
            <a:ext cx="338967" cy="384597"/>
          </a:xfrm>
          <a:prstGeom xmlns:a="http://schemas.openxmlformats.org/drawingml/2006/main" prst="rect">
            <a:avLst/>
          </a:prstGeom>
        </p:spPr>
      </p:pic>
      <p:sp>
        <p:nvSpPr>
          <p:cNvPr id="120" name="Web Search label">
            <a:extLst xmlns:a="http://schemas.openxmlformats.org/drawingml/2006/main">
              <a:ext uri="{FF2B5EF4-FFF2-40B4-BE49-F238E27FC236}">
                <a16:creationId xmlns:a16="http://schemas.microsoft.com/office/drawing/2014/main" id="{A24845FC-9ED2-410C-9964-AE695870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2610" y="5465325"/>
            <a:ext cx="1619355" cy="311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53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Web Search</a:t>
            </a:r>
          </a:p>
        </p:txBody>
      </p:sp>
      <p:pic>
        <p:nvPic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B0968B3-762B-4728-8BF9-BFEE9752E6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ef4f2303e4368"/>
          <a:stretch xmlns:a="http://schemas.openxmlformats.org/drawingml/2006/main"/>
        </p:blipFill>
        <p:spPr>
          <a:xfrm xmlns:a="http://schemas.openxmlformats.org/drawingml/2006/main">
            <a:off x="5416764" y="5414720"/>
            <a:ext cx="384597" cy="384597"/>
          </a:xfrm>
          <a:prstGeom xmlns:a="http://schemas.openxmlformats.org/drawingml/2006/main" prst="rect">
            <a:avLst/>
          </a:prstGeom>
        </p:spPr>
      </p:pic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D686F9A-699D-4E2C-892F-DF84AD477F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d8dfd1c57463b"/>
          <a:stretch xmlns:a="http://schemas.openxmlformats.org/drawingml/2006/main"/>
        </p:blipFill>
        <p:spPr>
          <a:xfrm xmlns:a="http://schemas.openxmlformats.org/drawingml/2006/main">
            <a:off x="3961570" y="5839801"/>
            <a:ext cx="1685750" cy="2236735"/>
          </a:xfrm>
          <a:prstGeom xmlns:a="http://schemas.openxmlformats.org/drawingml/2006/main" prst="rect">
            <a:avLst/>
          </a:prstGeom>
        </p:spPr>
      </p:pic>
      <p:sp>
        <p:nvSpPr>
          <p:cNvPr id="123" name="Reasoning tools panel">
            <a:extLst xmlns:a="http://schemas.openxmlformats.org/drawingml/2006/main">
              <a:ext uri="{FF2B5EF4-FFF2-40B4-BE49-F238E27FC236}">
                <a16:creationId xmlns:a16="http://schemas.microsoft.com/office/drawing/2014/main" id="{D0B64552-7464-4BDE-9B2B-8B031006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02" y="8329560"/>
            <a:ext cx="5242663" cy="1386573"/>
          </a:xfrm>
          <a:custGeom xmlns:a="http://schemas.openxmlformats.org/drawingml/2006/main">
            <a:pathLst>
              <a:path w="4933950" h="1304925">
                <a:moveTo>
                  <a:pt x="114300" y="0"/>
                </a:moveTo>
                <a:lnTo>
                  <a:pt x="4819650" y="0"/>
                </a:lnTo>
                <a:cubicBezTo>
                  <a:pt x="4882776" y="0"/>
                  <a:pt x="4933950" y="51174"/>
                  <a:pt x="4933950" y="114300"/>
                </a:cubicBezTo>
                <a:lnTo>
                  <a:pt x="4933950" y="1190625"/>
                </a:lnTo>
                <a:cubicBezTo>
                  <a:pt x="4933950" y="1253751"/>
                  <a:pt x="4882776" y="1304925"/>
                  <a:pt x="4819650" y="1304925"/>
                </a:cubicBezTo>
                <a:lnTo>
                  <a:pt x="114300" y="1304925"/>
                </a:lnTo>
                <a:cubicBezTo>
                  <a:pt x="51174" y="1304925"/>
                  <a:pt x="0" y="1253751"/>
                  <a:pt x="0" y="11906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6F9FF"/>
          </a:solidFill>
          <a:ln xmlns:a="http://schemas.openxmlformats.org/drawingml/2006/main" w="20242">
            <a:solidFill>
              <a:srgbClr val="AFC9ED"/>
            </a:solidFill>
            <a:prstDash val="dash"/>
          </a:ln>
        </p:spPr>
      </p:sp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1988A21-75D3-4479-AF9C-9B649618A3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427351f4c46fc"/>
          <a:stretch xmlns:a="http://schemas.openxmlformats.org/drawingml/2006/main"/>
        </p:blipFill>
        <p:spPr>
          <a:xfrm xmlns:a="http://schemas.openxmlformats.org/drawingml/2006/main">
            <a:off x="750996" y="8362119"/>
            <a:ext cx="344113" cy="370084"/>
          </a:xfrm>
          <a:prstGeom xmlns:a="http://schemas.openxmlformats.org/drawingml/2006/main" prst="rect">
            <a:avLst/>
          </a:prstGeom>
        </p:spPr>
      </p:pic>
      <p:sp>
        <p:nvSpPr>
          <p:cNvPr id="125" name="Reasoning tools label">
            <a:extLst xmlns:a="http://schemas.openxmlformats.org/drawingml/2006/main">
              <a:ext uri="{FF2B5EF4-FFF2-40B4-BE49-F238E27FC236}">
                <a16:creationId xmlns:a16="http://schemas.microsoft.com/office/drawing/2014/main" id="{69D8F39A-F6B7-4188-9E5C-A53F16FB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5714" y="8430769"/>
            <a:ext cx="3441130" cy="34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3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3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Reasoning Tools</a:t>
            </a:r>
          </a:p>
        </p:txBody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5C54083-DB51-4EC2-BE44-0A29DE7B91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57c7dc895489e"/>
          <a:stretch xmlns:a="http://schemas.openxmlformats.org/drawingml/2006/main"/>
        </p:blipFill>
        <p:spPr>
          <a:xfrm xmlns:a="http://schemas.openxmlformats.org/drawingml/2006/main">
            <a:off x="5254828" y="8359923"/>
            <a:ext cx="516170" cy="516170"/>
          </a:xfrm>
          <a:prstGeom xmlns:a="http://schemas.openxmlformats.org/drawingml/2006/main" prst="rect">
            <a:avLst/>
          </a:prstGeom>
        </p:spPr>
      </p:pic>
      <p:sp>
        <p:nvSpPr>
          <p:cNvPr id="127" name="Reasoning tool 1 frame">
            <a:extLst xmlns:a="http://schemas.openxmlformats.org/drawingml/2006/main">
              <a:ext uri="{FF2B5EF4-FFF2-40B4-BE49-F238E27FC236}">
                <a16:creationId xmlns:a16="http://schemas.microsoft.com/office/drawing/2014/main" id="{9472ED48-8A7D-40C1-B6DB-1BAF9177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117" y="8805245"/>
            <a:ext cx="1366331" cy="819799"/>
          </a:xfrm>
          <a:custGeom xmlns:a="http://schemas.openxmlformats.org/drawingml/2006/main">
            <a:pathLst>
              <a:path w="1285875" h="771525">
                <a:moveTo>
                  <a:pt x="76200" y="0"/>
                </a:moveTo>
                <a:lnTo>
                  <a:pt x="1209675" y="0"/>
                </a:lnTo>
                <a:cubicBezTo>
                  <a:pt x="1251759" y="0"/>
                  <a:pt x="1285875" y="34116"/>
                  <a:pt x="1285875" y="76200"/>
                </a:cubicBezTo>
                <a:lnTo>
                  <a:pt x="1285875" y="695325"/>
                </a:lnTo>
                <a:cubicBezTo>
                  <a:pt x="1285875" y="737409"/>
                  <a:pt x="1251759" y="771525"/>
                  <a:pt x="1209675" y="771525"/>
                </a:cubicBezTo>
                <a:lnTo>
                  <a:pt x="76200" y="771525"/>
                </a:lnTo>
                <a:cubicBezTo>
                  <a:pt x="34116" y="771525"/>
                  <a:pt x="0" y="737409"/>
                  <a:pt x="0" y="6953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242">
            <a:solidFill>
              <a:srgbClr val="CADCF8"/>
            </a:solidFill>
            <a:prstDash val="solid"/>
          </a:ln>
        </p:spPr>
      </p:sp>
      <p:sp>
        <p:nvSpPr>
          <p:cNvPr id="128" name="Reasoning tool 2 frame">
            <a:extLst xmlns:a="http://schemas.openxmlformats.org/drawingml/2006/main">
              <a:ext uri="{FF2B5EF4-FFF2-40B4-BE49-F238E27FC236}">
                <a16:creationId xmlns:a16="http://schemas.microsoft.com/office/drawing/2014/main" id="{3998BE32-54E2-46F6-9956-16F54A9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262" y="8805245"/>
            <a:ext cx="1366331" cy="819799"/>
          </a:xfrm>
          <a:custGeom xmlns:a="http://schemas.openxmlformats.org/drawingml/2006/main">
            <a:pathLst>
              <a:path w="1285875" h="771525">
                <a:moveTo>
                  <a:pt x="76200" y="0"/>
                </a:moveTo>
                <a:lnTo>
                  <a:pt x="1209675" y="0"/>
                </a:lnTo>
                <a:cubicBezTo>
                  <a:pt x="1251759" y="0"/>
                  <a:pt x="1285875" y="34116"/>
                  <a:pt x="1285875" y="76200"/>
                </a:cubicBezTo>
                <a:lnTo>
                  <a:pt x="1285875" y="695325"/>
                </a:lnTo>
                <a:cubicBezTo>
                  <a:pt x="1285875" y="737409"/>
                  <a:pt x="1251759" y="771525"/>
                  <a:pt x="1209675" y="771525"/>
                </a:cubicBezTo>
                <a:lnTo>
                  <a:pt x="76200" y="771525"/>
                </a:lnTo>
                <a:cubicBezTo>
                  <a:pt x="34116" y="771525"/>
                  <a:pt x="0" y="737409"/>
                  <a:pt x="0" y="6953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242">
            <a:solidFill>
              <a:srgbClr val="CADCF8"/>
            </a:solidFill>
            <a:prstDash val="solid"/>
          </a:ln>
        </p:spPr>
      </p:sp>
      <p:sp>
        <p:nvSpPr>
          <p:cNvPr id="129" name="Reasoning tool 3 frame">
            <a:extLst xmlns:a="http://schemas.openxmlformats.org/drawingml/2006/main">
              <a:ext uri="{FF2B5EF4-FFF2-40B4-BE49-F238E27FC236}">
                <a16:creationId xmlns:a16="http://schemas.microsoft.com/office/drawing/2014/main" id="{F06BB539-2A61-4AB3-986F-E26058BC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650" y="8805245"/>
            <a:ext cx="1356210" cy="819799"/>
          </a:xfrm>
          <a:custGeom xmlns:a="http://schemas.openxmlformats.org/drawingml/2006/main">
            <a:pathLst>
              <a:path w="1276350" h="771525">
                <a:moveTo>
                  <a:pt x="76200" y="0"/>
                </a:moveTo>
                <a:lnTo>
                  <a:pt x="1200150" y="0"/>
                </a:lnTo>
                <a:cubicBezTo>
                  <a:pt x="1242234" y="0"/>
                  <a:pt x="1276350" y="34116"/>
                  <a:pt x="1276350" y="76200"/>
                </a:cubicBezTo>
                <a:lnTo>
                  <a:pt x="1276350" y="695325"/>
                </a:lnTo>
                <a:cubicBezTo>
                  <a:pt x="1276350" y="737409"/>
                  <a:pt x="1242234" y="771525"/>
                  <a:pt x="1200150" y="771525"/>
                </a:cubicBezTo>
                <a:lnTo>
                  <a:pt x="76200" y="771525"/>
                </a:lnTo>
                <a:cubicBezTo>
                  <a:pt x="34116" y="771525"/>
                  <a:pt x="0" y="737409"/>
                  <a:pt x="0" y="6953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242">
            <a:solidFill>
              <a:srgbClr val="CADCF8"/>
            </a:solidFill>
            <a:prstDash val="solid"/>
          </a:ln>
        </p:spPr>
      </p:sp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299D5C4-1D4E-4EA2-9705-FF52EF9E5A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b8353bbe64842"/>
          <a:stretch xmlns:a="http://schemas.openxmlformats.org/drawingml/2006/main"/>
        </p:blipFill>
        <p:spPr>
          <a:xfrm xmlns:a="http://schemas.openxmlformats.org/drawingml/2006/main">
            <a:off x="1064746" y="8888433"/>
            <a:ext cx="748952" cy="663545"/>
          </a:xfrm>
          <a:prstGeom xmlns:a="http://schemas.openxmlformats.org/drawingml/2006/main" prst="rect">
            <a:avLst/>
          </a:prstGeom>
        </p:spPr>
      </p:pic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BC76509-2B3C-4F8F-A34F-E03BD90BB1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520c68e054ebc"/>
          <a:stretch xmlns:a="http://schemas.openxmlformats.org/drawingml/2006/main"/>
        </p:blipFill>
        <p:spPr>
          <a:xfrm xmlns:a="http://schemas.openxmlformats.org/drawingml/2006/main">
            <a:off x="2623375" y="8886213"/>
            <a:ext cx="678105" cy="678105"/>
          </a:xfrm>
          <a:prstGeom xmlns:a="http://schemas.openxmlformats.org/drawingml/2006/main" prst="rect">
            <a:avLst/>
          </a:prstGeom>
        </p:spPr>
      </p:pic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A07A172-E5B0-4F77-8FF4-E2880477CA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a284b1dca4bac"/>
          <a:stretch xmlns:a="http://schemas.openxmlformats.org/drawingml/2006/main"/>
        </p:blipFill>
        <p:spPr>
          <a:xfrm xmlns:a="http://schemas.openxmlformats.org/drawingml/2006/main">
            <a:off x="4151642" y="8887431"/>
            <a:ext cx="708468" cy="675669"/>
          </a:xfrm>
          <a:prstGeom xmlns:a="http://schemas.openxmlformats.org/drawingml/2006/main" prst="rect">
            <a:avLst/>
          </a:prstGeom>
        </p:spPr>
      </p:pic>
      <p:sp>
        <p:nvSpPr>
          <p:cNvPr id="133" name="Other reasoning tools ellipsis">
            <a:extLst xmlns:a="http://schemas.openxmlformats.org/drawingml/2006/main">
              <a:ext uri="{FF2B5EF4-FFF2-40B4-BE49-F238E27FC236}">
                <a16:creationId xmlns:a16="http://schemas.microsoft.com/office/drawing/2014/main" id="{54311F89-BD39-4AD7-B760-B1D74B73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5917" y="9027907"/>
            <a:ext cx="506049" cy="297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4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4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......</a:t>
            </a:r>
          </a:p>
        </p:txBody>
      </p:sp>
      <p:sp>
        <p:nvSpPr>
          <p:cNvPr id="134" name="Invoked tool legend sample">
            <a:extLst xmlns:a="http://schemas.openxmlformats.org/drawingml/2006/main">
              <a:ext uri="{FF2B5EF4-FFF2-40B4-BE49-F238E27FC236}">
                <a16:creationId xmlns:a16="http://schemas.microsoft.com/office/drawing/2014/main" id="{43537C36-C65F-44B6-8FD6-18E1045C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802" y="9817342"/>
            <a:ext cx="435202" cy="222661"/>
          </a:xfrm>
          <a:custGeom xmlns:a="http://schemas.openxmlformats.org/drawingml/2006/main">
            <a:pathLst>
              <a:path w="409575" h="209550">
                <a:moveTo>
                  <a:pt x="57150" y="0"/>
                </a:moveTo>
                <a:lnTo>
                  <a:pt x="352425" y="0"/>
                </a:lnTo>
                <a:cubicBezTo>
                  <a:pt x="383988" y="0"/>
                  <a:pt x="409575" y="25587"/>
                  <a:pt x="409575" y="57150"/>
                </a:cubicBezTo>
                <a:lnTo>
                  <a:pt x="409575" y="152400"/>
                </a:lnTo>
                <a:cubicBezTo>
                  <a:pt x="409575" y="183963"/>
                  <a:pt x="383988" y="209550"/>
                  <a:pt x="352425" y="209550"/>
                </a:cubicBezTo>
                <a:lnTo>
                  <a:pt x="57150" y="209550"/>
                </a:lnTo>
                <a:cubicBezTo>
                  <a:pt x="25587" y="209550"/>
                  <a:pt x="0" y="183963"/>
                  <a:pt x="0" y="1524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6F9FF"/>
          </a:solidFill>
          <a:ln xmlns:a="http://schemas.openxmlformats.org/drawingml/2006/main" w="20242">
            <a:solidFill>
              <a:srgbClr val="AFC9ED"/>
            </a:solidFill>
            <a:prstDash val="solid"/>
          </a:ln>
        </p:spPr>
      </p:sp>
      <p:sp>
        <p:nvSpPr>
          <p:cNvPr id="135" name="Uninvoked tool legend sample">
            <a:extLst xmlns:a="http://schemas.openxmlformats.org/drawingml/2006/main">
              <a:ext uri="{FF2B5EF4-FFF2-40B4-BE49-F238E27FC236}">
                <a16:creationId xmlns:a16="http://schemas.microsoft.com/office/drawing/2014/main" id="{127ADC19-DF02-4799-B2EA-F856C119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779" y="9817342"/>
            <a:ext cx="455444" cy="222661"/>
          </a:xfrm>
          <a:custGeom xmlns:a="http://schemas.openxmlformats.org/drawingml/2006/main">
            <a:pathLst>
              <a:path w="428625" h="209550">
                <a:moveTo>
                  <a:pt x="57150" y="0"/>
                </a:moveTo>
                <a:lnTo>
                  <a:pt x="371475" y="0"/>
                </a:lnTo>
                <a:cubicBezTo>
                  <a:pt x="403038" y="0"/>
                  <a:pt x="428625" y="25587"/>
                  <a:pt x="428625" y="57150"/>
                </a:cubicBezTo>
                <a:lnTo>
                  <a:pt x="428625" y="152400"/>
                </a:lnTo>
                <a:cubicBezTo>
                  <a:pt x="428625" y="183963"/>
                  <a:pt x="403038" y="209550"/>
                  <a:pt x="371475" y="209550"/>
                </a:cubicBezTo>
                <a:lnTo>
                  <a:pt x="57150" y="209550"/>
                </a:lnTo>
                <a:cubicBezTo>
                  <a:pt x="25587" y="209550"/>
                  <a:pt x="0" y="183963"/>
                  <a:pt x="0" y="1524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6F9FF"/>
          </a:solidFill>
          <a:ln xmlns:a="http://schemas.openxmlformats.org/drawingml/2006/main" w="20242">
            <a:solidFill>
              <a:srgbClr val="AFC9ED"/>
            </a:solidFill>
            <a:prstDash val="dash"/>
          </a:ln>
        </p:spPr>
      </p:sp>
      <p:sp>
        <p:nvSpPr>
          <p:cNvPr id="136" name="Invoked tool legend">
            <a:extLst xmlns:a="http://schemas.openxmlformats.org/drawingml/2006/main">
              <a:ext uri="{FF2B5EF4-FFF2-40B4-BE49-F238E27FC236}">
                <a16:creationId xmlns:a16="http://schemas.microsoft.com/office/drawing/2014/main" id="{E8BD832C-CA9C-4675-9C61-47BD511B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3819" y="9867947"/>
            <a:ext cx="1659839" cy="22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Invoked Tools</a:t>
            </a:r>
          </a:p>
        </p:txBody>
      </p:sp>
      <p:sp>
        <p:nvSpPr>
          <p:cNvPr id="137" name="Uninvoked tool legend">
            <a:extLst xmlns:a="http://schemas.openxmlformats.org/drawingml/2006/main">
              <a:ext uri="{FF2B5EF4-FFF2-40B4-BE49-F238E27FC236}">
                <a16:creationId xmlns:a16="http://schemas.microsoft.com/office/drawing/2014/main" id="{BD7BCEA2-3EB4-4E9A-8DF1-B1AF2F2B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0795" y="9867947"/>
            <a:ext cx="1761049" cy="22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Uninvoked Tools</a:t>
            </a:r>
          </a:p>
        </p:txBody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4C56162-48B5-4FA3-A30A-E1A5C0AFA2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38379cede4c12"/>
          <a:stretch xmlns:a="http://schemas.openxmlformats.org/drawingml/2006/main"/>
        </p:blipFill>
        <p:spPr>
          <a:xfrm xmlns:a="http://schemas.openxmlformats.org/drawingml/2006/main">
            <a:off x="1115351" y="10395737"/>
            <a:ext cx="354234" cy="341114"/>
          </a:xfrm>
          <a:prstGeom xmlns:a="http://schemas.openxmlformats.org/drawingml/2006/main" prst="rect">
            <a:avLst/>
          </a:prstGeom>
        </p:spPr>
      </p:pic>
      <p:sp>
        <p:nvSpPr>
          <p:cNvPr id="139" name="Structured Plan title">
            <a:extLst xmlns:a="http://schemas.openxmlformats.org/drawingml/2006/main">
              <a:ext uri="{FF2B5EF4-FFF2-40B4-BE49-F238E27FC236}">
                <a16:creationId xmlns:a16="http://schemas.microsoft.com/office/drawing/2014/main" id="{223FF4C7-D2A0-4ECE-9836-0B028B72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1157" y="10444843"/>
            <a:ext cx="3036291" cy="396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31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31" b="1" i="0">
                <a:solidFill>
                  <a:srgbClr val="1E31A1"/>
                </a:solidFill>
                <a:latin typeface="Calibri"/>
                <a:ea typeface="Calibri"/>
                <a:cs typeface="Calibri"/>
              </a:defRPr>
            </a:pPr>
            <a:r>
              <a:rPr sz="2231" b="1" i="0">
                <a:solidFill>
                  <a:srgbClr val="1E31A1"/>
                </a:solidFill>
                <a:latin typeface="Calibri"/>
                <a:ea typeface="Calibri"/>
                <a:cs typeface="Calibri"/>
              </a:rPr>
              <a:t>Structured Plan</a:t>
            </a:r>
          </a:p>
        </p:txBody>
      </p:sp>
      <p:sp>
        <p:nvSpPr>
          <p:cNvPr id="140" name="Structured plan JSON white box">
            <a:extLst xmlns:a="http://schemas.openxmlformats.org/drawingml/2006/main">
              <a:ext uri="{FF2B5EF4-FFF2-40B4-BE49-F238E27FC236}">
                <a16:creationId xmlns:a16="http://schemas.microsoft.com/office/drawing/2014/main" id="{789B9601-1ECA-4F74-AEDA-1FDCB01F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23" y="10849682"/>
            <a:ext cx="3431009" cy="1690202"/>
          </a:xfrm>
          <a:custGeom xmlns:a="http://schemas.openxmlformats.org/drawingml/2006/main">
            <a:pathLst>
              <a:path w="3228975" h="1590675">
                <a:moveTo>
                  <a:pt x="152400" y="0"/>
                </a:moveTo>
                <a:lnTo>
                  <a:pt x="3076575" y="0"/>
                </a:lnTo>
                <a:cubicBezTo>
                  <a:pt x="3160743" y="0"/>
                  <a:pt x="3228975" y="68232"/>
                  <a:pt x="3228975" y="152400"/>
                </a:cubicBezTo>
                <a:lnTo>
                  <a:pt x="3228975" y="1438275"/>
                </a:lnTo>
                <a:cubicBezTo>
                  <a:pt x="3228975" y="1522443"/>
                  <a:pt x="3160743" y="1590675"/>
                  <a:pt x="3076575" y="1590675"/>
                </a:cubicBezTo>
                <a:lnTo>
                  <a:pt x="152400" y="1590675"/>
                </a:lnTo>
                <a:cubicBezTo>
                  <a:pt x="68232" y="1590675"/>
                  <a:pt x="0" y="1522443"/>
                  <a:pt x="0" y="143827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242">
            <a:solidFill>
              <a:srgbClr val="CADCF8"/>
            </a:solidFill>
            <a:prstDash val="solid"/>
          </a:ln>
        </p:spPr>
      </p:sp>
      <p:sp>
        <p:nvSpPr>
          <p:cNvPr id="141" name="Structured plan JSON line 1">
            <a:extLst xmlns:a="http://schemas.openxmlformats.org/drawingml/2006/main">
              <a:ext uri="{FF2B5EF4-FFF2-40B4-BE49-F238E27FC236}">
                <a16:creationId xmlns:a16="http://schemas.microsoft.com/office/drawing/2014/main" id="{33D64745-4887-41C8-B68B-65B61288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746" y="10950891"/>
            <a:ext cx="3097017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{"title": "Structured Understanding",</a:t>
            </a:r>
          </a:p>
        </p:txBody>
      </p:sp>
      <p:sp>
        <p:nvSpPr>
          <p:cNvPr id="142" name="Structured plan JSON line 2">
            <a:extLst xmlns:a="http://schemas.openxmlformats.org/drawingml/2006/main">
              <a:ext uri="{FF2B5EF4-FFF2-40B4-BE49-F238E27FC236}">
                <a16:creationId xmlns:a16="http://schemas.microsoft.com/office/drawing/2014/main" id="{B24CA90F-ACCF-4087-A30C-7F2FB7D3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746" y="11122948"/>
            <a:ext cx="3097017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"attributes": {</a:t>
            </a:r>
          </a:p>
        </p:txBody>
      </p:sp>
      <p:sp>
        <p:nvSpPr>
          <p:cNvPr id="143" name="Structured plan JSON line 3">
            <a:extLst xmlns:a="http://schemas.openxmlformats.org/drawingml/2006/main">
              <a:ext uri="{FF2B5EF4-FFF2-40B4-BE49-F238E27FC236}">
                <a16:creationId xmlns:a16="http://schemas.microsoft.com/office/drawing/2014/main" id="{EAA3269C-4B55-4CB2-8AB5-C99EB4F5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746" y="11295004"/>
            <a:ext cx="3097017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"Key objects": [</a:t>
            </a:r>
          </a:p>
        </p:txBody>
      </p:sp>
      <p:sp>
        <p:nvSpPr>
          <p:cNvPr id="144" name="Structured plan JSON line 4">
            <a:extLst xmlns:a="http://schemas.openxmlformats.org/drawingml/2006/main">
              <a:ext uri="{FF2B5EF4-FFF2-40B4-BE49-F238E27FC236}">
                <a16:creationId xmlns:a16="http://schemas.microsoft.com/office/drawing/2014/main" id="{7548CC75-7CF2-4742-9D03-0EF9D1AE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746" y="11467061"/>
            <a:ext cx="3097017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  "mountains",</a:t>
            </a:r>
          </a:p>
        </p:txBody>
      </p:sp>
      <p:sp>
        <p:nvSpPr>
          <p:cNvPr id="145" name="Structured plan JSON line 5">
            <a:extLst xmlns:a="http://schemas.openxmlformats.org/drawingml/2006/main">
              <a:ext uri="{FF2B5EF4-FFF2-40B4-BE49-F238E27FC236}">
                <a16:creationId xmlns:a16="http://schemas.microsoft.com/office/drawing/2014/main" id="{6DC35E40-AF39-43DD-BA3A-00CB76A7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746" y="11639117"/>
            <a:ext cx="3097017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  "train",</a:t>
            </a:r>
          </a:p>
        </p:txBody>
      </p:sp>
      <p:sp>
        <p:nvSpPr>
          <p:cNvPr id="146" name="Structured plan JSON line 6">
            <a:extLst xmlns:a="http://schemas.openxmlformats.org/drawingml/2006/main">
              <a:ext uri="{FF2B5EF4-FFF2-40B4-BE49-F238E27FC236}">
                <a16:creationId xmlns:a16="http://schemas.microsoft.com/office/drawing/2014/main" id="{F19B7656-7E27-4581-9044-8ECD3960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746" y="11811174"/>
            <a:ext cx="3097017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  "lake",</a:t>
            </a:r>
          </a:p>
        </p:txBody>
      </p:sp>
      <p:sp>
        <p:nvSpPr>
          <p:cNvPr id="147" name="Structured plan JSON line 7">
            <a:extLst xmlns:a="http://schemas.openxmlformats.org/drawingml/2006/main">
              <a:ext uri="{FF2B5EF4-FFF2-40B4-BE49-F238E27FC236}">
                <a16:creationId xmlns:a16="http://schemas.microsoft.com/office/drawing/2014/main" id="{59237A06-506F-46AD-89AE-907BCAD1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746" y="11983230"/>
            <a:ext cx="3097017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  "..."</a:t>
            </a:r>
          </a:p>
        </p:txBody>
      </p:sp>
      <p:sp>
        <p:nvSpPr>
          <p:cNvPr id="148" name="Structured plan JSON line 8">
            <a:extLst xmlns:a="http://schemas.openxmlformats.org/drawingml/2006/main">
              <a:ext uri="{FF2B5EF4-FFF2-40B4-BE49-F238E27FC236}">
                <a16:creationId xmlns:a16="http://schemas.microsoft.com/office/drawing/2014/main" id="{34674CAB-716A-47EB-AC29-582792BC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746" y="12155287"/>
            <a:ext cx="3097017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],</a:t>
            </a:r>
          </a:p>
        </p:txBody>
      </p:sp>
      <p:sp>
        <p:nvSpPr>
          <p:cNvPr id="149" name="Structured plan JSON line 9">
            <a:extLst xmlns:a="http://schemas.openxmlformats.org/drawingml/2006/main">
              <a:ext uri="{FF2B5EF4-FFF2-40B4-BE49-F238E27FC236}">
                <a16:creationId xmlns:a16="http://schemas.microsoft.com/office/drawing/2014/main" id="{2D6C3721-ACCA-43D2-9C50-FF676226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746" y="12327343"/>
            <a:ext cx="3097017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16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"Layout": ......</a:t>
            </a:r>
          </a:p>
        </p:txBody>
      </p:sp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5D4965D-8812-4D33-9C9A-07A2C8E5EE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8aa4cb63b4743"/>
          <a:stretch xmlns:a="http://schemas.openxmlformats.org/drawingml/2006/main"/>
        </p:blipFill>
        <p:spPr>
          <a:xfrm xmlns:a="http://schemas.openxmlformats.org/drawingml/2006/main">
            <a:off x="4447058" y="10596657"/>
            <a:ext cx="1797717" cy="1993831"/>
          </a:xfrm>
          <a:prstGeom xmlns:a="http://schemas.openxmlformats.org/drawingml/2006/main" prst="rect">
            <a:avLst/>
          </a:prstGeom>
        </p:spPr>
      </p:pic>
      <p:sp>
        <p:nvSpPr>
          <p:cNvPr id="151" name="Prompt to intent shaft">
            <a:extLst xmlns:a="http://schemas.openxmlformats.org/drawingml/2006/main">
              <a:ext uri="{FF2B5EF4-FFF2-40B4-BE49-F238E27FC236}">
                <a16:creationId xmlns:a16="http://schemas.microsoft.com/office/drawing/2014/main" id="{8E67C04B-6D7A-4038-958B-A2815009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755" y="3218469"/>
            <a:ext cx="191" cy="222661"/>
          </a:xfrm>
          <a:custGeom xmlns:a="http://schemas.openxmlformats.org/drawingml/2006/main">
            <a:pathLst>
              <a:path w="191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5452AF"/>
            </a:solidFill>
            <a:prstDash val="solid"/>
          </a:ln>
        </p:spPr>
      </p:sp>
      <p:sp>
        <p:nvSpPr>
          <p:cNvPr id="152" name="Prompt to intent arrowhead">
            <a:extLst xmlns:a="http://schemas.openxmlformats.org/drawingml/2006/main">
              <a:ext uri="{FF2B5EF4-FFF2-40B4-BE49-F238E27FC236}">
                <a16:creationId xmlns:a16="http://schemas.microsoft.com/office/drawing/2014/main" id="{2CDAA81F-E935-42A2-ACEE-D69CAD1B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390" y="3309558"/>
            <a:ext cx="144730" cy="131573"/>
          </a:xfrm>
          <a:custGeom xmlns:a="http://schemas.openxmlformats.org/drawingml/2006/main">
            <a:pathLst>
              <a:path w="136207" h="123825">
                <a:moveTo>
                  <a:pt x="68104" y="123825"/>
                </a:moveTo>
                <a:lnTo>
                  <a:pt x="1362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52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Intent to tools shaft">
            <a:extLst xmlns:a="http://schemas.openxmlformats.org/drawingml/2006/main">
              <a:ext uri="{FF2B5EF4-FFF2-40B4-BE49-F238E27FC236}">
                <a16:creationId xmlns:a16="http://schemas.microsoft.com/office/drawing/2014/main" id="{360C031C-ED95-4302-A047-3FD97247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755" y="4605042"/>
            <a:ext cx="191" cy="222661"/>
          </a:xfrm>
          <a:custGeom xmlns:a="http://schemas.openxmlformats.org/drawingml/2006/main">
            <a:pathLst>
              <a:path w="191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5452AF"/>
            </a:solidFill>
            <a:prstDash val="solid"/>
          </a:ln>
        </p:spPr>
      </p:sp>
      <p:sp>
        <p:nvSpPr>
          <p:cNvPr id="154" name="Intent to tools arrowhead">
            <a:extLst xmlns:a="http://schemas.openxmlformats.org/drawingml/2006/main">
              <a:ext uri="{FF2B5EF4-FFF2-40B4-BE49-F238E27FC236}">
                <a16:creationId xmlns:a16="http://schemas.microsoft.com/office/drawing/2014/main" id="{704D1724-60B7-474C-BCA5-3DE5371D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390" y="4696131"/>
            <a:ext cx="144730" cy="131573"/>
          </a:xfrm>
          <a:custGeom xmlns:a="http://schemas.openxmlformats.org/drawingml/2006/main">
            <a:pathLst>
              <a:path w="136207" h="123825">
                <a:moveTo>
                  <a:pt x="68104" y="123825"/>
                </a:moveTo>
                <a:lnTo>
                  <a:pt x="1362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52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Tools to structured plan shaft">
            <a:extLst xmlns:a="http://schemas.openxmlformats.org/drawingml/2006/main">
              <a:ext uri="{FF2B5EF4-FFF2-40B4-BE49-F238E27FC236}">
                <a16:creationId xmlns:a16="http://schemas.microsoft.com/office/drawing/2014/main" id="{BFE6139A-3ACE-4FEC-A676-1C57D124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755" y="10141214"/>
            <a:ext cx="191" cy="222661"/>
          </a:xfrm>
          <a:custGeom xmlns:a="http://schemas.openxmlformats.org/drawingml/2006/main">
            <a:pathLst>
              <a:path w="191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5452AF"/>
            </a:solidFill>
            <a:prstDash val="solid"/>
          </a:ln>
        </p:spPr>
      </p:sp>
      <p:sp>
        <p:nvSpPr>
          <p:cNvPr id="156" name="Tools to structured plan arrowhead">
            <a:extLst xmlns:a="http://schemas.openxmlformats.org/drawingml/2006/main">
              <a:ext uri="{FF2B5EF4-FFF2-40B4-BE49-F238E27FC236}">
                <a16:creationId xmlns:a16="http://schemas.microsoft.com/office/drawing/2014/main" id="{ADE16A8C-8EE5-4590-A6EB-74B95A21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390" y="10232302"/>
            <a:ext cx="144730" cy="131573"/>
          </a:xfrm>
          <a:custGeom xmlns:a="http://schemas.openxmlformats.org/drawingml/2006/main">
            <a:pathLst>
              <a:path w="136207" h="123825">
                <a:moveTo>
                  <a:pt x="68104" y="123825"/>
                </a:moveTo>
                <a:lnTo>
                  <a:pt x="1362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52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Structured plan stage 2 pill">
            <a:extLst xmlns:a="http://schemas.openxmlformats.org/drawingml/2006/main">
              <a:ext uri="{FF2B5EF4-FFF2-40B4-BE49-F238E27FC236}">
                <a16:creationId xmlns:a16="http://schemas.microsoft.com/office/drawing/2014/main" id="{B3835213-D104-4133-9E4B-F58E1303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193" y="1244880"/>
            <a:ext cx="5323631" cy="597137"/>
          </a:xfrm>
          <a:custGeom xmlns:a="http://schemas.openxmlformats.org/drawingml/2006/main">
            <a:pathLst>
              <a:path w="5010150" h="561975">
                <a:moveTo>
                  <a:pt x="276225" y="0"/>
                </a:moveTo>
                <a:lnTo>
                  <a:pt x="4733925" y="0"/>
                </a:lnTo>
                <a:cubicBezTo>
                  <a:pt x="4886480" y="0"/>
                  <a:pt x="5010150" y="123670"/>
                  <a:pt x="5010150" y="276225"/>
                </a:cubicBezTo>
                <a:lnTo>
                  <a:pt x="5010150" y="285750"/>
                </a:lnTo>
                <a:cubicBezTo>
                  <a:pt x="5010150" y="438305"/>
                  <a:pt x="4886480" y="561975"/>
                  <a:pt x="4733925" y="561975"/>
                </a:cubicBezTo>
                <a:lnTo>
                  <a:pt x="276225" y="561975"/>
                </a:lnTo>
                <a:cubicBezTo>
                  <a:pt x="123670" y="561975"/>
                  <a:pt x="0" y="438305"/>
                  <a:pt x="0" y="285750"/>
                </a:cubicBezTo>
                <a:lnTo>
                  <a:pt x="0" y="276225"/>
                </a:lnTo>
                <a:cubicBezTo>
                  <a:pt x="0" y="123670"/>
                  <a:pt x="123670" y="0"/>
                  <a:pt x="2762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302">
            <a:solidFill>
              <a:srgbClr val="A9D2D8"/>
            </a:solidFill>
            <a:prstDash val="solid"/>
          </a:ln>
        </p:spPr>
      </p:sp>
      <p:pic>
        <p:nvPic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7E741ED-7DE5-489E-8235-C9893E412F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b09aaa8ae46c3"/>
          <a:stretch xmlns:a="http://schemas.openxmlformats.org/drawingml/2006/main"/>
        </p:blipFill>
        <p:spPr>
          <a:xfrm xmlns:a="http://schemas.openxmlformats.org/drawingml/2006/main">
            <a:off x="10871967" y="1318618"/>
            <a:ext cx="364355" cy="429418"/>
          </a:xfrm>
          <a:prstGeom xmlns:a="http://schemas.openxmlformats.org/drawingml/2006/main" prst="rect">
            <a:avLst/>
          </a:prstGeom>
        </p:spPr>
      </p:pic>
      <p:sp>
        <p:nvSpPr>
          <p:cNvPr id="159" name="Structured Plan stage 2 label">
            <a:extLst xmlns:a="http://schemas.openxmlformats.org/drawingml/2006/main">
              <a:ext uri="{FF2B5EF4-FFF2-40B4-BE49-F238E27FC236}">
                <a16:creationId xmlns:a16="http://schemas.microsoft.com/office/drawing/2014/main" id="{A5011649-72D7-49D6-843D-21AB9E2D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8016" y="1386573"/>
            <a:ext cx="4291292" cy="368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2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2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2072" b="1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Structured Plan (From Stage 1)</a:t>
            </a:r>
          </a:p>
        </p:txBody>
      </p:sp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61605C3-0A68-4D0B-A8D8-C9D2D58F3A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0237cb741408d"/>
          <a:stretch xmlns:a="http://schemas.openxmlformats.org/drawingml/2006/main"/>
        </p:blipFill>
        <p:spPr>
          <a:xfrm xmlns:a="http://schemas.openxmlformats.org/drawingml/2006/main">
            <a:off x="17187454" y="658442"/>
            <a:ext cx="1315726" cy="1243721"/>
          </a:xfrm>
          <a:prstGeom xmlns:a="http://schemas.openxmlformats.org/drawingml/2006/main" prst="rect">
            <a:avLst/>
          </a:prstGeom>
        </p:spPr>
      </p:pic>
      <p:sp>
        <p:nvSpPr>
          <p:cNvPr id="161" name="Scene Composition prompt card">
            <a:extLst xmlns:a="http://schemas.openxmlformats.org/drawingml/2006/main">
              <a:ext uri="{FF2B5EF4-FFF2-40B4-BE49-F238E27FC236}">
                <a16:creationId xmlns:a16="http://schemas.microsoft.com/office/drawing/2014/main" id="{12536FB6-E431-4083-83F9-60DABE7D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063" y="1963468"/>
            <a:ext cx="2884477" cy="819799"/>
          </a:xfrm>
          <a:custGeom xmlns:a="http://schemas.openxmlformats.org/drawingml/2006/main">
            <a:pathLst>
              <a:path w="2714625" h="771525">
                <a:moveTo>
                  <a:pt x="95250" y="0"/>
                </a:moveTo>
                <a:lnTo>
                  <a:pt x="2619375" y="0"/>
                </a:lnTo>
                <a:cubicBezTo>
                  <a:pt x="2671980" y="0"/>
                  <a:pt x="2714625" y="42645"/>
                  <a:pt x="2714625" y="95250"/>
                </a:cubicBezTo>
                <a:lnTo>
                  <a:pt x="2714625" y="676275"/>
                </a:lnTo>
                <a:cubicBezTo>
                  <a:pt x="2714625" y="728880"/>
                  <a:pt x="2671980" y="771525"/>
                  <a:pt x="2619375" y="771525"/>
                </a:cubicBezTo>
                <a:lnTo>
                  <a:pt x="95250" y="771525"/>
                </a:lnTo>
                <a:cubicBezTo>
                  <a:pt x="42645" y="771525"/>
                  <a:pt x="0" y="728880"/>
                  <a:pt x="0" y="676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302">
            <a:solidFill>
              <a:srgbClr val="D8EBEF"/>
            </a:solidFill>
            <a:prstDash val="solid"/>
          </a:ln>
        </p:spPr>
      </p:sp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89A7C7B-8718-42BA-9FF6-669AED584C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407d88d3f4443"/>
          <a:stretch xmlns:a="http://schemas.openxmlformats.org/drawingml/2006/main"/>
        </p:blipFill>
        <p:spPr>
          <a:xfrm xmlns:a="http://schemas.openxmlformats.org/drawingml/2006/main">
            <a:off x="6976423" y="2176009"/>
            <a:ext cx="443264" cy="384597"/>
          </a:xfrm>
          <a:prstGeom xmlns:a="http://schemas.openxmlformats.org/drawingml/2006/main" prst="rect">
            <a:avLst/>
          </a:prstGeom>
        </p:spPr>
      </p:pic>
      <p:sp>
        <p:nvSpPr>
          <p:cNvPr id="163" name="Scene Composition prompt content line 1">
            <a:extLst xmlns:a="http://schemas.openxmlformats.org/drawingml/2006/main">
              <a:ext uri="{FF2B5EF4-FFF2-40B4-BE49-F238E27FC236}">
                <a16:creationId xmlns:a16="http://schemas.microsoft.com/office/drawing/2014/main" id="{86316F71-D292-408E-9109-FC7F5FB0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1442" y="2044436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Generate an image set in a room,</a:t>
            </a:r>
          </a:p>
        </p:txBody>
      </p:sp>
      <p:sp>
        <p:nvSpPr>
          <p:cNvPr id="164" name="Scene Composition prompt content line 2">
            <a:extLst xmlns:a="http://schemas.openxmlformats.org/drawingml/2006/main">
              <a:ext uri="{FF2B5EF4-FFF2-40B4-BE49-F238E27FC236}">
                <a16:creationId xmlns:a16="http://schemas.microsoft.com/office/drawing/2014/main" id="{7C2879A2-374D-4182-B67C-61E85ABF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1442" y="2216493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featuring three blue balloons</a:t>
            </a:r>
          </a:p>
        </p:txBody>
      </p:sp>
      <p:sp>
        <p:nvSpPr>
          <p:cNvPr id="165" name="Scene Composition prompt content line 3">
            <a:extLst xmlns:a="http://schemas.openxmlformats.org/drawingml/2006/main">
              <a:ext uri="{FF2B5EF4-FFF2-40B4-BE49-F238E27FC236}">
                <a16:creationId xmlns:a16="http://schemas.microsoft.com/office/drawing/2014/main" id="{103ECFD2-45EB-4BE8-AAC1-BFE77126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1442" y="2388549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and one green balloon ... a</a:t>
            </a:r>
          </a:p>
        </p:txBody>
      </p:sp>
      <p:sp>
        <p:nvSpPr>
          <p:cNvPr id="166" name="Scene Composition prompt content line 4">
            <a:extLst xmlns:a="http://schemas.openxmlformats.org/drawingml/2006/main">
              <a:ext uri="{FF2B5EF4-FFF2-40B4-BE49-F238E27FC236}">
                <a16:creationId xmlns:a16="http://schemas.microsoft.com/office/drawing/2014/main" id="{52469DA7-2B06-4976-BE85-7A6C01F2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1442" y="2560606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translucent window ...</a:t>
            </a:r>
          </a:p>
        </p:txBody>
      </p:sp>
      <p:sp>
        <p:nvSpPr>
          <p:cNvPr id="167" name="Scene Composition prompt to module shaft">
            <a:extLst xmlns:a="http://schemas.openxmlformats.org/drawingml/2006/main">
              <a:ext uri="{FF2B5EF4-FFF2-40B4-BE49-F238E27FC236}">
                <a16:creationId xmlns:a16="http://schemas.microsoft.com/office/drawing/2014/main" id="{D83A3E1B-7360-4F50-8E3F-7FB422CB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362" y="2803509"/>
            <a:ext cx="191" cy="151815"/>
          </a:xfrm>
          <a:custGeom xmlns:a="http://schemas.openxmlformats.org/drawingml/2006/main">
            <a:pathLst>
              <a:path w="191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247F88"/>
            </a:solidFill>
            <a:prstDash val="solid"/>
          </a:ln>
        </p:spPr>
      </p:sp>
      <p:sp>
        <p:nvSpPr>
          <p:cNvPr id="168" name="Scene Composition prompt to module arrowhead">
            <a:extLst xmlns:a="http://schemas.openxmlformats.org/drawingml/2006/main">
              <a:ext uri="{FF2B5EF4-FFF2-40B4-BE49-F238E27FC236}">
                <a16:creationId xmlns:a16="http://schemas.microsoft.com/office/drawing/2014/main" id="{D2777374-779E-4B69-8154-B2D65103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563" y="2833872"/>
            <a:ext cx="133597" cy="121452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Scene Composition module box">
            <a:extLst xmlns:a="http://schemas.openxmlformats.org/drawingml/2006/main">
              <a:ext uri="{FF2B5EF4-FFF2-40B4-BE49-F238E27FC236}">
                <a16:creationId xmlns:a16="http://schemas.microsoft.com/office/drawing/2014/main" id="{C34321D3-7521-4982-8D31-36EE7677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063" y="2975566"/>
            <a:ext cx="2884477" cy="738831"/>
          </a:xfrm>
          <a:custGeom xmlns:a="http://schemas.openxmlformats.org/drawingml/2006/main">
            <a:pathLst>
              <a:path w="2714625" h="695325">
                <a:moveTo>
                  <a:pt x="85725" y="0"/>
                </a:moveTo>
                <a:lnTo>
                  <a:pt x="2628900" y="0"/>
                </a:lnTo>
                <a:cubicBezTo>
                  <a:pt x="2676245" y="0"/>
                  <a:pt x="2714625" y="38380"/>
                  <a:pt x="2714625" y="85725"/>
                </a:cubicBezTo>
                <a:lnTo>
                  <a:pt x="2714625" y="609600"/>
                </a:lnTo>
                <a:cubicBezTo>
                  <a:pt x="2714625" y="656945"/>
                  <a:pt x="2676245" y="695325"/>
                  <a:pt x="2628900" y="695325"/>
                </a:cubicBezTo>
                <a:lnTo>
                  <a:pt x="85725" y="695325"/>
                </a:lnTo>
                <a:cubicBezTo>
                  <a:pt x="38380" y="695325"/>
                  <a:pt x="0" y="656945"/>
                  <a:pt x="0" y="6096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302">
            <a:solidFill>
              <a:srgbClr val="D8EBEF"/>
            </a:solidFill>
            <a:prstDash val="solid"/>
          </a:ln>
        </p:spPr>
      </p:sp>
      <p:pic>
        <p:nvPic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8FAFD52-E287-41E4-8D2E-89035231EB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c6ea97a9e41e3"/>
          <a:stretch xmlns:a="http://schemas.openxmlformats.org/drawingml/2006/main"/>
        </p:blipFill>
        <p:spPr>
          <a:xfrm xmlns:a="http://schemas.openxmlformats.org/drawingml/2006/main">
            <a:off x="6965581" y="3066654"/>
            <a:ext cx="556036" cy="536411"/>
          </a:xfrm>
          <a:prstGeom xmlns:a="http://schemas.openxmlformats.org/drawingml/2006/main" prst="rect">
            <a:avLst/>
          </a:prstGeom>
        </p:spPr>
      </p:pic>
      <p:sp>
        <p:nvSpPr>
          <p:cNvPr id="171" name="Scene Composition module label">
            <a:extLst xmlns:a="http://schemas.openxmlformats.org/drawingml/2006/main">
              <a:ext uri="{FF2B5EF4-FFF2-40B4-BE49-F238E27FC236}">
                <a16:creationId xmlns:a16="http://schemas.microsoft.com/office/drawing/2014/main" id="{50AB65B2-D3A4-47D1-95B0-CA12F5AE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1926" y="3086896"/>
            <a:ext cx="2246856" cy="354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92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92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992" b="1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Scene Composition</a:t>
            </a:r>
          </a:p>
        </p:txBody>
      </p:sp>
      <p:sp>
        <p:nvSpPr>
          <p:cNvPr id="172" name="Scene Composition implementation label">
            <a:extLst xmlns:a="http://schemas.openxmlformats.org/drawingml/2006/main">
              <a:ext uri="{FF2B5EF4-FFF2-40B4-BE49-F238E27FC236}">
                <a16:creationId xmlns:a16="http://schemas.microsoft.com/office/drawing/2014/main" id="{EB4159F6-ACB5-4FB8-9C50-586EF448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1926" y="3370284"/>
            <a:ext cx="2246856" cy="325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33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33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833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(SVG)</a:t>
            </a:r>
          </a:p>
        </p:txBody>
      </p:sp>
      <p:sp>
        <p:nvSpPr>
          <p:cNvPr id="173" name="Scene Composition module to code shaft">
            <a:extLst xmlns:a="http://schemas.openxmlformats.org/drawingml/2006/main">
              <a:ext uri="{FF2B5EF4-FFF2-40B4-BE49-F238E27FC236}">
                <a16:creationId xmlns:a16="http://schemas.microsoft.com/office/drawing/2014/main" id="{85EADBEE-5F84-4DB0-852C-6CC8F085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362" y="3754880"/>
            <a:ext cx="191" cy="182177"/>
          </a:xfrm>
          <a:custGeom xmlns:a="http://schemas.openxmlformats.org/drawingml/2006/main">
            <a:pathLst>
              <a:path w="191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247F88"/>
            </a:solidFill>
            <a:prstDash val="solid"/>
          </a:ln>
        </p:spPr>
      </p:sp>
      <p:sp>
        <p:nvSpPr>
          <p:cNvPr id="174" name="Scene Composition module to code arrowhead">
            <a:extLst xmlns:a="http://schemas.openxmlformats.org/drawingml/2006/main">
              <a:ext uri="{FF2B5EF4-FFF2-40B4-BE49-F238E27FC236}">
                <a16:creationId xmlns:a16="http://schemas.microsoft.com/office/drawing/2014/main" id="{3A593984-6DAD-48C1-A17A-3C59FACB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563" y="3815606"/>
            <a:ext cx="133597" cy="121452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Scene Composition code box">
            <a:extLst xmlns:a="http://schemas.openxmlformats.org/drawingml/2006/main">
              <a:ext uri="{FF2B5EF4-FFF2-40B4-BE49-F238E27FC236}">
                <a16:creationId xmlns:a16="http://schemas.microsoft.com/office/drawing/2014/main" id="{2C643074-5D6A-4382-B818-68A8ACF1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063" y="3977542"/>
            <a:ext cx="2884477" cy="1062702"/>
          </a:xfrm>
          <a:custGeom xmlns:a="http://schemas.openxmlformats.org/drawingml/2006/main">
            <a:pathLst>
              <a:path w="2714625" h="1000125">
                <a:moveTo>
                  <a:pt x="76200" y="0"/>
                </a:moveTo>
                <a:lnTo>
                  <a:pt x="2638425" y="0"/>
                </a:lnTo>
                <a:cubicBezTo>
                  <a:pt x="2680509" y="0"/>
                  <a:pt x="2714625" y="34116"/>
                  <a:pt x="2714625" y="76200"/>
                </a:cubicBezTo>
                <a:lnTo>
                  <a:pt x="2714625" y="923925"/>
                </a:lnTo>
                <a:cubicBezTo>
                  <a:pt x="2714625" y="966009"/>
                  <a:pt x="2680509" y="1000125"/>
                  <a:pt x="26384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1FBFC"/>
          </a:solidFill>
          <a:ln xmlns:a="http://schemas.openxmlformats.org/drawingml/2006/main" w="25302">
            <a:solidFill>
              <a:srgbClr val="D8EBEF"/>
            </a:solidFill>
            <a:prstDash val="solid"/>
          </a:ln>
        </p:spPr>
      </p:sp>
      <p:sp>
        <p:nvSpPr>
          <p:cNvPr id="176" name="Scene Composition code to example shaft">
            <a:extLst xmlns:a="http://schemas.openxmlformats.org/drawingml/2006/main">
              <a:ext uri="{FF2B5EF4-FFF2-40B4-BE49-F238E27FC236}">
                <a16:creationId xmlns:a16="http://schemas.microsoft.com/office/drawing/2014/main" id="{DDAB72D0-AE2B-448E-BC9A-E55CCE37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362" y="5090849"/>
            <a:ext cx="191" cy="172057"/>
          </a:xfrm>
          <a:custGeom xmlns:a="http://schemas.openxmlformats.org/drawingml/2006/main">
            <a:pathLst>
              <a:path w="191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247F88"/>
            </a:solidFill>
            <a:prstDash val="solid"/>
          </a:ln>
        </p:spPr>
      </p:sp>
      <p:sp>
        <p:nvSpPr>
          <p:cNvPr id="177" name="Scene Composition code to example arrowhead">
            <a:extLst xmlns:a="http://schemas.openxmlformats.org/drawingml/2006/main">
              <a:ext uri="{FF2B5EF4-FFF2-40B4-BE49-F238E27FC236}">
                <a16:creationId xmlns:a16="http://schemas.microsoft.com/office/drawing/2014/main" id="{63998C9E-AA95-43E2-95C0-41842AFB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563" y="5141454"/>
            <a:ext cx="133597" cy="121452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Text Rendering prompt card">
            <a:extLst xmlns:a="http://schemas.openxmlformats.org/drawingml/2006/main">
              <a:ext uri="{FF2B5EF4-FFF2-40B4-BE49-F238E27FC236}">
                <a16:creationId xmlns:a16="http://schemas.microsoft.com/office/drawing/2014/main" id="{DE5A7711-D4EF-43CE-834F-ECEB2581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564" y="1963468"/>
            <a:ext cx="2884477" cy="819799"/>
          </a:xfrm>
          <a:custGeom xmlns:a="http://schemas.openxmlformats.org/drawingml/2006/main">
            <a:pathLst>
              <a:path w="2714625" h="771525">
                <a:moveTo>
                  <a:pt x="95250" y="0"/>
                </a:moveTo>
                <a:lnTo>
                  <a:pt x="2619375" y="0"/>
                </a:lnTo>
                <a:cubicBezTo>
                  <a:pt x="2671980" y="0"/>
                  <a:pt x="2714625" y="42645"/>
                  <a:pt x="2714625" y="95250"/>
                </a:cubicBezTo>
                <a:lnTo>
                  <a:pt x="2714625" y="676275"/>
                </a:lnTo>
                <a:cubicBezTo>
                  <a:pt x="2714625" y="728880"/>
                  <a:pt x="2671980" y="771525"/>
                  <a:pt x="2619375" y="771525"/>
                </a:cubicBezTo>
                <a:lnTo>
                  <a:pt x="95250" y="771525"/>
                </a:lnTo>
                <a:cubicBezTo>
                  <a:pt x="42645" y="771525"/>
                  <a:pt x="0" y="728880"/>
                  <a:pt x="0" y="676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302">
            <a:solidFill>
              <a:srgbClr val="D8EBEF"/>
            </a:solidFill>
            <a:prstDash val="solid"/>
          </a:ln>
        </p:spPr>
      </p:sp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5F89B26-E3DA-4C6D-B874-E714A5E21F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d89efe9f64eb9"/>
          <a:stretch xmlns:a="http://schemas.openxmlformats.org/drawingml/2006/main"/>
        </p:blipFill>
        <p:spPr>
          <a:xfrm xmlns:a="http://schemas.openxmlformats.org/drawingml/2006/main">
            <a:off x="10113924" y="2176009"/>
            <a:ext cx="443264" cy="384597"/>
          </a:xfrm>
          <a:prstGeom xmlns:a="http://schemas.openxmlformats.org/drawingml/2006/main" prst="rect">
            <a:avLst/>
          </a:prstGeom>
        </p:spPr>
      </p:pic>
      <p:sp>
        <p:nvSpPr>
          <p:cNvPr id="180" name="Text Rendering prompt content line 1">
            <a:extLst xmlns:a="http://schemas.openxmlformats.org/drawingml/2006/main">
              <a:ext uri="{FF2B5EF4-FFF2-40B4-BE49-F238E27FC236}">
                <a16:creationId xmlns:a16="http://schemas.microsoft.com/office/drawing/2014/main" id="{35BA0469-3CDF-40FA-876E-55707744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8943" y="2044436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6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生成一张微博热搜图，热搜的榜</a:t>
            </a:r>
          </a:p>
        </p:txBody>
      </p:sp>
      <p:sp>
        <p:nvSpPr>
          <p:cNvPr id="181" name="Text Rendering prompt content line 2">
            <a:extLst xmlns:a="http://schemas.openxmlformats.org/drawingml/2006/main">
              <a:ext uri="{FF2B5EF4-FFF2-40B4-BE49-F238E27FC236}">
                <a16:creationId xmlns:a16="http://schemas.microsoft.com/office/drawing/2014/main" id="{294C760B-F732-4BE8-8169-CB1B580E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8943" y="2216493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6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单分别为1. “XXX”，2.</a:t>
            </a:r>
          </a:p>
        </p:txBody>
      </p:sp>
      <p:sp>
        <p:nvSpPr>
          <p:cNvPr id="182" name="Text Rendering prompt content line 3">
            <a:extLst xmlns:a="http://schemas.openxmlformats.org/drawingml/2006/main">
              <a:ext uri="{FF2B5EF4-FFF2-40B4-BE49-F238E27FC236}">
                <a16:creationId xmlns:a16="http://schemas.microsoft.com/office/drawing/2014/main" id="{113E4460-D9E5-4973-99A7-A7059289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8943" y="2388549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6" b="0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“XXX”，3. “XXX”</a:t>
            </a:r>
          </a:p>
        </p:txBody>
      </p:sp>
      <p:sp>
        <p:nvSpPr>
          <p:cNvPr id="183" name="Text Rendering prompt to module shaft">
            <a:extLst xmlns:a="http://schemas.openxmlformats.org/drawingml/2006/main">
              <a:ext uri="{FF2B5EF4-FFF2-40B4-BE49-F238E27FC236}">
                <a16:creationId xmlns:a16="http://schemas.microsoft.com/office/drawing/2014/main" id="{E87EDDF7-FCEA-493A-A400-CC4FEE08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863" y="2803509"/>
            <a:ext cx="191" cy="151815"/>
          </a:xfrm>
          <a:custGeom xmlns:a="http://schemas.openxmlformats.org/drawingml/2006/main">
            <a:pathLst>
              <a:path w="191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247F88"/>
            </a:solidFill>
            <a:prstDash val="solid"/>
          </a:ln>
        </p:spPr>
      </p:sp>
      <p:sp>
        <p:nvSpPr>
          <p:cNvPr id="184" name="Text Rendering prompt to module arrowhead">
            <a:extLst xmlns:a="http://schemas.openxmlformats.org/drawingml/2006/main">
              <a:ext uri="{FF2B5EF4-FFF2-40B4-BE49-F238E27FC236}">
                <a16:creationId xmlns:a16="http://schemas.microsoft.com/office/drawing/2014/main" id="{51D5D8CD-A19A-47FB-BC7B-11BDC9DD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064" y="2833872"/>
            <a:ext cx="133597" cy="121452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Text Rendering module box">
            <a:extLst xmlns:a="http://schemas.openxmlformats.org/drawingml/2006/main">
              <a:ext uri="{FF2B5EF4-FFF2-40B4-BE49-F238E27FC236}">
                <a16:creationId xmlns:a16="http://schemas.microsoft.com/office/drawing/2014/main" id="{18BC1D67-B99A-49D7-AE03-1EBB5B9C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564" y="2975566"/>
            <a:ext cx="2884477" cy="738831"/>
          </a:xfrm>
          <a:custGeom xmlns:a="http://schemas.openxmlformats.org/drawingml/2006/main">
            <a:pathLst>
              <a:path w="2714625" h="695325">
                <a:moveTo>
                  <a:pt x="85725" y="0"/>
                </a:moveTo>
                <a:lnTo>
                  <a:pt x="2628900" y="0"/>
                </a:lnTo>
                <a:cubicBezTo>
                  <a:pt x="2676245" y="0"/>
                  <a:pt x="2714625" y="38380"/>
                  <a:pt x="2714625" y="85725"/>
                </a:cubicBezTo>
                <a:lnTo>
                  <a:pt x="2714625" y="609600"/>
                </a:lnTo>
                <a:cubicBezTo>
                  <a:pt x="2714625" y="656945"/>
                  <a:pt x="2676245" y="695325"/>
                  <a:pt x="2628900" y="695325"/>
                </a:cubicBezTo>
                <a:lnTo>
                  <a:pt x="85725" y="695325"/>
                </a:lnTo>
                <a:cubicBezTo>
                  <a:pt x="38380" y="695325"/>
                  <a:pt x="0" y="656945"/>
                  <a:pt x="0" y="6096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302">
            <a:solidFill>
              <a:srgbClr val="D8EBEF"/>
            </a:solidFill>
            <a:prstDash val="solid"/>
          </a:ln>
        </p:spPr>
      </p:sp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6286A8B-BD8D-490B-B4CC-B5DD456727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5b5cd97db48be"/>
          <a:stretch xmlns:a="http://schemas.openxmlformats.org/drawingml/2006/main"/>
        </p:blipFill>
        <p:spPr>
          <a:xfrm xmlns:a="http://schemas.openxmlformats.org/drawingml/2006/main">
            <a:off x="10103082" y="3066654"/>
            <a:ext cx="556036" cy="536411"/>
          </a:xfrm>
          <a:prstGeom xmlns:a="http://schemas.openxmlformats.org/drawingml/2006/main" prst="rect">
            <a:avLst/>
          </a:prstGeom>
        </p:spPr>
      </p:pic>
      <p:sp>
        <p:nvSpPr>
          <p:cNvPr id="187" name="Text Rendering module label">
            <a:extLst xmlns:a="http://schemas.openxmlformats.org/drawingml/2006/main">
              <a:ext uri="{FF2B5EF4-FFF2-40B4-BE49-F238E27FC236}">
                <a16:creationId xmlns:a16="http://schemas.microsoft.com/office/drawing/2014/main" id="{DEBD4841-B7A0-48B5-946A-1B92BC8D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9427" y="3086896"/>
            <a:ext cx="2246856" cy="354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92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92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992" b="1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Text Rendering</a:t>
            </a:r>
          </a:p>
        </p:txBody>
      </p:sp>
      <p:sp>
        <p:nvSpPr>
          <p:cNvPr id="188" name="Text Rendering implementation label">
            <a:extLst xmlns:a="http://schemas.openxmlformats.org/drawingml/2006/main">
              <a:ext uri="{FF2B5EF4-FFF2-40B4-BE49-F238E27FC236}">
                <a16:creationId xmlns:a16="http://schemas.microsoft.com/office/drawing/2014/main" id="{60C4D1FC-510B-413D-9A67-9F4B8E91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9427" y="3370284"/>
            <a:ext cx="2246856" cy="325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33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33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833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(HTML)</a:t>
            </a:r>
          </a:p>
        </p:txBody>
      </p:sp>
      <p:sp>
        <p:nvSpPr>
          <p:cNvPr id="189" name="Text Rendering module to code shaft">
            <a:extLst xmlns:a="http://schemas.openxmlformats.org/drawingml/2006/main">
              <a:ext uri="{FF2B5EF4-FFF2-40B4-BE49-F238E27FC236}">
                <a16:creationId xmlns:a16="http://schemas.microsoft.com/office/drawing/2014/main" id="{731B36CD-F1A9-4350-A0A9-315EB266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863" y="3754880"/>
            <a:ext cx="191" cy="182177"/>
          </a:xfrm>
          <a:custGeom xmlns:a="http://schemas.openxmlformats.org/drawingml/2006/main">
            <a:pathLst>
              <a:path w="191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247F88"/>
            </a:solidFill>
            <a:prstDash val="solid"/>
          </a:ln>
        </p:spPr>
      </p:sp>
      <p:sp>
        <p:nvSpPr>
          <p:cNvPr id="190" name="Text Rendering module to code arrowhead">
            <a:extLst xmlns:a="http://schemas.openxmlformats.org/drawingml/2006/main">
              <a:ext uri="{FF2B5EF4-FFF2-40B4-BE49-F238E27FC236}">
                <a16:creationId xmlns:a16="http://schemas.microsoft.com/office/drawing/2014/main" id="{F096B65C-B108-4745-9C7C-033356D5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064" y="3815606"/>
            <a:ext cx="133597" cy="121452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Text Rendering code box">
            <a:extLst xmlns:a="http://schemas.openxmlformats.org/drawingml/2006/main">
              <a:ext uri="{FF2B5EF4-FFF2-40B4-BE49-F238E27FC236}">
                <a16:creationId xmlns:a16="http://schemas.microsoft.com/office/drawing/2014/main" id="{718B961D-43C8-42C3-B178-4F2434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564" y="3977542"/>
            <a:ext cx="2884477" cy="1062702"/>
          </a:xfrm>
          <a:custGeom xmlns:a="http://schemas.openxmlformats.org/drawingml/2006/main">
            <a:pathLst>
              <a:path w="2714625" h="1000125">
                <a:moveTo>
                  <a:pt x="76200" y="0"/>
                </a:moveTo>
                <a:lnTo>
                  <a:pt x="2638425" y="0"/>
                </a:lnTo>
                <a:cubicBezTo>
                  <a:pt x="2680509" y="0"/>
                  <a:pt x="2714625" y="34116"/>
                  <a:pt x="2714625" y="76200"/>
                </a:cubicBezTo>
                <a:lnTo>
                  <a:pt x="2714625" y="923925"/>
                </a:lnTo>
                <a:cubicBezTo>
                  <a:pt x="2714625" y="966009"/>
                  <a:pt x="2680509" y="1000125"/>
                  <a:pt x="26384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1FBFC"/>
          </a:solidFill>
          <a:ln xmlns:a="http://schemas.openxmlformats.org/drawingml/2006/main" w="25302">
            <a:solidFill>
              <a:srgbClr val="D8EBEF"/>
            </a:solidFill>
            <a:prstDash val="solid"/>
          </a:ln>
        </p:spPr>
      </p:sp>
      <p:sp>
        <p:nvSpPr>
          <p:cNvPr id="192" name="Text Rendering code to example shaft">
            <a:extLst xmlns:a="http://schemas.openxmlformats.org/drawingml/2006/main">
              <a:ext uri="{FF2B5EF4-FFF2-40B4-BE49-F238E27FC236}">
                <a16:creationId xmlns:a16="http://schemas.microsoft.com/office/drawing/2014/main" id="{9D537C3F-5AA0-4194-BD80-9E8201AD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863" y="5090849"/>
            <a:ext cx="191" cy="172057"/>
          </a:xfrm>
          <a:custGeom xmlns:a="http://schemas.openxmlformats.org/drawingml/2006/main">
            <a:pathLst>
              <a:path w="191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247F88"/>
            </a:solidFill>
            <a:prstDash val="solid"/>
          </a:ln>
        </p:spPr>
      </p:sp>
      <p:sp>
        <p:nvSpPr>
          <p:cNvPr id="193" name="Text Rendering code to example arrowhead">
            <a:extLst xmlns:a="http://schemas.openxmlformats.org/drawingml/2006/main">
              <a:ext uri="{FF2B5EF4-FFF2-40B4-BE49-F238E27FC236}">
                <a16:creationId xmlns:a16="http://schemas.microsoft.com/office/drawing/2014/main" id="{AA293D28-C8B1-4252-9EED-B3646A9C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064" y="5141454"/>
            <a:ext cx="133597" cy="121452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hysics Simulation prompt card">
            <a:extLst xmlns:a="http://schemas.openxmlformats.org/drawingml/2006/main">
              <a:ext uri="{FF2B5EF4-FFF2-40B4-BE49-F238E27FC236}">
                <a16:creationId xmlns:a16="http://schemas.microsoft.com/office/drawing/2014/main" id="{00189956-8B8A-4ADA-8288-624A78B0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9065" y="1963468"/>
            <a:ext cx="2884477" cy="819799"/>
          </a:xfrm>
          <a:custGeom xmlns:a="http://schemas.openxmlformats.org/drawingml/2006/main">
            <a:pathLst>
              <a:path w="2714625" h="771525">
                <a:moveTo>
                  <a:pt x="95250" y="0"/>
                </a:moveTo>
                <a:lnTo>
                  <a:pt x="2619375" y="0"/>
                </a:lnTo>
                <a:cubicBezTo>
                  <a:pt x="2671980" y="0"/>
                  <a:pt x="2714625" y="42645"/>
                  <a:pt x="2714625" y="95250"/>
                </a:cubicBezTo>
                <a:lnTo>
                  <a:pt x="2714625" y="676275"/>
                </a:lnTo>
                <a:cubicBezTo>
                  <a:pt x="2714625" y="728880"/>
                  <a:pt x="2671980" y="771525"/>
                  <a:pt x="2619375" y="771525"/>
                </a:cubicBezTo>
                <a:lnTo>
                  <a:pt x="95250" y="771525"/>
                </a:lnTo>
                <a:cubicBezTo>
                  <a:pt x="42645" y="771525"/>
                  <a:pt x="0" y="728880"/>
                  <a:pt x="0" y="676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302">
            <a:solidFill>
              <a:srgbClr val="D8EBEF"/>
            </a:solidFill>
            <a:prstDash val="solid"/>
          </a:ln>
        </p:spPr>
      </p:sp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63BBDF27-6638-42A2-9F4D-404705B298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b048f37f1422f"/>
          <a:stretch xmlns:a="http://schemas.openxmlformats.org/drawingml/2006/main"/>
        </p:blipFill>
        <p:spPr>
          <a:xfrm xmlns:a="http://schemas.openxmlformats.org/drawingml/2006/main">
            <a:off x="13251425" y="2176009"/>
            <a:ext cx="443264" cy="384597"/>
          </a:xfrm>
          <a:prstGeom xmlns:a="http://schemas.openxmlformats.org/drawingml/2006/main" prst="rect">
            <a:avLst/>
          </a:prstGeom>
        </p:spPr>
      </p:pic>
      <p:sp>
        <p:nvSpPr>
          <p:cNvPr id="196" name="Physics Simulation prompt content line 1">
            <a:extLst xmlns:a="http://schemas.openxmlformats.org/drawingml/2006/main">
              <a:ext uri="{FF2B5EF4-FFF2-40B4-BE49-F238E27FC236}">
                <a16:creationId xmlns:a16="http://schemas.microsoft.com/office/drawing/2014/main" id="{13CA545E-94CC-4ECC-9FC2-8B9EC757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6444" y="2044436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Generate an image featuring</a:t>
            </a:r>
          </a:p>
        </p:txBody>
      </p:sp>
      <p:sp>
        <p:nvSpPr>
          <p:cNvPr id="197" name="Physics Simulation prompt content line 2">
            <a:extLst xmlns:a="http://schemas.openxmlformats.org/drawingml/2006/main">
              <a:ext uri="{FF2B5EF4-FFF2-40B4-BE49-F238E27FC236}">
                <a16:creationId xmlns:a16="http://schemas.microsoft.com/office/drawing/2014/main" id="{0DFE485E-CE52-4721-BD05-C0444C18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6444" y="2216493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a stool, a sphere, a blue</a:t>
            </a:r>
          </a:p>
        </p:txBody>
      </p:sp>
      <p:sp>
        <p:nvSpPr>
          <p:cNvPr id="198" name="Physics Simulation prompt content line 3">
            <a:extLst xmlns:a="http://schemas.openxmlformats.org/drawingml/2006/main">
              <a:ext uri="{FF2B5EF4-FFF2-40B4-BE49-F238E27FC236}">
                <a16:creationId xmlns:a16="http://schemas.microsoft.com/office/drawing/2014/main" id="{99ABD30B-A4BF-48A4-938B-F575478B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6444" y="2388549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cube, ... sunlight coming from</a:t>
            </a:r>
          </a:p>
        </p:txBody>
      </p:sp>
      <p:sp>
        <p:nvSpPr>
          <p:cNvPr id="199" name="Physics Simulation prompt content line 4">
            <a:extLst xmlns:a="http://schemas.openxmlformats.org/drawingml/2006/main">
              <a:ext uri="{FF2B5EF4-FFF2-40B4-BE49-F238E27FC236}">
                <a16:creationId xmlns:a16="http://schemas.microsoft.com/office/drawing/2014/main" id="{CD309F31-620A-49A1-8AD7-525605FF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6444" y="2560606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45 degrees above and to ...</a:t>
            </a:r>
          </a:p>
        </p:txBody>
      </p:sp>
      <p:sp>
        <p:nvSpPr>
          <p:cNvPr id="200" name="Physics Simulation prompt to module shaft">
            <a:extLst xmlns:a="http://schemas.openxmlformats.org/drawingml/2006/main">
              <a:ext uri="{FF2B5EF4-FFF2-40B4-BE49-F238E27FC236}">
                <a16:creationId xmlns:a16="http://schemas.microsoft.com/office/drawing/2014/main" id="{165DBAE0-0941-4DC7-A9CD-7F9E0ADD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6364" y="2803509"/>
            <a:ext cx="191" cy="151815"/>
          </a:xfrm>
          <a:custGeom xmlns:a="http://schemas.openxmlformats.org/drawingml/2006/main">
            <a:pathLst>
              <a:path w="191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247F88"/>
            </a:solidFill>
            <a:prstDash val="solid"/>
          </a:ln>
        </p:spPr>
      </p:sp>
      <p:sp>
        <p:nvSpPr>
          <p:cNvPr id="201" name="Physics Simulation prompt to module arrowhead">
            <a:extLst xmlns:a="http://schemas.openxmlformats.org/drawingml/2006/main">
              <a:ext uri="{FF2B5EF4-FFF2-40B4-BE49-F238E27FC236}">
                <a16:creationId xmlns:a16="http://schemas.microsoft.com/office/drawing/2014/main" id="{78FF9AE2-3AE0-4118-9429-DE424E05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9566" y="2833872"/>
            <a:ext cx="133597" cy="121452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hysics Simulation module box">
            <a:extLst xmlns:a="http://schemas.openxmlformats.org/drawingml/2006/main">
              <a:ext uri="{FF2B5EF4-FFF2-40B4-BE49-F238E27FC236}">
                <a16:creationId xmlns:a16="http://schemas.microsoft.com/office/drawing/2014/main" id="{9465CE4F-F3DA-4E10-8BB4-6AF885AB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9065" y="2975566"/>
            <a:ext cx="2884477" cy="738831"/>
          </a:xfrm>
          <a:custGeom xmlns:a="http://schemas.openxmlformats.org/drawingml/2006/main">
            <a:pathLst>
              <a:path w="2714625" h="695325">
                <a:moveTo>
                  <a:pt x="85725" y="0"/>
                </a:moveTo>
                <a:lnTo>
                  <a:pt x="2628900" y="0"/>
                </a:lnTo>
                <a:cubicBezTo>
                  <a:pt x="2676245" y="0"/>
                  <a:pt x="2714625" y="38380"/>
                  <a:pt x="2714625" y="85725"/>
                </a:cubicBezTo>
                <a:lnTo>
                  <a:pt x="2714625" y="609600"/>
                </a:lnTo>
                <a:cubicBezTo>
                  <a:pt x="2714625" y="656945"/>
                  <a:pt x="2676245" y="695325"/>
                  <a:pt x="2628900" y="695325"/>
                </a:cubicBezTo>
                <a:lnTo>
                  <a:pt x="85725" y="695325"/>
                </a:lnTo>
                <a:cubicBezTo>
                  <a:pt x="38380" y="695325"/>
                  <a:pt x="0" y="656945"/>
                  <a:pt x="0" y="6096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302">
            <a:solidFill>
              <a:srgbClr val="D8EBEF"/>
            </a:solidFill>
            <a:prstDash val="solid"/>
          </a:ln>
        </p:spPr>
      </p:sp>
      <p:pic>
        <p:nvPic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FABDD22C-BADE-4EB3-990B-2758A716A6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aaa2b382a44a2"/>
          <a:stretch xmlns:a="http://schemas.openxmlformats.org/drawingml/2006/main"/>
        </p:blipFill>
        <p:spPr>
          <a:xfrm xmlns:a="http://schemas.openxmlformats.org/drawingml/2006/main">
            <a:off x="13240583" y="3066654"/>
            <a:ext cx="556036" cy="536411"/>
          </a:xfrm>
          <a:prstGeom xmlns:a="http://schemas.openxmlformats.org/drawingml/2006/main" prst="rect">
            <a:avLst/>
          </a:prstGeom>
        </p:spPr>
      </p:pic>
      <p:sp>
        <p:nvSpPr>
          <p:cNvPr id="204" name="Physics Simulation module label">
            <a:extLst xmlns:a="http://schemas.openxmlformats.org/drawingml/2006/main">
              <a:ext uri="{FF2B5EF4-FFF2-40B4-BE49-F238E27FC236}">
                <a16:creationId xmlns:a16="http://schemas.microsoft.com/office/drawing/2014/main" id="{EA831EF6-0CA5-46E7-A9EB-DF983DC7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6928" y="3086896"/>
            <a:ext cx="2246856" cy="354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992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92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992" b="1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Physics Simulation</a:t>
            </a:r>
          </a:p>
        </p:txBody>
      </p:sp>
      <p:sp>
        <p:nvSpPr>
          <p:cNvPr id="205" name="Physics Simulation implementation label">
            <a:extLst xmlns:a="http://schemas.openxmlformats.org/drawingml/2006/main">
              <a:ext uri="{FF2B5EF4-FFF2-40B4-BE49-F238E27FC236}">
                <a16:creationId xmlns:a16="http://schemas.microsoft.com/office/drawing/2014/main" id="{9C8357F9-412B-4235-943C-8770DAE8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6928" y="3370284"/>
            <a:ext cx="2246856" cy="325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33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33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833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(three.js)</a:t>
            </a:r>
          </a:p>
        </p:txBody>
      </p:sp>
      <p:sp>
        <p:nvSpPr>
          <p:cNvPr id="206" name="Physics Simulation module to code shaft">
            <a:extLst xmlns:a="http://schemas.openxmlformats.org/drawingml/2006/main">
              <a:ext uri="{FF2B5EF4-FFF2-40B4-BE49-F238E27FC236}">
                <a16:creationId xmlns:a16="http://schemas.microsoft.com/office/drawing/2014/main" id="{DBB2D44E-849B-47EC-90A8-19AA8D09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6364" y="3754880"/>
            <a:ext cx="191" cy="182177"/>
          </a:xfrm>
          <a:custGeom xmlns:a="http://schemas.openxmlformats.org/drawingml/2006/main">
            <a:pathLst>
              <a:path w="191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247F88"/>
            </a:solidFill>
            <a:prstDash val="solid"/>
          </a:ln>
        </p:spPr>
      </p:sp>
      <p:sp>
        <p:nvSpPr>
          <p:cNvPr id="207" name="Physics Simulation module to code arrowhead">
            <a:extLst xmlns:a="http://schemas.openxmlformats.org/drawingml/2006/main">
              <a:ext uri="{FF2B5EF4-FFF2-40B4-BE49-F238E27FC236}">
                <a16:creationId xmlns:a16="http://schemas.microsoft.com/office/drawing/2014/main" id="{BFFD1C6E-E0AC-4C29-A897-88F5958E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9566" y="3815606"/>
            <a:ext cx="133597" cy="121452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hysics Simulation code box">
            <a:extLst xmlns:a="http://schemas.openxmlformats.org/drawingml/2006/main">
              <a:ext uri="{FF2B5EF4-FFF2-40B4-BE49-F238E27FC236}">
                <a16:creationId xmlns:a16="http://schemas.microsoft.com/office/drawing/2014/main" id="{131CB688-DDFD-4515-B3D5-99EF9BCB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9065" y="3977542"/>
            <a:ext cx="2884477" cy="1062702"/>
          </a:xfrm>
          <a:custGeom xmlns:a="http://schemas.openxmlformats.org/drawingml/2006/main">
            <a:pathLst>
              <a:path w="2714625" h="1000125">
                <a:moveTo>
                  <a:pt x="76200" y="0"/>
                </a:moveTo>
                <a:lnTo>
                  <a:pt x="2638425" y="0"/>
                </a:lnTo>
                <a:cubicBezTo>
                  <a:pt x="2680509" y="0"/>
                  <a:pt x="2714625" y="34116"/>
                  <a:pt x="2714625" y="76200"/>
                </a:cubicBezTo>
                <a:lnTo>
                  <a:pt x="2714625" y="923925"/>
                </a:lnTo>
                <a:cubicBezTo>
                  <a:pt x="2714625" y="966009"/>
                  <a:pt x="2680509" y="1000125"/>
                  <a:pt x="26384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1FBFC"/>
          </a:solidFill>
          <a:ln xmlns:a="http://schemas.openxmlformats.org/drawingml/2006/main" w="25302">
            <a:solidFill>
              <a:srgbClr val="D8EBEF"/>
            </a:solidFill>
            <a:prstDash val="solid"/>
          </a:ln>
        </p:spPr>
      </p:sp>
      <p:sp>
        <p:nvSpPr>
          <p:cNvPr id="209" name="Physics Simulation code to example shaft">
            <a:extLst xmlns:a="http://schemas.openxmlformats.org/drawingml/2006/main">
              <a:ext uri="{FF2B5EF4-FFF2-40B4-BE49-F238E27FC236}">
                <a16:creationId xmlns:a16="http://schemas.microsoft.com/office/drawing/2014/main" id="{89B86CB5-C02C-4175-A0D6-CA2AF6C7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6364" y="5090849"/>
            <a:ext cx="191" cy="172057"/>
          </a:xfrm>
          <a:custGeom xmlns:a="http://schemas.openxmlformats.org/drawingml/2006/main">
            <a:pathLst>
              <a:path w="191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247F88"/>
            </a:solidFill>
            <a:prstDash val="solid"/>
          </a:ln>
        </p:spPr>
      </p:sp>
      <p:sp>
        <p:nvSpPr>
          <p:cNvPr id="210" name="Physics Simulation code to example arrowhead">
            <a:extLst xmlns:a="http://schemas.openxmlformats.org/drawingml/2006/main">
              <a:ext uri="{FF2B5EF4-FFF2-40B4-BE49-F238E27FC236}">
                <a16:creationId xmlns:a16="http://schemas.microsoft.com/office/drawing/2014/main" id="{4DA820A3-1194-4580-9ADC-66603D28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9566" y="5141454"/>
            <a:ext cx="133597" cy="121452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Layered Editing prompt card">
            <a:extLst xmlns:a="http://schemas.openxmlformats.org/drawingml/2006/main">
              <a:ext uri="{FF2B5EF4-FFF2-40B4-BE49-F238E27FC236}">
                <a16:creationId xmlns:a16="http://schemas.microsoft.com/office/drawing/2014/main" id="{B00464AA-8F26-4D97-87B4-74F00E24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6445" y="1963468"/>
            <a:ext cx="2884477" cy="819799"/>
          </a:xfrm>
          <a:custGeom xmlns:a="http://schemas.openxmlformats.org/drawingml/2006/main">
            <a:pathLst>
              <a:path w="2714625" h="771525">
                <a:moveTo>
                  <a:pt x="95250" y="0"/>
                </a:moveTo>
                <a:lnTo>
                  <a:pt x="2619375" y="0"/>
                </a:lnTo>
                <a:cubicBezTo>
                  <a:pt x="2671980" y="0"/>
                  <a:pt x="2714625" y="42645"/>
                  <a:pt x="2714625" y="95250"/>
                </a:cubicBezTo>
                <a:lnTo>
                  <a:pt x="2714625" y="676275"/>
                </a:lnTo>
                <a:cubicBezTo>
                  <a:pt x="2714625" y="728880"/>
                  <a:pt x="2671980" y="771525"/>
                  <a:pt x="2619375" y="771525"/>
                </a:cubicBezTo>
                <a:lnTo>
                  <a:pt x="95250" y="771525"/>
                </a:lnTo>
                <a:cubicBezTo>
                  <a:pt x="42645" y="771525"/>
                  <a:pt x="0" y="728880"/>
                  <a:pt x="0" y="676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302">
            <a:solidFill>
              <a:srgbClr val="D8EBEF"/>
            </a:solidFill>
            <a:prstDash val="solid"/>
          </a:ln>
        </p:spPr>
      </p:sp>
      <p:pic>
        <p:nvPic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2DB3ACE-A867-40AC-A8BB-12BC296CB8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0fc61f9c547d6"/>
          <a:stretch xmlns:a="http://schemas.openxmlformats.org/drawingml/2006/main"/>
        </p:blipFill>
        <p:spPr>
          <a:xfrm xmlns:a="http://schemas.openxmlformats.org/drawingml/2006/main">
            <a:off x="16378805" y="2176009"/>
            <a:ext cx="443264" cy="384597"/>
          </a:xfrm>
          <a:prstGeom xmlns:a="http://schemas.openxmlformats.org/drawingml/2006/main" prst="rect">
            <a:avLst/>
          </a:prstGeom>
        </p:spPr>
      </p:pic>
      <p:sp>
        <p:nvSpPr>
          <p:cNvPr id="213" name="Layered Editing prompt content line 1">
            <a:extLst xmlns:a="http://schemas.openxmlformats.org/drawingml/2006/main">
              <a:ext uri="{FF2B5EF4-FFF2-40B4-BE49-F238E27FC236}">
                <a16:creationId xmlns:a16="http://schemas.microsoft.com/office/drawing/2014/main" id="{E004F240-923C-46E3-8886-6B571B27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83825" y="2044436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Generate an image featuring</a:t>
            </a:r>
          </a:p>
        </p:txBody>
      </p:sp>
      <p:sp>
        <p:nvSpPr>
          <p:cNvPr id="214" name="Layered Editing prompt content line 2">
            <a:extLst xmlns:a="http://schemas.openxmlformats.org/drawingml/2006/main">
              <a:ext uri="{FF2B5EF4-FFF2-40B4-BE49-F238E27FC236}">
                <a16:creationId xmlns:a16="http://schemas.microsoft.com/office/drawing/2014/main" id="{42C29B5F-FF93-427B-B309-4013BF9C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83825" y="2216493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a stool, a sphere, a blue</a:t>
            </a:r>
          </a:p>
        </p:txBody>
      </p:sp>
      <p:sp>
        <p:nvSpPr>
          <p:cNvPr id="215" name="Layered Editing prompt content line 3">
            <a:extLst xmlns:a="http://schemas.openxmlformats.org/drawingml/2006/main">
              <a:ext uri="{FF2B5EF4-FFF2-40B4-BE49-F238E27FC236}">
                <a16:creationId xmlns:a16="http://schemas.microsoft.com/office/drawing/2014/main" id="{EC58624C-7FFB-4172-9162-07152300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83825" y="2388549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cube, ... sunlight coming from</a:t>
            </a:r>
          </a:p>
        </p:txBody>
      </p:sp>
      <p:sp>
        <p:nvSpPr>
          <p:cNvPr id="216" name="Layered Editing prompt content line 4">
            <a:extLst xmlns:a="http://schemas.openxmlformats.org/drawingml/2006/main">
              <a:ext uri="{FF2B5EF4-FFF2-40B4-BE49-F238E27FC236}">
                <a16:creationId xmlns:a16="http://schemas.microsoft.com/office/drawing/2014/main" id="{C16AD8FC-9C74-45EF-AEFF-50A89D88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83825" y="2560606"/>
            <a:ext cx="2226614" cy="19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defRPr>
            </a:pPr>
            <a:r>
              <a:rPr sz="1116" b="0" i="0"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45 degrees above and to ...</a:t>
            </a:r>
          </a:p>
        </p:txBody>
      </p:sp>
      <p:sp>
        <p:nvSpPr>
          <p:cNvPr id="217" name="Layered Editing prompt to module shaft">
            <a:extLst xmlns:a="http://schemas.openxmlformats.org/drawingml/2006/main">
              <a:ext uri="{FF2B5EF4-FFF2-40B4-BE49-F238E27FC236}">
                <a16:creationId xmlns:a16="http://schemas.microsoft.com/office/drawing/2014/main" id="{A5A39EA7-626A-4E8B-A135-6D052552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3744" y="2803509"/>
            <a:ext cx="191" cy="151815"/>
          </a:xfrm>
          <a:custGeom xmlns:a="http://schemas.openxmlformats.org/drawingml/2006/main">
            <a:pathLst>
              <a:path w="191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247F88"/>
            </a:solidFill>
            <a:prstDash val="solid"/>
          </a:ln>
        </p:spPr>
      </p:sp>
      <p:sp>
        <p:nvSpPr>
          <p:cNvPr id="218" name="Layered Editing prompt to module arrowhead">
            <a:extLst xmlns:a="http://schemas.openxmlformats.org/drawingml/2006/main">
              <a:ext uri="{FF2B5EF4-FFF2-40B4-BE49-F238E27FC236}">
                <a16:creationId xmlns:a16="http://schemas.microsoft.com/office/drawing/2014/main" id="{E51FCCE3-EEB0-44FF-A4C6-45158FB3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6946" y="2833872"/>
            <a:ext cx="133597" cy="121452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Layered Editing module box">
            <a:extLst xmlns:a="http://schemas.openxmlformats.org/drawingml/2006/main">
              <a:ext uri="{FF2B5EF4-FFF2-40B4-BE49-F238E27FC236}">
                <a16:creationId xmlns:a16="http://schemas.microsoft.com/office/drawing/2014/main" id="{8C4F5561-5571-42C1-812E-B03270BF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6445" y="2975566"/>
            <a:ext cx="2884477" cy="738831"/>
          </a:xfrm>
          <a:custGeom xmlns:a="http://schemas.openxmlformats.org/drawingml/2006/main">
            <a:pathLst>
              <a:path w="2714625" h="695325">
                <a:moveTo>
                  <a:pt x="85725" y="0"/>
                </a:moveTo>
                <a:lnTo>
                  <a:pt x="2628900" y="0"/>
                </a:lnTo>
                <a:cubicBezTo>
                  <a:pt x="2676245" y="0"/>
                  <a:pt x="2714625" y="38380"/>
                  <a:pt x="2714625" y="85725"/>
                </a:cubicBezTo>
                <a:lnTo>
                  <a:pt x="2714625" y="609600"/>
                </a:lnTo>
                <a:cubicBezTo>
                  <a:pt x="2714625" y="656945"/>
                  <a:pt x="2676245" y="695325"/>
                  <a:pt x="2628900" y="695325"/>
                </a:cubicBezTo>
                <a:lnTo>
                  <a:pt x="85725" y="695325"/>
                </a:lnTo>
                <a:cubicBezTo>
                  <a:pt x="38380" y="695325"/>
                  <a:pt x="0" y="656945"/>
                  <a:pt x="0" y="6096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302">
            <a:solidFill>
              <a:srgbClr val="D8EBEF"/>
            </a:solidFill>
            <a:prstDash val="solid"/>
          </a:ln>
        </p:spPr>
      </p:sp>
      <p:pic>
        <p:nvPic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8C467D7-39D9-4351-9FCE-95198110DC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c15dbd8e5448a"/>
          <a:stretch xmlns:a="http://schemas.openxmlformats.org/drawingml/2006/main"/>
        </p:blipFill>
        <p:spPr>
          <a:xfrm xmlns:a="http://schemas.openxmlformats.org/drawingml/2006/main">
            <a:off x="16367964" y="3066654"/>
            <a:ext cx="556036" cy="536411"/>
          </a:xfrm>
          <a:prstGeom xmlns:a="http://schemas.openxmlformats.org/drawingml/2006/main" prst="rect">
            <a:avLst/>
          </a:prstGeom>
        </p:spPr>
      </p:pic>
      <p:sp>
        <p:nvSpPr>
          <p:cNvPr id="221" name="Layered Editing module label">
            <a:extLst xmlns:a="http://schemas.openxmlformats.org/drawingml/2006/main">
              <a:ext uri="{FF2B5EF4-FFF2-40B4-BE49-F238E27FC236}">
                <a16:creationId xmlns:a16="http://schemas.microsoft.com/office/drawing/2014/main" id="{33E50517-5415-4B00-99FD-E0CB9DBD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85034" y="3238711"/>
            <a:ext cx="2135525" cy="354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2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2" b="1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1992" b="1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Layered Editing</a:t>
            </a:r>
          </a:p>
        </p:txBody>
      </p:sp>
      <p:sp>
        <p:nvSpPr>
          <p:cNvPr id="222" name="Layered Editing module to code shaft">
            <a:extLst xmlns:a="http://schemas.openxmlformats.org/drawingml/2006/main">
              <a:ext uri="{FF2B5EF4-FFF2-40B4-BE49-F238E27FC236}">
                <a16:creationId xmlns:a16="http://schemas.microsoft.com/office/drawing/2014/main" id="{3711BCFA-4C6E-4F14-8E46-8760693E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3744" y="3754880"/>
            <a:ext cx="191" cy="182177"/>
          </a:xfrm>
          <a:custGeom xmlns:a="http://schemas.openxmlformats.org/drawingml/2006/main">
            <a:pathLst>
              <a:path w="191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247F88"/>
            </a:solidFill>
            <a:prstDash val="solid"/>
          </a:ln>
        </p:spPr>
      </p:sp>
      <p:sp>
        <p:nvSpPr>
          <p:cNvPr id="223" name="Layered Editing module to code arrowhead">
            <a:extLst xmlns:a="http://schemas.openxmlformats.org/drawingml/2006/main">
              <a:ext uri="{FF2B5EF4-FFF2-40B4-BE49-F238E27FC236}">
                <a16:creationId xmlns:a16="http://schemas.microsoft.com/office/drawing/2014/main" id="{6612AA7A-A309-4EF4-9609-F9695D47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6946" y="3815606"/>
            <a:ext cx="133597" cy="121452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Layered Editing code box">
            <a:extLst xmlns:a="http://schemas.openxmlformats.org/drawingml/2006/main">
              <a:ext uri="{FF2B5EF4-FFF2-40B4-BE49-F238E27FC236}">
                <a16:creationId xmlns:a16="http://schemas.microsoft.com/office/drawing/2014/main" id="{4CA664CF-0639-49C2-A930-E218ACB3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6445" y="3977542"/>
            <a:ext cx="2884477" cy="1062702"/>
          </a:xfrm>
          <a:custGeom xmlns:a="http://schemas.openxmlformats.org/drawingml/2006/main">
            <a:pathLst>
              <a:path w="2714625" h="1000125">
                <a:moveTo>
                  <a:pt x="76200" y="0"/>
                </a:moveTo>
                <a:lnTo>
                  <a:pt x="2638425" y="0"/>
                </a:lnTo>
                <a:cubicBezTo>
                  <a:pt x="2680509" y="0"/>
                  <a:pt x="2714625" y="34116"/>
                  <a:pt x="2714625" y="76200"/>
                </a:cubicBezTo>
                <a:lnTo>
                  <a:pt x="2714625" y="923925"/>
                </a:lnTo>
                <a:cubicBezTo>
                  <a:pt x="2714625" y="966009"/>
                  <a:pt x="2680509" y="1000125"/>
                  <a:pt x="26384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F1FBFC"/>
          </a:solidFill>
          <a:ln xmlns:a="http://schemas.openxmlformats.org/drawingml/2006/main" w="25302">
            <a:solidFill>
              <a:srgbClr val="D8EBEF"/>
            </a:solidFill>
            <a:prstDash val="solid"/>
          </a:ln>
        </p:spPr>
      </p:sp>
      <p:sp>
        <p:nvSpPr>
          <p:cNvPr id="225" name="Layered Editing code to example shaft">
            <a:extLst xmlns:a="http://schemas.openxmlformats.org/drawingml/2006/main">
              <a:ext uri="{FF2B5EF4-FFF2-40B4-BE49-F238E27FC236}">
                <a16:creationId xmlns:a16="http://schemas.microsoft.com/office/drawing/2014/main" id="{368CA9B0-7310-4302-88E4-B1262B8D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3744" y="5090849"/>
            <a:ext cx="191" cy="172057"/>
          </a:xfrm>
          <a:custGeom xmlns:a="http://schemas.openxmlformats.org/drawingml/2006/main">
            <a:pathLst>
              <a:path w="191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247F88"/>
            </a:solidFill>
            <a:prstDash val="solid"/>
          </a:ln>
        </p:spPr>
      </p:sp>
      <p:sp>
        <p:nvSpPr>
          <p:cNvPr id="226" name="Layered Editing code to example arrowhead">
            <a:extLst xmlns:a="http://schemas.openxmlformats.org/drawingml/2006/main">
              <a:ext uri="{FF2B5EF4-FFF2-40B4-BE49-F238E27FC236}">
                <a16:creationId xmlns:a16="http://schemas.microsoft.com/office/drawing/2014/main" id="{B0376028-85EE-44B5-95D0-066C3C13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6946" y="5141454"/>
            <a:ext cx="133597" cy="121452"/>
          </a:xfrm>
          <a:custGeom xmlns:a="http://schemas.openxmlformats.org/drawingml/2006/main">
            <a:pathLst>
              <a:path w="125730" h="114300">
                <a:moveTo>
                  <a:pt x="62865" y="114300"/>
                </a:moveTo>
                <a:lnTo>
                  <a:pt x="1257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Scene SVG code line 1">
            <a:extLst xmlns:a="http://schemas.openxmlformats.org/drawingml/2006/main">
              <a:ext uri="{FF2B5EF4-FFF2-40B4-BE49-F238E27FC236}">
                <a16:creationId xmlns:a16="http://schemas.microsoft.com/office/drawing/2014/main" id="{2C3346B4-E2FB-4E29-8F76-338BE14E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7208" y="4038268"/>
            <a:ext cx="2631453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&lt;g id="balloons"&gt;</a:t>
            </a:r>
          </a:p>
        </p:txBody>
      </p:sp>
      <p:sp>
        <p:nvSpPr>
          <p:cNvPr id="228" name="Scene SVG code line 2">
            <a:extLst xmlns:a="http://schemas.openxmlformats.org/drawingml/2006/main">
              <a:ext uri="{FF2B5EF4-FFF2-40B4-BE49-F238E27FC236}">
                <a16:creationId xmlns:a16="http://schemas.microsoft.com/office/drawing/2014/main" id="{36836C99-833C-4BD9-9F4E-5E0181EF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7208" y="4159719"/>
            <a:ext cx="2631453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&lt;path d="M 80 180 Q 85 240 90 320"</a:t>
            </a:r>
          </a:p>
        </p:txBody>
      </p:sp>
      <p:sp>
        <p:nvSpPr>
          <p:cNvPr id="229" name="Scene SVG code line 3">
            <a:extLst xmlns:a="http://schemas.openxmlformats.org/drawingml/2006/main">
              <a:ext uri="{FF2B5EF4-FFF2-40B4-BE49-F238E27FC236}">
                <a16:creationId xmlns:a16="http://schemas.microsoft.com/office/drawing/2014/main" id="{D6097C5B-F4FC-48D4-BB8E-C5E25698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7208" y="4281171"/>
            <a:ext cx="2631453" cy="131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6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6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66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  fill="none" stroke="#666" stroke-width="1.5"/&gt;</a:t>
            </a:r>
          </a:p>
        </p:txBody>
      </p:sp>
      <p:sp>
        <p:nvSpPr>
          <p:cNvPr id="230" name="Scene SVG code line 4">
            <a:extLst xmlns:a="http://schemas.openxmlformats.org/drawingml/2006/main">
              <a:ext uri="{FF2B5EF4-FFF2-40B4-BE49-F238E27FC236}">
                <a16:creationId xmlns:a16="http://schemas.microsoft.com/office/drawing/2014/main" id="{29710FDC-B7EE-4ABA-AD5B-55F3ED06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7208" y="4402623"/>
            <a:ext cx="2631453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&lt;path d="M 150 160 Q 155 220 160 320"</a:t>
            </a:r>
          </a:p>
        </p:txBody>
      </p:sp>
      <p:sp>
        <p:nvSpPr>
          <p:cNvPr id="231" name="Scene SVG code line 5">
            <a:extLst xmlns:a="http://schemas.openxmlformats.org/drawingml/2006/main">
              <a:ext uri="{FF2B5EF4-FFF2-40B4-BE49-F238E27FC236}">
                <a16:creationId xmlns:a16="http://schemas.microsoft.com/office/drawing/2014/main" id="{BDF40502-0477-4815-8B93-B407254B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7208" y="4524074"/>
            <a:ext cx="2631453" cy="131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6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6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66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  fill="none" stroke="#666" stroke-width="1.5"/&gt;</a:t>
            </a:r>
          </a:p>
        </p:txBody>
      </p:sp>
      <p:sp>
        <p:nvSpPr>
          <p:cNvPr id="232" name="Scene SVG code line 6">
            <a:extLst xmlns:a="http://schemas.openxmlformats.org/drawingml/2006/main">
              <a:ext uri="{FF2B5EF4-FFF2-40B4-BE49-F238E27FC236}">
                <a16:creationId xmlns:a16="http://schemas.microsoft.com/office/drawing/2014/main" id="{C9A2ACDE-C2E8-4347-A55B-D3048528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7208" y="4645526"/>
            <a:ext cx="2631453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&lt;path d="M 220 180 Q 215 240 210 320"</a:t>
            </a:r>
          </a:p>
        </p:txBody>
      </p:sp>
      <p:sp>
        <p:nvSpPr>
          <p:cNvPr id="233" name="Scene SVG code line 7">
            <a:extLst xmlns:a="http://schemas.openxmlformats.org/drawingml/2006/main">
              <a:ext uri="{FF2B5EF4-FFF2-40B4-BE49-F238E27FC236}">
                <a16:creationId xmlns:a16="http://schemas.microsoft.com/office/drawing/2014/main" id="{9CE87715-61D9-45C9-A301-A56E5CB6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7208" y="4766978"/>
            <a:ext cx="2631453" cy="131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6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6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66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  fill="none" stroke="#666" stroke-width="1.5"/&gt;</a:t>
            </a:r>
          </a:p>
        </p:txBody>
      </p:sp>
      <p:sp>
        <p:nvSpPr>
          <p:cNvPr id="234" name="Scene SVG code line 8">
            <a:extLst xmlns:a="http://schemas.openxmlformats.org/drawingml/2006/main">
              <a:ext uri="{FF2B5EF4-FFF2-40B4-BE49-F238E27FC236}">
                <a16:creationId xmlns:a16="http://schemas.microsoft.com/office/drawing/2014/main" id="{A851BAA2-464F-4711-AC89-0822A3B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7208" y="4888429"/>
            <a:ext cx="2631453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...</a:t>
            </a:r>
          </a:p>
        </p:txBody>
      </p:sp>
      <p:sp>
        <p:nvSpPr>
          <p:cNvPr id="235" name="HTML text code line 1">
            <a:extLst xmlns:a="http://schemas.openxmlformats.org/drawingml/2006/main">
              <a:ext uri="{FF2B5EF4-FFF2-40B4-BE49-F238E27FC236}">
                <a16:creationId xmlns:a16="http://schemas.microsoft.com/office/drawing/2014/main" id="{9BEF6E6C-4B73-458A-8600-EC435099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378" y="4038268"/>
            <a:ext cx="2611211" cy="134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&lt;span class="topic"&gt;</a:t>
            </a:r>
          </a:p>
        </p:txBody>
      </p:sp>
      <p:sp>
        <p:nvSpPr>
          <p:cNvPr id="236" name="HTML text code line 2">
            <a:extLst xmlns:a="http://schemas.openxmlformats.org/drawingml/2006/main">
              <a:ext uri="{FF2B5EF4-FFF2-40B4-BE49-F238E27FC236}">
                <a16:creationId xmlns:a16="http://schemas.microsoft.com/office/drawing/2014/main" id="{1DAE3A44-61B4-4DB0-8345-AD3B2FDF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378" y="4154659"/>
            <a:ext cx="2611211" cy="134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&lt;span class="title"&gt;GenClaw Agentic 图像生</a:t>
            </a:r>
          </a:p>
        </p:txBody>
      </p:sp>
      <p:sp>
        <p:nvSpPr>
          <p:cNvPr id="237" name="HTML text code line 3">
            <a:extLst xmlns:a="http://schemas.openxmlformats.org/drawingml/2006/main">
              <a:ext uri="{FF2B5EF4-FFF2-40B4-BE49-F238E27FC236}">
                <a16:creationId xmlns:a16="http://schemas.microsoft.com/office/drawing/2014/main" id="{EA47D279-A9FB-459A-B7E2-64AA931F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378" y="4271050"/>
            <a:ext cx="2611211" cy="134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成新思路&lt;/span&gt;</a:t>
            </a:r>
          </a:p>
        </p:txBody>
      </p:sp>
      <p:sp>
        <p:nvSpPr>
          <p:cNvPr id="238" name="HTML text code line 4">
            <a:extLst xmlns:a="http://schemas.openxmlformats.org/drawingml/2006/main">
              <a:ext uri="{FF2B5EF4-FFF2-40B4-BE49-F238E27FC236}">
                <a16:creationId xmlns:a16="http://schemas.microsoft.com/office/drawing/2014/main" id="{E17062D5-E728-4BCF-9196-F3416134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378" y="4387441"/>
            <a:ext cx="2611211" cy="134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&lt;span class="views"&gt;3666666&lt;/span&gt;</a:t>
            </a:r>
          </a:p>
        </p:txBody>
      </p:sp>
      <p:sp>
        <p:nvSpPr>
          <p:cNvPr id="239" name="HTML text code line 5">
            <a:extLst xmlns:a="http://schemas.openxmlformats.org/drawingml/2006/main">
              <a:ext uri="{FF2B5EF4-FFF2-40B4-BE49-F238E27FC236}">
                <a16:creationId xmlns:a16="http://schemas.microsoft.com/office/drawing/2014/main" id="{16544B97-BCB3-47AF-8287-924450E2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378" y="4503832"/>
            <a:ext cx="2611211" cy="134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&lt;/span&gt;</a:t>
            </a:r>
          </a:p>
        </p:txBody>
      </p:sp>
      <p:sp>
        <p:nvSpPr>
          <p:cNvPr id="240" name="HTML text code line 6">
            <a:extLst xmlns:a="http://schemas.openxmlformats.org/drawingml/2006/main">
              <a:ext uri="{FF2B5EF4-FFF2-40B4-BE49-F238E27FC236}">
                <a16:creationId xmlns:a16="http://schemas.microsoft.com/office/drawing/2014/main" id="{2C311343-E721-4452-873B-62AF773D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378" y="4620224"/>
            <a:ext cx="2611211" cy="134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&lt;span class="tag new"&gt;新&lt;/span&gt;</a:t>
            </a:r>
          </a:p>
        </p:txBody>
      </p:sp>
      <p:sp>
        <p:nvSpPr>
          <p:cNvPr id="241" name="HTML text code line 7">
            <a:extLst xmlns:a="http://schemas.openxmlformats.org/drawingml/2006/main">
              <a:ext uri="{FF2B5EF4-FFF2-40B4-BE49-F238E27FC236}">
                <a16:creationId xmlns:a16="http://schemas.microsoft.com/office/drawing/2014/main" id="{3826D264-8C96-4367-8F54-2CF201A2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378" y="4736615"/>
            <a:ext cx="2611211" cy="134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&lt;/li&gt;</a:t>
            </a:r>
          </a:p>
        </p:txBody>
      </p:sp>
      <p:sp>
        <p:nvSpPr>
          <p:cNvPr id="242" name="HTML text code line 8">
            <a:extLst xmlns:a="http://schemas.openxmlformats.org/drawingml/2006/main">
              <a:ext uri="{FF2B5EF4-FFF2-40B4-BE49-F238E27FC236}">
                <a16:creationId xmlns:a16="http://schemas.microsoft.com/office/drawing/2014/main" id="{F8382ABB-B471-435A-AB90-FE63AD5B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378" y="4853006"/>
            <a:ext cx="2611211" cy="134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5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&lt;li&gt;...</a:t>
            </a:r>
          </a:p>
        </p:txBody>
      </p:sp>
      <p:sp>
        <p:nvSpPr>
          <p:cNvPr id="243" name="Physics three.js code line 1">
            <a:extLst xmlns:a="http://schemas.openxmlformats.org/drawingml/2006/main">
              <a:ext uri="{FF2B5EF4-FFF2-40B4-BE49-F238E27FC236}">
                <a16:creationId xmlns:a16="http://schemas.microsoft.com/office/drawing/2014/main" id="{F1FAEF23-9E4E-4CC1-A2A3-1902E1A7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9912" y="4088873"/>
            <a:ext cx="2732662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const scene = new THREE.Scene();</a:t>
            </a:r>
          </a:p>
        </p:txBody>
      </p:sp>
      <p:sp>
        <p:nvSpPr>
          <p:cNvPr id="244" name="Physics three.js code line 2">
            <a:extLst xmlns:a="http://schemas.openxmlformats.org/drawingml/2006/main">
              <a:ext uri="{FF2B5EF4-FFF2-40B4-BE49-F238E27FC236}">
                <a16:creationId xmlns:a16="http://schemas.microsoft.com/office/drawing/2014/main" id="{A80AD871-90D4-4107-B4D7-CA03D11D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9912" y="4210324"/>
            <a:ext cx="2732662" cy="131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2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2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22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const camera = new THREE.PerspectiveCamera(...);</a:t>
            </a:r>
          </a:p>
        </p:txBody>
      </p:sp>
      <p:sp>
        <p:nvSpPr>
          <p:cNvPr id="245" name="Physics three.js code line 3">
            <a:extLst xmlns:a="http://schemas.openxmlformats.org/drawingml/2006/main">
              <a:ext uri="{FF2B5EF4-FFF2-40B4-BE49-F238E27FC236}">
                <a16:creationId xmlns:a16="http://schemas.microsoft.com/office/drawing/2014/main" id="{09061A8B-0E04-45CB-924E-B4AF19B1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9912" y="4331776"/>
            <a:ext cx="2732662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const mountain = new THREE.Mesh(geometry,</a:t>
            </a:r>
          </a:p>
        </p:txBody>
      </p:sp>
      <p:sp>
        <p:nvSpPr>
          <p:cNvPr id="246" name="Physics three.js code line 4">
            <a:extLst xmlns:a="http://schemas.openxmlformats.org/drawingml/2006/main">
              <a:ext uri="{FF2B5EF4-FFF2-40B4-BE49-F238E27FC236}">
                <a16:creationId xmlns:a16="http://schemas.microsoft.com/office/drawing/2014/main" id="{FAE08841-2EA0-470D-BF21-CA08C2DB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9912" y="4453228"/>
            <a:ext cx="2732662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    material);</a:t>
            </a:r>
          </a:p>
        </p:txBody>
      </p:sp>
      <p:sp>
        <p:nvSpPr>
          <p:cNvPr id="247" name="Physics three.js code line 5">
            <a:extLst xmlns:a="http://schemas.openxmlformats.org/drawingml/2006/main">
              <a:ext uri="{FF2B5EF4-FFF2-40B4-BE49-F238E27FC236}">
                <a16:creationId xmlns:a16="http://schemas.microsoft.com/office/drawing/2014/main" id="{0ABE8953-440B-4973-946E-2567F00F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9912" y="4574679"/>
            <a:ext cx="2732662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const train = new THREE.Object3D();</a:t>
            </a:r>
          </a:p>
        </p:txBody>
      </p:sp>
      <p:sp>
        <p:nvSpPr>
          <p:cNvPr id="248" name="Physics three.js code line 6">
            <a:extLst xmlns:a="http://schemas.openxmlformats.org/drawingml/2006/main">
              <a:ext uri="{FF2B5EF4-FFF2-40B4-BE49-F238E27FC236}">
                <a16:creationId xmlns:a16="http://schemas.microsoft.com/office/drawing/2014/main" id="{B463BB4D-308A-4D98-BAF5-C74C9C88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9912" y="4696131"/>
            <a:ext cx="2732662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...</a:t>
            </a:r>
          </a:p>
        </p:txBody>
      </p:sp>
      <p:sp>
        <p:nvSpPr>
          <p:cNvPr id="249" name="Physics three.js code line 7">
            <a:extLst xmlns:a="http://schemas.openxmlformats.org/drawingml/2006/main">
              <a:ext uri="{FF2B5EF4-FFF2-40B4-BE49-F238E27FC236}">
                <a16:creationId xmlns:a16="http://schemas.microsoft.com/office/drawing/2014/main" id="{C279BB50-7EA4-4E28-BDDC-C6E228BD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9912" y="4817583"/>
            <a:ext cx="2732662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8CBFD0"/>
                </a:solidFill>
                <a:latin typeface="Courier New"/>
                <a:ea typeface="Courier New"/>
                <a:cs typeface="Courier New"/>
              </a:rPr>
              <a:t>renderer.render(scene, camera);</a:t>
            </a:r>
          </a:p>
        </p:txBody>
      </p:sp>
      <p:sp>
        <p:nvSpPr>
          <p:cNvPr id="250" name="Layered editing tool 0">
            <a:extLst xmlns:a="http://schemas.openxmlformats.org/drawingml/2006/main">
              <a:ext uri="{FF2B5EF4-FFF2-40B4-BE49-F238E27FC236}">
                <a16:creationId xmlns:a16="http://schemas.microsoft.com/office/drawing/2014/main" id="{466CA457-C9AB-4ACF-AF32-88911426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7534" y="4078752"/>
            <a:ext cx="819799" cy="829920"/>
          </a:xfrm>
          <a:custGeom xmlns:a="http://schemas.openxmlformats.org/drawingml/2006/main">
            <a:pathLst>
              <a:path w="771525" h="781050">
                <a:moveTo>
                  <a:pt x="66675" y="0"/>
                </a:moveTo>
                <a:lnTo>
                  <a:pt x="704850" y="0"/>
                </a:lnTo>
                <a:cubicBezTo>
                  <a:pt x="741674" y="0"/>
                  <a:pt x="771525" y="29851"/>
                  <a:pt x="771525" y="66675"/>
                </a:cubicBezTo>
                <a:lnTo>
                  <a:pt x="771525" y="714375"/>
                </a:lnTo>
                <a:cubicBezTo>
                  <a:pt x="771525" y="751199"/>
                  <a:pt x="741674" y="781050"/>
                  <a:pt x="704850" y="781050"/>
                </a:cubicBezTo>
                <a:lnTo>
                  <a:pt x="66675" y="781050"/>
                </a:lnTo>
                <a:cubicBezTo>
                  <a:pt x="29851" y="781050"/>
                  <a:pt x="0" y="751199"/>
                  <a:pt x="0" y="7143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242">
            <a:solidFill>
              <a:srgbClr val="C7E4E9"/>
            </a:solidFill>
            <a:prstDash val="solid"/>
          </a:ln>
        </p:spPr>
      </p:sp>
      <p:sp>
        <p:nvSpPr>
          <p:cNvPr id="251" name="Layered editing tool 1">
            <a:extLst xmlns:a="http://schemas.openxmlformats.org/drawingml/2006/main">
              <a:ext uri="{FF2B5EF4-FFF2-40B4-BE49-F238E27FC236}">
                <a16:creationId xmlns:a16="http://schemas.microsoft.com/office/drawing/2014/main" id="{3DC1D53B-8C4A-429C-9FDC-B84A1596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542" y="4078752"/>
            <a:ext cx="819799" cy="829920"/>
          </a:xfrm>
          <a:custGeom xmlns:a="http://schemas.openxmlformats.org/drawingml/2006/main">
            <a:pathLst>
              <a:path w="771525" h="781050">
                <a:moveTo>
                  <a:pt x="66675" y="0"/>
                </a:moveTo>
                <a:lnTo>
                  <a:pt x="704850" y="0"/>
                </a:lnTo>
                <a:cubicBezTo>
                  <a:pt x="741674" y="0"/>
                  <a:pt x="771525" y="29851"/>
                  <a:pt x="771525" y="66675"/>
                </a:cubicBezTo>
                <a:lnTo>
                  <a:pt x="771525" y="714375"/>
                </a:lnTo>
                <a:cubicBezTo>
                  <a:pt x="771525" y="751199"/>
                  <a:pt x="741674" y="781050"/>
                  <a:pt x="704850" y="781050"/>
                </a:cubicBezTo>
                <a:lnTo>
                  <a:pt x="66675" y="781050"/>
                </a:lnTo>
                <a:cubicBezTo>
                  <a:pt x="29851" y="781050"/>
                  <a:pt x="0" y="751199"/>
                  <a:pt x="0" y="7143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242">
            <a:solidFill>
              <a:srgbClr val="C7E4E9"/>
            </a:solidFill>
            <a:prstDash val="solid"/>
          </a:ln>
        </p:spPr>
      </p:sp>
      <p:sp>
        <p:nvSpPr>
          <p:cNvPr id="252" name="Layered editing tool 2">
            <a:extLst xmlns:a="http://schemas.openxmlformats.org/drawingml/2006/main">
              <a:ext uri="{FF2B5EF4-FFF2-40B4-BE49-F238E27FC236}">
                <a16:creationId xmlns:a16="http://schemas.microsoft.com/office/drawing/2014/main" id="{13793841-41B2-4C89-8640-5282C8D8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9430" y="4078752"/>
            <a:ext cx="819799" cy="829920"/>
          </a:xfrm>
          <a:custGeom xmlns:a="http://schemas.openxmlformats.org/drawingml/2006/main">
            <a:pathLst>
              <a:path w="771525" h="781050">
                <a:moveTo>
                  <a:pt x="66675" y="0"/>
                </a:moveTo>
                <a:lnTo>
                  <a:pt x="704850" y="0"/>
                </a:lnTo>
                <a:cubicBezTo>
                  <a:pt x="741674" y="0"/>
                  <a:pt x="771525" y="29851"/>
                  <a:pt x="771525" y="66675"/>
                </a:cubicBezTo>
                <a:lnTo>
                  <a:pt x="771525" y="714375"/>
                </a:lnTo>
                <a:cubicBezTo>
                  <a:pt x="771525" y="751199"/>
                  <a:pt x="741674" y="781050"/>
                  <a:pt x="704850" y="781050"/>
                </a:cubicBezTo>
                <a:lnTo>
                  <a:pt x="66675" y="781050"/>
                </a:lnTo>
                <a:cubicBezTo>
                  <a:pt x="29851" y="781050"/>
                  <a:pt x="0" y="751199"/>
                  <a:pt x="0" y="7143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242">
            <a:solidFill>
              <a:srgbClr val="C7E4E9"/>
            </a:solidFill>
            <a:prstDash val="solid"/>
          </a:ln>
        </p:spPr>
      </p:sp>
      <p:pic>
        <p:nvPic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9635C01-ADC2-4BC1-B84E-CC3BB53015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b9e7ac3364f63"/>
          <a:stretch xmlns:a="http://schemas.openxmlformats.org/drawingml/2006/main"/>
        </p:blipFill>
        <p:spPr>
          <a:xfrm xmlns:a="http://schemas.openxmlformats.org/drawingml/2006/main">
            <a:off x="16478986" y="4171636"/>
            <a:ext cx="404839" cy="411369"/>
          </a:xfrm>
          <a:prstGeom xmlns:a="http://schemas.openxmlformats.org/drawingml/2006/main" prst="rect">
            <a:avLst/>
          </a:prstGeom>
        </p:spPr>
      </p:pic>
      <p:pic>
        <p:nvPic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C6DD8AD-165C-4E17-A71B-8CA8A95606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9adb61bfe47d3"/>
          <a:stretch xmlns:a="http://schemas.openxmlformats.org/drawingml/2006/main"/>
        </p:blipFill>
        <p:spPr>
          <a:xfrm xmlns:a="http://schemas.openxmlformats.org/drawingml/2006/main">
            <a:off x="17308905" y="4161139"/>
            <a:ext cx="536411" cy="412121"/>
          </a:xfrm>
          <a:prstGeom xmlns:a="http://schemas.openxmlformats.org/drawingml/2006/main" prst="rect">
            <a:avLst/>
          </a:prstGeom>
        </p:spPr>
      </p:pic>
      <p:pic>
        <p:nvPic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75EF9ACF-2BF9-4B3D-B5C3-2FE9006662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183ef8cb041cb"/>
          <a:stretch xmlns:a="http://schemas.openxmlformats.org/drawingml/2006/main"/>
        </p:blipFill>
        <p:spPr>
          <a:xfrm xmlns:a="http://schemas.openxmlformats.org/drawingml/2006/main">
            <a:off x="18381728" y="4181035"/>
            <a:ext cx="435202" cy="382450"/>
          </a:xfrm>
          <a:prstGeom xmlns:a="http://schemas.openxmlformats.org/drawingml/2006/main" prst="rect">
            <a:avLst/>
          </a:prstGeom>
        </p:spPr>
      </p:pic>
      <p:sp>
        <p:nvSpPr>
          <p:cNvPr id="256" name="VLM hierarchy line 1">
            <a:extLst xmlns:a="http://schemas.openxmlformats.org/drawingml/2006/main">
              <a:ext uri="{FF2B5EF4-FFF2-40B4-BE49-F238E27FC236}">
                <a16:creationId xmlns:a16="http://schemas.microsoft.com/office/drawing/2014/main" id="{BCEF3FFB-DB3E-43C5-9234-E4BD59AA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8381" y="4635405"/>
            <a:ext cx="819799" cy="15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VLM-based</a:t>
            </a:r>
          </a:p>
        </p:txBody>
      </p:sp>
      <p:sp>
        <p:nvSpPr>
          <p:cNvPr id="257" name="VLM hierarchy line 2">
            <a:extLst xmlns:a="http://schemas.openxmlformats.org/drawingml/2006/main">
              <a:ext uri="{FF2B5EF4-FFF2-40B4-BE49-F238E27FC236}">
                <a16:creationId xmlns:a16="http://schemas.microsoft.com/office/drawing/2014/main" id="{CC17595C-82C8-45CB-A6A9-8340FC02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8381" y="4756857"/>
            <a:ext cx="819799" cy="15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Hierarchization</a:t>
            </a:r>
          </a:p>
        </p:txBody>
      </p:sp>
      <p:sp>
        <p:nvSpPr>
          <p:cNvPr id="258" name="SAM segmentation line 1">
            <a:extLst xmlns:a="http://schemas.openxmlformats.org/drawingml/2006/main">
              <a:ext uri="{FF2B5EF4-FFF2-40B4-BE49-F238E27FC236}">
                <a16:creationId xmlns:a16="http://schemas.microsoft.com/office/drawing/2014/main" id="{BB28DC47-B42D-4E0F-A1CE-75EFE639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19026" y="4635405"/>
            <a:ext cx="819799" cy="15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SAM3-Based</a:t>
            </a:r>
          </a:p>
        </p:txBody>
      </p:sp>
      <p:sp>
        <p:nvSpPr>
          <p:cNvPr id="259" name="SAM segmentation line 2">
            <a:extLst xmlns:a="http://schemas.openxmlformats.org/drawingml/2006/main">
              <a:ext uri="{FF2B5EF4-FFF2-40B4-BE49-F238E27FC236}">
                <a16:creationId xmlns:a16="http://schemas.microsoft.com/office/drawing/2014/main" id="{91A2EF21-3AA2-42C0-B540-AA514F30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19026" y="4756857"/>
            <a:ext cx="819799" cy="15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Segmentation</a:t>
            </a:r>
          </a:p>
        </p:txBody>
      </p:sp>
      <p:sp>
        <p:nvSpPr>
          <p:cNvPr id="260" name="Occlusion restoration line 1">
            <a:extLst xmlns:a="http://schemas.openxmlformats.org/drawingml/2006/main">
              <a:ext uri="{FF2B5EF4-FFF2-40B4-BE49-F238E27FC236}">
                <a16:creationId xmlns:a16="http://schemas.microsoft.com/office/drawing/2014/main" id="{1B33AAFD-801F-4C22-B81A-8AD68EBE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29914" y="4635405"/>
            <a:ext cx="819799" cy="15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Occlusion Region</a:t>
            </a:r>
          </a:p>
        </p:txBody>
      </p:sp>
      <p:sp>
        <p:nvSpPr>
          <p:cNvPr id="261" name="Occlusion restoration line 2">
            <a:extLst xmlns:a="http://schemas.openxmlformats.org/drawingml/2006/main">
              <a:ext uri="{FF2B5EF4-FFF2-40B4-BE49-F238E27FC236}">
                <a16:creationId xmlns:a16="http://schemas.microsoft.com/office/drawing/2014/main" id="{B307690C-CC26-4FB4-ACA9-7D14F16F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29914" y="4756857"/>
            <a:ext cx="819799" cy="15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defRPr>
            </a:pPr>
            <a:r>
              <a:rPr sz="877" b="0" i="0">
                <a:solidFill>
                  <a:srgbClr val="104F57"/>
                </a:solidFill>
                <a:latin typeface="Calibri"/>
                <a:ea typeface="Calibri"/>
                <a:cs typeface="Calibri"/>
              </a:rPr>
              <a:t>Restoration</a:t>
            </a:r>
          </a:p>
        </p:txBody>
      </p:sp>
      <p:pic>
        <p:nvPic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A7DB0BE8-2090-4A6E-AA40-D62EE89FC8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51eb8a4fd4a61"/>
          <a:stretch xmlns:a="http://schemas.openxmlformats.org/drawingml/2006/main"/>
        </p:blipFill>
        <p:spPr>
          <a:xfrm xmlns:a="http://schemas.openxmlformats.org/drawingml/2006/main">
            <a:off x="6874184" y="5315929"/>
            <a:ext cx="2833872" cy="2009235"/>
          </a:xfrm>
          <a:prstGeom xmlns:a="http://schemas.openxmlformats.org/drawingml/2006/main" prst="rect">
            <a:avLst/>
          </a:prstGeom>
        </p:spPr>
      </p:pic>
      <p:sp>
        <p:nvSpPr>
          <p:cNvPr id="263" name="SVG room rendering border">
            <a:extLst xmlns:a="http://schemas.openxmlformats.org/drawingml/2006/main">
              <a:ext uri="{FF2B5EF4-FFF2-40B4-BE49-F238E27FC236}">
                <a16:creationId xmlns:a16="http://schemas.microsoft.com/office/drawing/2014/main" id="{A4635B1B-D717-4ADD-98BA-F381FBA5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4184" y="5293268"/>
            <a:ext cx="2864235" cy="2054557"/>
          </a:xfrm>
          <a:custGeom xmlns:a="http://schemas.openxmlformats.org/drawingml/2006/main">
            <a:pathLst>
              <a:path w="2695575" h="1933575">
                <a:moveTo>
                  <a:pt x="209550" y="0"/>
                </a:moveTo>
                <a:lnTo>
                  <a:pt x="2486025" y="0"/>
                </a:lnTo>
                <a:cubicBezTo>
                  <a:pt x="2601756" y="0"/>
                  <a:pt x="2695575" y="93819"/>
                  <a:pt x="2695575" y="209550"/>
                </a:cubicBezTo>
                <a:lnTo>
                  <a:pt x="2695575" y="1724025"/>
                </a:lnTo>
                <a:cubicBezTo>
                  <a:pt x="2695575" y="1839756"/>
                  <a:pt x="2601756" y="1933575"/>
                  <a:pt x="2486025" y="1933575"/>
                </a:cubicBezTo>
                <a:lnTo>
                  <a:pt x="209550" y="1933575"/>
                </a:lnTo>
                <a:cubicBezTo>
                  <a:pt x="93819" y="1933575"/>
                  <a:pt x="0" y="1839756"/>
                  <a:pt x="0" y="1724025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242">
            <a:solidFill>
              <a:srgbClr val="D8EBEF"/>
            </a:solidFill>
            <a:prstDash val="solid"/>
          </a:ln>
        </p:spPr>
      </p:sp>
      <p:pic>
        <p:nvPic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70EC451-5F2C-437C-8AFA-1D10605347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3cd6188d44ab8"/>
          <a:stretch xmlns:a="http://schemas.openxmlformats.org/drawingml/2006/main"/>
        </p:blipFill>
        <p:spPr>
          <a:xfrm xmlns:a="http://schemas.openxmlformats.org/drawingml/2006/main">
            <a:off x="10021806" y="5317629"/>
            <a:ext cx="2813630" cy="1995714"/>
          </a:xfrm>
          <a:prstGeom xmlns:a="http://schemas.openxmlformats.org/drawingml/2006/main" prst="rect">
            <a:avLst/>
          </a:prstGeom>
        </p:spPr>
      </p:pic>
      <p:sp>
        <p:nvSpPr>
          <p:cNvPr id="265" name="HTML hot search rendering border">
            <a:extLst xmlns:a="http://schemas.openxmlformats.org/drawingml/2006/main">
              <a:ext uri="{FF2B5EF4-FFF2-40B4-BE49-F238E27FC236}">
                <a16:creationId xmlns:a16="http://schemas.microsoft.com/office/drawing/2014/main" id="{7472C2B1-DCA8-41B4-BD8C-24FBD510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564" y="5293268"/>
            <a:ext cx="2854114" cy="2054557"/>
          </a:xfrm>
          <a:custGeom xmlns:a="http://schemas.openxmlformats.org/drawingml/2006/main">
            <a:pathLst>
              <a:path w="2686050" h="1933575">
                <a:moveTo>
                  <a:pt x="171450" y="0"/>
                </a:moveTo>
                <a:lnTo>
                  <a:pt x="2514600" y="0"/>
                </a:lnTo>
                <a:cubicBezTo>
                  <a:pt x="2609289" y="0"/>
                  <a:pt x="2686050" y="76761"/>
                  <a:pt x="2686050" y="171450"/>
                </a:cubicBezTo>
                <a:lnTo>
                  <a:pt x="2686050" y="1762125"/>
                </a:lnTo>
                <a:cubicBezTo>
                  <a:pt x="2686050" y="1856814"/>
                  <a:pt x="2609289" y="1933575"/>
                  <a:pt x="2514600" y="1933575"/>
                </a:cubicBezTo>
                <a:lnTo>
                  <a:pt x="171450" y="1933575"/>
                </a:lnTo>
                <a:cubicBezTo>
                  <a:pt x="76761" y="1933575"/>
                  <a:pt x="0" y="1856814"/>
                  <a:pt x="0" y="176212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242">
            <a:solidFill>
              <a:srgbClr val="D8EBEF"/>
            </a:solidFill>
            <a:prstDash val="solid"/>
          </a:ln>
        </p:spPr>
      </p:sp>
      <p:pic>
        <p:nvPic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F12B8B55-016E-4E62-8D75-CD8CC07BEC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a48ad6cfe4cb7"/>
          <a:stretch xmlns:a="http://schemas.openxmlformats.org/drawingml/2006/main"/>
        </p:blipFill>
        <p:spPr>
          <a:xfrm xmlns:a="http://schemas.openxmlformats.org/drawingml/2006/main">
            <a:off x="13149186" y="5314579"/>
            <a:ext cx="2823751" cy="1991695"/>
          </a:xfrm>
          <a:prstGeom xmlns:a="http://schemas.openxmlformats.org/drawingml/2006/main" prst="rect">
            <a:avLst/>
          </a:prstGeom>
        </p:spPr>
      </p:pic>
      <p:sp>
        <p:nvSpPr>
          <p:cNvPr id="267" name="Physics rendering border">
            <a:extLst xmlns:a="http://schemas.openxmlformats.org/drawingml/2006/main">
              <a:ext uri="{FF2B5EF4-FFF2-40B4-BE49-F238E27FC236}">
                <a16:creationId xmlns:a16="http://schemas.microsoft.com/office/drawing/2014/main" id="{77E90669-736C-49FE-9F57-5FAD845C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9065" y="5293268"/>
            <a:ext cx="2854114" cy="2054557"/>
          </a:xfrm>
          <a:custGeom xmlns:a="http://schemas.openxmlformats.org/drawingml/2006/main">
            <a:pathLst>
              <a:path w="2686050" h="1933575">
                <a:moveTo>
                  <a:pt x="190500" y="0"/>
                </a:moveTo>
                <a:lnTo>
                  <a:pt x="2495550" y="0"/>
                </a:lnTo>
                <a:cubicBezTo>
                  <a:pt x="2600760" y="0"/>
                  <a:pt x="2686050" y="85290"/>
                  <a:pt x="2686050" y="190500"/>
                </a:cubicBezTo>
                <a:lnTo>
                  <a:pt x="2686050" y="1743075"/>
                </a:lnTo>
                <a:cubicBezTo>
                  <a:pt x="2686050" y="1848285"/>
                  <a:pt x="2600760" y="1933575"/>
                  <a:pt x="2495550" y="1933575"/>
                </a:cubicBezTo>
                <a:lnTo>
                  <a:pt x="190500" y="1933575"/>
                </a:lnTo>
                <a:cubicBezTo>
                  <a:pt x="85290" y="1933575"/>
                  <a:pt x="0" y="1848285"/>
                  <a:pt x="0" y="17430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242">
            <a:solidFill>
              <a:srgbClr val="D8EBEF"/>
            </a:solidFill>
            <a:prstDash val="solid"/>
          </a:ln>
        </p:spPr>
      </p:sp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9FBC6A9F-E2E4-4351-AF00-C80271DF01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152b96ca24db1"/>
          <a:stretch xmlns:a="http://schemas.openxmlformats.org/drawingml/2006/main"/>
        </p:blipFill>
        <p:spPr>
          <a:xfrm xmlns:a="http://schemas.openxmlformats.org/drawingml/2006/main">
            <a:off x="16299338" y="5343873"/>
            <a:ext cx="2869295" cy="1912864"/>
          </a:xfrm>
          <a:prstGeom xmlns:a="http://schemas.openxmlformats.org/drawingml/2006/main" prst="rect">
            <a:avLst/>
          </a:prstGeom>
        </p:spPr>
      </p:pic>
      <p:sp>
        <p:nvSpPr>
          <p:cNvPr id="269" name="Executable canvas preview panel">
            <a:extLst xmlns:a="http://schemas.openxmlformats.org/drawingml/2006/main">
              <a:ext uri="{FF2B5EF4-FFF2-40B4-BE49-F238E27FC236}">
                <a16:creationId xmlns:a16="http://schemas.microsoft.com/office/drawing/2014/main" id="{BFAD3548-26D2-4CD2-8E49-46117A09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4667" y="8744519"/>
            <a:ext cx="3005929" cy="2155767"/>
          </a:xfrm>
          <a:custGeom xmlns:a="http://schemas.openxmlformats.org/drawingml/2006/main">
            <a:pathLst>
              <a:path w="2828925" h="2028825">
                <a:moveTo>
                  <a:pt x="114300" y="0"/>
                </a:moveTo>
                <a:lnTo>
                  <a:pt x="2714625" y="0"/>
                </a:lnTo>
                <a:cubicBezTo>
                  <a:pt x="2777751" y="0"/>
                  <a:pt x="2828925" y="51174"/>
                  <a:pt x="2828925" y="114300"/>
                </a:cubicBezTo>
                <a:lnTo>
                  <a:pt x="2828925" y="1914525"/>
                </a:lnTo>
                <a:cubicBezTo>
                  <a:pt x="2828925" y="1977651"/>
                  <a:pt x="2777751" y="2028825"/>
                  <a:pt x="2714625" y="2028825"/>
                </a:cubicBezTo>
                <a:lnTo>
                  <a:pt x="114300" y="2028825"/>
                </a:lnTo>
                <a:cubicBezTo>
                  <a:pt x="51174" y="2028825"/>
                  <a:pt x="0" y="1977651"/>
                  <a:pt x="0" y="19145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302">
            <a:solidFill>
              <a:srgbClr val="B9B2E4"/>
            </a:solidFill>
            <a:prstDash val="solid"/>
          </a:ln>
        </p:spPr>
      </p:sp>
      <p:pic>
        <p:nvPic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04BBFAA1-AE40-4236-B673-3D7A96310A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9508384754475"/>
          <a:stretch xmlns:a="http://schemas.openxmlformats.org/drawingml/2006/main"/>
        </p:blipFill>
        <p:spPr>
          <a:xfrm xmlns:a="http://schemas.openxmlformats.org/drawingml/2006/main">
            <a:off x="7017658" y="8845729"/>
            <a:ext cx="360794" cy="354234"/>
          </a:xfrm>
          <a:prstGeom xmlns:a="http://schemas.openxmlformats.org/drawingml/2006/main" prst="rect">
            <a:avLst/>
          </a:prstGeom>
        </p:spPr>
      </p:pic>
      <p:sp>
        <p:nvSpPr>
          <p:cNvPr id="271" name="Executable Canvas label">
            <a:extLst xmlns:a="http://schemas.openxmlformats.org/drawingml/2006/main">
              <a:ext uri="{FF2B5EF4-FFF2-40B4-BE49-F238E27FC236}">
                <a16:creationId xmlns:a16="http://schemas.microsoft.com/office/drawing/2014/main" id="{C5479063-5E59-4470-A70A-DA6BFB89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1684" y="8896334"/>
            <a:ext cx="2580848" cy="410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11" b="1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11" b="1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pPr>
            <a:r>
              <a:rPr sz="2311" b="1" i="0">
                <a:solidFill>
                  <a:srgbClr val="655DB6"/>
                </a:solidFill>
                <a:latin typeface="Calibri"/>
                <a:ea typeface="Calibri"/>
                <a:cs typeface="Calibri"/>
              </a:rPr>
              <a:t>Executable Canvas</a:t>
            </a:r>
          </a:p>
        </p:txBody>
      </p:sp>
      <p:pic>
        <p:nvPic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BB218E65-C013-45EE-A44C-94B432891F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6a6aabf284c93"/>
          <a:stretch xmlns:a="http://schemas.openxmlformats.org/drawingml/2006/main"/>
        </p:blipFill>
        <p:spPr>
          <a:xfrm xmlns:a="http://schemas.openxmlformats.org/drawingml/2006/main">
            <a:off x="7339748" y="9284387"/>
            <a:ext cx="2145646" cy="1399903"/>
          </a:xfrm>
          <a:prstGeom xmlns:a="http://schemas.openxmlformats.org/drawingml/2006/main" prst="rect">
            <a:avLst/>
          </a:prstGeom>
        </p:spPr>
      </p:pic>
      <p:sp>
        <p:nvSpPr>
          <p:cNvPr id="273" name="Executable canvas room preview border">
            <a:extLst xmlns:a="http://schemas.openxmlformats.org/drawingml/2006/main">
              <a:ext uri="{FF2B5EF4-FFF2-40B4-BE49-F238E27FC236}">
                <a16:creationId xmlns:a16="http://schemas.microsoft.com/office/drawing/2014/main" id="{4F1D2012-2E0A-4FB1-B473-662BA2D8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627" y="9270810"/>
            <a:ext cx="2186130" cy="1427057"/>
          </a:xfrm>
          <a:custGeom xmlns:a="http://schemas.openxmlformats.org/drawingml/2006/main">
            <a:pathLst>
              <a:path w="2057400" h="1343025">
                <a:moveTo>
                  <a:pt x="133350" y="0"/>
                </a:moveTo>
                <a:lnTo>
                  <a:pt x="1924050" y="0"/>
                </a:lnTo>
                <a:cubicBezTo>
                  <a:pt x="1997697" y="0"/>
                  <a:pt x="2057400" y="59703"/>
                  <a:pt x="2057400" y="133350"/>
                </a:cubicBezTo>
                <a:lnTo>
                  <a:pt x="2057400" y="1209675"/>
                </a:lnTo>
                <a:cubicBezTo>
                  <a:pt x="2057400" y="1283322"/>
                  <a:pt x="1997697" y="1343025"/>
                  <a:pt x="1924050" y="1343025"/>
                </a:cubicBezTo>
                <a:lnTo>
                  <a:pt x="133350" y="1343025"/>
                </a:lnTo>
                <a:cubicBezTo>
                  <a:pt x="59703" y="1343025"/>
                  <a:pt x="0" y="1283322"/>
                  <a:pt x="0" y="12096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242">
            <a:solidFill>
              <a:srgbClr val="D6D1F1"/>
            </a:solidFill>
            <a:prstDash val="solid"/>
          </a:ln>
        </p:spPr>
      </p:sp>
      <p:sp>
        <p:nvSpPr>
          <p:cNvPr id="274" name="Canvas to generation shaft">
            <a:extLst xmlns:a="http://schemas.openxmlformats.org/drawingml/2006/main">
              <a:ext uri="{FF2B5EF4-FFF2-40B4-BE49-F238E27FC236}">
                <a16:creationId xmlns:a16="http://schemas.microsoft.com/office/drawing/2014/main" id="{AE31BBEE-6423-47EC-94E1-F15F2ECA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13" y="10880045"/>
            <a:ext cx="191" cy="273266"/>
          </a:xfrm>
          <a:custGeom xmlns:a="http://schemas.openxmlformats.org/drawingml/2006/main">
            <a:pathLst>
              <a:path w="191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40484">
            <a:solidFill>
              <a:srgbClr val="655DB6"/>
            </a:solidFill>
            <a:prstDash val="solid"/>
          </a:ln>
        </p:spPr>
      </p:sp>
      <p:sp>
        <p:nvSpPr>
          <p:cNvPr id="275" name="Canvas to generation arrowhead">
            <a:extLst xmlns:a="http://schemas.openxmlformats.org/drawingml/2006/main">
              <a:ext uri="{FF2B5EF4-FFF2-40B4-BE49-F238E27FC236}">
                <a16:creationId xmlns:a16="http://schemas.microsoft.com/office/drawing/2014/main" id="{C7F88D2F-B58C-4728-A9D7-809B9955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315" y="11001496"/>
            <a:ext cx="166996" cy="151815"/>
          </a:xfrm>
          <a:custGeom xmlns:a="http://schemas.openxmlformats.org/drawingml/2006/main">
            <a:pathLst>
              <a:path w="157163" h="142875">
                <a:moveTo>
                  <a:pt x="78581" y="142875"/>
                </a:moveTo>
                <a:lnTo>
                  <a:pt x="15716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Generation module panel">
            <a:extLst xmlns:a="http://schemas.openxmlformats.org/drawingml/2006/main">
              <a:ext uri="{FF2B5EF4-FFF2-40B4-BE49-F238E27FC236}">
                <a16:creationId xmlns:a16="http://schemas.microsoft.com/office/drawing/2014/main" id="{E722F5DA-DCF7-4F87-A7F4-9F155B2C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4667" y="11122948"/>
            <a:ext cx="2985687" cy="1568751"/>
          </a:xfrm>
          <a:custGeom xmlns:a="http://schemas.openxmlformats.org/drawingml/2006/main">
            <a:pathLst>
              <a:path w="2809875" h="1476375">
                <a:moveTo>
                  <a:pt x="85725" y="0"/>
                </a:moveTo>
                <a:lnTo>
                  <a:pt x="2724150" y="0"/>
                </a:lnTo>
                <a:cubicBezTo>
                  <a:pt x="2771495" y="0"/>
                  <a:pt x="2809875" y="38380"/>
                  <a:pt x="2809875" y="85725"/>
                </a:cubicBezTo>
                <a:lnTo>
                  <a:pt x="2809875" y="1390650"/>
                </a:lnTo>
                <a:cubicBezTo>
                  <a:pt x="2809875" y="1437995"/>
                  <a:pt x="2771495" y="1476375"/>
                  <a:pt x="2724150" y="1476375"/>
                </a:cubicBezTo>
                <a:lnTo>
                  <a:pt x="85725" y="1476375"/>
                </a:lnTo>
                <a:cubicBezTo>
                  <a:pt x="38380" y="1476375"/>
                  <a:pt x="0" y="1437995"/>
                  <a:pt x="0" y="13906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5302">
            <a:solidFill>
              <a:srgbClr val="D6D1F1"/>
            </a:solidFill>
            <a:prstDash val="solid"/>
          </a:ln>
        </p:spPr>
      </p:sp>
      <p:pic>
        <p:nvPic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ED4ADF53-E59D-4C75-823B-FE801866CD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2405b83014560"/>
          <a:stretch xmlns:a="http://schemas.openxmlformats.org/drawingml/2006/main"/>
        </p:blipFill>
        <p:spPr>
          <a:xfrm xmlns:a="http://schemas.openxmlformats.org/drawingml/2006/main">
            <a:off x="7351701" y="11173553"/>
            <a:ext cx="380932" cy="374476"/>
          </a:xfrm>
          <a:prstGeom xmlns:a="http://schemas.openxmlformats.org/drawingml/2006/main" prst="rect">
            <a:avLst/>
          </a:prstGeom>
        </p:spPr>
      </p:pic>
      <p:sp>
        <p:nvSpPr>
          <p:cNvPr id="278" name="Generation title">
            <a:extLst xmlns:a="http://schemas.openxmlformats.org/drawingml/2006/main">
              <a:ext uri="{FF2B5EF4-FFF2-40B4-BE49-F238E27FC236}">
                <a16:creationId xmlns:a16="http://schemas.microsoft.com/office/drawing/2014/main" id="{21681E71-4249-4AF7-8C13-EE646ADD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5676" y="11224158"/>
            <a:ext cx="2125404" cy="382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2" b="1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2" b="1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pPr>
            <a:r>
              <a:rPr sz="2152" b="1" i="0">
                <a:solidFill>
                  <a:srgbClr val="655DB6"/>
                </a:solidFill>
                <a:latin typeface="Calibri"/>
                <a:ea typeface="Calibri"/>
                <a:cs typeface="Calibri"/>
              </a:rPr>
              <a:t>Generation</a:t>
            </a:r>
          </a:p>
        </p:txBody>
      </p:sp>
      <p:pic>
        <p:nvPic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D0414EA5-1ACA-4FCB-9013-1DD8E39849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15dfe040943fc"/>
          <a:stretch xmlns:a="http://schemas.openxmlformats.org/drawingml/2006/main"/>
        </p:blipFill>
        <p:spPr>
          <a:xfrm xmlns:a="http://schemas.openxmlformats.org/drawingml/2006/main">
            <a:off x="7005756" y="11553089"/>
            <a:ext cx="435202" cy="435202"/>
          </a:xfrm>
          <a:prstGeom xmlns:a="http://schemas.openxmlformats.org/drawingml/2006/main" prst="rect">
            <a:avLst/>
          </a:prstGeom>
        </p:spPr>
      </p:pic>
      <p:pic>
        <p:nvPic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7862A1B-22E7-4F4B-A41A-C749D95923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d78a2dc8e436e"/>
          <a:stretch xmlns:a="http://schemas.openxmlformats.org/drawingml/2006/main"/>
        </p:blipFill>
        <p:spPr>
          <a:xfrm xmlns:a="http://schemas.openxmlformats.org/drawingml/2006/main">
            <a:off x="7007212" y="12135045"/>
            <a:ext cx="462653" cy="475686"/>
          </a:xfrm>
          <a:prstGeom xmlns:a="http://schemas.openxmlformats.org/drawingml/2006/main" prst="rect">
            <a:avLst/>
          </a:prstGeom>
        </p:spPr>
      </p:pic>
      <p:sp>
        <p:nvSpPr>
          <p:cNvPr id="281" name="Generation editing option">
            <a:extLst xmlns:a="http://schemas.openxmlformats.org/drawingml/2006/main">
              <a:ext uri="{FF2B5EF4-FFF2-40B4-BE49-F238E27FC236}">
                <a16:creationId xmlns:a16="http://schemas.microsoft.com/office/drawing/2014/main" id="{103CD51B-1057-4942-8723-C2385F99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281" y="11628996"/>
            <a:ext cx="1852138" cy="455444"/>
          </a:xfrm>
          <a:custGeom xmlns:a="http://schemas.openxmlformats.org/drawingml/2006/main">
            <a:pathLst>
              <a:path w="1743075" h="428625">
                <a:moveTo>
                  <a:pt x="47625" y="0"/>
                </a:moveTo>
                <a:lnTo>
                  <a:pt x="1695450" y="0"/>
                </a:lnTo>
                <a:cubicBezTo>
                  <a:pt x="1721753" y="0"/>
                  <a:pt x="1743075" y="21322"/>
                  <a:pt x="1743075" y="47625"/>
                </a:cubicBezTo>
                <a:lnTo>
                  <a:pt x="1743075" y="381000"/>
                </a:lnTo>
                <a:cubicBezTo>
                  <a:pt x="1743075" y="407303"/>
                  <a:pt x="1721753" y="428625"/>
                  <a:pt x="1695450" y="428625"/>
                </a:cubicBezTo>
                <a:lnTo>
                  <a:pt x="47625" y="428625"/>
                </a:lnTo>
                <a:cubicBezTo>
                  <a:pt x="21322" y="428625"/>
                  <a:pt x="0" y="407303"/>
                  <a:pt x="0" y="381000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242">
            <a:solidFill>
              <a:srgbClr val="D6D1F1"/>
            </a:solidFill>
            <a:prstDash val="solid"/>
          </a:ln>
        </p:spPr>
      </p:sp>
      <p:sp>
        <p:nvSpPr>
          <p:cNvPr id="282" name="Generation generation option">
            <a:extLst xmlns:a="http://schemas.openxmlformats.org/drawingml/2006/main">
              <a:ext uri="{FF2B5EF4-FFF2-40B4-BE49-F238E27FC236}">
                <a16:creationId xmlns:a16="http://schemas.microsoft.com/office/drawing/2014/main" id="{2D5D0AA7-37FB-4D00-801F-277D4F53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281" y="12135045"/>
            <a:ext cx="1852138" cy="475686"/>
          </a:xfrm>
          <a:custGeom xmlns:a="http://schemas.openxmlformats.org/drawingml/2006/main">
            <a:pathLst>
              <a:path w="1743075" h="447675">
                <a:moveTo>
                  <a:pt x="47625" y="0"/>
                </a:moveTo>
                <a:lnTo>
                  <a:pt x="1695450" y="0"/>
                </a:lnTo>
                <a:cubicBezTo>
                  <a:pt x="1721753" y="0"/>
                  <a:pt x="1743075" y="21322"/>
                  <a:pt x="1743075" y="47625"/>
                </a:cubicBezTo>
                <a:lnTo>
                  <a:pt x="1743075" y="400050"/>
                </a:lnTo>
                <a:cubicBezTo>
                  <a:pt x="1743075" y="426353"/>
                  <a:pt x="1721753" y="447675"/>
                  <a:pt x="1695450" y="447675"/>
                </a:cubicBezTo>
                <a:lnTo>
                  <a:pt x="47625" y="447675"/>
                </a:lnTo>
                <a:cubicBezTo>
                  <a:pt x="21322" y="447675"/>
                  <a:pt x="0" y="426353"/>
                  <a:pt x="0" y="400050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242">
            <a:solidFill>
              <a:srgbClr val="D6D1F1"/>
            </a:solidFill>
            <a:prstDash val="solid"/>
          </a:ln>
        </p:spPr>
      </p:sp>
      <p:pic>
        <p:nvPic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4552EA3D-AB3E-4A77-AAD0-C436316175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873501729455e"/>
          <a:stretch xmlns:a="http://schemas.openxmlformats.org/drawingml/2006/main"/>
        </p:blipFill>
        <p:spPr>
          <a:xfrm xmlns:a="http://schemas.openxmlformats.org/drawingml/2006/main">
            <a:off x="9264902" y="11669480"/>
            <a:ext cx="390380" cy="364355"/>
          </a:xfrm>
          <a:prstGeom xmlns:a="http://schemas.openxmlformats.org/drawingml/2006/main" prst="rect">
            <a:avLst/>
          </a:prstGeom>
        </p:spPr>
      </p:pic>
      <p:pic>
        <p:nvPic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298241F6-678C-42C1-83A3-832280A98C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cd989c84c4242"/>
          <a:stretch xmlns:a="http://schemas.openxmlformats.org/drawingml/2006/main"/>
        </p:blipFill>
        <p:spPr>
          <a:xfrm xmlns:a="http://schemas.openxmlformats.org/drawingml/2006/main">
            <a:off x="9303217" y="12177536"/>
            <a:ext cx="354234" cy="360341"/>
          </a:xfrm>
          <a:prstGeom xmlns:a="http://schemas.openxmlformats.org/drawingml/2006/main" prst="rect">
            <a:avLst/>
          </a:prstGeom>
        </p:spPr>
      </p:pic>
      <p:sp>
        <p:nvSpPr>
          <p:cNvPr id="285" name="Generation editing option text">
            <a:extLst xmlns:a="http://schemas.openxmlformats.org/drawingml/2006/main">
              <a:ext uri="{FF2B5EF4-FFF2-40B4-BE49-F238E27FC236}">
                <a16:creationId xmlns:a16="http://schemas.microsoft.com/office/drawing/2014/main" id="{F6E4EA0E-C811-4465-91FA-E2899873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7369" y="11730206"/>
            <a:ext cx="1781291" cy="297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4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4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Image Editing</a:t>
            </a:r>
          </a:p>
        </p:txBody>
      </p:sp>
      <p:sp>
        <p:nvSpPr>
          <p:cNvPr id="286" name="Generation generation option text">
            <a:extLst xmlns:a="http://schemas.openxmlformats.org/drawingml/2006/main">
              <a:ext uri="{FF2B5EF4-FFF2-40B4-BE49-F238E27FC236}">
                <a16:creationId xmlns:a16="http://schemas.microsoft.com/office/drawing/2014/main" id="{A8319484-538C-4775-BF50-73E3BD53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7369" y="12256497"/>
            <a:ext cx="1852138" cy="297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4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4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Image Generation</a:t>
            </a:r>
          </a:p>
        </p:txBody>
      </p:sp>
      <p:sp>
        <p:nvSpPr>
          <p:cNvPr id="287" name="Generation other models">
            <a:extLst xmlns:a="http://schemas.openxmlformats.org/drawingml/2006/main">
              <a:ext uri="{FF2B5EF4-FFF2-40B4-BE49-F238E27FC236}">
                <a16:creationId xmlns:a16="http://schemas.microsoft.com/office/drawing/2014/main" id="{18C2B522-4BB3-4474-868C-917ACA3B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2289" y="11942747"/>
            <a:ext cx="242903" cy="297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74" b="1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74" b="1" i="0">
                <a:solidFill>
                  <a:srgbClr val="655DB6"/>
                </a:solidFill>
                <a:latin typeface="Calibri"/>
                <a:ea typeface="Calibri"/>
                <a:cs typeface="Calibri"/>
              </a:defRPr>
            </a:pPr>
            <a:r>
              <a:rPr sz="1674" b="1" i="0">
                <a:solidFill>
                  <a:srgbClr val="655DB6"/>
                </a:solidFill>
                <a:latin typeface="Calibri"/>
                <a:ea typeface="Calibri"/>
                <a:cs typeface="Calibri"/>
              </a:rPr>
              <a:t>...</a:t>
            </a:r>
          </a:p>
        </p:txBody>
      </p:sp>
      <p:sp>
        <p:nvSpPr>
          <p:cNvPr id="288" name="Generation to rendered output shaft">
            <a:extLst xmlns:a="http://schemas.openxmlformats.org/drawingml/2006/main">
              <a:ext uri="{FF2B5EF4-FFF2-40B4-BE49-F238E27FC236}">
                <a16:creationId xmlns:a16="http://schemas.microsoft.com/office/drawing/2014/main" id="{3A44553A-87FD-4C0D-9571-B9E5293B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564" y="11851658"/>
            <a:ext cx="293508" cy="191"/>
          </a:xfrm>
          <a:custGeom xmlns:a="http://schemas.openxmlformats.org/drawingml/2006/main">
            <a:pathLst>
              <a:path w="276225" h="191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0605">
            <a:solidFill>
              <a:srgbClr val="655DB6"/>
            </a:solidFill>
            <a:prstDash val="solid"/>
          </a:ln>
        </p:spPr>
      </p:sp>
      <p:sp>
        <p:nvSpPr>
          <p:cNvPr id="289" name="Generation to rendered output arrowhead">
            <a:extLst xmlns:a="http://schemas.openxmlformats.org/drawingml/2006/main">
              <a:ext uri="{FF2B5EF4-FFF2-40B4-BE49-F238E27FC236}">
                <a16:creationId xmlns:a16="http://schemas.microsoft.com/office/drawing/2014/main" id="{5B1BF7E9-42A4-408C-81F5-0C63A9B0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894" y="11751460"/>
            <a:ext cx="182177" cy="200395"/>
          </a:xfrm>
          <a:custGeom xmlns:a="http://schemas.openxmlformats.org/drawingml/2006/main">
            <a:pathLst>
              <a:path w="171450" h="188595">
                <a:moveTo>
                  <a:pt x="171450" y="94298"/>
                </a:moveTo>
                <a:lnTo>
                  <a:pt x="0" y="0"/>
                </a:lnTo>
                <a:lnTo>
                  <a:pt x="0" y="188595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EB086D5-B6CC-412B-AACB-87581768C2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99651a3ae4f66"/>
          <a:stretch xmlns:a="http://schemas.openxmlformats.org/drawingml/2006/main"/>
        </p:blipFill>
        <p:spPr>
          <a:xfrm xmlns:a="http://schemas.openxmlformats.org/drawingml/2006/main">
            <a:off x="10396825" y="10971133"/>
            <a:ext cx="2731576" cy="1346089"/>
          </a:xfrm>
          <a:prstGeom xmlns:a="http://schemas.openxmlformats.org/drawingml/2006/main" prst="rect">
            <a:avLst/>
          </a:prstGeom>
        </p:spPr>
      </p:pic>
      <p:sp>
        <p:nvSpPr>
          <p:cNvPr id="291" name="Generation output label band">
            <a:extLst xmlns:a="http://schemas.openxmlformats.org/drawingml/2006/main">
              <a:ext uri="{FF2B5EF4-FFF2-40B4-BE49-F238E27FC236}">
                <a16:creationId xmlns:a16="http://schemas.microsoft.com/office/drawing/2014/main" id="{776B6EBF-5B15-4F24-994A-B39B96F8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282" y="12327343"/>
            <a:ext cx="2763025" cy="323871"/>
          </a:xfrm>
          <a:custGeom xmlns:a="http://schemas.openxmlformats.org/drawingml/2006/main">
            <a:pathLst>
              <a:path w="2600325" h="304800">
                <a:moveTo>
                  <a:pt x="0" y="0"/>
                </a:moveTo>
                <a:lnTo>
                  <a:pt x="2600325" y="0"/>
                </a:lnTo>
                <a:lnTo>
                  <a:pt x="2600325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EDF7ED"/>
          </a:solidFill>
          <a:ln xmlns:a="http://schemas.openxmlformats.org/drawingml/2006/main" w="20242">
            <a:solidFill>
              <a:srgbClr val="BDDDBD"/>
            </a:solidFill>
            <a:prstDash val="solid"/>
          </a:ln>
        </p:spPr>
      </p:sp>
      <p:sp>
        <p:nvSpPr>
          <p:cNvPr id="292" name="Generation Output label">
            <a:extLst xmlns:a="http://schemas.openxmlformats.org/drawingml/2006/main">
              <a:ext uri="{FF2B5EF4-FFF2-40B4-BE49-F238E27FC236}">
                <a16:creationId xmlns:a16="http://schemas.microsoft.com/office/drawing/2014/main" id="{4CC03E29-F331-49FA-9338-DF39AA90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9790" y="12347585"/>
            <a:ext cx="2631453" cy="382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2" b="1" i="0">
                <a:solidFill>
                  <a:srgbClr val="3F894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2" b="1" i="0">
                <a:solidFill>
                  <a:srgbClr val="3F8949"/>
                </a:solidFill>
                <a:latin typeface="Calibri"/>
                <a:ea typeface="Calibri"/>
                <a:cs typeface="Calibri"/>
              </a:defRPr>
            </a:pPr>
            <a:r>
              <a:rPr sz="2152" b="1" i="0">
                <a:solidFill>
                  <a:srgbClr val="3F8949"/>
                </a:solidFill>
                <a:latin typeface="Calibri"/>
                <a:ea typeface="Calibri"/>
                <a:cs typeface="Calibri"/>
              </a:rPr>
              <a:t>Generation Output</a:t>
            </a:r>
          </a:p>
        </p:txBody>
      </p:sp>
      <p:sp>
        <p:nvSpPr>
          <p:cNvPr id="293" name="User VLM review box">
            <a:extLst xmlns:a="http://schemas.openxmlformats.org/drawingml/2006/main">
              <a:ext uri="{FF2B5EF4-FFF2-40B4-BE49-F238E27FC236}">
                <a16:creationId xmlns:a16="http://schemas.microsoft.com/office/drawing/2014/main" id="{7ABA5B83-B802-4F90-93E1-EDA8A658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161" y="9857826"/>
            <a:ext cx="2823751" cy="657863"/>
          </a:xfrm>
          <a:custGeom xmlns:a="http://schemas.openxmlformats.org/drawingml/2006/main">
            <a:pathLst>
              <a:path w="2657475" h="619125">
                <a:moveTo>
                  <a:pt x="38100" y="0"/>
                </a:moveTo>
                <a:lnTo>
                  <a:pt x="2619375" y="0"/>
                </a:lnTo>
                <a:cubicBezTo>
                  <a:pt x="2640417" y="0"/>
                  <a:pt x="2657475" y="17058"/>
                  <a:pt x="2657475" y="38100"/>
                </a:cubicBezTo>
                <a:lnTo>
                  <a:pt x="2657475" y="581025"/>
                </a:lnTo>
                <a:cubicBezTo>
                  <a:pt x="2657475" y="602067"/>
                  <a:pt x="2640417" y="619125"/>
                  <a:pt x="2619375" y="619125"/>
                </a:cubicBezTo>
                <a:lnTo>
                  <a:pt x="38100" y="619125"/>
                </a:lnTo>
                <a:cubicBezTo>
                  <a:pt x="17058" y="619125"/>
                  <a:pt x="0" y="602067"/>
                  <a:pt x="0" y="5810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FF8F8"/>
          </a:solidFill>
          <a:ln xmlns:a="http://schemas.openxmlformats.org/drawingml/2006/main" w="25302">
            <a:solidFill>
              <a:srgbClr val="F1D3D3"/>
            </a:solidFill>
            <a:prstDash val="solid"/>
          </a:ln>
        </p:spPr>
      </p:sp>
      <p:sp>
        <p:nvSpPr>
          <p:cNvPr id="294" name="User VLM review label">
            <a:extLst xmlns:a="http://schemas.openxmlformats.org/drawingml/2006/main">
              <a:ext uri="{FF2B5EF4-FFF2-40B4-BE49-F238E27FC236}">
                <a16:creationId xmlns:a16="http://schemas.microsoft.com/office/drawing/2014/main" id="{233E61B3-8683-416C-93E4-63FAFAC1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9185" y="10070367"/>
            <a:ext cx="2651695" cy="382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2" b="1" i="0">
                <a:solidFill>
                  <a:srgbClr val="C75A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2" b="1" i="0">
                <a:solidFill>
                  <a:srgbClr val="C75A59"/>
                </a:solidFill>
                <a:latin typeface="Calibri"/>
                <a:ea typeface="Calibri"/>
                <a:cs typeface="Calibri"/>
              </a:defRPr>
            </a:pPr>
            <a:r>
              <a:rPr sz="2152" b="1" i="0">
                <a:solidFill>
                  <a:srgbClr val="C75A59"/>
                </a:solidFill>
                <a:latin typeface="Calibri"/>
                <a:ea typeface="Calibri"/>
                <a:cs typeface="Calibri"/>
              </a:rPr>
              <a:t>User &amp; VLM Review</a:t>
            </a:r>
          </a:p>
        </p:txBody>
      </p:sp>
      <p:sp>
        <p:nvSpPr>
          <p:cNvPr id="295" name="Rendered output to review shaft">
            <a:extLst xmlns:a="http://schemas.openxmlformats.org/drawingml/2006/main">
              <a:ext uri="{FF2B5EF4-FFF2-40B4-BE49-F238E27FC236}">
                <a16:creationId xmlns:a16="http://schemas.microsoft.com/office/drawing/2014/main" id="{2F5C433D-AFC3-4F7E-935C-CB1BF736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3581" y="10586536"/>
            <a:ext cx="191" cy="283387"/>
          </a:xfrm>
          <a:custGeom xmlns:a="http://schemas.openxmlformats.org/drawingml/2006/main">
            <a:pathLst>
              <a:path w="191" h="266700">
                <a:moveTo>
                  <a:pt x="0" y="266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0605">
            <a:solidFill>
              <a:srgbClr val="655DB6"/>
            </a:solidFill>
            <a:prstDash val="solid"/>
          </a:ln>
        </p:spPr>
      </p:sp>
      <p:sp>
        <p:nvSpPr>
          <p:cNvPr id="296" name="Rendered output to review arrowhead">
            <a:extLst xmlns:a="http://schemas.openxmlformats.org/drawingml/2006/main">
              <a:ext uri="{FF2B5EF4-FFF2-40B4-BE49-F238E27FC236}">
                <a16:creationId xmlns:a16="http://schemas.microsoft.com/office/drawing/2014/main" id="{4BD373AB-3F8D-4A11-B8E3-9EE4ABC7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3383" y="10586536"/>
            <a:ext cx="200395" cy="182177"/>
          </a:xfrm>
          <a:custGeom xmlns:a="http://schemas.openxmlformats.org/drawingml/2006/main">
            <a:pathLst>
              <a:path w="188595" h="171450">
                <a:moveTo>
                  <a:pt x="94298" y="0"/>
                </a:moveTo>
                <a:lnTo>
                  <a:pt x="0" y="171450"/>
                </a:lnTo>
                <a:lnTo>
                  <a:pt x="188595" y="171450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Not passed box">
            <a:extLst xmlns:a="http://schemas.openxmlformats.org/drawingml/2006/main">
              <a:ext uri="{FF2B5EF4-FFF2-40B4-BE49-F238E27FC236}">
                <a16:creationId xmlns:a16="http://schemas.microsoft.com/office/drawing/2014/main" id="{1E70B0D9-54FC-4453-8761-CBBA60F5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491" y="8977302"/>
            <a:ext cx="1315726" cy="425081"/>
          </a:xfrm>
          <a:custGeom xmlns:a="http://schemas.openxmlformats.org/drawingml/2006/main">
            <a:pathLst>
              <a:path w="1238250" h="400050">
                <a:moveTo>
                  <a:pt x="57150" y="0"/>
                </a:moveTo>
                <a:lnTo>
                  <a:pt x="1181100" y="0"/>
                </a:lnTo>
                <a:cubicBezTo>
                  <a:pt x="1212663" y="0"/>
                  <a:pt x="1238250" y="25587"/>
                  <a:pt x="1238250" y="57150"/>
                </a:cubicBezTo>
                <a:lnTo>
                  <a:pt x="1238250" y="342900"/>
                </a:lnTo>
                <a:cubicBezTo>
                  <a:pt x="1238250" y="374463"/>
                  <a:pt x="1212663" y="400050"/>
                  <a:pt x="1181100" y="400050"/>
                </a:cubicBezTo>
                <a:lnTo>
                  <a:pt x="57150" y="400050"/>
                </a:lnTo>
                <a:cubicBezTo>
                  <a:pt x="25587" y="400050"/>
                  <a:pt x="0" y="374463"/>
                  <a:pt x="0" y="3429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8F8"/>
          </a:solidFill>
          <a:ln xmlns:a="http://schemas.openxmlformats.org/drawingml/2006/main" w="25302">
            <a:solidFill>
              <a:srgbClr val="F1D3D3"/>
            </a:solidFill>
            <a:prstDash val="solid"/>
          </a:ln>
        </p:spPr>
      </p:sp>
      <p:sp>
        <p:nvSpPr>
          <p:cNvPr id="298" name="Not passed label">
            <a:extLst xmlns:a="http://schemas.openxmlformats.org/drawingml/2006/main">
              <a:ext uri="{FF2B5EF4-FFF2-40B4-BE49-F238E27FC236}">
                <a16:creationId xmlns:a16="http://schemas.microsoft.com/office/drawing/2014/main" id="{6F2C7D99-BB5B-4ACC-9919-F677C376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9911" y="9098754"/>
            <a:ext cx="1143670" cy="269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1" i="0">
                <a:solidFill>
                  <a:srgbClr val="C75A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1" i="0">
                <a:solidFill>
                  <a:srgbClr val="C75A59"/>
                </a:solidFill>
                <a:latin typeface="Calibri"/>
                <a:ea typeface="Calibri"/>
                <a:cs typeface="Calibri"/>
              </a:defRPr>
            </a:pPr>
            <a:r>
              <a:rPr sz="1514" b="1" i="0">
                <a:solidFill>
                  <a:srgbClr val="C75A59"/>
                </a:solidFill>
                <a:latin typeface="Calibri"/>
                <a:ea typeface="Calibri"/>
                <a:cs typeface="Calibri"/>
              </a:rPr>
              <a:t>Not Passed</a:t>
            </a:r>
          </a:p>
        </p:txBody>
      </p:sp>
      <p:sp>
        <p:nvSpPr>
          <p:cNvPr id="299" name="Passed box">
            <a:extLst xmlns:a="http://schemas.openxmlformats.org/drawingml/2006/main">
              <a:ext uri="{FF2B5EF4-FFF2-40B4-BE49-F238E27FC236}">
                <a16:creationId xmlns:a16="http://schemas.microsoft.com/office/drawing/2014/main" id="{ECC46501-90CA-4B63-9DCC-59986C6B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6000" y="8977302"/>
            <a:ext cx="1315726" cy="425081"/>
          </a:xfrm>
          <a:custGeom xmlns:a="http://schemas.openxmlformats.org/drawingml/2006/main">
            <a:pathLst>
              <a:path w="1238250" h="400050">
                <a:moveTo>
                  <a:pt x="57150" y="0"/>
                </a:moveTo>
                <a:lnTo>
                  <a:pt x="1181100" y="0"/>
                </a:lnTo>
                <a:cubicBezTo>
                  <a:pt x="1212663" y="0"/>
                  <a:pt x="1238250" y="25587"/>
                  <a:pt x="1238250" y="57150"/>
                </a:cubicBezTo>
                <a:lnTo>
                  <a:pt x="1238250" y="342900"/>
                </a:lnTo>
                <a:cubicBezTo>
                  <a:pt x="1238250" y="374463"/>
                  <a:pt x="1212663" y="400050"/>
                  <a:pt x="1181100" y="400050"/>
                </a:cubicBezTo>
                <a:lnTo>
                  <a:pt x="57150" y="400050"/>
                </a:lnTo>
                <a:cubicBezTo>
                  <a:pt x="25587" y="400050"/>
                  <a:pt x="0" y="374463"/>
                  <a:pt x="0" y="3429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EDF7ED"/>
          </a:solidFill>
          <a:ln xmlns:a="http://schemas.openxmlformats.org/drawingml/2006/main" w="25302">
            <a:solidFill>
              <a:srgbClr val="BEDFC1"/>
            </a:solidFill>
            <a:prstDash val="solid"/>
          </a:ln>
        </p:spPr>
      </p:sp>
      <p:sp>
        <p:nvSpPr>
          <p:cNvPr id="300" name="Passed label">
            <a:extLst xmlns:a="http://schemas.openxmlformats.org/drawingml/2006/main">
              <a:ext uri="{FF2B5EF4-FFF2-40B4-BE49-F238E27FC236}">
                <a16:creationId xmlns:a16="http://schemas.microsoft.com/office/drawing/2014/main" id="{ACE3D200-D282-4C48-909A-1510BB4E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0476" y="9098754"/>
            <a:ext cx="910887" cy="269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4" b="1" i="0">
                <a:solidFill>
                  <a:srgbClr val="388134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4" b="1" i="0">
                <a:solidFill>
                  <a:srgbClr val="388134"/>
                </a:solidFill>
                <a:latin typeface="Calibri"/>
                <a:ea typeface="Calibri"/>
                <a:cs typeface="Calibri"/>
              </a:defRPr>
            </a:pPr>
            <a:r>
              <a:rPr sz="1514" b="1" i="0">
                <a:solidFill>
                  <a:srgbClr val="388134"/>
                </a:solidFill>
                <a:latin typeface="Calibri"/>
                <a:ea typeface="Calibri"/>
                <a:cs typeface="Calibri"/>
              </a:rPr>
              <a:t>Passed</a:t>
            </a:r>
          </a:p>
        </p:txBody>
      </p:sp>
      <p:sp>
        <p:nvSpPr>
          <p:cNvPr id="301" name="Review failure branch shaft">
            <a:extLst xmlns:a="http://schemas.openxmlformats.org/drawingml/2006/main">
              <a:ext uri="{FF2B5EF4-FFF2-40B4-BE49-F238E27FC236}">
                <a16:creationId xmlns:a16="http://schemas.microsoft.com/office/drawing/2014/main" id="{A4BA63A7-AD5A-4160-A015-061047DC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717" y="9452988"/>
            <a:ext cx="191" cy="313750"/>
          </a:xfrm>
          <a:custGeom xmlns:a="http://schemas.openxmlformats.org/drawingml/2006/main">
            <a:pathLst>
              <a:path w="191" h="295275">
                <a:moveTo>
                  <a:pt x="0" y="295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363">
            <a:solidFill>
              <a:srgbClr val="655DB6"/>
            </a:solidFill>
            <a:prstDash val="solid"/>
          </a:ln>
        </p:spPr>
      </p:sp>
      <p:sp>
        <p:nvSpPr>
          <p:cNvPr id="302" name="Review failure branch arrowhead">
            <a:extLst xmlns:a="http://schemas.openxmlformats.org/drawingml/2006/main">
              <a:ext uri="{FF2B5EF4-FFF2-40B4-BE49-F238E27FC236}">
                <a16:creationId xmlns:a16="http://schemas.microsoft.com/office/drawing/2014/main" id="{678376AB-A0BB-494B-82D5-E1394B45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919" y="9452988"/>
            <a:ext cx="133597" cy="121452"/>
          </a:xfrm>
          <a:custGeom xmlns:a="http://schemas.openxmlformats.org/drawingml/2006/main">
            <a:pathLst>
              <a:path w="125730" h="114300">
                <a:moveTo>
                  <a:pt x="62865" y="0"/>
                </a:moveTo>
                <a:lnTo>
                  <a:pt x="0" y="114300"/>
                </a:lnTo>
                <a:lnTo>
                  <a:pt x="125730" y="114300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Review success branch shaft">
            <a:extLst xmlns:a="http://schemas.openxmlformats.org/drawingml/2006/main">
              <a:ext uri="{FF2B5EF4-FFF2-40B4-BE49-F238E27FC236}">
                <a16:creationId xmlns:a16="http://schemas.microsoft.com/office/drawing/2014/main" id="{694118AB-CB4C-4D27-B32C-0C2FB2EF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137" y="9452988"/>
            <a:ext cx="191" cy="293508"/>
          </a:xfrm>
          <a:custGeom xmlns:a="http://schemas.openxmlformats.org/drawingml/2006/main">
            <a:pathLst>
              <a:path w="191" h="276225">
                <a:moveTo>
                  <a:pt x="0" y="276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363">
            <a:solidFill>
              <a:srgbClr val="655DB6"/>
            </a:solidFill>
            <a:prstDash val="solid"/>
          </a:ln>
        </p:spPr>
      </p:sp>
      <p:sp>
        <p:nvSpPr>
          <p:cNvPr id="304" name="Review success branch arrowhead">
            <a:extLst xmlns:a="http://schemas.openxmlformats.org/drawingml/2006/main">
              <a:ext uri="{FF2B5EF4-FFF2-40B4-BE49-F238E27FC236}">
                <a16:creationId xmlns:a16="http://schemas.microsoft.com/office/drawing/2014/main" id="{28167E4F-9376-4D92-9AF1-955F52B7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6339" y="9452988"/>
            <a:ext cx="133597" cy="121452"/>
          </a:xfrm>
          <a:custGeom xmlns:a="http://schemas.openxmlformats.org/drawingml/2006/main">
            <a:pathLst>
              <a:path w="125730" h="114300">
                <a:moveTo>
                  <a:pt x="62865" y="0"/>
                </a:moveTo>
                <a:lnTo>
                  <a:pt x="0" y="114300"/>
                </a:lnTo>
                <a:lnTo>
                  <a:pt x="125730" y="114300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Not passed to executable canvas shaft">
            <a:extLst xmlns:a="http://schemas.openxmlformats.org/drawingml/2006/main">
              <a:ext uri="{FF2B5EF4-FFF2-40B4-BE49-F238E27FC236}">
                <a16:creationId xmlns:a16="http://schemas.microsoft.com/office/drawing/2014/main" id="{3CF46FC8-74C4-459F-8FA4-46A675E3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169" y="9179721"/>
            <a:ext cx="293508" cy="191"/>
          </a:xfrm>
          <a:custGeom xmlns:a="http://schemas.openxmlformats.org/drawingml/2006/main">
            <a:pathLst>
              <a:path w="276225" h="191">
                <a:moveTo>
                  <a:pt x="2762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363">
            <a:solidFill>
              <a:srgbClr val="655DB6"/>
            </a:solidFill>
            <a:prstDash val="solid"/>
          </a:ln>
        </p:spPr>
      </p:sp>
      <p:sp>
        <p:nvSpPr>
          <p:cNvPr id="306" name="Not passed to executable canvas arrowhead">
            <a:extLst xmlns:a="http://schemas.openxmlformats.org/drawingml/2006/main">
              <a:ext uri="{FF2B5EF4-FFF2-40B4-BE49-F238E27FC236}">
                <a16:creationId xmlns:a16="http://schemas.microsoft.com/office/drawing/2014/main" id="{F7B4B534-5F85-49E0-85A3-E38ED4F4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169" y="9112923"/>
            <a:ext cx="121452" cy="133597"/>
          </a:xfrm>
          <a:custGeom xmlns:a="http://schemas.openxmlformats.org/drawingml/2006/main">
            <a:pathLst>
              <a:path w="114300" h="125730">
                <a:moveTo>
                  <a:pt x="0" y="62865"/>
                </a:moveTo>
                <a:lnTo>
                  <a:pt x="114300" y="12573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55D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Review split dotted rule">
            <a:extLst xmlns:a="http://schemas.openxmlformats.org/drawingml/2006/main">
              <a:ext uri="{FF2B5EF4-FFF2-40B4-BE49-F238E27FC236}">
                <a16:creationId xmlns:a16="http://schemas.microsoft.com/office/drawing/2014/main" id="{20009274-859F-408E-A3D5-BD7F8E16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4751" y="8724278"/>
            <a:ext cx="191" cy="3886453"/>
          </a:xfrm>
          <a:custGeom xmlns:a="http://schemas.openxmlformats.org/drawingml/2006/main">
            <a:pathLst>
              <a:path w="191" h="3657600">
                <a:moveTo>
                  <a:pt x="0" y="0"/>
                </a:moveTo>
                <a:lnTo>
                  <a:pt x="0" y="3657600"/>
                </a:lnTo>
              </a:path>
            </a:pathLst>
          </a:custGeom>
          <a:noFill xmlns:a="http://schemas.openxmlformats.org/drawingml/2006/main"/>
          <a:ln xmlns:a="http://schemas.openxmlformats.org/drawingml/2006/main" w="35423">
            <a:solidFill>
              <a:srgbClr val="BDB6E2"/>
            </a:solidFill>
            <a:prstDash val="dash"/>
          </a:ln>
        </p:spPr>
      </p:sp>
      <p:sp>
        <p:nvSpPr>
          <p:cNvPr id="308" name="Review checklist panel">
            <a:extLst xmlns:a="http://schemas.openxmlformats.org/drawingml/2006/main">
              <a:ext uri="{FF2B5EF4-FFF2-40B4-BE49-F238E27FC236}">
                <a16:creationId xmlns:a16="http://schemas.microsoft.com/office/drawing/2014/main" id="{A37CC7DD-4F29-42EC-B9BC-6C6C0F19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8985" y="8734399"/>
            <a:ext cx="5141454" cy="3845969"/>
          </a:xfrm>
          <a:custGeom xmlns:a="http://schemas.openxmlformats.org/drawingml/2006/main">
            <a:pathLst>
              <a:path w="4838700" h="3619500">
                <a:moveTo>
                  <a:pt x="219075" y="0"/>
                </a:moveTo>
                <a:lnTo>
                  <a:pt x="4619625" y="0"/>
                </a:lnTo>
                <a:cubicBezTo>
                  <a:pt x="4740617" y="0"/>
                  <a:pt x="4838700" y="98083"/>
                  <a:pt x="4838700" y="219075"/>
                </a:cubicBezTo>
                <a:lnTo>
                  <a:pt x="4838700" y="3400425"/>
                </a:lnTo>
                <a:cubicBezTo>
                  <a:pt x="4838700" y="3521417"/>
                  <a:pt x="4740617" y="3619500"/>
                  <a:pt x="4619625" y="3619500"/>
                </a:cubicBezTo>
                <a:lnTo>
                  <a:pt x="219075" y="3619500"/>
                </a:lnTo>
                <a:cubicBezTo>
                  <a:pt x="98083" y="3619500"/>
                  <a:pt x="0" y="3521417"/>
                  <a:pt x="0" y="3400425"/>
                </a:cubicBezTo>
                <a:lnTo>
                  <a:pt x="0" y="219075"/>
                </a:lnTo>
                <a:cubicBezTo>
                  <a:pt x="0" y="98083"/>
                  <a:pt x="98083" y="0"/>
                  <a:pt x="219075" y="0"/>
                </a:cubicBezTo>
                <a:close/>
              </a:path>
            </a:pathLst>
          </a:custGeom>
          <a:solidFill xmlns:a="http://schemas.openxmlformats.org/drawingml/2006/main">
            <a:srgbClr val="FFF8F8"/>
          </a:solidFill>
          <a:ln xmlns:a="http://schemas.openxmlformats.org/drawingml/2006/main" w="25302">
            <a:solidFill>
              <a:srgbClr val="F1D3D3"/>
            </a:solidFill>
            <a:prstDash val="solid"/>
          </a:ln>
        </p:spPr>
      </p:sp>
      <p:sp>
        <p:nvSpPr>
          <p:cNvPr id="309" name="Review checklist vertical divider">
            <a:extLst xmlns:a="http://schemas.openxmlformats.org/drawingml/2006/main">
              <a:ext uri="{FF2B5EF4-FFF2-40B4-BE49-F238E27FC236}">
                <a16:creationId xmlns:a16="http://schemas.microsoft.com/office/drawing/2014/main" id="{B6CA09D4-54B1-4B1D-923C-55597537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6243" y="8946939"/>
            <a:ext cx="191" cy="3491735"/>
          </a:xfrm>
          <a:custGeom xmlns:a="http://schemas.openxmlformats.org/drawingml/2006/main">
            <a:pathLst>
              <a:path w="191" h="3286125">
                <a:moveTo>
                  <a:pt x="0" y="0"/>
                </a:moveTo>
                <a:lnTo>
                  <a:pt x="0" y="3286125"/>
                </a:lnTo>
              </a:path>
            </a:pathLst>
          </a:custGeom>
          <a:noFill xmlns:a="http://schemas.openxmlformats.org/drawingml/2006/main"/>
          <a:ln xmlns:a="http://schemas.openxmlformats.org/drawingml/2006/main" w="15181">
            <a:solidFill>
              <a:srgbClr val="F1D3D3"/>
            </a:solidFill>
            <a:prstDash val="solid"/>
          </a:ln>
        </p:spPr>
      </p:sp>
      <p:sp>
        <p:nvSpPr>
          <p:cNvPr id="310" name="Review side label">
            <a:extLst xmlns:a="http://schemas.openxmlformats.org/drawingml/2006/main">
              <a:ext uri="{FF2B5EF4-FFF2-40B4-BE49-F238E27FC236}">
                <a16:creationId xmlns:a16="http://schemas.microsoft.com/office/drawing/2014/main" id="{55ABBBD4-208F-4449-A99C-74CC2F72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3007492" y="10596657"/>
            <a:ext cx="2702299" cy="354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92" b="1" i="0">
                <a:solidFill>
                  <a:srgbClr val="C75A5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92" b="1" i="0">
                <a:solidFill>
                  <a:srgbClr val="C75A59"/>
                </a:solidFill>
                <a:latin typeface="Calibri"/>
                <a:ea typeface="Calibri"/>
                <a:cs typeface="Calibri"/>
              </a:defRPr>
            </a:pPr>
            <a:r>
              <a:rPr sz="1992" b="1" i="0">
                <a:solidFill>
                  <a:srgbClr val="C75A59"/>
                </a:solidFill>
                <a:latin typeface="Calibri"/>
                <a:ea typeface="Calibri"/>
                <a:cs typeface="Calibri"/>
              </a:rPr>
              <a:t>User &amp; VLM Review</a:t>
            </a:r>
          </a:p>
        </p:txBody>
      </p:sp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BCD5BF2-309C-4F68-8E68-EAE2FEB2F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a6fa606e44c02"/>
          <a:stretch xmlns:a="http://schemas.openxmlformats.org/drawingml/2006/main"/>
        </p:blipFill>
        <p:spPr>
          <a:xfrm xmlns:a="http://schemas.openxmlformats.org/drawingml/2006/main">
            <a:off x="14070194" y="11608754"/>
            <a:ext cx="394718" cy="394718"/>
          </a:xfrm>
          <a:prstGeom xmlns:a="http://schemas.openxmlformats.org/drawingml/2006/main" prst="rect">
            <a:avLst/>
          </a:prstGeom>
        </p:spPr>
      </p:pic>
      <p:sp>
        <p:nvSpPr>
          <p:cNvPr id="312" name="Review question 1">
            <a:extLst xmlns:a="http://schemas.openxmlformats.org/drawingml/2006/main">
              <a:ext uri="{FF2B5EF4-FFF2-40B4-BE49-F238E27FC236}">
                <a16:creationId xmlns:a16="http://schemas.microsoft.com/office/drawing/2014/main" id="{B03AF6F6-2B95-41C6-A93C-29DE0B05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8300" y="8916576"/>
            <a:ext cx="4321655" cy="311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753" b="1" i="0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1. Are the search results correct ?</a:t>
            </a:r>
          </a:p>
        </p:txBody>
      </p:sp>
      <p:sp>
        <p:nvSpPr>
          <p:cNvPr id="313" name="Review check 1">
            <a:extLst xmlns:a="http://schemas.openxmlformats.org/drawingml/2006/main">
              <a:ext uri="{FF2B5EF4-FFF2-40B4-BE49-F238E27FC236}">
                <a16:creationId xmlns:a16="http://schemas.microsoft.com/office/drawing/2014/main" id="{7A5D8950-721D-4D16-90CD-B4612607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40598" y="9220205"/>
            <a:ext cx="3542340" cy="283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4" b="0" i="1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4" b="0" i="1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594" b="0" i="1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URL checking...</a:t>
            </a:r>
          </a:p>
        </p:txBody>
      </p:sp>
      <p:sp>
        <p:nvSpPr>
          <p:cNvPr id="314" name="Review question 2">
            <a:extLst xmlns:a="http://schemas.openxmlformats.org/drawingml/2006/main">
              <a:ext uri="{FF2B5EF4-FFF2-40B4-BE49-F238E27FC236}">
                <a16:creationId xmlns:a16="http://schemas.microsoft.com/office/drawing/2014/main" id="{BA573623-9727-42DE-A871-EE812297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8300" y="9513713"/>
            <a:ext cx="4321655" cy="311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753" b="1" i="0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2. Are the reasoning results correct ?</a:t>
            </a:r>
          </a:p>
        </p:txBody>
      </p:sp>
      <p:sp>
        <p:nvSpPr>
          <p:cNvPr id="315" name="Review check 2">
            <a:extLst xmlns:a="http://schemas.openxmlformats.org/drawingml/2006/main">
              <a:ext uri="{FF2B5EF4-FFF2-40B4-BE49-F238E27FC236}">
                <a16:creationId xmlns:a16="http://schemas.microsoft.com/office/drawing/2014/main" id="{9BCFC77E-8FE0-4D97-A4BC-C1C91DE8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40598" y="9817342"/>
            <a:ext cx="4098994" cy="283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4" b="0" i="1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4" b="0" i="1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594" b="0" i="1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CoT reasoning process checking...</a:t>
            </a:r>
          </a:p>
        </p:txBody>
      </p:sp>
      <p:sp>
        <p:nvSpPr>
          <p:cNvPr id="316" name="Review question 3">
            <a:extLst xmlns:a="http://schemas.openxmlformats.org/drawingml/2006/main">
              <a:ext uri="{FF2B5EF4-FFF2-40B4-BE49-F238E27FC236}">
                <a16:creationId xmlns:a16="http://schemas.microsoft.com/office/drawing/2014/main" id="{7A0BAE87-AF5B-4E43-B709-1A17F533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8300" y="10131093"/>
            <a:ext cx="4260929" cy="325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3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3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33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Are the SVG Syntax Correct ?</a:t>
            </a:r>
          </a:p>
        </p:txBody>
      </p:sp>
      <p:sp>
        <p:nvSpPr>
          <p:cNvPr id="317" name="Review SVG syntax white box">
            <a:extLst xmlns:a="http://schemas.openxmlformats.org/drawingml/2006/main">
              <a:ext uri="{FF2B5EF4-FFF2-40B4-BE49-F238E27FC236}">
                <a16:creationId xmlns:a16="http://schemas.microsoft.com/office/drawing/2014/main" id="{5F3F12E2-CC34-4D5D-B8FE-29B285F0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904" y="10434722"/>
            <a:ext cx="3744760" cy="941250"/>
          </a:xfrm>
          <a:custGeom xmlns:a="http://schemas.openxmlformats.org/drawingml/2006/main">
            <a:pathLst>
              <a:path w="3524250" h="885825">
                <a:moveTo>
                  <a:pt x="95250" y="0"/>
                </a:moveTo>
                <a:lnTo>
                  <a:pt x="3429000" y="0"/>
                </a:lnTo>
                <a:cubicBezTo>
                  <a:pt x="3481605" y="0"/>
                  <a:pt x="3524250" y="42645"/>
                  <a:pt x="3524250" y="95250"/>
                </a:cubicBezTo>
                <a:lnTo>
                  <a:pt x="3524250" y="790575"/>
                </a:lnTo>
                <a:cubicBezTo>
                  <a:pt x="3524250" y="843180"/>
                  <a:pt x="3481605" y="885825"/>
                  <a:pt x="3429000" y="885825"/>
                </a:cubicBezTo>
                <a:lnTo>
                  <a:pt x="95250" y="885825"/>
                </a:lnTo>
                <a:cubicBezTo>
                  <a:pt x="42645" y="885825"/>
                  <a:pt x="0" y="843180"/>
                  <a:pt x="0" y="7905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Review syntax code line 1">
            <a:extLst xmlns:a="http://schemas.openxmlformats.org/drawingml/2006/main">
              <a:ext uri="{FF2B5EF4-FFF2-40B4-BE49-F238E27FC236}">
                <a16:creationId xmlns:a16="http://schemas.microsoft.com/office/drawing/2014/main" id="{011F4C00-F3C2-4BF2-A99D-E0605DF5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60840" y="10525811"/>
            <a:ext cx="3491735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rPr>
              <a:t>&lt;svg viewBox="0 0 512 512"&gt;</a:t>
            </a:r>
          </a:p>
        </p:txBody>
      </p:sp>
      <p:sp>
        <p:nvSpPr>
          <p:cNvPr id="319" name="Review syntax code line 2">
            <a:extLst xmlns:a="http://schemas.openxmlformats.org/drawingml/2006/main">
              <a:ext uri="{FF2B5EF4-FFF2-40B4-BE49-F238E27FC236}">
                <a16:creationId xmlns:a16="http://schemas.microsoft.com/office/drawing/2014/main" id="{A06FC041-37B0-4D12-906D-E76E57AB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60840" y="10647262"/>
            <a:ext cx="3491735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rPr>
              <a:t>  &lt;rect width="512" height="512" fill="..."/&gt;</a:t>
            </a:r>
          </a:p>
        </p:txBody>
      </p:sp>
      <p:sp>
        <p:nvSpPr>
          <p:cNvPr id="320" name="Review syntax code line 3">
            <a:extLst xmlns:a="http://schemas.openxmlformats.org/drawingml/2006/main">
              <a:ext uri="{FF2B5EF4-FFF2-40B4-BE49-F238E27FC236}">
                <a16:creationId xmlns:a16="http://schemas.microsoft.com/office/drawing/2014/main" id="{9A3BDF72-D43D-44B6-A5B6-129EA610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60840" y="10768714"/>
            <a:ext cx="3491735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rPr>
              <a:t>  &lt;path d="M..." fill="#E6A946"/&gt;</a:t>
            </a:r>
          </a:p>
        </p:txBody>
      </p:sp>
      <p:sp>
        <p:nvSpPr>
          <p:cNvPr id="321" name="Review syntax code line 4">
            <a:extLst xmlns:a="http://schemas.openxmlformats.org/drawingml/2006/main">
              <a:ext uri="{FF2B5EF4-FFF2-40B4-BE49-F238E27FC236}">
                <a16:creationId xmlns:a16="http://schemas.microsoft.com/office/drawing/2014/main" id="{EF46BB5E-92A5-46E7-B658-DB2E51A1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60840" y="10890165"/>
            <a:ext cx="3491735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rPr>
              <a:t>  &lt;circle cx="..." cy="..." r="..." /&gt;</a:t>
            </a:r>
          </a:p>
        </p:txBody>
      </p:sp>
      <p:sp>
        <p:nvSpPr>
          <p:cNvPr id="322" name="Review syntax code line 5">
            <a:extLst xmlns:a="http://schemas.openxmlformats.org/drawingml/2006/main">
              <a:ext uri="{FF2B5EF4-FFF2-40B4-BE49-F238E27FC236}">
                <a16:creationId xmlns:a16="http://schemas.microsoft.com/office/drawing/2014/main" id="{E62273ED-D8D2-42F1-B6D7-A6D31277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60840" y="11011617"/>
            <a:ext cx="3491735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rPr>
              <a:t>  &lt;text x="..." y="..."&gt;SWISS ALPS&lt;/text&gt;</a:t>
            </a:r>
          </a:p>
        </p:txBody>
      </p:sp>
      <p:sp>
        <p:nvSpPr>
          <p:cNvPr id="323" name="Review syntax code line 6">
            <a:extLst xmlns:a="http://schemas.openxmlformats.org/drawingml/2006/main">
              <a:ext uri="{FF2B5EF4-FFF2-40B4-BE49-F238E27FC236}">
                <a16:creationId xmlns:a16="http://schemas.microsoft.com/office/drawing/2014/main" id="{19B38298-004F-40E4-89E5-898AC8B0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60840" y="11133069"/>
            <a:ext cx="3491735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rPr>
              <a:t>&lt;/svg&gt;</a:t>
            </a:r>
          </a:p>
        </p:txBody>
      </p:sp>
      <p:sp>
        <p:nvSpPr>
          <p:cNvPr id="324" name="Review syntax code line 7">
            <a:extLst xmlns:a="http://schemas.openxmlformats.org/drawingml/2006/main">
              <a:ext uri="{FF2B5EF4-FFF2-40B4-BE49-F238E27FC236}">
                <a16:creationId xmlns:a16="http://schemas.microsoft.com/office/drawing/2014/main" id="{77B37151-2EC9-4E4F-A3D4-F77DAF54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60840" y="11254520"/>
            <a:ext cx="3491735" cy="141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defRPr>
            </a:pPr>
            <a:r>
              <a:rPr sz="797" b="0" i="0">
                <a:solidFill>
                  <a:srgbClr val="A9CAD5"/>
                </a:solidFill>
                <a:latin typeface="Courier New"/>
                <a:ea typeface="Courier New"/>
                <a:cs typeface="Courier New"/>
              </a:rPr>
              <a:t>...</a:t>
            </a:r>
          </a:p>
        </p:txBody>
      </p:sp>
      <p:pic>
        <p:nvPic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1DAA5BD9-5911-44EC-8E32-6DC55FF114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ea7c6cdb2463a"/>
          <a:stretch xmlns:a="http://schemas.openxmlformats.org/drawingml/2006/main"/>
        </p:blipFill>
        <p:spPr>
          <a:xfrm xmlns:a="http://schemas.openxmlformats.org/drawingml/2006/main">
            <a:off x="18037615" y="10982397"/>
            <a:ext cx="404839" cy="372191"/>
          </a:xfrm>
          <a:prstGeom xmlns:a="http://schemas.openxmlformats.org/drawingml/2006/main" prst="rect">
            <a:avLst/>
          </a:prstGeom>
        </p:spPr>
      </p:pic>
      <p:sp>
        <p:nvSpPr>
          <p:cNvPr id="326" name="Review question 4">
            <a:extLst xmlns:a="http://schemas.openxmlformats.org/drawingml/2006/main">
              <a:ext uri="{FF2B5EF4-FFF2-40B4-BE49-F238E27FC236}">
                <a16:creationId xmlns:a16="http://schemas.microsoft.com/office/drawing/2014/main" id="{7FBD5911-DB24-486D-B52E-860478A6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8300" y="11497424"/>
            <a:ext cx="4311534" cy="325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3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3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33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4. Are all the elements Complete?</a:t>
            </a:r>
          </a:p>
        </p:txBody>
      </p:sp>
      <p:sp>
        <p:nvSpPr>
          <p:cNvPr id="327" name="Review check 4">
            <a:extLst xmlns:a="http://schemas.openxmlformats.org/drawingml/2006/main">
              <a:ext uri="{FF2B5EF4-FFF2-40B4-BE49-F238E27FC236}">
                <a16:creationId xmlns:a16="http://schemas.microsoft.com/office/drawing/2014/main" id="{9730B7A4-019E-467A-85E1-D2C01249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40598" y="11801053"/>
            <a:ext cx="4098994" cy="283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4" b="0" i="1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4" b="0" i="1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594" b="0" i="1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Elements position, number checking...</a:t>
            </a:r>
          </a:p>
        </p:txBody>
      </p:sp>
      <p:sp>
        <p:nvSpPr>
          <p:cNvPr id="328" name="Review question 5">
            <a:extLst xmlns:a="http://schemas.openxmlformats.org/drawingml/2006/main">
              <a:ext uri="{FF2B5EF4-FFF2-40B4-BE49-F238E27FC236}">
                <a16:creationId xmlns:a16="http://schemas.microsoft.com/office/drawing/2014/main" id="{008F061F-2A37-42DB-9A7F-E2B04397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8300" y="12054077"/>
            <a:ext cx="4311534" cy="325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3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3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33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5. Other Questions......</a:t>
            </a:r>
          </a:p>
        </p:txBody>
      </p:sp>
      <p:sp>
        <p:nvSpPr>
          <p:cNvPr id="329" name="Review feedback loop icon pink">
            <a:extLst xmlns:a="http://schemas.openxmlformats.org/drawingml/2006/main">
              <a:ext uri="{FF2B5EF4-FFF2-40B4-BE49-F238E27FC236}">
                <a16:creationId xmlns:a16="http://schemas.microsoft.com/office/drawing/2014/main" id="{1BEE2906-5261-4B8B-9665-7000F03C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7734" y="9452988"/>
            <a:ext cx="472312" cy="411586"/>
          </a:xfrm>
          <a:custGeom xmlns:a="http://schemas.openxmlformats.org/drawingml/2006/main">
            <a:pathLst>
              <a:path w="444500" h="387350">
                <a:moveTo>
                  <a:pt x="368300" y="387350"/>
                </a:moveTo>
                <a:lnTo>
                  <a:pt x="374650" y="387350"/>
                </a:lnTo>
                <a:lnTo>
                  <a:pt x="381000" y="381000"/>
                </a:lnTo>
                <a:lnTo>
                  <a:pt x="387350" y="381000"/>
                </a:lnTo>
                <a:lnTo>
                  <a:pt x="393700" y="387350"/>
                </a:lnTo>
                <a:lnTo>
                  <a:pt x="406400" y="387350"/>
                </a:lnTo>
                <a:lnTo>
                  <a:pt x="406400" y="381000"/>
                </a:lnTo>
                <a:lnTo>
                  <a:pt x="400050" y="374650"/>
                </a:lnTo>
                <a:lnTo>
                  <a:pt x="381000" y="374650"/>
                </a:lnTo>
                <a:lnTo>
                  <a:pt x="381000" y="381000"/>
                </a:lnTo>
                <a:lnTo>
                  <a:pt x="374650" y="387350"/>
                </a:lnTo>
                <a:close/>
                <a:moveTo>
                  <a:pt x="222250" y="368300"/>
                </a:moveTo>
                <a:lnTo>
                  <a:pt x="215900" y="368300"/>
                </a:lnTo>
                <a:lnTo>
                  <a:pt x="215900" y="387350"/>
                </a:lnTo>
                <a:lnTo>
                  <a:pt x="222250" y="381000"/>
                </a:lnTo>
                <a:close/>
                <a:moveTo>
                  <a:pt x="0" y="355600"/>
                </a:moveTo>
                <a:lnTo>
                  <a:pt x="0" y="381000"/>
                </a:lnTo>
                <a:lnTo>
                  <a:pt x="146050" y="381000"/>
                </a:lnTo>
                <a:lnTo>
                  <a:pt x="152400" y="387350"/>
                </a:lnTo>
                <a:lnTo>
                  <a:pt x="190500" y="387350"/>
                </a:lnTo>
                <a:lnTo>
                  <a:pt x="184150" y="381000"/>
                </a:lnTo>
                <a:lnTo>
                  <a:pt x="184150" y="374650"/>
                </a:lnTo>
                <a:lnTo>
                  <a:pt x="165100" y="355600"/>
                </a:lnTo>
                <a:lnTo>
                  <a:pt x="158750" y="361950"/>
                </a:lnTo>
                <a:lnTo>
                  <a:pt x="152400" y="355600"/>
                </a:lnTo>
                <a:close/>
                <a:moveTo>
                  <a:pt x="228600" y="260350"/>
                </a:moveTo>
                <a:lnTo>
                  <a:pt x="215900" y="273050"/>
                </a:lnTo>
                <a:lnTo>
                  <a:pt x="215900" y="279400"/>
                </a:lnTo>
                <a:lnTo>
                  <a:pt x="209550" y="285750"/>
                </a:lnTo>
                <a:lnTo>
                  <a:pt x="203200" y="285750"/>
                </a:lnTo>
                <a:lnTo>
                  <a:pt x="196850" y="292100"/>
                </a:lnTo>
                <a:lnTo>
                  <a:pt x="190500" y="292100"/>
                </a:lnTo>
                <a:lnTo>
                  <a:pt x="190500" y="298450"/>
                </a:lnTo>
                <a:lnTo>
                  <a:pt x="184150" y="304800"/>
                </a:lnTo>
                <a:lnTo>
                  <a:pt x="177800" y="304800"/>
                </a:lnTo>
                <a:lnTo>
                  <a:pt x="171450" y="311150"/>
                </a:lnTo>
                <a:lnTo>
                  <a:pt x="165100" y="311150"/>
                </a:lnTo>
                <a:lnTo>
                  <a:pt x="158750" y="317500"/>
                </a:lnTo>
                <a:lnTo>
                  <a:pt x="165100" y="323850"/>
                </a:lnTo>
                <a:lnTo>
                  <a:pt x="158750" y="330200"/>
                </a:lnTo>
                <a:lnTo>
                  <a:pt x="152400" y="330200"/>
                </a:lnTo>
                <a:lnTo>
                  <a:pt x="146050" y="323850"/>
                </a:lnTo>
                <a:lnTo>
                  <a:pt x="120650" y="323850"/>
                </a:lnTo>
                <a:lnTo>
                  <a:pt x="146050" y="323850"/>
                </a:lnTo>
                <a:lnTo>
                  <a:pt x="152400" y="330200"/>
                </a:lnTo>
                <a:lnTo>
                  <a:pt x="177800" y="330200"/>
                </a:lnTo>
                <a:lnTo>
                  <a:pt x="177800" y="323850"/>
                </a:lnTo>
                <a:lnTo>
                  <a:pt x="171450" y="317500"/>
                </a:lnTo>
                <a:lnTo>
                  <a:pt x="177800" y="311150"/>
                </a:lnTo>
                <a:lnTo>
                  <a:pt x="203200" y="311150"/>
                </a:lnTo>
                <a:lnTo>
                  <a:pt x="203200" y="304800"/>
                </a:lnTo>
                <a:lnTo>
                  <a:pt x="215900" y="292100"/>
                </a:lnTo>
                <a:lnTo>
                  <a:pt x="228600" y="292100"/>
                </a:lnTo>
                <a:lnTo>
                  <a:pt x="228600" y="279400"/>
                </a:lnTo>
                <a:lnTo>
                  <a:pt x="222250" y="273050"/>
                </a:lnTo>
                <a:lnTo>
                  <a:pt x="228600" y="266700"/>
                </a:lnTo>
                <a:close/>
                <a:moveTo>
                  <a:pt x="355600" y="234950"/>
                </a:moveTo>
                <a:lnTo>
                  <a:pt x="349250" y="234950"/>
                </a:lnTo>
                <a:lnTo>
                  <a:pt x="349250" y="254000"/>
                </a:lnTo>
                <a:lnTo>
                  <a:pt x="342900" y="260350"/>
                </a:lnTo>
                <a:lnTo>
                  <a:pt x="349250" y="266700"/>
                </a:lnTo>
                <a:lnTo>
                  <a:pt x="361950" y="254000"/>
                </a:lnTo>
                <a:lnTo>
                  <a:pt x="355600" y="254000"/>
                </a:lnTo>
                <a:lnTo>
                  <a:pt x="349250" y="247650"/>
                </a:lnTo>
                <a:lnTo>
                  <a:pt x="355600" y="241300"/>
                </a:lnTo>
                <a:close/>
                <a:moveTo>
                  <a:pt x="228600" y="133350"/>
                </a:moveTo>
                <a:lnTo>
                  <a:pt x="228600" y="139700"/>
                </a:lnTo>
                <a:lnTo>
                  <a:pt x="222250" y="146050"/>
                </a:lnTo>
                <a:lnTo>
                  <a:pt x="209550" y="146050"/>
                </a:lnTo>
                <a:lnTo>
                  <a:pt x="203200" y="152400"/>
                </a:lnTo>
                <a:lnTo>
                  <a:pt x="203200" y="158750"/>
                </a:lnTo>
                <a:lnTo>
                  <a:pt x="196850" y="165100"/>
                </a:lnTo>
                <a:lnTo>
                  <a:pt x="190500" y="165100"/>
                </a:lnTo>
                <a:lnTo>
                  <a:pt x="228600" y="165100"/>
                </a:lnTo>
                <a:lnTo>
                  <a:pt x="228600" y="152400"/>
                </a:lnTo>
                <a:lnTo>
                  <a:pt x="222250" y="146050"/>
                </a:lnTo>
                <a:lnTo>
                  <a:pt x="228600" y="139700"/>
                </a:lnTo>
                <a:close/>
                <a:moveTo>
                  <a:pt x="203200" y="152400"/>
                </a:moveTo>
                <a:lnTo>
                  <a:pt x="209550" y="146050"/>
                </a:lnTo>
                <a:lnTo>
                  <a:pt x="215900" y="146050"/>
                </a:lnTo>
                <a:lnTo>
                  <a:pt x="222250" y="152400"/>
                </a:lnTo>
                <a:lnTo>
                  <a:pt x="222250" y="158750"/>
                </a:lnTo>
                <a:lnTo>
                  <a:pt x="215900" y="165100"/>
                </a:lnTo>
                <a:lnTo>
                  <a:pt x="209550" y="165100"/>
                </a:lnTo>
                <a:lnTo>
                  <a:pt x="203200" y="158750"/>
                </a:lnTo>
                <a:close/>
                <a:moveTo>
                  <a:pt x="444500" y="165100"/>
                </a:moveTo>
                <a:lnTo>
                  <a:pt x="438150" y="158750"/>
                </a:lnTo>
                <a:lnTo>
                  <a:pt x="438150" y="152400"/>
                </a:lnTo>
                <a:lnTo>
                  <a:pt x="431800" y="146050"/>
                </a:lnTo>
                <a:lnTo>
                  <a:pt x="431800" y="139700"/>
                </a:lnTo>
                <a:lnTo>
                  <a:pt x="425450" y="133350"/>
                </a:lnTo>
                <a:lnTo>
                  <a:pt x="425450" y="127000"/>
                </a:lnTo>
                <a:lnTo>
                  <a:pt x="406400" y="107950"/>
                </a:lnTo>
                <a:lnTo>
                  <a:pt x="406400" y="101600"/>
                </a:lnTo>
                <a:lnTo>
                  <a:pt x="400050" y="95250"/>
                </a:lnTo>
                <a:lnTo>
                  <a:pt x="400050" y="82550"/>
                </a:lnTo>
                <a:lnTo>
                  <a:pt x="387350" y="82550"/>
                </a:lnTo>
                <a:lnTo>
                  <a:pt x="368300" y="69850"/>
                </a:lnTo>
                <a:lnTo>
                  <a:pt x="387350" y="57150"/>
                </a:lnTo>
                <a:lnTo>
                  <a:pt x="387350" y="50800"/>
                </a:lnTo>
                <a:lnTo>
                  <a:pt x="374650" y="31750"/>
                </a:lnTo>
                <a:lnTo>
                  <a:pt x="368300" y="31750"/>
                </a:lnTo>
                <a:lnTo>
                  <a:pt x="374650" y="38100"/>
                </a:lnTo>
                <a:lnTo>
                  <a:pt x="361950" y="57150"/>
                </a:lnTo>
                <a:lnTo>
                  <a:pt x="355600" y="57150"/>
                </a:lnTo>
                <a:lnTo>
                  <a:pt x="349250" y="50800"/>
                </a:lnTo>
                <a:lnTo>
                  <a:pt x="336550" y="50800"/>
                </a:lnTo>
                <a:lnTo>
                  <a:pt x="317500" y="38100"/>
                </a:lnTo>
                <a:lnTo>
                  <a:pt x="234950" y="38100"/>
                </a:lnTo>
                <a:lnTo>
                  <a:pt x="222250" y="50800"/>
                </a:lnTo>
                <a:lnTo>
                  <a:pt x="196850" y="50800"/>
                </a:lnTo>
                <a:lnTo>
                  <a:pt x="190500" y="57150"/>
                </a:lnTo>
                <a:lnTo>
                  <a:pt x="184150" y="57150"/>
                </a:lnTo>
                <a:lnTo>
                  <a:pt x="171450" y="69850"/>
                </a:lnTo>
                <a:lnTo>
                  <a:pt x="165100" y="63500"/>
                </a:lnTo>
                <a:lnTo>
                  <a:pt x="171450" y="69850"/>
                </a:lnTo>
                <a:lnTo>
                  <a:pt x="165100" y="76200"/>
                </a:lnTo>
                <a:lnTo>
                  <a:pt x="158750" y="76200"/>
                </a:lnTo>
                <a:lnTo>
                  <a:pt x="152400" y="82550"/>
                </a:lnTo>
                <a:lnTo>
                  <a:pt x="152400" y="88900"/>
                </a:lnTo>
                <a:lnTo>
                  <a:pt x="139700" y="101600"/>
                </a:lnTo>
                <a:lnTo>
                  <a:pt x="133350" y="101600"/>
                </a:lnTo>
                <a:lnTo>
                  <a:pt x="120650" y="114300"/>
                </a:lnTo>
                <a:lnTo>
                  <a:pt x="127000" y="120650"/>
                </a:lnTo>
                <a:lnTo>
                  <a:pt x="120650" y="127000"/>
                </a:lnTo>
                <a:lnTo>
                  <a:pt x="120650" y="133350"/>
                </a:lnTo>
                <a:lnTo>
                  <a:pt x="107950" y="152400"/>
                </a:lnTo>
                <a:lnTo>
                  <a:pt x="107950" y="177800"/>
                </a:lnTo>
                <a:lnTo>
                  <a:pt x="95250" y="190500"/>
                </a:lnTo>
                <a:lnTo>
                  <a:pt x="82550" y="177800"/>
                </a:lnTo>
                <a:lnTo>
                  <a:pt x="82550" y="171450"/>
                </a:lnTo>
                <a:lnTo>
                  <a:pt x="88900" y="165100"/>
                </a:lnTo>
                <a:lnTo>
                  <a:pt x="88900" y="158750"/>
                </a:lnTo>
                <a:lnTo>
                  <a:pt x="82550" y="158750"/>
                </a:lnTo>
                <a:lnTo>
                  <a:pt x="76200" y="152400"/>
                </a:lnTo>
                <a:lnTo>
                  <a:pt x="76200" y="146050"/>
                </a:lnTo>
                <a:lnTo>
                  <a:pt x="76200" y="152400"/>
                </a:lnTo>
                <a:lnTo>
                  <a:pt x="82550" y="158750"/>
                </a:lnTo>
                <a:lnTo>
                  <a:pt x="82550" y="171450"/>
                </a:lnTo>
                <a:lnTo>
                  <a:pt x="76200" y="177800"/>
                </a:lnTo>
                <a:lnTo>
                  <a:pt x="69850" y="171450"/>
                </a:lnTo>
                <a:lnTo>
                  <a:pt x="69850" y="165100"/>
                </a:lnTo>
                <a:lnTo>
                  <a:pt x="69850" y="171450"/>
                </a:lnTo>
                <a:lnTo>
                  <a:pt x="63500" y="177800"/>
                </a:lnTo>
                <a:lnTo>
                  <a:pt x="50800" y="177800"/>
                </a:lnTo>
                <a:lnTo>
                  <a:pt x="44450" y="184150"/>
                </a:lnTo>
                <a:lnTo>
                  <a:pt x="38100" y="184150"/>
                </a:lnTo>
                <a:lnTo>
                  <a:pt x="38100" y="190500"/>
                </a:lnTo>
                <a:lnTo>
                  <a:pt x="31750" y="196850"/>
                </a:lnTo>
                <a:lnTo>
                  <a:pt x="31750" y="209550"/>
                </a:lnTo>
                <a:lnTo>
                  <a:pt x="25400" y="215900"/>
                </a:lnTo>
                <a:lnTo>
                  <a:pt x="31750" y="209550"/>
                </a:lnTo>
                <a:lnTo>
                  <a:pt x="38100" y="215900"/>
                </a:lnTo>
                <a:lnTo>
                  <a:pt x="38100" y="228600"/>
                </a:lnTo>
                <a:lnTo>
                  <a:pt x="44450" y="234950"/>
                </a:lnTo>
                <a:lnTo>
                  <a:pt x="31750" y="247650"/>
                </a:lnTo>
                <a:lnTo>
                  <a:pt x="31750" y="254000"/>
                </a:lnTo>
                <a:lnTo>
                  <a:pt x="31750" y="247650"/>
                </a:lnTo>
                <a:lnTo>
                  <a:pt x="44450" y="234950"/>
                </a:lnTo>
                <a:lnTo>
                  <a:pt x="69850" y="260350"/>
                </a:lnTo>
                <a:lnTo>
                  <a:pt x="69850" y="266700"/>
                </a:lnTo>
                <a:lnTo>
                  <a:pt x="76200" y="266700"/>
                </a:lnTo>
                <a:lnTo>
                  <a:pt x="107950" y="298450"/>
                </a:lnTo>
                <a:lnTo>
                  <a:pt x="120650" y="298450"/>
                </a:lnTo>
                <a:lnTo>
                  <a:pt x="127000" y="304800"/>
                </a:lnTo>
                <a:lnTo>
                  <a:pt x="146050" y="304800"/>
                </a:lnTo>
                <a:lnTo>
                  <a:pt x="152400" y="298450"/>
                </a:lnTo>
                <a:lnTo>
                  <a:pt x="158750" y="298450"/>
                </a:lnTo>
                <a:lnTo>
                  <a:pt x="165100" y="292100"/>
                </a:lnTo>
                <a:lnTo>
                  <a:pt x="171450" y="292100"/>
                </a:lnTo>
                <a:lnTo>
                  <a:pt x="171450" y="285750"/>
                </a:lnTo>
                <a:lnTo>
                  <a:pt x="177800" y="279400"/>
                </a:lnTo>
                <a:lnTo>
                  <a:pt x="177800" y="273050"/>
                </a:lnTo>
                <a:lnTo>
                  <a:pt x="184150" y="266700"/>
                </a:lnTo>
                <a:lnTo>
                  <a:pt x="190500" y="266700"/>
                </a:lnTo>
                <a:lnTo>
                  <a:pt x="209550" y="247650"/>
                </a:lnTo>
                <a:lnTo>
                  <a:pt x="209550" y="241300"/>
                </a:lnTo>
                <a:lnTo>
                  <a:pt x="215900" y="234950"/>
                </a:lnTo>
                <a:lnTo>
                  <a:pt x="222250" y="234950"/>
                </a:lnTo>
                <a:lnTo>
                  <a:pt x="241300" y="222250"/>
                </a:lnTo>
                <a:lnTo>
                  <a:pt x="234950" y="222250"/>
                </a:lnTo>
                <a:lnTo>
                  <a:pt x="228600" y="215900"/>
                </a:lnTo>
                <a:lnTo>
                  <a:pt x="228600" y="184150"/>
                </a:lnTo>
                <a:lnTo>
                  <a:pt x="222250" y="177800"/>
                </a:lnTo>
                <a:lnTo>
                  <a:pt x="196850" y="177800"/>
                </a:lnTo>
                <a:lnTo>
                  <a:pt x="190500" y="184150"/>
                </a:lnTo>
                <a:lnTo>
                  <a:pt x="184150" y="184150"/>
                </a:lnTo>
                <a:lnTo>
                  <a:pt x="177800" y="177800"/>
                </a:lnTo>
                <a:lnTo>
                  <a:pt x="177800" y="171450"/>
                </a:lnTo>
                <a:lnTo>
                  <a:pt x="171450" y="165100"/>
                </a:lnTo>
                <a:lnTo>
                  <a:pt x="171450" y="158750"/>
                </a:lnTo>
                <a:lnTo>
                  <a:pt x="177800" y="152400"/>
                </a:lnTo>
                <a:lnTo>
                  <a:pt x="184150" y="152400"/>
                </a:lnTo>
                <a:lnTo>
                  <a:pt x="196850" y="139700"/>
                </a:lnTo>
                <a:lnTo>
                  <a:pt x="196850" y="133350"/>
                </a:lnTo>
                <a:lnTo>
                  <a:pt x="203200" y="127000"/>
                </a:lnTo>
                <a:lnTo>
                  <a:pt x="209550" y="127000"/>
                </a:lnTo>
                <a:lnTo>
                  <a:pt x="222250" y="114300"/>
                </a:lnTo>
                <a:lnTo>
                  <a:pt x="228600" y="114300"/>
                </a:lnTo>
                <a:lnTo>
                  <a:pt x="234950" y="107950"/>
                </a:lnTo>
                <a:lnTo>
                  <a:pt x="247650" y="107950"/>
                </a:lnTo>
                <a:lnTo>
                  <a:pt x="254000" y="101600"/>
                </a:lnTo>
                <a:lnTo>
                  <a:pt x="298450" y="101600"/>
                </a:lnTo>
                <a:lnTo>
                  <a:pt x="304800" y="107950"/>
                </a:lnTo>
                <a:lnTo>
                  <a:pt x="317500" y="107950"/>
                </a:lnTo>
                <a:lnTo>
                  <a:pt x="323850" y="114300"/>
                </a:lnTo>
                <a:lnTo>
                  <a:pt x="317500" y="120650"/>
                </a:lnTo>
                <a:lnTo>
                  <a:pt x="330200" y="120650"/>
                </a:lnTo>
                <a:lnTo>
                  <a:pt x="342900" y="133350"/>
                </a:lnTo>
                <a:lnTo>
                  <a:pt x="330200" y="146050"/>
                </a:lnTo>
                <a:lnTo>
                  <a:pt x="317500" y="146050"/>
                </a:lnTo>
                <a:lnTo>
                  <a:pt x="311150" y="139700"/>
                </a:lnTo>
                <a:lnTo>
                  <a:pt x="311150" y="133350"/>
                </a:lnTo>
                <a:lnTo>
                  <a:pt x="311150" y="139700"/>
                </a:lnTo>
                <a:lnTo>
                  <a:pt x="317500" y="146050"/>
                </a:lnTo>
                <a:lnTo>
                  <a:pt x="317500" y="152400"/>
                </a:lnTo>
                <a:lnTo>
                  <a:pt x="311150" y="158750"/>
                </a:lnTo>
                <a:lnTo>
                  <a:pt x="317500" y="165100"/>
                </a:lnTo>
                <a:lnTo>
                  <a:pt x="317500" y="184150"/>
                </a:lnTo>
                <a:lnTo>
                  <a:pt x="323850" y="190500"/>
                </a:lnTo>
                <a:lnTo>
                  <a:pt x="330200" y="190500"/>
                </a:lnTo>
                <a:lnTo>
                  <a:pt x="342900" y="209550"/>
                </a:lnTo>
                <a:lnTo>
                  <a:pt x="342900" y="203200"/>
                </a:lnTo>
                <a:lnTo>
                  <a:pt x="336550" y="196850"/>
                </a:lnTo>
                <a:lnTo>
                  <a:pt x="342900" y="190500"/>
                </a:lnTo>
                <a:lnTo>
                  <a:pt x="349250" y="190500"/>
                </a:lnTo>
                <a:lnTo>
                  <a:pt x="349250" y="171450"/>
                </a:lnTo>
                <a:lnTo>
                  <a:pt x="342900" y="165100"/>
                </a:lnTo>
                <a:lnTo>
                  <a:pt x="342900" y="152400"/>
                </a:lnTo>
                <a:lnTo>
                  <a:pt x="336550" y="146050"/>
                </a:lnTo>
                <a:lnTo>
                  <a:pt x="349250" y="133350"/>
                </a:lnTo>
                <a:lnTo>
                  <a:pt x="361950" y="146050"/>
                </a:lnTo>
                <a:lnTo>
                  <a:pt x="361950" y="152400"/>
                </a:lnTo>
                <a:lnTo>
                  <a:pt x="368300" y="158750"/>
                </a:lnTo>
                <a:lnTo>
                  <a:pt x="368300" y="171450"/>
                </a:lnTo>
                <a:lnTo>
                  <a:pt x="374650" y="177800"/>
                </a:lnTo>
                <a:lnTo>
                  <a:pt x="368300" y="184150"/>
                </a:lnTo>
                <a:lnTo>
                  <a:pt x="387350" y="196850"/>
                </a:lnTo>
                <a:lnTo>
                  <a:pt x="374650" y="215900"/>
                </a:lnTo>
                <a:lnTo>
                  <a:pt x="381000" y="222250"/>
                </a:lnTo>
                <a:lnTo>
                  <a:pt x="381000" y="228600"/>
                </a:lnTo>
                <a:lnTo>
                  <a:pt x="374650" y="234950"/>
                </a:lnTo>
                <a:lnTo>
                  <a:pt x="381000" y="241300"/>
                </a:lnTo>
                <a:lnTo>
                  <a:pt x="374650" y="247650"/>
                </a:lnTo>
                <a:lnTo>
                  <a:pt x="374650" y="266700"/>
                </a:lnTo>
                <a:lnTo>
                  <a:pt x="342900" y="298450"/>
                </a:lnTo>
                <a:lnTo>
                  <a:pt x="330200" y="285750"/>
                </a:lnTo>
                <a:lnTo>
                  <a:pt x="342900" y="298450"/>
                </a:lnTo>
                <a:lnTo>
                  <a:pt x="330200" y="317500"/>
                </a:lnTo>
                <a:lnTo>
                  <a:pt x="317500" y="317500"/>
                </a:lnTo>
                <a:lnTo>
                  <a:pt x="311150" y="311150"/>
                </a:lnTo>
                <a:lnTo>
                  <a:pt x="317500" y="304800"/>
                </a:lnTo>
                <a:lnTo>
                  <a:pt x="323850" y="304800"/>
                </a:lnTo>
                <a:lnTo>
                  <a:pt x="317500" y="304800"/>
                </a:lnTo>
                <a:lnTo>
                  <a:pt x="311150" y="311150"/>
                </a:lnTo>
                <a:lnTo>
                  <a:pt x="311150" y="317500"/>
                </a:lnTo>
                <a:lnTo>
                  <a:pt x="292100" y="330200"/>
                </a:lnTo>
                <a:lnTo>
                  <a:pt x="285750" y="330200"/>
                </a:lnTo>
                <a:lnTo>
                  <a:pt x="279400" y="323850"/>
                </a:lnTo>
                <a:lnTo>
                  <a:pt x="273050" y="330200"/>
                </a:lnTo>
                <a:lnTo>
                  <a:pt x="254000" y="330200"/>
                </a:lnTo>
                <a:lnTo>
                  <a:pt x="247650" y="336550"/>
                </a:lnTo>
                <a:lnTo>
                  <a:pt x="241300" y="330200"/>
                </a:lnTo>
                <a:lnTo>
                  <a:pt x="247650" y="336550"/>
                </a:lnTo>
                <a:lnTo>
                  <a:pt x="241300" y="342900"/>
                </a:lnTo>
                <a:lnTo>
                  <a:pt x="247650" y="349250"/>
                </a:lnTo>
                <a:lnTo>
                  <a:pt x="247650" y="368300"/>
                </a:lnTo>
                <a:lnTo>
                  <a:pt x="241300" y="374650"/>
                </a:lnTo>
                <a:lnTo>
                  <a:pt x="241300" y="387350"/>
                </a:lnTo>
                <a:lnTo>
                  <a:pt x="247650" y="381000"/>
                </a:lnTo>
                <a:lnTo>
                  <a:pt x="254000" y="387350"/>
                </a:lnTo>
                <a:lnTo>
                  <a:pt x="323850" y="387350"/>
                </a:lnTo>
                <a:lnTo>
                  <a:pt x="330200" y="381000"/>
                </a:lnTo>
                <a:lnTo>
                  <a:pt x="342900" y="381000"/>
                </a:lnTo>
                <a:lnTo>
                  <a:pt x="355600" y="368300"/>
                </a:lnTo>
                <a:lnTo>
                  <a:pt x="361950" y="368300"/>
                </a:lnTo>
                <a:lnTo>
                  <a:pt x="361950" y="361950"/>
                </a:lnTo>
                <a:lnTo>
                  <a:pt x="368300" y="355600"/>
                </a:lnTo>
                <a:lnTo>
                  <a:pt x="374650" y="355600"/>
                </a:lnTo>
                <a:lnTo>
                  <a:pt x="381000" y="349250"/>
                </a:lnTo>
                <a:lnTo>
                  <a:pt x="387350" y="349250"/>
                </a:lnTo>
                <a:lnTo>
                  <a:pt x="400050" y="336550"/>
                </a:lnTo>
                <a:lnTo>
                  <a:pt x="406400" y="336550"/>
                </a:lnTo>
                <a:lnTo>
                  <a:pt x="406400" y="330200"/>
                </a:lnTo>
                <a:lnTo>
                  <a:pt x="419100" y="317500"/>
                </a:lnTo>
                <a:lnTo>
                  <a:pt x="419100" y="311150"/>
                </a:lnTo>
                <a:lnTo>
                  <a:pt x="425450" y="304800"/>
                </a:lnTo>
                <a:lnTo>
                  <a:pt x="425450" y="292100"/>
                </a:lnTo>
                <a:lnTo>
                  <a:pt x="438150" y="273050"/>
                </a:lnTo>
                <a:lnTo>
                  <a:pt x="438150" y="254000"/>
                </a:lnTo>
                <a:lnTo>
                  <a:pt x="444500" y="247650"/>
                </a:lnTo>
                <a:close/>
                <a:moveTo>
                  <a:pt x="165100" y="184150"/>
                </a:moveTo>
                <a:lnTo>
                  <a:pt x="171450" y="177800"/>
                </a:lnTo>
                <a:lnTo>
                  <a:pt x="177800" y="184150"/>
                </a:lnTo>
                <a:lnTo>
                  <a:pt x="171450" y="190500"/>
                </a:lnTo>
                <a:close/>
                <a:moveTo>
                  <a:pt x="381000" y="44450"/>
                </a:moveTo>
                <a:lnTo>
                  <a:pt x="387350" y="50800"/>
                </a:lnTo>
                <a:lnTo>
                  <a:pt x="368300" y="69850"/>
                </a:lnTo>
                <a:lnTo>
                  <a:pt x="361950" y="63500"/>
                </a:lnTo>
                <a:lnTo>
                  <a:pt x="361950" y="57150"/>
                </a:lnTo>
                <a:lnTo>
                  <a:pt x="374650" y="44450"/>
                </a:lnTo>
                <a:close/>
                <a:moveTo>
                  <a:pt x="196850" y="25400"/>
                </a:moveTo>
                <a:lnTo>
                  <a:pt x="203200" y="25400"/>
                </a:lnTo>
                <a:lnTo>
                  <a:pt x="209550" y="19050"/>
                </a:lnTo>
                <a:lnTo>
                  <a:pt x="304800" y="19050"/>
                </a:lnTo>
                <a:lnTo>
                  <a:pt x="234950" y="19050"/>
                </a:lnTo>
                <a:lnTo>
                  <a:pt x="228600" y="12700"/>
                </a:lnTo>
                <a:lnTo>
                  <a:pt x="215900" y="12700"/>
                </a:lnTo>
                <a:close/>
                <a:moveTo>
                  <a:pt x="317500" y="0"/>
                </a:moveTo>
                <a:lnTo>
                  <a:pt x="317500" y="12700"/>
                </a:lnTo>
                <a:lnTo>
                  <a:pt x="323850" y="19050"/>
                </a:lnTo>
                <a:lnTo>
                  <a:pt x="336550" y="19050"/>
                </a:lnTo>
                <a:lnTo>
                  <a:pt x="336550" y="6350"/>
                </a:lnTo>
                <a:lnTo>
                  <a:pt x="330200" y="6350"/>
                </a:lnTo>
                <a:lnTo>
                  <a:pt x="323850" y="0"/>
                </a:lnTo>
                <a:close/>
              </a:path>
            </a:pathLst>
          </a:custGeom>
          <a:solidFill xmlns:a="http://schemas.openxmlformats.org/drawingml/2006/main">
            <a:srgbClr val="F2D5D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3134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2026-10-18T16:26:42.3860000Z</dcterms:created>
  <dcterms:modified xsi:type="dcterms:W3CDTF">2026-10-18T16:26:42.3860000Z</dcterms:modified>
</coreProperties>
</file>