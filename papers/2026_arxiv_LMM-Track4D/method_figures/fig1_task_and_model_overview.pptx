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5a19d3d0f4406a" /><Relationship Type="http://schemas.openxmlformats.org/officeDocument/2006/relationships/extended-properties" Target="/docProps/app.xml" Id="R2c8ba0f31aef4458" /><Relationship Type="http://schemas.openxmlformats.org/officeDocument/2006/relationships/officeDocument" Target="/ppt/presentation.xml" Id="Rf55237948a4343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2e7e065b5642cf"/>
  </p:sldMasterIdLst>
  <p:notesMasterIdLst>
    <p:notesMasterId xmlns:r="http://schemas.openxmlformats.org/officeDocument/2006/relationships" r:id="R4e145fafacd64a12"/>
  </p:notesMasterIdLst>
  <p:sldIdLst>
    <p:sldId xmlns:r="http://schemas.openxmlformats.org/officeDocument/2006/relationships" id="256" r:id="R0622883cfb934e9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c234b7fd7b4182" /><Relationship Type="http://schemas.openxmlformats.org/officeDocument/2006/relationships/slideMaster" Target="/ppt/slideMasters/slideMaster1.xml" Id="R742e7e065b5642cf" /><Relationship Type="http://schemas.openxmlformats.org/officeDocument/2006/relationships/notesMaster" Target="/ppt/notesMasters/notesMaster1.xml" Id="R4e145fafacd64a12" /><Relationship Type="http://schemas.openxmlformats.org/officeDocument/2006/relationships/presProps" Target="/ppt/presProps.xml" Id="R41a3a6bd6701438b" /><Relationship Type="http://schemas.openxmlformats.org/officeDocument/2006/relationships/tableStyles" Target="/ppt/tableStyles.xml" Id="Rf05298c95d774477" /><Relationship Type="http://schemas.openxmlformats.org/officeDocument/2006/relationships/slide" Target="/ppt/slides/slide1.xml" Id="R0622883cfb934e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c2648f126046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d5f00c2d949af" /><Relationship Type="http://schemas.openxmlformats.org/officeDocument/2006/relationships/notesMaster" Target="/ppt/notesMasters/notesMaster1.xml" Id="Rc63fe7bafc2c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1: fig1 task and model overview</a:t>
            </a:r>
          </a:p>
          <a:p xmlns:a="http://schemas.openxmlformats.org/drawingml/2006/main">
            <a:r>
              <a:t>Source: https://arxiv.org/abs/2605.19390v1</a:t>
            </a:r>
          </a:p>
          <a:p xmlns:a="http://schemas.openxmlformats.org/drawingml/2006/main">
            <a:r>
              <a:t>Approved image: fig1_task_and_model_overview.png; SHA-256: d63355c64046df6710ca282dfe1cb27a2fa706f334bcd226cc02878cc5cd1ffc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(24), whose internal pixels are not editable.</a:t>
            </a:r>
          </a:p>
          <a:p xmlns:a="http://schemas.openxmlformats.org/drawingml/2006/main">
            <a:r>
              <a:t>Font substitution: source PDF families mapped to Times New Roman,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0abdea1b943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953c7ea9e46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8de67c22c49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e695655be4c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186991c974c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3d6e892d14e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C72214-8286-425E-9849-930595B18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772EF4-5788-4A44-90DE-394113B369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A81109-5DE8-45F4-8C1D-A2FEB85858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1CF0C1-B723-4864-AA3D-EAB7E358CE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953249-83B7-45F2-BAA5-A8DBEBFDB7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F5A87E-F4B9-4BA1-B5A0-542D1F812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7C6E8B-7EB3-41BD-8318-D4B7343A01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24C8EB-E878-4B72-B4BD-9D79B4C503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380B68-8AC3-4CBA-B361-027368FE3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BFFB9F-81A9-4FDD-BE87-662C907C10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b4adb3912d43d4" /><Relationship Type="http://schemas.openxmlformats.org/officeDocument/2006/relationships/slideLayout" Target="/ppt/slideLayouts/slideLayout1.xml" Id="R5ff4661e39974c3b" /><Relationship Type="http://schemas.openxmlformats.org/officeDocument/2006/relationships/slideLayout" Target="/ppt/slideLayouts/slideLayout2.xml" Id="R91b901314f7f485e" /><Relationship Type="http://schemas.openxmlformats.org/officeDocument/2006/relationships/slideLayout" Target="/ppt/slideLayouts/slideLayout3.xml" Id="R75cfb148cb0f4192" /><Relationship Type="http://schemas.openxmlformats.org/officeDocument/2006/relationships/slideLayout" Target="/ppt/slideLayouts/slideLayout4.xml" Id="R61b4febb54a04b4e" /><Relationship Type="http://schemas.openxmlformats.org/officeDocument/2006/relationships/slideLayout" Target="/ppt/slideLayouts/slideLayout5.xml" Id="Re04e2cd32a154a2b" /><Relationship Type="http://schemas.openxmlformats.org/officeDocument/2006/relationships/slideLayout" Target="/ppt/slideLayouts/slideLayout6.xml" Id="Rbce0986381294f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f4661e39974c3b"/>
    <p:sldLayoutId xmlns:r="http://schemas.openxmlformats.org/officeDocument/2006/relationships" id="2147483650" r:id="R91b901314f7f485e"/>
    <p:sldLayoutId xmlns:r="http://schemas.openxmlformats.org/officeDocument/2006/relationships" id="2147483651" r:id="R75cfb148cb0f4192"/>
    <p:sldLayoutId xmlns:r="http://schemas.openxmlformats.org/officeDocument/2006/relationships" id="2147483652" r:id="R61b4febb54a04b4e"/>
    <p:sldLayoutId xmlns:r="http://schemas.openxmlformats.org/officeDocument/2006/relationships" id="2147483653" r:id="Re04e2cd32a154a2b"/>
    <p:sldLayoutId xmlns:r="http://schemas.openxmlformats.org/officeDocument/2006/relationships" id="2147483654" r:id="Rbce0986381294f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66968642b44ad" /><Relationship Type="http://schemas.openxmlformats.org/officeDocument/2006/relationships/image" Target="/ppt/media/image.png" Id="R4aacd15cfef24a65" /><Relationship Type="http://schemas.openxmlformats.org/officeDocument/2006/relationships/image" Target="/ppt/media/image2.png" Id="Rbfead758794249eb" /><Relationship Type="http://schemas.openxmlformats.org/officeDocument/2006/relationships/image" Target="/ppt/media/image3.png" Id="Rf20d900710a84c7f" /><Relationship Type="http://schemas.openxmlformats.org/officeDocument/2006/relationships/image" Target="/ppt/media/image4.png" Id="R26216fec901e4d34" /><Relationship Type="http://schemas.openxmlformats.org/officeDocument/2006/relationships/image" Target="/ppt/media/image5.png" Id="R75485dc02db04432" /><Relationship Type="http://schemas.openxmlformats.org/officeDocument/2006/relationships/image" Target="/ppt/media/image6.png" Id="Ra1626c6fbe3c429f" /><Relationship Type="http://schemas.openxmlformats.org/officeDocument/2006/relationships/image" Target="/ppt/media/image7.png" Id="R605e877fb8d24c50" /><Relationship Type="http://schemas.openxmlformats.org/officeDocument/2006/relationships/image" Target="/ppt/media/image8.png" Id="R692b80fb87fa4423" /><Relationship Type="http://schemas.openxmlformats.org/officeDocument/2006/relationships/image" Target="/ppt/media/image9.png" Id="R81797bebac18464c" /><Relationship Type="http://schemas.openxmlformats.org/officeDocument/2006/relationships/image" Target="/ppt/media/image10.png" Id="Re57f4726c93944f3" /><Relationship Type="http://schemas.openxmlformats.org/officeDocument/2006/relationships/image" Target="/ppt/media/image11.png" Id="R041a7d65ab854a63" /><Relationship Type="http://schemas.openxmlformats.org/officeDocument/2006/relationships/image" Target="/ppt/media/image12.png" Id="R0ec1816db08e486f" /><Relationship Type="http://schemas.openxmlformats.org/officeDocument/2006/relationships/image" Target="/ppt/media/image13.png" Id="R2d943f3b56704f32" /><Relationship Type="http://schemas.openxmlformats.org/officeDocument/2006/relationships/image" Target="/ppt/media/image14.png" Id="R1891d6281ca1458b" /><Relationship Type="http://schemas.openxmlformats.org/officeDocument/2006/relationships/image" Target="/ppt/media/image15.png" Id="R97a35b4526b148d0" /><Relationship Type="http://schemas.openxmlformats.org/officeDocument/2006/relationships/image" Target="/ppt/media/image16.png" Id="Rf0af3d05e1fe43ae" /><Relationship Type="http://schemas.openxmlformats.org/officeDocument/2006/relationships/image" Target="/ppt/media/image17.png" Id="Rd8be05e8ac904ed1" /><Relationship Type="http://schemas.openxmlformats.org/officeDocument/2006/relationships/image" Target="/ppt/media/image18.png" Id="R407009ed261f46f8" /><Relationship Type="http://schemas.openxmlformats.org/officeDocument/2006/relationships/image" Target="/ppt/media/image19.png" Id="R2fb37b0ed46c4fee" /><Relationship Type="http://schemas.openxmlformats.org/officeDocument/2006/relationships/image" Target="/ppt/media/image20.png" Id="Rebb7c2cece4a41ed" /><Relationship Type="http://schemas.openxmlformats.org/officeDocument/2006/relationships/image" Target="/ppt/media/image21.png" Id="R5f7d88e5f57c49ba" /><Relationship Type="http://schemas.openxmlformats.org/officeDocument/2006/relationships/image" Target="/ppt/media/image22.png" Id="R9d50a0c2bd2b4239" /><Relationship Type="http://schemas.openxmlformats.org/officeDocument/2006/relationships/image" Target="/ppt/media/image23.png" Id="R35f26f37a44a4d8b" /><Relationship Type="http://schemas.openxmlformats.org/officeDocument/2006/relationships/image" Target="/ppt/media/image24.png" Id="R00cab071424f4526" /><Relationship Type="http://schemas.openxmlformats.org/officeDocument/2006/relationships/notesSlide" Target="/ppt/notesSlides/notesSlide1.xml" Id="Rec028d225c8145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9" name="path-1">
            <a:extLst xmlns:a="http://schemas.openxmlformats.org/drawingml/2006/main">
              <a:ext uri="{FF2B5EF4-FFF2-40B4-BE49-F238E27FC236}">
                <a16:creationId xmlns:a16="http://schemas.microsoft.com/office/drawing/2014/main" id="{168516B5-15D4-4F40-8363-9AF5E600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194"/>
            <a:ext cx="15087806" cy="8448679"/>
          </a:xfrm>
          <a:custGeom xmlns:a="http://schemas.openxmlformats.org/drawingml/2006/main">
            <a:pathLst>
              <a:path w="15087806" h="8448679">
                <a:moveTo>
                  <a:pt x="0" y="0"/>
                </a:moveTo>
                <a:lnTo>
                  <a:pt x="0" y="8448679"/>
                </a:lnTo>
                <a:lnTo>
                  <a:pt x="15087806" y="8448679"/>
                </a:lnTo>
                <a:lnTo>
                  <a:pt x="150878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ECDB9918-D948-4DA6-84C6-7C9B803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5" y="76194"/>
            <a:ext cx="10743656" cy="4847077"/>
          </a:xfrm>
          <a:custGeom xmlns:a="http://schemas.openxmlformats.org/drawingml/2006/main">
            <a:pathLst>
              <a:path w="10743656" h="4847077">
                <a:moveTo>
                  <a:pt x="116509" y="5661"/>
                </a:moveTo>
                <a:lnTo>
                  <a:pt x="101937" y="13966"/>
                </a:lnTo>
                <a:lnTo>
                  <a:pt x="88104" y="23322"/>
                </a:lnTo>
                <a:lnTo>
                  <a:pt x="75065" y="33674"/>
                </a:lnTo>
                <a:lnTo>
                  <a:pt x="62878" y="44967"/>
                </a:lnTo>
                <a:lnTo>
                  <a:pt x="51596" y="57144"/>
                </a:lnTo>
                <a:lnTo>
                  <a:pt x="41276" y="70150"/>
                </a:lnTo>
                <a:lnTo>
                  <a:pt x="31973" y="83930"/>
                </a:lnTo>
                <a:lnTo>
                  <a:pt x="23742" y="98427"/>
                </a:lnTo>
                <a:lnTo>
                  <a:pt x="16640" y="113587"/>
                </a:lnTo>
                <a:lnTo>
                  <a:pt x="10722" y="129354"/>
                </a:lnTo>
                <a:lnTo>
                  <a:pt x="6043" y="145671"/>
                </a:lnTo>
                <a:lnTo>
                  <a:pt x="2660" y="162484"/>
                </a:lnTo>
                <a:lnTo>
                  <a:pt x="627" y="179738"/>
                </a:lnTo>
                <a:lnTo>
                  <a:pt x="0" y="197375"/>
                </a:lnTo>
                <a:lnTo>
                  <a:pt x="0" y="4630723"/>
                </a:lnTo>
                <a:lnTo>
                  <a:pt x="627" y="4648405"/>
                </a:lnTo>
                <a:lnTo>
                  <a:pt x="2660" y="4665699"/>
                </a:lnTo>
                <a:lnTo>
                  <a:pt x="6043" y="4682548"/>
                </a:lnTo>
                <a:lnTo>
                  <a:pt x="10722" y="4698896"/>
                </a:lnTo>
                <a:lnTo>
                  <a:pt x="16640" y="4714689"/>
                </a:lnTo>
                <a:lnTo>
                  <a:pt x="23742" y="4729870"/>
                </a:lnTo>
                <a:lnTo>
                  <a:pt x="31973" y="4744384"/>
                </a:lnTo>
                <a:lnTo>
                  <a:pt x="41276" y="4758176"/>
                </a:lnTo>
                <a:lnTo>
                  <a:pt x="51596" y="4771189"/>
                </a:lnTo>
                <a:lnTo>
                  <a:pt x="62878" y="4783368"/>
                </a:lnTo>
                <a:lnTo>
                  <a:pt x="75065" y="4794659"/>
                </a:lnTo>
                <a:lnTo>
                  <a:pt x="88104" y="4805004"/>
                </a:lnTo>
                <a:lnTo>
                  <a:pt x="101937" y="4814349"/>
                </a:lnTo>
                <a:lnTo>
                  <a:pt x="116509" y="4822637"/>
                </a:lnTo>
                <a:lnTo>
                  <a:pt x="131765" y="4829814"/>
                </a:lnTo>
                <a:lnTo>
                  <a:pt x="147649" y="4835823"/>
                </a:lnTo>
                <a:lnTo>
                  <a:pt x="164105" y="4840610"/>
                </a:lnTo>
                <a:lnTo>
                  <a:pt x="181078" y="4844118"/>
                </a:lnTo>
                <a:lnTo>
                  <a:pt x="198513" y="4846292"/>
                </a:lnTo>
                <a:lnTo>
                  <a:pt x="216353" y="4847077"/>
                </a:lnTo>
                <a:lnTo>
                  <a:pt x="10527303" y="4847077"/>
                </a:lnTo>
                <a:lnTo>
                  <a:pt x="10544918" y="4846292"/>
                </a:lnTo>
                <a:lnTo>
                  <a:pt x="10562151" y="4844118"/>
                </a:lnTo>
                <a:lnTo>
                  <a:pt x="10578946" y="4840610"/>
                </a:lnTo>
                <a:lnTo>
                  <a:pt x="10595248" y="4835823"/>
                </a:lnTo>
                <a:lnTo>
                  <a:pt x="10611002" y="4829814"/>
                </a:lnTo>
                <a:lnTo>
                  <a:pt x="10626151" y="4822637"/>
                </a:lnTo>
                <a:lnTo>
                  <a:pt x="10640640" y="4814349"/>
                </a:lnTo>
                <a:lnTo>
                  <a:pt x="10654414" y="4805004"/>
                </a:lnTo>
                <a:lnTo>
                  <a:pt x="10667416" y="4794659"/>
                </a:lnTo>
                <a:lnTo>
                  <a:pt x="10679592" y="4783368"/>
                </a:lnTo>
                <a:lnTo>
                  <a:pt x="10690886" y="4771189"/>
                </a:lnTo>
                <a:lnTo>
                  <a:pt x="10701242" y="4758176"/>
                </a:lnTo>
                <a:lnTo>
                  <a:pt x="10710604" y="4744384"/>
                </a:lnTo>
                <a:lnTo>
                  <a:pt x="10718918" y="4729870"/>
                </a:lnTo>
                <a:lnTo>
                  <a:pt x="10726126" y="4714689"/>
                </a:lnTo>
                <a:lnTo>
                  <a:pt x="10732175" y="4698896"/>
                </a:lnTo>
                <a:lnTo>
                  <a:pt x="10737008" y="4682548"/>
                </a:lnTo>
                <a:lnTo>
                  <a:pt x="10740569" y="4665699"/>
                </a:lnTo>
                <a:lnTo>
                  <a:pt x="10742804" y="4648405"/>
                </a:lnTo>
                <a:lnTo>
                  <a:pt x="10743656" y="4630723"/>
                </a:lnTo>
                <a:lnTo>
                  <a:pt x="10743656" y="197375"/>
                </a:lnTo>
                <a:lnTo>
                  <a:pt x="10742804" y="179738"/>
                </a:lnTo>
                <a:lnTo>
                  <a:pt x="10740569" y="162484"/>
                </a:lnTo>
                <a:lnTo>
                  <a:pt x="10737008" y="145671"/>
                </a:lnTo>
                <a:lnTo>
                  <a:pt x="10732175" y="129354"/>
                </a:lnTo>
                <a:lnTo>
                  <a:pt x="10726126" y="113587"/>
                </a:lnTo>
                <a:lnTo>
                  <a:pt x="10718918" y="98427"/>
                </a:lnTo>
                <a:lnTo>
                  <a:pt x="10710604" y="83930"/>
                </a:lnTo>
                <a:lnTo>
                  <a:pt x="10701242" y="70150"/>
                </a:lnTo>
                <a:lnTo>
                  <a:pt x="10690886" y="57144"/>
                </a:lnTo>
                <a:lnTo>
                  <a:pt x="10679592" y="44967"/>
                </a:lnTo>
                <a:lnTo>
                  <a:pt x="10667416" y="33674"/>
                </a:lnTo>
                <a:lnTo>
                  <a:pt x="10654414" y="23322"/>
                </a:lnTo>
                <a:lnTo>
                  <a:pt x="10640640" y="13966"/>
                </a:lnTo>
                <a:lnTo>
                  <a:pt x="10626151" y="5661"/>
                </a:lnTo>
                <a:lnTo>
                  <a:pt x="10614238" y="0"/>
                </a:lnTo>
                <a:lnTo>
                  <a:pt x="128506" y="0"/>
                </a:lnTo>
                <a:lnTo>
                  <a:pt x="116509" y="566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C706D693-AE53-49C8-8FC5-6905DB6B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958" y="76194"/>
            <a:ext cx="27819" cy="110723"/>
          </a:xfrm>
          <a:custGeom xmlns:a="http://schemas.openxmlformats.org/drawingml/2006/main">
            <a:pathLst>
              <a:path w="27819" h="110723">
                <a:moveTo>
                  <a:pt x="0" y="16"/>
                </a:moveTo>
                <a:lnTo>
                  <a:pt x="143" y="110723"/>
                </a:lnTo>
                <a:lnTo>
                  <a:pt x="27819" y="110691"/>
                </a:lnTo>
                <a:lnTo>
                  <a:pt x="27677" y="0"/>
                </a:lnTo>
                <a:lnTo>
                  <a:pt x="13839" y="0"/>
                </a:lnTo>
                <a:lnTo>
                  <a:pt x="0" y="16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5AC3E26B-EA48-405C-BD02-5E99AA1F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212" y="269915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4370F956-9B07-458E-8CEC-0F82B462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464" y="463653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421C1A36-817F-420D-85B4-94A318B9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718" y="657390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C941FA86-C9BD-407A-8FFE-977A91F9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971" y="851128"/>
            <a:ext cx="27818" cy="110739"/>
          </a:xfrm>
          <a:custGeom xmlns:a="http://schemas.openxmlformats.org/drawingml/2006/main">
            <a:pathLst>
              <a:path w="27818" h="110739">
                <a:moveTo>
                  <a:pt x="0" y="32"/>
                </a:moveTo>
                <a:lnTo>
                  <a:pt x="142" y="110739"/>
                </a:lnTo>
                <a:lnTo>
                  <a:pt x="27818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6890AB17-D296-4D14-B34E-7458E9B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223" y="1044866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0C927876-9473-41F7-8869-0F414BBB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477" y="1238603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8A736767-D441-46BE-B3BA-A3BE227C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729" y="1432340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DAD0816F-1120-4B7B-B466-EDFB49F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983" y="1626078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2DBD9CB0-1BC6-45E1-A3F9-8CDA578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236" y="1819816"/>
            <a:ext cx="27818" cy="110739"/>
          </a:xfrm>
          <a:custGeom xmlns:a="http://schemas.openxmlformats.org/drawingml/2006/main">
            <a:pathLst>
              <a:path w="27818" h="110739">
                <a:moveTo>
                  <a:pt x="0" y="32"/>
                </a:moveTo>
                <a:lnTo>
                  <a:pt x="142" y="110739"/>
                </a:lnTo>
                <a:lnTo>
                  <a:pt x="27818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ADDCD927-AECC-4F01-A5D3-05F7ED8A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488" y="2013553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7D19A46A-DE9A-4518-9CE3-F1EBEC93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42" y="2207291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3766DAB9-416C-49D7-9458-E906D59D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994" y="2401028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C8785136-E309-43FB-B2E7-310CB9F5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248" y="2594766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1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E54B7EB0-9033-40D0-95B6-3DAC7E6F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501" y="2788503"/>
            <a:ext cx="27819" cy="110740"/>
          </a:xfrm>
          <a:custGeom xmlns:a="http://schemas.openxmlformats.org/drawingml/2006/main">
            <a:pathLst>
              <a:path w="27819" h="110740">
                <a:moveTo>
                  <a:pt x="0" y="33"/>
                </a:moveTo>
                <a:lnTo>
                  <a:pt x="142" y="110740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DA63AB3F-C22E-441B-B462-9670BF17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753" y="2982241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1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6881CBC4-A1BA-4DC3-B4DD-5A2BFDFE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007" y="3175978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B6B04C5F-F464-4436-B82E-5FE3304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259" y="3369716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1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74FCD1BE-AEB8-4615-A88A-F5B8700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513" y="3563453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BFDF30F8-44C4-47E7-92BF-972B5C72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766" y="3757191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2DF97F2C-6BC8-4A80-88E1-9BFAF284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018" y="3950929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207ACDA0-7E2C-4E9A-ADCE-B8ECC351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272" y="4144666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5945490A-F3BC-435B-A1D1-2C0FFB4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525" y="4338404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2E24A842-BA6A-4163-978D-8757C7ED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778" y="4532141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C39AB409-C48D-470F-8DB3-471EAE67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31" y="4725879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1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5FD425A4-3934-41A4-BD87-1F77BA9C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85" y="4919617"/>
            <a:ext cx="27676" cy="2404"/>
          </a:xfrm>
          <a:custGeom xmlns:a="http://schemas.openxmlformats.org/drawingml/2006/main">
            <a:pathLst>
              <a:path w="27676" h="2404">
                <a:moveTo>
                  <a:pt x="0" y="32"/>
                </a:moveTo>
                <a:lnTo>
                  <a:pt x="0" y="2404"/>
                </a:lnTo>
                <a:lnTo>
                  <a:pt x="27676" y="2372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29 (a)">
            <a:extLst xmlns:a="http://schemas.openxmlformats.org/drawingml/2006/main">
              <a:ext uri="{FF2B5EF4-FFF2-40B4-BE49-F238E27FC236}">
                <a16:creationId xmlns:a16="http://schemas.microsoft.com/office/drawing/2014/main" id="{535D8B5C-5F11-4740-8E32-29BD311A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254" y="4982664"/>
            <a:ext cx="346993" cy="3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30" name="text-29 4D">
            <a:extLst xmlns:a="http://schemas.openxmlformats.org/drawingml/2006/main">
              <a:ext uri="{FF2B5EF4-FFF2-40B4-BE49-F238E27FC236}">
                <a16:creationId xmlns:a16="http://schemas.microsoft.com/office/drawing/2014/main" id="{2FCBC367-4470-4D49-A271-4829721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9587" y="4982275"/>
            <a:ext cx="377670" cy="377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31" name="text-29 LMM">
            <a:extLst xmlns:a="http://schemas.openxmlformats.org/drawingml/2006/main">
              <a:ext uri="{FF2B5EF4-FFF2-40B4-BE49-F238E27FC236}">
                <a16:creationId xmlns:a16="http://schemas.microsoft.com/office/drawing/2014/main" id="{748286F0-0020-4AD3-ABC5-B73712CD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5761" y="4982493"/>
            <a:ext cx="691520" cy="376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</a:t>
            </a:r>
          </a:p>
        </p:txBody>
      </p:sp>
      <p:sp>
        <p:nvSpPr>
          <p:cNvPr id="32" name="text-30 (b)">
            <a:extLst xmlns:a="http://schemas.openxmlformats.org/drawingml/2006/main">
              <a:ext uri="{FF2B5EF4-FFF2-40B4-BE49-F238E27FC236}">
                <a16:creationId xmlns:a16="http://schemas.microsoft.com/office/drawing/2014/main" id="{4DC4DF7C-27FA-43E4-8B3E-9DA7D5C1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6803" y="4963679"/>
            <a:ext cx="362021" cy="37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33" name="text-30 LMM-Track4D">
            <a:extLst xmlns:a="http://schemas.openxmlformats.org/drawingml/2006/main">
              <a:ext uri="{FF2B5EF4-FFF2-40B4-BE49-F238E27FC236}">
                <a16:creationId xmlns:a16="http://schemas.microsoft.com/office/drawing/2014/main" id="{2F296D1E-AD59-49DA-AF63-26D22F90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7161" y="4963735"/>
            <a:ext cx="1726636" cy="3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LMM-Track4D</a:t>
            </a:r>
          </a:p>
        </p:txBody>
      </p:sp>
      <p:sp>
        <p:nvSpPr>
          <p:cNvPr id="34" name="text-30 (Ours)">
            <a:extLst xmlns:a="http://schemas.openxmlformats.org/drawingml/2006/main">
              <a:ext uri="{FF2B5EF4-FFF2-40B4-BE49-F238E27FC236}">
                <a16:creationId xmlns:a16="http://schemas.microsoft.com/office/drawing/2014/main" id="{6392BBBD-D8CD-4B24-B578-A6DB6D2D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2380" y="4963763"/>
            <a:ext cx="750271" cy="37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(Ours)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0EC22C-0AA4-4B43-80E1-4D4D467B71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cd15cfef24a65"/>
          <a:stretch xmlns:a="http://schemas.openxmlformats.org/drawingml/2006/main"/>
        </p:blipFill>
        <p:spPr>
          <a:xfrm xmlns:a="http://schemas.openxmlformats.org/drawingml/2006/main">
            <a:off x="85725" y="3562350"/>
            <a:ext cx="3267075" cy="1047750"/>
          </a:xfrm>
          <a:prstGeom xmlns:a="http://schemas.openxmlformats.org/drawingml/2006/main" prst="rect">
            <a:avLst/>
          </a:prstGeom>
        </p:spPr>
      </p:pic>
      <p:sp>
        <p:nvSpPr>
          <p:cNvPr id="36" name="text-32 Multi-View">
            <a:extLst xmlns:a="http://schemas.openxmlformats.org/drawingml/2006/main">
              <a:ext uri="{FF2B5EF4-FFF2-40B4-BE49-F238E27FC236}">
                <a16:creationId xmlns:a16="http://schemas.microsoft.com/office/drawing/2014/main" id="{938C7438-875C-4DBB-9BDD-0B27368F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336" y="4544734"/>
            <a:ext cx="1224887" cy="354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E621C4-3C18-49B7-9476-C66AFA7A4D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ad758794249eb"/>
          <a:stretch xmlns:a="http://schemas.openxmlformats.org/drawingml/2006/main"/>
        </p:blipFill>
        <p:spPr>
          <a:xfrm xmlns:a="http://schemas.openxmlformats.org/drawingml/2006/main">
            <a:off x="209550" y="3819525"/>
            <a:ext cx="971550" cy="542925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8A271E-11C1-4BB8-9C18-5B44C0B35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d900710a84c7f"/>
          <a:stretch xmlns:a="http://schemas.openxmlformats.org/drawingml/2006/main"/>
        </p:blipFill>
        <p:spPr>
          <a:xfrm xmlns:a="http://schemas.openxmlformats.org/drawingml/2006/main">
            <a:off x="2228850" y="3819525"/>
            <a:ext cx="981075" cy="542925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FB7F88-C4BF-47E0-A5ED-BA162C659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16fec901e4d34"/>
          <a:stretch xmlns:a="http://schemas.openxmlformats.org/drawingml/2006/main"/>
        </p:blipFill>
        <p:spPr>
          <a:xfrm xmlns:a="http://schemas.openxmlformats.org/drawingml/2006/main">
            <a:off x="1219200" y="3819525"/>
            <a:ext cx="971550" cy="542925"/>
          </a:xfrm>
          <a:prstGeom xmlns:a="http://schemas.openxmlformats.org/drawingml/2006/main" prst="rect">
            <a:avLst/>
          </a:prstGeom>
        </p:spPr>
      </p:pic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E1D94AB5-6F85-403E-B6D8-CC5BD8B5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18" y="3312797"/>
            <a:ext cx="158153" cy="376515"/>
          </a:xfrm>
          <a:custGeom xmlns:a="http://schemas.openxmlformats.org/drawingml/2006/main">
            <a:pathLst>
              <a:path w="158153" h="376515">
                <a:moveTo>
                  <a:pt x="0" y="157315"/>
                </a:moveTo>
                <a:lnTo>
                  <a:pt x="79899" y="79077"/>
                </a:lnTo>
                <a:lnTo>
                  <a:pt x="158153" y="158976"/>
                </a:lnTo>
                <a:lnTo>
                  <a:pt x="80737" y="0"/>
                </a:lnTo>
                <a:lnTo>
                  <a:pt x="0" y="157315"/>
                </a:lnTo>
                <a:moveTo>
                  <a:pt x="86668" y="376515"/>
                </a:moveTo>
                <a:lnTo>
                  <a:pt x="90005" y="59403"/>
                </a:lnTo>
                <a:lnTo>
                  <a:pt x="70236" y="59197"/>
                </a:lnTo>
                <a:lnTo>
                  <a:pt x="66899" y="376294"/>
                </a:lnTo>
                <a:lnTo>
                  <a:pt x="86668" y="376515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37">
            <a:extLst xmlns:a="http://schemas.openxmlformats.org/drawingml/2006/main">
              <a:ext uri="{FF2B5EF4-FFF2-40B4-BE49-F238E27FC236}">
                <a16:creationId xmlns:a16="http://schemas.microsoft.com/office/drawing/2014/main" id="{7C981257-3678-40EA-BD13-589DC4AC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0" y="2577385"/>
            <a:ext cx="1291320" cy="735412"/>
          </a:xfrm>
          <a:custGeom xmlns:a="http://schemas.openxmlformats.org/drawingml/2006/main">
            <a:pathLst>
              <a:path w="1291320" h="735412">
                <a:moveTo>
                  <a:pt x="791" y="123518"/>
                </a:moveTo>
                <a:cubicBezTo>
                  <a:pt x="0" y="54879"/>
                  <a:pt x="54879" y="0"/>
                  <a:pt x="122252" y="159"/>
                </a:cubicBezTo>
                <a:lnTo>
                  <a:pt x="1167961" y="159"/>
                </a:lnTo>
                <a:cubicBezTo>
                  <a:pt x="1235650" y="0"/>
                  <a:pt x="1290529" y="54879"/>
                  <a:pt x="1291320" y="123518"/>
                </a:cubicBezTo>
                <a:lnTo>
                  <a:pt x="1291320" y="613160"/>
                </a:lnTo>
                <a:cubicBezTo>
                  <a:pt x="1290529" y="680533"/>
                  <a:pt x="1235650" y="735412"/>
                  <a:pt x="1167961" y="734621"/>
                </a:cubicBezTo>
                <a:lnTo>
                  <a:pt x="122252" y="734621"/>
                </a:lnTo>
                <a:cubicBezTo>
                  <a:pt x="54879" y="735412"/>
                  <a:pt x="0" y="680533"/>
                  <a:pt x="791" y="613160"/>
                </a:cubicBezTo>
                <a:lnTo>
                  <a:pt x="791" y="123518"/>
                </a:lnTo>
              </a:path>
            </a:pathLst>
          </a:custGeom>
          <a:solidFill xmlns:a="http://schemas.openxmlformats.org/drawingml/2006/main">
            <a:srgbClr val="FFD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38">
            <a:extLst xmlns:a="http://schemas.openxmlformats.org/drawingml/2006/main">
              <a:ext uri="{FF2B5EF4-FFF2-40B4-BE49-F238E27FC236}">
                <a16:creationId xmlns:a16="http://schemas.microsoft.com/office/drawing/2014/main" id="{F38DEEDC-2382-411B-A023-82EB093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9" y="2565524"/>
            <a:ext cx="1314252" cy="759134"/>
          </a:xfrm>
          <a:custGeom xmlns:a="http://schemas.openxmlformats.org/drawingml/2006/main">
            <a:pathLst>
              <a:path w="1314252" h="759134">
                <a:moveTo>
                  <a:pt x="174" y="127519"/>
                </a:moveTo>
                <a:lnTo>
                  <a:pt x="696" y="120702"/>
                </a:lnTo>
                <a:lnTo>
                  <a:pt x="1550" y="113980"/>
                </a:lnTo>
                <a:lnTo>
                  <a:pt x="2720" y="107354"/>
                </a:lnTo>
                <a:lnTo>
                  <a:pt x="4223" y="100838"/>
                </a:lnTo>
                <a:lnTo>
                  <a:pt x="6041" y="94465"/>
                </a:lnTo>
                <a:lnTo>
                  <a:pt x="8161" y="88202"/>
                </a:lnTo>
                <a:lnTo>
                  <a:pt x="10565" y="82097"/>
                </a:lnTo>
                <a:lnTo>
                  <a:pt x="13253" y="76151"/>
                </a:lnTo>
                <a:lnTo>
                  <a:pt x="16227" y="70346"/>
                </a:lnTo>
                <a:lnTo>
                  <a:pt x="19469" y="64716"/>
                </a:lnTo>
                <a:lnTo>
                  <a:pt x="22964" y="59260"/>
                </a:lnTo>
                <a:lnTo>
                  <a:pt x="26712" y="53993"/>
                </a:lnTo>
                <a:lnTo>
                  <a:pt x="30698" y="48917"/>
                </a:lnTo>
                <a:lnTo>
                  <a:pt x="34920" y="44045"/>
                </a:lnTo>
                <a:lnTo>
                  <a:pt x="39364" y="39364"/>
                </a:lnTo>
                <a:lnTo>
                  <a:pt x="44046" y="34920"/>
                </a:lnTo>
                <a:lnTo>
                  <a:pt x="48917" y="30697"/>
                </a:lnTo>
                <a:lnTo>
                  <a:pt x="53994" y="26712"/>
                </a:lnTo>
                <a:lnTo>
                  <a:pt x="59260" y="22964"/>
                </a:lnTo>
                <a:lnTo>
                  <a:pt x="64716" y="19469"/>
                </a:lnTo>
                <a:lnTo>
                  <a:pt x="70347" y="16226"/>
                </a:lnTo>
                <a:lnTo>
                  <a:pt x="76151" y="13253"/>
                </a:lnTo>
                <a:lnTo>
                  <a:pt x="82097" y="10564"/>
                </a:lnTo>
                <a:lnTo>
                  <a:pt x="88202" y="8161"/>
                </a:lnTo>
                <a:lnTo>
                  <a:pt x="94465" y="6041"/>
                </a:lnTo>
                <a:lnTo>
                  <a:pt x="100839" y="4223"/>
                </a:lnTo>
                <a:lnTo>
                  <a:pt x="107354" y="2720"/>
                </a:lnTo>
                <a:lnTo>
                  <a:pt x="113981" y="1550"/>
                </a:lnTo>
                <a:lnTo>
                  <a:pt x="120703" y="695"/>
                </a:lnTo>
                <a:lnTo>
                  <a:pt x="127519" y="174"/>
                </a:lnTo>
                <a:lnTo>
                  <a:pt x="134288" y="0"/>
                </a:lnTo>
                <a:lnTo>
                  <a:pt x="1179965" y="0"/>
                </a:lnTo>
                <a:lnTo>
                  <a:pt x="1186733" y="174"/>
                </a:lnTo>
                <a:lnTo>
                  <a:pt x="1193550" y="695"/>
                </a:lnTo>
                <a:lnTo>
                  <a:pt x="1200272" y="1550"/>
                </a:lnTo>
                <a:lnTo>
                  <a:pt x="1206898" y="2720"/>
                </a:lnTo>
                <a:lnTo>
                  <a:pt x="1213414" y="4223"/>
                </a:lnTo>
                <a:lnTo>
                  <a:pt x="1219788" y="6041"/>
                </a:lnTo>
                <a:lnTo>
                  <a:pt x="1226050" y="8161"/>
                </a:lnTo>
                <a:lnTo>
                  <a:pt x="1232155" y="10564"/>
                </a:lnTo>
                <a:lnTo>
                  <a:pt x="1238102" y="13253"/>
                </a:lnTo>
                <a:lnTo>
                  <a:pt x="1243906" y="16226"/>
                </a:lnTo>
                <a:lnTo>
                  <a:pt x="1249536" y="19469"/>
                </a:lnTo>
                <a:lnTo>
                  <a:pt x="1254993" y="22964"/>
                </a:lnTo>
                <a:lnTo>
                  <a:pt x="1260259" y="26712"/>
                </a:lnTo>
                <a:lnTo>
                  <a:pt x="1265336" y="30697"/>
                </a:lnTo>
                <a:lnTo>
                  <a:pt x="1270207" y="34920"/>
                </a:lnTo>
                <a:lnTo>
                  <a:pt x="1274888" y="39364"/>
                </a:lnTo>
                <a:lnTo>
                  <a:pt x="1279332" y="44045"/>
                </a:lnTo>
                <a:lnTo>
                  <a:pt x="1283555" y="48917"/>
                </a:lnTo>
                <a:lnTo>
                  <a:pt x="1287541" y="53993"/>
                </a:lnTo>
                <a:lnTo>
                  <a:pt x="1291289" y="59260"/>
                </a:lnTo>
                <a:lnTo>
                  <a:pt x="1294784" y="64716"/>
                </a:lnTo>
                <a:lnTo>
                  <a:pt x="1298026" y="70346"/>
                </a:lnTo>
                <a:lnTo>
                  <a:pt x="1300999" y="76151"/>
                </a:lnTo>
                <a:lnTo>
                  <a:pt x="1303688" y="82097"/>
                </a:lnTo>
                <a:lnTo>
                  <a:pt x="1306092" y="88202"/>
                </a:lnTo>
                <a:lnTo>
                  <a:pt x="1308211" y="94465"/>
                </a:lnTo>
                <a:lnTo>
                  <a:pt x="1310030" y="100838"/>
                </a:lnTo>
                <a:lnTo>
                  <a:pt x="1311532" y="107354"/>
                </a:lnTo>
                <a:lnTo>
                  <a:pt x="1312702" y="113980"/>
                </a:lnTo>
                <a:lnTo>
                  <a:pt x="1313556" y="120702"/>
                </a:lnTo>
                <a:lnTo>
                  <a:pt x="1314079" y="127519"/>
                </a:lnTo>
                <a:lnTo>
                  <a:pt x="1314252" y="134288"/>
                </a:lnTo>
                <a:lnTo>
                  <a:pt x="1314252" y="624847"/>
                </a:lnTo>
                <a:lnTo>
                  <a:pt x="1314079" y="631616"/>
                </a:lnTo>
                <a:lnTo>
                  <a:pt x="1313556" y="638432"/>
                </a:lnTo>
                <a:lnTo>
                  <a:pt x="1312702" y="645154"/>
                </a:lnTo>
                <a:lnTo>
                  <a:pt x="1311532" y="651780"/>
                </a:lnTo>
                <a:lnTo>
                  <a:pt x="1310030" y="658296"/>
                </a:lnTo>
                <a:lnTo>
                  <a:pt x="1308211" y="664670"/>
                </a:lnTo>
                <a:lnTo>
                  <a:pt x="1306092" y="670917"/>
                </a:lnTo>
                <a:lnTo>
                  <a:pt x="1303688" y="677038"/>
                </a:lnTo>
                <a:lnTo>
                  <a:pt x="1300999" y="682984"/>
                </a:lnTo>
                <a:lnTo>
                  <a:pt x="1298026" y="688788"/>
                </a:lnTo>
                <a:lnTo>
                  <a:pt x="1294784" y="694418"/>
                </a:lnTo>
                <a:lnTo>
                  <a:pt x="1291289" y="699875"/>
                </a:lnTo>
                <a:lnTo>
                  <a:pt x="1287541" y="705141"/>
                </a:lnTo>
                <a:lnTo>
                  <a:pt x="1283555" y="710218"/>
                </a:lnTo>
                <a:lnTo>
                  <a:pt x="1279332" y="715089"/>
                </a:lnTo>
                <a:lnTo>
                  <a:pt x="1274888" y="719770"/>
                </a:lnTo>
                <a:lnTo>
                  <a:pt x="1270207" y="724215"/>
                </a:lnTo>
                <a:lnTo>
                  <a:pt x="1265336" y="728437"/>
                </a:lnTo>
                <a:lnTo>
                  <a:pt x="1260259" y="732423"/>
                </a:lnTo>
                <a:lnTo>
                  <a:pt x="1254993" y="736171"/>
                </a:lnTo>
                <a:lnTo>
                  <a:pt x="1249536" y="739666"/>
                </a:lnTo>
                <a:lnTo>
                  <a:pt x="1243906" y="742908"/>
                </a:lnTo>
                <a:lnTo>
                  <a:pt x="1238102" y="745881"/>
                </a:lnTo>
                <a:lnTo>
                  <a:pt x="1232155" y="748570"/>
                </a:lnTo>
                <a:lnTo>
                  <a:pt x="1226050" y="750974"/>
                </a:lnTo>
                <a:lnTo>
                  <a:pt x="1219788" y="753094"/>
                </a:lnTo>
                <a:lnTo>
                  <a:pt x="1213414" y="754912"/>
                </a:lnTo>
                <a:lnTo>
                  <a:pt x="1206898" y="756414"/>
                </a:lnTo>
                <a:lnTo>
                  <a:pt x="1200272" y="757585"/>
                </a:lnTo>
                <a:lnTo>
                  <a:pt x="1193550" y="758439"/>
                </a:lnTo>
                <a:lnTo>
                  <a:pt x="1186733" y="758961"/>
                </a:lnTo>
                <a:lnTo>
                  <a:pt x="1179965" y="759134"/>
                </a:lnTo>
                <a:lnTo>
                  <a:pt x="134288" y="759134"/>
                </a:lnTo>
                <a:lnTo>
                  <a:pt x="127519" y="758961"/>
                </a:lnTo>
                <a:lnTo>
                  <a:pt x="120703" y="758439"/>
                </a:lnTo>
                <a:lnTo>
                  <a:pt x="113981" y="757585"/>
                </a:lnTo>
                <a:lnTo>
                  <a:pt x="107354" y="756414"/>
                </a:lnTo>
                <a:lnTo>
                  <a:pt x="100839" y="754912"/>
                </a:lnTo>
                <a:lnTo>
                  <a:pt x="94465" y="753094"/>
                </a:lnTo>
                <a:lnTo>
                  <a:pt x="88202" y="750974"/>
                </a:lnTo>
                <a:lnTo>
                  <a:pt x="82097" y="748570"/>
                </a:lnTo>
                <a:lnTo>
                  <a:pt x="76151" y="745881"/>
                </a:lnTo>
                <a:lnTo>
                  <a:pt x="70347" y="742908"/>
                </a:lnTo>
                <a:lnTo>
                  <a:pt x="64716" y="739666"/>
                </a:lnTo>
                <a:lnTo>
                  <a:pt x="59260" y="736171"/>
                </a:lnTo>
                <a:lnTo>
                  <a:pt x="53994" y="732423"/>
                </a:lnTo>
                <a:lnTo>
                  <a:pt x="48917" y="728437"/>
                </a:lnTo>
                <a:lnTo>
                  <a:pt x="44046" y="724215"/>
                </a:lnTo>
                <a:lnTo>
                  <a:pt x="39364" y="719770"/>
                </a:lnTo>
                <a:lnTo>
                  <a:pt x="34920" y="715089"/>
                </a:lnTo>
                <a:lnTo>
                  <a:pt x="30698" y="710218"/>
                </a:lnTo>
                <a:lnTo>
                  <a:pt x="26712" y="705141"/>
                </a:lnTo>
                <a:lnTo>
                  <a:pt x="22964" y="699875"/>
                </a:lnTo>
                <a:lnTo>
                  <a:pt x="19469" y="694418"/>
                </a:lnTo>
                <a:lnTo>
                  <a:pt x="16227" y="688788"/>
                </a:lnTo>
                <a:lnTo>
                  <a:pt x="13253" y="682984"/>
                </a:lnTo>
                <a:lnTo>
                  <a:pt x="10565" y="677038"/>
                </a:lnTo>
                <a:lnTo>
                  <a:pt x="8161" y="670917"/>
                </a:lnTo>
                <a:lnTo>
                  <a:pt x="6041" y="664670"/>
                </a:lnTo>
                <a:lnTo>
                  <a:pt x="4223" y="658296"/>
                </a:lnTo>
                <a:lnTo>
                  <a:pt x="2720" y="651780"/>
                </a:lnTo>
                <a:lnTo>
                  <a:pt x="1550" y="645154"/>
                </a:lnTo>
                <a:lnTo>
                  <a:pt x="696" y="638432"/>
                </a:lnTo>
                <a:lnTo>
                  <a:pt x="174" y="631616"/>
                </a:lnTo>
                <a:lnTo>
                  <a:pt x="0" y="624847"/>
                </a:lnTo>
                <a:lnTo>
                  <a:pt x="0" y="134288"/>
                </a:lnTo>
                <a:lnTo>
                  <a:pt x="174" y="127519"/>
                </a:lnTo>
                <a:moveTo>
                  <a:pt x="23723" y="134730"/>
                </a:moveTo>
                <a:lnTo>
                  <a:pt x="23723" y="134430"/>
                </a:lnTo>
                <a:lnTo>
                  <a:pt x="23723" y="624705"/>
                </a:lnTo>
                <a:lnTo>
                  <a:pt x="23723" y="624404"/>
                </a:lnTo>
                <a:lnTo>
                  <a:pt x="23881" y="630714"/>
                </a:lnTo>
                <a:lnTo>
                  <a:pt x="23850" y="630114"/>
                </a:lnTo>
                <a:lnTo>
                  <a:pt x="24324" y="636329"/>
                </a:lnTo>
                <a:lnTo>
                  <a:pt x="24261" y="635744"/>
                </a:lnTo>
                <a:lnTo>
                  <a:pt x="25036" y="641880"/>
                </a:lnTo>
                <a:lnTo>
                  <a:pt x="24957" y="641279"/>
                </a:lnTo>
                <a:lnTo>
                  <a:pt x="26032" y="647320"/>
                </a:lnTo>
                <a:lnTo>
                  <a:pt x="25906" y="646735"/>
                </a:lnTo>
                <a:lnTo>
                  <a:pt x="27281" y="652666"/>
                </a:lnTo>
                <a:lnTo>
                  <a:pt x="27123" y="652097"/>
                </a:lnTo>
                <a:lnTo>
                  <a:pt x="28784" y="657917"/>
                </a:lnTo>
                <a:lnTo>
                  <a:pt x="28610" y="657347"/>
                </a:lnTo>
                <a:lnTo>
                  <a:pt x="30539" y="663041"/>
                </a:lnTo>
                <a:lnTo>
                  <a:pt x="30334" y="662487"/>
                </a:lnTo>
                <a:lnTo>
                  <a:pt x="32532" y="668055"/>
                </a:lnTo>
                <a:lnTo>
                  <a:pt x="32295" y="667533"/>
                </a:lnTo>
                <a:lnTo>
                  <a:pt x="34762" y="672957"/>
                </a:lnTo>
                <a:lnTo>
                  <a:pt x="34509" y="672435"/>
                </a:lnTo>
                <a:lnTo>
                  <a:pt x="37213" y="677717"/>
                </a:lnTo>
                <a:lnTo>
                  <a:pt x="36945" y="677211"/>
                </a:lnTo>
                <a:lnTo>
                  <a:pt x="39886" y="682351"/>
                </a:lnTo>
                <a:lnTo>
                  <a:pt x="39586" y="681861"/>
                </a:lnTo>
                <a:lnTo>
                  <a:pt x="42781" y="686827"/>
                </a:lnTo>
                <a:lnTo>
                  <a:pt x="42464" y="686352"/>
                </a:lnTo>
                <a:lnTo>
                  <a:pt x="45880" y="691161"/>
                </a:lnTo>
                <a:lnTo>
                  <a:pt x="45532" y="690702"/>
                </a:lnTo>
                <a:lnTo>
                  <a:pt x="49170" y="695335"/>
                </a:lnTo>
                <a:lnTo>
                  <a:pt x="48822" y="694909"/>
                </a:lnTo>
                <a:lnTo>
                  <a:pt x="52665" y="699353"/>
                </a:lnTo>
                <a:lnTo>
                  <a:pt x="52285" y="698926"/>
                </a:lnTo>
                <a:lnTo>
                  <a:pt x="56350" y="703180"/>
                </a:lnTo>
                <a:lnTo>
                  <a:pt x="55955" y="702785"/>
                </a:lnTo>
                <a:lnTo>
                  <a:pt x="60209" y="706849"/>
                </a:lnTo>
                <a:lnTo>
                  <a:pt x="59782" y="706470"/>
                </a:lnTo>
                <a:lnTo>
                  <a:pt x="64226" y="710313"/>
                </a:lnTo>
                <a:lnTo>
                  <a:pt x="63799" y="709965"/>
                </a:lnTo>
                <a:lnTo>
                  <a:pt x="68433" y="713602"/>
                </a:lnTo>
                <a:lnTo>
                  <a:pt x="67974" y="713254"/>
                </a:lnTo>
                <a:lnTo>
                  <a:pt x="72782" y="716670"/>
                </a:lnTo>
                <a:lnTo>
                  <a:pt x="72308" y="716355"/>
                </a:lnTo>
                <a:lnTo>
                  <a:pt x="77274" y="719549"/>
                </a:lnTo>
                <a:lnTo>
                  <a:pt x="76783" y="719249"/>
                </a:lnTo>
                <a:lnTo>
                  <a:pt x="81923" y="722190"/>
                </a:lnTo>
                <a:lnTo>
                  <a:pt x="81417" y="721921"/>
                </a:lnTo>
                <a:lnTo>
                  <a:pt x="86700" y="724626"/>
                </a:lnTo>
                <a:lnTo>
                  <a:pt x="86178" y="724373"/>
                </a:lnTo>
                <a:lnTo>
                  <a:pt x="91603" y="726840"/>
                </a:lnTo>
                <a:lnTo>
                  <a:pt x="91080" y="726603"/>
                </a:lnTo>
                <a:lnTo>
                  <a:pt x="96632" y="728801"/>
                </a:lnTo>
                <a:lnTo>
                  <a:pt x="96094" y="728595"/>
                </a:lnTo>
                <a:lnTo>
                  <a:pt x="101787" y="730525"/>
                </a:lnTo>
                <a:lnTo>
                  <a:pt x="101218" y="730351"/>
                </a:lnTo>
                <a:lnTo>
                  <a:pt x="107038" y="732011"/>
                </a:lnTo>
                <a:lnTo>
                  <a:pt x="106469" y="731853"/>
                </a:lnTo>
                <a:lnTo>
                  <a:pt x="112400" y="733229"/>
                </a:lnTo>
                <a:lnTo>
                  <a:pt x="111814" y="733103"/>
                </a:lnTo>
                <a:lnTo>
                  <a:pt x="117856" y="734178"/>
                </a:lnTo>
                <a:lnTo>
                  <a:pt x="117255" y="734099"/>
                </a:lnTo>
                <a:lnTo>
                  <a:pt x="123391" y="734874"/>
                </a:lnTo>
                <a:lnTo>
                  <a:pt x="122806" y="734811"/>
                </a:lnTo>
                <a:lnTo>
                  <a:pt x="129021" y="735285"/>
                </a:lnTo>
                <a:lnTo>
                  <a:pt x="128420" y="735254"/>
                </a:lnTo>
                <a:lnTo>
                  <a:pt x="134731" y="735412"/>
                </a:lnTo>
                <a:lnTo>
                  <a:pt x="134430" y="735412"/>
                </a:lnTo>
                <a:lnTo>
                  <a:pt x="1179822" y="735412"/>
                </a:lnTo>
                <a:lnTo>
                  <a:pt x="1179522" y="735412"/>
                </a:lnTo>
                <a:lnTo>
                  <a:pt x="1185832" y="735254"/>
                </a:lnTo>
                <a:lnTo>
                  <a:pt x="1185231" y="735285"/>
                </a:lnTo>
                <a:lnTo>
                  <a:pt x="1191446" y="734811"/>
                </a:lnTo>
                <a:lnTo>
                  <a:pt x="1190862" y="734874"/>
                </a:lnTo>
                <a:lnTo>
                  <a:pt x="1196998" y="734099"/>
                </a:lnTo>
                <a:lnTo>
                  <a:pt x="1196397" y="734178"/>
                </a:lnTo>
                <a:lnTo>
                  <a:pt x="1202438" y="733103"/>
                </a:lnTo>
                <a:lnTo>
                  <a:pt x="1201853" y="733229"/>
                </a:lnTo>
                <a:lnTo>
                  <a:pt x="1207784" y="731853"/>
                </a:lnTo>
                <a:lnTo>
                  <a:pt x="1207214" y="732011"/>
                </a:lnTo>
                <a:lnTo>
                  <a:pt x="1213035" y="730351"/>
                </a:lnTo>
                <a:lnTo>
                  <a:pt x="1212465" y="730525"/>
                </a:lnTo>
                <a:lnTo>
                  <a:pt x="1218159" y="728595"/>
                </a:lnTo>
                <a:lnTo>
                  <a:pt x="1217605" y="728801"/>
                </a:lnTo>
                <a:lnTo>
                  <a:pt x="1223172" y="726603"/>
                </a:lnTo>
                <a:lnTo>
                  <a:pt x="1222650" y="726840"/>
                </a:lnTo>
                <a:lnTo>
                  <a:pt x="1228074" y="724373"/>
                </a:lnTo>
                <a:lnTo>
                  <a:pt x="1227553" y="724626"/>
                </a:lnTo>
                <a:lnTo>
                  <a:pt x="1232835" y="721921"/>
                </a:lnTo>
                <a:lnTo>
                  <a:pt x="1232329" y="722190"/>
                </a:lnTo>
                <a:lnTo>
                  <a:pt x="1237469" y="719249"/>
                </a:lnTo>
                <a:lnTo>
                  <a:pt x="1236979" y="719549"/>
                </a:lnTo>
                <a:lnTo>
                  <a:pt x="1241945" y="716355"/>
                </a:lnTo>
                <a:lnTo>
                  <a:pt x="1241470" y="716670"/>
                </a:lnTo>
                <a:lnTo>
                  <a:pt x="1246278" y="713254"/>
                </a:lnTo>
                <a:lnTo>
                  <a:pt x="1245820" y="713602"/>
                </a:lnTo>
                <a:lnTo>
                  <a:pt x="1250453" y="709965"/>
                </a:lnTo>
                <a:lnTo>
                  <a:pt x="1250027" y="710313"/>
                </a:lnTo>
                <a:lnTo>
                  <a:pt x="1254471" y="706470"/>
                </a:lnTo>
                <a:lnTo>
                  <a:pt x="1254044" y="706849"/>
                </a:lnTo>
                <a:lnTo>
                  <a:pt x="1258298" y="702785"/>
                </a:lnTo>
                <a:lnTo>
                  <a:pt x="1257902" y="703180"/>
                </a:lnTo>
                <a:lnTo>
                  <a:pt x="1261967" y="698926"/>
                </a:lnTo>
                <a:lnTo>
                  <a:pt x="1261588" y="699353"/>
                </a:lnTo>
                <a:lnTo>
                  <a:pt x="1265430" y="694909"/>
                </a:lnTo>
                <a:lnTo>
                  <a:pt x="1265083" y="695335"/>
                </a:lnTo>
                <a:lnTo>
                  <a:pt x="1268720" y="690702"/>
                </a:lnTo>
                <a:lnTo>
                  <a:pt x="1268372" y="691161"/>
                </a:lnTo>
                <a:lnTo>
                  <a:pt x="1271788" y="686352"/>
                </a:lnTo>
                <a:lnTo>
                  <a:pt x="1271472" y="686827"/>
                </a:lnTo>
                <a:lnTo>
                  <a:pt x="1274667" y="681861"/>
                </a:lnTo>
                <a:lnTo>
                  <a:pt x="1274366" y="682351"/>
                </a:lnTo>
                <a:lnTo>
                  <a:pt x="1277307" y="677211"/>
                </a:lnTo>
                <a:lnTo>
                  <a:pt x="1277039" y="677717"/>
                </a:lnTo>
                <a:lnTo>
                  <a:pt x="1279743" y="672435"/>
                </a:lnTo>
                <a:lnTo>
                  <a:pt x="1279491" y="672957"/>
                </a:lnTo>
                <a:lnTo>
                  <a:pt x="1281958" y="667533"/>
                </a:lnTo>
                <a:lnTo>
                  <a:pt x="1281720" y="668055"/>
                </a:lnTo>
                <a:lnTo>
                  <a:pt x="1283919" y="662487"/>
                </a:lnTo>
                <a:lnTo>
                  <a:pt x="1283713" y="663041"/>
                </a:lnTo>
                <a:lnTo>
                  <a:pt x="1285642" y="657347"/>
                </a:lnTo>
                <a:lnTo>
                  <a:pt x="1285469" y="657917"/>
                </a:lnTo>
                <a:lnTo>
                  <a:pt x="1287129" y="652097"/>
                </a:lnTo>
                <a:lnTo>
                  <a:pt x="1286971" y="652666"/>
                </a:lnTo>
                <a:lnTo>
                  <a:pt x="1288347" y="646735"/>
                </a:lnTo>
                <a:lnTo>
                  <a:pt x="1288220" y="647320"/>
                </a:lnTo>
                <a:lnTo>
                  <a:pt x="1289296" y="641279"/>
                </a:lnTo>
                <a:lnTo>
                  <a:pt x="1289217" y="641880"/>
                </a:lnTo>
                <a:lnTo>
                  <a:pt x="1289992" y="635744"/>
                </a:lnTo>
                <a:lnTo>
                  <a:pt x="1289929" y="636329"/>
                </a:lnTo>
                <a:lnTo>
                  <a:pt x="1290403" y="630114"/>
                </a:lnTo>
                <a:lnTo>
                  <a:pt x="1290371" y="630714"/>
                </a:lnTo>
                <a:lnTo>
                  <a:pt x="1290529" y="624404"/>
                </a:lnTo>
                <a:lnTo>
                  <a:pt x="1290529" y="624705"/>
                </a:lnTo>
                <a:lnTo>
                  <a:pt x="1290529" y="134430"/>
                </a:lnTo>
                <a:lnTo>
                  <a:pt x="1290529" y="134730"/>
                </a:lnTo>
                <a:lnTo>
                  <a:pt x="1290371" y="128420"/>
                </a:lnTo>
                <a:lnTo>
                  <a:pt x="1290403" y="129021"/>
                </a:lnTo>
                <a:lnTo>
                  <a:pt x="1289929" y="122805"/>
                </a:lnTo>
                <a:lnTo>
                  <a:pt x="1289992" y="123391"/>
                </a:lnTo>
                <a:lnTo>
                  <a:pt x="1289217" y="117254"/>
                </a:lnTo>
                <a:lnTo>
                  <a:pt x="1289296" y="117856"/>
                </a:lnTo>
                <a:lnTo>
                  <a:pt x="1288220" y="111814"/>
                </a:lnTo>
                <a:lnTo>
                  <a:pt x="1288347" y="112399"/>
                </a:lnTo>
                <a:lnTo>
                  <a:pt x="1286971" y="106469"/>
                </a:lnTo>
                <a:lnTo>
                  <a:pt x="1287129" y="107038"/>
                </a:lnTo>
                <a:lnTo>
                  <a:pt x="1285469" y="101218"/>
                </a:lnTo>
                <a:lnTo>
                  <a:pt x="1285642" y="101787"/>
                </a:lnTo>
                <a:lnTo>
                  <a:pt x="1283713" y="96094"/>
                </a:lnTo>
                <a:lnTo>
                  <a:pt x="1283919" y="96631"/>
                </a:lnTo>
                <a:lnTo>
                  <a:pt x="1281720" y="91080"/>
                </a:lnTo>
                <a:lnTo>
                  <a:pt x="1281958" y="91602"/>
                </a:lnTo>
                <a:lnTo>
                  <a:pt x="1279491" y="86177"/>
                </a:lnTo>
                <a:lnTo>
                  <a:pt x="1279743" y="86699"/>
                </a:lnTo>
                <a:lnTo>
                  <a:pt x="1277039" y="81417"/>
                </a:lnTo>
                <a:lnTo>
                  <a:pt x="1277307" y="81923"/>
                </a:lnTo>
                <a:lnTo>
                  <a:pt x="1274366" y="76783"/>
                </a:lnTo>
                <a:lnTo>
                  <a:pt x="1274667" y="77273"/>
                </a:lnTo>
                <a:lnTo>
                  <a:pt x="1271472" y="72307"/>
                </a:lnTo>
                <a:lnTo>
                  <a:pt x="1271788" y="72782"/>
                </a:lnTo>
                <a:lnTo>
                  <a:pt x="1268372" y="67974"/>
                </a:lnTo>
                <a:lnTo>
                  <a:pt x="1268720" y="68433"/>
                </a:lnTo>
                <a:lnTo>
                  <a:pt x="1265083" y="63798"/>
                </a:lnTo>
                <a:lnTo>
                  <a:pt x="1265430" y="64226"/>
                </a:lnTo>
                <a:lnTo>
                  <a:pt x="1261588" y="59781"/>
                </a:lnTo>
                <a:lnTo>
                  <a:pt x="1261967" y="60209"/>
                </a:lnTo>
                <a:lnTo>
                  <a:pt x="1257902" y="55955"/>
                </a:lnTo>
                <a:lnTo>
                  <a:pt x="1258298" y="56350"/>
                </a:lnTo>
                <a:lnTo>
                  <a:pt x="1254044" y="52285"/>
                </a:lnTo>
                <a:lnTo>
                  <a:pt x="1254471" y="52665"/>
                </a:lnTo>
                <a:lnTo>
                  <a:pt x="1250027" y="48821"/>
                </a:lnTo>
                <a:lnTo>
                  <a:pt x="1250453" y="49170"/>
                </a:lnTo>
                <a:lnTo>
                  <a:pt x="1245820" y="45532"/>
                </a:lnTo>
                <a:lnTo>
                  <a:pt x="1246278" y="45880"/>
                </a:lnTo>
                <a:lnTo>
                  <a:pt x="1241470" y="42464"/>
                </a:lnTo>
                <a:lnTo>
                  <a:pt x="1241945" y="42780"/>
                </a:lnTo>
                <a:lnTo>
                  <a:pt x="1236979" y="39586"/>
                </a:lnTo>
                <a:lnTo>
                  <a:pt x="1237469" y="39886"/>
                </a:lnTo>
                <a:lnTo>
                  <a:pt x="1232329" y="36944"/>
                </a:lnTo>
                <a:lnTo>
                  <a:pt x="1232835" y="37213"/>
                </a:lnTo>
                <a:lnTo>
                  <a:pt x="1227553" y="34509"/>
                </a:lnTo>
                <a:lnTo>
                  <a:pt x="1228074" y="34762"/>
                </a:lnTo>
                <a:lnTo>
                  <a:pt x="1222650" y="32295"/>
                </a:lnTo>
                <a:lnTo>
                  <a:pt x="1223172" y="32532"/>
                </a:lnTo>
                <a:lnTo>
                  <a:pt x="1217605" y="30334"/>
                </a:lnTo>
                <a:lnTo>
                  <a:pt x="1218159" y="30539"/>
                </a:lnTo>
                <a:lnTo>
                  <a:pt x="1212465" y="28610"/>
                </a:lnTo>
                <a:lnTo>
                  <a:pt x="1213035" y="28784"/>
                </a:lnTo>
                <a:lnTo>
                  <a:pt x="1207214" y="27123"/>
                </a:lnTo>
                <a:lnTo>
                  <a:pt x="1207784" y="27281"/>
                </a:lnTo>
                <a:lnTo>
                  <a:pt x="1201853" y="25905"/>
                </a:lnTo>
                <a:lnTo>
                  <a:pt x="1202438" y="26032"/>
                </a:lnTo>
                <a:lnTo>
                  <a:pt x="1196397" y="24957"/>
                </a:lnTo>
                <a:lnTo>
                  <a:pt x="1196998" y="25036"/>
                </a:lnTo>
                <a:lnTo>
                  <a:pt x="1190862" y="24261"/>
                </a:lnTo>
                <a:lnTo>
                  <a:pt x="1191446" y="24324"/>
                </a:lnTo>
                <a:lnTo>
                  <a:pt x="1185231" y="23850"/>
                </a:lnTo>
                <a:lnTo>
                  <a:pt x="1185832" y="23881"/>
                </a:lnTo>
                <a:lnTo>
                  <a:pt x="1179522" y="23723"/>
                </a:lnTo>
                <a:lnTo>
                  <a:pt x="1179822" y="23723"/>
                </a:lnTo>
                <a:lnTo>
                  <a:pt x="134430" y="23723"/>
                </a:lnTo>
                <a:lnTo>
                  <a:pt x="134731" y="23723"/>
                </a:lnTo>
                <a:lnTo>
                  <a:pt x="128420" y="23881"/>
                </a:lnTo>
                <a:lnTo>
                  <a:pt x="129021" y="23850"/>
                </a:lnTo>
                <a:lnTo>
                  <a:pt x="122806" y="24324"/>
                </a:lnTo>
                <a:lnTo>
                  <a:pt x="123391" y="24261"/>
                </a:lnTo>
                <a:lnTo>
                  <a:pt x="117255" y="25036"/>
                </a:lnTo>
                <a:lnTo>
                  <a:pt x="117856" y="24957"/>
                </a:lnTo>
                <a:lnTo>
                  <a:pt x="111814" y="26032"/>
                </a:lnTo>
                <a:lnTo>
                  <a:pt x="112400" y="25905"/>
                </a:lnTo>
                <a:lnTo>
                  <a:pt x="106469" y="27281"/>
                </a:lnTo>
                <a:lnTo>
                  <a:pt x="107038" y="27123"/>
                </a:lnTo>
                <a:lnTo>
                  <a:pt x="101218" y="28784"/>
                </a:lnTo>
                <a:lnTo>
                  <a:pt x="101787" y="28610"/>
                </a:lnTo>
                <a:lnTo>
                  <a:pt x="96094" y="30539"/>
                </a:lnTo>
                <a:lnTo>
                  <a:pt x="96632" y="30334"/>
                </a:lnTo>
                <a:lnTo>
                  <a:pt x="91080" y="32532"/>
                </a:lnTo>
                <a:lnTo>
                  <a:pt x="91603" y="32295"/>
                </a:lnTo>
                <a:lnTo>
                  <a:pt x="86178" y="34762"/>
                </a:lnTo>
                <a:lnTo>
                  <a:pt x="86700" y="34509"/>
                </a:lnTo>
                <a:lnTo>
                  <a:pt x="81417" y="37213"/>
                </a:lnTo>
                <a:lnTo>
                  <a:pt x="81923" y="36944"/>
                </a:lnTo>
                <a:lnTo>
                  <a:pt x="76783" y="39886"/>
                </a:lnTo>
                <a:lnTo>
                  <a:pt x="77274" y="39586"/>
                </a:lnTo>
                <a:lnTo>
                  <a:pt x="72308" y="42780"/>
                </a:lnTo>
                <a:lnTo>
                  <a:pt x="72782" y="42464"/>
                </a:lnTo>
                <a:lnTo>
                  <a:pt x="67974" y="45880"/>
                </a:lnTo>
                <a:lnTo>
                  <a:pt x="68433" y="45532"/>
                </a:lnTo>
                <a:lnTo>
                  <a:pt x="63799" y="49170"/>
                </a:lnTo>
                <a:lnTo>
                  <a:pt x="64226" y="48821"/>
                </a:lnTo>
                <a:lnTo>
                  <a:pt x="59782" y="52665"/>
                </a:lnTo>
                <a:lnTo>
                  <a:pt x="60209" y="52285"/>
                </a:lnTo>
                <a:lnTo>
                  <a:pt x="55955" y="56350"/>
                </a:lnTo>
                <a:lnTo>
                  <a:pt x="56350" y="55955"/>
                </a:lnTo>
                <a:lnTo>
                  <a:pt x="52285" y="60209"/>
                </a:lnTo>
                <a:lnTo>
                  <a:pt x="52665" y="59781"/>
                </a:lnTo>
                <a:lnTo>
                  <a:pt x="48822" y="64226"/>
                </a:lnTo>
                <a:lnTo>
                  <a:pt x="49170" y="63798"/>
                </a:lnTo>
                <a:lnTo>
                  <a:pt x="45532" y="68433"/>
                </a:lnTo>
                <a:lnTo>
                  <a:pt x="45880" y="67974"/>
                </a:lnTo>
                <a:lnTo>
                  <a:pt x="42464" y="72782"/>
                </a:lnTo>
                <a:lnTo>
                  <a:pt x="42781" y="72307"/>
                </a:lnTo>
                <a:lnTo>
                  <a:pt x="39586" y="77273"/>
                </a:lnTo>
                <a:lnTo>
                  <a:pt x="39886" y="76783"/>
                </a:lnTo>
                <a:lnTo>
                  <a:pt x="36945" y="81923"/>
                </a:lnTo>
                <a:lnTo>
                  <a:pt x="37213" y="81417"/>
                </a:lnTo>
                <a:lnTo>
                  <a:pt x="34509" y="86699"/>
                </a:lnTo>
                <a:lnTo>
                  <a:pt x="34762" y="86177"/>
                </a:lnTo>
                <a:lnTo>
                  <a:pt x="32295" y="91602"/>
                </a:lnTo>
                <a:lnTo>
                  <a:pt x="32532" y="91080"/>
                </a:lnTo>
                <a:lnTo>
                  <a:pt x="30334" y="96631"/>
                </a:lnTo>
                <a:lnTo>
                  <a:pt x="30539" y="96094"/>
                </a:lnTo>
                <a:lnTo>
                  <a:pt x="28610" y="101787"/>
                </a:lnTo>
                <a:lnTo>
                  <a:pt x="28784" y="101218"/>
                </a:lnTo>
                <a:lnTo>
                  <a:pt x="27123" y="107038"/>
                </a:lnTo>
                <a:lnTo>
                  <a:pt x="27281" y="106469"/>
                </a:lnTo>
                <a:lnTo>
                  <a:pt x="25906" y="112399"/>
                </a:lnTo>
                <a:lnTo>
                  <a:pt x="26032" y="111814"/>
                </a:lnTo>
                <a:lnTo>
                  <a:pt x="24957" y="117856"/>
                </a:lnTo>
                <a:lnTo>
                  <a:pt x="25036" y="117254"/>
                </a:lnTo>
                <a:lnTo>
                  <a:pt x="24261" y="123391"/>
                </a:lnTo>
                <a:lnTo>
                  <a:pt x="24324" y="122805"/>
                </a:lnTo>
                <a:lnTo>
                  <a:pt x="23850" y="129021"/>
                </a:lnTo>
                <a:lnTo>
                  <a:pt x="23881" y="128420"/>
                </a:lnTo>
                <a:lnTo>
                  <a:pt x="23723" y="13473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39 Vision">
            <a:extLst xmlns:a="http://schemas.openxmlformats.org/drawingml/2006/main">
              <a:ext uri="{FF2B5EF4-FFF2-40B4-BE49-F238E27FC236}">
                <a16:creationId xmlns:a16="http://schemas.microsoft.com/office/drawing/2014/main" id="{CBEFEC52-3F83-4EB6-AB0C-04398FF7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773" y="2658642"/>
            <a:ext cx="617543" cy="310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44" name="text-40 Encoder">
            <a:extLst xmlns:a="http://schemas.openxmlformats.org/drawingml/2006/main">
              <a:ext uri="{FF2B5EF4-FFF2-40B4-BE49-F238E27FC236}">
                <a16:creationId xmlns:a16="http://schemas.microsoft.com/office/drawing/2014/main" id="{54276893-A153-4973-A044-D2C04390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906" y="2924591"/>
            <a:ext cx="777292" cy="30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5" name="path-41">
            <a:extLst xmlns:a="http://schemas.openxmlformats.org/drawingml/2006/main">
              <a:ext uri="{FF2B5EF4-FFF2-40B4-BE49-F238E27FC236}">
                <a16:creationId xmlns:a16="http://schemas.microsoft.com/office/drawing/2014/main" id="{21995084-F784-4962-972F-8BAACF6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077" y="2583237"/>
            <a:ext cx="1491700" cy="736361"/>
          </a:xfrm>
          <a:custGeom xmlns:a="http://schemas.openxmlformats.org/drawingml/2006/main">
            <a:pathLst>
              <a:path w="1491700" h="736361">
                <a:moveTo>
                  <a:pt x="0" y="123360"/>
                </a:moveTo>
                <a:cubicBezTo>
                  <a:pt x="633" y="55354"/>
                  <a:pt x="55512" y="474"/>
                  <a:pt x="123359" y="0"/>
                </a:cubicBezTo>
                <a:lnTo>
                  <a:pt x="1368341" y="0"/>
                </a:lnTo>
                <a:cubicBezTo>
                  <a:pt x="1436347" y="474"/>
                  <a:pt x="1491226" y="55354"/>
                  <a:pt x="1491700" y="123360"/>
                </a:cubicBezTo>
                <a:lnTo>
                  <a:pt x="1491700" y="613002"/>
                </a:lnTo>
                <a:cubicBezTo>
                  <a:pt x="1491226" y="681007"/>
                  <a:pt x="1436347" y="735886"/>
                  <a:pt x="1368341" y="736361"/>
                </a:cubicBezTo>
                <a:lnTo>
                  <a:pt x="123359" y="736361"/>
                </a:lnTo>
                <a:cubicBezTo>
                  <a:pt x="55512" y="735886"/>
                  <a:pt x="633" y="681007"/>
                  <a:pt x="0" y="613002"/>
                </a:cubicBezTo>
                <a:lnTo>
                  <a:pt x="0" y="123360"/>
                </a:lnTo>
              </a:path>
            </a:pathLst>
          </a:custGeom>
          <a:solidFill xmlns:a="http://schemas.openxmlformats.org/drawingml/2006/main">
            <a:srgbClr val="CAD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2">
            <a:extLst xmlns:a="http://schemas.openxmlformats.org/drawingml/2006/main">
              <a:ext uri="{FF2B5EF4-FFF2-40B4-BE49-F238E27FC236}">
                <a16:creationId xmlns:a16="http://schemas.microsoft.com/office/drawing/2014/main" id="{68F6CE0A-CF8E-4E85-ADCA-0E6686ED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848" y="2571850"/>
            <a:ext cx="1514316" cy="759134"/>
          </a:xfrm>
          <a:custGeom xmlns:a="http://schemas.openxmlformats.org/drawingml/2006/main">
            <a:pathLst>
              <a:path w="1514316" h="759134">
                <a:moveTo>
                  <a:pt x="174" y="127519"/>
                </a:moveTo>
                <a:lnTo>
                  <a:pt x="696" y="120702"/>
                </a:lnTo>
                <a:lnTo>
                  <a:pt x="1550" y="113980"/>
                </a:lnTo>
                <a:lnTo>
                  <a:pt x="2720" y="107354"/>
                </a:lnTo>
                <a:lnTo>
                  <a:pt x="4223" y="100838"/>
                </a:lnTo>
                <a:lnTo>
                  <a:pt x="6041" y="94464"/>
                </a:lnTo>
                <a:lnTo>
                  <a:pt x="8161" y="88202"/>
                </a:lnTo>
                <a:lnTo>
                  <a:pt x="10565" y="82097"/>
                </a:lnTo>
                <a:lnTo>
                  <a:pt x="13253" y="76150"/>
                </a:lnTo>
                <a:lnTo>
                  <a:pt x="16226" y="70346"/>
                </a:lnTo>
                <a:lnTo>
                  <a:pt x="19469" y="64716"/>
                </a:lnTo>
                <a:lnTo>
                  <a:pt x="22964" y="59259"/>
                </a:lnTo>
                <a:lnTo>
                  <a:pt x="26712" y="53993"/>
                </a:lnTo>
                <a:lnTo>
                  <a:pt x="30698" y="48917"/>
                </a:lnTo>
                <a:lnTo>
                  <a:pt x="34921" y="44045"/>
                </a:lnTo>
                <a:lnTo>
                  <a:pt x="39364" y="39364"/>
                </a:lnTo>
                <a:lnTo>
                  <a:pt x="44046" y="34920"/>
                </a:lnTo>
                <a:lnTo>
                  <a:pt x="48917" y="30697"/>
                </a:lnTo>
                <a:lnTo>
                  <a:pt x="53994" y="26712"/>
                </a:lnTo>
                <a:lnTo>
                  <a:pt x="59260" y="22964"/>
                </a:lnTo>
                <a:lnTo>
                  <a:pt x="64716" y="19469"/>
                </a:lnTo>
                <a:lnTo>
                  <a:pt x="70346" y="16226"/>
                </a:lnTo>
                <a:lnTo>
                  <a:pt x="76151" y="13253"/>
                </a:lnTo>
                <a:lnTo>
                  <a:pt x="82097" y="10564"/>
                </a:lnTo>
                <a:lnTo>
                  <a:pt x="88202" y="8160"/>
                </a:lnTo>
                <a:lnTo>
                  <a:pt x="94465" y="6041"/>
                </a:lnTo>
                <a:lnTo>
                  <a:pt x="100839" y="4222"/>
                </a:lnTo>
                <a:lnTo>
                  <a:pt x="107354" y="2720"/>
                </a:lnTo>
                <a:lnTo>
                  <a:pt x="113981" y="1549"/>
                </a:lnTo>
                <a:lnTo>
                  <a:pt x="120703" y="695"/>
                </a:lnTo>
                <a:lnTo>
                  <a:pt x="127519" y="173"/>
                </a:lnTo>
                <a:lnTo>
                  <a:pt x="134288" y="0"/>
                </a:lnTo>
                <a:lnTo>
                  <a:pt x="1380028" y="0"/>
                </a:lnTo>
                <a:lnTo>
                  <a:pt x="1386797" y="173"/>
                </a:lnTo>
                <a:lnTo>
                  <a:pt x="1393614" y="695"/>
                </a:lnTo>
                <a:lnTo>
                  <a:pt x="1400335" y="1549"/>
                </a:lnTo>
                <a:lnTo>
                  <a:pt x="1406962" y="2720"/>
                </a:lnTo>
                <a:lnTo>
                  <a:pt x="1413478" y="4222"/>
                </a:lnTo>
                <a:lnTo>
                  <a:pt x="1419851" y="6041"/>
                </a:lnTo>
                <a:lnTo>
                  <a:pt x="1426114" y="8160"/>
                </a:lnTo>
                <a:lnTo>
                  <a:pt x="1432219" y="10564"/>
                </a:lnTo>
                <a:lnTo>
                  <a:pt x="1438165" y="13253"/>
                </a:lnTo>
                <a:lnTo>
                  <a:pt x="1443969" y="16226"/>
                </a:lnTo>
                <a:lnTo>
                  <a:pt x="1449600" y="19469"/>
                </a:lnTo>
                <a:lnTo>
                  <a:pt x="1455056" y="22964"/>
                </a:lnTo>
                <a:lnTo>
                  <a:pt x="1460323" y="26712"/>
                </a:lnTo>
                <a:lnTo>
                  <a:pt x="1465400" y="30697"/>
                </a:lnTo>
                <a:lnTo>
                  <a:pt x="1470270" y="34920"/>
                </a:lnTo>
                <a:lnTo>
                  <a:pt x="1474952" y="39364"/>
                </a:lnTo>
                <a:lnTo>
                  <a:pt x="1479396" y="44045"/>
                </a:lnTo>
                <a:lnTo>
                  <a:pt x="1483618" y="48917"/>
                </a:lnTo>
                <a:lnTo>
                  <a:pt x="1487604" y="53993"/>
                </a:lnTo>
                <a:lnTo>
                  <a:pt x="1491353" y="59259"/>
                </a:lnTo>
                <a:lnTo>
                  <a:pt x="1494848" y="64716"/>
                </a:lnTo>
                <a:lnTo>
                  <a:pt x="1498089" y="70346"/>
                </a:lnTo>
                <a:lnTo>
                  <a:pt x="1501062" y="76150"/>
                </a:lnTo>
                <a:lnTo>
                  <a:pt x="1503752" y="82097"/>
                </a:lnTo>
                <a:lnTo>
                  <a:pt x="1506155" y="88202"/>
                </a:lnTo>
                <a:lnTo>
                  <a:pt x="1508275" y="94464"/>
                </a:lnTo>
                <a:lnTo>
                  <a:pt x="1510093" y="100838"/>
                </a:lnTo>
                <a:lnTo>
                  <a:pt x="1511596" y="107354"/>
                </a:lnTo>
                <a:lnTo>
                  <a:pt x="1512766" y="113980"/>
                </a:lnTo>
                <a:lnTo>
                  <a:pt x="1513620" y="120702"/>
                </a:lnTo>
                <a:lnTo>
                  <a:pt x="1514142" y="127519"/>
                </a:lnTo>
                <a:lnTo>
                  <a:pt x="1514316" y="134287"/>
                </a:lnTo>
                <a:lnTo>
                  <a:pt x="1514316" y="624847"/>
                </a:lnTo>
                <a:lnTo>
                  <a:pt x="1514142" y="631616"/>
                </a:lnTo>
                <a:lnTo>
                  <a:pt x="1513620" y="638432"/>
                </a:lnTo>
                <a:lnTo>
                  <a:pt x="1512766" y="645154"/>
                </a:lnTo>
                <a:lnTo>
                  <a:pt x="1511596" y="651780"/>
                </a:lnTo>
                <a:lnTo>
                  <a:pt x="1510093" y="658296"/>
                </a:lnTo>
                <a:lnTo>
                  <a:pt x="1508275" y="664670"/>
                </a:lnTo>
                <a:lnTo>
                  <a:pt x="1506155" y="670932"/>
                </a:lnTo>
                <a:lnTo>
                  <a:pt x="1503752" y="677037"/>
                </a:lnTo>
                <a:lnTo>
                  <a:pt x="1501062" y="682984"/>
                </a:lnTo>
                <a:lnTo>
                  <a:pt x="1498089" y="688788"/>
                </a:lnTo>
                <a:lnTo>
                  <a:pt x="1494848" y="694418"/>
                </a:lnTo>
                <a:lnTo>
                  <a:pt x="1491353" y="699875"/>
                </a:lnTo>
                <a:lnTo>
                  <a:pt x="1487604" y="705141"/>
                </a:lnTo>
                <a:lnTo>
                  <a:pt x="1483618" y="710218"/>
                </a:lnTo>
                <a:lnTo>
                  <a:pt x="1479396" y="715089"/>
                </a:lnTo>
                <a:lnTo>
                  <a:pt x="1474952" y="719770"/>
                </a:lnTo>
                <a:lnTo>
                  <a:pt x="1470270" y="724214"/>
                </a:lnTo>
                <a:lnTo>
                  <a:pt x="1465400" y="728437"/>
                </a:lnTo>
                <a:lnTo>
                  <a:pt x="1460323" y="732422"/>
                </a:lnTo>
                <a:lnTo>
                  <a:pt x="1455056" y="736171"/>
                </a:lnTo>
                <a:lnTo>
                  <a:pt x="1449600" y="739666"/>
                </a:lnTo>
                <a:lnTo>
                  <a:pt x="1443969" y="742908"/>
                </a:lnTo>
                <a:lnTo>
                  <a:pt x="1438165" y="745881"/>
                </a:lnTo>
                <a:lnTo>
                  <a:pt x="1432219" y="748570"/>
                </a:lnTo>
                <a:lnTo>
                  <a:pt x="1426114" y="750974"/>
                </a:lnTo>
                <a:lnTo>
                  <a:pt x="1419851" y="753093"/>
                </a:lnTo>
                <a:lnTo>
                  <a:pt x="1413478" y="754912"/>
                </a:lnTo>
                <a:lnTo>
                  <a:pt x="1406962" y="756414"/>
                </a:lnTo>
                <a:lnTo>
                  <a:pt x="1400335" y="757585"/>
                </a:lnTo>
                <a:lnTo>
                  <a:pt x="1393614" y="758439"/>
                </a:lnTo>
                <a:lnTo>
                  <a:pt x="1386797" y="758961"/>
                </a:lnTo>
                <a:lnTo>
                  <a:pt x="1380028" y="759134"/>
                </a:lnTo>
                <a:lnTo>
                  <a:pt x="134288" y="759134"/>
                </a:lnTo>
                <a:lnTo>
                  <a:pt x="127519" y="758961"/>
                </a:lnTo>
                <a:lnTo>
                  <a:pt x="120703" y="758439"/>
                </a:lnTo>
                <a:lnTo>
                  <a:pt x="113981" y="757585"/>
                </a:lnTo>
                <a:lnTo>
                  <a:pt x="107354" y="756414"/>
                </a:lnTo>
                <a:lnTo>
                  <a:pt x="100839" y="754912"/>
                </a:lnTo>
                <a:lnTo>
                  <a:pt x="94465" y="753093"/>
                </a:lnTo>
                <a:lnTo>
                  <a:pt x="88202" y="750974"/>
                </a:lnTo>
                <a:lnTo>
                  <a:pt x="82097" y="748570"/>
                </a:lnTo>
                <a:lnTo>
                  <a:pt x="76151" y="745881"/>
                </a:lnTo>
                <a:lnTo>
                  <a:pt x="70346" y="742908"/>
                </a:lnTo>
                <a:lnTo>
                  <a:pt x="64716" y="739666"/>
                </a:lnTo>
                <a:lnTo>
                  <a:pt x="59260" y="736171"/>
                </a:lnTo>
                <a:lnTo>
                  <a:pt x="53994" y="732422"/>
                </a:lnTo>
                <a:lnTo>
                  <a:pt x="48917" y="728437"/>
                </a:lnTo>
                <a:lnTo>
                  <a:pt x="44046" y="724214"/>
                </a:lnTo>
                <a:lnTo>
                  <a:pt x="39364" y="719770"/>
                </a:lnTo>
                <a:lnTo>
                  <a:pt x="34921" y="715089"/>
                </a:lnTo>
                <a:lnTo>
                  <a:pt x="30698" y="710218"/>
                </a:lnTo>
                <a:lnTo>
                  <a:pt x="26712" y="705141"/>
                </a:lnTo>
                <a:lnTo>
                  <a:pt x="22964" y="699875"/>
                </a:lnTo>
                <a:lnTo>
                  <a:pt x="19469" y="694418"/>
                </a:lnTo>
                <a:lnTo>
                  <a:pt x="16226" y="688788"/>
                </a:lnTo>
                <a:lnTo>
                  <a:pt x="13253" y="682984"/>
                </a:lnTo>
                <a:lnTo>
                  <a:pt x="10565" y="677037"/>
                </a:lnTo>
                <a:lnTo>
                  <a:pt x="8161" y="670932"/>
                </a:lnTo>
                <a:lnTo>
                  <a:pt x="6041" y="664670"/>
                </a:lnTo>
                <a:lnTo>
                  <a:pt x="4223" y="658296"/>
                </a:lnTo>
                <a:lnTo>
                  <a:pt x="2720" y="651780"/>
                </a:lnTo>
                <a:lnTo>
                  <a:pt x="1550" y="645154"/>
                </a:lnTo>
                <a:lnTo>
                  <a:pt x="696" y="638432"/>
                </a:lnTo>
                <a:lnTo>
                  <a:pt x="174" y="631616"/>
                </a:lnTo>
                <a:lnTo>
                  <a:pt x="0" y="624847"/>
                </a:lnTo>
                <a:lnTo>
                  <a:pt x="0" y="134287"/>
                </a:lnTo>
                <a:lnTo>
                  <a:pt x="174" y="127519"/>
                </a:lnTo>
                <a:moveTo>
                  <a:pt x="23723" y="134730"/>
                </a:moveTo>
                <a:lnTo>
                  <a:pt x="23723" y="134430"/>
                </a:lnTo>
                <a:lnTo>
                  <a:pt x="23723" y="624704"/>
                </a:lnTo>
                <a:lnTo>
                  <a:pt x="23723" y="624404"/>
                </a:lnTo>
                <a:lnTo>
                  <a:pt x="23881" y="630714"/>
                </a:lnTo>
                <a:lnTo>
                  <a:pt x="23850" y="630113"/>
                </a:lnTo>
                <a:lnTo>
                  <a:pt x="24324" y="636329"/>
                </a:lnTo>
                <a:lnTo>
                  <a:pt x="24261" y="635744"/>
                </a:lnTo>
                <a:lnTo>
                  <a:pt x="25036" y="641879"/>
                </a:lnTo>
                <a:lnTo>
                  <a:pt x="24957" y="641279"/>
                </a:lnTo>
                <a:lnTo>
                  <a:pt x="26032" y="647320"/>
                </a:lnTo>
                <a:lnTo>
                  <a:pt x="25906" y="646735"/>
                </a:lnTo>
                <a:lnTo>
                  <a:pt x="27281" y="652666"/>
                </a:lnTo>
                <a:lnTo>
                  <a:pt x="27123" y="652096"/>
                </a:lnTo>
                <a:lnTo>
                  <a:pt x="28784" y="657917"/>
                </a:lnTo>
                <a:lnTo>
                  <a:pt x="28610" y="657347"/>
                </a:lnTo>
                <a:lnTo>
                  <a:pt x="30539" y="663041"/>
                </a:lnTo>
                <a:lnTo>
                  <a:pt x="30334" y="662487"/>
                </a:lnTo>
                <a:lnTo>
                  <a:pt x="32532" y="668054"/>
                </a:lnTo>
                <a:lnTo>
                  <a:pt x="32295" y="667533"/>
                </a:lnTo>
                <a:lnTo>
                  <a:pt x="34762" y="672957"/>
                </a:lnTo>
                <a:lnTo>
                  <a:pt x="34509" y="672435"/>
                </a:lnTo>
                <a:lnTo>
                  <a:pt x="37213" y="677717"/>
                </a:lnTo>
                <a:lnTo>
                  <a:pt x="36945" y="677211"/>
                </a:lnTo>
                <a:lnTo>
                  <a:pt x="39887" y="682351"/>
                </a:lnTo>
                <a:lnTo>
                  <a:pt x="39586" y="681861"/>
                </a:lnTo>
                <a:lnTo>
                  <a:pt x="42781" y="686827"/>
                </a:lnTo>
                <a:lnTo>
                  <a:pt x="42464" y="686352"/>
                </a:lnTo>
                <a:lnTo>
                  <a:pt x="45880" y="691160"/>
                </a:lnTo>
                <a:lnTo>
                  <a:pt x="45533" y="690702"/>
                </a:lnTo>
                <a:lnTo>
                  <a:pt x="49170" y="695335"/>
                </a:lnTo>
                <a:lnTo>
                  <a:pt x="48822" y="694909"/>
                </a:lnTo>
                <a:lnTo>
                  <a:pt x="52665" y="699353"/>
                </a:lnTo>
                <a:lnTo>
                  <a:pt x="52286" y="698926"/>
                </a:lnTo>
                <a:lnTo>
                  <a:pt x="56350" y="703180"/>
                </a:lnTo>
                <a:lnTo>
                  <a:pt x="55939" y="702784"/>
                </a:lnTo>
                <a:lnTo>
                  <a:pt x="60209" y="706849"/>
                </a:lnTo>
                <a:lnTo>
                  <a:pt x="59782" y="706470"/>
                </a:lnTo>
                <a:lnTo>
                  <a:pt x="64226" y="710312"/>
                </a:lnTo>
                <a:lnTo>
                  <a:pt x="63799" y="709965"/>
                </a:lnTo>
                <a:lnTo>
                  <a:pt x="68433" y="713602"/>
                </a:lnTo>
                <a:lnTo>
                  <a:pt x="67974" y="713254"/>
                </a:lnTo>
                <a:lnTo>
                  <a:pt x="72782" y="716670"/>
                </a:lnTo>
                <a:lnTo>
                  <a:pt x="72308" y="716354"/>
                </a:lnTo>
                <a:lnTo>
                  <a:pt x="77274" y="719549"/>
                </a:lnTo>
                <a:lnTo>
                  <a:pt x="76784" y="719248"/>
                </a:lnTo>
                <a:lnTo>
                  <a:pt x="81923" y="722190"/>
                </a:lnTo>
                <a:lnTo>
                  <a:pt x="81418" y="721921"/>
                </a:lnTo>
                <a:lnTo>
                  <a:pt x="86700" y="724626"/>
                </a:lnTo>
                <a:lnTo>
                  <a:pt x="86178" y="724373"/>
                </a:lnTo>
                <a:lnTo>
                  <a:pt x="91603" y="726839"/>
                </a:lnTo>
                <a:lnTo>
                  <a:pt x="91080" y="726602"/>
                </a:lnTo>
                <a:lnTo>
                  <a:pt x="96632" y="728801"/>
                </a:lnTo>
                <a:lnTo>
                  <a:pt x="96094" y="728595"/>
                </a:lnTo>
                <a:lnTo>
                  <a:pt x="101787" y="730525"/>
                </a:lnTo>
                <a:lnTo>
                  <a:pt x="101218" y="730351"/>
                </a:lnTo>
                <a:lnTo>
                  <a:pt x="107038" y="732011"/>
                </a:lnTo>
                <a:lnTo>
                  <a:pt x="106469" y="731853"/>
                </a:lnTo>
                <a:lnTo>
                  <a:pt x="112400" y="733229"/>
                </a:lnTo>
                <a:lnTo>
                  <a:pt x="111815" y="733103"/>
                </a:lnTo>
                <a:lnTo>
                  <a:pt x="117856" y="734178"/>
                </a:lnTo>
                <a:lnTo>
                  <a:pt x="117255" y="734099"/>
                </a:lnTo>
                <a:lnTo>
                  <a:pt x="123391" y="734874"/>
                </a:lnTo>
                <a:lnTo>
                  <a:pt x="122806" y="734810"/>
                </a:lnTo>
                <a:lnTo>
                  <a:pt x="129022" y="735285"/>
                </a:lnTo>
                <a:lnTo>
                  <a:pt x="128421" y="735253"/>
                </a:lnTo>
                <a:lnTo>
                  <a:pt x="134731" y="735412"/>
                </a:lnTo>
                <a:lnTo>
                  <a:pt x="134430" y="735412"/>
                </a:lnTo>
                <a:lnTo>
                  <a:pt x="1379886" y="735412"/>
                </a:lnTo>
                <a:lnTo>
                  <a:pt x="1379585" y="735412"/>
                </a:lnTo>
                <a:lnTo>
                  <a:pt x="1385896" y="735253"/>
                </a:lnTo>
                <a:lnTo>
                  <a:pt x="1385295" y="735285"/>
                </a:lnTo>
                <a:lnTo>
                  <a:pt x="1391510" y="734810"/>
                </a:lnTo>
                <a:lnTo>
                  <a:pt x="1390925" y="734874"/>
                </a:lnTo>
                <a:lnTo>
                  <a:pt x="1397062" y="734099"/>
                </a:lnTo>
                <a:lnTo>
                  <a:pt x="1396461" y="734178"/>
                </a:lnTo>
                <a:lnTo>
                  <a:pt x="1402502" y="733103"/>
                </a:lnTo>
                <a:lnTo>
                  <a:pt x="1401917" y="733229"/>
                </a:lnTo>
                <a:lnTo>
                  <a:pt x="1407847" y="731853"/>
                </a:lnTo>
                <a:lnTo>
                  <a:pt x="1407278" y="732011"/>
                </a:lnTo>
                <a:lnTo>
                  <a:pt x="1413098" y="730351"/>
                </a:lnTo>
                <a:lnTo>
                  <a:pt x="1412529" y="730525"/>
                </a:lnTo>
                <a:lnTo>
                  <a:pt x="1418222" y="728595"/>
                </a:lnTo>
                <a:lnTo>
                  <a:pt x="1417685" y="728801"/>
                </a:lnTo>
                <a:lnTo>
                  <a:pt x="1423236" y="726602"/>
                </a:lnTo>
                <a:lnTo>
                  <a:pt x="1422714" y="726839"/>
                </a:lnTo>
                <a:lnTo>
                  <a:pt x="1428138" y="724373"/>
                </a:lnTo>
                <a:lnTo>
                  <a:pt x="1427617" y="724626"/>
                </a:lnTo>
                <a:lnTo>
                  <a:pt x="1432899" y="721921"/>
                </a:lnTo>
                <a:lnTo>
                  <a:pt x="1432393" y="722190"/>
                </a:lnTo>
                <a:lnTo>
                  <a:pt x="1437533" y="719248"/>
                </a:lnTo>
                <a:lnTo>
                  <a:pt x="1437043" y="719549"/>
                </a:lnTo>
                <a:lnTo>
                  <a:pt x="1442008" y="716354"/>
                </a:lnTo>
                <a:lnTo>
                  <a:pt x="1441534" y="716670"/>
                </a:lnTo>
                <a:lnTo>
                  <a:pt x="1446342" y="713254"/>
                </a:lnTo>
                <a:lnTo>
                  <a:pt x="1445883" y="713602"/>
                </a:lnTo>
                <a:lnTo>
                  <a:pt x="1450517" y="709965"/>
                </a:lnTo>
                <a:lnTo>
                  <a:pt x="1450090" y="710312"/>
                </a:lnTo>
                <a:lnTo>
                  <a:pt x="1454534" y="706470"/>
                </a:lnTo>
                <a:lnTo>
                  <a:pt x="1454107" y="706849"/>
                </a:lnTo>
                <a:lnTo>
                  <a:pt x="1458362" y="702784"/>
                </a:lnTo>
                <a:lnTo>
                  <a:pt x="1457966" y="703180"/>
                </a:lnTo>
                <a:lnTo>
                  <a:pt x="1462031" y="698926"/>
                </a:lnTo>
                <a:lnTo>
                  <a:pt x="1461651" y="699353"/>
                </a:lnTo>
                <a:lnTo>
                  <a:pt x="1465494" y="694909"/>
                </a:lnTo>
                <a:lnTo>
                  <a:pt x="1465146" y="695335"/>
                </a:lnTo>
                <a:lnTo>
                  <a:pt x="1468784" y="690702"/>
                </a:lnTo>
                <a:lnTo>
                  <a:pt x="1468436" y="691160"/>
                </a:lnTo>
                <a:lnTo>
                  <a:pt x="1471852" y="686352"/>
                </a:lnTo>
                <a:lnTo>
                  <a:pt x="1471536" y="686827"/>
                </a:lnTo>
                <a:lnTo>
                  <a:pt x="1474730" y="681861"/>
                </a:lnTo>
                <a:lnTo>
                  <a:pt x="1474430" y="682351"/>
                </a:lnTo>
                <a:lnTo>
                  <a:pt x="1477372" y="677211"/>
                </a:lnTo>
                <a:lnTo>
                  <a:pt x="1477102" y="677717"/>
                </a:lnTo>
                <a:lnTo>
                  <a:pt x="1479807" y="672435"/>
                </a:lnTo>
                <a:lnTo>
                  <a:pt x="1479554" y="672957"/>
                </a:lnTo>
                <a:lnTo>
                  <a:pt x="1482021" y="667533"/>
                </a:lnTo>
                <a:lnTo>
                  <a:pt x="1481784" y="668054"/>
                </a:lnTo>
                <a:lnTo>
                  <a:pt x="1483982" y="662487"/>
                </a:lnTo>
                <a:lnTo>
                  <a:pt x="1483777" y="663041"/>
                </a:lnTo>
                <a:lnTo>
                  <a:pt x="1485706" y="657347"/>
                </a:lnTo>
                <a:lnTo>
                  <a:pt x="1485532" y="657917"/>
                </a:lnTo>
                <a:lnTo>
                  <a:pt x="1487192" y="652096"/>
                </a:lnTo>
                <a:lnTo>
                  <a:pt x="1487035" y="652666"/>
                </a:lnTo>
                <a:lnTo>
                  <a:pt x="1488411" y="646735"/>
                </a:lnTo>
                <a:lnTo>
                  <a:pt x="1488284" y="647320"/>
                </a:lnTo>
                <a:lnTo>
                  <a:pt x="1489360" y="641279"/>
                </a:lnTo>
                <a:lnTo>
                  <a:pt x="1489281" y="641879"/>
                </a:lnTo>
                <a:lnTo>
                  <a:pt x="1490055" y="635744"/>
                </a:lnTo>
                <a:lnTo>
                  <a:pt x="1489992" y="636329"/>
                </a:lnTo>
                <a:lnTo>
                  <a:pt x="1490467" y="630113"/>
                </a:lnTo>
                <a:lnTo>
                  <a:pt x="1490435" y="630714"/>
                </a:lnTo>
                <a:lnTo>
                  <a:pt x="1490593" y="624404"/>
                </a:lnTo>
                <a:lnTo>
                  <a:pt x="1490593" y="624704"/>
                </a:lnTo>
                <a:lnTo>
                  <a:pt x="1490593" y="134430"/>
                </a:lnTo>
                <a:lnTo>
                  <a:pt x="1490593" y="134730"/>
                </a:lnTo>
                <a:lnTo>
                  <a:pt x="1490435" y="128420"/>
                </a:lnTo>
                <a:lnTo>
                  <a:pt x="1490467" y="129021"/>
                </a:lnTo>
                <a:lnTo>
                  <a:pt x="1489992" y="122805"/>
                </a:lnTo>
                <a:lnTo>
                  <a:pt x="1490055" y="123391"/>
                </a:lnTo>
                <a:lnTo>
                  <a:pt x="1489281" y="117254"/>
                </a:lnTo>
                <a:lnTo>
                  <a:pt x="1489360" y="117856"/>
                </a:lnTo>
                <a:lnTo>
                  <a:pt x="1488284" y="111814"/>
                </a:lnTo>
                <a:lnTo>
                  <a:pt x="1488411" y="112399"/>
                </a:lnTo>
                <a:lnTo>
                  <a:pt x="1487035" y="106468"/>
                </a:lnTo>
                <a:lnTo>
                  <a:pt x="1487192" y="107038"/>
                </a:lnTo>
                <a:lnTo>
                  <a:pt x="1485532" y="101218"/>
                </a:lnTo>
                <a:lnTo>
                  <a:pt x="1485706" y="101787"/>
                </a:lnTo>
                <a:lnTo>
                  <a:pt x="1483777" y="96094"/>
                </a:lnTo>
                <a:lnTo>
                  <a:pt x="1483982" y="96631"/>
                </a:lnTo>
                <a:lnTo>
                  <a:pt x="1481784" y="91080"/>
                </a:lnTo>
                <a:lnTo>
                  <a:pt x="1482021" y="91601"/>
                </a:lnTo>
                <a:lnTo>
                  <a:pt x="1479554" y="86177"/>
                </a:lnTo>
                <a:lnTo>
                  <a:pt x="1479807" y="86699"/>
                </a:lnTo>
                <a:lnTo>
                  <a:pt x="1477102" y="81417"/>
                </a:lnTo>
                <a:lnTo>
                  <a:pt x="1477372" y="81923"/>
                </a:lnTo>
                <a:lnTo>
                  <a:pt x="1474430" y="76783"/>
                </a:lnTo>
                <a:lnTo>
                  <a:pt x="1474730" y="77273"/>
                </a:lnTo>
                <a:lnTo>
                  <a:pt x="1471536" y="72307"/>
                </a:lnTo>
                <a:lnTo>
                  <a:pt x="1471852" y="72782"/>
                </a:lnTo>
                <a:lnTo>
                  <a:pt x="1468436" y="67974"/>
                </a:lnTo>
                <a:lnTo>
                  <a:pt x="1468784" y="68432"/>
                </a:lnTo>
                <a:lnTo>
                  <a:pt x="1465146" y="63798"/>
                </a:lnTo>
                <a:lnTo>
                  <a:pt x="1465494" y="64225"/>
                </a:lnTo>
                <a:lnTo>
                  <a:pt x="1461651" y="59781"/>
                </a:lnTo>
                <a:lnTo>
                  <a:pt x="1462031" y="60208"/>
                </a:lnTo>
                <a:lnTo>
                  <a:pt x="1457966" y="55954"/>
                </a:lnTo>
                <a:lnTo>
                  <a:pt x="1458362" y="56350"/>
                </a:lnTo>
                <a:lnTo>
                  <a:pt x="1454107" y="52285"/>
                </a:lnTo>
                <a:lnTo>
                  <a:pt x="1454534" y="52664"/>
                </a:lnTo>
                <a:lnTo>
                  <a:pt x="1450090" y="48821"/>
                </a:lnTo>
                <a:lnTo>
                  <a:pt x="1450517" y="49169"/>
                </a:lnTo>
                <a:lnTo>
                  <a:pt x="1445883" y="45532"/>
                </a:lnTo>
                <a:lnTo>
                  <a:pt x="1446342" y="45880"/>
                </a:lnTo>
                <a:lnTo>
                  <a:pt x="1441534" y="42464"/>
                </a:lnTo>
                <a:lnTo>
                  <a:pt x="1442008" y="42780"/>
                </a:lnTo>
                <a:lnTo>
                  <a:pt x="1437043" y="39585"/>
                </a:lnTo>
                <a:lnTo>
                  <a:pt x="1437533" y="39886"/>
                </a:lnTo>
                <a:lnTo>
                  <a:pt x="1432393" y="36944"/>
                </a:lnTo>
                <a:lnTo>
                  <a:pt x="1432899" y="37213"/>
                </a:lnTo>
                <a:lnTo>
                  <a:pt x="1427617" y="34508"/>
                </a:lnTo>
                <a:lnTo>
                  <a:pt x="1428138" y="34762"/>
                </a:lnTo>
                <a:lnTo>
                  <a:pt x="1422714" y="32295"/>
                </a:lnTo>
                <a:lnTo>
                  <a:pt x="1423236" y="32532"/>
                </a:lnTo>
                <a:lnTo>
                  <a:pt x="1417685" y="30333"/>
                </a:lnTo>
                <a:lnTo>
                  <a:pt x="1418222" y="30539"/>
                </a:lnTo>
                <a:lnTo>
                  <a:pt x="1412529" y="28609"/>
                </a:lnTo>
                <a:lnTo>
                  <a:pt x="1413098" y="28783"/>
                </a:lnTo>
                <a:lnTo>
                  <a:pt x="1407278" y="27123"/>
                </a:lnTo>
                <a:lnTo>
                  <a:pt x="1407847" y="27281"/>
                </a:lnTo>
                <a:lnTo>
                  <a:pt x="1401917" y="25905"/>
                </a:lnTo>
                <a:lnTo>
                  <a:pt x="1402502" y="26032"/>
                </a:lnTo>
                <a:lnTo>
                  <a:pt x="1396461" y="24957"/>
                </a:lnTo>
                <a:lnTo>
                  <a:pt x="1397062" y="25035"/>
                </a:lnTo>
                <a:lnTo>
                  <a:pt x="1390925" y="24260"/>
                </a:lnTo>
                <a:lnTo>
                  <a:pt x="1391510" y="24324"/>
                </a:lnTo>
                <a:lnTo>
                  <a:pt x="1385295" y="23849"/>
                </a:lnTo>
                <a:lnTo>
                  <a:pt x="1385896" y="23881"/>
                </a:lnTo>
                <a:lnTo>
                  <a:pt x="1379585" y="23723"/>
                </a:lnTo>
                <a:lnTo>
                  <a:pt x="1379886" y="23723"/>
                </a:lnTo>
                <a:lnTo>
                  <a:pt x="134430" y="23723"/>
                </a:lnTo>
                <a:lnTo>
                  <a:pt x="134731" y="23723"/>
                </a:lnTo>
                <a:lnTo>
                  <a:pt x="128421" y="23881"/>
                </a:lnTo>
                <a:lnTo>
                  <a:pt x="129022" y="23849"/>
                </a:lnTo>
                <a:lnTo>
                  <a:pt x="122806" y="24324"/>
                </a:lnTo>
                <a:lnTo>
                  <a:pt x="123391" y="24260"/>
                </a:lnTo>
                <a:lnTo>
                  <a:pt x="117255" y="25035"/>
                </a:lnTo>
                <a:lnTo>
                  <a:pt x="117856" y="24957"/>
                </a:lnTo>
                <a:lnTo>
                  <a:pt x="111815" y="26032"/>
                </a:lnTo>
                <a:lnTo>
                  <a:pt x="112400" y="25905"/>
                </a:lnTo>
                <a:lnTo>
                  <a:pt x="106469" y="27281"/>
                </a:lnTo>
                <a:lnTo>
                  <a:pt x="107038" y="27123"/>
                </a:lnTo>
                <a:lnTo>
                  <a:pt x="101218" y="28783"/>
                </a:lnTo>
                <a:lnTo>
                  <a:pt x="101787" y="28609"/>
                </a:lnTo>
                <a:lnTo>
                  <a:pt x="96094" y="30539"/>
                </a:lnTo>
                <a:lnTo>
                  <a:pt x="96632" y="30333"/>
                </a:lnTo>
                <a:lnTo>
                  <a:pt x="91080" y="32532"/>
                </a:lnTo>
                <a:lnTo>
                  <a:pt x="91603" y="32295"/>
                </a:lnTo>
                <a:lnTo>
                  <a:pt x="86178" y="34762"/>
                </a:lnTo>
                <a:lnTo>
                  <a:pt x="86700" y="34508"/>
                </a:lnTo>
                <a:lnTo>
                  <a:pt x="81418" y="37213"/>
                </a:lnTo>
                <a:lnTo>
                  <a:pt x="81923" y="36944"/>
                </a:lnTo>
                <a:lnTo>
                  <a:pt x="76784" y="39886"/>
                </a:lnTo>
                <a:lnTo>
                  <a:pt x="77274" y="39585"/>
                </a:lnTo>
                <a:lnTo>
                  <a:pt x="72308" y="42780"/>
                </a:lnTo>
                <a:lnTo>
                  <a:pt x="72782" y="42464"/>
                </a:lnTo>
                <a:lnTo>
                  <a:pt x="67974" y="45880"/>
                </a:lnTo>
                <a:lnTo>
                  <a:pt x="68433" y="45532"/>
                </a:lnTo>
                <a:lnTo>
                  <a:pt x="63799" y="49169"/>
                </a:lnTo>
                <a:lnTo>
                  <a:pt x="64226" y="48821"/>
                </a:lnTo>
                <a:lnTo>
                  <a:pt x="59782" y="52664"/>
                </a:lnTo>
                <a:lnTo>
                  <a:pt x="60209" y="52285"/>
                </a:lnTo>
                <a:lnTo>
                  <a:pt x="55939" y="56350"/>
                </a:lnTo>
                <a:lnTo>
                  <a:pt x="56350" y="55954"/>
                </a:lnTo>
                <a:lnTo>
                  <a:pt x="52286" y="60208"/>
                </a:lnTo>
                <a:lnTo>
                  <a:pt x="52665" y="59781"/>
                </a:lnTo>
                <a:lnTo>
                  <a:pt x="48822" y="64225"/>
                </a:lnTo>
                <a:lnTo>
                  <a:pt x="49170" y="63798"/>
                </a:lnTo>
                <a:lnTo>
                  <a:pt x="45533" y="68432"/>
                </a:lnTo>
                <a:lnTo>
                  <a:pt x="45880" y="67974"/>
                </a:lnTo>
                <a:lnTo>
                  <a:pt x="42464" y="72782"/>
                </a:lnTo>
                <a:lnTo>
                  <a:pt x="42781" y="72307"/>
                </a:lnTo>
                <a:lnTo>
                  <a:pt x="39586" y="77273"/>
                </a:lnTo>
                <a:lnTo>
                  <a:pt x="39887" y="76783"/>
                </a:lnTo>
                <a:lnTo>
                  <a:pt x="36945" y="81923"/>
                </a:lnTo>
                <a:lnTo>
                  <a:pt x="37213" y="81417"/>
                </a:lnTo>
                <a:lnTo>
                  <a:pt x="34509" y="86699"/>
                </a:lnTo>
                <a:lnTo>
                  <a:pt x="34762" y="86177"/>
                </a:lnTo>
                <a:lnTo>
                  <a:pt x="32295" y="91601"/>
                </a:lnTo>
                <a:lnTo>
                  <a:pt x="32532" y="91080"/>
                </a:lnTo>
                <a:lnTo>
                  <a:pt x="30334" y="96631"/>
                </a:lnTo>
                <a:lnTo>
                  <a:pt x="30539" y="96094"/>
                </a:lnTo>
                <a:lnTo>
                  <a:pt x="28610" y="101787"/>
                </a:lnTo>
                <a:lnTo>
                  <a:pt x="28784" y="101218"/>
                </a:lnTo>
                <a:lnTo>
                  <a:pt x="27123" y="107038"/>
                </a:lnTo>
                <a:lnTo>
                  <a:pt x="27281" y="106468"/>
                </a:lnTo>
                <a:lnTo>
                  <a:pt x="25906" y="112399"/>
                </a:lnTo>
                <a:lnTo>
                  <a:pt x="26032" y="111814"/>
                </a:lnTo>
                <a:lnTo>
                  <a:pt x="24957" y="117856"/>
                </a:lnTo>
                <a:lnTo>
                  <a:pt x="25036" y="117254"/>
                </a:lnTo>
                <a:lnTo>
                  <a:pt x="24261" y="123391"/>
                </a:lnTo>
                <a:lnTo>
                  <a:pt x="24324" y="122805"/>
                </a:lnTo>
                <a:lnTo>
                  <a:pt x="23850" y="129021"/>
                </a:lnTo>
                <a:lnTo>
                  <a:pt x="23881" y="128420"/>
                </a:lnTo>
                <a:lnTo>
                  <a:pt x="23723" y="13473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3">
            <a:extLst xmlns:a="http://schemas.openxmlformats.org/drawingml/2006/main">
              <a:ext uri="{FF2B5EF4-FFF2-40B4-BE49-F238E27FC236}">
                <a16:creationId xmlns:a16="http://schemas.microsoft.com/office/drawing/2014/main" id="{2DCC5206-665E-4168-9A0C-3A68F3E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321" y="3319123"/>
            <a:ext cx="158153" cy="374886"/>
          </a:xfrm>
          <a:custGeom xmlns:a="http://schemas.openxmlformats.org/drawingml/2006/main">
            <a:pathLst>
              <a:path w="158153" h="374886">
                <a:moveTo>
                  <a:pt x="158153" y="157647"/>
                </a:moveTo>
                <a:lnTo>
                  <a:pt x="78586" y="79077"/>
                </a:lnTo>
                <a:lnTo>
                  <a:pt x="0" y="158643"/>
                </a:lnTo>
                <a:lnTo>
                  <a:pt x="78080" y="0"/>
                </a:lnTo>
                <a:lnTo>
                  <a:pt x="158153" y="157647"/>
                </a:lnTo>
                <a:moveTo>
                  <a:pt x="70568" y="374886"/>
                </a:moveTo>
                <a:lnTo>
                  <a:pt x="68575" y="59371"/>
                </a:lnTo>
                <a:lnTo>
                  <a:pt x="88345" y="59244"/>
                </a:lnTo>
                <a:lnTo>
                  <a:pt x="90338" y="374760"/>
                </a:lnTo>
                <a:lnTo>
                  <a:pt x="70568" y="374886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44 4D">
            <a:extLst xmlns:a="http://schemas.openxmlformats.org/drawingml/2006/main">
              <a:ext uri="{FF2B5EF4-FFF2-40B4-BE49-F238E27FC236}">
                <a16:creationId xmlns:a16="http://schemas.microsoft.com/office/drawing/2014/main" id="{5B612ABE-C7F1-49DA-80A2-146D6C0F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9459" y="2657564"/>
            <a:ext cx="311117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49" name="text-45 Coordinate">
            <a:extLst xmlns:a="http://schemas.openxmlformats.org/drawingml/2006/main">
              <a:ext uri="{FF2B5EF4-FFF2-40B4-BE49-F238E27FC236}">
                <a16:creationId xmlns:a16="http://schemas.microsoft.com/office/drawing/2014/main" id="{44EFB205-2F5C-47E3-A163-D5503EA6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5255" y="2657945"/>
            <a:ext cx="1024155" cy="310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Coordinate</a:t>
            </a:r>
          </a:p>
        </p:txBody>
      </p:sp>
      <p:sp>
        <p:nvSpPr>
          <p:cNvPr id="50" name="text-46 Encoder">
            <a:extLst xmlns:a="http://schemas.openxmlformats.org/drawingml/2006/main">
              <a:ext uri="{FF2B5EF4-FFF2-40B4-BE49-F238E27FC236}">
                <a16:creationId xmlns:a16="http://schemas.microsoft.com/office/drawing/2014/main" id="{00350F22-D553-4891-B7CA-ACF0D5C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5717" y="2923800"/>
            <a:ext cx="777292" cy="30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51" name="path-47">
            <a:extLst xmlns:a="http://schemas.openxmlformats.org/drawingml/2006/main">
              <a:ext uri="{FF2B5EF4-FFF2-40B4-BE49-F238E27FC236}">
                <a16:creationId xmlns:a16="http://schemas.microsoft.com/office/drawing/2014/main" id="{8C703A79-2B6E-4EBA-A826-73ACDBC6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831" y="2602689"/>
            <a:ext cx="1783967" cy="1940539"/>
          </a:xfrm>
          <a:custGeom xmlns:a="http://schemas.openxmlformats.org/drawingml/2006/main">
            <a:pathLst>
              <a:path w="1783967" h="1940539">
                <a:moveTo>
                  <a:pt x="0" y="1797173"/>
                </a:moveTo>
                <a:lnTo>
                  <a:pt x="0" y="1702281"/>
                </a:lnTo>
                <a:lnTo>
                  <a:pt x="23723" y="1702281"/>
                </a:lnTo>
                <a:lnTo>
                  <a:pt x="23723" y="1797173"/>
                </a:lnTo>
                <a:lnTo>
                  <a:pt x="0" y="1797173"/>
                </a:lnTo>
                <a:moveTo>
                  <a:pt x="0" y="1631113"/>
                </a:moveTo>
                <a:lnTo>
                  <a:pt x="0" y="1536221"/>
                </a:lnTo>
                <a:lnTo>
                  <a:pt x="23723" y="1536221"/>
                </a:lnTo>
                <a:lnTo>
                  <a:pt x="23723" y="1631113"/>
                </a:lnTo>
                <a:lnTo>
                  <a:pt x="0" y="1631113"/>
                </a:lnTo>
                <a:moveTo>
                  <a:pt x="0" y="1465051"/>
                </a:moveTo>
                <a:lnTo>
                  <a:pt x="0" y="1370159"/>
                </a:lnTo>
                <a:lnTo>
                  <a:pt x="23723" y="1370159"/>
                </a:lnTo>
                <a:lnTo>
                  <a:pt x="23723" y="1465051"/>
                </a:lnTo>
                <a:lnTo>
                  <a:pt x="0" y="1465051"/>
                </a:lnTo>
                <a:moveTo>
                  <a:pt x="0" y="1298990"/>
                </a:moveTo>
                <a:lnTo>
                  <a:pt x="0" y="1204099"/>
                </a:lnTo>
                <a:lnTo>
                  <a:pt x="23723" y="1204099"/>
                </a:lnTo>
                <a:lnTo>
                  <a:pt x="23723" y="1298990"/>
                </a:lnTo>
                <a:lnTo>
                  <a:pt x="0" y="1298990"/>
                </a:lnTo>
                <a:moveTo>
                  <a:pt x="0" y="1132930"/>
                </a:moveTo>
                <a:lnTo>
                  <a:pt x="0" y="1038038"/>
                </a:lnTo>
                <a:lnTo>
                  <a:pt x="23723" y="1038038"/>
                </a:lnTo>
                <a:lnTo>
                  <a:pt x="23723" y="1132930"/>
                </a:lnTo>
                <a:lnTo>
                  <a:pt x="0" y="1132930"/>
                </a:lnTo>
                <a:moveTo>
                  <a:pt x="0" y="966869"/>
                </a:moveTo>
                <a:lnTo>
                  <a:pt x="0" y="871977"/>
                </a:lnTo>
                <a:lnTo>
                  <a:pt x="23723" y="871977"/>
                </a:lnTo>
                <a:lnTo>
                  <a:pt x="23723" y="966869"/>
                </a:lnTo>
                <a:lnTo>
                  <a:pt x="0" y="966869"/>
                </a:lnTo>
                <a:moveTo>
                  <a:pt x="0" y="800808"/>
                </a:moveTo>
                <a:lnTo>
                  <a:pt x="0" y="705916"/>
                </a:lnTo>
                <a:lnTo>
                  <a:pt x="23723" y="705916"/>
                </a:lnTo>
                <a:lnTo>
                  <a:pt x="23723" y="800808"/>
                </a:lnTo>
                <a:lnTo>
                  <a:pt x="0" y="800808"/>
                </a:lnTo>
                <a:moveTo>
                  <a:pt x="0" y="634747"/>
                </a:moveTo>
                <a:lnTo>
                  <a:pt x="0" y="539856"/>
                </a:lnTo>
                <a:lnTo>
                  <a:pt x="23723" y="539856"/>
                </a:lnTo>
                <a:lnTo>
                  <a:pt x="23723" y="634747"/>
                </a:lnTo>
                <a:lnTo>
                  <a:pt x="0" y="634747"/>
                </a:lnTo>
                <a:moveTo>
                  <a:pt x="0" y="468687"/>
                </a:moveTo>
                <a:lnTo>
                  <a:pt x="0" y="373795"/>
                </a:lnTo>
                <a:lnTo>
                  <a:pt x="23723" y="373795"/>
                </a:lnTo>
                <a:lnTo>
                  <a:pt x="23723" y="468687"/>
                </a:lnTo>
                <a:lnTo>
                  <a:pt x="0" y="468687"/>
                </a:lnTo>
                <a:moveTo>
                  <a:pt x="0" y="302626"/>
                </a:moveTo>
                <a:lnTo>
                  <a:pt x="0" y="207734"/>
                </a:lnTo>
                <a:lnTo>
                  <a:pt x="23723" y="207734"/>
                </a:lnTo>
                <a:lnTo>
                  <a:pt x="23723" y="302626"/>
                </a:lnTo>
                <a:lnTo>
                  <a:pt x="0" y="302626"/>
                </a:lnTo>
                <a:moveTo>
                  <a:pt x="206" y="135664"/>
                </a:moveTo>
                <a:lnTo>
                  <a:pt x="743" y="128721"/>
                </a:lnTo>
                <a:lnTo>
                  <a:pt x="1645" y="121557"/>
                </a:lnTo>
                <a:lnTo>
                  <a:pt x="2910" y="114487"/>
                </a:lnTo>
                <a:lnTo>
                  <a:pt x="4507" y="107544"/>
                </a:lnTo>
                <a:lnTo>
                  <a:pt x="6437" y="100743"/>
                </a:lnTo>
                <a:lnTo>
                  <a:pt x="8698" y="94069"/>
                </a:lnTo>
                <a:lnTo>
                  <a:pt x="11260" y="87553"/>
                </a:lnTo>
                <a:lnTo>
                  <a:pt x="14139" y="81212"/>
                </a:lnTo>
                <a:lnTo>
                  <a:pt x="17302" y="75028"/>
                </a:lnTo>
                <a:lnTo>
                  <a:pt x="20765" y="69018"/>
                </a:lnTo>
                <a:lnTo>
                  <a:pt x="24482" y="63198"/>
                </a:lnTo>
                <a:lnTo>
                  <a:pt x="28483" y="57584"/>
                </a:lnTo>
                <a:lnTo>
                  <a:pt x="32738" y="52159"/>
                </a:lnTo>
                <a:lnTo>
                  <a:pt x="37245" y="46972"/>
                </a:lnTo>
                <a:lnTo>
                  <a:pt x="40693" y="43350"/>
                </a:lnTo>
                <a:lnTo>
                  <a:pt x="57869" y="59719"/>
                </a:lnTo>
                <a:lnTo>
                  <a:pt x="54610" y="63135"/>
                </a:lnTo>
                <a:lnTo>
                  <a:pt x="54990" y="62708"/>
                </a:lnTo>
                <a:lnTo>
                  <a:pt x="50862" y="67484"/>
                </a:lnTo>
                <a:lnTo>
                  <a:pt x="51210" y="67041"/>
                </a:lnTo>
                <a:lnTo>
                  <a:pt x="47319" y="72023"/>
                </a:lnTo>
                <a:lnTo>
                  <a:pt x="47652" y="71564"/>
                </a:lnTo>
                <a:lnTo>
                  <a:pt x="43982" y="76720"/>
                </a:lnTo>
                <a:lnTo>
                  <a:pt x="44298" y="76246"/>
                </a:lnTo>
                <a:lnTo>
                  <a:pt x="40882" y="81576"/>
                </a:lnTo>
                <a:lnTo>
                  <a:pt x="41183" y="81085"/>
                </a:lnTo>
                <a:lnTo>
                  <a:pt x="38020" y="86605"/>
                </a:lnTo>
                <a:lnTo>
                  <a:pt x="38288" y="86099"/>
                </a:lnTo>
                <a:lnTo>
                  <a:pt x="35379" y="91760"/>
                </a:lnTo>
                <a:lnTo>
                  <a:pt x="35632" y="91239"/>
                </a:lnTo>
                <a:lnTo>
                  <a:pt x="33006" y="97074"/>
                </a:lnTo>
                <a:lnTo>
                  <a:pt x="33228" y="96537"/>
                </a:lnTo>
                <a:lnTo>
                  <a:pt x="30871" y="102499"/>
                </a:lnTo>
                <a:lnTo>
                  <a:pt x="31077" y="101962"/>
                </a:lnTo>
                <a:lnTo>
                  <a:pt x="29005" y="108066"/>
                </a:lnTo>
                <a:lnTo>
                  <a:pt x="29179" y="107496"/>
                </a:lnTo>
                <a:lnTo>
                  <a:pt x="27408" y="113744"/>
                </a:lnTo>
                <a:lnTo>
                  <a:pt x="27566" y="113174"/>
                </a:lnTo>
                <a:lnTo>
                  <a:pt x="26095" y="119532"/>
                </a:lnTo>
                <a:lnTo>
                  <a:pt x="26206" y="118947"/>
                </a:lnTo>
                <a:lnTo>
                  <a:pt x="25051" y="125431"/>
                </a:lnTo>
                <a:lnTo>
                  <a:pt x="25146" y="124830"/>
                </a:lnTo>
                <a:lnTo>
                  <a:pt x="24308" y="131425"/>
                </a:lnTo>
                <a:lnTo>
                  <a:pt x="24371" y="130824"/>
                </a:lnTo>
                <a:lnTo>
                  <a:pt x="23865" y="137467"/>
                </a:lnTo>
                <a:lnTo>
                  <a:pt x="206" y="135664"/>
                </a:lnTo>
                <a:moveTo>
                  <a:pt x="106785" y="4729"/>
                </a:moveTo>
                <a:lnTo>
                  <a:pt x="107544" y="4507"/>
                </a:lnTo>
                <a:lnTo>
                  <a:pt x="114487" y="2910"/>
                </a:lnTo>
                <a:lnTo>
                  <a:pt x="121557" y="1645"/>
                </a:lnTo>
                <a:lnTo>
                  <a:pt x="128721" y="744"/>
                </a:lnTo>
                <a:lnTo>
                  <a:pt x="135996" y="190"/>
                </a:lnTo>
                <a:lnTo>
                  <a:pt x="143223" y="0"/>
                </a:lnTo>
                <a:lnTo>
                  <a:pt x="204555" y="0"/>
                </a:lnTo>
                <a:lnTo>
                  <a:pt x="204555" y="23723"/>
                </a:lnTo>
                <a:lnTo>
                  <a:pt x="143366" y="23723"/>
                </a:lnTo>
                <a:lnTo>
                  <a:pt x="143666" y="23723"/>
                </a:lnTo>
                <a:lnTo>
                  <a:pt x="136897" y="23897"/>
                </a:lnTo>
                <a:lnTo>
                  <a:pt x="137498" y="23865"/>
                </a:lnTo>
                <a:lnTo>
                  <a:pt x="130824" y="24371"/>
                </a:lnTo>
                <a:lnTo>
                  <a:pt x="131425" y="24308"/>
                </a:lnTo>
                <a:lnTo>
                  <a:pt x="124830" y="25147"/>
                </a:lnTo>
                <a:lnTo>
                  <a:pt x="125431" y="25051"/>
                </a:lnTo>
                <a:lnTo>
                  <a:pt x="118947" y="26206"/>
                </a:lnTo>
                <a:lnTo>
                  <a:pt x="119532" y="26096"/>
                </a:lnTo>
                <a:lnTo>
                  <a:pt x="113174" y="27566"/>
                </a:lnTo>
                <a:lnTo>
                  <a:pt x="113744" y="27408"/>
                </a:lnTo>
                <a:lnTo>
                  <a:pt x="113254" y="27550"/>
                </a:lnTo>
                <a:lnTo>
                  <a:pt x="106785" y="4729"/>
                </a:lnTo>
                <a:moveTo>
                  <a:pt x="275724" y="0"/>
                </a:moveTo>
                <a:lnTo>
                  <a:pt x="370616" y="0"/>
                </a:lnTo>
                <a:lnTo>
                  <a:pt x="370616" y="23723"/>
                </a:lnTo>
                <a:lnTo>
                  <a:pt x="275724" y="23723"/>
                </a:lnTo>
                <a:lnTo>
                  <a:pt x="275724" y="0"/>
                </a:lnTo>
                <a:moveTo>
                  <a:pt x="441785" y="0"/>
                </a:moveTo>
                <a:lnTo>
                  <a:pt x="536677" y="0"/>
                </a:lnTo>
                <a:lnTo>
                  <a:pt x="536677" y="23723"/>
                </a:lnTo>
                <a:lnTo>
                  <a:pt x="441785" y="23723"/>
                </a:lnTo>
                <a:lnTo>
                  <a:pt x="441785" y="0"/>
                </a:lnTo>
                <a:moveTo>
                  <a:pt x="607845" y="0"/>
                </a:moveTo>
                <a:lnTo>
                  <a:pt x="702737" y="0"/>
                </a:lnTo>
                <a:lnTo>
                  <a:pt x="702737" y="23723"/>
                </a:lnTo>
                <a:lnTo>
                  <a:pt x="607845" y="23723"/>
                </a:lnTo>
                <a:lnTo>
                  <a:pt x="607845" y="0"/>
                </a:lnTo>
                <a:moveTo>
                  <a:pt x="773906" y="0"/>
                </a:moveTo>
                <a:lnTo>
                  <a:pt x="868798" y="0"/>
                </a:lnTo>
                <a:lnTo>
                  <a:pt x="868798" y="23723"/>
                </a:lnTo>
                <a:lnTo>
                  <a:pt x="773906" y="23723"/>
                </a:lnTo>
                <a:lnTo>
                  <a:pt x="773906" y="0"/>
                </a:lnTo>
                <a:moveTo>
                  <a:pt x="939967" y="0"/>
                </a:moveTo>
                <a:lnTo>
                  <a:pt x="1034859" y="0"/>
                </a:lnTo>
                <a:lnTo>
                  <a:pt x="1034859" y="23723"/>
                </a:lnTo>
                <a:lnTo>
                  <a:pt x="939967" y="23723"/>
                </a:lnTo>
                <a:lnTo>
                  <a:pt x="939967" y="0"/>
                </a:lnTo>
                <a:moveTo>
                  <a:pt x="1106028" y="0"/>
                </a:moveTo>
                <a:lnTo>
                  <a:pt x="1200920" y="0"/>
                </a:lnTo>
                <a:lnTo>
                  <a:pt x="1200920" y="23723"/>
                </a:lnTo>
                <a:lnTo>
                  <a:pt x="1106028" y="23723"/>
                </a:lnTo>
                <a:lnTo>
                  <a:pt x="1106028" y="0"/>
                </a:lnTo>
                <a:moveTo>
                  <a:pt x="1272089" y="0"/>
                </a:moveTo>
                <a:lnTo>
                  <a:pt x="1366981" y="0"/>
                </a:lnTo>
                <a:lnTo>
                  <a:pt x="1366981" y="23723"/>
                </a:lnTo>
                <a:lnTo>
                  <a:pt x="1272089" y="23723"/>
                </a:lnTo>
                <a:lnTo>
                  <a:pt x="1272089" y="0"/>
                </a:lnTo>
                <a:moveTo>
                  <a:pt x="1438149" y="0"/>
                </a:moveTo>
                <a:lnTo>
                  <a:pt x="1533041" y="0"/>
                </a:lnTo>
                <a:lnTo>
                  <a:pt x="1533041" y="23723"/>
                </a:lnTo>
                <a:lnTo>
                  <a:pt x="1438149" y="23723"/>
                </a:lnTo>
                <a:lnTo>
                  <a:pt x="1438149" y="0"/>
                </a:lnTo>
                <a:moveTo>
                  <a:pt x="1604210" y="0"/>
                </a:moveTo>
                <a:lnTo>
                  <a:pt x="1640744" y="0"/>
                </a:lnTo>
                <a:lnTo>
                  <a:pt x="1647972" y="190"/>
                </a:lnTo>
                <a:lnTo>
                  <a:pt x="1655247" y="744"/>
                </a:lnTo>
                <a:lnTo>
                  <a:pt x="1662410" y="1645"/>
                </a:lnTo>
                <a:lnTo>
                  <a:pt x="1669479" y="2910"/>
                </a:lnTo>
                <a:lnTo>
                  <a:pt x="1676423" y="4507"/>
                </a:lnTo>
                <a:lnTo>
                  <a:pt x="1683223" y="6437"/>
                </a:lnTo>
                <a:lnTo>
                  <a:pt x="1689898" y="8699"/>
                </a:lnTo>
                <a:lnTo>
                  <a:pt x="1696414" y="11260"/>
                </a:lnTo>
                <a:lnTo>
                  <a:pt x="1702075" y="13838"/>
                </a:lnTo>
                <a:lnTo>
                  <a:pt x="1692301" y="35442"/>
                </a:lnTo>
                <a:lnTo>
                  <a:pt x="1686892" y="33007"/>
                </a:lnTo>
                <a:lnTo>
                  <a:pt x="1687431" y="33228"/>
                </a:lnTo>
                <a:lnTo>
                  <a:pt x="1681468" y="30871"/>
                </a:lnTo>
                <a:lnTo>
                  <a:pt x="1682005" y="31077"/>
                </a:lnTo>
                <a:lnTo>
                  <a:pt x="1675901" y="29005"/>
                </a:lnTo>
                <a:lnTo>
                  <a:pt x="1676471" y="29179"/>
                </a:lnTo>
                <a:lnTo>
                  <a:pt x="1670224" y="27408"/>
                </a:lnTo>
                <a:lnTo>
                  <a:pt x="1670792" y="27566"/>
                </a:lnTo>
                <a:lnTo>
                  <a:pt x="1664434" y="26096"/>
                </a:lnTo>
                <a:lnTo>
                  <a:pt x="1665019" y="26206"/>
                </a:lnTo>
                <a:lnTo>
                  <a:pt x="1658536" y="25051"/>
                </a:lnTo>
                <a:lnTo>
                  <a:pt x="1659137" y="25147"/>
                </a:lnTo>
                <a:lnTo>
                  <a:pt x="1652542" y="24308"/>
                </a:lnTo>
                <a:lnTo>
                  <a:pt x="1653143" y="24371"/>
                </a:lnTo>
                <a:lnTo>
                  <a:pt x="1646469" y="23865"/>
                </a:lnTo>
                <a:lnTo>
                  <a:pt x="1647069" y="23897"/>
                </a:lnTo>
                <a:lnTo>
                  <a:pt x="1640301" y="23723"/>
                </a:lnTo>
                <a:lnTo>
                  <a:pt x="1640601" y="23723"/>
                </a:lnTo>
                <a:lnTo>
                  <a:pt x="1604210" y="23723"/>
                </a:lnTo>
                <a:lnTo>
                  <a:pt x="1604210" y="0"/>
                </a:lnTo>
                <a:moveTo>
                  <a:pt x="1760229" y="64369"/>
                </a:moveTo>
                <a:lnTo>
                  <a:pt x="1763202" y="69018"/>
                </a:lnTo>
                <a:lnTo>
                  <a:pt x="1766664" y="75028"/>
                </a:lnTo>
                <a:lnTo>
                  <a:pt x="1769828" y="81212"/>
                </a:lnTo>
                <a:lnTo>
                  <a:pt x="1772707" y="87553"/>
                </a:lnTo>
                <a:lnTo>
                  <a:pt x="1775268" y="94069"/>
                </a:lnTo>
                <a:lnTo>
                  <a:pt x="1777530" y="100743"/>
                </a:lnTo>
                <a:lnTo>
                  <a:pt x="1779460" y="107544"/>
                </a:lnTo>
                <a:lnTo>
                  <a:pt x="1781056" y="114487"/>
                </a:lnTo>
                <a:lnTo>
                  <a:pt x="1782323" y="121557"/>
                </a:lnTo>
                <a:lnTo>
                  <a:pt x="1783224" y="128721"/>
                </a:lnTo>
                <a:lnTo>
                  <a:pt x="1783777" y="135996"/>
                </a:lnTo>
                <a:lnTo>
                  <a:pt x="1783967" y="143223"/>
                </a:lnTo>
                <a:lnTo>
                  <a:pt x="1783967" y="161348"/>
                </a:lnTo>
                <a:lnTo>
                  <a:pt x="1760244" y="161348"/>
                </a:lnTo>
                <a:lnTo>
                  <a:pt x="1760244" y="143366"/>
                </a:lnTo>
                <a:lnTo>
                  <a:pt x="1760244" y="143666"/>
                </a:lnTo>
                <a:lnTo>
                  <a:pt x="1760070" y="136897"/>
                </a:lnTo>
                <a:lnTo>
                  <a:pt x="1760102" y="137498"/>
                </a:lnTo>
                <a:lnTo>
                  <a:pt x="1759595" y="130824"/>
                </a:lnTo>
                <a:lnTo>
                  <a:pt x="1759659" y="131425"/>
                </a:lnTo>
                <a:lnTo>
                  <a:pt x="1758821" y="124830"/>
                </a:lnTo>
                <a:lnTo>
                  <a:pt x="1758916" y="125431"/>
                </a:lnTo>
                <a:lnTo>
                  <a:pt x="1757761" y="118947"/>
                </a:lnTo>
                <a:lnTo>
                  <a:pt x="1757872" y="119532"/>
                </a:lnTo>
                <a:lnTo>
                  <a:pt x="1756401" y="113174"/>
                </a:lnTo>
                <a:lnTo>
                  <a:pt x="1756559" y="113744"/>
                </a:lnTo>
                <a:lnTo>
                  <a:pt x="1754788" y="107496"/>
                </a:lnTo>
                <a:lnTo>
                  <a:pt x="1754961" y="108066"/>
                </a:lnTo>
                <a:lnTo>
                  <a:pt x="1752890" y="101962"/>
                </a:lnTo>
                <a:lnTo>
                  <a:pt x="1753095" y="102499"/>
                </a:lnTo>
                <a:lnTo>
                  <a:pt x="1750738" y="96537"/>
                </a:lnTo>
                <a:lnTo>
                  <a:pt x="1750961" y="97074"/>
                </a:lnTo>
                <a:lnTo>
                  <a:pt x="1748335" y="91239"/>
                </a:lnTo>
                <a:lnTo>
                  <a:pt x="1748572" y="91760"/>
                </a:lnTo>
                <a:lnTo>
                  <a:pt x="1745678" y="86099"/>
                </a:lnTo>
                <a:lnTo>
                  <a:pt x="1745947" y="86605"/>
                </a:lnTo>
                <a:lnTo>
                  <a:pt x="1742784" y="81085"/>
                </a:lnTo>
                <a:lnTo>
                  <a:pt x="1743084" y="81576"/>
                </a:lnTo>
                <a:lnTo>
                  <a:pt x="1740253" y="77178"/>
                </a:lnTo>
                <a:lnTo>
                  <a:pt x="1760229" y="64369"/>
                </a:lnTo>
                <a:moveTo>
                  <a:pt x="1783967" y="232517"/>
                </a:moveTo>
                <a:lnTo>
                  <a:pt x="1783967" y="327409"/>
                </a:lnTo>
                <a:lnTo>
                  <a:pt x="1760244" y="327409"/>
                </a:lnTo>
                <a:lnTo>
                  <a:pt x="1760244" y="232517"/>
                </a:lnTo>
                <a:lnTo>
                  <a:pt x="1783967" y="232517"/>
                </a:lnTo>
                <a:moveTo>
                  <a:pt x="1783967" y="398577"/>
                </a:moveTo>
                <a:lnTo>
                  <a:pt x="1783967" y="493469"/>
                </a:lnTo>
                <a:lnTo>
                  <a:pt x="1760244" y="493469"/>
                </a:lnTo>
                <a:lnTo>
                  <a:pt x="1760244" y="398577"/>
                </a:lnTo>
                <a:lnTo>
                  <a:pt x="1783967" y="398577"/>
                </a:lnTo>
                <a:moveTo>
                  <a:pt x="1783967" y="564638"/>
                </a:moveTo>
                <a:lnTo>
                  <a:pt x="1783967" y="659530"/>
                </a:lnTo>
                <a:lnTo>
                  <a:pt x="1760244" y="659530"/>
                </a:lnTo>
                <a:lnTo>
                  <a:pt x="1760244" y="564638"/>
                </a:lnTo>
                <a:lnTo>
                  <a:pt x="1783967" y="564638"/>
                </a:lnTo>
                <a:moveTo>
                  <a:pt x="1783967" y="730699"/>
                </a:moveTo>
                <a:lnTo>
                  <a:pt x="1783967" y="825591"/>
                </a:lnTo>
                <a:lnTo>
                  <a:pt x="1760244" y="825591"/>
                </a:lnTo>
                <a:lnTo>
                  <a:pt x="1760244" y="730699"/>
                </a:lnTo>
                <a:lnTo>
                  <a:pt x="1783967" y="730699"/>
                </a:lnTo>
                <a:moveTo>
                  <a:pt x="1783967" y="896760"/>
                </a:moveTo>
                <a:lnTo>
                  <a:pt x="1783967" y="991652"/>
                </a:lnTo>
                <a:lnTo>
                  <a:pt x="1760244" y="991652"/>
                </a:lnTo>
                <a:lnTo>
                  <a:pt x="1760244" y="896760"/>
                </a:lnTo>
                <a:lnTo>
                  <a:pt x="1783967" y="896760"/>
                </a:lnTo>
                <a:moveTo>
                  <a:pt x="1783967" y="1062821"/>
                </a:moveTo>
                <a:lnTo>
                  <a:pt x="1783967" y="1157712"/>
                </a:lnTo>
                <a:lnTo>
                  <a:pt x="1760244" y="1157712"/>
                </a:lnTo>
                <a:lnTo>
                  <a:pt x="1760244" y="1062821"/>
                </a:lnTo>
                <a:lnTo>
                  <a:pt x="1783967" y="1062821"/>
                </a:lnTo>
                <a:moveTo>
                  <a:pt x="1783967" y="1228881"/>
                </a:moveTo>
                <a:lnTo>
                  <a:pt x="1783967" y="1323773"/>
                </a:lnTo>
                <a:lnTo>
                  <a:pt x="1760244" y="1323773"/>
                </a:lnTo>
                <a:lnTo>
                  <a:pt x="1760244" y="1228881"/>
                </a:lnTo>
                <a:lnTo>
                  <a:pt x="1783967" y="1228881"/>
                </a:lnTo>
                <a:moveTo>
                  <a:pt x="1783967" y="1394942"/>
                </a:moveTo>
                <a:lnTo>
                  <a:pt x="1783967" y="1489834"/>
                </a:lnTo>
                <a:lnTo>
                  <a:pt x="1760244" y="1489834"/>
                </a:lnTo>
                <a:lnTo>
                  <a:pt x="1760244" y="1394942"/>
                </a:lnTo>
                <a:lnTo>
                  <a:pt x="1783967" y="1394942"/>
                </a:lnTo>
                <a:moveTo>
                  <a:pt x="1783967" y="1561003"/>
                </a:moveTo>
                <a:lnTo>
                  <a:pt x="1783967" y="1655895"/>
                </a:lnTo>
                <a:lnTo>
                  <a:pt x="1760244" y="1655895"/>
                </a:lnTo>
                <a:lnTo>
                  <a:pt x="1760244" y="1561003"/>
                </a:lnTo>
                <a:lnTo>
                  <a:pt x="1783967" y="1561003"/>
                </a:lnTo>
                <a:moveTo>
                  <a:pt x="1783967" y="1727064"/>
                </a:moveTo>
                <a:lnTo>
                  <a:pt x="1783967" y="1797315"/>
                </a:lnTo>
                <a:lnTo>
                  <a:pt x="1783777" y="1804543"/>
                </a:lnTo>
                <a:lnTo>
                  <a:pt x="1783224" y="1811818"/>
                </a:lnTo>
                <a:lnTo>
                  <a:pt x="1782323" y="1818983"/>
                </a:lnTo>
                <a:lnTo>
                  <a:pt x="1781437" y="1823901"/>
                </a:lnTo>
                <a:lnTo>
                  <a:pt x="1758093" y="1819726"/>
                </a:lnTo>
                <a:lnTo>
                  <a:pt x="1758916" y="1815107"/>
                </a:lnTo>
                <a:lnTo>
                  <a:pt x="1758821" y="1815708"/>
                </a:lnTo>
                <a:lnTo>
                  <a:pt x="1759659" y="1809113"/>
                </a:lnTo>
                <a:lnTo>
                  <a:pt x="1759595" y="1809715"/>
                </a:lnTo>
                <a:lnTo>
                  <a:pt x="1760102" y="1803041"/>
                </a:lnTo>
                <a:lnTo>
                  <a:pt x="1760070" y="1803642"/>
                </a:lnTo>
                <a:lnTo>
                  <a:pt x="1760244" y="1796872"/>
                </a:lnTo>
                <a:lnTo>
                  <a:pt x="1760244" y="1797173"/>
                </a:lnTo>
                <a:lnTo>
                  <a:pt x="1760244" y="1727064"/>
                </a:lnTo>
                <a:lnTo>
                  <a:pt x="1783967" y="1727064"/>
                </a:lnTo>
                <a:moveTo>
                  <a:pt x="1747576" y="1892586"/>
                </a:moveTo>
                <a:lnTo>
                  <a:pt x="1746722" y="1893568"/>
                </a:lnTo>
                <a:lnTo>
                  <a:pt x="1741977" y="1898549"/>
                </a:lnTo>
                <a:lnTo>
                  <a:pt x="1736995" y="1903294"/>
                </a:lnTo>
                <a:lnTo>
                  <a:pt x="1731808" y="1907801"/>
                </a:lnTo>
                <a:lnTo>
                  <a:pt x="1726383" y="1912055"/>
                </a:lnTo>
                <a:lnTo>
                  <a:pt x="1720769" y="1916057"/>
                </a:lnTo>
                <a:lnTo>
                  <a:pt x="1714949" y="1919773"/>
                </a:lnTo>
                <a:lnTo>
                  <a:pt x="1708939" y="1923237"/>
                </a:lnTo>
                <a:lnTo>
                  <a:pt x="1702755" y="1926400"/>
                </a:lnTo>
                <a:lnTo>
                  <a:pt x="1696414" y="1929278"/>
                </a:lnTo>
                <a:lnTo>
                  <a:pt x="1689898" y="1931840"/>
                </a:lnTo>
                <a:lnTo>
                  <a:pt x="1683223" y="1934102"/>
                </a:lnTo>
                <a:lnTo>
                  <a:pt x="1676423" y="1936031"/>
                </a:lnTo>
                <a:lnTo>
                  <a:pt x="1669479" y="1937629"/>
                </a:lnTo>
                <a:lnTo>
                  <a:pt x="1662410" y="1938894"/>
                </a:lnTo>
                <a:lnTo>
                  <a:pt x="1657792" y="1939479"/>
                </a:lnTo>
                <a:lnTo>
                  <a:pt x="1654804" y="1915945"/>
                </a:lnTo>
                <a:lnTo>
                  <a:pt x="1659137" y="1915392"/>
                </a:lnTo>
                <a:lnTo>
                  <a:pt x="1658536" y="1915487"/>
                </a:lnTo>
                <a:lnTo>
                  <a:pt x="1665019" y="1914333"/>
                </a:lnTo>
                <a:lnTo>
                  <a:pt x="1664434" y="1914443"/>
                </a:lnTo>
                <a:lnTo>
                  <a:pt x="1670792" y="1912972"/>
                </a:lnTo>
                <a:lnTo>
                  <a:pt x="1670224" y="1913131"/>
                </a:lnTo>
                <a:lnTo>
                  <a:pt x="1676471" y="1911359"/>
                </a:lnTo>
                <a:lnTo>
                  <a:pt x="1675901" y="1911533"/>
                </a:lnTo>
                <a:lnTo>
                  <a:pt x="1682005" y="1909461"/>
                </a:lnTo>
                <a:lnTo>
                  <a:pt x="1681468" y="1909667"/>
                </a:lnTo>
                <a:lnTo>
                  <a:pt x="1687431" y="1907311"/>
                </a:lnTo>
                <a:lnTo>
                  <a:pt x="1686892" y="1907532"/>
                </a:lnTo>
                <a:lnTo>
                  <a:pt x="1692728" y="1904906"/>
                </a:lnTo>
                <a:lnTo>
                  <a:pt x="1692207" y="1905144"/>
                </a:lnTo>
                <a:lnTo>
                  <a:pt x="1697868" y="1902250"/>
                </a:lnTo>
                <a:lnTo>
                  <a:pt x="1697363" y="1902518"/>
                </a:lnTo>
                <a:lnTo>
                  <a:pt x="1702882" y="1899356"/>
                </a:lnTo>
                <a:lnTo>
                  <a:pt x="1702391" y="1899656"/>
                </a:lnTo>
                <a:lnTo>
                  <a:pt x="1707721" y="1896224"/>
                </a:lnTo>
                <a:lnTo>
                  <a:pt x="1707247" y="1896556"/>
                </a:lnTo>
                <a:lnTo>
                  <a:pt x="1712402" y="1892887"/>
                </a:lnTo>
                <a:lnTo>
                  <a:pt x="1711944" y="1893219"/>
                </a:lnTo>
                <a:lnTo>
                  <a:pt x="1716925" y="1889329"/>
                </a:lnTo>
                <a:lnTo>
                  <a:pt x="1716484" y="1889677"/>
                </a:lnTo>
                <a:lnTo>
                  <a:pt x="1721259" y="1885548"/>
                </a:lnTo>
                <a:lnTo>
                  <a:pt x="1720832" y="1885928"/>
                </a:lnTo>
                <a:lnTo>
                  <a:pt x="1725403" y="1881579"/>
                </a:lnTo>
                <a:lnTo>
                  <a:pt x="1725007" y="1881975"/>
                </a:lnTo>
                <a:lnTo>
                  <a:pt x="1729357" y="1877404"/>
                </a:lnTo>
                <a:lnTo>
                  <a:pt x="1728977" y="1877831"/>
                </a:lnTo>
                <a:lnTo>
                  <a:pt x="1729642" y="1877056"/>
                </a:lnTo>
                <a:lnTo>
                  <a:pt x="1747576" y="1892586"/>
                </a:lnTo>
                <a:moveTo>
                  <a:pt x="1585168" y="1940539"/>
                </a:moveTo>
                <a:lnTo>
                  <a:pt x="1490276" y="1940539"/>
                </a:lnTo>
                <a:lnTo>
                  <a:pt x="1490276" y="1916816"/>
                </a:lnTo>
                <a:lnTo>
                  <a:pt x="1585168" y="1916816"/>
                </a:lnTo>
                <a:lnTo>
                  <a:pt x="1585168" y="1940539"/>
                </a:lnTo>
                <a:moveTo>
                  <a:pt x="1419108" y="1940539"/>
                </a:moveTo>
                <a:lnTo>
                  <a:pt x="1324216" y="1940539"/>
                </a:lnTo>
                <a:lnTo>
                  <a:pt x="1324216" y="1916816"/>
                </a:lnTo>
                <a:lnTo>
                  <a:pt x="1419108" y="1916816"/>
                </a:lnTo>
                <a:lnTo>
                  <a:pt x="1419108" y="1940539"/>
                </a:lnTo>
                <a:moveTo>
                  <a:pt x="1253047" y="1940539"/>
                </a:moveTo>
                <a:lnTo>
                  <a:pt x="1158155" y="1940539"/>
                </a:lnTo>
                <a:lnTo>
                  <a:pt x="1158155" y="1916816"/>
                </a:lnTo>
                <a:lnTo>
                  <a:pt x="1253047" y="1916816"/>
                </a:lnTo>
                <a:lnTo>
                  <a:pt x="1253047" y="1940539"/>
                </a:lnTo>
                <a:moveTo>
                  <a:pt x="1086986" y="1940539"/>
                </a:moveTo>
                <a:lnTo>
                  <a:pt x="992094" y="1940539"/>
                </a:lnTo>
                <a:lnTo>
                  <a:pt x="992094" y="1916816"/>
                </a:lnTo>
                <a:lnTo>
                  <a:pt x="1086986" y="1916816"/>
                </a:lnTo>
                <a:lnTo>
                  <a:pt x="1086986" y="1940539"/>
                </a:lnTo>
                <a:moveTo>
                  <a:pt x="920925" y="1940539"/>
                </a:moveTo>
                <a:lnTo>
                  <a:pt x="826033" y="1940539"/>
                </a:lnTo>
                <a:lnTo>
                  <a:pt x="826033" y="1916816"/>
                </a:lnTo>
                <a:lnTo>
                  <a:pt x="920925" y="1916816"/>
                </a:lnTo>
                <a:lnTo>
                  <a:pt x="920925" y="1940539"/>
                </a:lnTo>
                <a:moveTo>
                  <a:pt x="754864" y="1940539"/>
                </a:moveTo>
                <a:lnTo>
                  <a:pt x="659973" y="1940539"/>
                </a:lnTo>
                <a:lnTo>
                  <a:pt x="659973" y="1916816"/>
                </a:lnTo>
                <a:lnTo>
                  <a:pt x="754864" y="1916816"/>
                </a:lnTo>
                <a:lnTo>
                  <a:pt x="754864" y="1940539"/>
                </a:lnTo>
                <a:moveTo>
                  <a:pt x="588804" y="1940539"/>
                </a:moveTo>
                <a:lnTo>
                  <a:pt x="493912" y="1940539"/>
                </a:lnTo>
                <a:lnTo>
                  <a:pt x="493912" y="1916816"/>
                </a:lnTo>
                <a:lnTo>
                  <a:pt x="588804" y="1916816"/>
                </a:lnTo>
                <a:lnTo>
                  <a:pt x="588804" y="1940539"/>
                </a:lnTo>
                <a:moveTo>
                  <a:pt x="422743" y="1940539"/>
                </a:moveTo>
                <a:lnTo>
                  <a:pt x="327851" y="1940539"/>
                </a:lnTo>
                <a:lnTo>
                  <a:pt x="327851" y="1916816"/>
                </a:lnTo>
                <a:lnTo>
                  <a:pt x="422743" y="1916816"/>
                </a:lnTo>
                <a:lnTo>
                  <a:pt x="422743" y="1940539"/>
                </a:lnTo>
                <a:moveTo>
                  <a:pt x="256683" y="1940539"/>
                </a:moveTo>
                <a:lnTo>
                  <a:pt x="161791" y="1940539"/>
                </a:lnTo>
                <a:lnTo>
                  <a:pt x="161791" y="1916816"/>
                </a:lnTo>
                <a:lnTo>
                  <a:pt x="256683" y="1916816"/>
                </a:lnTo>
                <a:lnTo>
                  <a:pt x="256683" y="1940539"/>
                </a:lnTo>
                <a:moveTo>
                  <a:pt x="87126" y="1929072"/>
                </a:moveTo>
                <a:lnTo>
                  <a:pt x="81211" y="1926400"/>
                </a:lnTo>
                <a:lnTo>
                  <a:pt x="75028" y="1923237"/>
                </a:lnTo>
                <a:lnTo>
                  <a:pt x="69018" y="1919773"/>
                </a:lnTo>
                <a:lnTo>
                  <a:pt x="63198" y="1916057"/>
                </a:lnTo>
                <a:lnTo>
                  <a:pt x="57584" y="1912055"/>
                </a:lnTo>
                <a:lnTo>
                  <a:pt x="52158" y="1907801"/>
                </a:lnTo>
                <a:lnTo>
                  <a:pt x="46972" y="1903294"/>
                </a:lnTo>
                <a:lnTo>
                  <a:pt x="41989" y="1898549"/>
                </a:lnTo>
                <a:lnTo>
                  <a:pt x="37245" y="1893568"/>
                </a:lnTo>
                <a:lnTo>
                  <a:pt x="32738" y="1888380"/>
                </a:lnTo>
                <a:lnTo>
                  <a:pt x="28483" y="1882955"/>
                </a:lnTo>
                <a:lnTo>
                  <a:pt x="24482" y="1877341"/>
                </a:lnTo>
                <a:lnTo>
                  <a:pt x="20765" y="1871521"/>
                </a:lnTo>
                <a:lnTo>
                  <a:pt x="17302" y="1865511"/>
                </a:lnTo>
                <a:lnTo>
                  <a:pt x="14139" y="1859327"/>
                </a:lnTo>
                <a:lnTo>
                  <a:pt x="14012" y="1859042"/>
                </a:lnTo>
                <a:lnTo>
                  <a:pt x="35632" y="1849268"/>
                </a:lnTo>
                <a:lnTo>
                  <a:pt x="35521" y="1849031"/>
                </a:lnTo>
                <a:lnTo>
                  <a:pt x="35632" y="1849300"/>
                </a:lnTo>
                <a:lnTo>
                  <a:pt x="35379" y="1848778"/>
                </a:lnTo>
                <a:lnTo>
                  <a:pt x="38288" y="1854440"/>
                </a:lnTo>
                <a:lnTo>
                  <a:pt x="38020" y="1853934"/>
                </a:lnTo>
                <a:lnTo>
                  <a:pt x="41183" y="1859453"/>
                </a:lnTo>
                <a:lnTo>
                  <a:pt x="40882" y="1858963"/>
                </a:lnTo>
                <a:lnTo>
                  <a:pt x="44298" y="1864293"/>
                </a:lnTo>
                <a:lnTo>
                  <a:pt x="43982" y="1863818"/>
                </a:lnTo>
                <a:lnTo>
                  <a:pt x="47652" y="1868974"/>
                </a:lnTo>
                <a:lnTo>
                  <a:pt x="47319" y="1868516"/>
                </a:lnTo>
                <a:lnTo>
                  <a:pt x="51210" y="1873498"/>
                </a:lnTo>
                <a:lnTo>
                  <a:pt x="50862" y="1873055"/>
                </a:lnTo>
                <a:lnTo>
                  <a:pt x="54990" y="1877831"/>
                </a:lnTo>
                <a:lnTo>
                  <a:pt x="54610" y="1877404"/>
                </a:lnTo>
                <a:lnTo>
                  <a:pt x="58959" y="1881975"/>
                </a:lnTo>
                <a:lnTo>
                  <a:pt x="58564" y="1881579"/>
                </a:lnTo>
                <a:lnTo>
                  <a:pt x="63135" y="1885928"/>
                </a:lnTo>
                <a:lnTo>
                  <a:pt x="62708" y="1885548"/>
                </a:lnTo>
                <a:lnTo>
                  <a:pt x="67484" y="1889677"/>
                </a:lnTo>
                <a:lnTo>
                  <a:pt x="67041" y="1889329"/>
                </a:lnTo>
                <a:lnTo>
                  <a:pt x="72022" y="1893219"/>
                </a:lnTo>
                <a:lnTo>
                  <a:pt x="71564" y="1892887"/>
                </a:lnTo>
                <a:lnTo>
                  <a:pt x="76720" y="1896556"/>
                </a:lnTo>
                <a:lnTo>
                  <a:pt x="76245" y="1896224"/>
                </a:lnTo>
                <a:lnTo>
                  <a:pt x="81575" y="1899656"/>
                </a:lnTo>
                <a:lnTo>
                  <a:pt x="81085" y="1899356"/>
                </a:lnTo>
                <a:lnTo>
                  <a:pt x="86605" y="1902518"/>
                </a:lnTo>
                <a:lnTo>
                  <a:pt x="86098" y="1902250"/>
                </a:lnTo>
                <a:lnTo>
                  <a:pt x="91761" y="1905144"/>
                </a:lnTo>
                <a:lnTo>
                  <a:pt x="91239" y="1904906"/>
                </a:lnTo>
                <a:lnTo>
                  <a:pt x="96900" y="1907453"/>
                </a:lnTo>
                <a:lnTo>
                  <a:pt x="87126" y="1929072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-48 Instruction">
            <a:extLst xmlns:a="http://schemas.openxmlformats.org/drawingml/2006/main">
              <a:ext uri="{FF2B5EF4-FFF2-40B4-BE49-F238E27FC236}">
                <a16:creationId xmlns:a16="http://schemas.microsoft.com/office/drawing/2014/main" id="{F934EFBC-99E8-4323-9FE9-0019367A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5716" y="4544478"/>
            <a:ext cx="1142795" cy="354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</p:txBody>
      </p:sp>
      <p:sp>
        <p:nvSpPr>
          <p:cNvPr id="53" name="text-49 Where">
            <a:extLst xmlns:a="http://schemas.openxmlformats.org/drawingml/2006/main">
              <a:ext uri="{FF2B5EF4-FFF2-40B4-BE49-F238E27FC236}">
                <a16:creationId xmlns:a16="http://schemas.microsoft.com/office/drawing/2014/main" id="{D0FEA7A8-60B0-4C41-BC10-5F244C0E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2784456"/>
            <a:ext cx="719765" cy="35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Where</a:t>
            </a:r>
          </a:p>
        </p:txBody>
      </p:sp>
      <p:sp>
        <p:nvSpPr>
          <p:cNvPr id="54" name="text-49 is">
            <a:extLst xmlns:a="http://schemas.openxmlformats.org/drawingml/2006/main">
              <a:ext uri="{FF2B5EF4-FFF2-40B4-BE49-F238E27FC236}">
                <a16:creationId xmlns:a16="http://schemas.microsoft.com/office/drawing/2014/main" id="{F418A390-A550-4471-B248-CFC29B33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6418" y="2784712"/>
            <a:ext cx="214067" cy="354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55" name="text-49 the">
            <a:extLst xmlns:a="http://schemas.openxmlformats.org/drawingml/2006/main">
              <a:ext uri="{FF2B5EF4-FFF2-40B4-BE49-F238E27FC236}">
                <a16:creationId xmlns:a16="http://schemas.microsoft.com/office/drawing/2014/main" id="{B0908489-AC55-416D-A0CE-6DE4E3B1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8903" y="2784681"/>
            <a:ext cx="354390" cy="354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56" name="text-50 basketball">
            <a:extLst xmlns:a="http://schemas.openxmlformats.org/drawingml/2006/main">
              <a:ext uri="{FF2B5EF4-FFF2-40B4-BE49-F238E27FC236}">
                <a16:creationId xmlns:a16="http://schemas.microsoft.com/office/drawing/2014/main" id="{648E6BF5-4257-49D7-9E10-42744C97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3088025"/>
            <a:ext cx="1071703" cy="354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basketball</a:t>
            </a:r>
          </a:p>
        </p:txBody>
      </p:sp>
      <p:sp>
        <p:nvSpPr>
          <p:cNvPr id="57" name="text-51 player">
            <a:extLst xmlns:a="http://schemas.openxmlformats.org/drawingml/2006/main">
              <a:ext uri="{FF2B5EF4-FFF2-40B4-BE49-F238E27FC236}">
                <a16:creationId xmlns:a16="http://schemas.microsoft.com/office/drawing/2014/main" id="{4ED063FB-1320-446A-BE9F-690D9BC6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3391817"/>
            <a:ext cx="677562" cy="354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58" name="text-51 on">
            <a:extLst xmlns:a="http://schemas.openxmlformats.org/drawingml/2006/main">
              <a:ext uri="{FF2B5EF4-FFF2-40B4-BE49-F238E27FC236}">
                <a16:creationId xmlns:a16="http://schemas.microsoft.com/office/drawing/2014/main" id="{24226207-F553-4B3C-9CC8-F486A7C4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4507" y="3392141"/>
            <a:ext cx="298150" cy="3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59" name="text-51 the">
            <a:extLst xmlns:a="http://schemas.openxmlformats.org/drawingml/2006/main">
              <a:ext uri="{FF2B5EF4-FFF2-40B4-BE49-F238E27FC236}">
                <a16:creationId xmlns:a16="http://schemas.microsoft.com/office/drawing/2014/main" id="{7CA38141-4D51-4C57-9B86-70189C23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0813" y="3391989"/>
            <a:ext cx="354390" cy="354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60" name="text-52 court">
            <a:extLst xmlns:a="http://schemas.openxmlformats.org/drawingml/2006/main">
              <a:ext uri="{FF2B5EF4-FFF2-40B4-BE49-F238E27FC236}">
                <a16:creationId xmlns:a16="http://schemas.microsoft.com/office/drawing/2014/main" id="{B0039E59-A482-441E-BCBB-79AD316F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3695361"/>
            <a:ext cx="565608" cy="354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court</a:t>
            </a:r>
          </a:p>
        </p:txBody>
      </p:sp>
      <p:sp>
        <p:nvSpPr>
          <p:cNvPr id="61" name="text-52 at">
            <a:extLst xmlns:a="http://schemas.openxmlformats.org/drawingml/2006/main">
              <a:ext uri="{FF2B5EF4-FFF2-40B4-BE49-F238E27FC236}">
                <a16:creationId xmlns:a16="http://schemas.microsoft.com/office/drawing/2014/main" id="{923C2E4E-1FA0-458E-9B7F-267BB675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2218" y="3695701"/>
            <a:ext cx="227889" cy="35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62" name="text-52 frames">
            <a:extLst xmlns:a="http://schemas.openxmlformats.org/drawingml/2006/main">
              <a:ext uri="{FF2B5EF4-FFF2-40B4-BE49-F238E27FC236}">
                <a16:creationId xmlns:a16="http://schemas.microsoft.com/office/drawing/2014/main" id="{66D59D27-3AAD-4270-B0D5-68736576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8146" y="3695224"/>
            <a:ext cx="734472" cy="354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frames</a:t>
            </a:r>
          </a:p>
        </p:txBody>
      </p:sp>
      <p:sp>
        <p:nvSpPr>
          <p:cNvPr id="63" name="text-53 t">
            <a:extLst xmlns:a="http://schemas.openxmlformats.org/drawingml/2006/main">
              <a:ext uri="{FF2B5EF4-FFF2-40B4-BE49-F238E27FC236}">
                <a16:creationId xmlns:a16="http://schemas.microsoft.com/office/drawing/2014/main" id="{F5064565-32D8-4808-9C7B-BB6D1C7F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3999701"/>
            <a:ext cx="115539" cy="35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4" name="text-54 1">
            <a:extLst xmlns:a="http://schemas.openxmlformats.org/drawingml/2006/main">
              <a:ext uri="{FF2B5EF4-FFF2-40B4-BE49-F238E27FC236}">
                <a16:creationId xmlns:a16="http://schemas.microsoft.com/office/drawing/2014/main" id="{6AFF933A-A6E6-470B-AE3B-738738DD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9011" y="4137458"/>
            <a:ext cx="112403" cy="23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5" name="text-55 ,">
            <a:extLst xmlns:a="http://schemas.openxmlformats.org/drawingml/2006/main">
              <a:ext uri="{FF2B5EF4-FFF2-40B4-BE49-F238E27FC236}">
                <a16:creationId xmlns:a16="http://schemas.microsoft.com/office/drawing/2014/main" id="{199E4764-7976-437E-8D87-5234CCD2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2371" y="3999940"/>
            <a:ext cx="108475" cy="35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6" name="text-56 t">
            <a:extLst xmlns:a="http://schemas.openxmlformats.org/drawingml/2006/main">
              <a:ext uri="{FF2B5EF4-FFF2-40B4-BE49-F238E27FC236}">
                <a16:creationId xmlns:a16="http://schemas.microsoft.com/office/drawing/2014/main" id="{1546DAED-7DEF-4D75-AE3F-38C7949A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8894" y="3999701"/>
            <a:ext cx="115539" cy="35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7" name="text-57 2">
            <a:extLst xmlns:a="http://schemas.openxmlformats.org/drawingml/2006/main">
              <a:ext uri="{FF2B5EF4-FFF2-40B4-BE49-F238E27FC236}">
                <a16:creationId xmlns:a16="http://schemas.microsoft.com/office/drawing/2014/main" id="{E8710E19-0321-44F5-946E-CD1B986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271" y="4137458"/>
            <a:ext cx="112403" cy="23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8" name="text-58 ,">
            <a:extLst xmlns:a="http://schemas.openxmlformats.org/drawingml/2006/main">
              <a:ext uri="{FF2B5EF4-FFF2-40B4-BE49-F238E27FC236}">
                <a16:creationId xmlns:a16="http://schemas.microsoft.com/office/drawing/2014/main" id="{C9F13512-893C-4446-A062-74AAF747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2631" y="3999940"/>
            <a:ext cx="108475" cy="35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9" name="text-60 t">
            <a:extLst xmlns:a="http://schemas.openxmlformats.org/drawingml/2006/main">
              <a:ext uri="{FF2B5EF4-FFF2-40B4-BE49-F238E27FC236}">
                <a16:creationId xmlns:a16="http://schemas.microsoft.com/office/drawing/2014/main" id="{D25177A0-D6DD-456B-86CC-33C89827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9153" y="3999701"/>
            <a:ext cx="115539" cy="35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0" name="text-61 3">
            <a:extLst xmlns:a="http://schemas.openxmlformats.org/drawingml/2006/main">
              <a:ext uri="{FF2B5EF4-FFF2-40B4-BE49-F238E27FC236}">
                <a16:creationId xmlns:a16="http://schemas.microsoft.com/office/drawing/2014/main" id="{1A7B7AA0-9508-4973-B950-548ACCB1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9531" y="4137458"/>
            <a:ext cx="112403" cy="23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1" name="text-62 ?">
            <a:extLst xmlns:a="http://schemas.openxmlformats.org/drawingml/2006/main">
              <a:ext uri="{FF2B5EF4-FFF2-40B4-BE49-F238E27FC236}">
                <a16:creationId xmlns:a16="http://schemas.microsoft.com/office/drawing/2014/main" id="{32018EDD-77F6-445A-A938-CF9BAF05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1771" y="3999874"/>
            <a:ext cx="157386" cy="353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72" name="path-64">
            <a:extLst xmlns:a="http://schemas.openxmlformats.org/drawingml/2006/main">
              <a:ext uri="{FF2B5EF4-FFF2-40B4-BE49-F238E27FC236}">
                <a16:creationId xmlns:a16="http://schemas.microsoft.com/office/drawing/2014/main" id="{5FF0E7DB-0E4C-4AA4-AEF1-3E6129D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6" y="2297454"/>
            <a:ext cx="158153" cy="292883"/>
          </a:xfrm>
          <a:custGeom xmlns:a="http://schemas.openxmlformats.org/drawingml/2006/main">
            <a:pathLst>
              <a:path w="158153" h="292883">
                <a:moveTo>
                  <a:pt x="0" y="157283"/>
                </a:moveTo>
                <a:lnTo>
                  <a:pt x="79931" y="79077"/>
                </a:lnTo>
                <a:lnTo>
                  <a:pt x="158153" y="158991"/>
                </a:lnTo>
                <a:lnTo>
                  <a:pt x="80785" y="0"/>
                </a:lnTo>
                <a:lnTo>
                  <a:pt x="0" y="157283"/>
                </a:lnTo>
                <a:moveTo>
                  <a:pt x="87506" y="292883"/>
                </a:moveTo>
                <a:lnTo>
                  <a:pt x="90021" y="59418"/>
                </a:lnTo>
                <a:lnTo>
                  <a:pt x="70268" y="59196"/>
                </a:lnTo>
                <a:lnTo>
                  <a:pt x="67737" y="292678"/>
                </a:lnTo>
                <a:lnTo>
                  <a:pt x="87506" y="292883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65">
            <a:extLst xmlns:a="http://schemas.openxmlformats.org/drawingml/2006/main">
              <a:ext uri="{FF2B5EF4-FFF2-40B4-BE49-F238E27FC236}">
                <a16:creationId xmlns:a16="http://schemas.microsoft.com/office/drawing/2014/main" id="{D7DAE3B1-45A3-45C4-ACE8-F0A0FE1F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875" y="2308319"/>
            <a:ext cx="158153" cy="292884"/>
          </a:xfrm>
          <a:custGeom xmlns:a="http://schemas.openxmlformats.org/drawingml/2006/main">
            <a:pathLst>
              <a:path w="158153" h="292884">
                <a:moveTo>
                  <a:pt x="0" y="157283"/>
                </a:moveTo>
                <a:lnTo>
                  <a:pt x="79931" y="79077"/>
                </a:lnTo>
                <a:lnTo>
                  <a:pt x="158153" y="158991"/>
                </a:lnTo>
                <a:lnTo>
                  <a:pt x="80785" y="0"/>
                </a:lnTo>
                <a:lnTo>
                  <a:pt x="0" y="157283"/>
                </a:lnTo>
                <a:moveTo>
                  <a:pt x="87506" y="292884"/>
                </a:moveTo>
                <a:lnTo>
                  <a:pt x="90021" y="59403"/>
                </a:lnTo>
                <a:lnTo>
                  <a:pt x="70267" y="59197"/>
                </a:lnTo>
                <a:lnTo>
                  <a:pt x="67737" y="292678"/>
                </a:lnTo>
                <a:lnTo>
                  <a:pt x="87506" y="292884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66">
            <a:extLst xmlns:a="http://schemas.openxmlformats.org/drawingml/2006/main">
              <a:ext uri="{FF2B5EF4-FFF2-40B4-BE49-F238E27FC236}">
                <a16:creationId xmlns:a16="http://schemas.microsoft.com/office/drawing/2014/main" id="{ECEBF872-1E64-4598-90C7-EA79A03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562" y="2321762"/>
            <a:ext cx="158153" cy="292900"/>
          </a:xfrm>
          <a:custGeom xmlns:a="http://schemas.openxmlformats.org/drawingml/2006/main">
            <a:pathLst>
              <a:path w="158153" h="292900">
                <a:moveTo>
                  <a:pt x="0" y="157300"/>
                </a:moveTo>
                <a:lnTo>
                  <a:pt x="79931" y="79077"/>
                </a:lnTo>
                <a:lnTo>
                  <a:pt x="158153" y="159008"/>
                </a:lnTo>
                <a:lnTo>
                  <a:pt x="80785" y="0"/>
                </a:lnTo>
                <a:lnTo>
                  <a:pt x="0" y="157300"/>
                </a:lnTo>
                <a:moveTo>
                  <a:pt x="87506" y="292900"/>
                </a:moveTo>
                <a:lnTo>
                  <a:pt x="90021" y="59418"/>
                </a:lnTo>
                <a:lnTo>
                  <a:pt x="70267" y="59197"/>
                </a:lnTo>
                <a:lnTo>
                  <a:pt x="67737" y="292679"/>
                </a:lnTo>
                <a:lnTo>
                  <a:pt x="87506" y="292900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67">
            <a:extLst xmlns:a="http://schemas.openxmlformats.org/drawingml/2006/main">
              <a:ext uri="{FF2B5EF4-FFF2-40B4-BE49-F238E27FC236}">
                <a16:creationId xmlns:a16="http://schemas.microsoft.com/office/drawing/2014/main" id="{81A909EF-3A8B-46C8-93D1-3DB2E534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66" y="1826000"/>
            <a:ext cx="4949560" cy="455481"/>
          </a:xfrm>
          <a:custGeom xmlns:a="http://schemas.openxmlformats.org/drawingml/2006/main">
            <a:pathLst>
              <a:path w="4949560" h="455481">
                <a:moveTo>
                  <a:pt x="0" y="0"/>
                </a:moveTo>
                <a:lnTo>
                  <a:pt x="0" y="455481"/>
                </a:lnTo>
                <a:lnTo>
                  <a:pt x="4949560" y="455481"/>
                </a:lnTo>
                <a:lnTo>
                  <a:pt x="4949560" y="0"/>
                </a:lnTo>
                <a:close/>
              </a:path>
            </a:pathLst>
          </a:custGeom>
          <a:solidFill xmlns:a="http://schemas.openxmlformats.org/drawingml/2006/main">
            <a:srgbClr val="D4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68">
            <a:extLst xmlns:a="http://schemas.openxmlformats.org/drawingml/2006/main">
              <a:ext uri="{FF2B5EF4-FFF2-40B4-BE49-F238E27FC236}">
                <a16:creationId xmlns:a16="http://schemas.microsoft.com/office/drawing/2014/main" id="{A073F57F-740B-462F-88DB-1E9C82D5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22" y="1872022"/>
            <a:ext cx="1525387" cy="372451"/>
          </a:xfrm>
          <a:custGeom xmlns:a="http://schemas.openxmlformats.org/drawingml/2006/main">
            <a:pathLst>
              <a:path w="1525387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5" y="47778"/>
                </a:lnTo>
                <a:lnTo>
                  <a:pt x="27107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9" y="55654"/>
                </a:lnTo>
                <a:lnTo>
                  <a:pt x="24530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2" y="0"/>
                </a:lnTo>
                <a:lnTo>
                  <a:pt x="339302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1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1" y="23723"/>
                </a:lnTo>
                <a:lnTo>
                  <a:pt x="410471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69605" y="0"/>
                </a:lnTo>
                <a:lnTo>
                  <a:pt x="116960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40774" y="0"/>
                </a:moveTo>
                <a:lnTo>
                  <a:pt x="1335666" y="0"/>
                </a:lnTo>
                <a:lnTo>
                  <a:pt x="1335666" y="23723"/>
                </a:lnTo>
                <a:lnTo>
                  <a:pt x="1240774" y="23723"/>
                </a:lnTo>
                <a:lnTo>
                  <a:pt x="1240774" y="0"/>
                </a:lnTo>
                <a:moveTo>
                  <a:pt x="1406835" y="0"/>
                </a:moveTo>
                <a:lnTo>
                  <a:pt x="1455704" y="0"/>
                </a:lnTo>
                <a:lnTo>
                  <a:pt x="1462536" y="348"/>
                </a:lnTo>
                <a:lnTo>
                  <a:pt x="1469495" y="1408"/>
                </a:lnTo>
                <a:lnTo>
                  <a:pt x="1476217" y="3131"/>
                </a:lnTo>
                <a:lnTo>
                  <a:pt x="1482654" y="5488"/>
                </a:lnTo>
                <a:lnTo>
                  <a:pt x="1488774" y="8445"/>
                </a:lnTo>
                <a:lnTo>
                  <a:pt x="1494547" y="11941"/>
                </a:lnTo>
                <a:lnTo>
                  <a:pt x="1499924" y="15973"/>
                </a:lnTo>
                <a:lnTo>
                  <a:pt x="1504906" y="20481"/>
                </a:lnTo>
                <a:lnTo>
                  <a:pt x="1505744" y="21414"/>
                </a:lnTo>
                <a:lnTo>
                  <a:pt x="1488189" y="37372"/>
                </a:lnTo>
                <a:lnTo>
                  <a:pt x="1487730" y="36865"/>
                </a:lnTo>
                <a:lnTo>
                  <a:pt x="1488521" y="37656"/>
                </a:lnTo>
                <a:lnTo>
                  <a:pt x="1484393" y="33908"/>
                </a:lnTo>
                <a:lnTo>
                  <a:pt x="1485263" y="34635"/>
                </a:lnTo>
                <a:lnTo>
                  <a:pt x="1480803" y="31283"/>
                </a:lnTo>
                <a:lnTo>
                  <a:pt x="1481736" y="31931"/>
                </a:lnTo>
                <a:lnTo>
                  <a:pt x="1476945" y="29021"/>
                </a:lnTo>
                <a:lnTo>
                  <a:pt x="1477956" y="29559"/>
                </a:lnTo>
                <a:lnTo>
                  <a:pt x="1472880" y="27107"/>
                </a:lnTo>
                <a:lnTo>
                  <a:pt x="1473955" y="27566"/>
                </a:lnTo>
                <a:lnTo>
                  <a:pt x="1468610" y="25621"/>
                </a:lnTo>
                <a:lnTo>
                  <a:pt x="1469732" y="25969"/>
                </a:lnTo>
                <a:lnTo>
                  <a:pt x="1464165" y="24530"/>
                </a:lnTo>
                <a:lnTo>
                  <a:pt x="1465320" y="24767"/>
                </a:lnTo>
                <a:lnTo>
                  <a:pt x="1459563" y="23881"/>
                </a:lnTo>
                <a:lnTo>
                  <a:pt x="1460749" y="24008"/>
                </a:lnTo>
                <a:lnTo>
                  <a:pt x="1454803" y="23707"/>
                </a:lnTo>
                <a:lnTo>
                  <a:pt x="1455404" y="23723"/>
                </a:lnTo>
                <a:lnTo>
                  <a:pt x="1406835" y="23723"/>
                </a:lnTo>
                <a:lnTo>
                  <a:pt x="1406835" y="0"/>
                </a:lnTo>
                <a:moveTo>
                  <a:pt x="1525387" y="96205"/>
                </a:moveTo>
                <a:lnTo>
                  <a:pt x="1525387" y="191096"/>
                </a:lnTo>
                <a:lnTo>
                  <a:pt x="1501664" y="191096"/>
                </a:lnTo>
                <a:lnTo>
                  <a:pt x="1501664" y="96205"/>
                </a:lnTo>
                <a:lnTo>
                  <a:pt x="1525387" y="96205"/>
                </a:lnTo>
                <a:moveTo>
                  <a:pt x="1525387" y="262265"/>
                </a:moveTo>
                <a:lnTo>
                  <a:pt x="1525387" y="302768"/>
                </a:lnTo>
                <a:lnTo>
                  <a:pt x="1525039" y="309601"/>
                </a:lnTo>
                <a:lnTo>
                  <a:pt x="1523979" y="316559"/>
                </a:lnTo>
                <a:lnTo>
                  <a:pt x="1522255" y="323281"/>
                </a:lnTo>
                <a:lnTo>
                  <a:pt x="1519899" y="329717"/>
                </a:lnTo>
                <a:lnTo>
                  <a:pt x="1516941" y="335838"/>
                </a:lnTo>
                <a:lnTo>
                  <a:pt x="1513446" y="341611"/>
                </a:lnTo>
                <a:lnTo>
                  <a:pt x="1509413" y="346988"/>
                </a:lnTo>
                <a:lnTo>
                  <a:pt x="1504906" y="351970"/>
                </a:lnTo>
                <a:lnTo>
                  <a:pt x="1499924" y="356477"/>
                </a:lnTo>
                <a:lnTo>
                  <a:pt x="1496698" y="358897"/>
                </a:lnTo>
                <a:lnTo>
                  <a:pt x="1482496" y="339903"/>
                </a:lnTo>
                <a:lnTo>
                  <a:pt x="1485263" y="337815"/>
                </a:lnTo>
                <a:lnTo>
                  <a:pt x="1484393" y="338542"/>
                </a:lnTo>
                <a:lnTo>
                  <a:pt x="1488521" y="334794"/>
                </a:lnTo>
                <a:lnTo>
                  <a:pt x="1487730" y="335585"/>
                </a:lnTo>
                <a:lnTo>
                  <a:pt x="1491479" y="331457"/>
                </a:lnTo>
                <a:lnTo>
                  <a:pt x="1490751" y="332327"/>
                </a:lnTo>
                <a:lnTo>
                  <a:pt x="1494104" y="327867"/>
                </a:lnTo>
                <a:lnTo>
                  <a:pt x="1493455" y="328800"/>
                </a:lnTo>
                <a:lnTo>
                  <a:pt x="1496366" y="324008"/>
                </a:lnTo>
                <a:lnTo>
                  <a:pt x="1495828" y="325021"/>
                </a:lnTo>
                <a:lnTo>
                  <a:pt x="1498279" y="319944"/>
                </a:lnTo>
                <a:lnTo>
                  <a:pt x="1497821" y="321019"/>
                </a:lnTo>
                <a:lnTo>
                  <a:pt x="1499766" y="315673"/>
                </a:lnTo>
                <a:lnTo>
                  <a:pt x="1499418" y="316796"/>
                </a:lnTo>
                <a:lnTo>
                  <a:pt x="1500857" y="311230"/>
                </a:lnTo>
                <a:lnTo>
                  <a:pt x="1500620" y="312384"/>
                </a:lnTo>
                <a:lnTo>
                  <a:pt x="1501505" y="306628"/>
                </a:lnTo>
                <a:lnTo>
                  <a:pt x="1501379" y="307813"/>
                </a:lnTo>
                <a:lnTo>
                  <a:pt x="1501679" y="301867"/>
                </a:lnTo>
                <a:lnTo>
                  <a:pt x="1501664" y="302468"/>
                </a:lnTo>
                <a:lnTo>
                  <a:pt x="1501664" y="262265"/>
                </a:lnTo>
                <a:lnTo>
                  <a:pt x="1525387" y="262265"/>
                </a:lnTo>
                <a:moveTo>
                  <a:pt x="1420816" y="372451"/>
                </a:moveTo>
                <a:lnTo>
                  <a:pt x="1325924" y="372451"/>
                </a:lnTo>
                <a:lnTo>
                  <a:pt x="1325924" y="348728"/>
                </a:lnTo>
                <a:lnTo>
                  <a:pt x="1420816" y="348728"/>
                </a:lnTo>
                <a:lnTo>
                  <a:pt x="1420816" y="372451"/>
                </a:lnTo>
                <a:moveTo>
                  <a:pt x="1254755" y="372451"/>
                </a:moveTo>
                <a:lnTo>
                  <a:pt x="1159863" y="372451"/>
                </a:lnTo>
                <a:lnTo>
                  <a:pt x="1159863" y="348728"/>
                </a:lnTo>
                <a:lnTo>
                  <a:pt x="1254755" y="348728"/>
                </a:lnTo>
                <a:lnTo>
                  <a:pt x="1254755" y="372451"/>
                </a:lnTo>
                <a:moveTo>
                  <a:pt x="1088694" y="372451"/>
                </a:moveTo>
                <a:lnTo>
                  <a:pt x="993802" y="372451"/>
                </a:lnTo>
                <a:lnTo>
                  <a:pt x="993802" y="348728"/>
                </a:lnTo>
                <a:lnTo>
                  <a:pt x="1088694" y="348728"/>
                </a:lnTo>
                <a:lnTo>
                  <a:pt x="1088694" y="372451"/>
                </a:lnTo>
                <a:moveTo>
                  <a:pt x="922634" y="372451"/>
                </a:moveTo>
                <a:lnTo>
                  <a:pt x="827742" y="372451"/>
                </a:lnTo>
                <a:lnTo>
                  <a:pt x="827742" y="348728"/>
                </a:lnTo>
                <a:lnTo>
                  <a:pt x="922634" y="348728"/>
                </a:lnTo>
                <a:lnTo>
                  <a:pt x="922634" y="372451"/>
                </a:lnTo>
                <a:moveTo>
                  <a:pt x="756573" y="372451"/>
                </a:moveTo>
                <a:lnTo>
                  <a:pt x="661681" y="372451"/>
                </a:lnTo>
                <a:lnTo>
                  <a:pt x="661681" y="348728"/>
                </a:lnTo>
                <a:lnTo>
                  <a:pt x="756573" y="348728"/>
                </a:lnTo>
                <a:lnTo>
                  <a:pt x="756573" y="372451"/>
                </a:lnTo>
                <a:moveTo>
                  <a:pt x="590512" y="372451"/>
                </a:moveTo>
                <a:lnTo>
                  <a:pt x="495620" y="372451"/>
                </a:lnTo>
                <a:lnTo>
                  <a:pt x="495620" y="348728"/>
                </a:lnTo>
                <a:lnTo>
                  <a:pt x="590512" y="348728"/>
                </a:lnTo>
                <a:lnTo>
                  <a:pt x="590512" y="372451"/>
                </a:lnTo>
                <a:moveTo>
                  <a:pt x="424451" y="372451"/>
                </a:moveTo>
                <a:lnTo>
                  <a:pt x="329560" y="372451"/>
                </a:lnTo>
                <a:lnTo>
                  <a:pt x="329560" y="348728"/>
                </a:lnTo>
                <a:lnTo>
                  <a:pt x="424451" y="348728"/>
                </a:lnTo>
                <a:lnTo>
                  <a:pt x="424451" y="372451"/>
                </a:lnTo>
                <a:moveTo>
                  <a:pt x="258391" y="372451"/>
                </a:moveTo>
                <a:lnTo>
                  <a:pt x="163499" y="372451"/>
                </a:lnTo>
                <a:lnTo>
                  <a:pt x="163499" y="348728"/>
                </a:lnTo>
                <a:lnTo>
                  <a:pt x="258391" y="348728"/>
                </a:lnTo>
                <a:lnTo>
                  <a:pt x="258391" y="372451"/>
                </a:lnTo>
                <a:moveTo>
                  <a:pt x="92330" y="372451"/>
                </a:moveTo>
                <a:lnTo>
                  <a:pt x="69682" y="372451"/>
                </a:lnTo>
                <a:lnTo>
                  <a:pt x="62850" y="372103"/>
                </a:lnTo>
                <a:lnTo>
                  <a:pt x="55891" y="371043"/>
                </a:lnTo>
                <a:lnTo>
                  <a:pt x="49170" y="369319"/>
                </a:lnTo>
                <a:lnTo>
                  <a:pt x="42733" y="366963"/>
                </a:lnTo>
                <a:lnTo>
                  <a:pt x="36612" y="364005"/>
                </a:lnTo>
                <a:lnTo>
                  <a:pt x="30840" y="360510"/>
                </a:lnTo>
                <a:lnTo>
                  <a:pt x="25463" y="356477"/>
                </a:lnTo>
                <a:lnTo>
                  <a:pt x="20481" y="351970"/>
                </a:lnTo>
                <a:lnTo>
                  <a:pt x="15973" y="346988"/>
                </a:lnTo>
                <a:lnTo>
                  <a:pt x="11941" y="341611"/>
                </a:lnTo>
                <a:lnTo>
                  <a:pt x="8445" y="335838"/>
                </a:lnTo>
                <a:lnTo>
                  <a:pt x="5488" y="329717"/>
                </a:lnTo>
                <a:lnTo>
                  <a:pt x="3748" y="324941"/>
                </a:lnTo>
                <a:lnTo>
                  <a:pt x="26016" y="316796"/>
                </a:lnTo>
                <a:lnTo>
                  <a:pt x="27566" y="321019"/>
                </a:lnTo>
                <a:lnTo>
                  <a:pt x="27107" y="319944"/>
                </a:lnTo>
                <a:lnTo>
                  <a:pt x="29559" y="325021"/>
                </a:lnTo>
                <a:lnTo>
                  <a:pt x="29021" y="324008"/>
                </a:lnTo>
                <a:lnTo>
                  <a:pt x="31931" y="328800"/>
                </a:lnTo>
                <a:lnTo>
                  <a:pt x="31283" y="327867"/>
                </a:lnTo>
                <a:lnTo>
                  <a:pt x="34636" y="332327"/>
                </a:lnTo>
                <a:lnTo>
                  <a:pt x="33908" y="331457"/>
                </a:lnTo>
                <a:lnTo>
                  <a:pt x="37656" y="335585"/>
                </a:lnTo>
                <a:lnTo>
                  <a:pt x="36865" y="334794"/>
                </a:lnTo>
                <a:lnTo>
                  <a:pt x="40993" y="338542"/>
                </a:lnTo>
                <a:lnTo>
                  <a:pt x="40123" y="337815"/>
                </a:lnTo>
                <a:lnTo>
                  <a:pt x="44583" y="341168"/>
                </a:lnTo>
                <a:lnTo>
                  <a:pt x="43650" y="340520"/>
                </a:lnTo>
                <a:lnTo>
                  <a:pt x="48442" y="343429"/>
                </a:lnTo>
                <a:lnTo>
                  <a:pt x="47430" y="342892"/>
                </a:lnTo>
                <a:lnTo>
                  <a:pt x="52507" y="345327"/>
                </a:lnTo>
                <a:lnTo>
                  <a:pt x="51431" y="344884"/>
                </a:lnTo>
                <a:lnTo>
                  <a:pt x="56777" y="346830"/>
                </a:lnTo>
                <a:lnTo>
                  <a:pt x="55654" y="346482"/>
                </a:lnTo>
                <a:lnTo>
                  <a:pt x="61221" y="347921"/>
                </a:lnTo>
                <a:lnTo>
                  <a:pt x="60067" y="347684"/>
                </a:lnTo>
                <a:lnTo>
                  <a:pt x="65823" y="348569"/>
                </a:lnTo>
                <a:lnTo>
                  <a:pt x="64637" y="348443"/>
                </a:lnTo>
                <a:lnTo>
                  <a:pt x="70584" y="348744"/>
                </a:lnTo>
                <a:lnTo>
                  <a:pt x="69983" y="348728"/>
                </a:lnTo>
                <a:lnTo>
                  <a:pt x="92330" y="348728"/>
                </a:lnTo>
                <a:lnTo>
                  <a:pt x="92330" y="37245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69">
            <a:extLst xmlns:a="http://schemas.openxmlformats.org/drawingml/2006/main">
              <a:ext uri="{FF2B5EF4-FFF2-40B4-BE49-F238E27FC236}">
                <a16:creationId xmlns:a16="http://schemas.microsoft.com/office/drawing/2014/main" id="{85E4B3D9-A958-4FFC-81A1-FDE3D439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61" y="1936074"/>
            <a:ext cx="271391" cy="260003"/>
          </a:xfrm>
          <a:custGeom xmlns:a="http://schemas.openxmlformats.org/drawingml/2006/main">
            <a:pathLst>
              <a:path w="271391" h="260003">
                <a:moveTo>
                  <a:pt x="0" y="0"/>
                </a:moveTo>
                <a:lnTo>
                  <a:pt x="0" y="260003"/>
                </a:lnTo>
                <a:lnTo>
                  <a:pt x="271391" y="260003"/>
                </a:lnTo>
                <a:lnTo>
                  <a:pt x="271391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0">
            <a:extLst xmlns:a="http://schemas.openxmlformats.org/drawingml/2006/main">
              <a:ext uri="{FF2B5EF4-FFF2-40B4-BE49-F238E27FC236}">
                <a16:creationId xmlns:a16="http://schemas.microsoft.com/office/drawing/2014/main" id="{15601A4F-6D70-4CB2-89D2-D99BD0B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82" y="193607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1">
            <a:extLst xmlns:a="http://schemas.openxmlformats.org/drawingml/2006/main">
              <a:ext uri="{FF2B5EF4-FFF2-40B4-BE49-F238E27FC236}">
                <a16:creationId xmlns:a16="http://schemas.microsoft.com/office/drawing/2014/main" id="{552A4BE9-EA18-41AC-8BB4-19167602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2" y="1936074"/>
            <a:ext cx="271390" cy="260003"/>
          </a:xfrm>
          <a:custGeom xmlns:a="http://schemas.openxmlformats.org/drawingml/2006/main">
            <a:pathLst>
              <a:path w="271390" h="260003">
                <a:moveTo>
                  <a:pt x="0" y="0"/>
                </a:moveTo>
                <a:lnTo>
                  <a:pt x="0" y="260003"/>
                </a:lnTo>
                <a:lnTo>
                  <a:pt x="271390" y="260003"/>
                </a:lnTo>
                <a:lnTo>
                  <a:pt x="271390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72">
            <a:extLst xmlns:a="http://schemas.openxmlformats.org/drawingml/2006/main">
              <a:ext uri="{FF2B5EF4-FFF2-40B4-BE49-F238E27FC236}">
                <a16:creationId xmlns:a16="http://schemas.microsoft.com/office/drawing/2014/main" id="{D923F4CF-55DD-4187-A8CF-2648E901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702" y="1872022"/>
            <a:ext cx="1401237" cy="372451"/>
          </a:xfrm>
          <a:custGeom xmlns:a="http://schemas.openxmlformats.org/drawingml/2006/main">
            <a:pathLst>
              <a:path w="1401237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5" y="47778"/>
                </a:lnTo>
                <a:lnTo>
                  <a:pt x="27108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9" y="55654"/>
                </a:lnTo>
                <a:lnTo>
                  <a:pt x="24529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69605" y="0"/>
                </a:lnTo>
                <a:lnTo>
                  <a:pt x="116960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40774" y="0"/>
                </a:moveTo>
                <a:lnTo>
                  <a:pt x="1331554" y="0"/>
                </a:lnTo>
                <a:lnTo>
                  <a:pt x="1336251" y="237"/>
                </a:lnTo>
                <a:lnTo>
                  <a:pt x="1335065" y="23928"/>
                </a:lnTo>
                <a:lnTo>
                  <a:pt x="1330652" y="23707"/>
                </a:lnTo>
                <a:lnTo>
                  <a:pt x="1331254" y="23723"/>
                </a:lnTo>
                <a:lnTo>
                  <a:pt x="1240774" y="23723"/>
                </a:lnTo>
                <a:lnTo>
                  <a:pt x="1240774" y="0"/>
                </a:lnTo>
                <a:moveTo>
                  <a:pt x="1398706" y="51542"/>
                </a:moveTo>
                <a:lnTo>
                  <a:pt x="1399829" y="55891"/>
                </a:lnTo>
                <a:lnTo>
                  <a:pt x="1400889" y="62850"/>
                </a:lnTo>
                <a:lnTo>
                  <a:pt x="1401237" y="69682"/>
                </a:lnTo>
                <a:lnTo>
                  <a:pt x="1401237" y="149186"/>
                </a:lnTo>
                <a:lnTo>
                  <a:pt x="1377514" y="149186"/>
                </a:lnTo>
                <a:lnTo>
                  <a:pt x="1377514" y="69983"/>
                </a:lnTo>
                <a:lnTo>
                  <a:pt x="1377529" y="70584"/>
                </a:lnTo>
                <a:lnTo>
                  <a:pt x="1377229" y="64637"/>
                </a:lnTo>
                <a:lnTo>
                  <a:pt x="1377355" y="65823"/>
                </a:lnTo>
                <a:lnTo>
                  <a:pt x="1376469" y="60066"/>
                </a:lnTo>
                <a:lnTo>
                  <a:pt x="1376707" y="61221"/>
                </a:lnTo>
                <a:lnTo>
                  <a:pt x="1375726" y="57441"/>
                </a:lnTo>
                <a:lnTo>
                  <a:pt x="1398706" y="51542"/>
                </a:lnTo>
                <a:moveTo>
                  <a:pt x="1401237" y="220355"/>
                </a:moveTo>
                <a:lnTo>
                  <a:pt x="1401237" y="302768"/>
                </a:lnTo>
                <a:lnTo>
                  <a:pt x="1400889" y="309601"/>
                </a:lnTo>
                <a:lnTo>
                  <a:pt x="1399829" y="316559"/>
                </a:lnTo>
                <a:lnTo>
                  <a:pt x="1399433" y="318093"/>
                </a:lnTo>
                <a:lnTo>
                  <a:pt x="1376454" y="312178"/>
                </a:lnTo>
                <a:lnTo>
                  <a:pt x="1376707" y="311230"/>
                </a:lnTo>
                <a:lnTo>
                  <a:pt x="1376469" y="312384"/>
                </a:lnTo>
                <a:lnTo>
                  <a:pt x="1377355" y="306628"/>
                </a:lnTo>
                <a:lnTo>
                  <a:pt x="1377229" y="307813"/>
                </a:lnTo>
                <a:lnTo>
                  <a:pt x="1377529" y="301867"/>
                </a:lnTo>
                <a:lnTo>
                  <a:pt x="1377514" y="302468"/>
                </a:lnTo>
                <a:lnTo>
                  <a:pt x="1377514" y="220355"/>
                </a:lnTo>
                <a:lnTo>
                  <a:pt x="1401237" y="220355"/>
                </a:lnTo>
                <a:moveTo>
                  <a:pt x="1340347" y="371803"/>
                </a:moveTo>
                <a:lnTo>
                  <a:pt x="1338386" y="372103"/>
                </a:lnTo>
                <a:lnTo>
                  <a:pt x="1331554" y="372451"/>
                </a:lnTo>
                <a:lnTo>
                  <a:pt x="1243685" y="372451"/>
                </a:lnTo>
                <a:lnTo>
                  <a:pt x="1243685" y="348728"/>
                </a:lnTo>
                <a:lnTo>
                  <a:pt x="1331254" y="348728"/>
                </a:lnTo>
                <a:lnTo>
                  <a:pt x="1330652" y="348744"/>
                </a:lnTo>
                <a:lnTo>
                  <a:pt x="1336600" y="348443"/>
                </a:lnTo>
                <a:lnTo>
                  <a:pt x="1335413" y="348569"/>
                </a:lnTo>
                <a:lnTo>
                  <a:pt x="1336773" y="348348"/>
                </a:lnTo>
                <a:lnTo>
                  <a:pt x="1340347" y="371803"/>
                </a:lnTo>
                <a:moveTo>
                  <a:pt x="1172516" y="372451"/>
                </a:moveTo>
                <a:lnTo>
                  <a:pt x="1077624" y="372451"/>
                </a:lnTo>
                <a:lnTo>
                  <a:pt x="1077624" y="348728"/>
                </a:lnTo>
                <a:lnTo>
                  <a:pt x="1172516" y="348728"/>
                </a:lnTo>
                <a:lnTo>
                  <a:pt x="1172516" y="372451"/>
                </a:lnTo>
                <a:moveTo>
                  <a:pt x="1006455" y="372451"/>
                </a:moveTo>
                <a:lnTo>
                  <a:pt x="911563" y="372451"/>
                </a:lnTo>
                <a:lnTo>
                  <a:pt x="911563" y="348728"/>
                </a:lnTo>
                <a:lnTo>
                  <a:pt x="1006455" y="348728"/>
                </a:lnTo>
                <a:lnTo>
                  <a:pt x="1006455" y="372451"/>
                </a:lnTo>
                <a:moveTo>
                  <a:pt x="840394" y="372451"/>
                </a:moveTo>
                <a:lnTo>
                  <a:pt x="745502" y="372451"/>
                </a:lnTo>
                <a:lnTo>
                  <a:pt x="745502" y="348728"/>
                </a:lnTo>
                <a:lnTo>
                  <a:pt x="840394" y="348728"/>
                </a:lnTo>
                <a:lnTo>
                  <a:pt x="840394" y="372451"/>
                </a:lnTo>
                <a:moveTo>
                  <a:pt x="674333" y="372451"/>
                </a:moveTo>
                <a:lnTo>
                  <a:pt x="579441" y="372451"/>
                </a:lnTo>
                <a:lnTo>
                  <a:pt x="579441" y="348728"/>
                </a:lnTo>
                <a:lnTo>
                  <a:pt x="674333" y="348728"/>
                </a:lnTo>
                <a:lnTo>
                  <a:pt x="674333" y="372451"/>
                </a:lnTo>
                <a:moveTo>
                  <a:pt x="508272" y="372451"/>
                </a:moveTo>
                <a:lnTo>
                  <a:pt x="413381" y="372451"/>
                </a:lnTo>
                <a:lnTo>
                  <a:pt x="413381" y="348728"/>
                </a:lnTo>
                <a:lnTo>
                  <a:pt x="508272" y="348728"/>
                </a:lnTo>
                <a:lnTo>
                  <a:pt x="508272" y="372451"/>
                </a:lnTo>
                <a:moveTo>
                  <a:pt x="342212" y="372451"/>
                </a:moveTo>
                <a:lnTo>
                  <a:pt x="247320" y="372451"/>
                </a:lnTo>
                <a:lnTo>
                  <a:pt x="247320" y="348728"/>
                </a:lnTo>
                <a:lnTo>
                  <a:pt x="342212" y="348728"/>
                </a:lnTo>
                <a:lnTo>
                  <a:pt x="342212" y="372451"/>
                </a:lnTo>
                <a:moveTo>
                  <a:pt x="176151" y="372451"/>
                </a:moveTo>
                <a:lnTo>
                  <a:pt x="81259" y="372451"/>
                </a:lnTo>
                <a:lnTo>
                  <a:pt x="81259" y="348728"/>
                </a:lnTo>
                <a:lnTo>
                  <a:pt x="176151" y="348728"/>
                </a:lnTo>
                <a:lnTo>
                  <a:pt x="176151" y="372451"/>
                </a:lnTo>
                <a:moveTo>
                  <a:pt x="10042" y="338479"/>
                </a:moveTo>
                <a:lnTo>
                  <a:pt x="8445" y="335838"/>
                </a:lnTo>
                <a:lnTo>
                  <a:pt x="5488" y="329717"/>
                </a:lnTo>
                <a:lnTo>
                  <a:pt x="3131" y="323281"/>
                </a:lnTo>
                <a:lnTo>
                  <a:pt x="1407" y="316559"/>
                </a:lnTo>
                <a:lnTo>
                  <a:pt x="348" y="309601"/>
                </a:lnTo>
                <a:lnTo>
                  <a:pt x="16" y="303069"/>
                </a:lnTo>
                <a:lnTo>
                  <a:pt x="23707" y="301867"/>
                </a:lnTo>
                <a:lnTo>
                  <a:pt x="24008" y="307813"/>
                </a:lnTo>
                <a:lnTo>
                  <a:pt x="23881" y="306628"/>
                </a:lnTo>
                <a:lnTo>
                  <a:pt x="24767" y="312384"/>
                </a:lnTo>
                <a:lnTo>
                  <a:pt x="24529" y="311230"/>
                </a:lnTo>
                <a:lnTo>
                  <a:pt x="25969" y="316796"/>
                </a:lnTo>
                <a:lnTo>
                  <a:pt x="25621" y="315673"/>
                </a:lnTo>
                <a:lnTo>
                  <a:pt x="27566" y="321019"/>
                </a:lnTo>
                <a:lnTo>
                  <a:pt x="27108" y="319944"/>
                </a:lnTo>
                <a:lnTo>
                  <a:pt x="29559" y="325021"/>
                </a:lnTo>
                <a:lnTo>
                  <a:pt x="29021" y="324008"/>
                </a:lnTo>
                <a:lnTo>
                  <a:pt x="30318" y="326159"/>
                </a:lnTo>
                <a:lnTo>
                  <a:pt x="10042" y="338479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73">
            <a:extLst xmlns:a="http://schemas.openxmlformats.org/drawingml/2006/main">
              <a:ext uri="{FF2B5EF4-FFF2-40B4-BE49-F238E27FC236}">
                <a16:creationId xmlns:a16="http://schemas.microsoft.com/office/drawing/2014/main" id="{8D93C39B-C32A-40A3-A626-B682CEF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694" y="193607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74">
            <a:extLst xmlns:a="http://schemas.openxmlformats.org/drawingml/2006/main">
              <a:ext uri="{FF2B5EF4-FFF2-40B4-BE49-F238E27FC236}">
                <a16:creationId xmlns:a16="http://schemas.microsoft.com/office/drawing/2014/main" id="{FBCD29B9-31BF-41D9-AA40-126522A8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11" y="193607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75">
            <a:extLst xmlns:a="http://schemas.openxmlformats.org/drawingml/2006/main">
              <a:ext uri="{FF2B5EF4-FFF2-40B4-BE49-F238E27FC236}">
                <a16:creationId xmlns:a16="http://schemas.microsoft.com/office/drawing/2014/main" id="{E8AD7D64-2F35-468F-AE94-CA21B5D0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28" y="1936074"/>
            <a:ext cx="271391" cy="260003"/>
          </a:xfrm>
          <a:custGeom xmlns:a="http://schemas.openxmlformats.org/drawingml/2006/main">
            <a:pathLst>
              <a:path w="271391" h="260003">
                <a:moveTo>
                  <a:pt x="0" y="0"/>
                </a:moveTo>
                <a:lnTo>
                  <a:pt x="0" y="260003"/>
                </a:lnTo>
                <a:lnTo>
                  <a:pt x="271391" y="260003"/>
                </a:lnTo>
                <a:lnTo>
                  <a:pt x="271391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76">
            <a:extLst xmlns:a="http://schemas.openxmlformats.org/drawingml/2006/main">
              <a:ext uri="{FF2B5EF4-FFF2-40B4-BE49-F238E27FC236}">
                <a16:creationId xmlns:a16="http://schemas.microsoft.com/office/drawing/2014/main" id="{8817F17A-68A8-4AB2-B3C4-9DB4BCD1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47" y="193607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C8E5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77 [x]">
            <a:extLst xmlns:a="http://schemas.openxmlformats.org/drawingml/2006/main">
              <a:ext uri="{FF2B5EF4-FFF2-40B4-BE49-F238E27FC236}">
                <a16:creationId xmlns:a16="http://schemas.microsoft.com/office/drawing/2014/main" id="{1718C21C-5704-4957-BC03-3102933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5570" y="1929686"/>
            <a:ext cx="266182" cy="265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[x]</a:t>
            </a:r>
          </a:p>
        </p:txBody>
      </p:sp>
      <p:sp>
        <p:nvSpPr>
          <p:cNvPr id="86" name="text-78 [y]">
            <a:extLst xmlns:a="http://schemas.openxmlformats.org/drawingml/2006/main">
              <a:ext uri="{FF2B5EF4-FFF2-40B4-BE49-F238E27FC236}">
                <a16:creationId xmlns:a16="http://schemas.microsoft.com/office/drawing/2014/main" id="{94D3D16A-82F0-4893-9B96-E4BDB112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2947" y="1929686"/>
            <a:ext cx="266182" cy="265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[y]</a:t>
            </a:r>
          </a:p>
        </p:txBody>
      </p:sp>
      <p:sp>
        <p:nvSpPr>
          <p:cNvPr id="87" name="text-79 [z]">
            <a:extLst xmlns:a="http://schemas.openxmlformats.org/drawingml/2006/main">
              <a:ext uri="{FF2B5EF4-FFF2-40B4-BE49-F238E27FC236}">
                <a16:creationId xmlns:a16="http://schemas.microsoft.com/office/drawing/2014/main" id="{3F5C333D-3AAA-4C2F-8DEA-98E7912B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3767" y="1930273"/>
            <a:ext cx="255005" cy="264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[z]</a:t>
            </a:r>
          </a:p>
        </p:txBody>
      </p:sp>
      <p:sp>
        <p:nvSpPr>
          <p:cNvPr id="88" name="text-80 [t]">
            <a:extLst xmlns:a="http://schemas.openxmlformats.org/drawingml/2006/main">
              <a:ext uri="{FF2B5EF4-FFF2-40B4-BE49-F238E27FC236}">
                <a16:creationId xmlns:a16="http://schemas.microsoft.com/office/drawing/2014/main" id="{7DD3A824-2EA1-4653-B0B2-5EF1B13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3796" y="1932146"/>
            <a:ext cx="234536" cy="265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[t]</a:t>
            </a:r>
          </a:p>
        </p:txBody>
      </p:sp>
      <p:sp>
        <p:nvSpPr>
          <p:cNvPr id="89" name="path-81">
            <a:extLst xmlns:a="http://schemas.openxmlformats.org/drawingml/2006/main">
              <a:ext uri="{FF2B5EF4-FFF2-40B4-BE49-F238E27FC236}">
                <a16:creationId xmlns:a16="http://schemas.microsoft.com/office/drawing/2014/main" id="{2833FEEF-D6D9-4BB9-9069-209D6A4D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373" y="193607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ext-82 …">
            <a:extLst xmlns:a="http://schemas.openxmlformats.org/drawingml/2006/main">
              <a:ext uri="{FF2B5EF4-FFF2-40B4-BE49-F238E27FC236}">
                <a16:creationId xmlns:a16="http://schemas.microsoft.com/office/drawing/2014/main" id="{DDD8224A-F62E-4298-9701-A4EB911E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17" y="1918668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91" name="path-83">
            <a:extLst xmlns:a="http://schemas.openxmlformats.org/drawingml/2006/main">
              <a:ext uri="{FF2B5EF4-FFF2-40B4-BE49-F238E27FC236}">
                <a16:creationId xmlns:a16="http://schemas.microsoft.com/office/drawing/2014/main" id="{A44CC1A9-FCC8-4A7D-989C-DCEA8A7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403" y="1872022"/>
            <a:ext cx="1295274" cy="372451"/>
          </a:xfrm>
          <a:custGeom xmlns:a="http://schemas.openxmlformats.org/drawingml/2006/main">
            <a:pathLst>
              <a:path w="1295274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4" y="47778"/>
                </a:lnTo>
                <a:lnTo>
                  <a:pt x="27108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8" y="55654"/>
                </a:lnTo>
                <a:lnTo>
                  <a:pt x="24529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7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69605" y="0"/>
                </a:lnTo>
                <a:lnTo>
                  <a:pt x="116960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43542" y="2467"/>
                </a:moveTo>
                <a:lnTo>
                  <a:pt x="1246104" y="3131"/>
                </a:lnTo>
                <a:lnTo>
                  <a:pt x="1252540" y="5488"/>
                </a:lnTo>
                <a:lnTo>
                  <a:pt x="1258662" y="8445"/>
                </a:lnTo>
                <a:lnTo>
                  <a:pt x="1264433" y="11941"/>
                </a:lnTo>
                <a:lnTo>
                  <a:pt x="1269811" y="15973"/>
                </a:lnTo>
                <a:lnTo>
                  <a:pt x="1274793" y="20481"/>
                </a:lnTo>
                <a:lnTo>
                  <a:pt x="1279300" y="25463"/>
                </a:lnTo>
                <a:lnTo>
                  <a:pt x="1283333" y="30840"/>
                </a:lnTo>
                <a:lnTo>
                  <a:pt x="1286828" y="36613"/>
                </a:lnTo>
                <a:lnTo>
                  <a:pt x="1289785" y="42733"/>
                </a:lnTo>
                <a:lnTo>
                  <a:pt x="1292142" y="49170"/>
                </a:lnTo>
                <a:lnTo>
                  <a:pt x="1293866" y="55891"/>
                </a:lnTo>
                <a:lnTo>
                  <a:pt x="1294926" y="62850"/>
                </a:lnTo>
                <a:lnTo>
                  <a:pt x="1295274" y="69682"/>
                </a:lnTo>
                <a:lnTo>
                  <a:pt x="1295274" y="89088"/>
                </a:lnTo>
                <a:lnTo>
                  <a:pt x="1271551" y="89088"/>
                </a:lnTo>
                <a:lnTo>
                  <a:pt x="1271551" y="69983"/>
                </a:lnTo>
                <a:lnTo>
                  <a:pt x="1271567" y="70584"/>
                </a:lnTo>
                <a:lnTo>
                  <a:pt x="1271266" y="64637"/>
                </a:lnTo>
                <a:lnTo>
                  <a:pt x="1271392" y="65823"/>
                </a:lnTo>
                <a:lnTo>
                  <a:pt x="1270507" y="60066"/>
                </a:lnTo>
                <a:lnTo>
                  <a:pt x="1270744" y="61221"/>
                </a:lnTo>
                <a:lnTo>
                  <a:pt x="1269305" y="55654"/>
                </a:lnTo>
                <a:lnTo>
                  <a:pt x="1269653" y="56777"/>
                </a:lnTo>
                <a:lnTo>
                  <a:pt x="1267708" y="51431"/>
                </a:lnTo>
                <a:lnTo>
                  <a:pt x="1268166" y="52507"/>
                </a:lnTo>
                <a:lnTo>
                  <a:pt x="1265715" y="47430"/>
                </a:lnTo>
                <a:lnTo>
                  <a:pt x="1266252" y="48442"/>
                </a:lnTo>
                <a:lnTo>
                  <a:pt x="1263343" y="43650"/>
                </a:lnTo>
                <a:lnTo>
                  <a:pt x="1263990" y="44584"/>
                </a:lnTo>
                <a:lnTo>
                  <a:pt x="1260638" y="40123"/>
                </a:lnTo>
                <a:lnTo>
                  <a:pt x="1261365" y="40993"/>
                </a:lnTo>
                <a:lnTo>
                  <a:pt x="1257617" y="36865"/>
                </a:lnTo>
                <a:lnTo>
                  <a:pt x="1258408" y="37656"/>
                </a:lnTo>
                <a:lnTo>
                  <a:pt x="1254280" y="33908"/>
                </a:lnTo>
                <a:lnTo>
                  <a:pt x="1255150" y="34635"/>
                </a:lnTo>
                <a:lnTo>
                  <a:pt x="1250691" y="31283"/>
                </a:lnTo>
                <a:lnTo>
                  <a:pt x="1251624" y="31931"/>
                </a:lnTo>
                <a:lnTo>
                  <a:pt x="1246831" y="29021"/>
                </a:lnTo>
                <a:lnTo>
                  <a:pt x="1247844" y="29559"/>
                </a:lnTo>
                <a:lnTo>
                  <a:pt x="1242767" y="27107"/>
                </a:lnTo>
                <a:lnTo>
                  <a:pt x="1243842" y="27566"/>
                </a:lnTo>
                <a:lnTo>
                  <a:pt x="1238496" y="25621"/>
                </a:lnTo>
                <a:lnTo>
                  <a:pt x="1239620" y="25969"/>
                </a:lnTo>
                <a:lnTo>
                  <a:pt x="1237627" y="25447"/>
                </a:lnTo>
                <a:lnTo>
                  <a:pt x="1243542" y="2467"/>
                </a:lnTo>
                <a:moveTo>
                  <a:pt x="1295274" y="160256"/>
                </a:moveTo>
                <a:lnTo>
                  <a:pt x="1295274" y="255148"/>
                </a:lnTo>
                <a:lnTo>
                  <a:pt x="1271551" y="255148"/>
                </a:lnTo>
                <a:lnTo>
                  <a:pt x="1271551" y="160256"/>
                </a:lnTo>
                <a:lnTo>
                  <a:pt x="1295274" y="160256"/>
                </a:lnTo>
                <a:moveTo>
                  <a:pt x="1289264" y="330793"/>
                </a:moveTo>
                <a:lnTo>
                  <a:pt x="1286828" y="335838"/>
                </a:lnTo>
                <a:lnTo>
                  <a:pt x="1283333" y="341611"/>
                </a:lnTo>
                <a:lnTo>
                  <a:pt x="1279300" y="346988"/>
                </a:lnTo>
                <a:lnTo>
                  <a:pt x="1274793" y="351970"/>
                </a:lnTo>
                <a:lnTo>
                  <a:pt x="1269811" y="356477"/>
                </a:lnTo>
                <a:lnTo>
                  <a:pt x="1264433" y="360510"/>
                </a:lnTo>
                <a:lnTo>
                  <a:pt x="1258662" y="364005"/>
                </a:lnTo>
                <a:lnTo>
                  <a:pt x="1252540" y="366963"/>
                </a:lnTo>
                <a:lnTo>
                  <a:pt x="1246104" y="369319"/>
                </a:lnTo>
                <a:lnTo>
                  <a:pt x="1239382" y="371043"/>
                </a:lnTo>
                <a:lnTo>
                  <a:pt x="1232424" y="372103"/>
                </a:lnTo>
                <a:lnTo>
                  <a:pt x="1225591" y="372451"/>
                </a:lnTo>
                <a:lnTo>
                  <a:pt x="1197820" y="372451"/>
                </a:lnTo>
                <a:lnTo>
                  <a:pt x="1197820" y="348728"/>
                </a:lnTo>
                <a:lnTo>
                  <a:pt x="1225290" y="348728"/>
                </a:lnTo>
                <a:lnTo>
                  <a:pt x="1224690" y="348744"/>
                </a:lnTo>
                <a:lnTo>
                  <a:pt x="1230637" y="348443"/>
                </a:lnTo>
                <a:lnTo>
                  <a:pt x="1229451" y="348569"/>
                </a:lnTo>
                <a:lnTo>
                  <a:pt x="1235207" y="347684"/>
                </a:lnTo>
                <a:lnTo>
                  <a:pt x="1234053" y="347921"/>
                </a:lnTo>
                <a:lnTo>
                  <a:pt x="1239620" y="346482"/>
                </a:lnTo>
                <a:lnTo>
                  <a:pt x="1238496" y="346830"/>
                </a:lnTo>
                <a:lnTo>
                  <a:pt x="1243842" y="344884"/>
                </a:lnTo>
                <a:lnTo>
                  <a:pt x="1242767" y="345327"/>
                </a:lnTo>
                <a:lnTo>
                  <a:pt x="1247844" y="342892"/>
                </a:lnTo>
                <a:lnTo>
                  <a:pt x="1246831" y="343429"/>
                </a:lnTo>
                <a:lnTo>
                  <a:pt x="1251624" y="340520"/>
                </a:lnTo>
                <a:lnTo>
                  <a:pt x="1250691" y="341168"/>
                </a:lnTo>
                <a:lnTo>
                  <a:pt x="1255150" y="337815"/>
                </a:lnTo>
                <a:lnTo>
                  <a:pt x="1254280" y="338542"/>
                </a:lnTo>
                <a:lnTo>
                  <a:pt x="1258408" y="334794"/>
                </a:lnTo>
                <a:lnTo>
                  <a:pt x="1257617" y="335585"/>
                </a:lnTo>
                <a:lnTo>
                  <a:pt x="1261365" y="331457"/>
                </a:lnTo>
                <a:lnTo>
                  <a:pt x="1260638" y="332327"/>
                </a:lnTo>
                <a:lnTo>
                  <a:pt x="1263990" y="327867"/>
                </a:lnTo>
                <a:lnTo>
                  <a:pt x="1263343" y="328800"/>
                </a:lnTo>
                <a:lnTo>
                  <a:pt x="1266252" y="324008"/>
                </a:lnTo>
                <a:lnTo>
                  <a:pt x="1265715" y="325021"/>
                </a:lnTo>
                <a:lnTo>
                  <a:pt x="1267881" y="320497"/>
                </a:lnTo>
                <a:lnTo>
                  <a:pt x="1289264" y="330793"/>
                </a:lnTo>
                <a:moveTo>
                  <a:pt x="1126651" y="372451"/>
                </a:moveTo>
                <a:lnTo>
                  <a:pt x="1031759" y="372451"/>
                </a:lnTo>
                <a:lnTo>
                  <a:pt x="1031759" y="348728"/>
                </a:lnTo>
                <a:lnTo>
                  <a:pt x="1126651" y="348728"/>
                </a:lnTo>
                <a:lnTo>
                  <a:pt x="1126651" y="372451"/>
                </a:lnTo>
                <a:moveTo>
                  <a:pt x="960590" y="372451"/>
                </a:moveTo>
                <a:lnTo>
                  <a:pt x="865698" y="372451"/>
                </a:lnTo>
                <a:lnTo>
                  <a:pt x="865698" y="348728"/>
                </a:lnTo>
                <a:lnTo>
                  <a:pt x="960590" y="348728"/>
                </a:lnTo>
                <a:lnTo>
                  <a:pt x="960590" y="372451"/>
                </a:lnTo>
                <a:moveTo>
                  <a:pt x="794529" y="372451"/>
                </a:moveTo>
                <a:lnTo>
                  <a:pt x="699638" y="372451"/>
                </a:lnTo>
                <a:lnTo>
                  <a:pt x="699638" y="348728"/>
                </a:lnTo>
                <a:lnTo>
                  <a:pt x="794529" y="348728"/>
                </a:lnTo>
                <a:lnTo>
                  <a:pt x="794529" y="372451"/>
                </a:lnTo>
                <a:moveTo>
                  <a:pt x="628469" y="372451"/>
                </a:moveTo>
                <a:lnTo>
                  <a:pt x="533577" y="372451"/>
                </a:lnTo>
                <a:lnTo>
                  <a:pt x="533577" y="348728"/>
                </a:lnTo>
                <a:lnTo>
                  <a:pt x="628469" y="348728"/>
                </a:lnTo>
                <a:lnTo>
                  <a:pt x="628469" y="372451"/>
                </a:lnTo>
                <a:moveTo>
                  <a:pt x="462408" y="372451"/>
                </a:moveTo>
                <a:lnTo>
                  <a:pt x="367516" y="372451"/>
                </a:lnTo>
                <a:lnTo>
                  <a:pt x="367516" y="348728"/>
                </a:lnTo>
                <a:lnTo>
                  <a:pt x="462408" y="348728"/>
                </a:lnTo>
                <a:lnTo>
                  <a:pt x="462408" y="372451"/>
                </a:lnTo>
                <a:moveTo>
                  <a:pt x="296347" y="372451"/>
                </a:moveTo>
                <a:lnTo>
                  <a:pt x="201455" y="372451"/>
                </a:lnTo>
                <a:lnTo>
                  <a:pt x="201455" y="348728"/>
                </a:lnTo>
                <a:lnTo>
                  <a:pt x="296347" y="348728"/>
                </a:lnTo>
                <a:lnTo>
                  <a:pt x="296347" y="372451"/>
                </a:lnTo>
                <a:moveTo>
                  <a:pt x="130286" y="372451"/>
                </a:moveTo>
                <a:lnTo>
                  <a:pt x="69682" y="372451"/>
                </a:lnTo>
                <a:lnTo>
                  <a:pt x="62850" y="372103"/>
                </a:lnTo>
                <a:lnTo>
                  <a:pt x="55891" y="371043"/>
                </a:lnTo>
                <a:lnTo>
                  <a:pt x="49169" y="369319"/>
                </a:lnTo>
                <a:lnTo>
                  <a:pt x="42732" y="366963"/>
                </a:lnTo>
                <a:lnTo>
                  <a:pt x="36612" y="364005"/>
                </a:lnTo>
                <a:lnTo>
                  <a:pt x="30839" y="360510"/>
                </a:lnTo>
                <a:lnTo>
                  <a:pt x="30286" y="360099"/>
                </a:lnTo>
                <a:lnTo>
                  <a:pt x="44504" y="341089"/>
                </a:lnTo>
                <a:lnTo>
                  <a:pt x="44140" y="340820"/>
                </a:lnTo>
                <a:lnTo>
                  <a:pt x="44583" y="341168"/>
                </a:lnTo>
                <a:lnTo>
                  <a:pt x="43650" y="340520"/>
                </a:lnTo>
                <a:lnTo>
                  <a:pt x="48442" y="343429"/>
                </a:lnTo>
                <a:lnTo>
                  <a:pt x="47430" y="342892"/>
                </a:lnTo>
                <a:lnTo>
                  <a:pt x="52506" y="345327"/>
                </a:lnTo>
                <a:lnTo>
                  <a:pt x="51431" y="344884"/>
                </a:lnTo>
                <a:lnTo>
                  <a:pt x="56777" y="346830"/>
                </a:lnTo>
                <a:lnTo>
                  <a:pt x="55654" y="346482"/>
                </a:lnTo>
                <a:lnTo>
                  <a:pt x="61221" y="347921"/>
                </a:lnTo>
                <a:lnTo>
                  <a:pt x="60066" y="347684"/>
                </a:lnTo>
                <a:lnTo>
                  <a:pt x="65823" y="348569"/>
                </a:lnTo>
                <a:lnTo>
                  <a:pt x="64637" y="348443"/>
                </a:lnTo>
                <a:lnTo>
                  <a:pt x="70583" y="348744"/>
                </a:lnTo>
                <a:lnTo>
                  <a:pt x="69983" y="348728"/>
                </a:lnTo>
                <a:lnTo>
                  <a:pt x="130286" y="348728"/>
                </a:lnTo>
                <a:lnTo>
                  <a:pt x="130286" y="37245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84">
            <a:extLst xmlns:a="http://schemas.openxmlformats.org/drawingml/2006/main">
              <a:ext uri="{FF2B5EF4-FFF2-40B4-BE49-F238E27FC236}">
                <a16:creationId xmlns:a16="http://schemas.microsoft.com/office/drawing/2014/main" id="{3DCAAA70-2B0B-4FDF-89A4-01A4394B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258" y="1934176"/>
            <a:ext cx="273288" cy="258106"/>
          </a:xfrm>
          <a:custGeom xmlns:a="http://schemas.openxmlformats.org/drawingml/2006/main">
            <a:pathLst>
              <a:path w="273288" h="258106">
                <a:moveTo>
                  <a:pt x="0" y="0"/>
                </a:moveTo>
                <a:lnTo>
                  <a:pt x="0" y="258106"/>
                </a:lnTo>
                <a:lnTo>
                  <a:pt x="273288" y="258106"/>
                </a:lnTo>
                <a:lnTo>
                  <a:pt x="273288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85">
            <a:extLst xmlns:a="http://schemas.openxmlformats.org/drawingml/2006/main">
              <a:ext uri="{FF2B5EF4-FFF2-40B4-BE49-F238E27FC236}">
                <a16:creationId xmlns:a16="http://schemas.microsoft.com/office/drawing/2014/main" id="{61BE7085-D0EE-4C05-B5E8-6F42307D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60" y="1934176"/>
            <a:ext cx="271390" cy="258106"/>
          </a:xfrm>
          <a:custGeom xmlns:a="http://schemas.openxmlformats.org/drawingml/2006/main">
            <a:pathLst>
              <a:path w="271390" h="258106">
                <a:moveTo>
                  <a:pt x="0" y="0"/>
                </a:moveTo>
                <a:lnTo>
                  <a:pt x="0" y="258106"/>
                </a:lnTo>
                <a:lnTo>
                  <a:pt x="271390" y="258106"/>
                </a:lnTo>
                <a:lnTo>
                  <a:pt x="27139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86">
            <a:extLst xmlns:a="http://schemas.openxmlformats.org/drawingml/2006/main">
              <a:ext uri="{FF2B5EF4-FFF2-40B4-BE49-F238E27FC236}">
                <a16:creationId xmlns:a16="http://schemas.microsoft.com/office/drawing/2014/main" id="{ED4F6C5C-7D83-4C06-A897-EEA5DAC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102" y="1934176"/>
            <a:ext cx="273289" cy="258106"/>
          </a:xfrm>
          <a:custGeom xmlns:a="http://schemas.openxmlformats.org/drawingml/2006/main">
            <a:pathLst>
              <a:path w="273289" h="258106">
                <a:moveTo>
                  <a:pt x="0" y="0"/>
                </a:moveTo>
                <a:lnTo>
                  <a:pt x="0" y="258106"/>
                </a:lnTo>
                <a:lnTo>
                  <a:pt x="273289" y="258106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ext-87 …">
            <a:extLst xmlns:a="http://schemas.openxmlformats.org/drawingml/2006/main">
              <a:ext uri="{FF2B5EF4-FFF2-40B4-BE49-F238E27FC236}">
                <a16:creationId xmlns:a16="http://schemas.microsoft.com/office/drawing/2014/main" id="{AE31C102-F25F-4DAF-90BE-A5FD008B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9630" y="1916295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96" name="path-88">
            <a:extLst xmlns:a="http://schemas.openxmlformats.org/drawingml/2006/main">
              <a:ext uri="{FF2B5EF4-FFF2-40B4-BE49-F238E27FC236}">
                <a16:creationId xmlns:a16="http://schemas.microsoft.com/office/drawing/2014/main" id="{24AEFD4A-8315-45D9-BF14-2EFFC105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4" y="1032704"/>
            <a:ext cx="5000801" cy="508620"/>
          </a:xfrm>
          <a:custGeom xmlns:a="http://schemas.openxmlformats.org/drawingml/2006/main">
            <a:pathLst>
              <a:path w="5000801" h="508620">
                <a:moveTo>
                  <a:pt x="0" y="121462"/>
                </a:moveTo>
                <a:cubicBezTo>
                  <a:pt x="0" y="54484"/>
                  <a:pt x="54167" y="316"/>
                  <a:pt x="121461" y="0"/>
                </a:cubicBezTo>
                <a:lnTo>
                  <a:pt x="4879340" y="0"/>
                </a:lnTo>
                <a:cubicBezTo>
                  <a:pt x="4946634" y="316"/>
                  <a:pt x="5000801" y="54484"/>
                  <a:pt x="5000801" y="121462"/>
                </a:cubicBezTo>
                <a:lnTo>
                  <a:pt x="5000801" y="387159"/>
                </a:lnTo>
                <a:cubicBezTo>
                  <a:pt x="5000801" y="453820"/>
                  <a:pt x="4946634" y="507988"/>
                  <a:pt x="4879340" y="508620"/>
                </a:cubicBezTo>
                <a:lnTo>
                  <a:pt x="121461" y="508620"/>
                </a:lnTo>
                <a:cubicBezTo>
                  <a:pt x="54167" y="507988"/>
                  <a:pt x="0" y="453820"/>
                  <a:pt x="0" y="387159"/>
                </a:cubicBezTo>
                <a:lnTo>
                  <a:pt x="0" y="121462"/>
                </a:lnTo>
              </a:path>
            </a:pathLst>
          </a:custGeom>
          <a:solidFill xmlns:a="http://schemas.openxmlformats.org/drawingml/2006/main">
            <a:srgbClr val="F8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89">
            <a:extLst xmlns:a="http://schemas.openxmlformats.org/drawingml/2006/main">
              <a:ext uri="{FF2B5EF4-FFF2-40B4-BE49-F238E27FC236}">
                <a16:creationId xmlns:a16="http://schemas.microsoft.com/office/drawing/2014/main" id="{88FC7791-1DA8-4846-AB48-E2962045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63" y="1021158"/>
            <a:ext cx="5024524" cy="531395"/>
          </a:xfrm>
          <a:custGeom xmlns:a="http://schemas.openxmlformats.org/drawingml/2006/main">
            <a:pathLst>
              <a:path w="5024524" h="531395">
                <a:moveTo>
                  <a:pt x="174" y="126016"/>
                </a:moveTo>
                <a:lnTo>
                  <a:pt x="680" y="119279"/>
                </a:lnTo>
                <a:lnTo>
                  <a:pt x="1534" y="112621"/>
                </a:lnTo>
                <a:lnTo>
                  <a:pt x="2688" y="106089"/>
                </a:lnTo>
                <a:lnTo>
                  <a:pt x="4175" y="99652"/>
                </a:lnTo>
                <a:lnTo>
                  <a:pt x="5978" y="93342"/>
                </a:lnTo>
                <a:lnTo>
                  <a:pt x="8066" y="87174"/>
                </a:lnTo>
                <a:lnTo>
                  <a:pt x="10438" y="81133"/>
                </a:lnTo>
                <a:lnTo>
                  <a:pt x="13095" y="75249"/>
                </a:lnTo>
                <a:lnTo>
                  <a:pt x="16037" y="69508"/>
                </a:lnTo>
                <a:lnTo>
                  <a:pt x="19231" y="63957"/>
                </a:lnTo>
                <a:lnTo>
                  <a:pt x="22695" y="58564"/>
                </a:lnTo>
                <a:lnTo>
                  <a:pt x="26396" y="53345"/>
                </a:lnTo>
                <a:lnTo>
                  <a:pt x="30334" y="48332"/>
                </a:lnTo>
                <a:lnTo>
                  <a:pt x="34509" y="43524"/>
                </a:lnTo>
                <a:lnTo>
                  <a:pt x="38905" y="38906"/>
                </a:lnTo>
                <a:lnTo>
                  <a:pt x="43524" y="34509"/>
                </a:lnTo>
                <a:lnTo>
                  <a:pt x="48332" y="30334"/>
                </a:lnTo>
                <a:lnTo>
                  <a:pt x="53345" y="26396"/>
                </a:lnTo>
                <a:lnTo>
                  <a:pt x="58564" y="22695"/>
                </a:lnTo>
                <a:lnTo>
                  <a:pt x="63957" y="19232"/>
                </a:lnTo>
                <a:lnTo>
                  <a:pt x="69508" y="16037"/>
                </a:lnTo>
                <a:lnTo>
                  <a:pt x="75249" y="13095"/>
                </a:lnTo>
                <a:lnTo>
                  <a:pt x="81133" y="10438"/>
                </a:lnTo>
                <a:lnTo>
                  <a:pt x="87174" y="8066"/>
                </a:lnTo>
                <a:lnTo>
                  <a:pt x="93342" y="5978"/>
                </a:lnTo>
                <a:lnTo>
                  <a:pt x="99652" y="4175"/>
                </a:lnTo>
                <a:lnTo>
                  <a:pt x="106089" y="2688"/>
                </a:lnTo>
                <a:lnTo>
                  <a:pt x="112636" y="1534"/>
                </a:lnTo>
                <a:lnTo>
                  <a:pt x="119279" y="680"/>
                </a:lnTo>
                <a:lnTo>
                  <a:pt x="126016" y="174"/>
                </a:lnTo>
                <a:lnTo>
                  <a:pt x="132690" y="0"/>
                </a:lnTo>
                <a:lnTo>
                  <a:pt x="4891834" y="0"/>
                </a:lnTo>
                <a:lnTo>
                  <a:pt x="4898508" y="174"/>
                </a:lnTo>
                <a:lnTo>
                  <a:pt x="4905245" y="680"/>
                </a:lnTo>
                <a:lnTo>
                  <a:pt x="4911887" y="1534"/>
                </a:lnTo>
                <a:lnTo>
                  <a:pt x="4918435" y="2688"/>
                </a:lnTo>
                <a:lnTo>
                  <a:pt x="4924871" y="4175"/>
                </a:lnTo>
                <a:lnTo>
                  <a:pt x="4931183" y="5978"/>
                </a:lnTo>
                <a:lnTo>
                  <a:pt x="4937350" y="8066"/>
                </a:lnTo>
                <a:lnTo>
                  <a:pt x="4943391" y="10438"/>
                </a:lnTo>
                <a:lnTo>
                  <a:pt x="4949275" y="13095"/>
                </a:lnTo>
                <a:lnTo>
                  <a:pt x="4955016" y="16037"/>
                </a:lnTo>
                <a:lnTo>
                  <a:pt x="4960567" y="19232"/>
                </a:lnTo>
                <a:lnTo>
                  <a:pt x="4965960" y="22695"/>
                </a:lnTo>
                <a:lnTo>
                  <a:pt x="4971163" y="26396"/>
                </a:lnTo>
                <a:lnTo>
                  <a:pt x="4976193" y="30334"/>
                </a:lnTo>
                <a:lnTo>
                  <a:pt x="4981001" y="34509"/>
                </a:lnTo>
                <a:lnTo>
                  <a:pt x="4985618" y="38906"/>
                </a:lnTo>
                <a:lnTo>
                  <a:pt x="4990015" y="43524"/>
                </a:lnTo>
                <a:lnTo>
                  <a:pt x="4994191" y="48332"/>
                </a:lnTo>
                <a:lnTo>
                  <a:pt x="4998129" y="53345"/>
                </a:lnTo>
                <a:lnTo>
                  <a:pt x="5001828" y="58564"/>
                </a:lnTo>
                <a:lnTo>
                  <a:pt x="5005293" y="63957"/>
                </a:lnTo>
                <a:lnTo>
                  <a:pt x="5008487" y="69508"/>
                </a:lnTo>
                <a:lnTo>
                  <a:pt x="5011429" y="75249"/>
                </a:lnTo>
                <a:lnTo>
                  <a:pt x="5014086" y="81133"/>
                </a:lnTo>
                <a:lnTo>
                  <a:pt x="5016458" y="87174"/>
                </a:lnTo>
                <a:lnTo>
                  <a:pt x="5018546" y="93342"/>
                </a:lnTo>
                <a:lnTo>
                  <a:pt x="5020349" y="99652"/>
                </a:lnTo>
                <a:lnTo>
                  <a:pt x="5021835" y="106089"/>
                </a:lnTo>
                <a:lnTo>
                  <a:pt x="5022990" y="112621"/>
                </a:lnTo>
                <a:lnTo>
                  <a:pt x="5023843" y="119279"/>
                </a:lnTo>
                <a:lnTo>
                  <a:pt x="5024350" y="126016"/>
                </a:lnTo>
                <a:lnTo>
                  <a:pt x="5024524" y="132690"/>
                </a:lnTo>
                <a:lnTo>
                  <a:pt x="5024524" y="398704"/>
                </a:lnTo>
                <a:lnTo>
                  <a:pt x="5024350" y="405378"/>
                </a:lnTo>
                <a:lnTo>
                  <a:pt x="5023843" y="412115"/>
                </a:lnTo>
                <a:lnTo>
                  <a:pt x="5022990" y="418758"/>
                </a:lnTo>
                <a:lnTo>
                  <a:pt x="5021835" y="425305"/>
                </a:lnTo>
                <a:lnTo>
                  <a:pt x="5020349" y="431742"/>
                </a:lnTo>
                <a:lnTo>
                  <a:pt x="5018546" y="438053"/>
                </a:lnTo>
                <a:lnTo>
                  <a:pt x="5016458" y="444220"/>
                </a:lnTo>
                <a:lnTo>
                  <a:pt x="5014086" y="450262"/>
                </a:lnTo>
                <a:lnTo>
                  <a:pt x="5011429" y="456145"/>
                </a:lnTo>
                <a:lnTo>
                  <a:pt x="5008487" y="461886"/>
                </a:lnTo>
                <a:lnTo>
                  <a:pt x="5005293" y="467437"/>
                </a:lnTo>
                <a:lnTo>
                  <a:pt x="5001828" y="472830"/>
                </a:lnTo>
                <a:lnTo>
                  <a:pt x="4998129" y="478050"/>
                </a:lnTo>
                <a:lnTo>
                  <a:pt x="4994191" y="483063"/>
                </a:lnTo>
                <a:lnTo>
                  <a:pt x="4990015" y="487871"/>
                </a:lnTo>
                <a:lnTo>
                  <a:pt x="4985618" y="492489"/>
                </a:lnTo>
                <a:lnTo>
                  <a:pt x="4981001" y="496886"/>
                </a:lnTo>
                <a:lnTo>
                  <a:pt x="4976193" y="501061"/>
                </a:lnTo>
                <a:lnTo>
                  <a:pt x="4971163" y="504999"/>
                </a:lnTo>
                <a:lnTo>
                  <a:pt x="4965960" y="508699"/>
                </a:lnTo>
                <a:lnTo>
                  <a:pt x="4960567" y="512163"/>
                </a:lnTo>
                <a:lnTo>
                  <a:pt x="4955016" y="515358"/>
                </a:lnTo>
                <a:lnTo>
                  <a:pt x="4949275" y="518299"/>
                </a:lnTo>
                <a:lnTo>
                  <a:pt x="4943391" y="520956"/>
                </a:lnTo>
                <a:lnTo>
                  <a:pt x="4937350" y="523329"/>
                </a:lnTo>
                <a:lnTo>
                  <a:pt x="4931183" y="525416"/>
                </a:lnTo>
                <a:lnTo>
                  <a:pt x="4924871" y="527219"/>
                </a:lnTo>
                <a:lnTo>
                  <a:pt x="4918435" y="528706"/>
                </a:lnTo>
                <a:lnTo>
                  <a:pt x="4911887" y="529860"/>
                </a:lnTo>
                <a:lnTo>
                  <a:pt x="4905245" y="530714"/>
                </a:lnTo>
                <a:lnTo>
                  <a:pt x="4898508" y="531220"/>
                </a:lnTo>
                <a:lnTo>
                  <a:pt x="4891834" y="531395"/>
                </a:lnTo>
                <a:lnTo>
                  <a:pt x="132690" y="531395"/>
                </a:lnTo>
                <a:lnTo>
                  <a:pt x="126016" y="531220"/>
                </a:lnTo>
                <a:lnTo>
                  <a:pt x="119279" y="530714"/>
                </a:lnTo>
                <a:lnTo>
                  <a:pt x="112636" y="529860"/>
                </a:lnTo>
                <a:lnTo>
                  <a:pt x="106089" y="528706"/>
                </a:lnTo>
                <a:lnTo>
                  <a:pt x="99652" y="527219"/>
                </a:lnTo>
                <a:lnTo>
                  <a:pt x="93342" y="525416"/>
                </a:lnTo>
                <a:lnTo>
                  <a:pt x="87174" y="523329"/>
                </a:lnTo>
                <a:lnTo>
                  <a:pt x="81133" y="520956"/>
                </a:lnTo>
                <a:lnTo>
                  <a:pt x="75249" y="518299"/>
                </a:lnTo>
                <a:lnTo>
                  <a:pt x="69508" y="515358"/>
                </a:lnTo>
                <a:lnTo>
                  <a:pt x="63957" y="512163"/>
                </a:lnTo>
                <a:lnTo>
                  <a:pt x="58564" y="508699"/>
                </a:lnTo>
                <a:lnTo>
                  <a:pt x="53345" y="504999"/>
                </a:lnTo>
                <a:lnTo>
                  <a:pt x="48332" y="501061"/>
                </a:lnTo>
                <a:lnTo>
                  <a:pt x="43524" y="496886"/>
                </a:lnTo>
                <a:lnTo>
                  <a:pt x="38905" y="492489"/>
                </a:lnTo>
                <a:lnTo>
                  <a:pt x="34509" y="487871"/>
                </a:lnTo>
                <a:lnTo>
                  <a:pt x="30334" y="483063"/>
                </a:lnTo>
                <a:lnTo>
                  <a:pt x="26396" y="478050"/>
                </a:lnTo>
                <a:lnTo>
                  <a:pt x="22695" y="472830"/>
                </a:lnTo>
                <a:lnTo>
                  <a:pt x="19231" y="467437"/>
                </a:lnTo>
                <a:lnTo>
                  <a:pt x="16037" y="461886"/>
                </a:lnTo>
                <a:lnTo>
                  <a:pt x="13095" y="456145"/>
                </a:lnTo>
                <a:lnTo>
                  <a:pt x="10438" y="450262"/>
                </a:lnTo>
                <a:lnTo>
                  <a:pt x="8066" y="444220"/>
                </a:lnTo>
                <a:lnTo>
                  <a:pt x="5978" y="438053"/>
                </a:lnTo>
                <a:lnTo>
                  <a:pt x="4175" y="431742"/>
                </a:lnTo>
                <a:lnTo>
                  <a:pt x="2688" y="425305"/>
                </a:lnTo>
                <a:lnTo>
                  <a:pt x="1534" y="418758"/>
                </a:lnTo>
                <a:lnTo>
                  <a:pt x="680" y="412115"/>
                </a:lnTo>
                <a:lnTo>
                  <a:pt x="174" y="405378"/>
                </a:lnTo>
                <a:lnTo>
                  <a:pt x="0" y="398704"/>
                </a:lnTo>
                <a:lnTo>
                  <a:pt x="0" y="132690"/>
                </a:lnTo>
                <a:lnTo>
                  <a:pt x="174" y="126016"/>
                </a:lnTo>
                <a:moveTo>
                  <a:pt x="23723" y="133149"/>
                </a:moveTo>
                <a:lnTo>
                  <a:pt x="23723" y="132849"/>
                </a:lnTo>
                <a:lnTo>
                  <a:pt x="23723" y="398546"/>
                </a:lnTo>
                <a:lnTo>
                  <a:pt x="23723" y="398245"/>
                </a:lnTo>
                <a:lnTo>
                  <a:pt x="23881" y="404477"/>
                </a:lnTo>
                <a:lnTo>
                  <a:pt x="23849" y="403876"/>
                </a:lnTo>
                <a:lnTo>
                  <a:pt x="24308" y="410028"/>
                </a:lnTo>
                <a:lnTo>
                  <a:pt x="24261" y="409427"/>
                </a:lnTo>
                <a:lnTo>
                  <a:pt x="25020" y="415484"/>
                </a:lnTo>
                <a:lnTo>
                  <a:pt x="24925" y="414883"/>
                </a:lnTo>
                <a:lnTo>
                  <a:pt x="26000" y="420846"/>
                </a:lnTo>
                <a:lnTo>
                  <a:pt x="25874" y="420260"/>
                </a:lnTo>
                <a:lnTo>
                  <a:pt x="27234" y="426112"/>
                </a:lnTo>
                <a:lnTo>
                  <a:pt x="27076" y="425543"/>
                </a:lnTo>
                <a:lnTo>
                  <a:pt x="28705" y="431284"/>
                </a:lnTo>
                <a:lnTo>
                  <a:pt x="28531" y="430730"/>
                </a:lnTo>
                <a:lnTo>
                  <a:pt x="30444" y="436345"/>
                </a:lnTo>
                <a:lnTo>
                  <a:pt x="30239" y="435791"/>
                </a:lnTo>
                <a:lnTo>
                  <a:pt x="32406" y="441295"/>
                </a:lnTo>
                <a:lnTo>
                  <a:pt x="32184" y="440757"/>
                </a:lnTo>
                <a:lnTo>
                  <a:pt x="34604" y="446118"/>
                </a:lnTo>
                <a:lnTo>
                  <a:pt x="34351" y="445596"/>
                </a:lnTo>
                <a:lnTo>
                  <a:pt x="37024" y="450816"/>
                </a:lnTo>
                <a:lnTo>
                  <a:pt x="36739" y="450309"/>
                </a:lnTo>
                <a:lnTo>
                  <a:pt x="39665" y="455370"/>
                </a:lnTo>
                <a:lnTo>
                  <a:pt x="39364" y="454880"/>
                </a:lnTo>
                <a:lnTo>
                  <a:pt x="42511" y="459798"/>
                </a:lnTo>
                <a:lnTo>
                  <a:pt x="42195" y="459324"/>
                </a:lnTo>
                <a:lnTo>
                  <a:pt x="45564" y="464069"/>
                </a:lnTo>
                <a:lnTo>
                  <a:pt x="45216" y="463610"/>
                </a:lnTo>
                <a:lnTo>
                  <a:pt x="48822" y="468181"/>
                </a:lnTo>
                <a:lnTo>
                  <a:pt x="48458" y="467738"/>
                </a:lnTo>
                <a:lnTo>
                  <a:pt x="52254" y="472135"/>
                </a:lnTo>
                <a:lnTo>
                  <a:pt x="51874" y="471708"/>
                </a:lnTo>
                <a:lnTo>
                  <a:pt x="55875" y="475914"/>
                </a:lnTo>
                <a:lnTo>
                  <a:pt x="55480" y="475519"/>
                </a:lnTo>
                <a:lnTo>
                  <a:pt x="59687" y="479520"/>
                </a:lnTo>
                <a:lnTo>
                  <a:pt x="59260" y="479141"/>
                </a:lnTo>
                <a:lnTo>
                  <a:pt x="63657" y="482937"/>
                </a:lnTo>
                <a:lnTo>
                  <a:pt x="63214" y="482573"/>
                </a:lnTo>
                <a:lnTo>
                  <a:pt x="67784" y="486178"/>
                </a:lnTo>
                <a:lnTo>
                  <a:pt x="67326" y="485831"/>
                </a:lnTo>
                <a:lnTo>
                  <a:pt x="72070" y="489199"/>
                </a:lnTo>
                <a:lnTo>
                  <a:pt x="71596" y="488883"/>
                </a:lnTo>
                <a:lnTo>
                  <a:pt x="76515" y="492030"/>
                </a:lnTo>
                <a:lnTo>
                  <a:pt x="76024" y="491730"/>
                </a:lnTo>
                <a:lnTo>
                  <a:pt x="81085" y="494656"/>
                </a:lnTo>
                <a:lnTo>
                  <a:pt x="80579" y="494371"/>
                </a:lnTo>
                <a:lnTo>
                  <a:pt x="85798" y="497044"/>
                </a:lnTo>
                <a:lnTo>
                  <a:pt x="85276" y="496791"/>
                </a:lnTo>
                <a:lnTo>
                  <a:pt x="90637" y="499211"/>
                </a:lnTo>
                <a:lnTo>
                  <a:pt x="90100" y="498989"/>
                </a:lnTo>
                <a:lnTo>
                  <a:pt x="95603" y="501156"/>
                </a:lnTo>
                <a:lnTo>
                  <a:pt x="95050" y="500950"/>
                </a:lnTo>
                <a:lnTo>
                  <a:pt x="100664" y="502864"/>
                </a:lnTo>
                <a:lnTo>
                  <a:pt x="100111" y="502690"/>
                </a:lnTo>
                <a:lnTo>
                  <a:pt x="105852" y="504319"/>
                </a:lnTo>
                <a:lnTo>
                  <a:pt x="105283" y="504161"/>
                </a:lnTo>
                <a:lnTo>
                  <a:pt x="111134" y="505521"/>
                </a:lnTo>
                <a:lnTo>
                  <a:pt x="110549" y="505394"/>
                </a:lnTo>
                <a:lnTo>
                  <a:pt x="116511" y="506470"/>
                </a:lnTo>
                <a:lnTo>
                  <a:pt x="115910" y="506375"/>
                </a:lnTo>
                <a:lnTo>
                  <a:pt x="121968" y="507134"/>
                </a:lnTo>
                <a:lnTo>
                  <a:pt x="121367" y="507086"/>
                </a:lnTo>
                <a:lnTo>
                  <a:pt x="127519" y="507545"/>
                </a:lnTo>
                <a:lnTo>
                  <a:pt x="126918" y="507513"/>
                </a:lnTo>
                <a:lnTo>
                  <a:pt x="133149" y="507672"/>
                </a:lnTo>
                <a:lnTo>
                  <a:pt x="132849" y="507672"/>
                </a:lnTo>
                <a:lnTo>
                  <a:pt x="4891676" y="507672"/>
                </a:lnTo>
                <a:lnTo>
                  <a:pt x="4891375" y="507672"/>
                </a:lnTo>
                <a:lnTo>
                  <a:pt x="4897606" y="507513"/>
                </a:lnTo>
                <a:lnTo>
                  <a:pt x="4897005" y="507545"/>
                </a:lnTo>
                <a:lnTo>
                  <a:pt x="4903158" y="507086"/>
                </a:lnTo>
                <a:lnTo>
                  <a:pt x="4902557" y="507134"/>
                </a:lnTo>
                <a:lnTo>
                  <a:pt x="4908613" y="506375"/>
                </a:lnTo>
                <a:lnTo>
                  <a:pt x="4908013" y="506470"/>
                </a:lnTo>
                <a:lnTo>
                  <a:pt x="4913974" y="505394"/>
                </a:lnTo>
                <a:lnTo>
                  <a:pt x="4913390" y="505521"/>
                </a:lnTo>
                <a:lnTo>
                  <a:pt x="4919242" y="504161"/>
                </a:lnTo>
                <a:lnTo>
                  <a:pt x="4918672" y="504319"/>
                </a:lnTo>
                <a:lnTo>
                  <a:pt x="4924413" y="502690"/>
                </a:lnTo>
                <a:lnTo>
                  <a:pt x="4923860" y="502864"/>
                </a:lnTo>
                <a:lnTo>
                  <a:pt x="4929475" y="500950"/>
                </a:lnTo>
                <a:lnTo>
                  <a:pt x="4928920" y="501156"/>
                </a:lnTo>
                <a:lnTo>
                  <a:pt x="4934424" y="498989"/>
                </a:lnTo>
                <a:lnTo>
                  <a:pt x="4933886" y="499211"/>
                </a:lnTo>
                <a:lnTo>
                  <a:pt x="4939247" y="496791"/>
                </a:lnTo>
                <a:lnTo>
                  <a:pt x="4938726" y="497044"/>
                </a:lnTo>
                <a:lnTo>
                  <a:pt x="4943945" y="494371"/>
                </a:lnTo>
                <a:lnTo>
                  <a:pt x="4943439" y="494656"/>
                </a:lnTo>
                <a:lnTo>
                  <a:pt x="4948500" y="491730"/>
                </a:lnTo>
                <a:lnTo>
                  <a:pt x="4948010" y="492030"/>
                </a:lnTo>
                <a:lnTo>
                  <a:pt x="4952913" y="488883"/>
                </a:lnTo>
                <a:lnTo>
                  <a:pt x="4952454" y="489199"/>
                </a:lnTo>
                <a:lnTo>
                  <a:pt x="4957199" y="485831"/>
                </a:lnTo>
                <a:lnTo>
                  <a:pt x="4956739" y="486178"/>
                </a:lnTo>
                <a:lnTo>
                  <a:pt x="4961310" y="482573"/>
                </a:lnTo>
                <a:lnTo>
                  <a:pt x="4960867" y="482937"/>
                </a:lnTo>
                <a:lnTo>
                  <a:pt x="4965264" y="479141"/>
                </a:lnTo>
                <a:lnTo>
                  <a:pt x="4964836" y="479520"/>
                </a:lnTo>
                <a:lnTo>
                  <a:pt x="4969043" y="475519"/>
                </a:lnTo>
                <a:lnTo>
                  <a:pt x="4968649" y="475914"/>
                </a:lnTo>
                <a:lnTo>
                  <a:pt x="4972650" y="471708"/>
                </a:lnTo>
                <a:lnTo>
                  <a:pt x="4972270" y="472135"/>
                </a:lnTo>
                <a:lnTo>
                  <a:pt x="4976066" y="467738"/>
                </a:lnTo>
                <a:lnTo>
                  <a:pt x="4975702" y="468181"/>
                </a:lnTo>
                <a:lnTo>
                  <a:pt x="4979308" y="463610"/>
                </a:lnTo>
                <a:lnTo>
                  <a:pt x="4978960" y="464069"/>
                </a:lnTo>
                <a:lnTo>
                  <a:pt x="4982328" y="459324"/>
                </a:lnTo>
                <a:lnTo>
                  <a:pt x="4982012" y="459798"/>
                </a:lnTo>
                <a:lnTo>
                  <a:pt x="4985160" y="454880"/>
                </a:lnTo>
                <a:lnTo>
                  <a:pt x="4984859" y="455370"/>
                </a:lnTo>
                <a:lnTo>
                  <a:pt x="4987785" y="450309"/>
                </a:lnTo>
                <a:lnTo>
                  <a:pt x="4987500" y="450816"/>
                </a:lnTo>
                <a:lnTo>
                  <a:pt x="4990173" y="445596"/>
                </a:lnTo>
                <a:lnTo>
                  <a:pt x="4989920" y="446118"/>
                </a:lnTo>
                <a:lnTo>
                  <a:pt x="4992341" y="440757"/>
                </a:lnTo>
                <a:lnTo>
                  <a:pt x="4992119" y="441295"/>
                </a:lnTo>
                <a:lnTo>
                  <a:pt x="4994285" y="435791"/>
                </a:lnTo>
                <a:lnTo>
                  <a:pt x="4994080" y="436345"/>
                </a:lnTo>
                <a:lnTo>
                  <a:pt x="4995993" y="430730"/>
                </a:lnTo>
                <a:lnTo>
                  <a:pt x="4995819" y="431284"/>
                </a:lnTo>
                <a:lnTo>
                  <a:pt x="4997448" y="425543"/>
                </a:lnTo>
                <a:lnTo>
                  <a:pt x="4997290" y="426112"/>
                </a:lnTo>
                <a:lnTo>
                  <a:pt x="4998651" y="420260"/>
                </a:lnTo>
                <a:lnTo>
                  <a:pt x="4998524" y="420846"/>
                </a:lnTo>
                <a:lnTo>
                  <a:pt x="4999599" y="414883"/>
                </a:lnTo>
                <a:lnTo>
                  <a:pt x="4999504" y="415484"/>
                </a:lnTo>
                <a:lnTo>
                  <a:pt x="5000263" y="409427"/>
                </a:lnTo>
                <a:lnTo>
                  <a:pt x="5000216" y="410028"/>
                </a:lnTo>
                <a:lnTo>
                  <a:pt x="5000674" y="403876"/>
                </a:lnTo>
                <a:lnTo>
                  <a:pt x="5000644" y="404477"/>
                </a:lnTo>
                <a:lnTo>
                  <a:pt x="5000801" y="398245"/>
                </a:lnTo>
                <a:lnTo>
                  <a:pt x="5000801" y="398546"/>
                </a:lnTo>
                <a:lnTo>
                  <a:pt x="5000801" y="132849"/>
                </a:lnTo>
                <a:lnTo>
                  <a:pt x="5000801" y="133149"/>
                </a:lnTo>
                <a:lnTo>
                  <a:pt x="5000644" y="126918"/>
                </a:lnTo>
                <a:lnTo>
                  <a:pt x="5000674" y="127519"/>
                </a:lnTo>
                <a:lnTo>
                  <a:pt x="5000216" y="121367"/>
                </a:lnTo>
                <a:lnTo>
                  <a:pt x="5000263" y="121968"/>
                </a:lnTo>
                <a:lnTo>
                  <a:pt x="4999504" y="115911"/>
                </a:lnTo>
                <a:lnTo>
                  <a:pt x="4999599" y="116511"/>
                </a:lnTo>
                <a:lnTo>
                  <a:pt x="4998524" y="110549"/>
                </a:lnTo>
                <a:lnTo>
                  <a:pt x="4998651" y="111134"/>
                </a:lnTo>
                <a:lnTo>
                  <a:pt x="4997290" y="105283"/>
                </a:lnTo>
                <a:lnTo>
                  <a:pt x="4997448" y="105852"/>
                </a:lnTo>
                <a:lnTo>
                  <a:pt x="4995819" y="100111"/>
                </a:lnTo>
                <a:lnTo>
                  <a:pt x="4995993" y="100664"/>
                </a:lnTo>
                <a:lnTo>
                  <a:pt x="4994080" y="95050"/>
                </a:lnTo>
                <a:lnTo>
                  <a:pt x="4994285" y="95604"/>
                </a:lnTo>
                <a:lnTo>
                  <a:pt x="4992119" y="90100"/>
                </a:lnTo>
                <a:lnTo>
                  <a:pt x="4992341" y="90638"/>
                </a:lnTo>
                <a:lnTo>
                  <a:pt x="4989920" y="85276"/>
                </a:lnTo>
                <a:lnTo>
                  <a:pt x="4990173" y="85798"/>
                </a:lnTo>
                <a:lnTo>
                  <a:pt x="4987500" y="80579"/>
                </a:lnTo>
                <a:lnTo>
                  <a:pt x="4987785" y="81085"/>
                </a:lnTo>
                <a:lnTo>
                  <a:pt x="4984859" y="76024"/>
                </a:lnTo>
                <a:lnTo>
                  <a:pt x="4985160" y="76515"/>
                </a:lnTo>
                <a:lnTo>
                  <a:pt x="4982012" y="71596"/>
                </a:lnTo>
                <a:lnTo>
                  <a:pt x="4982328" y="72070"/>
                </a:lnTo>
                <a:lnTo>
                  <a:pt x="4978960" y="67326"/>
                </a:lnTo>
                <a:lnTo>
                  <a:pt x="4979308" y="67785"/>
                </a:lnTo>
                <a:lnTo>
                  <a:pt x="4975702" y="63214"/>
                </a:lnTo>
                <a:lnTo>
                  <a:pt x="4976066" y="63657"/>
                </a:lnTo>
                <a:lnTo>
                  <a:pt x="4972270" y="59260"/>
                </a:lnTo>
                <a:lnTo>
                  <a:pt x="4972650" y="59687"/>
                </a:lnTo>
                <a:lnTo>
                  <a:pt x="4968649" y="55480"/>
                </a:lnTo>
                <a:lnTo>
                  <a:pt x="4969043" y="55876"/>
                </a:lnTo>
                <a:lnTo>
                  <a:pt x="4964836" y="51874"/>
                </a:lnTo>
                <a:lnTo>
                  <a:pt x="4965264" y="52254"/>
                </a:lnTo>
                <a:lnTo>
                  <a:pt x="4960867" y="48458"/>
                </a:lnTo>
                <a:lnTo>
                  <a:pt x="4961310" y="48822"/>
                </a:lnTo>
                <a:lnTo>
                  <a:pt x="4956739" y="45216"/>
                </a:lnTo>
                <a:lnTo>
                  <a:pt x="4957199" y="45564"/>
                </a:lnTo>
                <a:lnTo>
                  <a:pt x="4952454" y="42195"/>
                </a:lnTo>
                <a:lnTo>
                  <a:pt x="4952913" y="42512"/>
                </a:lnTo>
                <a:lnTo>
                  <a:pt x="4948010" y="39364"/>
                </a:lnTo>
                <a:lnTo>
                  <a:pt x="4948500" y="39665"/>
                </a:lnTo>
                <a:lnTo>
                  <a:pt x="4943439" y="36739"/>
                </a:lnTo>
                <a:lnTo>
                  <a:pt x="4943945" y="37024"/>
                </a:lnTo>
                <a:lnTo>
                  <a:pt x="4938726" y="34351"/>
                </a:lnTo>
                <a:lnTo>
                  <a:pt x="4939247" y="34604"/>
                </a:lnTo>
                <a:lnTo>
                  <a:pt x="4933886" y="32184"/>
                </a:lnTo>
                <a:lnTo>
                  <a:pt x="4934424" y="32406"/>
                </a:lnTo>
                <a:lnTo>
                  <a:pt x="4928920" y="30239"/>
                </a:lnTo>
                <a:lnTo>
                  <a:pt x="4929475" y="30445"/>
                </a:lnTo>
                <a:lnTo>
                  <a:pt x="4923860" y="28531"/>
                </a:lnTo>
                <a:lnTo>
                  <a:pt x="4924413" y="28705"/>
                </a:lnTo>
                <a:lnTo>
                  <a:pt x="4918672" y="27076"/>
                </a:lnTo>
                <a:lnTo>
                  <a:pt x="4919242" y="27234"/>
                </a:lnTo>
                <a:lnTo>
                  <a:pt x="4913390" y="25874"/>
                </a:lnTo>
                <a:lnTo>
                  <a:pt x="4913974" y="26000"/>
                </a:lnTo>
                <a:lnTo>
                  <a:pt x="4908013" y="24925"/>
                </a:lnTo>
                <a:lnTo>
                  <a:pt x="4908613" y="25020"/>
                </a:lnTo>
                <a:lnTo>
                  <a:pt x="4902557" y="24261"/>
                </a:lnTo>
                <a:lnTo>
                  <a:pt x="4903158" y="24308"/>
                </a:lnTo>
                <a:lnTo>
                  <a:pt x="4897005" y="23849"/>
                </a:lnTo>
                <a:lnTo>
                  <a:pt x="4897606" y="23881"/>
                </a:lnTo>
                <a:lnTo>
                  <a:pt x="4891375" y="23723"/>
                </a:lnTo>
                <a:lnTo>
                  <a:pt x="4891676" y="23723"/>
                </a:lnTo>
                <a:lnTo>
                  <a:pt x="132849" y="23723"/>
                </a:lnTo>
                <a:lnTo>
                  <a:pt x="133149" y="23723"/>
                </a:lnTo>
                <a:lnTo>
                  <a:pt x="126918" y="23881"/>
                </a:lnTo>
                <a:lnTo>
                  <a:pt x="127519" y="23849"/>
                </a:lnTo>
                <a:lnTo>
                  <a:pt x="121367" y="24308"/>
                </a:lnTo>
                <a:lnTo>
                  <a:pt x="121968" y="24261"/>
                </a:lnTo>
                <a:lnTo>
                  <a:pt x="115910" y="25020"/>
                </a:lnTo>
                <a:lnTo>
                  <a:pt x="116511" y="24925"/>
                </a:lnTo>
                <a:lnTo>
                  <a:pt x="110549" y="26000"/>
                </a:lnTo>
                <a:lnTo>
                  <a:pt x="111134" y="25874"/>
                </a:lnTo>
                <a:lnTo>
                  <a:pt x="105283" y="27234"/>
                </a:lnTo>
                <a:lnTo>
                  <a:pt x="105852" y="27076"/>
                </a:lnTo>
                <a:lnTo>
                  <a:pt x="100111" y="28705"/>
                </a:lnTo>
                <a:lnTo>
                  <a:pt x="100664" y="28531"/>
                </a:lnTo>
                <a:lnTo>
                  <a:pt x="95050" y="30445"/>
                </a:lnTo>
                <a:lnTo>
                  <a:pt x="95603" y="30239"/>
                </a:lnTo>
                <a:lnTo>
                  <a:pt x="90100" y="32406"/>
                </a:lnTo>
                <a:lnTo>
                  <a:pt x="90637" y="32184"/>
                </a:lnTo>
                <a:lnTo>
                  <a:pt x="85276" y="34604"/>
                </a:lnTo>
                <a:lnTo>
                  <a:pt x="85798" y="34351"/>
                </a:lnTo>
                <a:lnTo>
                  <a:pt x="80579" y="37024"/>
                </a:lnTo>
                <a:lnTo>
                  <a:pt x="81085" y="36739"/>
                </a:lnTo>
                <a:lnTo>
                  <a:pt x="76024" y="39665"/>
                </a:lnTo>
                <a:lnTo>
                  <a:pt x="76515" y="39364"/>
                </a:lnTo>
                <a:lnTo>
                  <a:pt x="71596" y="42512"/>
                </a:lnTo>
                <a:lnTo>
                  <a:pt x="72070" y="42195"/>
                </a:lnTo>
                <a:lnTo>
                  <a:pt x="67326" y="45564"/>
                </a:lnTo>
                <a:lnTo>
                  <a:pt x="67784" y="45216"/>
                </a:lnTo>
                <a:lnTo>
                  <a:pt x="63214" y="48822"/>
                </a:lnTo>
                <a:lnTo>
                  <a:pt x="63657" y="48458"/>
                </a:lnTo>
                <a:lnTo>
                  <a:pt x="59260" y="52254"/>
                </a:lnTo>
                <a:lnTo>
                  <a:pt x="59687" y="51874"/>
                </a:lnTo>
                <a:lnTo>
                  <a:pt x="55480" y="55876"/>
                </a:lnTo>
                <a:lnTo>
                  <a:pt x="55875" y="55480"/>
                </a:lnTo>
                <a:lnTo>
                  <a:pt x="51874" y="59687"/>
                </a:lnTo>
                <a:lnTo>
                  <a:pt x="52254" y="59260"/>
                </a:lnTo>
                <a:lnTo>
                  <a:pt x="48458" y="63657"/>
                </a:lnTo>
                <a:lnTo>
                  <a:pt x="48822" y="63214"/>
                </a:lnTo>
                <a:lnTo>
                  <a:pt x="45216" y="67785"/>
                </a:lnTo>
                <a:lnTo>
                  <a:pt x="45564" y="67326"/>
                </a:lnTo>
                <a:lnTo>
                  <a:pt x="42195" y="72070"/>
                </a:lnTo>
                <a:lnTo>
                  <a:pt x="42511" y="71596"/>
                </a:lnTo>
                <a:lnTo>
                  <a:pt x="39364" y="76515"/>
                </a:lnTo>
                <a:lnTo>
                  <a:pt x="39665" y="76024"/>
                </a:lnTo>
                <a:lnTo>
                  <a:pt x="36739" y="81085"/>
                </a:lnTo>
                <a:lnTo>
                  <a:pt x="37024" y="80579"/>
                </a:lnTo>
                <a:lnTo>
                  <a:pt x="34351" y="85798"/>
                </a:lnTo>
                <a:lnTo>
                  <a:pt x="34604" y="85276"/>
                </a:lnTo>
                <a:lnTo>
                  <a:pt x="32184" y="90638"/>
                </a:lnTo>
                <a:lnTo>
                  <a:pt x="32406" y="90100"/>
                </a:lnTo>
                <a:lnTo>
                  <a:pt x="30239" y="95604"/>
                </a:lnTo>
                <a:lnTo>
                  <a:pt x="30444" y="95050"/>
                </a:lnTo>
                <a:lnTo>
                  <a:pt x="28531" y="100664"/>
                </a:lnTo>
                <a:lnTo>
                  <a:pt x="28705" y="100111"/>
                </a:lnTo>
                <a:lnTo>
                  <a:pt x="27076" y="105852"/>
                </a:lnTo>
                <a:lnTo>
                  <a:pt x="27234" y="105283"/>
                </a:lnTo>
                <a:lnTo>
                  <a:pt x="25874" y="111134"/>
                </a:lnTo>
                <a:lnTo>
                  <a:pt x="26000" y="110549"/>
                </a:lnTo>
                <a:lnTo>
                  <a:pt x="24925" y="116511"/>
                </a:lnTo>
                <a:lnTo>
                  <a:pt x="25020" y="115911"/>
                </a:lnTo>
                <a:lnTo>
                  <a:pt x="24261" y="121968"/>
                </a:lnTo>
                <a:lnTo>
                  <a:pt x="24308" y="121367"/>
                </a:lnTo>
                <a:lnTo>
                  <a:pt x="23849" y="127519"/>
                </a:lnTo>
                <a:lnTo>
                  <a:pt x="23881" y="126918"/>
                </a:lnTo>
                <a:lnTo>
                  <a:pt x="23723" y="133149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xt-90 Large">
            <a:extLst xmlns:a="http://schemas.openxmlformats.org/drawingml/2006/main">
              <a:ext uri="{FF2B5EF4-FFF2-40B4-BE49-F238E27FC236}">
                <a16:creationId xmlns:a16="http://schemas.microsoft.com/office/drawing/2014/main" id="{6D53AB0D-6CB2-4859-A8DB-17C7D43B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727" y="1085096"/>
            <a:ext cx="709800" cy="39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</a:t>
            </a:r>
          </a:p>
        </p:txBody>
      </p:sp>
      <p:sp>
        <p:nvSpPr>
          <p:cNvPr id="99" name="text-90 Language">
            <a:extLst xmlns:a="http://schemas.openxmlformats.org/drawingml/2006/main">
              <a:ext uri="{FF2B5EF4-FFF2-40B4-BE49-F238E27FC236}">
                <a16:creationId xmlns:a16="http://schemas.microsoft.com/office/drawing/2014/main" id="{933C452C-1018-45A9-967F-24FB46D1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2603" y="1084992"/>
            <a:ext cx="1173999" cy="398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Language</a:t>
            </a:r>
          </a:p>
        </p:txBody>
      </p:sp>
      <p:sp>
        <p:nvSpPr>
          <p:cNvPr id="100" name="text-90 Model">
            <a:extLst xmlns:a="http://schemas.openxmlformats.org/drawingml/2006/main">
              <a:ext uri="{FF2B5EF4-FFF2-40B4-BE49-F238E27FC236}">
                <a16:creationId xmlns:a16="http://schemas.microsoft.com/office/drawing/2014/main" id="{35834314-4333-42E9-B490-2D70752E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6659" y="1085063"/>
            <a:ext cx="794603" cy="398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01" name="path-91">
            <a:extLst xmlns:a="http://schemas.openxmlformats.org/drawingml/2006/main">
              <a:ext uri="{FF2B5EF4-FFF2-40B4-BE49-F238E27FC236}">
                <a16:creationId xmlns:a16="http://schemas.microsoft.com/office/drawing/2014/main" id="{206A9D7F-918F-405F-BA52-13FC01EA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441" y="1540691"/>
            <a:ext cx="158153" cy="285466"/>
          </a:xfrm>
          <a:custGeom xmlns:a="http://schemas.openxmlformats.org/drawingml/2006/main">
            <a:pathLst>
              <a:path w="158153" h="285466">
                <a:moveTo>
                  <a:pt x="0" y="158153"/>
                </a:moveTo>
                <a:lnTo>
                  <a:pt x="79077" y="79077"/>
                </a:lnTo>
                <a:lnTo>
                  <a:pt x="158153" y="158153"/>
                </a:lnTo>
                <a:lnTo>
                  <a:pt x="79077" y="0"/>
                </a:lnTo>
                <a:lnTo>
                  <a:pt x="0" y="158153"/>
                </a:lnTo>
                <a:moveTo>
                  <a:pt x="88961" y="285466"/>
                </a:moveTo>
                <a:lnTo>
                  <a:pt x="88961" y="59307"/>
                </a:lnTo>
                <a:lnTo>
                  <a:pt x="69192" y="59307"/>
                </a:lnTo>
                <a:lnTo>
                  <a:pt x="69192" y="285466"/>
                </a:lnTo>
                <a:lnTo>
                  <a:pt x="88961" y="285466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92">
            <a:extLst xmlns:a="http://schemas.openxmlformats.org/drawingml/2006/main">
              <a:ext uri="{FF2B5EF4-FFF2-40B4-BE49-F238E27FC236}">
                <a16:creationId xmlns:a16="http://schemas.microsoft.com/office/drawing/2014/main" id="{4F129DDB-6580-4142-96AD-18ED7A3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63" y="140246"/>
            <a:ext cx="5043503" cy="631031"/>
          </a:xfrm>
          <a:custGeom xmlns:a="http://schemas.openxmlformats.org/drawingml/2006/main">
            <a:pathLst>
              <a:path w="5043503" h="631031">
                <a:moveTo>
                  <a:pt x="0" y="619169"/>
                </a:moveTo>
                <a:lnTo>
                  <a:pt x="0" y="524278"/>
                </a:lnTo>
                <a:lnTo>
                  <a:pt x="23723" y="524278"/>
                </a:lnTo>
                <a:lnTo>
                  <a:pt x="23723" y="619169"/>
                </a:lnTo>
                <a:lnTo>
                  <a:pt x="0" y="619169"/>
                </a:lnTo>
                <a:moveTo>
                  <a:pt x="0" y="453109"/>
                </a:moveTo>
                <a:lnTo>
                  <a:pt x="0" y="358217"/>
                </a:lnTo>
                <a:lnTo>
                  <a:pt x="23723" y="358217"/>
                </a:lnTo>
                <a:lnTo>
                  <a:pt x="23723" y="453109"/>
                </a:lnTo>
                <a:lnTo>
                  <a:pt x="0" y="453109"/>
                </a:lnTo>
                <a:moveTo>
                  <a:pt x="0" y="287048"/>
                </a:moveTo>
                <a:lnTo>
                  <a:pt x="0" y="192156"/>
                </a:lnTo>
                <a:lnTo>
                  <a:pt x="23723" y="192156"/>
                </a:lnTo>
                <a:lnTo>
                  <a:pt x="23723" y="287048"/>
                </a:lnTo>
                <a:lnTo>
                  <a:pt x="0" y="287048"/>
                </a:lnTo>
                <a:moveTo>
                  <a:pt x="0" y="120987"/>
                </a:moveTo>
                <a:lnTo>
                  <a:pt x="0" y="26096"/>
                </a:lnTo>
                <a:lnTo>
                  <a:pt x="23723" y="26096"/>
                </a:lnTo>
                <a:lnTo>
                  <a:pt x="23723" y="120987"/>
                </a:lnTo>
                <a:lnTo>
                  <a:pt x="0" y="120987"/>
                </a:lnTo>
                <a:moveTo>
                  <a:pt x="68796" y="0"/>
                </a:moveTo>
                <a:lnTo>
                  <a:pt x="163688" y="0"/>
                </a:lnTo>
                <a:lnTo>
                  <a:pt x="163688" y="23723"/>
                </a:lnTo>
                <a:lnTo>
                  <a:pt x="68796" y="23723"/>
                </a:lnTo>
                <a:lnTo>
                  <a:pt x="68796" y="0"/>
                </a:lnTo>
                <a:moveTo>
                  <a:pt x="234857" y="0"/>
                </a:moveTo>
                <a:lnTo>
                  <a:pt x="329749" y="0"/>
                </a:lnTo>
                <a:lnTo>
                  <a:pt x="329749" y="23723"/>
                </a:lnTo>
                <a:lnTo>
                  <a:pt x="234857" y="23723"/>
                </a:lnTo>
                <a:lnTo>
                  <a:pt x="234857" y="0"/>
                </a:lnTo>
                <a:moveTo>
                  <a:pt x="400918" y="0"/>
                </a:moveTo>
                <a:lnTo>
                  <a:pt x="495810" y="0"/>
                </a:lnTo>
                <a:lnTo>
                  <a:pt x="495810" y="23723"/>
                </a:lnTo>
                <a:lnTo>
                  <a:pt x="400918" y="23723"/>
                </a:lnTo>
                <a:lnTo>
                  <a:pt x="400918" y="0"/>
                </a:lnTo>
                <a:moveTo>
                  <a:pt x="566979" y="0"/>
                </a:moveTo>
                <a:lnTo>
                  <a:pt x="661871" y="0"/>
                </a:lnTo>
                <a:lnTo>
                  <a:pt x="661871" y="23723"/>
                </a:lnTo>
                <a:lnTo>
                  <a:pt x="566979" y="23723"/>
                </a:lnTo>
                <a:lnTo>
                  <a:pt x="566979" y="0"/>
                </a:lnTo>
                <a:moveTo>
                  <a:pt x="733040" y="0"/>
                </a:moveTo>
                <a:lnTo>
                  <a:pt x="827931" y="0"/>
                </a:lnTo>
                <a:lnTo>
                  <a:pt x="827931" y="23723"/>
                </a:lnTo>
                <a:lnTo>
                  <a:pt x="733040" y="23723"/>
                </a:lnTo>
                <a:lnTo>
                  <a:pt x="733040" y="0"/>
                </a:lnTo>
                <a:moveTo>
                  <a:pt x="899100" y="0"/>
                </a:moveTo>
                <a:lnTo>
                  <a:pt x="993992" y="0"/>
                </a:lnTo>
                <a:lnTo>
                  <a:pt x="993992" y="23723"/>
                </a:lnTo>
                <a:lnTo>
                  <a:pt x="899100" y="23723"/>
                </a:lnTo>
                <a:lnTo>
                  <a:pt x="899100" y="0"/>
                </a:lnTo>
                <a:moveTo>
                  <a:pt x="1065161" y="0"/>
                </a:moveTo>
                <a:lnTo>
                  <a:pt x="1160053" y="0"/>
                </a:lnTo>
                <a:lnTo>
                  <a:pt x="1160053" y="23723"/>
                </a:lnTo>
                <a:lnTo>
                  <a:pt x="1065161" y="23723"/>
                </a:lnTo>
                <a:lnTo>
                  <a:pt x="1065161" y="0"/>
                </a:lnTo>
                <a:moveTo>
                  <a:pt x="1231222" y="0"/>
                </a:moveTo>
                <a:lnTo>
                  <a:pt x="1326114" y="0"/>
                </a:lnTo>
                <a:lnTo>
                  <a:pt x="1326114" y="23723"/>
                </a:lnTo>
                <a:lnTo>
                  <a:pt x="1231222" y="23723"/>
                </a:lnTo>
                <a:lnTo>
                  <a:pt x="1231222" y="0"/>
                </a:lnTo>
                <a:moveTo>
                  <a:pt x="1397283" y="0"/>
                </a:moveTo>
                <a:lnTo>
                  <a:pt x="1492175" y="0"/>
                </a:lnTo>
                <a:lnTo>
                  <a:pt x="1492175" y="23723"/>
                </a:lnTo>
                <a:lnTo>
                  <a:pt x="1397283" y="23723"/>
                </a:lnTo>
                <a:lnTo>
                  <a:pt x="1397283" y="0"/>
                </a:lnTo>
                <a:moveTo>
                  <a:pt x="1563343" y="0"/>
                </a:moveTo>
                <a:lnTo>
                  <a:pt x="1658235" y="0"/>
                </a:lnTo>
                <a:lnTo>
                  <a:pt x="1658235" y="23723"/>
                </a:lnTo>
                <a:lnTo>
                  <a:pt x="1563343" y="23723"/>
                </a:lnTo>
                <a:lnTo>
                  <a:pt x="1563343" y="0"/>
                </a:lnTo>
                <a:moveTo>
                  <a:pt x="1729404" y="0"/>
                </a:moveTo>
                <a:lnTo>
                  <a:pt x="1824296" y="0"/>
                </a:lnTo>
                <a:lnTo>
                  <a:pt x="1824296" y="23723"/>
                </a:lnTo>
                <a:lnTo>
                  <a:pt x="1729404" y="23723"/>
                </a:lnTo>
                <a:lnTo>
                  <a:pt x="1729404" y="0"/>
                </a:lnTo>
                <a:moveTo>
                  <a:pt x="1895465" y="0"/>
                </a:moveTo>
                <a:lnTo>
                  <a:pt x="1990356" y="0"/>
                </a:lnTo>
                <a:lnTo>
                  <a:pt x="1990356" y="23723"/>
                </a:lnTo>
                <a:lnTo>
                  <a:pt x="1895465" y="23723"/>
                </a:lnTo>
                <a:lnTo>
                  <a:pt x="1895465" y="0"/>
                </a:lnTo>
                <a:moveTo>
                  <a:pt x="2061525" y="0"/>
                </a:moveTo>
                <a:lnTo>
                  <a:pt x="2156417" y="0"/>
                </a:lnTo>
                <a:lnTo>
                  <a:pt x="2156417" y="23723"/>
                </a:lnTo>
                <a:lnTo>
                  <a:pt x="2061525" y="23723"/>
                </a:lnTo>
                <a:lnTo>
                  <a:pt x="2061525" y="0"/>
                </a:lnTo>
                <a:moveTo>
                  <a:pt x="2227586" y="0"/>
                </a:moveTo>
                <a:lnTo>
                  <a:pt x="2322478" y="0"/>
                </a:lnTo>
                <a:lnTo>
                  <a:pt x="2322478" y="23723"/>
                </a:lnTo>
                <a:lnTo>
                  <a:pt x="2227586" y="23723"/>
                </a:lnTo>
                <a:lnTo>
                  <a:pt x="2227586" y="0"/>
                </a:lnTo>
                <a:moveTo>
                  <a:pt x="2393647" y="0"/>
                </a:moveTo>
                <a:lnTo>
                  <a:pt x="2488539" y="0"/>
                </a:lnTo>
                <a:lnTo>
                  <a:pt x="2488539" y="23723"/>
                </a:lnTo>
                <a:lnTo>
                  <a:pt x="2393647" y="23723"/>
                </a:lnTo>
                <a:lnTo>
                  <a:pt x="2393647" y="0"/>
                </a:lnTo>
                <a:moveTo>
                  <a:pt x="2559708" y="0"/>
                </a:moveTo>
                <a:lnTo>
                  <a:pt x="2654600" y="0"/>
                </a:lnTo>
                <a:lnTo>
                  <a:pt x="2654600" y="23723"/>
                </a:lnTo>
                <a:lnTo>
                  <a:pt x="2559708" y="23723"/>
                </a:lnTo>
                <a:lnTo>
                  <a:pt x="2559708" y="0"/>
                </a:lnTo>
                <a:moveTo>
                  <a:pt x="2725769" y="0"/>
                </a:moveTo>
                <a:lnTo>
                  <a:pt x="2820660" y="0"/>
                </a:lnTo>
                <a:lnTo>
                  <a:pt x="2820660" y="23723"/>
                </a:lnTo>
                <a:lnTo>
                  <a:pt x="2725769" y="23723"/>
                </a:lnTo>
                <a:lnTo>
                  <a:pt x="2725769" y="0"/>
                </a:lnTo>
                <a:moveTo>
                  <a:pt x="2891829" y="0"/>
                </a:moveTo>
                <a:lnTo>
                  <a:pt x="2986721" y="0"/>
                </a:lnTo>
                <a:lnTo>
                  <a:pt x="2986721" y="23723"/>
                </a:lnTo>
                <a:lnTo>
                  <a:pt x="2891829" y="23723"/>
                </a:lnTo>
                <a:lnTo>
                  <a:pt x="2891829" y="0"/>
                </a:lnTo>
                <a:moveTo>
                  <a:pt x="3057890" y="0"/>
                </a:moveTo>
                <a:lnTo>
                  <a:pt x="3152782" y="0"/>
                </a:lnTo>
                <a:lnTo>
                  <a:pt x="3152782" y="23723"/>
                </a:lnTo>
                <a:lnTo>
                  <a:pt x="3057890" y="23723"/>
                </a:lnTo>
                <a:lnTo>
                  <a:pt x="3057890" y="0"/>
                </a:lnTo>
                <a:moveTo>
                  <a:pt x="3223951" y="0"/>
                </a:moveTo>
                <a:lnTo>
                  <a:pt x="3318843" y="0"/>
                </a:lnTo>
                <a:lnTo>
                  <a:pt x="3318843" y="23723"/>
                </a:lnTo>
                <a:lnTo>
                  <a:pt x="3223951" y="23723"/>
                </a:lnTo>
                <a:lnTo>
                  <a:pt x="3223951" y="0"/>
                </a:lnTo>
                <a:moveTo>
                  <a:pt x="3390012" y="0"/>
                </a:moveTo>
                <a:lnTo>
                  <a:pt x="3484904" y="0"/>
                </a:lnTo>
                <a:lnTo>
                  <a:pt x="3484904" y="23723"/>
                </a:lnTo>
                <a:lnTo>
                  <a:pt x="3390012" y="23723"/>
                </a:lnTo>
                <a:lnTo>
                  <a:pt x="3390012" y="0"/>
                </a:lnTo>
                <a:moveTo>
                  <a:pt x="3556072" y="0"/>
                </a:moveTo>
                <a:lnTo>
                  <a:pt x="3650964" y="0"/>
                </a:lnTo>
                <a:lnTo>
                  <a:pt x="3650964" y="23723"/>
                </a:lnTo>
                <a:lnTo>
                  <a:pt x="3556072" y="23723"/>
                </a:lnTo>
                <a:lnTo>
                  <a:pt x="3556072" y="0"/>
                </a:lnTo>
                <a:moveTo>
                  <a:pt x="3722133" y="0"/>
                </a:moveTo>
                <a:lnTo>
                  <a:pt x="3817025" y="0"/>
                </a:lnTo>
                <a:lnTo>
                  <a:pt x="3817025" y="23723"/>
                </a:lnTo>
                <a:lnTo>
                  <a:pt x="3722133" y="23723"/>
                </a:lnTo>
                <a:lnTo>
                  <a:pt x="3722133" y="0"/>
                </a:lnTo>
                <a:moveTo>
                  <a:pt x="3888194" y="0"/>
                </a:moveTo>
                <a:lnTo>
                  <a:pt x="3983086" y="0"/>
                </a:lnTo>
                <a:lnTo>
                  <a:pt x="3983086" y="23723"/>
                </a:lnTo>
                <a:lnTo>
                  <a:pt x="3888194" y="23723"/>
                </a:lnTo>
                <a:lnTo>
                  <a:pt x="3888194" y="0"/>
                </a:lnTo>
                <a:moveTo>
                  <a:pt x="4054255" y="0"/>
                </a:moveTo>
                <a:lnTo>
                  <a:pt x="4149147" y="0"/>
                </a:lnTo>
                <a:lnTo>
                  <a:pt x="4149147" y="23723"/>
                </a:lnTo>
                <a:lnTo>
                  <a:pt x="4054255" y="23723"/>
                </a:lnTo>
                <a:lnTo>
                  <a:pt x="4054255" y="0"/>
                </a:lnTo>
                <a:moveTo>
                  <a:pt x="4220316" y="0"/>
                </a:moveTo>
                <a:lnTo>
                  <a:pt x="4315208" y="0"/>
                </a:lnTo>
                <a:lnTo>
                  <a:pt x="4315208" y="23723"/>
                </a:lnTo>
                <a:lnTo>
                  <a:pt x="4220316" y="23723"/>
                </a:lnTo>
                <a:lnTo>
                  <a:pt x="4220316" y="0"/>
                </a:lnTo>
                <a:moveTo>
                  <a:pt x="4386376" y="0"/>
                </a:moveTo>
                <a:lnTo>
                  <a:pt x="4481268" y="0"/>
                </a:lnTo>
                <a:lnTo>
                  <a:pt x="4481268" y="23723"/>
                </a:lnTo>
                <a:lnTo>
                  <a:pt x="4386376" y="23723"/>
                </a:lnTo>
                <a:lnTo>
                  <a:pt x="4386376" y="0"/>
                </a:lnTo>
                <a:moveTo>
                  <a:pt x="4552437" y="0"/>
                </a:moveTo>
                <a:lnTo>
                  <a:pt x="4647329" y="0"/>
                </a:lnTo>
                <a:lnTo>
                  <a:pt x="4647329" y="23723"/>
                </a:lnTo>
                <a:lnTo>
                  <a:pt x="4552437" y="23723"/>
                </a:lnTo>
                <a:lnTo>
                  <a:pt x="4552437" y="0"/>
                </a:lnTo>
                <a:moveTo>
                  <a:pt x="4718498" y="0"/>
                </a:moveTo>
                <a:lnTo>
                  <a:pt x="4813390" y="0"/>
                </a:lnTo>
                <a:lnTo>
                  <a:pt x="4813390" y="23723"/>
                </a:lnTo>
                <a:lnTo>
                  <a:pt x="4718498" y="23723"/>
                </a:lnTo>
                <a:lnTo>
                  <a:pt x="4718498" y="0"/>
                </a:lnTo>
                <a:moveTo>
                  <a:pt x="4884559" y="0"/>
                </a:moveTo>
                <a:lnTo>
                  <a:pt x="4979451" y="0"/>
                </a:lnTo>
                <a:lnTo>
                  <a:pt x="4979451" y="23723"/>
                </a:lnTo>
                <a:lnTo>
                  <a:pt x="4884559" y="23723"/>
                </a:lnTo>
                <a:lnTo>
                  <a:pt x="4884559" y="0"/>
                </a:lnTo>
                <a:moveTo>
                  <a:pt x="5043503" y="30840"/>
                </a:moveTo>
                <a:lnTo>
                  <a:pt x="5043503" y="125732"/>
                </a:lnTo>
                <a:lnTo>
                  <a:pt x="5019780" y="125732"/>
                </a:lnTo>
                <a:lnTo>
                  <a:pt x="5019780" y="30840"/>
                </a:lnTo>
                <a:lnTo>
                  <a:pt x="5043503" y="30840"/>
                </a:lnTo>
                <a:moveTo>
                  <a:pt x="5043503" y="196901"/>
                </a:moveTo>
                <a:lnTo>
                  <a:pt x="5043503" y="291793"/>
                </a:lnTo>
                <a:lnTo>
                  <a:pt x="5019780" y="291793"/>
                </a:lnTo>
                <a:lnTo>
                  <a:pt x="5019780" y="196901"/>
                </a:lnTo>
                <a:lnTo>
                  <a:pt x="5043503" y="196901"/>
                </a:lnTo>
                <a:moveTo>
                  <a:pt x="5043503" y="362962"/>
                </a:moveTo>
                <a:lnTo>
                  <a:pt x="5043503" y="457853"/>
                </a:lnTo>
                <a:lnTo>
                  <a:pt x="5019780" y="457853"/>
                </a:lnTo>
                <a:lnTo>
                  <a:pt x="5019780" y="362962"/>
                </a:lnTo>
                <a:lnTo>
                  <a:pt x="5043503" y="362962"/>
                </a:lnTo>
                <a:moveTo>
                  <a:pt x="5043503" y="529022"/>
                </a:moveTo>
                <a:lnTo>
                  <a:pt x="5043503" y="631031"/>
                </a:lnTo>
                <a:lnTo>
                  <a:pt x="5026897" y="631031"/>
                </a:lnTo>
                <a:lnTo>
                  <a:pt x="5026897" y="607308"/>
                </a:lnTo>
                <a:lnTo>
                  <a:pt x="5019780" y="607308"/>
                </a:lnTo>
                <a:lnTo>
                  <a:pt x="5031641" y="607308"/>
                </a:lnTo>
                <a:lnTo>
                  <a:pt x="5019780" y="619169"/>
                </a:lnTo>
                <a:lnTo>
                  <a:pt x="5019780" y="529022"/>
                </a:lnTo>
                <a:lnTo>
                  <a:pt x="5043503" y="529022"/>
                </a:lnTo>
                <a:moveTo>
                  <a:pt x="4955728" y="631031"/>
                </a:moveTo>
                <a:lnTo>
                  <a:pt x="4860836" y="631031"/>
                </a:lnTo>
                <a:lnTo>
                  <a:pt x="4860836" y="607308"/>
                </a:lnTo>
                <a:lnTo>
                  <a:pt x="4955728" y="607308"/>
                </a:lnTo>
                <a:lnTo>
                  <a:pt x="4955728" y="631031"/>
                </a:lnTo>
                <a:moveTo>
                  <a:pt x="4789667" y="631031"/>
                </a:moveTo>
                <a:lnTo>
                  <a:pt x="4694775" y="631031"/>
                </a:lnTo>
                <a:lnTo>
                  <a:pt x="4694775" y="607308"/>
                </a:lnTo>
                <a:lnTo>
                  <a:pt x="4789667" y="607308"/>
                </a:lnTo>
                <a:lnTo>
                  <a:pt x="4789667" y="631031"/>
                </a:lnTo>
                <a:moveTo>
                  <a:pt x="4623606" y="631031"/>
                </a:moveTo>
                <a:lnTo>
                  <a:pt x="4528714" y="631031"/>
                </a:lnTo>
                <a:lnTo>
                  <a:pt x="4528714" y="607308"/>
                </a:lnTo>
                <a:lnTo>
                  <a:pt x="4623606" y="607308"/>
                </a:lnTo>
                <a:lnTo>
                  <a:pt x="4623606" y="631031"/>
                </a:lnTo>
                <a:moveTo>
                  <a:pt x="4457545" y="631031"/>
                </a:moveTo>
                <a:lnTo>
                  <a:pt x="4362653" y="631031"/>
                </a:lnTo>
                <a:lnTo>
                  <a:pt x="4362653" y="607308"/>
                </a:lnTo>
                <a:lnTo>
                  <a:pt x="4457545" y="607308"/>
                </a:lnTo>
                <a:lnTo>
                  <a:pt x="4457545" y="631031"/>
                </a:lnTo>
                <a:moveTo>
                  <a:pt x="4291485" y="631031"/>
                </a:moveTo>
                <a:lnTo>
                  <a:pt x="4196593" y="631031"/>
                </a:lnTo>
                <a:lnTo>
                  <a:pt x="4196593" y="607308"/>
                </a:lnTo>
                <a:lnTo>
                  <a:pt x="4291485" y="607308"/>
                </a:lnTo>
                <a:lnTo>
                  <a:pt x="4291485" y="631031"/>
                </a:lnTo>
                <a:moveTo>
                  <a:pt x="4125424" y="631031"/>
                </a:moveTo>
                <a:lnTo>
                  <a:pt x="4030532" y="631031"/>
                </a:lnTo>
                <a:lnTo>
                  <a:pt x="4030532" y="607308"/>
                </a:lnTo>
                <a:lnTo>
                  <a:pt x="4125424" y="607308"/>
                </a:lnTo>
                <a:lnTo>
                  <a:pt x="4125424" y="631031"/>
                </a:lnTo>
                <a:moveTo>
                  <a:pt x="3959363" y="631031"/>
                </a:moveTo>
                <a:lnTo>
                  <a:pt x="3864471" y="631031"/>
                </a:lnTo>
                <a:lnTo>
                  <a:pt x="3864471" y="607308"/>
                </a:lnTo>
                <a:lnTo>
                  <a:pt x="3959363" y="607308"/>
                </a:lnTo>
                <a:lnTo>
                  <a:pt x="3959363" y="631031"/>
                </a:lnTo>
                <a:moveTo>
                  <a:pt x="3793302" y="631031"/>
                </a:moveTo>
                <a:lnTo>
                  <a:pt x="3698410" y="631031"/>
                </a:lnTo>
                <a:lnTo>
                  <a:pt x="3698410" y="607308"/>
                </a:lnTo>
                <a:lnTo>
                  <a:pt x="3793302" y="607308"/>
                </a:lnTo>
                <a:lnTo>
                  <a:pt x="3793302" y="631031"/>
                </a:lnTo>
                <a:moveTo>
                  <a:pt x="3627241" y="631031"/>
                </a:moveTo>
                <a:lnTo>
                  <a:pt x="3532350" y="631031"/>
                </a:lnTo>
                <a:lnTo>
                  <a:pt x="3532350" y="607308"/>
                </a:lnTo>
                <a:lnTo>
                  <a:pt x="3627241" y="607308"/>
                </a:lnTo>
                <a:lnTo>
                  <a:pt x="3627241" y="631031"/>
                </a:lnTo>
                <a:moveTo>
                  <a:pt x="3461181" y="631031"/>
                </a:moveTo>
                <a:lnTo>
                  <a:pt x="3366289" y="631031"/>
                </a:lnTo>
                <a:lnTo>
                  <a:pt x="3366289" y="607308"/>
                </a:lnTo>
                <a:lnTo>
                  <a:pt x="3461181" y="607308"/>
                </a:lnTo>
                <a:lnTo>
                  <a:pt x="3461181" y="631031"/>
                </a:lnTo>
                <a:moveTo>
                  <a:pt x="3295120" y="631031"/>
                </a:moveTo>
                <a:lnTo>
                  <a:pt x="3200228" y="631031"/>
                </a:lnTo>
                <a:lnTo>
                  <a:pt x="3200228" y="607308"/>
                </a:lnTo>
                <a:lnTo>
                  <a:pt x="3295120" y="607308"/>
                </a:lnTo>
                <a:lnTo>
                  <a:pt x="3295120" y="631031"/>
                </a:lnTo>
                <a:moveTo>
                  <a:pt x="3129059" y="631031"/>
                </a:moveTo>
                <a:lnTo>
                  <a:pt x="3034167" y="631031"/>
                </a:lnTo>
                <a:lnTo>
                  <a:pt x="3034167" y="607308"/>
                </a:lnTo>
                <a:lnTo>
                  <a:pt x="3129059" y="607308"/>
                </a:lnTo>
                <a:lnTo>
                  <a:pt x="3129059" y="631031"/>
                </a:lnTo>
                <a:moveTo>
                  <a:pt x="2962998" y="631031"/>
                </a:moveTo>
                <a:lnTo>
                  <a:pt x="2868106" y="631031"/>
                </a:lnTo>
                <a:lnTo>
                  <a:pt x="2868106" y="607308"/>
                </a:lnTo>
                <a:lnTo>
                  <a:pt x="2962998" y="607308"/>
                </a:lnTo>
                <a:lnTo>
                  <a:pt x="2962998" y="631031"/>
                </a:lnTo>
                <a:moveTo>
                  <a:pt x="2796937" y="631031"/>
                </a:moveTo>
                <a:lnTo>
                  <a:pt x="2702046" y="631031"/>
                </a:lnTo>
                <a:lnTo>
                  <a:pt x="2702046" y="607308"/>
                </a:lnTo>
                <a:lnTo>
                  <a:pt x="2796937" y="607308"/>
                </a:lnTo>
                <a:lnTo>
                  <a:pt x="2796937" y="631031"/>
                </a:lnTo>
                <a:moveTo>
                  <a:pt x="2630877" y="631031"/>
                </a:moveTo>
                <a:lnTo>
                  <a:pt x="2535985" y="631031"/>
                </a:lnTo>
                <a:lnTo>
                  <a:pt x="2535985" y="607308"/>
                </a:lnTo>
                <a:lnTo>
                  <a:pt x="2630877" y="607308"/>
                </a:lnTo>
                <a:lnTo>
                  <a:pt x="2630877" y="631031"/>
                </a:lnTo>
                <a:moveTo>
                  <a:pt x="2464816" y="631031"/>
                </a:moveTo>
                <a:lnTo>
                  <a:pt x="2369924" y="631031"/>
                </a:lnTo>
                <a:lnTo>
                  <a:pt x="2369924" y="607308"/>
                </a:lnTo>
                <a:lnTo>
                  <a:pt x="2464816" y="607308"/>
                </a:lnTo>
                <a:lnTo>
                  <a:pt x="2464816" y="631031"/>
                </a:lnTo>
                <a:moveTo>
                  <a:pt x="2298755" y="631031"/>
                </a:moveTo>
                <a:lnTo>
                  <a:pt x="2203863" y="631031"/>
                </a:lnTo>
                <a:lnTo>
                  <a:pt x="2203863" y="607308"/>
                </a:lnTo>
                <a:lnTo>
                  <a:pt x="2298755" y="607308"/>
                </a:lnTo>
                <a:lnTo>
                  <a:pt x="2298755" y="631031"/>
                </a:lnTo>
                <a:moveTo>
                  <a:pt x="2132694" y="631031"/>
                </a:moveTo>
                <a:lnTo>
                  <a:pt x="2037802" y="631031"/>
                </a:lnTo>
                <a:lnTo>
                  <a:pt x="2037802" y="607308"/>
                </a:lnTo>
                <a:lnTo>
                  <a:pt x="2132694" y="607308"/>
                </a:lnTo>
                <a:lnTo>
                  <a:pt x="2132694" y="631031"/>
                </a:lnTo>
                <a:moveTo>
                  <a:pt x="1966633" y="631031"/>
                </a:moveTo>
                <a:lnTo>
                  <a:pt x="1871742" y="631031"/>
                </a:lnTo>
                <a:lnTo>
                  <a:pt x="1871742" y="607308"/>
                </a:lnTo>
                <a:lnTo>
                  <a:pt x="1966633" y="607308"/>
                </a:lnTo>
                <a:lnTo>
                  <a:pt x="1966633" y="631031"/>
                </a:lnTo>
                <a:moveTo>
                  <a:pt x="1800573" y="631031"/>
                </a:moveTo>
                <a:lnTo>
                  <a:pt x="1705681" y="631031"/>
                </a:lnTo>
                <a:lnTo>
                  <a:pt x="1705681" y="607308"/>
                </a:lnTo>
                <a:lnTo>
                  <a:pt x="1800573" y="607308"/>
                </a:lnTo>
                <a:lnTo>
                  <a:pt x="1800573" y="631031"/>
                </a:lnTo>
                <a:moveTo>
                  <a:pt x="1634512" y="631031"/>
                </a:moveTo>
                <a:lnTo>
                  <a:pt x="1539620" y="631031"/>
                </a:lnTo>
                <a:lnTo>
                  <a:pt x="1539620" y="607308"/>
                </a:lnTo>
                <a:lnTo>
                  <a:pt x="1634512" y="607308"/>
                </a:lnTo>
                <a:lnTo>
                  <a:pt x="1634512" y="631031"/>
                </a:lnTo>
                <a:moveTo>
                  <a:pt x="1468452" y="631031"/>
                </a:moveTo>
                <a:lnTo>
                  <a:pt x="1373560" y="631031"/>
                </a:lnTo>
                <a:lnTo>
                  <a:pt x="1373560" y="607308"/>
                </a:lnTo>
                <a:lnTo>
                  <a:pt x="1468452" y="607308"/>
                </a:lnTo>
                <a:lnTo>
                  <a:pt x="1468452" y="631031"/>
                </a:lnTo>
                <a:moveTo>
                  <a:pt x="1302391" y="631031"/>
                </a:moveTo>
                <a:lnTo>
                  <a:pt x="1207499" y="631031"/>
                </a:lnTo>
                <a:lnTo>
                  <a:pt x="1207499" y="607308"/>
                </a:lnTo>
                <a:lnTo>
                  <a:pt x="1302391" y="607308"/>
                </a:lnTo>
                <a:lnTo>
                  <a:pt x="1302391" y="631031"/>
                </a:lnTo>
                <a:moveTo>
                  <a:pt x="1136330" y="631031"/>
                </a:moveTo>
                <a:lnTo>
                  <a:pt x="1041438" y="631031"/>
                </a:lnTo>
                <a:lnTo>
                  <a:pt x="1041438" y="607308"/>
                </a:lnTo>
                <a:lnTo>
                  <a:pt x="1136330" y="607308"/>
                </a:lnTo>
                <a:lnTo>
                  <a:pt x="1136330" y="631031"/>
                </a:lnTo>
                <a:moveTo>
                  <a:pt x="970269" y="631031"/>
                </a:moveTo>
                <a:lnTo>
                  <a:pt x="875377" y="631031"/>
                </a:lnTo>
                <a:lnTo>
                  <a:pt x="875377" y="607308"/>
                </a:lnTo>
                <a:lnTo>
                  <a:pt x="970269" y="607308"/>
                </a:lnTo>
                <a:lnTo>
                  <a:pt x="970269" y="631031"/>
                </a:lnTo>
                <a:moveTo>
                  <a:pt x="804208" y="631031"/>
                </a:moveTo>
                <a:lnTo>
                  <a:pt x="709317" y="631031"/>
                </a:lnTo>
                <a:lnTo>
                  <a:pt x="709317" y="607308"/>
                </a:lnTo>
                <a:lnTo>
                  <a:pt x="804208" y="607308"/>
                </a:lnTo>
                <a:lnTo>
                  <a:pt x="804208" y="631031"/>
                </a:lnTo>
                <a:moveTo>
                  <a:pt x="638148" y="631031"/>
                </a:moveTo>
                <a:lnTo>
                  <a:pt x="543256" y="631031"/>
                </a:lnTo>
                <a:lnTo>
                  <a:pt x="543256" y="607308"/>
                </a:lnTo>
                <a:lnTo>
                  <a:pt x="638148" y="607308"/>
                </a:lnTo>
                <a:lnTo>
                  <a:pt x="638148" y="631031"/>
                </a:lnTo>
                <a:moveTo>
                  <a:pt x="472087" y="631031"/>
                </a:moveTo>
                <a:lnTo>
                  <a:pt x="377195" y="631031"/>
                </a:lnTo>
                <a:lnTo>
                  <a:pt x="377195" y="607308"/>
                </a:lnTo>
                <a:lnTo>
                  <a:pt x="472087" y="607308"/>
                </a:lnTo>
                <a:lnTo>
                  <a:pt x="472087" y="631031"/>
                </a:lnTo>
                <a:moveTo>
                  <a:pt x="306026" y="631031"/>
                </a:moveTo>
                <a:lnTo>
                  <a:pt x="211134" y="631031"/>
                </a:lnTo>
                <a:lnTo>
                  <a:pt x="211134" y="607308"/>
                </a:lnTo>
                <a:lnTo>
                  <a:pt x="306026" y="607308"/>
                </a:lnTo>
                <a:lnTo>
                  <a:pt x="306026" y="631031"/>
                </a:lnTo>
                <a:moveTo>
                  <a:pt x="139965" y="631031"/>
                </a:moveTo>
                <a:lnTo>
                  <a:pt x="45073" y="631031"/>
                </a:lnTo>
                <a:lnTo>
                  <a:pt x="45073" y="607308"/>
                </a:lnTo>
                <a:lnTo>
                  <a:pt x="139965" y="607308"/>
                </a:lnTo>
                <a:lnTo>
                  <a:pt x="139965" y="63103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93">
            <a:extLst xmlns:a="http://schemas.openxmlformats.org/drawingml/2006/main">
              <a:ext uri="{FF2B5EF4-FFF2-40B4-BE49-F238E27FC236}">
                <a16:creationId xmlns:a16="http://schemas.microsoft.com/office/drawing/2014/main" id="{D172BD86-91EF-4CD5-A9DE-D961DF8C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325" y="746763"/>
            <a:ext cx="158153" cy="285466"/>
          </a:xfrm>
          <a:custGeom xmlns:a="http://schemas.openxmlformats.org/drawingml/2006/main">
            <a:pathLst>
              <a:path w="158153" h="285466">
                <a:moveTo>
                  <a:pt x="0" y="158153"/>
                </a:moveTo>
                <a:lnTo>
                  <a:pt x="79076" y="79077"/>
                </a:lnTo>
                <a:lnTo>
                  <a:pt x="158153" y="158153"/>
                </a:lnTo>
                <a:lnTo>
                  <a:pt x="79076" y="0"/>
                </a:lnTo>
                <a:lnTo>
                  <a:pt x="0" y="158153"/>
                </a:lnTo>
                <a:moveTo>
                  <a:pt x="88961" y="285466"/>
                </a:moveTo>
                <a:lnTo>
                  <a:pt x="88961" y="59307"/>
                </a:lnTo>
                <a:lnTo>
                  <a:pt x="69192" y="59307"/>
                </a:lnTo>
                <a:lnTo>
                  <a:pt x="69192" y="285466"/>
                </a:lnTo>
                <a:lnTo>
                  <a:pt x="88961" y="285466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text-94 This">
            <a:extLst xmlns:a="http://schemas.openxmlformats.org/drawingml/2006/main">
              <a:ext uri="{FF2B5EF4-FFF2-40B4-BE49-F238E27FC236}">
                <a16:creationId xmlns:a16="http://schemas.microsoft.com/office/drawing/2014/main" id="{6D34EA1B-F492-4DA6-9967-949E3753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723" y="218986"/>
            <a:ext cx="372194" cy="266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</a:t>
            </a:r>
          </a:p>
        </p:txBody>
      </p:sp>
      <p:sp>
        <p:nvSpPr>
          <p:cNvPr id="105" name="text-94 is">
            <a:extLst xmlns:a="http://schemas.openxmlformats.org/drawingml/2006/main">
              <a:ext uri="{FF2B5EF4-FFF2-40B4-BE49-F238E27FC236}">
                <a16:creationId xmlns:a16="http://schemas.microsoft.com/office/drawing/2014/main" id="{DAC88870-249A-4D27-8465-FECD0B31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825" y="218947"/>
            <a:ext cx="161066" cy="266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06" name="text-94 a">
            <a:extLst xmlns:a="http://schemas.openxmlformats.org/drawingml/2006/main">
              <a:ext uri="{FF2B5EF4-FFF2-40B4-BE49-F238E27FC236}">
                <a16:creationId xmlns:a16="http://schemas.microsoft.com/office/drawing/2014/main" id="{99149E74-42AB-43A4-BA66-509AB2C8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94" y="219246"/>
            <a:ext cx="118410" cy="26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7" name="text-94 basketball">
            <a:extLst xmlns:a="http://schemas.openxmlformats.org/drawingml/2006/main">
              <a:ext uri="{FF2B5EF4-FFF2-40B4-BE49-F238E27FC236}">
                <a16:creationId xmlns:a16="http://schemas.microsoft.com/office/drawing/2014/main" id="{9CFA6951-51A4-438E-8C7A-AB3CC58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851" y="218974"/>
            <a:ext cx="804967" cy="2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basketball</a:t>
            </a:r>
          </a:p>
        </p:txBody>
      </p:sp>
      <p:sp>
        <p:nvSpPr>
          <p:cNvPr id="108" name="text-94 player">
            <a:extLst xmlns:a="http://schemas.openxmlformats.org/drawingml/2006/main">
              <a:ext uri="{FF2B5EF4-FFF2-40B4-BE49-F238E27FC236}">
                <a16:creationId xmlns:a16="http://schemas.microsoft.com/office/drawing/2014/main" id="{28482552-AE64-4319-A4D3-0AE7635D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2294" y="218908"/>
            <a:ext cx="509424" cy="266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109" name="text-95 moving">
            <a:extLst xmlns:a="http://schemas.openxmlformats.org/drawingml/2006/main">
              <a:ext uri="{FF2B5EF4-FFF2-40B4-BE49-F238E27FC236}">
                <a16:creationId xmlns:a16="http://schemas.microsoft.com/office/drawing/2014/main" id="{7DA72301-4348-4DB8-A5D4-1CFA51C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990" y="219306"/>
            <a:ext cx="635146" cy="265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moving</a:t>
            </a:r>
          </a:p>
        </p:txBody>
      </p:sp>
      <p:sp>
        <p:nvSpPr>
          <p:cNvPr id="110" name="text-95 along">
            <a:extLst xmlns:a="http://schemas.openxmlformats.org/drawingml/2006/main">
              <a:ext uri="{FF2B5EF4-FFF2-40B4-BE49-F238E27FC236}">
                <a16:creationId xmlns:a16="http://schemas.microsoft.com/office/drawing/2014/main" id="{3626A9B8-FA84-4526-8BE2-C9BBCEF0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3418" y="219358"/>
            <a:ext cx="476983" cy="265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along</a:t>
            </a:r>
          </a:p>
        </p:txBody>
      </p:sp>
      <p:sp>
        <p:nvSpPr>
          <p:cNvPr id="111" name="text-95 the">
            <a:extLst xmlns:a="http://schemas.openxmlformats.org/drawingml/2006/main">
              <a:ext uri="{FF2B5EF4-FFF2-40B4-BE49-F238E27FC236}">
                <a16:creationId xmlns:a16="http://schemas.microsoft.com/office/drawing/2014/main" id="{63BB9B07-48AE-4BBF-A27C-1D572C93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3692" y="219559"/>
            <a:ext cx="286787" cy="265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12" name="text-95 court">
            <a:extLst xmlns:a="http://schemas.openxmlformats.org/drawingml/2006/main">
              <a:ext uri="{FF2B5EF4-FFF2-40B4-BE49-F238E27FC236}">
                <a16:creationId xmlns:a16="http://schemas.microsoft.com/office/drawing/2014/main" id="{168DB4D1-D5E9-4402-8734-1E2792B8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183" y="219132"/>
            <a:ext cx="466683" cy="265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court</a:t>
            </a:r>
          </a:p>
        </p:txBody>
      </p:sp>
      <p:sp>
        <p:nvSpPr>
          <p:cNvPr id="113" name="text-96 .">
            <a:extLst xmlns:a="http://schemas.openxmlformats.org/drawingml/2006/main">
              <a:ext uri="{FF2B5EF4-FFF2-40B4-BE49-F238E27FC236}">
                <a16:creationId xmlns:a16="http://schemas.microsoft.com/office/drawing/2014/main" id="{07D8E11A-E1F1-4669-98B4-0F31F88F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6732" y="219276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14" name="text-97 At">
            <a:extLst xmlns:a="http://schemas.openxmlformats.org/drawingml/2006/main">
              <a:ext uri="{FF2B5EF4-FFF2-40B4-BE49-F238E27FC236}">
                <a16:creationId xmlns:a16="http://schemas.microsoft.com/office/drawing/2014/main" id="{7B1B836A-F356-46BB-A34B-0EB7036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723" y="447270"/>
            <a:ext cx="223654" cy="265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15" name="text-98 t">
            <a:extLst xmlns:a="http://schemas.openxmlformats.org/drawingml/2006/main">
              <a:ext uri="{FF2B5EF4-FFF2-40B4-BE49-F238E27FC236}">
                <a16:creationId xmlns:a16="http://schemas.microsoft.com/office/drawing/2014/main" id="{4C40B703-0373-44D8-A7D9-F7726D4B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52" y="446866"/>
            <a:ext cx="86924" cy="265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6" name="text-99 1">
            <a:extLst xmlns:a="http://schemas.openxmlformats.org/drawingml/2006/main">
              <a:ext uri="{FF2B5EF4-FFF2-40B4-BE49-F238E27FC236}">
                <a16:creationId xmlns:a16="http://schemas.microsoft.com/office/drawing/2014/main" id="{5A0CBB55-EACD-4340-8AF1-789F33D7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34" y="551338"/>
            <a:ext cx="83903" cy="172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7" name="text-100 ,">
            <a:extLst xmlns:a="http://schemas.openxmlformats.org/drawingml/2006/main">
              <a:ext uri="{FF2B5EF4-FFF2-40B4-BE49-F238E27FC236}">
                <a16:creationId xmlns:a16="http://schemas.microsoft.com/office/drawing/2014/main" id="{C7A8FE21-357A-44D9-88A5-950C0D45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3" y="44701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18" name="text-100 he">
            <a:extLst xmlns:a="http://schemas.openxmlformats.org/drawingml/2006/main">
              <a:ext uri="{FF2B5EF4-FFF2-40B4-BE49-F238E27FC236}">
                <a16:creationId xmlns:a16="http://schemas.microsoft.com/office/drawing/2014/main" id="{539A7D11-C08E-4073-91D9-A218D6DA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05" y="447002"/>
            <a:ext cx="213299" cy="265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</a:t>
            </a:r>
          </a:p>
        </p:txBody>
      </p:sp>
      <p:sp>
        <p:nvSpPr>
          <p:cNvPr id="119" name="text-100 is">
            <a:extLst xmlns:a="http://schemas.openxmlformats.org/drawingml/2006/main">
              <a:ext uri="{FF2B5EF4-FFF2-40B4-BE49-F238E27FC236}">
                <a16:creationId xmlns:a16="http://schemas.microsoft.com/office/drawing/2014/main" id="{B07ABE46-9C6E-4523-ABAF-01E8102F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455" y="446686"/>
            <a:ext cx="161067" cy="266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20" name="text-100 at">
            <a:extLst xmlns:a="http://schemas.openxmlformats.org/drawingml/2006/main">
              <a:ext uri="{FF2B5EF4-FFF2-40B4-BE49-F238E27FC236}">
                <a16:creationId xmlns:a16="http://schemas.microsoft.com/office/drawing/2014/main" id="{2DB66D24-518D-4166-9DDC-6B39820E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423" y="446549"/>
            <a:ext cx="171594" cy="26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21" name="text-101 [x">
            <a:extLst xmlns:a="http://schemas.openxmlformats.org/drawingml/2006/main">
              <a:ext uri="{FF2B5EF4-FFF2-40B4-BE49-F238E27FC236}">
                <a16:creationId xmlns:a16="http://schemas.microsoft.com/office/drawing/2014/main" id="{7629FEB5-2A32-478B-A80E-72088D1B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462" y="447469"/>
            <a:ext cx="191864" cy="265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122" name="text-102 1">
            <a:extLst xmlns:a="http://schemas.openxmlformats.org/drawingml/2006/main">
              <a:ext uri="{FF2B5EF4-FFF2-40B4-BE49-F238E27FC236}">
                <a16:creationId xmlns:a16="http://schemas.microsoft.com/office/drawing/2014/main" id="{52AE6621-CEB4-4BBA-ACE3-244EFA35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616" y="55133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3" name="text-103 ,">
            <a:extLst xmlns:a="http://schemas.openxmlformats.org/drawingml/2006/main">
              <a:ext uri="{FF2B5EF4-FFF2-40B4-BE49-F238E27FC236}">
                <a16:creationId xmlns:a16="http://schemas.microsoft.com/office/drawing/2014/main" id="{81C820F6-E773-40E6-960D-FD9F4B72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295" y="44701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24" name="text-103 y">
            <a:extLst xmlns:a="http://schemas.openxmlformats.org/drawingml/2006/main">
              <a:ext uri="{FF2B5EF4-FFF2-40B4-BE49-F238E27FC236}">
                <a16:creationId xmlns:a16="http://schemas.microsoft.com/office/drawing/2014/main" id="{BE082D5B-A057-4539-A7DA-DE4CBB62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187" y="446986"/>
            <a:ext cx="118410" cy="26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25" name="text-104 1">
            <a:extLst xmlns:a="http://schemas.openxmlformats.org/drawingml/2006/main">
              <a:ext uri="{FF2B5EF4-FFF2-40B4-BE49-F238E27FC236}">
                <a16:creationId xmlns:a16="http://schemas.microsoft.com/office/drawing/2014/main" id="{174D7358-A8EC-4FE9-9BF0-B604FE0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799" y="55133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6" name="text-105 ,">
            <a:extLst xmlns:a="http://schemas.openxmlformats.org/drawingml/2006/main">
              <a:ext uri="{FF2B5EF4-FFF2-40B4-BE49-F238E27FC236}">
                <a16:creationId xmlns:a16="http://schemas.microsoft.com/office/drawing/2014/main" id="{D3684809-8470-42A3-947D-FC974F8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6478" y="44701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27" name="text-105 z">
            <a:extLst xmlns:a="http://schemas.openxmlformats.org/drawingml/2006/main">
              <a:ext uri="{FF2B5EF4-FFF2-40B4-BE49-F238E27FC236}">
                <a16:creationId xmlns:a16="http://schemas.microsoft.com/office/drawing/2014/main" id="{32E496E5-DD19-46B3-8123-F69FD410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1370" y="446965"/>
            <a:ext cx="108035" cy="26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28" name="text-106 1">
            <a:extLst xmlns:a="http://schemas.openxmlformats.org/drawingml/2006/main">
              <a:ext uri="{FF2B5EF4-FFF2-40B4-BE49-F238E27FC236}">
                <a16:creationId xmlns:a16="http://schemas.microsoft.com/office/drawing/2014/main" id="{A45F5020-655A-4406-A01B-AE6ABB2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4912" y="55133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9" name="text-107 ]">
            <a:extLst xmlns:a="http://schemas.openxmlformats.org/drawingml/2006/main">
              <a:ext uri="{FF2B5EF4-FFF2-40B4-BE49-F238E27FC236}">
                <a16:creationId xmlns:a16="http://schemas.microsoft.com/office/drawing/2014/main" id="{5059AA3F-879B-428F-B87D-6EFFC790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4038" y="446965"/>
            <a:ext cx="108035" cy="26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130" name="text-108 .">
            <a:extLst xmlns:a="http://schemas.openxmlformats.org/drawingml/2006/main">
              <a:ext uri="{FF2B5EF4-FFF2-40B4-BE49-F238E27FC236}">
                <a16:creationId xmlns:a16="http://schemas.microsoft.com/office/drawing/2014/main" id="{5C04A674-A251-411B-80FE-8EB4FE2E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579" y="44701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31" name="text-108 At">
            <a:extLst xmlns:a="http://schemas.openxmlformats.org/drawingml/2006/main">
              <a:ext uri="{FF2B5EF4-FFF2-40B4-BE49-F238E27FC236}">
                <a16:creationId xmlns:a16="http://schemas.microsoft.com/office/drawing/2014/main" id="{B2B8330D-D27F-4BF8-B380-A6182E2E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400" y="447270"/>
            <a:ext cx="223655" cy="265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32" name="text-109 t">
            <a:extLst xmlns:a="http://schemas.openxmlformats.org/drawingml/2006/main">
              <a:ext uri="{FF2B5EF4-FFF2-40B4-BE49-F238E27FC236}">
                <a16:creationId xmlns:a16="http://schemas.microsoft.com/office/drawing/2014/main" id="{6A79FDC2-058B-4604-AC40-6A0D3DE9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8629" y="446865"/>
            <a:ext cx="86925" cy="265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33" name="text-110 2">
            <a:extLst xmlns:a="http://schemas.openxmlformats.org/drawingml/2006/main">
              <a:ext uri="{FF2B5EF4-FFF2-40B4-BE49-F238E27FC236}">
                <a16:creationId xmlns:a16="http://schemas.microsoft.com/office/drawing/2014/main" id="{B56F8B83-53B8-4EF0-BB49-AA42E14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610" y="55133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4" name="text-111 ,">
            <a:extLst xmlns:a="http://schemas.openxmlformats.org/drawingml/2006/main">
              <a:ext uri="{FF2B5EF4-FFF2-40B4-BE49-F238E27FC236}">
                <a16:creationId xmlns:a16="http://schemas.microsoft.com/office/drawing/2014/main" id="{B026D3E1-6CFF-4522-A9F2-1313F34A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130" y="44701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35" name="text-111 he">
            <a:extLst xmlns:a="http://schemas.openxmlformats.org/drawingml/2006/main">
              <a:ext uri="{FF2B5EF4-FFF2-40B4-BE49-F238E27FC236}">
                <a16:creationId xmlns:a16="http://schemas.microsoft.com/office/drawing/2014/main" id="{EBE702E2-867D-4982-A3F3-66A1BFBA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022" y="447002"/>
            <a:ext cx="213299" cy="265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</a:t>
            </a:r>
          </a:p>
        </p:txBody>
      </p:sp>
      <p:sp>
        <p:nvSpPr>
          <p:cNvPr id="136" name="text-111 is">
            <a:extLst xmlns:a="http://schemas.openxmlformats.org/drawingml/2006/main">
              <a:ext uri="{FF2B5EF4-FFF2-40B4-BE49-F238E27FC236}">
                <a16:creationId xmlns:a16="http://schemas.microsoft.com/office/drawing/2014/main" id="{9C0F6FBC-3077-4B4A-83E9-59CF1A80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5972" y="446687"/>
            <a:ext cx="161066" cy="266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37" name="text-111 at">
            <a:extLst xmlns:a="http://schemas.openxmlformats.org/drawingml/2006/main">
              <a:ext uri="{FF2B5EF4-FFF2-40B4-BE49-F238E27FC236}">
                <a16:creationId xmlns:a16="http://schemas.microsoft.com/office/drawing/2014/main" id="{39D7A17F-3CA8-40A5-8D77-B2DFCC06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40" y="446549"/>
            <a:ext cx="171594" cy="26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38" name="text-112 [x">
            <a:extLst xmlns:a="http://schemas.openxmlformats.org/drawingml/2006/main">
              <a:ext uri="{FF2B5EF4-FFF2-40B4-BE49-F238E27FC236}">
                <a16:creationId xmlns:a16="http://schemas.microsoft.com/office/drawing/2014/main" id="{51C7F3DE-A8E4-4D4A-91AC-1097E826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979" y="447470"/>
            <a:ext cx="191864" cy="265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139" name="text-113 2">
            <a:extLst xmlns:a="http://schemas.openxmlformats.org/drawingml/2006/main">
              <a:ext uri="{FF2B5EF4-FFF2-40B4-BE49-F238E27FC236}">
                <a16:creationId xmlns:a16="http://schemas.microsoft.com/office/drawing/2014/main" id="{C489C8AB-EF88-4CAF-B061-45F2A69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3133" y="55133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0" name="text-114 ,">
            <a:extLst xmlns:a="http://schemas.openxmlformats.org/drawingml/2006/main">
              <a:ext uri="{FF2B5EF4-FFF2-40B4-BE49-F238E27FC236}">
                <a16:creationId xmlns:a16="http://schemas.microsoft.com/office/drawing/2014/main" id="{84C18307-1629-4948-A778-D9367F93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4812" y="44701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41" name="text-114 y">
            <a:extLst xmlns:a="http://schemas.openxmlformats.org/drawingml/2006/main">
              <a:ext uri="{FF2B5EF4-FFF2-40B4-BE49-F238E27FC236}">
                <a16:creationId xmlns:a16="http://schemas.microsoft.com/office/drawing/2014/main" id="{FCF1E363-D9AB-45C7-9984-FA47DA1A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704" y="446986"/>
            <a:ext cx="118410" cy="26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42" name="text-115 2">
            <a:extLst xmlns:a="http://schemas.openxmlformats.org/drawingml/2006/main">
              <a:ext uri="{FF2B5EF4-FFF2-40B4-BE49-F238E27FC236}">
                <a16:creationId xmlns:a16="http://schemas.microsoft.com/office/drawing/2014/main" id="{FEF3BDFA-BD66-47A6-8422-431A16FD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4315" y="55133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3" name="text-116 ,">
            <a:extLst xmlns:a="http://schemas.openxmlformats.org/drawingml/2006/main">
              <a:ext uri="{FF2B5EF4-FFF2-40B4-BE49-F238E27FC236}">
                <a16:creationId xmlns:a16="http://schemas.microsoft.com/office/drawing/2014/main" id="{52E3EF38-2A32-48A1-A483-DB71CF78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5995" y="44701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44" name="text-116 z">
            <a:extLst xmlns:a="http://schemas.openxmlformats.org/drawingml/2006/main">
              <a:ext uri="{FF2B5EF4-FFF2-40B4-BE49-F238E27FC236}">
                <a16:creationId xmlns:a16="http://schemas.microsoft.com/office/drawing/2014/main" id="{9EB03787-C6F1-46EF-BFDF-260A5E88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0887" y="446965"/>
            <a:ext cx="108035" cy="26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45" name="text-117 2">
            <a:extLst xmlns:a="http://schemas.openxmlformats.org/drawingml/2006/main">
              <a:ext uri="{FF2B5EF4-FFF2-40B4-BE49-F238E27FC236}">
                <a16:creationId xmlns:a16="http://schemas.microsoft.com/office/drawing/2014/main" id="{FB6CFAF6-C373-42EE-BA4F-38E86FCC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428" y="55133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6" name="text-118 ]">
            <a:extLst xmlns:a="http://schemas.openxmlformats.org/drawingml/2006/main">
              <a:ext uri="{FF2B5EF4-FFF2-40B4-BE49-F238E27FC236}">
                <a16:creationId xmlns:a16="http://schemas.microsoft.com/office/drawing/2014/main" id="{B4EE351D-E4CB-467E-B2DC-908FB66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554" y="446965"/>
            <a:ext cx="108035" cy="26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147" name="text-119 …">
            <a:extLst xmlns:a="http://schemas.openxmlformats.org/drawingml/2006/main">
              <a:ext uri="{FF2B5EF4-FFF2-40B4-BE49-F238E27FC236}">
                <a16:creationId xmlns:a16="http://schemas.microsoft.com/office/drawing/2014/main" id="{2923FC47-FDA2-425E-A998-E9B231BB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7095" y="447017"/>
            <a:ext cx="223953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24718BE-DA84-4852-905C-39FE2BB17F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85dc02db04432"/>
          <a:stretch xmlns:a="http://schemas.openxmlformats.org/drawingml/2006/main"/>
        </p:blipFill>
        <p:spPr>
          <a:xfrm xmlns:a="http://schemas.openxmlformats.org/drawingml/2006/main">
            <a:off x="4457700" y="133350"/>
            <a:ext cx="676275" cy="676275"/>
          </a:xfrm>
          <a:prstGeom xmlns:a="http://schemas.openxmlformats.org/drawingml/2006/main" prst="rect">
            <a:avLst/>
          </a:prstGeom>
        </p:spPr>
      </p:pic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3228E3E-D2BA-4F59-85C0-2589ABA4D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26c6fbe3c429f"/>
          <a:stretch xmlns:a="http://schemas.openxmlformats.org/drawingml/2006/main"/>
        </p:blipFill>
        <p:spPr>
          <a:xfrm xmlns:a="http://schemas.openxmlformats.org/drawingml/2006/main">
            <a:off x="10058400" y="171450"/>
            <a:ext cx="676275" cy="676275"/>
          </a:xfrm>
          <a:prstGeom xmlns:a="http://schemas.openxmlformats.org/drawingml/2006/main" prst="rect">
            <a:avLst/>
          </a:prstGeom>
        </p:spPr>
      </p:pic>
      <p:sp>
        <p:nvSpPr>
          <p:cNvPr id="150" name="path-122">
            <a:extLst xmlns:a="http://schemas.openxmlformats.org/drawingml/2006/main">
              <a:ext uri="{FF2B5EF4-FFF2-40B4-BE49-F238E27FC236}">
                <a16:creationId xmlns:a16="http://schemas.microsoft.com/office/drawing/2014/main" id="{2CD7C859-A855-4CBE-8640-8B654EE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342" y="3336520"/>
            <a:ext cx="158153" cy="376515"/>
          </a:xfrm>
          <a:custGeom xmlns:a="http://schemas.openxmlformats.org/drawingml/2006/main">
            <a:pathLst>
              <a:path w="158153" h="376515">
                <a:moveTo>
                  <a:pt x="0" y="157315"/>
                </a:moveTo>
                <a:lnTo>
                  <a:pt x="79899" y="79077"/>
                </a:lnTo>
                <a:lnTo>
                  <a:pt x="158153" y="158976"/>
                </a:lnTo>
                <a:lnTo>
                  <a:pt x="80737" y="0"/>
                </a:lnTo>
                <a:lnTo>
                  <a:pt x="0" y="157315"/>
                </a:lnTo>
                <a:moveTo>
                  <a:pt x="86668" y="376515"/>
                </a:moveTo>
                <a:lnTo>
                  <a:pt x="90005" y="59403"/>
                </a:lnTo>
                <a:lnTo>
                  <a:pt x="70235" y="59197"/>
                </a:lnTo>
                <a:lnTo>
                  <a:pt x="66898" y="376294"/>
                </a:lnTo>
                <a:lnTo>
                  <a:pt x="86668" y="376515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52DACBE-F753-4237-8096-B5BAE1FAA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e877fb8d24c50"/>
          <a:stretch xmlns:a="http://schemas.openxmlformats.org/drawingml/2006/main"/>
        </p:blipFill>
        <p:spPr>
          <a:xfrm xmlns:a="http://schemas.openxmlformats.org/drawingml/2006/main">
            <a:off x="5400675" y="3505200"/>
            <a:ext cx="3505200" cy="1171575"/>
          </a:xfrm>
          <a:prstGeom xmlns:a="http://schemas.openxmlformats.org/drawingml/2006/main" prst="rect">
            <a:avLst/>
          </a:prstGeom>
        </p:spPr>
      </p:pic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0A4CF79-B2E5-4A01-B9D8-3782CACBD6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b80fb87fa4423"/>
          <a:stretch xmlns:a="http://schemas.openxmlformats.org/drawingml/2006/main"/>
        </p:blipFill>
        <p:spPr>
          <a:xfrm xmlns:a="http://schemas.openxmlformats.org/drawingml/2006/main">
            <a:off x="5562600" y="3819525"/>
            <a:ext cx="1047750" cy="609600"/>
          </a:xfrm>
          <a:prstGeom xmlns:a="http://schemas.openxmlformats.org/drawingml/2006/main" prst="rect">
            <a:avLst/>
          </a:prstGeom>
        </p:spPr>
      </p:pic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6F16569-89C0-4F1B-A2F7-548B1FDA27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97bebac18464c"/>
          <a:stretch xmlns:a="http://schemas.openxmlformats.org/drawingml/2006/main"/>
        </p:blipFill>
        <p:spPr>
          <a:xfrm xmlns:a="http://schemas.openxmlformats.org/drawingml/2006/main">
            <a:off x="7724775" y="3819525"/>
            <a:ext cx="1057275" cy="609600"/>
          </a:xfrm>
          <a:prstGeom xmlns:a="http://schemas.openxmlformats.org/drawingml/2006/main" prst="rect">
            <a:avLst/>
          </a:prstGeom>
        </p:spPr>
      </p:pic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FA7512E-39E1-4009-B6EF-553560B56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f4726c93944f3"/>
          <a:stretch xmlns:a="http://schemas.openxmlformats.org/drawingml/2006/main"/>
        </p:blipFill>
        <p:spPr>
          <a:xfrm xmlns:a="http://schemas.openxmlformats.org/drawingml/2006/main">
            <a:off x="6638925" y="3819525"/>
            <a:ext cx="1047750" cy="609600"/>
          </a:xfrm>
          <a:prstGeom xmlns:a="http://schemas.openxmlformats.org/drawingml/2006/main" prst="rect">
            <a:avLst/>
          </a:prstGeom>
        </p:spPr>
      </p:pic>
      <p:sp>
        <p:nvSpPr>
          <p:cNvPr id="155" name="path-127">
            <a:extLst xmlns:a="http://schemas.openxmlformats.org/drawingml/2006/main">
              <a:ext uri="{FF2B5EF4-FFF2-40B4-BE49-F238E27FC236}">
                <a16:creationId xmlns:a16="http://schemas.microsoft.com/office/drawing/2014/main" id="{7DD2962F-1E6F-4C18-B268-89888F45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87" y="4020579"/>
            <a:ext cx="170821" cy="246719"/>
          </a:xfrm>
          <a:custGeom xmlns:a="http://schemas.openxmlformats.org/drawingml/2006/main">
            <a:pathLst>
              <a:path w="170821" h="246719">
                <a:moveTo>
                  <a:pt x="170821" y="0"/>
                </a:moveTo>
                <a:lnTo>
                  <a:pt x="170821" y="246719"/>
                </a:lnTo>
                <a:lnTo>
                  <a:pt x="0" y="246719"/>
                </a:lnTo>
                <a:lnTo>
                  <a:pt x="0" y="0"/>
                </a:lnTo>
                <a:lnTo>
                  <a:pt x="170821" y="0"/>
                </a:lnTo>
                <a:moveTo>
                  <a:pt x="11861" y="23723"/>
                </a:moveTo>
                <a:lnTo>
                  <a:pt x="23723" y="11862"/>
                </a:lnTo>
                <a:lnTo>
                  <a:pt x="23723" y="234858"/>
                </a:lnTo>
                <a:lnTo>
                  <a:pt x="11861" y="222996"/>
                </a:lnTo>
                <a:lnTo>
                  <a:pt x="158959" y="222996"/>
                </a:lnTo>
                <a:lnTo>
                  <a:pt x="147098" y="234858"/>
                </a:lnTo>
                <a:lnTo>
                  <a:pt x="147098" y="11862"/>
                </a:lnTo>
                <a:lnTo>
                  <a:pt x="158959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C1241B3-7323-46E3-85CC-91ADC3237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a7d65ab854a63"/>
          <a:stretch xmlns:a="http://schemas.openxmlformats.org/drawingml/2006/main"/>
        </p:blipFill>
        <p:spPr>
          <a:xfrm xmlns:a="http://schemas.openxmlformats.org/drawingml/2006/main">
            <a:off x="5895975" y="3895725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9B6ED18-C0E4-45D5-B025-76E8E17903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1816db08e486f"/>
          <a:stretch xmlns:a="http://schemas.openxmlformats.org/drawingml/2006/main"/>
        </p:blipFill>
        <p:spPr>
          <a:xfrm xmlns:a="http://schemas.openxmlformats.org/drawingml/2006/main">
            <a:off x="9515475" y="1304925"/>
            <a:ext cx="942975" cy="428625"/>
          </a:xfrm>
          <a:prstGeom xmlns:a="http://schemas.openxmlformats.org/drawingml/2006/main" prst="rect">
            <a:avLst/>
          </a:prstGeom>
        </p:spPr>
      </p:pic>
      <p:sp>
        <p:nvSpPr>
          <p:cNvPr id="158" name="path-130">
            <a:extLst xmlns:a="http://schemas.openxmlformats.org/drawingml/2006/main">
              <a:ext uri="{FF2B5EF4-FFF2-40B4-BE49-F238E27FC236}">
                <a16:creationId xmlns:a16="http://schemas.microsoft.com/office/drawing/2014/main" id="{A235E684-43DE-4F28-80CB-93286B6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08" y="996471"/>
            <a:ext cx="98830" cy="375456"/>
          </a:xfrm>
          <a:custGeom xmlns:a="http://schemas.openxmlformats.org/drawingml/2006/main">
            <a:pathLst>
              <a:path w="98830" h="375456">
                <a:moveTo>
                  <a:pt x="80594" y="87048"/>
                </a:moveTo>
                <a:lnTo>
                  <a:pt x="40834" y="23929"/>
                </a:lnTo>
                <a:lnTo>
                  <a:pt x="57599" y="23865"/>
                </a:lnTo>
                <a:lnTo>
                  <a:pt x="18283" y="87269"/>
                </a:lnTo>
                <a:lnTo>
                  <a:pt x="16652" y="89262"/>
                </a:lnTo>
                <a:lnTo>
                  <a:pt x="14549" y="90764"/>
                </a:lnTo>
                <a:lnTo>
                  <a:pt x="12129" y="91682"/>
                </a:lnTo>
                <a:lnTo>
                  <a:pt x="9568" y="91935"/>
                </a:lnTo>
                <a:lnTo>
                  <a:pt x="7022" y="91523"/>
                </a:lnTo>
                <a:lnTo>
                  <a:pt x="4665" y="90448"/>
                </a:lnTo>
                <a:lnTo>
                  <a:pt x="2673" y="88819"/>
                </a:lnTo>
                <a:lnTo>
                  <a:pt x="1170" y="86731"/>
                </a:lnTo>
                <a:lnTo>
                  <a:pt x="252" y="84312"/>
                </a:lnTo>
                <a:lnTo>
                  <a:pt x="0" y="81750"/>
                </a:lnTo>
                <a:lnTo>
                  <a:pt x="427" y="79203"/>
                </a:lnTo>
                <a:lnTo>
                  <a:pt x="1486" y="76847"/>
                </a:lnTo>
                <a:lnTo>
                  <a:pt x="49138" y="0"/>
                </a:lnTo>
                <a:lnTo>
                  <a:pt x="97327" y="76515"/>
                </a:lnTo>
                <a:lnTo>
                  <a:pt x="98402" y="78855"/>
                </a:lnTo>
                <a:lnTo>
                  <a:pt x="98830" y="81401"/>
                </a:lnTo>
                <a:lnTo>
                  <a:pt x="98592" y="83963"/>
                </a:lnTo>
                <a:lnTo>
                  <a:pt x="97706" y="86383"/>
                </a:lnTo>
                <a:lnTo>
                  <a:pt x="96205" y="88503"/>
                </a:lnTo>
                <a:lnTo>
                  <a:pt x="94227" y="90147"/>
                </a:lnTo>
                <a:lnTo>
                  <a:pt x="91886" y="91223"/>
                </a:lnTo>
                <a:lnTo>
                  <a:pt x="89340" y="91650"/>
                </a:lnTo>
                <a:lnTo>
                  <a:pt x="86762" y="91413"/>
                </a:lnTo>
                <a:lnTo>
                  <a:pt x="84343" y="90527"/>
                </a:lnTo>
                <a:lnTo>
                  <a:pt x="82239" y="89040"/>
                </a:lnTo>
                <a:lnTo>
                  <a:pt x="80594" y="87048"/>
                </a:lnTo>
                <a:moveTo>
                  <a:pt x="40550" y="375456"/>
                </a:moveTo>
                <a:lnTo>
                  <a:pt x="39316" y="18694"/>
                </a:lnTo>
                <a:lnTo>
                  <a:pt x="59086" y="18615"/>
                </a:lnTo>
                <a:lnTo>
                  <a:pt x="60318" y="375377"/>
                </a:lnTo>
                <a:lnTo>
                  <a:pt x="40550" y="37545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31">
            <a:extLst xmlns:a="http://schemas.openxmlformats.org/drawingml/2006/main">
              <a:ext uri="{FF2B5EF4-FFF2-40B4-BE49-F238E27FC236}">
                <a16:creationId xmlns:a16="http://schemas.microsoft.com/office/drawing/2014/main" id="{C70D0129-F230-47DA-81F6-B229C270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58" y="1405392"/>
            <a:ext cx="345170" cy="381275"/>
          </a:xfrm>
          <a:custGeom xmlns:a="http://schemas.openxmlformats.org/drawingml/2006/main">
            <a:pathLst>
              <a:path w="345170" h="381275">
                <a:moveTo>
                  <a:pt x="0" y="0"/>
                </a:moveTo>
                <a:lnTo>
                  <a:pt x="345170" y="319785"/>
                </a:lnTo>
                <a:lnTo>
                  <a:pt x="345170" y="381275"/>
                </a:lnTo>
                <a:lnTo>
                  <a:pt x="0" y="3123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6D0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32">
            <a:extLst xmlns:a="http://schemas.openxmlformats.org/drawingml/2006/main">
              <a:ext uri="{FF2B5EF4-FFF2-40B4-BE49-F238E27FC236}">
                <a16:creationId xmlns:a16="http://schemas.microsoft.com/office/drawing/2014/main" id="{24E83953-890B-4991-9921-721DE299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14" y="1394526"/>
            <a:ext cx="354657" cy="403702"/>
          </a:xfrm>
          <a:custGeom xmlns:a="http://schemas.openxmlformats.org/drawingml/2006/main">
            <a:pathLst>
              <a:path w="354657" h="403702">
                <a:moveTo>
                  <a:pt x="354657" y="328579"/>
                </a:moveTo>
                <a:lnTo>
                  <a:pt x="354657" y="403702"/>
                </a:lnTo>
                <a:lnTo>
                  <a:pt x="0" y="44046"/>
                </a:lnTo>
                <a:lnTo>
                  <a:pt x="0" y="0"/>
                </a:lnTo>
                <a:lnTo>
                  <a:pt x="354657" y="328579"/>
                </a:lnTo>
                <a:moveTo>
                  <a:pt x="1519" y="14344"/>
                </a:moveTo>
                <a:lnTo>
                  <a:pt x="9489" y="10865"/>
                </a:lnTo>
                <a:lnTo>
                  <a:pt x="9489" y="42100"/>
                </a:lnTo>
                <a:lnTo>
                  <a:pt x="8129" y="38763"/>
                </a:lnTo>
                <a:lnTo>
                  <a:pt x="353282" y="388804"/>
                </a:lnTo>
                <a:lnTo>
                  <a:pt x="345168" y="392141"/>
                </a:lnTo>
                <a:lnTo>
                  <a:pt x="345168" y="330651"/>
                </a:lnTo>
                <a:lnTo>
                  <a:pt x="346687" y="334130"/>
                </a:lnTo>
                <a:lnTo>
                  <a:pt x="1519" y="14344"/>
                </a:lnTo>
              </a:path>
            </a:pathLst>
          </a:custGeom>
          <a:solidFill xmlns:a="http://schemas.openxmlformats.org/drawingml/2006/main">
            <a:srgbClr val="C17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33">
            <a:extLst xmlns:a="http://schemas.openxmlformats.org/drawingml/2006/main">
              <a:ext uri="{FF2B5EF4-FFF2-40B4-BE49-F238E27FC236}">
                <a16:creationId xmlns:a16="http://schemas.microsoft.com/office/drawing/2014/main" id="{D7EF95F9-41D3-40E4-904E-661042CF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927" y="1581384"/>
            <a:ext cx="512226" cy="205283"/>
          </a:xfrm>
          <a:custGeom xmlns:a="http://schemas.openxmlformats.org/drawingml/2006/main">
            <a:pathLst>
              <a:path w="512226" h="205283">
                <a:moveTo>
                  <a:pt x="964" y="144773"/>
                </a:moveTo>
                <a:lnTo>
                  <a:pt x="512226" y="0"/>
                </a:lnTo>
                <a:lnTo>
                  <a:pt x="512226" y="34810"/>
                </a:lnTo>
                <a:lnTo>
                  <a:pt x="0" y="205283"/>
                </a:lnTo>
                <a:lnTo>
                  <a:pt x="964" y="144773"/>
                </a:lnTo>
              </a:path>
            </a:pathLst>
          </a:custGeom>
          <a:solidFill xmlns:a="http://schemas.openxmlformats.org/drawingml/2006/main">
            <a:srgbClr val="E6D0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34">
            <a:extLst xmlns:a="http://schemas.openxmlformats.org/drawingml/2006/main">
              <a:ext uri="{FF2B5EF4-FFF2-40B4-BE49-F238E27FC236}">
                <a16:creationId xmlns:a16="http://schemas.microsoft.com/office/drawing/2014/main" id="{CE732BC1-81DC-42B2-A92F-B5BB222A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072" y="1575121"/>
            <a:ext cx="521826" cy="218156"/>
          </a:xfrm>
          <a:custGeom xmlns:a="http://schemas.openxmlformats.org/drawingml/2006/main">
            <a:pathLst>
              <a:path w="521826" h="218156">
                <a:moveTo>
                  <a:pt x="521826" y="0"/>
                </a:moveTo>
                <a:lnTo>
                  <a:pt x="521826" y="44504"/>
                </a:lnTo>
                <a:lnTo>
                  <a:pt x="0" y="218156"/>
                </a:lnTo>
                <a:lnTo>
                  <a:pt x="1139" y="147430"/>
                </a:lnTo>
                <a:lnTo>
                  <a:pt x="521826" y="0"/>
                </a:lnTo>
                <a:moveTo>
                  <a:pt x="7117" y="155591"/>
                </a:moveTo>
                <a:lnTo>
                  <a:pt x="10566" y="151099"/>
                </a:lnTo>
                <a:lnTo>
                  <a:pt x="9599" y="211609"/>
                </a:lnTo>
                <a:lnTo>
                  <a:pt x="3353" y="207038"/>
                </a:lnTo>
                <a:lnTo>
                  <a:pt x="515580" y="36581"/>
                </a:lnTo>
                <a:lnTo>
                  <a:pt x="512337" y="41072"/>
                </a:lnTo>
                <a:lnTo>
                  <a:pt x="512337" y="6263"/>
                </a:lnTo>
                <a:lnTo>
                  <a:pt x="518363" y="10834"/>
                </a:lnTo>
                <a:lnTo>
                  <a:pt x="7117" y="155591"/>
                </a:lnTo>
              </a:path>
            </a:pathLst>
          </a:custGeom>
          <a:solidFill xmlns:a="http://schemas.openxmlformats.org/drawingml/2006/main">
            <a:srgbClr val="C17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35">
            <a:extLst xmlns:a="http://schemas.openxmlformats.org/drawingml/2006/main">
              <a:ext uri="{FF2B5EF4-FFF2-40B4-BE49-F238E27FC236}">
                <a16:creationId xmlns:a16="http://schemas.microsoft.com/office/drawing/2014/main" id="{52C905CD-FF13-4D0A-BF5A-9D445A6E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126" y="1338888"/>
            <a:ext cx="458564" cy="71200"/>
          </a:xfrm>
          <a:custGeom xmlns:a="http://schemas.openxmlformats.org/drawingml/2006/main">
            <a:pathLst>
              <a:path w="458564" h="71200">
                <a:moveTo>
                  <a:pt x="1265" y="71200"/>
                </a:moveTo>
                <a:lnTo>
                  <a:pt x="458564" y="9394"/>
                </a:lnTo>
                <a:lnTo>
                  <a:pt x="457284" y="0"/>
                </a:lnTo>
                <a:lnTo>
                  <a:pt x="0" y="61806"/>
                </a:lnTo>
                <a:lnTo>
                  <a:pt x="1265" y="71200"/>
                </a:lnTo>
              </a:path>
            </a:pathLst>
          </a:custGeom>
          <a:solidFill xmlns:a="http://schemas.openxmlformats.org/drawingml/2006/main">
            <a:srgbClr val="C17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36">
            <a:extLst xmlns:a="http://schemas.openxmlformats.org/drawingml/2006/main">
              <a:ext uri="{FF2B5EF4-FFF2-40B4-BE49-F238E27FC236}">
                <a16:creationId xmlns:a16="http://schemas.microsoft.com/office/drawing/2014/main" id="{086BFF25-5D29-4718-8151-F047B71E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341" y="1339505"/>
            <a:ext cx="406217" cy="244995"/>
          </a:xfrm>
          <a:custGeom xmlns:a="http://schemas.openxmlformats.org/drawingml/2006/main">
            <a:pathLst>
              <a:path w="406217" h="244995">
                <a:moveTo>
                  <a:pt x="4824" y="0"/>
                </a:moveTo>
                <a:lnTo>
                  <a:pt x="406217" y="236818"/>
                </a:lnTo>
                <a:lnTo>
                  <a:pt x="401393" y="244995"/>
                </a:lnTo>
                <a:lnTo>
                  <a:pt x="0" y="8161"/>
                </a:lnTo>
                <a:lnTo>
                  <a:pt x="4824" y="0"/>
                </a:lnTo>
              </a:path>
            </a:pathLst>
          </a:custGeom>
          <a:solidFill xmlns:a="http://schemas.openxmlformats.org/drawingml/2006/main">
            <a:srgbClr val="C17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37">
            <a:extLst xmlns:a="http://schemas.openxmlformats.org/drawingml/2006/main">
              <a:ext uri="{FF2B5EF4-FFF2-40B4-BE49-F238E27FC236}">
                <a16:creationId xmlns:a16="http://schemas.microsoft.com/office/drawing/2014/main" id="{8C25B098-F176-42AB-A391-4BA28957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93" y="1717949"/>
            <a:ext cx="230539" cy="99763"/>
          </a:xfrm>
          <a:custGeom xmlns:a="http://schemas.openxmlformats.org/drawingml/2006/main">
            <a:pathLst>
              <a:path w="230539" h="99763">
                <a:moveTo>
                  <a:pt x="92346" y="80389"/>
                </a:moveTo>
                <a:lnTo>
                  <a:pt x="20686" y="59656"/>
                </a:lnTo>
                <a:lnTo>
                  <a:pt x="25273" y="75771"/>
                </a:lnTo>
                <a:lnTo>
                  <a:pt x="75313" y="20449"/>
                </a:lnTo>
                <a:lnTo>
                  <a:pt x="76783" y="18330"/>
                </a:lnTo>
                <a:lnTo>
                  <a:pt x="77653" y="15894"/>
                </a:lnTo>
                <a:lnTo>
                  <a:pt x="77859" y="13332"/>
                </a:lnTo>
                <a:lnTo>
                  <a:pt x="77384" y="10786"/>
                </a:lnTo>
                <a:lnTo>
                  <a:pt x="76277" y="8461"/>
                </a:lnTo>
                <a:lnTo>
                  <a:pt x="74616" y="6484"/>
                </a:lnTo>
                <a:lnTo>
                  <a:pt x="72482" y="5029"/>
                </a:lnTo>
                <a:lnTo>
                  <a:pt x="70061" y="4160"/>
                </a:lnTo>
                <a:lnTo>
                  <a:pt x="67484" y="3954"/>
                </a:lnTo>
                <a:lnTo>
                  <a:pt x="64953" y="4413"/>
                </a:lnTo>
                <a:lnTo>
                  <a:pt x="62612" y="5519"/>
                </a:lnTo>
                <a:lnTo>
                  <a:pt x="60652" y="7196"/>
                </a:lnTo>
                <a:lnTo>
                  <a:pt x="0" y="74237"/>
                </a:lnTo>
                <a:lnTo>
                  <a:pt x="86842" y="99383"/>
                </a:lnTo>
                <a:lnTo>
                  <a:pt x="89404" y="99763"/>
                </a:lnTo>
                <a:lnTo>
                  <a:pt x="91965" y="99478"/>
                </a:lnTo>
                <a:lnTo>
                  <a:pt x="94370" y="98545"/>
                </a:lnTo>
                <a:lnTo>
                  <a:pt x="96442" y="97011"/>
                </a:lnTo>
                <a:lnTo>
                  <a:pt x="98054" y="95003"/>
                </a:lnTo>
                <a:lnTo>
                  <a:pt x="99082" y="92630"/>
                </a:lnTo>
                <a:lnTo>
                  <a:pt x="99478" y="90084"/>
                </a:lnTo>
                <a:lnTo>
                  <a:pt x="99194" y="87522"/>
                </a:lnTo>
                <a:lnTo>
                  <a:pt x="98245" y="85118"/>
                </a:lnTo>
                <a:lnTo>
                  <a:pt x="96727" y="83030"/>
                </a:lnTo>
                <a:lnTo>
                  <a:pt x="94701" y="81433"/>
                </a:lnTo>
                <a:lnTo>
                  <a:pt x="92346" y="80389"/>
                </a:lnTo>
                <a:moveTo>
                  <a:pt x="225130" y="0"/>
                </a:moveTo>
                <a:lnTo>
                  <a:pt x="15230" y="59640"/>
                </a:lnTo>
                <a:lnTo>
                  <a:pt x="20638" y="78650"/>
                </a:lnTo>
                <a:lnTo>
                  <a:pt x="230539" y="19010"/>
                </a:lnTo>
                <a:lnTo>
                  <a:pt x="22513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38">
            <a:extLst xmlns:a="http://schemas.openxmlformats.org/drawingml/2006/main">
              <a:ext uri="{FF2B5EF4-FFF2-40B4-BE49-F238E27FC236}">
                <a16:creationId xmlns:a16="http://schemas.microsoft.com/office/drawing/2014/main" id="{C89204FA-7ADF-4DA3-A16A-7DA6307B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619" y="1573192"/>
            <a:ext cx="158928" cy="111640"/>
          </a:xfrm>
          <a:custGeom xmlns:a="http://schemas.openxmlformats.org/drawingml/2006/main">
            <a:pathLst>
              <a:path w="158928" h="111640">
                <a:moveTo>
                  <a:pt x="69255" y="88756"/>
                </a:moveTo>
                <a:lnTo>
                  <a:pt x="143808" y="91333"/>
                </a:lnTo>
                <a:lnTo>
                  <a:pt x="134445" y="105235"/>
                </a:lnTo>
                <a:lnTo>
                  <a:pt x="104096" y="37087"/>
                </a:lnTo>
                <a:lnTo>
                  <a:pt x="103368" y="34620"/>
                </a:lnTo>
                <a:lnTo>
                  <a:pt x="103305" y="32042"/>
                </a:lnTo>
                <a:lnTo>
                  <a:pt x="103905" y="29527"/>
                </a:lnTo>
                <a:lnTo>
                  <a:pt x="105124" y="27266"/>
                </a:lnTo>
                <a:lnTo>
                  <a:pt x="106911" y="25384"/>
                </a:lnTo>
                <a:lnTo>
                  <a:pt x="109110" y="24039"/>
                </a:lnTo>
                <a:lnTo>
                  <a:pt x="111577" y="23312"/>
                </a:lnTo>
                <a:lnTo>
                  <a:pt x="114155" y="23233"/>
                </a:lnTo>
                <a:lnTo>
                  <a:pt x="116668" y="23834"/>
                </a:lnTo>
                <a:lnTo>
                  <a:pt x="118930" y="25067"/>
                </a:lnTo>
                <a:lnTo>
                  <a:pt x="120812" y="26854"/>
                </a:lnTo>
                <a:lnTo>
                  <a:pt x="122158" y="29053"/>
                </a:lnTo>
                <a:lnTo>
                  <a:pt x="158928" y="111640"/>
                </a:lnTo>
                <a:lnTo>
                  <a:pt x="68575" y="108509"/>
                </a:lnTo>
                <a:lnTo>
                  <a:pt x="66029" y="108082"/>
                </a:lnTo>
                <a:lnTo>
                  <a:pt x="63688" y="107006"/>
                </a:lnTo>
                <a:lnTo>
                  <a:pt x="61695" y="105377"/>
                </a:lnTo>
                <a:lnTo>
                  <a:pt x="60193" y="103274"/>
                </a:lnTo>
                <a:lnTo>
                  <a:pt x="59291" y="100854"/>
                </a:lnTo>
                <a:lnTo>
                  <a:pt x="59038" y="98292"/>
                </a:lnTo>
                <a:lnTo>
                  <a:pt x="59465" y="95746"/>
                </a:lnTo>
                <a:lnTo>
                  <a:pt x="60542" y="93389"/>
                </a:lnTo>
                <a:lnTo>
                  <a:pt x="62169" y="91397"/>
                </a:lnTo>
                <a:lnTo>
                  <a:pt x="64273" y="89910"/>
                </a:lnTo>
                <a:lnTo>
                  <a:pt x="66692" y="88993"/>
                </a:lnTo>
                <a:lnTo>
                  <a:pt x="69255" y="88756"/>
                </a:lnTo>
                <a:moveTo>
                  <a:pt x="11054" y="0"/>
                </a:moveTo>
                <a:lnTo>
                  <a:pt x="148996" y="93026"/>
                </a:lnTo>
                <a:lnTo>
                  <a:pt x="137940" y="109410"/>
                </a:lnTo>
                <a:lnTo>
                  <a:pt x="0" y="16385"/>
                </a:lnTo>
                <a:lnTo>
                  <a:pt x="11054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39">
            <a:extLst xmlns:a="http://schemas.openxmlformats.org/drawingml/2006/main">
              <a:ext uri="{FF2B5EF4-FFF2-40B4-BE49-F238E27FC236}">
                <a16:creationId xmlns:a16="http://schemas.microsoft.com/office/drawing/2014/main" id="{C92A46CC-D613-4AED-AC10-8861C2EC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770" y="840184"/>
            <a:ext cx="438607" cy="566789"/>
          </a:xfrm>
          <a:custGeom xmlns:a="http://schemas.openxmlformats.org/drawingml/2006/main">
            <a:pathLst>
              <a:path w="438607" h="566789">
                <a:moveTo>
                  <a:pt x="0" y="563642"/>
                </a:moveTo>
                <a:lnTo>
                  <a:pt x="1962" y="548949"/>
                </a:lnTo>
                <a:lnTo>
                  <a:pt x="1930" y="549123"/>
                </a:lnTo>
                <a:lnTo>
                  <a:pt x="3970" y="531900"/>
                </a:lnTo>
                <a:lnTo>
                  <a:pt x="3970" y="531995"/>
                </a:lnTo>
                <a:lnTo>
                  <a:pt x="8477" y="491049"/>
                </a:lnTo>
                <a:lnTo>
                  <a:pt x="10912" y="469620"/>
                </a:lnTo>
                <a:lnTo>
                  <a:pt x="34493" y="472292"/>
                </a:lnTo>
                <a:lnTo>
                  <a:pt x="32042" y="493722"/>
                </a:lnTo>
                <a:lnTo>
                  <a:pt x="32057" y="493675"/>
                </a:lnTo>
                <a:lnTo>
                  <a:pt x="27534" y="534636"/>
                </a:lnTo>
                <a:lnTo>
                  <a:pt x="25479" y="552001"/>
                </a:lnTo>
                <a:lnTo>
                  <a:pt x="23502" y="566789"/>
                </a:lnTo>
                <a:lnTo>
                  <a:pt x="0" y="563642"/>
                </a:lnTo>
                <a:moveTo>
                  <a:pt x="19658" y="398736"/>
                </a:moveTo>
                <a:lnTo>
                  <a:pt x="20656" y="391413"/>
                </a:lnTo>
                <a:lnTo>
                  <a:pt x="24640" y="364511"/>
                </a:lnTo>
                <a:lnTo>
                  <a:pt x="29132" y="337404"/>
                </a:lnTo>
                <a:lnTo>
                  <a:pt x="34129" y="310423"/>
                </a:lnTo>
                <a:lnTo>
                  <a:pt x="35363" y="304365"/>
                </a:lnTo>
                <a:lnTo>
                  <a:pt x="58612" y="309094"/>
                </a:lnTo>
                <a:lnTo>
                  <a:pt x="57394" y="315057"/>
                </a:lnTo>
                <a:lnTo>
                  <a:pt x="57442" y="314851"/>
                </a:lnTo>
                <a:lnTo>
                  <a:pt x="52475" y="341611"/>
                </a:lnTo>
                <a:lnTo>
                  <a:pt x="52507" y="341389"/>
                </a:lnTo>
                <a:lnTo>
                  <a:pt x="48062" y="368275"/>
                </a:lnTo>
                <a:lnTo>
                  <a:pt x="48095" y="368085"/>
                </a:lnTo>
                <a:lnTo>
                  <a:pt x="44124" y="394813"/>
                </a:lnTo>
                <a:lnTo>
                  <a:pt x="44157" y="394671"/>
                </a:lnTo>
                <a:lnTo>
                  <a:pt x="43175" y="401914"/>
                </a:lnTo>
                <a:lnTo>
                  <a:pt x="19658" y="398736"/>
                </a:lnTo>
                <a:moveTo>
                  <a:pt x="52491" y="234335"/>
                </a:moveTo>
                <a:lnTo>
                  <a:pt x="52950" y="232722"/>
                </a:lnTo>
                <a:lnTo>
                  <a:pt x="56714" y="220655"/>
                </a:lnTo>
                <a:lnTo>
                  <a:pt x="60682" y="208904"/>
                </a:lnTo>
                <a:lnTo>
                  <a:pt x="64859" y="197549"/>
                </a:lnTo>
                <a:lnTo>
                  <a:pt x="69271" y="186605"/>
                </a:lnTo>
                <a:lnTo>
                  <a:pt x="78270" y="166076"/>
                </a:lnTo>
                <a:lnTo>
                  <a:pt x="87521" y="146655"/>
                </a:lnTo>
                <a:lnTo>
                  <a:pt x="88788" y="144251"/>
                </a:lnTo>
                <a:lnTo>
                  <a:pt x="109822" y="155227"/>
                </a:lnTo>
                <a:lnTo>
                  <a:pt x="108668" y="157441"/>
                </a:lnTo>
                <a:lnTo>
                  <a:pt x="108856" y="157062"/>
                </a:lnTo>
                <a:lnTo>
                  <a:pt x="99763" y="176119"/>
                </a:lnTo>
                <a:lnTo>
                  <a:pt x="99921" y="175771"/>
                </a:lnTo>
                <a:lnTo>
                  <a:pt x="91064" y="195967"/>
                </a:lnTo>
                <a:lnTo>
                  <a:pt x="91207" y="195619"/>
                </a:lnTo>
                <a:lnTo>
                  <a:pt x="86937" y="206232"/>
                </a:lnTo>
                <a:lnTo>
                  <a:pt x="87063" y="205899"/>
                </a:lnTo>
                <a:lnTo>
                  <a:pt x="82998" y="216954"/>
                </a:lnTo>
                <a:lnTo>
                  <a:pt x="83109" y="216654"/>
                </a:lnTo>
                <a:lnTo>
                  <a:pt x="79235" y="228104"/>
                </a:lnTo>
                <a:lnTo>
                  <a:pt x="79329" y="227835"/>
                </a:lnTo>
                <a:lnTo>
                  <a:pt x="75645" y="239665"/>
                </a:lnTo>
                <a:lnTo>
                  <a:pt x="75708" y="239428"/>
                </a:lnTo>
                <a:lnTo>
                  <a:pt x="75281" y="240915"/>
                </a:lnTo>
                <a:lnTo>
                  <a:pt x="52491" y="234335"/>
                </a:lnTo>
                <a:moveTo>
                  <a:pt x="126223" y="81860"/>
                </a:moveTo>
                <a:lnTo>
                  <a:pt x="127329" y="80310"/>
                </a:lnTo>
                <a:lnTo>
                  <a:pt x="132627" y="73320"/>
                </a:lnTo>
                <a:lnTo>
                  <a:pt x="138004" y="66614"/>
                </a:lnTo>
                <a:lnTo>
                  <a:pt x="143460" y="60209"/>
                </a:lnTo>
                <a:lnTo>
                  <a:pt x="148980" y="54088"/>
                </a:lnTo>
                <a:lnTo>
                  <a:pt x="154595" y="48268"/>
                </a:lnTo>
                <a:lnTo>
                  <a:pt x="160288" y="42765"/>
                </a:lnTo>
                <a:lnTo>
                  <a:pt x="166046" y="37561"/>
                </a:lnTo>
                <a:lnTo>
                  <a:pt x="171913" y="32658"/>
                </a:lnTo>
                <a:lnTo>
                  <a:pt x="177843" y="28072"/>
                </a:lnTo>
                <a:lnTo>
                  <a:pt x="183868" y="23802"/>
                </a:lnTo>
                <a:lnTo>
                  <a:pt x="189973" y="19848"/>
                </a:lnTo>
                <a:lnTo>
                  <a:pt x="196173" y="16226"/>
                </a:lnTo>
                <a:lnTo>
                  <a:pt x="199479" y="14487"/>
                </a:lnTo>
                <a:lnTo>
                  <a:pt x="210501" y="35489"/>
                </a:lnTo>
                <a:lnTo>
                  <a:pt x="207434" y="37103"/>
                </a:lnTo>
                <a:lnTo>
                  <a:pt x="207908" y="36834"/>
                </a:lnTo>
                <a:lnTo>
                  <a:pt x="202183" y="40187"/>
                </a:lnTo>
                <a:lnTo>
                  <a:pt x="202626" y="39918"/>
                </a:lnTo>
                <a:lnTo>
                  <a:pt x="196964" y="43587"/>
                </a:lnTo>
                <a:lnTo>
                  <a:pt x="197375" y="43302"/>
                </a:lnTo>
                <a:lnTo>
                  <a:pt x="191760" y="47288"/>
                </a:lnTo>
                <a:lnTo>
                  <a:pt x="192157" y="46987"/>
                </a:lnTo>
                <a:lnTo>
                  <a:pt x="186590" y="51289"/>
                </a:lnTo>
                <a:lnTo>
                  <a:pt x="186953" y="51004"/>
                </a:lnTo>
                <a:lnTo>
                  <a:pt x="181449" y="55606"/>
                </a:lnTo>
                <a:lnTo>
                  <a:pt x="181782" y="55322"/>
                </a:lnTo>
                <a:lnTo>
                  <a:pt x="176324" y="60225"/>
                </a:lnTo>
                <a:lnTo>
                  <a:pt x="176642" y="59940"/>
                </a:lnTo>
                <a:lnTo>
                  <a:pt x="171248" y="65175"/>
                </a:lnTo>
                <a:lnTo>
                  <a:pt x="171533" y="64890"/>
                </a:lnTo>
                <a:lnTo>
                  <a:pt x="166188" y="70425"/>
                </a:lnTo>
                <a:lnTo>
                  <a:pt x="166456" y="70141"/>
                </a:lnTo>
                <a:lnTo>
                  <a:pt x="161174" y="75977"/>
                </a:lnTo>
                <a:lnTo>
                  <a:pt x="161411" y="75708"/>
                </a:lnTo>
                <a:lnTo>
                  <a:pt x="156192" y="81844"/>
                </a:lnTo>
                <a:lnTo>
                  <a:pt x="156414" y="81575"/>
                </a:lnTo>
                <a:lnTo>
                  <a:pt x="151242" y="88028"/>
                </a:lnTo>
                <a:lnTo>
                  <a:pt x="151448" y="87759"/>
                </a:lnTo>
                <a:lnTo>
                  <a:pt x="146339" y="94512"/>
                </a:lnTo>
                <a:lnTo>
                  <a:pt x="146529" y="94259"/>
                </a:lnTo>
                <a:lnTo>
                  <a:pt x="145500" y="95683"/>
                </a:lnTo>
                <a:lnTo>
                  <a:pt x="126223" y="81860"/>
                </a:lnTo>
                <a:moveTo>
                  <a:pt x="275108" y="0"/>
                </a:moveTo>
                <a:lnTo>
                  <a:pt x="276135" y="111"/>
                </a:lnTo>
                <a:lnTo>
                  <a:pt x="283015" y="1312"/>
                </a:lnTo>
                <a:lnTo>
                  <a:pt x="289847" y="2957"/>
                </a:lnTo>
                <a:lnTo>
                  <a:pt x="296648" y="5029"/>
                </a:lnTo>
                <a:lnTo>
                  <a:pt x="303401" y="7544"/>
                </a:lnTo>
                <a:lnTo>
                  <a:pt x="310090" y="10517"/>
                </a:lnTo>
                <a:lnTo>
                  <a:pt x="316718" y="13917"/>
                </a:lnTo>
                <a:lnTo>
                  <a:pt x="323265" y="17761"/>
                </a:lnTo>
                <a:lnTo>
                  <a:pt x="329733" y="22062"/>
                </a:lnTo>
                <a:lnTo>
                  <a:pt x="336139" y="26807"/>
                </a:lnTo>
                <a:lnTo>
                  <a:pt x="342449" y="32010"/>
                </a:lnTo>
                <a:lnTo>
                  <a:pt x="348665" y="37656"/>
                </a:lnTo>
                <a:lnTo>
                  <a:pt x="354784" y="43761"/>
                </a:lnTo>
                <a:lnTo>
                  <a:pt x="360827" y="50308"/>
                </a:lnTo>
                <a:lnTo>
                  <a:pt x="362298" y="52032"/>
                </a:lnTo>
                <a:lnTo>
                  <a:pt x="344188" y="67373"/>
                </a:lnTo>
                <a:lnTo>
                  <a:pt x="342892" y="65839"/>
                </a:lnTo>
                <a:lnTo>
                  <a:pt x="343208" y="66203"/>
                </a:lnTo>
                <a:lnTo>
                  <a:pt x="337514" y="60019"/>
                </a:lnTo>
                <a:lnTo>
                  <a:pt x="337878" y="60383"/>
                </a:lnTo>
                <a:lnTo>
                  <a:pt x="332122" y="54658"/>
                </a:lnTo>
                <a:lnTo>
                  <a:pt x="332517" y="55037"/>
                </a:lnTo>
                <a:lnTo>
                  <a:pt x="326713" y="49771"/>
                </a:lnTo>
                <a:lnTo>
                  <a:pt x="327139" y="50134"/>
                </a:lnTo>
                <a:lnTo>
                  <a:pt x="321289" y="45311"/>
                </a:lnTo>
                <a:lnTo>
                  <a:pt x="321747" y="45675"/>
                </a:lnTo>
                <a:lnTo>
                  <a:pt x="315848" y="41294"/>
                </a:lnTo>
                <a:lnTo>
                  <a:pt x="316354" y="41658"/>
                </a:lnTo>
                <a:lnTo>
                  <a:pt x="310423" y="37704"/>
                </a:lnTo>
                <a:lnTo>
                  <a:pt x="310960" y="38051"/>
                </a:lnTo>
                <a:lnTo>
                  <a:pt x="304983" y="34541"/>
                </a:lnTo>
                <a:lnTo>
                  <a:pt x="305567" y="34857"/>
                </a:lnTo>
                <a:lnTo>
                  <a:pt x="299542" y="31773"/>
                </a:lnTo>
                <a:lnTo>
                  <a:pt x="300175" y="32058"/>
                </a:lnTo>
                <a:lnTo>
                  <a:pt x="294117" y="29385"/>
                </a:lnTo>
                <a:lnTo>
                  <a:pt x="294781" y="29654"/>
                </a:lnTo>
                <a:lnTo>
                  <a:pt x="288693" y="27376"/>
                </a:lnTo>
                <a:lnTo>
                  <a:pt x="289373" y="27613"/>
                </a:lnTo>
                <a:lnTo>
                  <a:pt x="283268" y="25747"/>
                </a:lnTo>
                <a:lnTo>
                  <a:pt x="283964" y="25937"/>
                </a:lnTo>
                <a:lnTo>
                  <a:pt x="277844" y="24466"/>
                </a:lnTo>
                <a:lnTo>
                  <a:pt x="278555" y="24624"/>
                </a:lnTo>
                <a:lnTo>
                  <a:pt x="272403" y="23549"/>
                </a:lnTo>
                <a:lnTo>
                  <a:pt x="273131" y="23644"/>
                </a:lnTo>
                <a:lnTo>
                  <a:pt x="272450" y="23581"/>
                </a:lnTo>
                <a:lnTo>
                  <a:pt x="275108" y="0"/>
                </a:lnTo>
                <a:moveTo>
                  <a:pt x="402689" y="113744"/>
                </a:moveTo>
                <a:lnTo>
                  <a:pt x="405758" y="119785"/>
                </a:lnTo>
                <a:lnTo>
                  <a:pt x="410930" y="130666"/>
                </a:lnTo>
                <a:lnTo>
                  <a:pt x="416006" y="142085"/>
                </a:lnTo>
                <a:lnTo>
                  <a:pt x="420972" y="154009"/>
                </a:lnTo>
                <a:lnTo>
                  <a:pt x="425827" y="166456"/>
                </a:lnTo>
                <a:lnTo>
                  <a:pt x="430588" y="179441"/>
                </a:lnTo>
                <a:lnTo>
                  <a:pt x="435221" y="192962"/>
                </a:lnTo>
                <a:lnTo>
                  <a:pt x="438607" y="203480"/>
                </a:lnTo>
                <a:lnTo>
                  <a:pt x="416021" y="210739"/>
                </a:lnTo>
                <a:lnTo>
                  <a:pt x="412669" y="200348"/>
                </a:lnTo>
                <a:lnTo>
                  <a:pt x="412748" y="200554"/>
                </a:lnTo>
                <a:lnTo>
                  <a:pt x="408177" y="187253"/>
                </a:lnTo>
                <a:lnTo>
                  <a:pt x="408256" y="187475"/>
                </a:lnTo>
                <a:lnTo>
                  <a:pt x="403590" y="174727"/>
                </a:lnTo>
                <a:lnTo>
                  <a:pt x="403686" y="174965"/>
                </a:lnTo>
                <a:lnTo>
                  <a:pt x="398926" y="162755"/>
                </a:lnTo>
                <a:lnTo>
                  <a:pt x="399020" y="163008"/>
                </a:lnTo>
                <a:lnTo>
                  <a:pt x="394165" y="151337"/>
                </a:lnTo>
                <a:lnTo>
                  <a:pt x="394276" y="151590"/>
                </a:lnTo>
                <a:lnTo>
                  <a:pt x="389310" y="140456"/>
                </a:lnTo>
                <a:lnTo>
                  <a:pt x="389437" y="140725"/>
                </a:lnTo>
                <a:lnTo>
                  <a:pt x="384390" y="130097"/>
                </a:lnTo>
                <a:lnTo>
                  <a:pt x="384534" y="130381"/>
                </a:lnTo>
                <a:lnTo>
                  <a:pt x="381544" y="124482"/>
                </a:lnTo>
                <a:lnTo>
                  <a:pt x="402689" y="113744"/>
                </a:lnTo>
              </a:path>
            </a:pathLst>
          </a:custGeom>
          <a:solidFill xmlns:a="http://schemas.openxmlformats.org/drawingml/2006/main">
            <a:srgbClr val="F5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40">
            <a:extLst xmlns:a="http://schemas.openxmlformats.org/drawingml/2006/main">
              <a:ext uri="{FF2B5EF4-FFF2-40B4-BE49-F238E27FC236}">
                <a16:creationId xmlns:a16="http://schemas.microsoft.com/office/drawing/2014/main" id="{7B5D51E7-DE8B-4054-83CA-D89E6217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775" y="1135218"/>
            <a:ext cx="276880" cy="352650"/>
          </a:xfrm>
          <a:custGeom xmlns:a="http://schemas.openxmlformats.org/drawingml/2006/main">
            <a:pathLst>
              <a:path w="276880" h="352650">
                <a:moveTo>
                  <a:pt x="0" y="349708"/>
                </a:moveTo>
                <a:lnTo>
                  <a:pt x="2452" y="330176"/>
                </a:lnTo>
                <a:lnTo>
                  <a:pt x="2421" y="330350"/>
                </a:lnTo>
                <a:lnTo>
                  <a:pt x="5173" y="305283"/>
                </a:lnTo>
                <a:lnTo>
                  <a:pt x="8477" y="276103"/>
                </a:lnTo>
                <a:lnTo>
                  <a:pt x="10423" y="260383"/>
                </a:lnTo>
                <a:lnTo>
                  <a:pt x="11103" y="255354"/>
                </a:lnTo>
                <a:lnTo>
                  <a:pt x="34620" y="258517"/>
                </a:lnTo>
                <a:lnTo>
                  <a:pt x="33955" y="263467"/>
                </a:lnTo>
                <a:lnTo>
                  <a:pt x="33972" y="263357"/>
                </a:lnTo>
                <a:lnTo>
                  <a:pt x="32042" y="278966"/>
                </a:lnTo>
                <a:lnTo>
                  <a:pt x="32042" y="278840"/>
                </a:lnTo>
                <a:lnTo>
                  <a:pt x="28753" y="307940"/>
                </a:lnTo>
                <a:lnTo>
                  <a:pt x="28753" y="307892"/>
                </a:lnTo>
                <a:lnTo>
                  <a:pt x="26001" y="333023"/>
                </a:lnTo>
                <a:lnTo>
                  <a:pt x="23550" y="352650"/>
                </a:lnTo>
                <a:lnTo>
                  <a:pt x="0" y="349708"/>
                </a:lnTo>
                <a:moveTo>
                  <a:pt x="22965" y="184327"/>
                </a:moveTo>
                <a:lnTo>
                  <a:pt x="24308" y="177890"/>
                </a:lnTo>
                <a:lnTo>
                  <a:pt x="28152" y="161838"/>
                </a:lnTo>
                <a:lnTo>
                  <a:pt x="32438" y="146355"/>
                </a:lnTo>
                <a:lnTo>
                  <a:pt x="37183" y="131647"/>
                </a:lnTo>
                <a:lnTo>
                  <a:pt x="39808" y="124498"/>
                </a:lnTo>
                <a:lnTo>
                  <a:pt x="42528" y="117682"/>
                </a:lnTo>
                <a:lnTo>
                  <a:pt x="48078" y="104982"/>
                </a:lnTo>
                <a:lnTo>
                  <a:pt x="53789" y="92946"/>
                </a:lnTo>
                <a:lnTo>
                  <a:pt x="54421" y="91729"/>
                </a:lnTo>
                <a:lnTo>
                  <a:pt x="75487" y="102641"/>
                </a:lnTo>
                <a:lnTo>
                  <a:pt x="74933" y="103685"/>
                </a:lnTo>
                <a:lnTo>
                  <a:pt x="75123" y="103321"/>
                </a:lnTo>
                <a:lnTo>
                  <a:pt x="69588" y="114977"/>
                </a:lnTo>
                <a:lnTo>
                  <a:pt x="69746" y="114629"/>
                </a:lnTo>
                <a:lnTo>
                  <a:pt x="64353" y="126997"/>
                </a:lnTo>
                <a:lnTo>
                  <a:pt x="64495" y="126649"/>
                </a:lnTo>
                <a:lnTo>
                  <a:pt x="61902" y="133149"/>
                </a:lnTo>
                <a:lnTo>
                  <a:pt x="62012" y="132817"/>
                </a:lnTo>
                <a:lnTo>
                  <a:pt x="59545" y="139586"/>
                </a:lnTo>
                <a:lnTo>
                  <a:pt x="59687" y="139159"/>
                </a:lnTo>
                <a:lnTo>
                  <a:pt x="55085" y="153408"/>
                </a:lnTo>
                <a:lnTo>
                  <a:pt x="55228" y="152918"/>
                </a:lnTo>
                <a:lnTo>
                  <a:pt x="51068" y="167974"/>
                </a:lnTo>
                <a:lnTo>
                  <a:pt x="51179" y="167563"/>
                </a:lnTo>
                <a:lnTo>
                  <a:pt x="47415" y="183252"/>
                </a:lnTo>
                <a:lnTo>
                  <a:pt x="47494" y="182920"/>
                </a:lnTo>
                <a:lnTo>
                  <a:pt x="46181" y="189183"/>
                </a:lnTo>
                <a:lnTo>
                  <a:pt x="22965" y="184327"/>
                </a:lnTo>
                <a:moveTo>
                  <a:pt x="96679" y="30460"/>
                </a:moveTo>
                <a:lnTo>
                  <a:pt x="99083" y="28040"/>
                </a:lnTo>
                <a:lnTo>
                  <a:pt x="106421" y="21635"/>
                </a:lnTo>
                <a:lnTo>
                  <a:pt x="114013" y="15973"/>
                </a:lnTo>
                <a:lnTo>
                  <a:pt x="121858" y="11118"/>
                </a:lnTo>
                <a:lnTo>
                  <a:pt x="129828" y="7164"/>
                </a:lnTo>
                <a:lnTo>
                  <a:pt x="134099" y="5425"/>
                </a:lnTo>
                <a:lnTo>
                  <a:pt x="138306" y="3954"/>
                </a:lnTo>
                <a:lnTo>
                  <a:pt x="142559" y="2704"/>
                </a:lnTo>
                <a:lnTo>
                  <a:pt x="146862" y="1692"/>
                </a:lnTo>
                <a:lnTo>
                  <a:pt x="151211" y="901"/>
                </a:lnTo>
                <a:lnTo>
                  <a:pt x="155607" y="348"/>
                </a:lnTo>
                <a:lnTo>
                  <a:pt x="160067" y="47"/>
                </a:lnTo>
                <a:lnTo>
                  <a:pt x="164542" y="0"/>
                </a:lnTo>
                <a:lnTo>
                  <a:pt x="169034" y="221"/>
                </a:lnTo>
                <a:lnTo>
                  <a:pt x="173510" y="728"/>
                </a:lnTo>
                <a:lnTo>
                  <a:pt x="177987" y="1518"/>
                </a:lnTo>
                <a:lnTo>
                  <a:pt x="182430" y="2593"/>
                </a:lnTo>
                <a:lnTo>
                  <a:pt x="186843" y="3938"/>
                </a:lnTo>
                <a:lnTo>
                  <a:pt x="191223" y="5583"/>
                </a:lnTo>
                <a:lnTo>
                  <a:pt x="195542" y="7512"/>
                </a:lnTo>
                <a:lnTo>
                  <a:pt x="196711" y="8113"/>
                </a:lnTo>
                <a:lnTo>
                  <a:pt x="185831" y="29195"/>
                </a:lnTo>
                <a:lnTo>
                  <a:pt x="184961" y="28752"/>
                </a:lnTo>
                <a:lnTo>
                  <a:pt x="185593" y="29037"/>
                </a:lnTo>
                <a:lnTo>
                  <a:pt x="181909" y="27408"/>
                </a:lnTo>
                <a:lnTo>
                  <a:pt x="182557" y="27677"/>
                </a:lnTo>
                <a:lnTo>
                  <a:pt x="178857" y="26285"/>
                </a:lnTo>
                <a:lnTo>
                  <a:pt x="179536" y="26522"/>
                </a:lnTo>
                <a:lnTo>
                  <a:pt x="175820" y="25383"/>
                </a:lnTo>
                <a:lnTo>
                  <a:pt x="176515" y="25573"/>
                </a:lnTo>
                <a:lnTo>
                  <a:pt x="172782" y="24672"/>
                </a:lnTo>
                <a:lnTo>
                  <a:pt x="173510" y="24814"/>
                </a:lnTo>
                <a:lnTo>
                  <a:pt x="169762" y="24166"/>
                </a:lnTo>
                <a:lnTo>
                  <a:pt x="170490" y="24261"/>
                </a:lnTo>
                <a:lnTo>
                  <a:pt x="166725" y="23849"/>
                </a:lnTo>
                <a:lnTo>
                  <a:pt x="167453" y="23897"/>
                </a:lnTo>
                <a:lnTo>
                  <a:pt x="163689" y="23707"/>
                </a:lnTo>
                <a:lnTo>
                  <a:pt x="164417" y="23723"/>
                </a:lnTo>
                <a:lnTo>
                  <a:pt x="160637" y="23754"/>
                </a:lnTo>
                <a:lnTo>
                  <a:pt x="161348" y="23739"/>
                </a:lnTo>
                <a:lnTo>
                  <a:pt x="157568" y="23992"/>
                </a:lnTo>
                <a:lnTo>
                  <a:pt x="158232" y="23928"/>
                </a:lnTo>
                <a:lnTo>
                  <a:pt x="154485" y="24403"/>
                </a:lnTo>
                <a:lnTo>
                  <a:pt x="155101" y="24308"/>
                </a:lnTo>
                <a:lnTo>
                  <a:pt x="151385" y="24972"/>
                </a:lnTo>
                <a:lnTo>
                  <a:pt x="152001" y="24846"/>
                </a:lnTo>
                <a:lnTo>
                  <a:pt x="148317" y="25716"/>
                </a:lnTo>
                <a:lnTo>
                  <a:pt x="148918" y="25557"/>
                </a:lnTo>
                <a:lnTo>
                  <a:pt x="145264" y="26633"/>
                </a:lnTo>
                <a:lnTo>
                  <a:pt x="145849" y="26443"/>
                </a:lnTo>
                <a:lnTo>
                  <a:pt x="142227" y="27708"/>
                </a:lnTo>
                <a:lnTo>
                  <a:pt x="142781" y="27503"/>
                </a:lnTo>
                <a:lnTo>
                  <a:pt x="139192" y="28958"/>
                </a:lnTo>
                <a:lnTo>
                  <a:pt x="139997" y="28610"/>
                </a:lnTo>
                <a:lnTo>
                  <a:pt x="132912" y="32121"/>
                </a:lnTo>
                <a:lnTo>
                  <a:pt x="133878" y="31583"/>
                </a:lnTo>
                <a:lnTo>
                  <a:pt x="126919" y="35885"/>
                </a:lnTo>
                <a:lnTo>
                  <a:pt x="127756" y="35316"/>
                </a:lnTo>
                <a:lnTo>
                  <a:pt x="120957" y="40376"/>
                </a:lnTo>
                <a:lnTo>
                  <a:pt x="121684" y="39807"/>
                </a:lnTo>
                <a:lnTo>
                  <a:pt x="115009" y="45627"/>
                </a:lnTo>
                <a:lnTo>
                  <a:pt x="115610" y="45058"/>
                </a:lnTo>
                <a:lnTo>
                  <a:pt x="113522" y="47161"/>
                </a:lnTo>
                <a:lnTo>
                  <a:pt x="96679" y="30460"/>
                </a:lnTo>
                <a:moveTo>
                  <a:pt x="249408" y="64163"/>
                </a:moveTo>
                <a:lnTo>
                  <a:pt x="252714" y="70046"/>
                </a:lnTo>
                <a:lnTo>
                  <a:pt x="259182" y="83299"/>
                </a:lnTo>
                <a:lnTo>
                  <a:pt x="265381" y="97770"/>
                </a:lnTo>
                <a:lnTo>
                  <a:pt x="271313" y="113538"/>
                </a:lnTo>
                <a:lnTo>
                  <a:pt x="276880" y="130381"/>
                </a:lnTo>
                <a:lnTo>
                  <a:pt x="254358" y="137831"/>
                </a:lnTo>
                <a:lnTo>
                  <a:pt x="248855" y="121208"/>
                </a:lnTo>
                <a:lnTo>
                  <a:pt x="249013" y="121651"/>
                </a:lnTo>
                <a:lnTo>
                  <a:pt x="243272" y="106374"/>
                </a:lnTo>
                <a:lnTo>
                  <a:pt x="243477" y="106864"/>
                </a:lnTo>
                <a:lnTo>
                  <a:pt x="237483" y="92899"/>
                </a:lnTo>
                <a:lnTo>
                  <a:pt x="237735" y="93437"/>
                </a:lnTo>
                <a:lnTo>
                  <a:pt x="231537" y="80769"/>
                </a:lnTo>
                <a:lnTo>
                  <a:pt x="231852" y="81354"/>
                </a:lnTo>
                <a:lnTo>
                  <a:pt x="228706" y="75740"/>
                </a:lnTo>
                <a:lnTo>
                  <a:pt x="249408" y="64163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text-141 #ball">
            <a:extLst xmlns:a="http://schemas.openxmlformats.org/drawingml/2006/main">
              <a:ext uri="{FF2B5EF4-FFF2-40B4-BE49-F238E27FC236}">
                <a16:creationId xmlns:a16="http://schemas.microsoft.com/office/drawing/2014/main" id="{1442BB38-67C9-4102-94A6-C2C2443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8801" y="923590"/>
            <a:ext cx="353722" cy="22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170" name="text-142 #6">
            <a:extLst xmlns:a="http://schemas.openxmlformats.org/drawingml/2006/main">
              <a:ext uri="{FF2B5EF4-FFF2-40B4-BE49-F238E27FC236}">
                <a16:creationId xmlns:a16="http://schemas.microsoft.com/office/drawing/2014/main" id="{8C6B4BAE-7784-41CC-8104-CDF6A0A9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2653" y="1174906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171" name="text-143 x">
            <a:extLst xmlns:a="http://schemas.openxmlformats.org/drawingml/2006/main">
              <a:ext uri="{FF2B5EF4-FFF2-40B4-BE49-F238E27FC236}">
                <a16:creationId xmlns:a16="http://schemas.microsoft.com/office/drawing/2014/main" id="{FF547DD9-27CF-4B47-9DB7-5EF8354D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2714" y="1611561"/>
            <a:ext cx="118411" cy="26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72" name="text-144 y">
            <a:extLst xmlns:a="http://schemas.openxmlformats.org/drawingml/2006/main">
              <a:ext uri="{FF2B5EF4-FFF2-40B4-BE49-F238E27FC236}">
                <a16:creationId xmlns:a16="http://schemas.microsoft.com/office/drawing/2014/main" id="{AE079410-97FD-4F62-A450-CC67E6B1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285" y="1561142"/>
            <a:ext cx="118411" cy="26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73" name="text-145 z">
            <a:extLst xmlns:a="http://schemas.openxmlformats.org/drawingml/2006/main">
              <a:ext uri="{FF2B5EF4-FFF2-40B4-BE49-F238E27FC236}">
                <a16:creationId xmlns:a16="http://schemas.microsoft.com/office/drawing/2014/main" id="{4F62D393-9E89-42AC-BC71-6BAF9EB3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435" y="776795"/>
            <a:ext cx="108034" cy="265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74" name="path-146">
            <a:extLst xmlns:a="http://schemas.openxmlformats.org/drawingml/2006/main">
              <a:ext uri="{FF2B5EF4-FFF2-40B4-BE49-F238E27FC236}">
                <a16:creationId xmlns:a16="http://schemas.microsoft.com/office/drawing/2014/main" id="{71F9FAF2-2BFD-463C-9B0F-2FD775D7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74" y="1371895"/>
            <a:ext cx="55718" cy="53013"/>
          </a:xfrm>
          <a:custGeom xmlns:a="http://schemas.openxmlformats.org/drawingml/2006/main">
            <a:pathLst>
              <a:path w="55718" h="53013">
                <a:moveTo>
                  <a:pt x="0" y="27091"/>
                </a:moveTo>
                <a:cubicBezTo>
                  <a:pt x="476" y="11861"/>
                  <a:pt x="12842" y="0"/>
                  <a:pt x="28104" y="0"/>
                </a:cubicBezTo>
                <a:cubicBezTo>
                  <a:pt x="43351" y="0"/>
                  <a:pt x="55718" y="11861"/>
                  <a:pt x="55718" y="26506"/>
                </a:cubicBezTo>
                <a:cubicBezTo>
                  <a:pt x="55718" y="41151"/>
                  <a:pt x="43351" y="53013"/>
                  <a:pt x="28104" y="53013"/>
                </a:cubicBezTo>
                <a:cubicBezTo>
                  <a:pt x="12842" y="53013"/>
                  <a:pt x="476" y="41151"/>
                  <a:pt x="0" y="27091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47">
            <a:extLst xmlns:a="http://schemas.openxmlformats.org/drawingml/2006/main">
              <a:ext uri="{FF2B5EF4-FFF2-40B4-BE49-F238E27FC236}">
                <a16:creationId xmlns:a16="http://schemas.microsoft.com/office/drawing/2014/main" id="{D53A106E-E7D8-43AE-A4F9-17EC84EA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225" y="1363971"/>
            <a:ext cx="71090" cy="68860"/>
          </a:xfrm>
          <a:custGeom xmlns:a="http://schemas.openxmlformats.org/drawingml/2006/main">
            <a:pathLst>
              <a:path w="71090" h="68860">
                <a:moveTo>
                  <a:pt x="158" y="37561"/>
                </a:moveTo>
                <a:lnTo>
                  <a:pt x="0" y="34430"/>
                </a:lnTo>
                <a:lnTo>
                  <a:pt x="190" y="30887"/>
                </a:lnTo>
                <a:lnTo>
                  <a:pt x="743" y="27440"/>
                </a:lnTo>
                <a:lnTo>
                  <a:pt x="1629" y="24102"/>
                </a:lnTo>
                <a:lnTo>
                  <a:pt x="2846" y="20923"/>
                </a:lnTo>
                <a:lnTo>
                  <a:pt x="4365" y="17887"/>
                </a:lnTo>
                <a:lnTo>
                  <a:pt x="6168" y="15056"/>
                </a:lnTo>
                <a:lnTo>
                  <a:pt x="8224" y="12399"/>
                </a:lnTo>
                <a:lnTo>
                  <a:pt x="10533" y="9964"/>
                </a:lnTo>
                <a:lnTo>
                  <a:pt x="13063" y="7765"/>
                </a:lnTo>
                <a:lnTo>
                  <a:pt x="15800" y="5804"/>
                </a:lnTo>
                <a:lnTo>
                  <a:pt x="18726" y="4096"/>
                </a:lnTo>
                <a:lnTo>
                  <a:pt x="21809" y="2657"/>
                </a:lnTo>
                <a:lnTo>
                  <a:pt x="25067" y="1518"/>
                </a:lnTo>
                <a:lnTo>
                  <a:pt x="28452" y="680"/>
                </a:lnTo>
                <a:lnTo>
                  <a:pt x="31962" y="174"/>
                </a:lnTo>
                <a:lnTo>
                  <a:pt x="35552" y="0"/>
                </a:lnTo>
                <a:lnTo>
                  <a:pt x="38147" y="126"/>
                </a:lnTo>
                <a:lnTo>
                  <a:pt x="37372" y="15926"/>
                </a:lnTo>
                <a:lnTo>
                  <a:pt x="35157" y="15815"/>
                </a:lnTo>
                <a:lnTo>
                  <a:pt x="35933" y="15815"/>
                </a:lnTo>
                <a:lnTo>
                  <a:pt x="33101" y="15957"/>
                </a:lnTo>
                <a:lnTo>
                  <a:pt x="33861" y="15878"/>
                </a:lnTo>
                <a:lnTo>
                  <a:pt x="31125" y="16274"/>
                </a:lnTo>
                <a:lnTo>
                  <a:pt x="31868" y="16132"/>
                </a:lnTo>
                <a:lnTo>
                  <a:pt x="29227" y="16780"/>
                </a:lnTo>
                <a:lnTo>
                  <a:pt x="29955" y="16574"/>
                </a:lnTo>
                <a:lnTo>
                  <a:pt x="27408" y="17460"/>
                </a:lnTo>
                <a:lnTo>
                  <a:pt x="28104" y="17175"/>
                </a:lnTo>
                <a:lnTo>
                  <a:pt x="25700" y="18298"/>
                </a:lnTo>
                <a:lnTo>
                  <a:pt x="26364" y="17950"/>
                </a:lnTo>
                <a:lnTo>
                  <a:pt x="24087" y="19279"/>
                </a:lnTo>
                <a:lnTo>
                  <a:pt x="24703" y="18868"/>
                </a:lnTo>
                <a:lnTo>
                  <a:pt x="22585" y="20402"/>
                </a:lnTo>
                <a:lnTo>
                  <a:pt x="23170" y="19927"/>
                </a:lnTo>
                <a:lnTo>
                  <a:pt x="21208" y="21635"/>
                </a:lnTo>
                <a:lnTo>
                  <a:pt x="21746" y="21114"/>
                </a:lnTo>
                <a:lnTo>
                  <a:pt x="19974" y="22995"/>
                </a:lnTo>
                <a:lnTo>
                  <a:pt x="20465" y="22426"/>
                </a:lnTo>
                <a:lnTo>
                  <a:pt x="18884" y="24466"/>
                </a:lnTo>
                <a:lnTo>
                  <a:pt x="19327" y="23834"/>
                </a:lnTo>
                <a:lnTo>
                  <a:pt x="17935" y="26016"/>
                </a:lnTo>
                <a:lnTo>
                  <a:pt x="18314" y="25336"/>
                </a:lnTo>
                <a:lnTo>
                  <a:pt x="17159" y="27661"/>
                </a:lnTo>
                <a:lnTo>
                  <a:pt x="17477" y="26934"/>
                </a:lnTo>
                <a:lnTo>
                  <a:pt x="16543" y="29369"/>
                </a:lnTo>
                <a:lnTo>
                  <a:pt x="16795" y="28594"/>
                </a:lnTo>
                <a:lnTo>
                  <a:pt x="16116" y="31125"/>
                </a:lnTo>
                <a:lnTo>
                  <a:pt x="16290" y="30334"/>
                </a:lnTo>
                <a:lnTo>
                  <a:pt x="15879" y="32959"/>
                </a:lnTo>
                <a:lnTo>
                  <a:pt x="15958" y="32137"/>
                </a:lnTo>
                <a:lnTo>
                  <a:pt x="15815" y="34841"/>
                </a:lnTo>
                <a:lnTo>
                  <a:pt x="15815" y="34019"/>
                </a:lnTo>
                <a:lnTo>
                  <a:pt x="15958" y="36723"/>
                </a:lnTo>
                <a:lnTo>
                  <a:pt x="158" y="37561"/>
                </a:lnTo>
                <a:moveTo>
                  <a:pt x="56998" y="7022"/>
                </a:moveTo>
                <a:lnTo>
                  <a:pt x="58027" y="7765"/>
                </a:lnTo>
                <a:lnTo>
                  <a:pt x="60557" y="9964"/>
                </a:lnTo>
                <a:lnTo>
                  <a:pt x="62866" y="12399"/>
                </a:lnTo>
                <a:lnTo>
                  <a:pt x="64923" y="15056"/>
                </a:lnTo>
                <a:lnTo>
                  <a:pt x="66725" y="17887"/>
                </a:lnTo>
                <a:lnTo>
                  <a:pt x="68242" y="20923"/>
                </a:lnTo>
                <a:lnTo>
                  <a:pt x="69461" y="24102"/>
                </a:lnTo>
                <a:lnTo>
                  <a:pt x="70363" y="27440"/>
                </a:lnTo>
                <a:lnTo>
                  <a:pt x="70900" y="30887"/>
                </a:lnTo>
                <a:lnTo>
                  <a:pt x="71090" y="34430"/>
                </a:lnTo>
                <a:lnTo>
                  <a:pt x="70900" y="37972"/>
                </a:lnTo>
                <a:lnTo>
                  <a:pt x="70363" y="41420"/>
                </a:lnTo>
                <a:lnTo>
                  <a:pt x="69461" y="44757"/>
                </a:lnTo>
                <a:lnTo>
                  <a:pt x="68242" y="47936"/>
                </a:lnTo>
                <a:lnTo>
                  <a:pt x="66725" y="50957"/>
                </a:lnTo>
                <a:lnTo>
                  <a:pt x="64923" y="53804"/>
                </a:lnTo>
                <a:lnTo>
                  <a:pt x="62866" y="56461"/>
                </a:lnTo>
                <a:lnTo>
                  <a:pt x="60557" y="58880"/>
                </a:lnTo>
                <a:lnTo>
                  <a:pt x="58786" y="60446"/>
                </a:lnTo>
                <a:lnTo>
                  <a:pt x="48380" y="48521"/>
                </a:lnTo>
                <a:lnTo>
                  <a:pt x="49881" y="47224"/>
                </a:lnTo>
                <a:lnTo>
                  <a:pt x="49343" y="47746"/>
                </a:lnTo>
                <a:lnTo>
                  <a:pt x="51114" y="45849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26"/>
                </a:lnTo>
                <a:lnTo>
                  <a:pt x="53155" y="42844"/>
                </a:lnTo>
                <a:lnTo>
                  <a:pt x="52776" y="43524"/>
                </a:lnTo>
                <a:lnTo>
                  <a:pt x="53930" y="41199"/>
                </a:lnTo>
                <a:lnTo>
                  <a:pt x="53614" y="41926"/>
                </a:lnTo>
                <a:lnTo>
                  <a:pt x="54548" y="39491"/>
                </a:lnTo>
                <a:lnTo>
                  <a:pt x="54294" y="40266"/>
                </a:lnTo>
                <a:lnTo>
                  <a:pt x="54975" y="37719"/>
                </a:lnTo>
                <a:lnTo>
                  <a:pt x="54800" y="38526"/>
                </a:lnTo>
                <a:lnTo>
                  <a:pt x="55227" y="35901"/>
                </a:lnTo>
                <a:lnTo>
                  <a:pt x="55133" y="36723"/>
                </a:lnTo>
                <a:lnTo>
                  <a:pt x="55275" y="34019"/>
                </a:lnTo>
                <a:lnTo>
                  <a:pt x="55275" y="34841"/>
                </a:lnTo>
                <a:lnTo>
                  <a:pt x="55133" y="32137"/>
                </a:lnTo>
                <a:lnTo>
                  <a:pt x="55227" y="32959"/>
                </a:lnTo>
                <a:lnTo>
                  <a:pt x="54800" y="30334"/>
                </a:lnTo>
                <a:lnTo>
                  <a:pt x="54975" y="31125"/>
                </a:lnTo>
                <a:lnTo>
                  <a:pt x="54294" y="28594"/>
                </a:lnTo>
                <a:lnTo>
                  <a:pt x="54548" y="29369"/>
                </a:lnTo>
                <a:lnTo>
                  <a:pt x="53614" y="26934"/>
                </a:lnTo>
                <a:lnTo>
                  <a:pt x="53930" y="27661"/>
                </a:lnTo>
                <a:lnTo>
                  <a:pt x="52776" y="25336"/>
                </a:lnTo>
                <a:lnTo>
                  <a:pt x="53155" y="26016"/>
                </a:lnTo>
                <a:lnTo>
                  <a:pt x="51779" y="23834"/>
                </a:lnTo>
                <a:lnTo>
                  <a:pt x="52222" y="24466"/>
                </a:lnTo>
                <a:lnTo>
                  <a:pt x="50625" y="22426"/>
                </a:lnTo>
                <a:lnTo>
                  <a:pt x="51114" y="22995"/>
                </a:lnTo>
                <a:lnTo>
                  <a:pt x="49343" y="21114"/>
                </a:lnTo>
                <a:lnTo>
                  <a:pt x="49881" y="21635"/>
                </a:lnTo>
                <a:lnTo>
                  <a:pt x="47920" y="19927"/>
                </a:lnTo>
                <a:lnTo>
                  <a:pt x="48505" y="20402"/>
                </a:lnTo>
                <a:lnTo>
                  <a:pt x="47777" y="19864"/>
                </a:lnTo>
                <a:lnTo>
                  <a:pt x="56998" y="7022"/>
                </a:lnTo>
                <a:moveTo>
                  <a:pt x="40408" y="68496"/>
                </a:moveTo>
                <a:lnTo>
                  <a:pt x="39143" y="68686"/>
                </a:lnTo>
                <a:lnTo>
                  <a:pt x="35552" y="68860"/>
                </a:lnTo>
                <a:lnTo>
                  <a:pt x="31962" y="68686"/>
                </a:lnTo>
                <a:lnTo>
                  <a:pt x="28452" y="68180"/>
                </a:lnTo>
                <a:lnTo>
                  <a:pt x="25067" y="67342"/>
                </a:lnTo>
                <a:lnTo>
                  <a:pt x="21809" y="66187"/>
                </a:lnTo>
                <a:lnTo>
                  <a:pt x="18726" y="64764"/>
                </a:lnTo>
                <a:lnTo>
                  <a:pt x="15800" y="63056"/>
                </a:lnTo>
                <a:lnTo>
                  <a:pt x="13063" y="61095"/>
                </a:lnTo>
                <a:lnTo>
                  <a:pt x="10533" y="58880"/>
                </a:lnTo>
                <a:lnTo>
                  <a:pt x="8224" y="56461"/>
                </a:lnTo>
                <a:lnTo>
                  <a:pt x="6168" y="53804"/>
                </a:lnTo>
                <a:lnTo>
                  <a:pt x="4365" y="50957"/>
                </a:lnTo>
                <a:lnTo>
                  <a:pt x="2846" y="47936"/>
                </a:lnTo>
                <a:lnTo>
                  <a:pt x="1629" y="44757"/>
                </a:lnTo>
                <a:lnTo>
                  <a:pt x="743" y="41420"/>
                </a:lnTo>
                <a:lnTo>
                  <a:pt x="252" y="38384"/>
                </a:lnTo>
                <a:lnTo>
                  <a:pt x="15879" y="35901"/>
                </a:lnTo>
                <a:lnTo>
                  <a:pt x="16290" y="38526"/>
                </a:lnTo>
                <a:lnTo>
                  <a:pt x="16116" y="37719"/>
                </a:lnTo>
                <a:lnTo>
                  <a:pt x="16795" y="40266"/>
                </a:lnTo>
                <a:lnTo>
                  <a:pt x="16543" y="39491"/>
                </a:lnTo>
                <a:lnTo>
                  <a:pt x="17477" y="41926"/>
                </a:lnTo>
                <a:lnTo>
                  <a:pt x="17159" y="41199"/>
                </a:lnTo>
                <a:lnTo>
                  <a:pt x="18314" y="43524"/>
                </a:lnTo>
                <a:lnTo>
                  <a:pt x="17935" y="42844"/>
                </a:lnTo>
                <a:lnTo>
                  <a:pt x="19327" y="45026"/>
                </a:lnTo>
                <a:lnTo>
                  <a:pt x="18884" y="44394"/>
                </a:lnTo>
                <a:lnTo>
                  <a:pt x="20465" y="46434"/>
                </a:lnTo>
                <a:lnTo>
                  <a:pt x="19974" y="45849"/>
                </a:lnTo>
                <a:lnTo>
                  <a:pt x="21746" y="47746"/>
                </a:lnTo>
                <a:lnTo>
                  <a:pt x="21208" y="47224"/>
                </a:lnTo>
                <a:lnTo>
                  <a:pt x="23170" y="48932"/>
                </a:lnTo>
                <a:lnTo>
                  <a:pt x="22585" y="48458"/>
                </a:lnTo>
                <a:lnTo>
                  <a:pt x="24703" y="49992"/>
                </a:lnTo>
                <a:lnTo>
                  <a:pt x="24087" y="49581"/>
                </a:lnTo>
                <a:lnTo>
                  <a:pt x="26364" y="50909"/>
                </a:lnTo>
                <a:lnTo>
                  <a:pt x="25700" y="50562"/>
                </a:lnTo>
                <a:lnTo>
                  <a:pt x="28104" y="51684"/>
                </a:lnTo>
                <a:lnTo>
                  <a:pt x="27408" y="51400"/>
                </a:lnTo>
                <a:lnTo>
                  <a:pt x="29955" y="52285"/>
                </a:lnTo>
                <a:lnTo>
                  <a:pt x="29227" y="52080"/>
                </a:lnTo>
                <a:lnTo>
                  <a:pt x="31868" y="52728"/>
                </a:lnTo>
                <a:lnTo>
                  <a:pt x="31125" y="52586"/>
                </a:lnTo>
                <a:lnTo>
                  <a:pt x="33861" y="52981"/>
                </a:lnTo>
                <a:lnTo>
                  <a:pt x="33101" y="52902"/>
                </a:lnTo>
                <a:lnTo>
                  <a:pt x="35933" y="53044"/>
                </a:lnTo>
                <a:lnTo>
                  <a:pt x="35157" y="53044"/>
                </a:lnTo>
                <a:lnTo>
                  <a:pt x="37988" y="52902"/>
                </a:lnTo>
                <a:lnTo>
                  <a:pt x="37229" y="52981"/>
                </a:lnTo>
                <a:lnTo>
                  <a:pt x="38115" y="52855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48">
            <a:extLst xmlns:a="http://schemas.openxmlformats.org/drawingml/2006/main">
              <a:ext uri="{FF2B5EF4-FFF2-40B4-BE49-F238E27FC236}">
                <a16:creationId xmlns:a16="http://schemas.microsoft.com/office/drawing/2014/main" id="{810A102A-92CF-4954-ABCC-C54A3656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394" y="1021522"/>
            <a:ext cx="55243" cy="53029"/>
          </a:xfrm>
          <a:custGeom xmlns:a="http://schemas.openxmlformats.org/drawingml/2006/main">
            <a:pathLst>
              <a:path w="55243" h="53029">
                <a:moveTo>
                  <a:pt x="601" y="26364"/>
                </a:moveTo>
                <a:cubicBezTo>
                  <a:pt x="0" y="11877"/>
                  <a:pt x="12368" y="0"/>
                  <a:pt x="27629" y="0"/>
                </a:cubicBezTo>
                <a:cubicBezTo>
                  <a:pt x="42875" y="0"/>
                  <a:pt x="55243" y="11877"/>
                  <a:pt x="55243" y="26523"/>
                </a:cubicBezTo>
                <a:cubicBezTo>
                  <a:pt x="55243" y="41168"/>
                  <a:pt x="42875" y="53029"/>
                  <a:pt x="27629" y="53029"/>
                </a:cubicBezTo>
                <a:cubicBezTo>
                  <a:pt x="12368" y="53029"/>
                  <a:pt x="0" y="41168"/>
                  <a:pt x="601" y="26364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49">
            <a:extLst xmlns:a="http://schemas.openxmlformats.org/drawingml/2006/main">
              <a:ext uri="{FF2B5EF4-FFF2-40B4-BE49-F238E27FC236}">
                <a16:creationId xmlns:a16="http://schemas.microsoft.com/office/drawing/2014/main" id="{9A70BDE0-8C40-4FCD-B107-6EBC03AB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470" y="1013614"/>
            <a:ext cx="71090" cy="68860"/>
          </a:xfrm>
          <a:custGeom xmlns:a="http://schemas.openxmlformats.org/drawingml/2006/main">
            <a:pathLst>
              <a:path w="71090" h="68860">
                <a:moveTo>
                  <a:pt x="159" y="37546"/>
                </a:moveTo>
                <a:lnTo>
                  <a:pt x="0" y="34430"/>
                </a:lnTo>
                <a:lnTo>
                  <a:pt x="191" y="30888"/>
                </a:lnTo>
                <a:lnTo>
                  <a:pt x="744" y="27440"/>
                </a:lnTo>
                <a:lnTo>
                  <a:pt x="1629" y="24103"/>
                </a:lnTo>
                <a:lnTo>
                  <a:pt x="2848" y="20908"/>
                </a:lnTo>
                <a:lnTo>
                  <a:pt x="4366" y="17887"/>
                </a:lnTo>
                <a:lnTo>
                  <a:pt x="6168" y="15041"/>
                </a:lnTo>
                <a:lnTo>
                  <a:pt x="8225" y="12399"/>
                </a:lnTo>
                <a:lnTo>
                  <a:pt x="10533" y="9964"/>
                </a:lnTo>
                <a:lnTo>
                  <a:pt x="13063" y="7766"/>
                </a:lnTo>
                <a:lnTo>
                  <a:pt x="15800" y="5804"/>
                </a:lnTo>
                <a:lnTo>
                  <a:pt x="18726" y="4096"/>
                </a:lnTo>
                <a:lnTo>
                  <a:pt x="21809" y="2657"/>
                </a:lnTo>
                <a:lnTo>
                  <a:pt x="25068" y="1519"/>
                </a:lnTo>
                <a:lnTo>
                  <a:pt x="28452" y="680"/>
                </a:lnTo>
                <a:lnTo>
                  <a:pt x="31963" y="174"/>
                </a:lnTo>
                <a:lnTo>
                  <a:pt x="35552" y="0"/>
                </a:lnTo>
                <a:lnTo>
                  <a:pt x="38147" y="127"/>
                </a:lnTo>
                <a:lnTo>
                  <a:pt x="37372" y="15910"/>
                </a:lnTo>
                <a:lnTo>
                  <a:pt x="35158" y="15815"/>
                </a:lnTo>
                <a:lnTo>
                  <a:pt x="35933" y="15815"/>
                </a:lnTo>
                <a:lnTo>
                  <a:pt x="33103" y="15942"/>
                </a:lnTo>
                <a:lnTo>
                  <a:pt x="33861" y="15879"/>
                </a:lnTo>
                <a:lnTo>
                  <a:pt x="31125" y="16274"/>
                </a:lnTo>
                <a:lnTo>
                  <a:pt x="31869" y="16132"/>
                </a:lnTo>
                <a:lnTo>
                  <a:pt x="29227" y="16780"/>
                </a:lnTo>
                <a:lnTo>
                  <a:pt x="29954" y="16559"/>
                </a:lnTo>
                <a:lnTo>
                  <a:pt x="27408" y="17460"/>
                </a:lnTo>
                <a:lnTo>
                  <a:pt x="28104" y="17176"/>
                </a:lnTo>
                <a:lnTo>
                  <a:pt x="25701" y="18283"/>
                </a:lnTo>
                <a:lnTo>
                  <a:pt x="26365" y="17951"/>
                </a:lnTo>
                <a:lnTo>
                  <a:pt x="24087" y="19263"/>
                </a:lnTo>
                <a:lnTo>
                  <a:pt x="24704" y="18868"/>
                </a:lnTo>
                <a:lnTo>
                  <a:pt x="22585" y="20386"/>
                </a:lnTo>
                <a:lnTo>
                  <a:pt x="23170" y="19928"/>
                </a:lnTo>
                <a:lnTo>
                  <a:pt x="21209" y="21636"/>
                </a:lnTo>
                <a:lnTo>
                  <a:pt x="21746" y="21114"/>
                </a:lnTo>
                <a:lnTo>
                  <a:pt x="19976" y="22996"/>
                </a:lnTo>
                <a:lnTo>
                  <a:pt x="20465" y="22426"/>
                </a:lnTo>
                <a:lnTo>
                  <a:pt x="18867" y="24467"/>
                </a:lnTo>
                <a:lnTo>
                  <a:pt x="19327" y="23834"/>
                </a:lnTo>
                <a:lnTo>
                  <a:pt x="17935" y="26016"/>
                </a:lnTo>
                <a:lnTo>
                  <a:pt x="18315" y="25336"/>
                </a:lnTo>
                <a:lnTo>
                  <a:pt x="17161" y="27645"/>
                </a:lnTo>
                <a:lnTo>
                  <a:pt x="17476" y="26918"/>
                </a:lnTo>
                <a:lnTo>
                  <a:pt x="16543" y="29353"/>
                </a:lnTo>
                <a:lnTo>
                  <a:pt x="16797" y="28594"/>
                </a:lnTo>
                <a:lnTo>
                  <a:pt x="16116" y="31125"/>
                </a:lnTo>
                <a:lnTo>
                  <a:pt x="16290" y="30318"/>
                </a:lnTo>
                <a:lnTo>
                  <a:pt x="15878" y="32959"/>
                </a:lnTo>
                <a:lnTo>
                  <a:pt x="15957" y="32137"/>
                </a:lnTo>
                <a:lnTo>
                  <a:pt x="15815" y="34841"/>
                </a:lnTo>
                <a:lnTo>
                  <a:pt x="15815" y="34003"/>
                </a:lnTo>
                <a:lnTo>
                  <a:pt x="15957" y="36723"/>
                </a:lnTo>
                <a:lnTo>
                  <a:pt x="159" y="37546"/>
                </a:lnTo>
                <a:moveTo>
                  <a:pt x="56999" y="7022"/>
                </a:moveTo>
                <a:lnTo>
                  <a:pt x="58027" y="7766"/>
                </a:lnTo>
                <a:lnTo>
                  <a:pt x="60557" y="9964"/>
                </a:lnTo>
                <a:lnTo>
                  <a:pt x="62866" y="12399"/>
                </a:lnTo>
                <a:lnTo>
                  <a:pt x="64922" y="15041"/>
                </a:lnTo>
                <a:lnTo>
                  <a:pt x="66725" y="17887"/>
                </a:lnTo>
                <a:lnTo>
                  <a:pt x="68244" y="20908"/>
                </a:lnTo>
                <a:lnTo>
                  <a:pt x="69461" y="24103"/>
                </a:lnTo>
                <a:lnTo>
                  <a:pt x="70362" y="27440"/>
                </a:lnTo>
                <a:lnTo>
                  <a:pt x="70900" y="30888"/>
                </a:lnTo>
                <a:lnTo>
                  <a:pt x="71090" y="34430"/>
                </a:lnTo>
                <a:lnTo>
                  <a:pt x="70900" y="37973"/>
                </a:lnTo>
                <a:lnTo>
                  <a:pt x="70362" y="41420"/>
                </a:lnTo>
                <a:lnTo>
                  <a:pt x="69461" y="44742"/>
                </a:lnTo>
                <a:lnTo>
                  <a:pt x="68244" y="47936"/>
                </a:lnTo>
                <a:lnTo>
                  <a:pt x="66725" y="50957"/>
                </a:lnTo>
                <a:lnTo>
                  <a:pt x="64922" y="53804"/>
                </a:lnTo>
                <a:lnTo>
                  <a:pt x="62866" y="56445"/>
                </a:lnTo>
                <a:lnTo>
                  <a:pt x="60557" y="58881"/>
                </a:lnTo>
                <a:lnTo>
                  <a:pt x="58786" y="60431"/>
                </a:lnTo>
                <a:lnTo>
                  <a:pt x="48380" y="48521"/>
                </a:lnTo>
                <a:lnTo>
                  <a:pt x="49882" y="47209"/>
                </a:lnTo>
                <a:lnTo>
                  <a:pt x="49345" y="47731"/>
                </a:lnTo>
                <a:lnTo>
                  <a:pt x="51115" y="45849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26"/>
                </a:lnTo>
                <a:lnTo>
                  <a:pt x="53156" y="42828"/>
                </a:lnTo>
                <a:lnTo>
                  <a:pt x="52776" y="43508"/>
                </a:lnTo>
                <a:lnTo>
                  <a:pt x="53930" y="41199"/>
                </a:lnTo>
                <a:lnTo>
                  <a:pt x="53614" y="41927"/>
                </a:lnTo>
                <a:lnTo>
                  <a:pt x="54547" y="39491"/>
                </a:lnTo>
                <a:lnTo>
                  <a:pt x="54294" y="40266"/>
                </a:lnTo>
                <a:lnTo>
                  <a:pt x="54975" y="37720"/>
                </a:lnTo>
                <a:lnTo>
                  <a:pt x="54800" y="38526"/>
                </a:lnTo>
                <a:lnTo>
                  <a:pt x="55228" y="35901"/>
                </a:lnTo>
                <a:lnTo>
                  <a:pt x="55133" y="36723"/>
                </a:lnTo>
                <a:lnTo>
                  <a:pt x="55275" y="34003"/>
                </a:lnTo>
                <a:lnTo>
                  <a:pt x="55275" y="34841"/>
                </a:lnTo>
                <a:lnTo>
                  <a:pt x="55133" y="32137"/>
                </a:lnTo>
                <a:lnTo>
                  <a:pt x="55228" y="32959"/>
                </a:lnTo>
                <a:lnTo>
                  <a:pt x="54800" y="30318"/>
                </a:lnTo>
                <a:lnTo>
                  <a:pt x="54975" y="31125"/>
                </a:lnTo>
                <a:lnTo>
                  <a:pt x="54294" y="28594"/>
                </a:lnTo>
                <a:lnTo>
                  <a:pt x="54547" y="29353"/>
                </a:lnTo>
                <a:lnTo>
                  <a:pt x="53614" y="26918"/>
                </a:lnTo>
                <a:lnTo>
                  <a:pt x="53930" y="27645"/>
                </a:lnTo>
                <a:lnTo>
                  <a:pt x="52776" y="25336"/>
                </a:lnTo>
                <a:lnTo>
                  <a:pt x="53156" y="26016"/>
                </a:lnTo>
                <a:lnTo>
                  <a:pt x="51779" y="23834"/>
                </a:lnTo>
                <a:lnTo>
                  <a:pt x="52222" y="24467"/>
                </a:lnTo>
                <a:lnTo>
                  <a:pt x="50625" y="22426"/>
                </a:lnTo>
                <a:lnTo>
                  <a:pt x="51115" y="22996"/>
                </a:lnTo>
                <a:lnTo>
                  <a:pt x="49345" y="21114"/>
                </a:lnTo>
                <a:lnTo>
                  <a:pt x="49882" y="21636"/>
                </a:lnTo>
                <a:lnTo>
                  <a:pt x="47920" y="19928"/>
                </a:lnTo>
                <a:lnTo>
                  <a:pt x="48506" y="20386"/>
                </a:lnTo>
                <a:lnTo>
                  <a:pt x="47778" y="19864"/>
                </a:lnTo>
                <a:lnTo>
                  <a:pt x="56999" y="7022"/>
                </a:lnTo>
                <a:moveTo>
                  <a:pt x="40408" y="68496"/>
                </a:moveTo>
                <a:lnTo>
                  <a:pt x="39143" y="68686"/>
                </a:lnTo>
                <a:lnTo>
                  <a:pt x="35552" y="68860"/>
                </a:lnTo>
                <a:lnTo>
                  <a:pt x="31963" y="68686"/>
                </a:lnTo>
                <a:lnTo>
                  <a:pt x="28452" y="68164"/>
                </a:lnTo>
                <a:lnTo>
                  <a:pt x="25068" y="67326"/>
                </a:lnTo>
                <a:lnTo>
                  <a:pt x="21809" y="66187"/>
                </a:lnTo>
                <a:lnTo>
                  <a:pt x="18726" y="64764"/>
                </a:lnTo>
                <a:lnTo>
                  <a:pt x="15800" y="63056"/>
                </a:lnTo>
                <a:lnTo>
                  <a:pt x="13063" y="61095"/>
                </a:lnTo>
                <a:lnTo>
                  <a:pt x="10533" y="58881"/>
                </a:lnTo>
                <a:lnTo>
                  <a:pt x="8225" y="56445"/>
                </a:lnTo>
                <a:lnTo>
                  <a:pt x="6168" y="53804"/>
                </a:lnTo>
                <a:lnTo>
                  <a:pt x="4366" y="50957"/>
                </a:lnTo>
                <a:lnTo>
                  <a:pt x="2848" y="47936"/>
                </a:lnTo>
                <a:lnTo>
                  <a:pt x="1629" y="44742"/>
                </a:lnTo>
                <a:lnTo>
                  <a:pt x="744" y="41420"/>
                </a:lnTo>
                <a:lnTo>
                  <a:pt x="253" y="38384"/>
                </a:lnTo>
                <a:lnTo>
                  <a:pt x="15878" y="35901"/>
                </a:lnTo>
                <a:lnTo>
                  <a:pt x="16290" y="38526"/>
                </a:lnTo>
                <a:lnTo>
                  <a:pt x="16116" y="37720"/>
                </a:lnTo>
                <a:lnTo>
                  <a:pt x="16797" y="40266"/>
                </a:lnTo>
                <a:lnTo>
                  <a:pt x="16543" y="39491"/>
                </a:lnTo>
                <a:lnTo>
                  <a:pt x="17476" y="41927"/>
                </a:lnTo>
                <a:lnTo>
                  <a:pt x="17161" y="41199"/>
                </a:lnTo>
                <a:lnTo>
                  <a:pt x="18315" y="43508"/>
                </a:lnTo>
                <a:lnTo>
                  <a:pt x="17935" y="42828"/>
                </a:lnTo>
                <a:lnTo>
                  <a:pt x="19327" y="45026"/>
                </a:lnTo>
                <a:lnTo>
                  <a:pt x="18867" y="44394"/>
                </a:lnTo>
                <a:lnTo>
                  <a:pt x="20465" y="46434"/>
                </a:lnTo>
                <a:lnTo>
                  <a:pt x="19976" y="45849"/>
                </a:lnTo>
                <a:lnTo>
                  <a:pt x="21746" y="47731"/>
                </a:lnTo>
                <a:lnTo>
                  <a:pt x="21209" y="47209"/>
                </a:lnTo>
                <a:lnTo>
                  <a:pt x="23170" y="48917"/>
                </a:lnTo>
                <a:lnTo>
                  <a:pt x="22585" y="48458"/>
                </a:lnTo>
                <a:lnTo>
                  <a:pt x="24704" y="49992"/>
                </a:lnTo>
                <a:lnTo>
                  <a:pt x="24087" y="49581"/>
                </a:lnTo>
                <a:lnTo>
                  <a:pt x="26365" y="50910"/>
                </a:lnTo>
                <a:lnTo>
                  <a:pt x="25701" y="50562"/>
                </a:lnTo>
                <a:lnTo>
                  <a:pt x="28104" y="51669"/>
                </a:lnTo>
                <a:lnTo>
                  <a:pt x="27408" y="51400"/>
                </a:lnTo>
                <a:lnTo>
                  <a:pt x="29954" y="52286"/>
                </a:lnTo>
                <a:lnTo>
                  <a:pt x="29227" y="52064"/>
                </a:lnTo>
                <a:lnTo>
                  <a:pt x="31869" y="52728"/>
                </a:lnTo>
                <a:lnTo>
                  <a:pt x="31125" y="52570"/>
                </a:lnTo>
                <a:lnTo>
                  <a:pt x="33861" y="52982"/>
                </a:lnTo>
                <a:lnTo>
                  <a:pt x="33103" y="52903"/>
                </a:lnTo>
                <a:lnTo>
                  <a:pt x="35933" y="53045"/>
                </a:lnTo>
                <a:lnTo>
                  <a:pt x="35158" y="53045"/>
                </a:lnTo>
                <a:lnTo>
                  <a:pt x="37988" y="52903"/>
                </a:lnTo>
                <a:lnTo>
                  <a:pt x="37230" y="52982"/>
                </a:lnTo>
                <a:lnTo>
                  <a:pt x="38115" y="52839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50">
            <a:extLst xmlns:a="http://schemas.openxmlformats.org/drawingml/2006/main">
              <a:ext uri="{FF2B5EF4-FFF2-40B4-BE49-F238E27FC236}">
                <a16:creationId xmlns:a16="http://schemas.microsoft.com/office/drawing/2014/main" id="{392F50E6-F9CB-4068-B599-63D6500C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189" y="823088"/>
            <a:ext cx="55464" cy="53029"/>
          </a:xfrm>
          <a:custGeom xmlns:a="http://schemas.openxmlformats.org/drawingml/2006/main">
            <a:pathLst>
              <a:path w="55464" h="53029">
                <a:moveTo>
                  <a:pt x="0" y="27424"/>
                </a:moveTo>
                <a:cubicBezTo>
                  <a:pt x="222" y="11861"/>
                  <a:pt x="12589" y="0"/>
                  <a:pt x="27851" y="0"/>
                </a:cubicBezTo>
                <a:cubicBezTo>
                  <a:pt x="43097" y="0"/>
                  <a:pt x="55464" y="11861"/>
                  <a:pt x="55464" y="26507"/>
                </a:cubicBezTo>
                <a:cubicBezTo>
                  <a:pt x="55464" y="41151"/>
                  <a:pt x="43097" y="53029"/>
                  <a:pt x="27851" y="53029"/>
                </a:cubicBezTo>
                <a:cubicBezTo>
                  <a:pt x="12589" y="53029"/>
                  <a:pt x="222" y="41151"/>
                  <a:pt x="0" y="27424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51">
            <a:extLst xmlns:a="http://schemas.openxmlformats.org/drawingml/2006/main">
              <a:ext uri="{FF2B5EF4-FFF2-40B4-BE49-F238E27FC236}">
                <a16:creationId xmlns:a16="http://schemas.microsoft.com/office/drawing/2014/main" id="{56B520B3-FB22-4EE7-AF48-ADCE9B26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487" y="815164"/>
            <a:ext cx="71090" cy="68860"/>
          </a:xfrm>
          <a:custGeom xmlns:a="http://schemas.openxmlformats.org/drawingml/2006/main">
            <a:pathLst>
              <a:path w="71090" h="68860">
                <a:moveTo>
                  <a:pt x="158" y="37561"/>
                </a:moveTo>
                <a:lnTo>
                  <a:pt x="0" y="34430"/>
                </a:lnTo>
                <a:lnTo>
                  <a:pt x="190" y="30887"/>
                </a:lnTo>
                <a:lnTo>
                  <a:pt x="744" y="27440"/>
                </a:lnTo>
                <a:lnTo>
                  <a:pt x="1629" y="24119"/>
                </a:lnTo>
                <a:lnTo>
                  <a:pt x="2848" y="20924"/>
                </a:lnTo>
                <a:lnTo>
                  <a:pt x="4365" y="17903"/>
                </a:lnTo>
                <a:lnTo>
                  <a:pt x="6167" y="15056"/>
                </a:lnTo>
                <a:lnTo>
                  <a:pt x="8224" y="12415"/>
                </a:lnTo>
                <a:lnTo>
                  <a:pt x="10533" y="9980"/>
                </a:lnTo>
                <a:lnTo>
                  <a:pt x="13063" y="7766"/>
                </a:lnTo>
                <a:lnTo>
                  <a:pt x="15799" y="5804"/>
                </a:lnTo>
                <a:lnTo>
                  <a:pt x="18724" y="4096"/>
                </a:lnTo>
                <a:lnTo>
                  <a:pt x="21809" y="2673"/>
                </a:lnTo>
                <a:lnTo>
                  <a:pt x="25067" y="1534"/>
                </a:lnTo>
                <a:lnTo>
                  <a:pt x="28452" y="696"/>
                </a:lnTo>
                <a:lnTo>
                  <a:pt x="31963" y="174"/>
                </a:lnTo>
                <a:lnTo>
                  <a:pt x="35552" y="0"/>
                </a:lnTo>
                <a:lnTo>
                  <a:pt x="38147" y="126"/>
                </a:lnTo>
                <a:lnTo>
                  <a:pt x="37371" y="15926"/>
                </a:lnTo>
                <a:lnTo>
                  <a:pt x="35157" y="15815"/>
                </a:lnTo>
                <a:lnTo>
                  <a:pt x="35933" y="15815"/>
                </a:lnTo>
                <a:lnTo>
                  <a:pt x="33101" y="15958"/>
                </a:lnTo>
                <a:lnTo>
                  <a:pt x="33861" y="15879"/>
                </a:lnTo>
                <a:lnTo>
                  <a:pt x="31124" y="16290"/>
                </a:lnTo>
                <a:lnTo>
                  <a:pt x="31868" y="16132"/>
                </a:lnTo>
                <a:lnTo>
                  <a:pt x="29226" y="16796"/>
                </a:lnTo>
                <a:lnTo>
                  <a:pt x="29954" y="16575"/>
                </a:lnTo>
                <a:lnTo>
                  <a:pt x="27408" y="17460"/>
                </a:lnTo>
                <a:lnTo>
                  <a:pt x="28104" y="17175"/>
                </a:lnTo>
                <a:lnTo>
                  <a:pt x="25701" y="18298"/>
                </a:lnTo>
                <a:lnTo>
                  <a:pt x="26365" y="17950"/>
                </a:lnTo>
                <a:lnTo>
                  <a:pt x="24087" y="19279"/>
                </a:lnTo>
                <a:lnTo>
                  <a:pt x="24703" y="18868"/>
                </a:lnTo>
                <a:lnTo>
                  <a:pt x="22585" y="20402"/>
                </a:lnTo>
                <a:lnTo>
                  <a:pt x="23170" y="19927"/>
                </a:lnTo>
                <a:lnTo>
                  <a:pt x="21209" y="21651"/>
                </a:lnTo>
                <a:lnTo>
                  <a:pt x="21746" y="21129"/>
                </a:lnTo>
                <a:lnTo>
                  <a:pt x="19976" y="23011"/>
                </a:lnTo>
                <a:lnTo>
                  <a:pt x="20465" y="22426"/>
                </a:lnTo>
                <a:lnTo>
                  <a:pt x="18884" y="24466"/>
                </a:lnTo>
                <a:lnTo>
                  <a:pt x="19327" y="23834"/>
                </a:lnTo>
                <a:lnTo>
                  <a:pt x="17935" y="26032"/>
                </a:lnTo>
                <a:lnTo>
                  <a:pt x="18314" y="25352"/>
                </a:lnTo>
                <a:lnTo>
                  <a:pt x="17159" y="27661"/>
                </a:lnTo>
                <a:lnTo>
                  <a:pt x="17476" y="26934"/>
                </a:lnTo>
                <a:lnTo>
                  <a:pt x="16542" y="29369"/>
                </a:lnTo>
                <a:lnTo>
                  <a:pt x="16795" y="28594"/>
                </a:lnTo>
                <a:lnTo>
                  <a:pt x="16115" y="31140"/>
                </a:lnTo>
                <a:lnTo>
                  <a:pt x="16290" y="30334"/>
                </a:lnTo>
                <a:lnTo>
                  <a:pt x="15878" y="32959"/>
                </a:lnTo>
                <a:lnTo>
                  <a:pt x="15957" y="32137"/>
                </a:lnTo>
                <a:lnTo>
                  <a:pt x="15815" y="34857"/>
                </a:lnTo>
                <a:lnTo>
                  <a:pt x="15815" y="34019"/>
                </a:lnTo>
                <a:lnTo>
                  <a:pt x="15957" y="36723"/>
                </a:lnTo>
                <a:lnTo>
                  <a:pt x="158" y="37561"/>
                </a:lnTo>
                <a:moveTo>
                  <a:pt x="56999" y="7022"/>
                </a:moveTo>
                <a:lnTo>
                  <a:pt x="58027" y="7766"/>
                </a:lnTo>
                <a:lnTo>
                  <a:pt x="60557" y="9980"/>
                </a:lnTo>
                <a:lnTo>
                  <a:pt x="62866" y="12415"/>
                </a:lnTo>
                <a:lnTo>
                  <a:pt x="64922" y="15056"/>
                </a:lnTo>
                <a:lnTo>
                  <a:pt x="66725" y="17903"/>
                </a:lnTo>
                <a:lnTo>
                  <a:pt x="68244" y="20924"/>
                </a:lnTo>
                <a:lnTo>
                  <a:pt x="69461" y="24119"/>
                </a:lnTo>
                <a:lnTo>
                  <a:pt x="70362" y="27440"/>
                </a:lnTo>
                <a:lnTo>
                  <a:pt x="70900" y="30887"/>
                </a:lnTo>
                <a:lnTo>
                  <a:pt x="71090" y="34430"/>
                </a:lnTo>
                <a:lnTo>
                  <a:pt x="70900" y="37973"/>
                </a:lnTo>
                <a:lnTo>
                  <a:pt x="70362" y="41420"/>
                </a:lnTo>
                <a:lnTo>
                  <a:pt x="69461" y="44757"/>
                </a:lnTo>
                <a:lnTo>
                  <a:pt x="68244" y="47952"/>
                </a:lnTo>
                <a:lnTo>
                  <a:pt x="66725" y="50973"/>
                </a:lnTo>
                <a:lnTo>
                  <a:pt x="64922" y="53820"/>
                </a:lnTo>
                <a:lnTo>
                  <a:pt x="62866" y="56461"/>
                </a:lnTo>
                <a:lnTo>
                  <a:pt x="60557" y="58896"/>
                </a:lnTo>
                <a:lnTo>
                  <a:pt x="58786" y="60446"/>
                </a:lnTo>
                <a:lnTo>
                  <a:pt x="48378" y="48521"/>
                </a:lnTo>
                <a:lnTo>
                  <a:pt x="49882" y="47225"/>
                </a:lnTo>
                <a:lnTo>
                  <a:pt x="49343" y="47747"/>
                </a:lnTo>
                <a:lnTo>
                  <a:pt x="51115" y="45864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26"/>
                </a:lnTo>
                <a:lnTo>
                  <a:pt x="53155" y="42844"/>
                </a:lnTo>
                <a:lnTo>
                  <a:pt x="52776" y="43524"/>
                </a:lnTo>
                <a:lnTo>
                  <a:pt x="53930" y="41215"/>
                </a:lnTo>
                <a:lnTo>
                  <a:pt x="53613" y="41942"/>
                </a:lnTo>
                <a:lnTo>
                  <a:pt x="54547" y="39507"/>
                </a:lnTo>
                <a:lnTo>
                  <a:pt x="54294" y="40266"/>
                </a:lnTo>
                <a:lnTo>
                  <a:pt x="54973" y="37735"/>
                </a:lnTo>
                <a:lnTo>
                  <a:pt x="54800" y="38542"/>
                </a:lnTo>
                <a:lnTo>
                  <a:pt x="55228" y="35901"/>
                </a:lnTo>
                <a:lnTo>
                  <a:pt x="55132" y="36723"/>
                </a:lnTo>
                <a:lnTo>
                  <a:pt x="55275" y="34019"/>
                </a:lnTo>
                <a:lnTo>
                  <a:pt x="55275" y="34857"/>
                </a:lnTo>
                <a:lnTo>
                  <a:pt x="55132" y="32137"/>
                </a:lnTo>
                <a:lnTo>
                  <a:pt x="55228" y="32959"/>
                </a:lnTo>
                <a:lnTo>
                  <a:pt x="54800" y="30334"/>
                </a:lnTo>
                <a:lnTo>
                  <a:pt x="54973" y="31140"/>
                </a:lnTo>
                <a:lnTo>
                  <a:pt x="54294" y="28594"/>
                </a:lnTo>
                <a:lnTo>
                  <a:pt x="54547" y="29369"/>
                </a:lnTo>
                <a:lnTo>
                  <a:pt x="53613" y="26934"/>
                </a:lnTo>
                <a:lnTo>
                  <a:pt x="53930" y="27661"/>
                </a:lnTo>
                <a:lnTo>
                  <a:pt x="52776" y="25352"/>
                </a:lnTo>
                <a:lnTo>
                  <a:pt x="53155" y="26032"/>
                </a:lnTo>
                <a:lnTo>
                  <a:pt x="51779" y="23834"/>
                </a:lnTo>
                <a:lnTo>
                  <a:pt x="52222" y="24466"/>
                </a:lnTo>
                <a:lnTo>
                  <a:pt x="50625" y="22426"/>
                </a:lnTo>
                <a:lnTo>
                  <a:pt x="51115" y="23011"/>
                </a:lnTo>
                <a:lnTo>
                  <a:pt x="49343" y="21129"/>
                </a:lnTo>
                <a:lnTo>
                  <a:pt x="49882" y="21651"/>
                </a:lnTo>
                <a:lnTo>
                  <a:pt x="47920" y="19927"/>
                </a:lnTo>
                <a:lnTo>
                  <a:pt x="48505" y="20402"/>
                </a:lnTo>
                <a:lnTo>
                  <a:pt x="47778" y="19880"/>
                </a:lnTo>
                <a:lnTo>
                  <a:pt x="56999" y="7022"/>
                </a:lnTo>
                <a:moveTo>
                  <a:pt x="40408" y="68496"/>
                </a:moveTo>
                <a:lnTo>
                  <a:pt x="39143" y="68686"/>
                </a:lnTo>
                <a:lnTo>
                  <a:pt x="35552" y="68860"/>
                </a:lnTo>
                <a:lnTo>
                  <a:pt x="31963" y="68686"/>
                </a:lnTo>
                <a:lnTo>
                  <a:pt x="28452" y="68180"/>
                </a:lnTo>
                <a:lnTo>
                  <a:pt x="25067" y="67342"/>
                </a:lnTo>
                <a:lnTo>
                  <a:pt x="21809" y="66203"/>
                </a:lnTo>
                <a:lnTo>
                  <a:pt x="18724" y="64764"/>
                </a:lnTo>
                <a:lnTo>
                  <a:pt x="15799" y="63056"/>
                </a:lnTo>
                <a:lnTo>
                  <a:pt x="13063" y="61095"/>
                </a:lnTo>
                <a:lnTo>
                  <a:pt x="10533" y="58896"/>
                </a:lnTo>
                <a:lnTo>
                  <a:pt x="8224" y="56461"/>
                </a:lnTo>
                <a:lnTo>
                  <a:pt x="6167" y="53820"/>
                </a:lnTo>
                <a:lnTo>
                  <a:pt x="4365" y="50973"/>
                </a:lnTo>
                <a:lnTo>
                  <a:pt x="2848" y="47952"/>
                </a:lnTo>
                <a:lnTo>
                  <a:pt x="1629" y="44757"/>
                </a:lnTo>
                <a:lnTo>
                  <a:pt x="744" y="41420"/>
                </a:lnTo>
                <a:lnTo>
                  <a:pt x="253" y="38384"/>
                </a:lnTo>
                <a:lnTo>
                  <a:pt x="15878" y="35901"/>
                </a:lnTo>
                <a:lnTo>
                  <a:pt x="16290" y="38542"/>
                </a:lnTo>
                <a:lnTo>
                  <a:pt x="16115" y="37735"/>
                </a:lnTo>
                <a:lnTo>
                  <a:pt x="16795" y="40266"/>
                </a:lnTo>
                <a:lnTo>
                  <a:pt x="16542" y="39507"/>
                </a:lnTo>
                <a:lnTo>
                  <a:pt x="17476" y="41942"/>
                </a:lnTo>
                <a:lnTo>
                  <a:pt x="17159" y="41215"/>
                </a:lnTo>
                <a:lnTo>
                  <a:pt x="18314" y="43524"/>
                </a:lnTo>
                <a:lnTo>
                  <a:pt x="17935" y="42844"/>
                </a:lnTo>
                <a:lnTo>
                  <a:pt x="19327" y="45026"/>
                </a:lnTo>
                <a:lnTo>
                  <a:pt x="18884" y="44394"/>
                </a:lnTo>
                <a:lnTo>
                  <a:pt x="20465" y="46434"/>
                </a:lnTo>
                <a:lnTo>
                  <a:pt x="19976" y="45864"/>
                </a:lnTo>
                <a:lnTo>
                  <a:pt x="21746" y="47747"/>
                </a:lnTo>
                <a:lnTo>
                  <a:pt x="21209" y="47225"/>
                </a:lnTo>
                <a:lnTo>
                  <a:pt x="23170" y="48933"/>
                </a:lnTo>
                <a:lnTo>
                  <a:pt x="22585" y="48474"/>
                </a:lnTo>
                <a:lnTo>
                  <a:pt x="24703" y="49992"/>
                </a:lnTo>
                <a:lnTo>
                  <a:pt x="24087" y="49581"/>
                </a:lnTo>
                <a:lnTo>
                  <a:pt x="26365" y="50909"/>
                </a:lnTo>
                <a:lnTo>
                  <a:pt x="25701" y="50577"/>
                </a:lnTo>
                <a:lnTo>
                  <a:pt x="28104" y="51684"/>
                </a:lnTo>
                <a:lnTo>
                  <a:pt x="27408" y="51400"/>
                </a:lnTo>
                <a:lnTo>
                  <a:pt x="29954" y="52301"/>
                </a:lnTo>
                <a:lnTo>
                  <a:pt x="29226" y="52080"/>
                </a:lnTo>
                <a:lnTo>
                  <a:pt x="31868" y="52728"/>
                </a:lnTo>
                <a:lnTo>
                  <a:pt x="31124" y="52586"/>
                </a:lnTo>
                <a:lnTo>
                  <a:pt x="33861" y="52981"/>
                </a:lnTo>
                <a:lnTo>
                  <a:pt x="33101" y="52918"/>
                </a:lnTo>
                <a:lnTo>
                  <a:pt x="35933" y="53045"/>
                </a:lnTo>
                <a:lnTo>
                  <a:pt x="35157" y="53045"/>
                </a:lnTo>
                <a:lnTo>
                  <a:pt x="37988" y="52918"/>
                </a:lnTo>
                <a:lnTo>
                  <a:pt x="37229" y="52981"/>
                </a:lnTo>
                <a:lnTo>
                  <a:pt x="38115" y="52855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52">
            <a:extLst xmlns:a="http://schemas.openxmlformats.org/drawingml/2006/main">
              <a:ext uri="{FF2B5EF4-FFF2-40B4-BE49-F238E27FC236}">
                <a16:creationId xmlns:a16="http://schemas.microsoft.com/office/drawing/2014/main" id="{6765FDE8-7BAC-4CDD-A01F-F927CE49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06" y="1461994"/>
            <a:ext cx="55243" cy="53029"/>
          </a:xfrm>
          <a:custGeom xmlns:a="http://schemas.openxmlformats.org/drawingml/2006/main">
            <a:pathLst>
              <a:path w="55243" h="53029">
                <a:moveTo>
                  <a:pt x="806" y="26190"/>
                </a:moveTo>
                <a:cubicBezTo>
                  <a:pt x="0" y="11877"/>
                  <a:pt x="12368" y="0"/>
                  <a:pt x="27629" y="0"/>
                </a:cubicBezTo>
                <a:cubicBezTo>
                  <a:pt x="42875" y="0"/>
                  <a:pt x="55243" y="11877"/>
                  <a:pt x="55243" y="26522"/>
                </a:cubicBezTo>
                <a:cubicBezTo>
                  <a:pt x="55243" y="41167"/>
                  <a:pt x="42875" y="53029"/>
                  <a:pt x="27629" y="53029"/>
                </a:cubicBezTo>
                <a:cubicBezTo>
                  <a:pt x="12368" y="53029"/>
                  <a:pt x="0" y="41167"/>
                  <a:pt x="806" y="26190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53">
            <a:extLst xmlns:a="http://schemas.openxmlformats.org/drawingml/2006/main">
              <a:ext uri="{FF2B5EF4-FFF2-40B4-BE49-F238E27FC236}">
                <a16:creationId xmlns:a16="http://schemas.microsoft.com/office/drawing/2014/main" id="{BB791D85-CA72-4B7E-BF16-1077B4E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282" y="1454087"/>
            <a:ext cx="71090" cy="68860"/>
          </a:xfrm>
          <a:custGeom xmlns:a="http://schemas.openxmlformats.org/drawingml/2006/main">
            <a:pathLst>
              <a:path w="71090" h="68860">
                <a:moveTo>
                  <a:pt x="158" y="37545"/>
                </a:moveTo>
                <a:lnTo>
                  <a:pt x="0" y="34430"/>
                </a:lnTo>
                <a:lnTo>
                  <a:pt x="191" y="30887"/>
                </a:lnTo>
                <a:lnTo>
                  <a:pt x="728" y="27440"/>
                </a:lnTo>
                <a:lnTo>
                  <a:pt x="1629" y="24103"/>
                </a:lnTo>
                <a:lnTo>
                  <a:pt x="2846" y="20908"/>
                </a:lnTo>
                <a:lnTo>
                  <a:pt x="4365" y="17887"/>
                </a:lnTo>
                <a:lnTo>
                  <a:pt x="6168" y="15040"/>
                </a:lnTo>
                <a:lnTo>
                  <a:pt x="8224" y="12399"/>
                </a:lnTo>
                <a:lnTo>
                  <a:pt x="10533" y="9963"/>
                </a:lnTo>
                <a:lnTo>
                  <a:pt x="13063" y="7765"/>
                </a:lnTo>
                <a:lnTo>
                  <a:pt x="15800" y="5804"/>
                </a:lnTo>
                <a:lnTo>
                  <a:pt x="18726" y="4096"/>
                </a:lnTo>
                <a:lnTo>
                  <a:pt x="21810" y="2657"/>
                </a:lnTo>
                <a:lnTo>
                  <a:pt x="25068" y="1518"/>
                </a:lnTo>
                <a:lnTo>
                  <a:pt x="28452" y="680"/>
                </a:lnTo>
                <a:lnTo>
                  <a:pt x="31947" y="174"/>
                </a:lnTo>
                <a:lnTo>
                  <a:pt x="35552" y="0"/>
                </a:lnTo>
                <a:lnTo>
                  <a:pt x="38147" y="126"/>
                </a:lnTo>
                <a:lnTo>
                  <a:pt x="37372" y="15910"/>
                </a:lnTo>
                <a:lnTo>
                  <a:pt x="35158" y="15815"/>
                </a:lnTo>
                <a:lnTo>
                  <a:pt x="35933" y="15815"/>
                </a:lnTo>
                <a:lnTo>
                  <a:pt x="33101" y="15942"/>
                </a:lnTo>
                <a:lnTo>
                  <a:pt x="33861" y="15878"/>
                </a:lnTo>
                <a:lnTo>
                  <a:pt x="31125" y="16274"/>
                </a:lnTo>
                <a:lnTo>
                  <a:pt x="31868" y="16132"/>
                </a:lnTo>
                <a:lnTo>
                  <a:pt x="29227" y="16780"/>
                </a:lnTo>
                <a:lnTo>
                  <a:pt x="29954" y="16558"/>
                </a:lnTo>
                <a:lnTo>
                  <a:pt x="27409" y="17460"/>
                </a:lnTo>
                <a:lnTo>
                  <a:pt x="28104" y="17175"/>
                </a:lnTo>
                <a:lnTo>
                  <a:pt x="25700" y="18282"/>
                </a:lnTo>
                <a:lnTo>
                  <a:pt x="26365" y="17950"/>
                </a:lnTo>
                <a:lnTo>
                  <a:pt x="24087" y="19279"/>
                </a:lnTo>
                <a:lnTo>
                  <a:pt x="24704" y="18867"/>
                </a:lnTo>
                <a:lnTo>
                  <a:pt x="22585" y="20386"/>
                </a:lnTo>
                <a:lnTo>
                  <a:pt x="23170" y="19927"/>
                </a:lnTo>
                <a:lnTo>
                  <a:pt x="21208" y="21635"/>
                </a:lnTo>
                <a:lnTo>
                  <a:pt x="21746" y="21113"/>
                </a:lnTo>
                <a:lnTo>
                  <a:pt x="19974" y="22995"/>
                </a:lnTo>
                <a:lnTo>
                  <a:pt x="20465" y="22426"/>
                </a:lnTo>
                <a:lnTo>
                  <a:pt x="18867" y="24466"/>
                </a:lnTo>
                <a:lnTo>
                  <a:pt x="19327" y="23833"/>
                </a:lnTo>
                <a:lnTo>
                  <a:pt x="17935" y="26016"/>
                </a:lnTo>
                <a:lnTo>
                  <a:pt x="18314" y="25336"/>
                </a:lnTo>
                <a:lnTo>
                  <a:pt x="17161" y="27645"/>
                </a:lnTo>
                <a:lnTo>
                  <a:pt x="17476" y="26918"/>
                </a:lnTo>
                <a:lnTo>
                  <a:pt x="16543" y="29353"/>
                </a:lnTo>
                <a:lnTo>
                  <a:pt x="16797" y="28594"/>
                </a:lnTo>
                <a:lnTo>
                  <a:pt x="16115" y="31124"/>
                </a:lnTo>
                <a:lnTo>
                  <a:pt x="16291" y="30318"/>
                </a:lnTo>
                <a:lnTo>
                  <a:pt x="15879" y="32959"/>
                </a:lnTo>
                <a:lnTo>
                  <a:pt x="15958" y="32136"/>
                </a:lnTo>
                <a:lnTo>
                  <a:pt x="15815" y="34841"/>
                </a:lnTo>
                <a:lnTo>
                  <a:pt x="15815" y="34003"/>
                </a:lnTo>
                <a:lnTo>
                  <a:pt x="15958" y="36723"/>
                </a:lnTo>
                <a:lnTo>
                  <a:pt x="158" y="37545"/>
                </a:lnTo>
                <a:moveTo>
                  <a:pt x="56999" y="7022"/>
                </a:moveTo>
                <a:lnTo>
                  <a:pt x="58027" y="7765"/>
                </a:lnTo>
                <a:lnTo>
                  <a:pt x="60557" y="9963"/>
                </a:lnTo>
                <a:lnTo>
                  <a:pt x="62867" y="12399"/>
                </a:lnTo>
                <a:lnTo>
                  <a:pt x="64922" y="15040"/>
                </a:lnTo>
                <a:lnTo>
                  <a:pt x="66725" y="17887"/>
                </a:lnTo>
                <a:lnTo>
                  <a:pt x="68244" y="20908"/>
                </a:lnTo>
                <a:lnTo>
                  <a:pt x="69461" y="24103"/>
                </a:lnTo>
                <a:lnTo>
                  <a:pt x="70363" y="27440"/>
                </a:lnTo>
                <a:lnTo>
                  <a:pt x="70900" y="30887"/>
                </a:lnTo>
                <a:lnTo>
                  <a:pt x="71090" y="34430"/>
                </a:lnTo>
                <a:lnTo>
                  <a:pt x="70900" y="37972"/>
                </a:lnTo>
                <a:lnTo>
                  <a:pt x="70363" y="41420"/>
                </a:lnTo>
                <a:lnTo>
                  <a:pt x="69461" y="44741"/>
                </a:lnTo>
                <a:lnTo>
                  <a:pt x="68244" y="47936"/>
                </a:lnTo>
                <a:lnTo>
                  <a:pt x="66725" y="50957"/>
                </a:lnTo>
                <a:lnTo>
                  <a:pt x="64922" y="53804"/>
                </a:lnTo>
                <a:lnTo>
                  <a:pt x="62867" y="56445"/>
                </a:lnTo>
                <a:lnTo>
                  <a:pt x="60557" y="58880"/>
                </a:lnTo>
                <a:lnTo>
                  <a:pt x="58785" y="60430"/>
                </a:lnTo>
                <a:lnTo>
                  <a:pt x="48380" y="48521"/>
                </a:lnTo>
                <a:lnTo>
                  <a:pt x="49882" y="47209"/>
                </a:lnTo>
                <a:lnTo>
                  <a:pt x="49343" y="47731"/>
                </a:lnTo>
                <a:lnTo>
                  <a:pt x="51115" y="45848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26"/>
                </a:lnTo>
                <a:lnTo>
                  <a:pt x="53156" y="42828"/>
                </a:lnTo>
                <a:lnTo>
                  <a:pt x="52776" y="43508"/>
                </a:lnTo>
                <a:lnTo>
                  <a:pt x="53930" y="41199"/>
                </a:lnTo>
                <a:lnTo>
                  <a:pt x="53614" y="41926"/>
                </a:lnTo>
                <a:lnTo>
                  <a:pt x="54548" y="39491"/>
                </a:lnTo>
                <a:lnTo>
                  <a:pt x="54294" y="40266"/>
                </a:lnTo>
                <a:lnTo>
                  <a:pt x="54975" y="37719"/>
                </a:lnTo>
                <a:lnTo>
                  <a:pt x="54800" y="38526"/>
                </a:lnTo>
                <a:lnTo>
                  <a:pt x="55227" y="35901"/>
                </a:lnTo>
                <a:lnTo>
                  <a:pt x="55133" y="36723"/>
                </a:lnTo>
                <a:lnTo>
                  <a:pt x="55275" y="34003"/>
                </a:lnTo>
                <a:lnTo>
                  <a:pt x="55275" y="34841"/>
                </a:lnTo>
                <a:lnTo>
                  <a:pt x="55133" y="32136"/>
                </a:lnTo>
                <a:lnTo>
                  <a:pt x="55227" y="32959"/>
                </a:lnTo>
                <a:lnTo>
                  <a:pt x="54800" y="30318"/>
                </a:lnTo>
                <a:lnTo>
                  <a:pt x="54975" y="31124"/>
                </a:lnTo>
                <a:lnTo>
                  <a:pt x="54294" y="28594"/>
                </a:lnTo>
                <a:lnTo>
                  <a:pt x="54548" y="29353"/>
                </a:lnTo>
                <a:lnTo>
                  <a:pt x="53614" y="26918"/>
                </a:lnTo>
                <a:lnTo>
                  <a:pt x="53930" y="27645"/>
                </a:lnTo>
                <a:lnTo>
                  <a:pt x="52776" y="25336"/>
                </a:lnTo>
                <a:lnTo>
                  <a:pt x="53156" y="26016"/>
                </a:lnTo>
                <a:lnTo>
                  <a:pt x="51779" y="23833"/>
                </a:lnTo>
                <a:lnTo>
                  <a:pt x="52222" y="24466"/>
                </a:lnTo>
                <a:lnTo>
                  <a:pt x="50625" y="22426"/>
                </a:lnTo>
                <a:lnTo>
                  <a:pt x="51115" y="22995"/>
                </a:lnTo>
                <a:lnTo>
                  <a:pt x="49343" y="21113"/>
                </a:lnTo>
                <a:lnTo>
                  <a:pt x="49882" y="21635"/>
                </a:lnTo>
                <a:lnTo>
                  <a:pt x="47921" y="19927"/>
                </a:lnTo>
                <a:lnTo>
                  <a:pt x="48506" y="20386"/>
                </a:lnTo>
                <a:lnTo>
                  <a:pt x="47778" y="19864"/>
                </a:lnTo>
                <a:lnTo>
                  <a:pt x="56999" y="7022"/>
                </a:lnTo>
                <a:moveTo>
                  <a:pt x="40408" y="68496"/>
                </a:moveTo>
                <a:lnTo>
                  <a:pt x="39144" y="68686"/>
                </a:lnTo>
                <a:lnTo>
                  <a:pt x="35552" y="68860"/>
                </a:lnTo>
                <a:lnTo>
                  <a:pt x="31947" y="68686"/>
                </a:lnTo>
                <a:lnTo>
                  <a:pt x="28452" y="68164"/>
                </a:lnTo>
                <a:lnTo>
                  <a:pt x="25068" y="67326"/>
                </a:lnTo>
                <a:lnTo>
                  <a:pt x="21810" y="66187"/>
                </a:lnTo>
                <a:lnTo>
                  <a:pt x="18726" y="64763"/>
                </a:lnTo>
                <a:lnTo>
                  <a:pt x="15800" y="63055"/>
                </a:lnTo>
                <a:lnTo>
                  <a:pt x="13063" y="61095"/>
                </a:lnTo>
                <a:lnTo>
                  <a:pt x="10533" y="58880"/>
                </a:lnTo>
                <a:lnTo>
                  <a:pt x="8224" y="56445"/>
                </a:lnTo>
                <a:lnTo>
                  <a:pt x="6168" y="53804"/>
                </a:lnTo>
                <a:lnTo>
                  <a:pt x="4365" y="50957"/>
                </a:lnTo>
                <a:lnTo>
                  <a:pt x="2846" y="47936"/>
                </a:lnTo>
                <a:lnTo>
                  <a:pt x="1629" y="44741"/>
                </a:lnTo>
                <a:lnTo>
                  <a:pt x="728" y="41420"/>
                </a:lnTo>
                <a:lnTo>
                  <a:pt x="253" y="38384"/>
                </a:lnTo>
                <a:lnTo>
                  <a:pt x="15879" y="35901"/>
                </a:lnTo>
                <a:lnTo>
                  <a:pt x="16291" y="38526"/>
                </a:lnTo>
                <a:lnTo>
                  <a:pt x="16115" y="37719"/>
                </a:lnTo>
                <a:lnTo>
                  <a:pt x="16797" y="40266"/>
                </a:lnTo>
                <a:lnTo>
                  <a:pt x="16543" y="39491"/>
                </a:lnTo>
                <a:lnTo>
                  <a:pt x="17476" y="41926"/>
                </a:lnTo>
                <a:lnTo>
                  <a:pt x="17161" y="41199"/>
                </a:lnTo>
                <a:lnTo>
                  <a:pt x="18314" y="43508"/>
                </a:lnTo>
                <a:lnTo>
                  <a:pt x="17935" y="42828"/>
                </a:lnTo>
                <a:lnTo>
                  <a:pt x="19327" y="45026"/>
                </a:lnTo>
                <a:lnTo>
                  <a:pt x="18867" y="44394"/>
                </a:lnTo>
                <a:lnTo>
                  <a:pt x="20465" y="46434"/>
                </a:lnTo>
                <a:lnTo>
                  <a:pt x="19974" y="45848"/>
                </a:lnTo>
                <a:lnTo>
                  <a:pt x="21746" y="47731"/>
                </a:lnTo>
                <a:lnTo>
                  <a:pt x="21208" y="47209"/>
                </a:lnTo>
                <a:lnTo>
                  <a:pt x="23170" y="48917"/>
                </a:lnTo>
                <a:lnTo>
                  <a:pt x="22585" y="48458"/>
                </a:lnTo>
                <a:lnTo>
                  <a:pt x="24704" y="49992"/>
                </a:lnTo>
                <a:lnTo>
                  <a:pt x="24087" y="49581"/>
                </a:lnTo>
                <a:lnTo>
                  <a:pt x="26365" y="50909"/>
                </a:lnTo>
                <a:lnTo>
                  <a:pt x="25700" y="50561"/>
                </a:lnTo>
                <a:lnTo>
                  <a:pt x="28104" y="51684"/>
                </a:lnTo>
                <a:lnTo>
                  <a:pt x="27409" y="51400"/>
                </a:lnTo>
                <a:lnTo>
                  <a:pt x="29954" y="52285"/>
                </a:lnTo>
                <a:lnTo>
                  <a:pt x="29227" y="52064"/>
                </a:lnTo>
                <a:lnTo>
                  <a:pt x="31868" y="52728"/>
                </a:lnTo>
                <a:lnTo>
                  <a:pt x="31125" y="52570"/>
                </a:lnTo>
                <a:lnTo>
                  <a:pt x="33861" y="52981"/>
                </a:lnTo>
                <a:lnTo>
                  <a:pt x="33101" y="52902"/>
                </a:lnTo>
                <a:lnTo>
                  <a:pt x="35933" y="53044"/>
                </a:lnTo>
                <a:lnTo>
                  <a:pt x="35158" y="53044"/>
                </a:lnTo>
                <a:lnTo>
                  <a:pt x="37990" y="52902"/>
                </a:lnTo>
                <a:lnTo>
                  <a:pt x="37229" y="52981"/>
                </a:lnTo>
                <a:lnTo>
                  <a:pt x="38115" y="52839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B68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54">
            <a:extLst xmlns:a="http://schemas.openxmlformats.org/drawingml/2006/main">
              <a:ext uri="{FF2B5EF4-FFF2-40B4-BE49-F238E27FC236}">
                <a16:creationId xmlns:a16="http://schemas.microsoft.com/office/drawing/2014/main" id="{1261B648-8581-4F6B-B7A2-A146178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932" y="1237211"/>
            <a:ext cx="55258" cy="53029"/>
          </a:xfrm>
          <a:custGeom xmlns:a="http://schemas.openxmlformats.org/drawingml/2006/main">
            <a:pathLst>
              <a:path w="55258" h="53029">
                <a:moveTo>
                  <a:pt x="901" y="27028"/>
                </a:moveTo>
                <a:cubicBezTo>
                  <a:pt x="0" y="11861"/>
                  <a:pt x="12368" y="0"/>
                  <a:pt x="27629" y="0"/>
                </a:cubicBezTo>
                <a:cubicBezTo>
                  <a:pt x="42892" y="0"/>
                  <a:pt x="55258" y="11861"/>
                  <a:pt x="55258" y="26506"/>
                </a:cubicBezTo>
                <a:cubicBezTo>
                  <a:pt x="55258" y="41151"/>
                  <a:pt x="42892" y="53029"/>
                  <a:pt x="27629" y="53029"/>
                </a:cubicBezTo>
                <a:cubicBezTo>
                  <a:pt x="12368" y="53029"/>
                  <a:pt x="0" y="41151"/>
                  <a:pt x="901" y="27028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55">
            <a:extLst xmlns:a="http://schemas.openxmlformats.org/drawingml/2006/main">
              <a:ext uri="{FF2B5EF4-FFF2-40B4-BE49-F238E27FC236}">
                <a16:creationId xmlns:a16="http://schemas.microsoft.com/office/drawing/2014/main" id="{537B3E0D-45B7-49A1-83C2-1B58190C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024" y="1229288"/>
            <a:ext cx="71090" cy="68860"/>
          </a:xfrm>
          <a:custGeom xmlns:a="http://schemas.openxmlformats.org/drawingml/2006/main">
            <a:pathLst>
              <a:path w="71090" h="68860">
                <a:moveTo>
                  <a:pt x="158" y="37562"/>
                </a:moveTo>
                <a:lnTo>
                  <a:pt x="0" y="34430"/>
                </a:lnTo>
                <a:lnTo>
                  <a:pt x="190" y="30887"/>
                </a:lnTo>
                <a:lnTo>
                  <a:pt x="728" y="27440"/>
                </a:lnTo>
                <a:lnTo>
                  <a:pt x="1629" y="24103"/>
                </a:lnTo>
                <a:lnTo>
                  <a:pt x="2831" y="20924"/>
                </a:lnTo>
                <a:lnTo>
                  <a:pt x="4350" y="17903"/>
                </a:lnTo>
                <a:lnTo>
                  <a:pt x="6152" y="15056"/>
                </a:lnTo>
                <a:lnTo>
                  <a:pt x="8224" y="12415"/>
                </a:lnTo>
                <a:lnTo>
                  <a:pt x="10518" y="9980"/>
                </a:lnTo>
                <a:lnTo>
                  <a:pt x="13047" y="7766"/>
                </a:lnTo>
                <a:lnTo>
                  <a:pt x="15784" y="5804"/>
                </a:lnTo>
                <a:lnTo>
                  <a:pt x="18709" y="4096"/>
                </a:lnTo>
                <a:lnTo>
                  <a:pt x="21809" y="2673"/>
                </a:lnTo>
                <a:lnTo>
                  <a:pt x="25067" y="1519"/>
                </a:lnTo>
                <a:lnTo>
                  <a:pt x="28452" y="696"/>
                </a:lnTo>
                <a:lnTo>
                  <a:pt x="31947" y="174"/>
                </a:lnTo>
                <a:lnTo>
                  <a:pt x="35536" y="0"/>
                </a:lnTo>
                <a:lnTo>
                  <a:pt x="38130" y="127"/>
                </a:lnTo>
                <a:lnTo>
                  <a:pt x="37372" y="15926"/>
                </a:lnTo>
                <a:lnTo>
                  <a:pt x="35157" y="15815"/>
                </a:lnTo>
                <a:lnTo>
                  <a:pt x="35918" y="15815"/>
                </a:lnTo>
                <a:lnTo>
                  <a:pt x="33101" y="15958"/>
                </a:lnTo>
                <a:lnTo>
                  <a:pt x="33861" y="15879"/>
                </a:lnTo>
                <a:lnTo>
                  <a:pt x="31125" y="16290"/>
                </a:lnTo>
                <a:lnTo>
                  <a:pt x="31868" y="16132"/>
                </a:lnTo>
                <a:lnTo>
                  <a:pt x="29226" y="16796"/>
                </a:lnTo>
                <a:lnTo>
                  <a:pt x="29938" y="16575"/>
                </a:lnTo>
                <a:lnTo>
                  <a:pt x="27408" y="17460"/>
                </a:lnTo>
                <a:lnTo>
                  <a:pt x="28104" y="17176"/>
                </a:lnTo>
                <a:lnTo>
                  <a:pt x="25684" y="18298"/>
                </a:lnTo>
                <a:lnTo>
                  <a:pt x="26348" y="17951"/>
                </a:lnTo>
                <a:lnTo>
                  <a:pt x="24071" y="19279"/>
                </a:lnTo>
                <a:lnTo>
                  <a:pt x="24703" y="18868"/>
                </a:lnTo>
                <a:lnTo>
                  <a:pt x="22585" y="20402"/>
                </a:lnTo>
                <a:lnTo>
                  <a:pt x="23170" y="19927"/>
                </a:lnTo>
                <a:lnTo>
                  <a:pt x="21208" y="21651"/>
                </a:lnTo>
                <a:lnTo>
                  <a:pt x="21746" y="21130"/>
                </a:lnTo>
                <a:lnTo>
                  <a:pt x="19959" y="23011"/>
                </a:lnTo>
                <a:lnTo>
                  <a:pt x="20465" y="22426"/>
                </a:lnTo>
                <a:lnTo>
                  <a:pt x="18869" y="24467"/>
                </a:lnTo>
                <a:lnTo>
                  <a:pt x="19310" y="23834"/>
                </a:lnTo>
                <a:lnTo>
                  <a:pt x="17935" y="26032"/>
                </a:lnTo>
                <a:lnTo>
                  <a:pt x="18314" y="25336"/>
                </a:lnTo>
                <a:lnTo>
                  <a:pt x="17159" y="27661"/>
                </a:lnTo>
                <a:lnTo>
                  <a:pt x="17476" y="26934"/>
                </a:lnTo>
                <a:lnTo>
                  <a:pt x="16543" y="29369"/>
                </a:lnTo>
                <a:lnTo>
                  <a:pt x="16795" y="28594"/>
                </a:lnTo>
                <a:lnTo>
                  <a:pt x="16116" y="31141"/>
                </a:lnTo>
                <a:lnTo>
                  <a:pt x="16290" y="30334"/>
                </a:lnTo>
                <a:lnTo>
                  <a:pt x="15863" y="32959"/>
                </a:lnTo>
                <a:lnTo>
                  <a:pt x="15958" y="32137"/>
                </a:lnTo>
                <a:lnTo>
                  <a:pt x="15815" y="34841"/>
                </a:lnTo>
                <a:lnTo>
                  <a:pt x="15815" y="34019"/>
                </a:lnTo>
                <a:lnTo>
                  <a:pt x="15958" y="36723"/>
                </a:lnTo>
                <a:lnTo>
                  <a:pt x="158" y="37562"/>
                </a:lnTo>
                <a:moveTo>
                  <a:pt x="56998" y="7022"/>
                </a:moveTo>
                <a:lnTo>
                  <a:pt x="58026" y="7766"/>
                </a:lnTo>
                <a:lnTo>
                  <a:pt x="60557" y="9980"/>
                </a:lnTo>
                <a:lnTo>
                  <a:pt x="62866" y="12415"/>
                </a:lnTo>
                <a:lnTo>
                  <a:pt x="64922" y="15056"/>
                </a:lnTo>
                <a:lnTo>
                  <a:pt x="66725" y="17903"/>
                </a:lnTo>
                <a:lnTo>
                  <a:pt x="68244" y="20924"/>
                </a:lnTo>
                <a:lnTo>
                  <a:pt x="69461" y="24103"/>
                </a:lnTo>
                <a:lnTo>
                  <a:pt x="70347" y="27440"/>
                </a:lnTo>
                <a:lnTo>
                  <a:pt x="70900" y="30887"/>
                </a:lnTo>
                <a:lnTo>
                  <a:pt x="71090" y="34430"/>
                </a:lnTo>
                <a:lnTo>
                  <a:pt x="70900" y="37973"/>
                </a:lnTo>
                <a:lnTo>
                  <a:pt x="70347" y="41420"/>
                </a:lnTo>
                <a:lnTo>
                  <a:pt x="69461" y="44757"/>
                </a:lnTo>
                <a:lnTo>
                  <a:pt x="68244" y="47936"/>
                </a:lnTo>
                <a:lnTo>
                  <a:pt x="66725" y="50973"/>
                </a:lnTo>
                <a:lnTo>
                  <a:pt x="64922" y="53820"/>
                </a:lnTo>
                <a:lnTo>
                  <a:pt x="62866" y="56461"/>
                </a:lnTo>
                <a:lnTo>
                  <a:pt x="60557" y="58896"/>
                </a:lnTo>
                <a:lnTo>
                  <a:pt x="58770" y="60446"/>
                </a:lnTo>
                <a:lnTo>
                  <a:pt x="48378" y="48521"/>
                </a:lnTo>
                <a:lnTo>
                  <a:pt x="49882" y="47225"/>
                </a:lnTo>
                <a:lnTo>
                  <a:pt x="49328" y="47747"/>
                </a:lnTo>
                <a:lnTo>
                  <a:pt x="51115" y="45865"/>
                </a:lnTo>
                <a:lnTo>
                  <a:pt x="50625" y="46434"/>
                </a:lnTo>
                <a:lnTo>
                  <a:pt x="52206" y="44394"/>
                </a:lnTo>
                <a:lnTo>
                  <a:pt x="51763" y="45026"/>
                </a:lnTo>
                <a:lnTo>
                  <a:pt x="53155" y="42844"/>
                </a:lnTo>
                <a:lnTo>
                  <a:pt x="52761" y="43524"/>
                </a:lnTo>
                <a:lnTo>
                  <a:pt x="53930" y="41199"/>
                </a:lnTo>
                <a:lnTo>
                  <a:pt x="53614" y="41942"/>
                </a:lnTo>
                <a:lnTo>
                  <a:pt x="54532" y="39507"/>
                </a:lnTo>
                <a:lnTo>
                  <a:pt x="54294" y="40266"/>
                </a:lnTo>
                <a:lnTo>
                  <a:pt x="54973" y="37735"/>
                </a:lnTo>
                <a:lnTo>
                  <a:pt x="54800" y="38542"/>
                </a:lnTo>
                <a:lnTo>
                  <a:pt x="55212" y="35901"/>
                </a:lnTo>
                <a:lnTo>
                  <a:pt x="55133" y="36723"/>
                </a:lnTo>
                <a:lnTo>
                  <a:pt x="55275" y="34019"/>
                </a:lnTo>
                <a:lnTo>
                  <a:pt x="55275" y="34841"/>
                </a:lnTo>
                <a:lnTo>
                  <a:pt x="55133" y="32137"/>
                </a:lnTo>
                <a:lnTo>
                  <a:pt x="55212" y="32959"/>
                </a:lnTo>
                <a:lnTo>
                  <a:pt x="54800" y="30334"/>
                </a:lnTo>
                <a:lnTo>
                  <a:pt x="54973" y="31141"/>
                </a:lnTo>
                <a:lnTo>
                  <a:pt x="54294" y="28594"/>
                </a:lnTo>
                <a:lnTo>
                  <a:pt x="54532" y="29369"/>
                </a:lnTo>
                <a:lnTo>
                  <a:pt x="53614" y="26934"/>
                </a:lnTo>
                <a:lnTo>
                  <a:pt x="53930" y="27661"/>
                </a:lnTo>
                <a:lnTo>
                  <a:pt x="52761" y="25336"/>
                </a:lnTo>
                <a:lnTo>
                  <a:pt x="53155" y="26032"/>
                </a:lnTo>
                <a:lnTo>
                  <a:pt x="51763" y="23834"/>
                </a:lnTo>
                <a:lnTo>
                  <a:pt x="52206" y="24467"/>
                </a:lnTo>
                <a:lnTo>
                  <a:pt x="50625" y="22426"/>
                </a:lnTo>
                <a:lnTo>
                  <a:pt x="51115" y="23011"/>
                </a:lnTo>
                <a:lnTo>
                  <a:pt x="49328" y="21130"/>
                </a:lnTo>
                <a:lnTo>
                  <a:pt x="49882" y="21651"/>
                </a:lnTo>
                <a:lnTo>
                  <a:pt x="47920" y="19927"/>
                </a:lnTo>
                <a:lnTo>
                  <a:pt x="48505" y="20402"/>
                </a:lnTo>
                <a:lnTo>
                  <a:pt x="47778" y="19880"/>
                </a:lnTo>
                <a:lnTo>
                  <a:pt x="56998" y="7022"/>
                </a:lnTo>
                <a:moveTo>
                  <a:pt x="40408" y="68496"/>
                </a:moveTo>
                <a:lnTo>
                  <a:pt x="39128" y="68686"/>
                </a:lnTo>
                <a:lnTo>
                  <a:pt x="35536" y="68860"/>
                </a:lnTo>
                <a:lnTo>
                  <a:pt x="31947" y="68686"/>
                </a:lnTo>
                <a:lnTo>
                  <a:pt x="28452" y="68180"/>
                </a:lnTo>
                <a:lnTo>
                  <a:pt x="25067" y="67342"/>
                </a:lnTo>
                <a:lnTo>
                  <a:pt x="21809" y="66203"/>
                </a:lnTo>
                <a:lnTo>
                  <a:pt x="18709" y="64764"/>
                </a:lnTo>
                <a:lnTo>
                  <a:pt x="15784" y="63056"/>
                </a:lnTo>
                <a:lnTo>
                  <a:pt x="13047" y="61095"/>
                </a:lnTo>
                <a:lnTo>
                  <a:pt x="10518" y="58896"/>
                </a:lnTo>
                <a:lnTo>
                  <a:pt x="8224" y="56461"/>
                </a:lnTo>
                <a:lnTo>
                  <a:pt x="6152" y="53820"/>
                </a:lnTo>
                <a:lnTo>
                  <a:pt x="4350" y="50973"/>
                </a:lnTo>
                <a:lnTo>
                  <a:pt x="2831" y="47936"/>
                </a:lnTo>
                <a:lnTo>
                  <a:pt x="1629" y="44757"/>
                </a:lnTo>
                <a:lnTo>
                  <a:pt x="728" y="41420"/>
                </a:lnTo>
                <a:lnTo>
                  <a:pt x="253" y="38384"/>
                </a:lnTo>
                <a:lnTo>
                  <a:pt x="15863" y="35901"/>
                </a:lnTo>
                <a:lnTo>
                  <a:pt x="16290" y="38542"/>
                </a:lnTo>
                <a:lnTo>
                  <a:pt x="16116" y="37735"/>
                </a:lnTo>
                <a:lnTo>
                  <a:pt x="16795" y="40266"/>
                </a:lnTo>
                <a:lnTo>
                  <a:pt x="16543" y="39507"/>
                </a:lnTo>
                <a:lnTo>
                  <a:pt x="17476" y="41942"/>
                </a:lnTo>
                <a:lnTo>
                  <a:pt x="17159" y="41199"/>
                </a:lnTo>
                <a:lnTo>
                  <a:pt x="18314" y="43524"/>
                </a:lnTo>
                <a:lnTo>
                  <a:pt x="17935" y="42844"/>
                </a:lnTo>
                <a:lnTo>
                  <a:pt x="19310" y="45026"/>
                </a:lnTo>
                <a:lnTo>
                  <a:pt x="18869" y="44394"/>
                </a:lnTo>
                <a:lnTo>
                  <a:pt x="20465" y="46434"/>
                </a:lnTo>
                <a:lnTo>
                  <a:pt x="19959" y="45865"/>
                </a:lnTo>
                <a:lnTo>
                  <a:pt x="21746" y="47747"/>
                </a:lnTo>
                <a:lnTo>
                  <a:pt x="21208" y="47225"/>
                </a:lnTo>
                <a:lnTo>
                  <a:pt x="23170" y="48932"/>
                </a:lnTo>
                <a:lnTo>
                  <a:pt x="22585" y="48474"/>
                </a:lnTo>
                <a:lnTo>
                  <a:pt x="24703" y="49992"/>
                </a:lnTo>
                <a:lnTo>
                  <a:pt x="24071" y="49581"/>
                </a:lnTo>
                <a:lnTo>
                  <a:pt x="26348" y="50910"/>
                </a:lnTo>
                <a:lnTo>
                  <a:pt x="25684" y="50562"/>
                </a:lnTo>
                <a:lnTo>
                  <a:pt x="28104" y="51685"/>
                </a:lnTo>
                <a:lnTo>
                  <a:pt x="27408" y="51400"/>
                </a:lnTo>
                <a:lnTo>
                  <a:pt x="29938" y="52286"/>
                </a:lnTo>
                <a:lnTo>
                  <a:pt x="29226" y="52080"/>
                </a:lnTo>
                <a:lnTo>
                  <a:pt x="31868" y="52728"/>
                </a:lnTo>
                <a:lnTo>
                  <a:pt x="31125" y="52586"/>
                </a:lnTo>
                <a:lnTo>
                  <a:pt x="33861" y="52981"/>
                </a:lnTo>
                <a:lnTo>
                  <a:pt x="33101" y="52918"/>
                </a:lnTo>
                <a:lnTo>
                  <a:pt x="35918" y="53045"/>
                </a:lnTo>
                <a:lnTo>
                  <a:pt x="35157" y="53045"/>
                </a:lnTo>
                <a:lnTo>
                  <a:pt x="37988" y="52918"/>
                </a:lnTo>
                <a:lnTo>
                  <a:pt x="37214" y="52981"/>
                </a:lnTo>
                <a:lnTo>
                  <a:pt x="38115" y="52855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B68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56">
            <a:extLst xmlns:a="http://schemas.openxmlformats.org/drawingml/2006/main">
              <a:ext uri="{FF2B5EF4-FFF2-40B4-BE49-F238E27FC236}">
                <a16:creationId xmlns:a16="http://schemas.microsoft.com/office/drawing/2014/main" id="{01D4A4EE-42E0-4ED2-8F7F-63F5EF1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350" y="1126599"/>
            <a:ext cx="55765" cy="53029"/>
          </a:xfrm>
          <a:custGeom xmlns:a="http://schemas.openxmlformats.org/drawingml/2006/main">
            <a:pathLst>
              <a:path w="55765" h="53029">
                <a:moveTo>
                  <a:pt x="0" y="25668"/>
                </a:moveTo>
                <a:cubicBezTo>
                  <a:pt x="506" y="11877"/>
                  <a:pt x="12875" y="0"/>
                  <a:pt x="28135" y="0"/>
                </a:cubicBezTo>
                <a:cubicBezTo>
                  <a:pt x="43399" y="0"/>
                  <a:pt x="55765" y="11877"/>
                  <a:pt x="55765" y="26523"/>
                </a:cubicBezTo>
                <a:cubicBezTo>
                  <a:pt x="55765" y="41152"/>
                  <a:pt x="43399" y="53029"/>
                  <a:pt x="28135" y="53029"/>
                </a:cubicBezTo>
                <a:cubicBezTo>
                  <a:pt x="12875" y="53029"/>
                  <a:pt x="506" y="41152"/>
                  <a:pt x="0" y="25668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57">
            <a:extLst xmlns:a="http://schemas.openxmlformats.org/drawingml/2006/main">
              <a:ext uri="{FF2B5EF4-FFF2-40B4-BE49-F238E27FC236}">
                <a16:creationId xmlns:a16="http://schemas.microsoft.com/office/drawing/2014/main" id="{6FBF2CFF-60B1-4A4E-8E80-65C8002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933" y="1118691"/>
            <a:ext cx="71090" cy="68860"/>
          </a:xfrm>
          <a:custGeom xmlns:a="http://schemas.openxmlformats.org/drawingml/2006/main">
            <a:pathLst>
              <a:path w="71090" h="68860">
                <a:moveTo>
                  <a:pt x="174" y="37546"/>
                </a:moveTo>
                <a:lnTo>
                  <a:pt x="0" y="34430"/>
                </a:lnTo>
                <a:lnTo>
                  <a:pt x="191" y="30887"/>
                </a:lnTo>
                <a:lnTo>
                  <a:pt x="743" y="27424"/>
                </a:lnTo>
                <a:lnTo>
                  <a:pt x="1630" y="24103"/>
                </a:lnTo>
                <a:lnTo>
                  <a:pt x="2846" y="20908"/>
                </a:lnTo>
                <a:lnTo>
                  <a:pt x="4365" y="17887"/>
                </a:lnTo>
                <a:lnTo>
                  <a:pt x="6168" y="15040"/>
                </a:lnTo>
                <a:lnTo>
                  <a:pt x="8224" y="12399"/>
                </a:lnTo>
                <a:lnTo>
                  <a:pt x="10533" y="9964"/>
                </a:lnTo>
                <a:lnTo>
                  <a:pt x="13063" y="7766"/>
                </a:lnTo>
                <a:lnTo>
                  <a:pt x="15800" y="5788"/>
                </a:lnTo>
                <a:lnTo>
                  <a:pt x="18726" y="4096"/>
                </a:lnTo>
                <a:lnTo>
                  <a:pt x="21825" y="2657"/>
                </a:lnTo>
                <a:lnTo>
                  <a:pt x="25068" y="1518"/>
                </a:lnTo>
                <a:lnTo>
                  <a:pt x="28452" y="680"/>
                </a:lnTo>
                <a:lnTo>
                  <a:pt x="31963" y="174"/>
                </a:lnTo>
                <a:lnTo>
                  <a:pt x="35552" y="0"/>
                </a:lnTo>
                <a:lnTo>
                  <a:pt x="38147" y="127"/>
                </a:lnTo>
                <a:lnTo>
                  <a:pt x="37387" y="15910"/>
                </a:lnTo>
                <a:lnTo>
                  <a:pt x="35173" y="15815"/>
                </a:lnTo>
                <a:lnTo>
                  <a:pt x="35933" y="15815"/>
                </a:lnTo>
                <a:lnTo>
                  <a:pt x="33118" y="15942"/>
                </a:lnTo>
                <a:lnTo>
                  <a:pt x="33877" y="15879"/>
                </a:lnTo>
                <a:lnTo>
                  <a:pt x="31125" y="16274"/>
                </a:lnTo>
                <a:lnTo>
                  <a:pt x="31884" y="16132"/>
                </a:lnTo>
                <a:lnTo>
                  <a:pt x="29227" y="16780"/>
                </a:lnTo>
                <a:lnTo>
                  <a:pt x="29954" y="16559"/>
                </a:lnTo>
                <a:lnTo>
                  <a:pt x="27424" y="17460"/>
                </a:lnTo>
                <a:lnTo>
                  <a:pt x="28120" y="17175"/>
                </a:lnTo>
                <a:lnTo>
                  <a:pt x="25700" y="18283"/>
                </a:lnTo>
                <a:lnTo>
                  <a:pt x="26365" y="17935"/>
                </a:lnTo>
                <a:lnTo>
                  <a:pt x="24087" y="19263"/>
                </a:lnTo>
                <a:lnTo>
                  <a:pt x="24719" y="18868"/>
                </a:lnTo>
                <a:lnTo>
                  <a:pt x="22584" y="20386"/>
                </a:lnTo>
                <a:lnTo>
                  <a:pt x="23170" y="19928"/>
                </a:lnTo>
                <a:lnTo>
                  <a:pt x="21208" y="21636"/>
                </a:lnTo>
                <a:lnTo>
                  <a:pt x="21761" y="21114"/>
                </a:lnTo>
                <a:lnTo>
                  <a:pt x="19974" y="22996"/>
                </a:lnTo>
                <a:lnTo>
                  <a:pt x="20465" y="22426"/>
                </a:lnTo>
                <a:lnTo>
                  <a:pt x="18884" y="24466"/>
                </a:lnTo>
                <a:lnTo>
                  <a:pt x="19327" y="23834"/>
                </a:lnTo>
                <a:lnTo>
                  <a:pt x="17934" y="26016"/>
                </a:lnTo>
                <a:lnTo>
                  <a:pt x="18330" y="25336"/>
                </a:lnTo>
                <a:lnTo>
                  <a:pt x="17161" y="27645"/>
                </a:lnTo>
                <a:lnTo>
                  <a:pt x="17492" y="26918"/>
                </a:lnTo>
                <a:lnTo>
                  <a:pt x="16558" y="29353"/>
                </a:lnTo>
                <a:lnTo>
                  <a:pt x="16812" y="28578"/>
                </a:lnTo>
                <a:lnTo>
                  <a:pt x="16132" y="31125"/>
                </a:lnTo>
                <a:lnTo>
                  <a:pt x="16291" y="30318"/>
                </a:lnTo>
                <a:lnTo>
                  <a:pt x="15879" y="32959"/>
                </a:lnTo>
                <a:lnTo>
                  <a:pt x="15957" y="32121"/>
                </a:lnTo>
                <a:lnTo>
                  <a:pt x="15815" y="34841"/>
                </a:lnTo>
                <a:lnTo>
                  <a:pt x="15815" y="34003"/>
                </a:lnTo>
                <a:lnTo>
                  <a:pt x="15957" y="36723"/>
                </a:lnTo>
                <a:lnTo>
                  <a:pt x="174" y="37546"/>
                </a:lnTo>
                <a:moveTo>
                  <a:pt x="56999" y="7022"/>
                </a:moveTo>
                <a:lnTo>
                  <a:pt x="58042" y="7766"/>
                </a:lnTo>
                <a:lnTo>
                  <a:pt x="60573" y="9964"/>
                </a:lnTo>
                <a:lnTo>
                  <a:pt x="62866" y="12399"/>
                </a:lnTo>
                <a:lnTo>
                  <a:pt x="64938" y="15040"/>
                </a:lnTo>
                <a:lnTo>
                  <a:pt x="66741" y="17887"/>
                </a:lnTo>
                <a:lnTo>
                  <a:pt x="68259" y="20908"/>
                </a:lnTo>
                <a:lnTo>
                  <a:pt x="69477" y="24103"/>
                </a:lnTo>
                <a:lnTo>
                  <a:pt x="70362" y="27424"/>
                </a:lnTo>
                <a:lnTo>
                  <a:pt x="70917" y="30887"/>
                </a:lnTo>
                <a:lnTo>
                  <a:pt x="71090" y="34430"/>
                </a:lnTo>
                <a:lnTo>
                  <a:pt x="70917" y="37973"/>
                </a:lnTo>
                <a:lnTo>
                  <a:pt x="70362" y="41420"/>
                </a:lnTo>
                <a:lnTo>
                  <a:pt x="69477" y="44742"/>
                </a:lnTo>
                <a:lnTo>
                  <a:pt x="68259" y="47936"/>
                </a:lnTo>
                <a:lnTo>
                  <a:pt x="66741" y="50957"/>
                </a:lnTo>
                <a:lnTo>
                  <a:pt x="64938" y="53804"/>
                </a:lnTo>
                <a:lnTo>
                  <a:pt x="62866" y="56445"/>
                </a:lnTo>
                <a:lnTo>
                  <a:pt x="60573" y="58880"/>
                </a:lnTo>
                <a:lnTo>
                  <a:pt x="58785" y="60430"/>
                </a:lnTo>
                <a:lnTo>
                  <a:pt x="48395" y="48521"/>
                </a:lnTo>
                <a:lnTo>
                  <a:pt x="49882" y="47209"/>
                </a:lnTo>
                <a:lnTo>
                  <a:pt x="49343" y="47731"/>
                </a:lnTo>
                <a:lnTo>
                  <a:pt x="51131" y="45849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10"/>
                </a:lnTo>
                <a:lnTo>
                  <a:pt x="53156" y="42828"/>
                </a:lnTo>
                <a:lnTo>
                  <a:pt x="52776" y="43508"/>
                </a:lnTo>
                <a:lnTo>
                  <a:pt x="53947" y="41199"/>
                </a:lnTo>
                <a:lnTo>
                  <a:pt x="53614" y="41927"/>
                </a:lnTo>
                <a:lnTo>
                  <a:pt x="54547" y="39491"/>
                </a:lnTo>
                <a:lnTo>
                  <a:pt x="54294" y="40266"/>
                </a:lnTo>
                <a:lnTo>
                  <a:pt x="54975" y="37719"/>
                </a:lnTo>
                <a:lnTo>
                  <a:pt x="54800" y="38526"/>
                </a:lnTo>
                <a:lnTo>
                  <a:pt x="55227" y="35885"/>
                </a:lnTo>
                <a:lnTo>
                  <a:pt x="55133" y="36723"/>
                </a:lnTo>
                <a:lnTo>
                  <a:pt x="55275" y="34003"/>
                </a:lnTo>
                <a:lnTo>
                  <a:pt x="55275" y="34841"/>
                </a:lnTo>
                <a:lnTo>
                  <a:pt x="55133" y="32121"/>
                </a:lnTo>
                <a:lnTo>
                  <a:pt x="55227" y="32959"/>
                </a:lnTo>
                <a:lnTo>
                  <a:pt x="54800" y="30318"/>
                </a:lnTo>
                <a:lnTo>
                  <a:pt x="54975" y="31125"/>
                </a:lnTo>
                <a:lnTo>
                  <a:pt x="54294" y="28578"/>
                </a:lnTo>
                <a:lnTo>
                  <a:pt x="54547" y="29353"/>
                </a:lnTo>
                <a:lnTo>
                  <a:pt x="53614" y="26918"/>
                </a:lnTo>
                <a:lnTo>
                  <a:pt x="53947" y="27645"/>
                </a:lnTo>
                <a:lnTo>
                  <a:pt x="52776" y="25336"/>
                </a:lnTo>
                <a:lnTo>
                  <a:pt x="53156" y="26016"/>
                </a:lnTo>
                <a:lnTo>
                  <a:pt x="51779" y="23834"/>
                </a:lnTo>
                <a:lnTo>
                  <a:pt x="52222" y="24466"/>
                </a:lnTo>
                <a:lnTo>
                  <a:pt x="50625" y="22426"/>
                </a:lnTo>
                <a:lnTo>
                  <a:pt x="51131" y="22996"/>
                </a:lnTo>
                <a:lnTo>
                  <a:pt x="49343" y="21114"/>
                </a:lnTo>
                <a:lnTo>
                  <a:pt x="49882" y="21636"/>
                </a:lnTo>
                <a:lnTo>
                  <a:pt x="47921" y="19928"/>
                </a:lnTo>
                <a:lnTo>
                  <a:pt x="48521" y="20386"/>
                </a:lnTo>
                <a:lnTo>
                  <a:pt x="47778" y="19864"/>
                </a:lnTo>
                <a:lnTo>
                  <a:pt x="56999" y="7022"/>
                </a:lnTo>
                <a:moveTo>
                  <a:pt x="40424" y="68496"/>
                </a:moveTo>
                <a:lnTo>
                  <a:pt x="39143" y="68686"/>
                </a:lnTo>
                <a:lnTo>
                  <a:pt x="35552" y="68860"/>
                </a:lnTo>
                <a:lnTo>
                  <a:pt x="31963" y="68686"/>
                </a:lnTo>
                <a:lnTo>
                  <a:pt x="28452" y="68164"/>
                </a:lnTo>
                <a:lnTo>
                  <a:pt x="25068" y="67326"/>
                </a:lnTo>
                <a:lnTo>
                  <a:pt x="21825" y="66187"/>
                </a:lnTo>
                <a:lnTo>
                  <a:pt x="18726" y="64764"/>
                </a:lnTo>
                <a:lnTo>
                  <a:pt x="15800" y="63056"/>
                </a:lnTo>
                <a:lnTo>
                  <a:pt x="13063" y="61095"/>
                </a:lnTo>
                <a:lnTo>
                  <a:pt x="10533" y="58880"/>
                </a:lnTo>
                <a:lnTo>
                  <a:pt x="8224" y="56445"/>
                </a:lnTo>
                <a:lnTo>
                  <a:pt x="6168" y="53804"/>
                </a:lnTo>
                <a:lnTo>
                  <a:pt x="4365" y="50957"/>
                </a:lnTo>
                <a:lnTo>
                  <a:pt x="2846" y="47936"/>
                </a:lnTo>
                <a:lnTo>
                  <a:pt x="1630" y="44742"/>
                </a:lnTo>
                <a:lnTo>
                  <a:pt x="743" y="41420"/>
                </a:lnTo>
                <a:lnTo>
                  <a:pt x="253" y="38384"/>
                </a:lnTo>
                <a:lnTo>
                  <a:pt x="15879" y="35885"/>
                </a:lnTo>
                <a:lnTo>
                  <a:pt x="16291" y="38526"/>
                </a:lnTo>
                <a:lnTo>
                  <a:pt x="16132" y="37719"/>
                </a:lnTo>
                <a:lnTo>
                  <a:pt x="16812" y="40266"/>
                </a:lnTo>
                <a:lnTo>
                  <a:pt x="16558" y="39491"/>
                </a:lnTo>
                <a:lnTo>
                  <a:pt x="17492" y="41927"/>
                </a:lnTo>
                <a:lnTo>
                  <a:pt x="17161" y="41199"/>
                </a:lnTo>
                <a:lnTo>
                  <a:pt x="18330" y="43508"/>
                </a:lnTo>
                <a:lnTo>
                  <a:pt x="17934" y="42828"/>
                </a:lnTo>
                <a:lnTo>
                  <a:pt x="19327" y="45010"/>
                </a:lnTo>
                <a:lnTo>
                  <a:pt x="18884" y="44394"/>
                </a:lnTo>
                <a:lnTo>
                  <a:pt x="20465" y="46434"/>
                </a:lnTo>
                <a:lnTo>
                  <a:pt x="19974" y="45849"/>
                </a:lnTo>
                <a:lnTo>
                  <a:pt x="21761" y="47731"/>
                </a:lnTo>
                <a:lnTo>
                  <a:pt x="21208" y="47209"/>
                </a:lnTo>
                <a:lnTo>
                  <a:pt x="23170" y="48917"/>
                </a:lnTo>
                <a:lnTo>
                  <a:pt x="22584" y="48458"/>
                </a:lnTo>
                <a:lnTo>
                  <a:pt x="24719" y="49977"/>
                </a:lnTo>
                <a:lnTo>
                  <a:pt x="24087" y="49581"/>
                </a:lnTo>
                <a:lnTo>
                  <a:pt x="26365" y="50910"/>
                </a:lnTo>
                <a:lnTo>
                  <a:pt x="25700" y="50562"/>
                </a:lnTo>
                <a:lnTo>
                  <a:pt x="28120" y="51669"/>
                </a:lnTo>
                <a:lnTo>
                  <a:pt x="27424" y="51400"/>
                </a:lnTo>
                <a:lnTo>
                  <a:pt x="29954" y="52285"/>
                </a:lnTo>
                <a:lnTo>
                  <a:pt x="29227" y="52064"/>
                </a:lnTo>
                <a:lnTo>
                  <a:pt x="31884" y="52712"/>
                </a:lnTo>
                <a:lnTo>
                  <a:pt x="31125" y="52570"/>
                </a:lnTo>
                <a:lnTo>
                  <a:pt x="33877" y="52981"/>
                </a:lnTo>
                <a:lnTo>
                  <a:pt x="33118" y="52902"/>
                </a:lnTo>
                <a:lnTo>
                  <a:pt x="35933" y="53045"/>
                </a:lnTo>
                <a:lnTo>
                  <a:pt x="35173" y="53045"/>
                </a:lnTo>
                <a:lnTo>
                  <a:pt x="37988" y="52902"/>
                </a:lnTo>
                <a:lnTo>
                  <a:pt x="37229" y="52981"/>
                </a:lnTo>
                <a:lnTo>
                  <a:pt x="38131" y="52839"/>
                </a:lnTo>
                <a:lnTo>
                  <a:pt x="40424" y="68496"/>
                </a:lnTo>
              </a:path>
            </a:pathLst>
          </a:custGeom>
          <a:solidFill xmlns:a="http://schemas.openxmlformats.org/drawingml/2006/main">
            <a:srgbClr val="B68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58">
            <a:extLst xmlns:a="http://schemas.openxmlformats.org/drawingml/2006/main">
              <a:ext uri="{FF2B5EF4-FFF2-40B4-BE49-F238E27FC236}">
                <a16:creationId xmlns:a16="http://schemas.microsoft.com/office/drawing/2014/main" id="{6F26C668-1A6E-45F1-B2FE-C8C4A3FF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673" y="2604113"/>
            <a:ext cx="1291478" cy="736360"/>
          </a:xfrm>
          <a:custGeom xmlns:a="http://schemas.openxmlformats.org/drawingml/2006/main">
            <a:pathLst>
              <a:path w="1291478" h="736360">
                <a:moveTo>
                  <a:pt x="949" y="123359"/>
                </a:moveTo>
                <a:cubicBezTo>
                  <a:pt x="0" y="55037"/>
                  <a:pt x="54879" y="158"/>
                  <a:pt x="122410" y="0"/>
                </a:cubicBezTo>
                <a:lnTo>
                  <a:pt x="1168118" y="0"/>
                </a:lnTo>
                <a:cubicBezTo>
                  <a:pt x="1235649" y="158"/>
                  <a:pt x="1290528" y="55037"/>
                  <a:pt x="1291478" y="123359"/>
                </a:cubicBezTo>
                <a:lnTo>
                  <a:pt x="1291478" y="613001"/>
                </a:lnTo>
                <a:cubicBezTo>
                  <a:pt x="1290528" y="680691"/>
                  <a:pt x="1235649" y="735570"/>
                  <a:pt x="1168118" y="736360"/>
                </a:cubicBezTo>
                <a:lnTo>
                  <a:pt x="122410" y="736360"/>
                </a:lnTo>
                <a:cubicBezTo>
                  <a:pt x="54879" y="735570"/>
                  <a:pt x="0" y="680691"/>
                  <a:pt x="949" y="613001"/>
                </a:cubicBezTo>
                <a:lnTo>
                  <a:pt x="949" y="123359"/>
                </a:lnTo>
              </a:path>
            </a:pathLst>
          </a:custGeom>
          <a:solidFill xmlns:a="http://schemas.openxmlformats.org/drawingml/2006/main">
            <a:srgbClr val="FFD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59">
            <a:extLst xmlns:a="http://schemas.openxmlformats.org/drawingml/2006/main">
              <a:ext uri="{FF2B5EF4-FFF2-40B4-BE49-F238E27FC236}">
                <a16:creationId xmlns:a16="http://schemas.microsoft.com/office/drawing/2014/main" id="{BAE68F8A-B518-4FAB-86B2-13F0A517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811" y="2592409"/>
            <a:ext cx="1314252" cy="759135"/>
          </a:xfrm>
          <a:custGeom xmlns:a="http://schemas.openxmlformats.org/drawingml/2006/main">
            <a:pathLst>
              <a:path w="1314252" h="759135">
                <a:moveTo>
                  <a:pt x="174" y="127519"/>
                </a:moveTo>
                <a:lnTo>
                  <a:pt x="695" y="120703"/>
                </a:lnTo>
                <a:lnTo>
                  <a:pt x="1550" y="113981"/>
                </a:lnTo>
                <a:lnTo>
                  <a:pt x="2721" y="107354"/>
                </a:lnTo>
                <a:lnTo>
                  <a:pt x="4223" y="100839"/>
                </a:lnTo>
                <a:lnTo>
                  <a:pt x="6041" y="94465"/>
                </a:lnTo>
                <a:lnTo>
                  <a:pt x="8161" y="88202"/>
                </a:lnTo>
                <a:lnTo>
                  <a:pt x="10564" y="82097"/>
                </a:lnTo>
                <a:lnTo>
                  <a:pt x="13254" y="76151"/>
                </a:lnTo>
                <a:lnTo>
                  <a:pt x="16227" y="70347"/>
                </a:lnTo>
                <a:lnTo>
                  <a:pt x="19469" y="64716"/>
                </a:lnTo>
                <a:lnTo>
                  <a:pt x="22964" y="59260"/>
                </a:lnTo>
                <a:lnTo>
                  <a:pt x="26712" y="53994"/>
                </a:lnTo>
                <a:lnTo>
                  <a:pt x="30697" y="48917"/>
                </a:lnTo>
                <a:lnTo>
                  <a:pt x="34920" y="44046"/>
                </a:lnTo>
                <a:lnTo>
                  <a:pt x="39364" y="39365"/>
                </a:lnTo>
                <a:lnTo>
                  <a:pt x="44045" y="34921"/>
                </a:lnTo>
                <a:lnTo>
                  <a:pt x="48917" y="30698"/>
                </a:lnTo>
                <a:lnTo>
                  <a:pt x="53994" y="26712"/>
                </a:lnTo>
                <a:lnTo>
                  <a:pt x="59260" y="22964"/>
                </a:lnTo>
                <a:lnTo>
                  <a:pt x="64716" y="19469"/>
                </a:lnTo>
                <a:lnTo>
                  <a:pt x="70347" y="16227"/>
                </a:lnTo>
                <a:lnTo>
                  <a:pt x="76135" y="13254"/>
                </a:lnTo>
                <a:lnTo>
                  <a:pt x="82097" y="10565"/>
                </a:lnTo>
                <a:lnTo>
                  <a:pt x="88203" y="8161"/>
                </a:lnTo>
                <a:lnTo>
                  <a:pt x="94465" y="6041"/>
                </a:lnTo>
                <a:lnTo>
                  <a:pt x="100838" y="4223"/>
                </a:lnTo>
                <a:lnTo>
                  <a:pt x="107355" y="2721"/>
                </a:lnTo>
                <a:lnTo>
                  <a:pt x="113981" y="1550"/>
                </a:lnTo>
                <a:lnTo>
                  <a:pt x="120703" y="696"/>
                </a:lnTo>
                <a:lnTo>
                  <a:pt x="127519" y="174"/>
                </a:lnTo>
                <a:lnTo>
                  <a:pt x="134288" y="0"/>
                </a:lnTo>
                <a:lnTo>
                  <a:pt x="1179964" y="0"/>
                </a:lnTo>
                <a:lnTo>
                  <a:pt x="1186733" y="174"/>
                </a:lnTo>
                <a:lnTo>
                  <a:pt x="1193550" y="696"/>
                </a:lnTo>
                <a:lnTo>
                  <a:pt x="1200271" y="1550"/>
                </a:lnTo>
                <a:lnTo>
                  <a:pt x="1206898" y="2721"/>
                </a:lnTo>
                <a:lnTo>
                  <a:pt x="1213414" y="4223"/>
                </a:lnTo>
                <a:lnTo>
                  <a:pt x="1219787" y="6041"/>
                </a:lnTo>
                <a:lnTo>
                  <a:pt x="1226034" y="8161"/>
                </a:lnTo>
                <a:lnTo>
                  <a:pt x="1232155" y="10565"/>
                </a:lnTo>
                <a:lnTo>
                  <a:pt x="1238101" y="13254"/>
                </a:lnTo>
                <a:lnTo>
                  <a:pt x="1243905" y="16227"/>
                </a:lnTo>
                <a:lnTo>
                  <a:pt x="1249537" y="19469"/>
                </a:lnTo>
                <a:lnTo>
                  <a:pt x="1254993" y="22964"/>
                </a:lnTo>
                <a:lnTo>
                  <a:pt x="1260259" y="26712"/>
                </a:lnTo>
                <a:lnTo>
                  <a:pt x="1265336" y="30698"/>
                </a:lnTo>
                <a:lnTo>
                  <a:pt x="1270207" y="34921"/>
                </a:lnTo>
                <a:lnTo>
                  <a:pt x="1274872" y="39365"/>
                </a:lnTo>
                <a:lnTo>
                  <a:pt x="1279332" y="44046"/>
                </a:lnTo>
                <a:lnTo>
                  <a:pt x="1283555" y="48917"/>
                </a:lnTo>
                <a:lnTo>
                  <a:pt x="1287540" y="53994"/>
                </a:lnTo>
                <a:lnTo>
                  <a:pt x="1291289" y="59260"/>
                </a:lnTo>
                <a:lnTo>
                  <a:pt x="1294784" y="64716"/>
                </a:lnTo>
                <a:lnTo>
                  <a:pt x="1298025" y="70347"/>
                </a:lnTo>
                <a:lnTo>
                  <a:pt x="1301000" y="76151"/>
                </a:lnTo>
                <a:lnTo>
                  <a:pt x="1303688" y="82097"/>
                </a:lnTo>
                <a:lnTo>
                  <a:pt x="1306091" y="88202"/>
                </a:lnTo>
                <a:lnTo>
                  <a:pt x="1308211" y="94465"/>
                </a:lnTo>
                <a:lnTo>
                  <a:pt x="1310029" y="100839"/>
                </a:lnTo>
                <a:lnTo>
                  <a:pt x="1311532" y="107354"/>
                </a:lnTo>
                <a:lnTo>
                  <a:pt x="1312702" y="113981"/>
                </a:lnTo>
                <a:lnTo>
                  <a:pt x="1313557" y="120703"/>
                </a:lnTo>
                <a:lnTo>
                  <a:pt x="1314078" y="127519"/>
                </a:lnTo>
                <a:lnTo>
                  <a:pt x="1314252" y="134288"/>
                </a:lnTo>
                <a:lnTo>
                  <a:pt x="1314252" y="624847"/>
                </a:lnTo>
                <a:lnTo>
                  <a:pt x="1314078" y="631616"/>
                </a:lnTo>
                <a:lnTo>
                  <a:pt x="1313557" y="638433"/>
                </a:lnTo>
                <a:lnTo>
                  <a:pt x="1312702" y="645154"/>
                </a:lnTo>
                <a:lnTo>
                  <a:pt x="1311532" y="651781"/>
                </a:lnTo>
                <a:lnTo>
                  <a:pt x="1310029" y="658297"/>
                </a:lnTo>
                <a:lnTo>
                  <a:pt x="1308211" y="664670"/>
                </a:lnTo>
                <a:lnTo>
                  <a:pt x="1306091" y="670933"/>
                </a:lnTo>
                <a:lnTo>
                  <a:pt x="1303688" y="677038"/>
                </a:lnTo>
                <a:lnTo>
                  <a:pt x="1301000" y="682984"/>
                </a:lnTo>
                <a:lnTo>
                  <a:pt x="1298025" y="688788"/>
                </a:lnTo>
                <a:lnTo>
                  <a:pt x="1294784" y="694419"/>
                </a:lnTo>
                <a:lnTo>
                  <a:pt x="1291289" y="699875"/>
                </a:lnTo>
                <a:lnTo>
                  <a:pt x="1287540" y="705142"/>
                </a:lnTo>
                <a:lnTo>
                  <a:pt x="1283555" y="710218"/>
                </a:lnTo>
                <a:lnTo>
                  <a:pt x="1279332" y="715089"/>
                </a:lnTo>
                <a:lnTo>
                  <a:pt x="1274872" y="719771"/>
                </a:lnTo>
                <a:lnTo>
                  <a:pt x="1270207" y="724215"/>
                </a:lnTo>
                <a:lnTo>
                  <a:pt x="1265336" y="728438"/>
                </a:lnTo>
                <a:lnTo>
                  <a:pt x="1260259" y="732423"/>
                </a:lnTo>
                <a:lnTo>
                  <a:pt x="1254993" y="736171"/>
                </a:lnTo>
                <a:lnTo>
                  <a:pt x="1249537" y="739666"/>
                </a:lnTo>
                <a:lnTo>
                  <a:pt x="1243905" y="742909"/>
                </a:lnTo>
                <a:lnTo>
                  <a:pt x="1238101" y="745882"/>
                </a:lnTo>
                <a:lnTo>
                  <a:pt x="1232155" y="748571"/>
                </a:lnTo>
                <a:lnTo>
                  <a:pt x="1226034" y="750975"/>
                </a:lnTo>
                <a:lnTo>
                  <a:pt x="1219787" y="753094"/>
                </a:lnTo>
                <a:lnTo>
                  <a:pt x="1213414" y="754912"/>
                </a:lnTo>
                <a:lnTo>
                  <a:pt x="1206898" y="756415"/>
                </a:lnTo>
                <a:lnTo>
                  <a:pt x="1200271" y="757585"/>
                </a:lnTo>
                <a:lnTo>
                  <a:pt x="1193550" y="758439"/>
                </a:lnTo>
                <a:lnTo>
                  <a:pt x="1186733" y="758961"/>
                </a:lnTo>
                <a:lnTo>
                  <a:pt x="1179964" y="759135"/>
                </a:lnTo>
                <a:lnTo>
                  <a:pt x="134288" y="759135"/>
                </a:lnTo>
                <a:lnTo>
                  <a:pt x="127519" y="758961"/>
                </a:lnTo>
                <a:lnTo>
                  <a:pt x="120703" y="758439"/>
                </a:lnTo>
                <a:lnTo>
                  <a:pt x="113981" y="757585"/>
                </a:lnTo>
                <a:lnTo>
                  <a:pt x="107355" y="756415"/>
                </a:lnTo>
                <a:lnTo>
                  <a:pt x="100838" y="754912"/>
                </a:lnTo>
                <a:lnTo>
                  <a:pt x="94465" y="753094"/>
                </a:lnTo>
                <a:lnTo>
                  <a:pt x="88203" y="750975"/>
                </a:lnTo>
                <a:lnTo>
                  <a:pt x="82097" y="748571"/>
                </a:lnTo>
                <a:lnTo>
                  <a:pt x="76135" y="745882"/>
                </a:lnTo>
                <a:lnTo>
                  <a:pt x="70347" y="742909"/>
                </a:lnTo>
                <a:lnTo>
                  <a:pt x="64716" y="739666"/>
                </a:lnTo>
                <a:lnTo>
                  <a:pt x="59260" y="736171"/>
                </a:lnTo>
                <a:lnTo>
                  <a:pt x="53994" y="732423"/>
                </a:lnTo>
                <a:lnTo>
                  <a:pt x="48917" y="728438"/>
                </a:lnTo>
                <a:lnTo>
                  <a:pt x="44045" y="724215"/>
                </a:lnTo>
                <a:lnTo>
                  <a:pt x="39364" y="719771"/>
                </a:lnTo>
                <a:lnTo>
                  <a:pt x="34920" y="715089"/>
                </a:lnTo>
                <a:lnTo>
                  <a:pt x="30697" y="710218"/>
                </a:lnTo>
                <a:lnTo>
                  <a:pt x="26712" y="705142"/>
                </a:lnTo>
                <a:lnTo>
                  <a:pt x="22964" y="699875"/>
                </a:lnTo>
                <a:lnTo>
                  <a:pt x="19469" y="694419"/>
                </a:lnTo>
                <a:lnTo>
                  <a:pt x="16227" y="688788"/>
                </a:lnTo>
                <a:lnTo>
                  <a:pt x="13254" y="682984"/>
                </a:lnTo>
                <a:lnTo>
                  <a:pt x="10564" y="677038"/>
                </a:lnTo>
                <a:lnTo>
                  <a:pt x="8161" y="670933"/>
                </a:lnTo>
                <a:lnTo>
                  <a:pt x="6041" y="664670"/>
                </a:lnTo>
                <a:lnTo>
                  <a:pt x="4223" y="658297"/>
                </a:lnTo>
                <a:lnTo>
                  <a:pt x="2721" y="651781"/>
                </a:lnTo>
                <a:lnTo>
                  <a:pt x="1550" y="645154"/>
                </a:lnTo>
                <a:lnTo>
                  <a:pt x="695" y="638433"/>
                </a:lnTo>
                <a:lnTo>
                  <a:pt x="174" y="631616"/>
                </a:lnTo>
                <a:lnTo>
                  <a:pt x="0" y="624847"/>
                </a:lnTo>
                <a:lnTo>
                  <a:pt x="0" y="134288"/>
                </a:lnTo>
                <a:lnTo>
                  <a:pt x="174" y="127519"/>
                </a:lnTo>
                <a:moveTo>
                  <a:pt x="23723" y="134731"/>
                </a:moveTo>
                <a:lnTo>
                  <a:pt x="23723" y="134430"/>
                </a:lnTo>
                <a:lnTo>
                  <a:pt x="23723" y="624705"/>
                </a:lnTo>
                <a:lnTo>
                  <a:pt x="23723" y="624404"/>
                </a:lnTo>
                <a:lnTo>
                  <a:pt x="23881" y="630715"/>
                </a:lnTo>
                <a:lnTo>
                  <a:pt x="23850" y="630114"/>
                </a:lnTo>
                <a:lnTo>
                  <a:pt x="24324" y="636330"/>
                </a:lnTo>
                <a:lnTo>
                  <a:pt x="24261" y="635744"/>
                </a:lnTo>
                <a:lnTo>
                  <a:pt x="25036" y="641881"/>
                </a:lnTo>
                <a:lnTo>
                  <a:pt x="24957" y="641279"/>
                </a:lnTo>
                <a:lnTo>
                  <a:pt x="26032" y="647321"/>
                </a:lnTo>
                <a:lnTo>
                  <a:pt x="25905" y="646736"/>
                </a:lnTo>
                <a:lnTo>
                  <a:pt x="27281" y="652667"/>
                </a:lnTo>
                <a:lnTo>
                  <a:pt x="27124" y="652097"/>
                </a:lnTo>
                <a:lnTo>
                  <a:pt x="28784" y="657917"/>
                </a:lnTo>
                <a:lnTo>
                  <a:pt x="28610" y="657348"/>
                </a:lnTo>
                <a:lnTo>
                  <a:pt x="30540" y="663042"/>
                </a:lnTo>
                <a:lnTo>
                  <a:pt x="30334" y="662504"/>
                </a:lnTo>
                <a:lnTo>
                  <a:pt x="32532" y="668055"/>
                </a:lnTo>
                <a:lnTo>
                  <a:pt x="32295" y="667533"/>
                </a:lnTo>
                <a:lnTo>
                  <a:pt x="34762" y="672958"/>
                </a:lnTo>
                <a:lnTo>
                  <a:pt x="34510" y="672436"/>
                </a:lnTo>
                <a:lnTo>
                  <a:pt x="37214" y="677718"/>
                </a:lnTo>
                <a:lnTo>
                  <a:pt x="36945" y="677212"/>
                </a:lnTo>
                <a:lnTo>
                  <a:pt x="39886" y="682351"/>
                </a:lnTo>
                <a:lnTo>
                  <a:pt x="39586" y="681862"/>
                </a:lnTo>
                <a:lnTo>
                  <a:pt x="42781" y="686828"/>
                </a:lnTo>
                <a:lnTo>
                  <a:pt x="42465" y="686353"/>
                </a:lnTo>
                <a:lnTo>
                  <a:pt x="45881" y="691161"/>
                </a:lnTo>
                <a:lnTo>
                  <a:pt x="45532" y="690702"/>
                </a:lnTo>
                <a:lnTo>
                  <a:pt x="49170" y="695336"/>
                </a:lnTo>
                <a:lnTo>
                  <a:pt x="48821" y="694909"/>
                </a:lnTo>
                <a:lnTo>
                  <a:pt x="52665" y="699354"/>
                </a:lnTo>
                <a:lnTo>
                  <a:pt x="52285" y="698926"/>
                </a:lnTo>
                <a:lnTo>
                  <a:pt x="56350" y="703180"/>
                </a:lnTo>
                <a:lnTo>
                  <a:pt x="55938" y="702785"/>
                </a:lnTo>
                <a:lnTo>
                  <a:pt x="60209" y="706850"/>
                </a:lnTo>
                <a:lnTo>
                  <a:pt x="59782" y="706470"/>
                </a:lnTo>
                <a:lnTo>
                  <a:pt x="64226" y="710314"/>
                </a:lnTo>
                <a:lnTo>
                  <a:pt x="63800" y="709965"/>
                </a:lnTo>
                <a:lnTo>
                  <a:pt x="68433" y="713603"/>
                </a:lnTo>
                <a:lnTo>
                  <a:pt x="67974" y="713255"/>
                </a:lnTo>
                <a:lnTo>
                  <a:pt x="72783" y="716671"/>
                </a:lnTo>
                <a:lnTo>
                  <a:pt x="72307" y="716355"/>
                </a:lnTo>
                <a:lnTo>
                  <a:pt x="77273" y="719549"/>
                </a:lnTo>
                <a:lnTo>
                  <a:pt x="76784" y="719249"/>
                </a:lnTo>
                <a:lnTo>
                  <a:pt x="81924" y="722191"/>
                </a:lnTo>
                <a:lnTo>
                  <a:pt x="81417" y="721922"/>
                </a:lnTo>
                <a:lnTo>
                  <a:pt x="86699" y="724626"/>
                </a:lnTo>
                <a:lnTo>
                  <a:pt x="86177" y="724373"/>
                </a:lnTo>
                <a:lnTo>
                  <a:pt x="91603" y="726841"/>
                </a:lnTo>
                <a:lnTo>
                  <a:pt x="91080" y="726603"/>
                </a:lnTo>
                <a:lnTo>
                  <a:pt x="96631" y="728801"/>
                </a:lnTo>
                <a:lnTo>
                  <a:pt x="96094" y="728596"/>
                </a:lnTo>
                <a:lnTo>
                  <a:pt x="101787" y="730525"/>
                </a:lnTo>
                <a:lnTo>
                  <a:pt x="101218" y="730351"/>
                </a:lnTo>
                <a:lnTo>
                  <a:pt x="107038" y="732012"/>
                </a:lnTo>
                <a:lnTo>
                  <a:pt x="106469" y="731854"/>
                </a:lnTo>
                <a:lnTo>
                  <a:pt x="112400" y="733230"/>
                </a:lnTo>
                <a:lnTo>
                  <a:pt x="111814" y="733103"/>
                </a:lnTo>
                <a:lnTo>
                  <a:pt x="117856" y="734178"/>
                </a:lnTo>
                <a:lnTo>
                  <a:pt x="117256" y="734099"/>
                </a:lnTo>
                <a:lnTo>
                  <a:pt x="123391" y="734874"/>
                </a:lnTo>
                <a:lnTo>
                  <a:pt x="122806" y="734811"/>
                </a:lnTo>
                <a:lnTo>
                  <a:pt x="129021" y="735285"/>
                </a:lnTo>
                <a:lnTo>
                  <a:pt x="128420" y="735254"/>
                </a:lnTo>
                <a:lnTo>
                  <a:pt x="134730" y="735412"/>
                </a:lnTo>
                <a:lnTo>
                  <a:pt x="134430" y="735412"/>
                </a:lnTo>
                <a:lnTo>
                  <a:pt x="1179822" y="735412"/>
                </a:lnTo>
                <a:lnTo>
                  <a:pt x="1179522" y="735412"/>
                </a:lnTo>
                <a:lnTo>
                  <a:pt x="1185832" y="735254"/>
                </a:lnTo>
                <a:lnTo>
                  <a:pt x="1185231" y="735285"/>
                </a:lnTo>
                <a:lnTo>
                  <a:pt x="1191447" y="734811"/>
                </a:lnTo>
                <a:lnTo>
                  <a:pt x="1190861" y="734874"/>
                </a:lnTo>
                <a:lnTo>
                  <a:pt x="1196998" y="734099"/>
                </a:lnTo>
                <a:lnTo>
                  <a:pt x="1196397" y="734178"/>
                </a:lnTo>
                <a:lnTo>
                  <a:pt x="1202438" y="733103"/>
                </a:lnTo>
                <a:lnTo>
                  <a:pt x="1201853" y="733230"/>
                </a:lnTo>
                <a:lnTo>
                  <a:pt x="1207783" y="731854"/>
                </a:lnTo>
                <a:lnTo>
                  <a:pt x="1207215" y="732012"/>
                </a:lnTo>
                <a:lnTo>
                  <a:pt x="1213034" y="730351"/>
                </a:lnTo>
                <a:lnTo>
                  <a:pt x="1212466" y="730525"/>
                </a:lnTo>
                <a:lnTo>
                  <a:pt x="1218158" y="728596"/>
                </a:lnTo>
                <a:lnTo>
                  <a:pt x="1217605" y="728801"/>
                </a:lnTo>
                <a:lnTo>
                  <a:pt x="1223172" y="726603"/>
                </a:lnTo>
                <a:lnTo>
                  <a:pt x="1222650" y="726841"/>
                </a:lnTo>
                <a:lnTo>
                  <a:pt x="1228075" y="724373"/>
                </a:lnTo>
                <a:lnTo>
                  <a:pt x="1227553" y="724626"/>
                </a:lnTo>
                <a:lnTo>
                  <a:pt x="1232835" y="721922"/>
                </a:lnTo>
                <a:lnTo>
                  <a:pt x="1232329" y="722191"/>
                </a:lnTo>
                <a:lnTo>
                  <a:pt x="1237469" y="719249"/>
                </a:lnTo>
                <a:lnTo>
                  <a:pt x="1236979" y="719549"/>
                </a:lnTo>
                <a:lnTo>
                  <a:pt x="1241945" y="716355"/>
                </a:lnTo>
                <a:lnTo>
                  <a:pt x="1241471" y="716671"/>
                </a:lnTo>
                <a:lnTo>
                  <a:pt x="1246279" y="713255"/>
                </a:lnTo>
                <a:lnTo>
                  <a:pt x="1245819" y="713603"/>
                </a:lnTo>
                <a:lnTo>
                  <a:pt x="1250454" y="709965"/>
                </a:lnTo>
                <a:lnTo>
                  <a:pt x="1250027" y="710314"/>
                </a:lnTo>
                <a:lnTo>
                  <a:pt x="1254470" y="706470"/>
                </a:lnTo>
                <a:lnTo>
                  <a:pt x="1254043" y="706850"/>
                </a:lnTo>
                <a:lnTo>
                  <a:pt x="1258298" y="702785"/>
                </a:lnTo>
                <a:lnTo>
                  <a:pt x="1257902" y="703180"/>
                </a:lnTo>
                <a:lnTo>
                  <a:pt x="1261967" y="698926"/>
                </a:lnTo>
                <a:lnTo>
                  <a:pt x="1261587" y="699354"/>
                </a:lnTo>
                <a:lnTo>
                  <a:pt x="1265431" y="694909"/>
                </a:lnTo>
                <a:lnTo>
                  <a:pt x="1265083" y="695336"/>
                </a:lnTo>
                <a:lnTo>
                  <a:pt x="1268720" y="690702"/>
                </a:lnTo>
                <a:lnTo>
                  <a:pt x="1268373" y="691161"/>
                </a:lnTo>
                <a:lnTo>
                  <a:pt x="1271789" y="686353"/>
                </a:lnTo>
                <a:lnTo>
                  <a:pt x="1271472" y="686828"/>
                </a:lnTo>
                <a:lnTo>
                  <a:pt x="1274666" y="681862"/>
                </a:lnTo>
                <a:lnTo>
                  <a:pt x="1274366" y="682351"/>
                </a:lnTo>
                <a:lnTo>
                  <a:pt x="1277308" y="677212"/>
                </a:lnTo>
                <a:lnTo>
                  <a:pt x="1277038" y="677718"/>
                </a:lnTo>
                <a:lnTo>
                  <a:pt x="1279744" y="672436"/>
                </a:lnTo>
                <a:lnTo>
                  <a:pt x="1279491" y="672958"/>
                </a:lnTo>
                <a:lnTo>
                  <a:pt x="1281958" y="667533"/>
                </a:lnTo>
                <a:lnTo>
                  <a:pt x="1281721" y="668055"/>
                </a:lnTo>
                <a:lnTo>
                  <a:pt x="1283918" y="662504"/>
                </a:lnTo>
                <a:lnTo>
                  <a:pt x="1283712" y="663042"/>
                </a:lnTo>
                <a:lnTo>
                  <a:pt x="1285642" y="657348"/>
                </a:lnTo>
                <a:lnTo>
                  <a:pt x="1285469" y="657917"/>
                </a:lnTo>
                <a:lnTo>
                  <a:pt x="1287130" y="652097"/>
                </a:lnTo>
                <a:lnTo>
                  <a:pt x="1286971" y="652667"/>
                </a:lnTo>
                <a:lnTo>
                  <a:pt x="1288347" y="646736"/>
                </a:lnTo>
                <a:lnTo>
                  <a:pt x="1288220" y="647321"/>
                </a:lnTo>
                <a:lnTo>
                  <a:pt x="1289296" y="641279"/>
                </a:lnTo>
                <a:lnTo>
                  <a:pt x="1289217" y="641881"/>
                </a:lnTo>
                <a:lnTo>
                  <a:pt x="1289991" y="635744"/>
                </a:lnTo>
                <a:lnTo>
                  <a:pt x="1289928" y="636330"/>
                </a:lnTo>
                <a:lnTo>
                  <a:pt x="1290403" y="630114"/>
                </a:lnTo>
                <a:lnTo>
                  <a:pt x="1290371" y="630715"/>
                </a:lnTo>
                <a:lnTo>
                  <a:pt x="1290529" y="624404"/>
                </a:lnTo>
                <a:lnTo>
                  <a:pt x="1290529" y="624705"/>
                </a:lnTo>
                <a:lnTo>
                  <a:pt x="1290529" y="134430"/>
                </a:lnTo>
                <a:lnTo>
                  <a:pt x="1290529" y="134731"/>
                </a:lnTo>
                <a:lnTo>
                  <a:pt x="1290371" y="128421"/>
                </a:lnTo>
                <a:lnTo>
                  <a:pt x="1290403" y="129021"/>
                </a:lnTo>
                <a:lnTo>
                  <a:pt x="1289928" y="122806"/>
                </a:lnTo>
                <a:lnTo>
                  <a:pt x="1289991" y="123391"/>
                </a:lnTo>
                <a:lnTo>
                  <a:pt x="1289217" y="117255"/>
                </a:lnTo>
                <a:lnTo>
                  <a:pt x="1289296" y="117856"/>
                </a:lnTo>
                <a:lnTo>
                  <a:pt x="1288220" y="111814"/>
                </a:lnTo>
                <a:lnTo>
                  <a:pt x="1288347" y="112400"/>
                </a:lnTo>
                <a:lnTo>
                  <a:pt x="1286971" y="106469"/>
                </a:lnTo>
                <a:lnTo>
                  <a:pt x="1287130" y="107038"/>
                </a:lnTo>
                <a:lnTo>
                  <a:pt x="1285469" y="101218"/>
                </a:lnTo>
                <a:lnTo>
                  <a:pt x="1285642" y="101788"/>
                </a:lnTo>
                <a:lnTo>
                  <a:pt x="1283712" y="96094"/>
                </a:lnTo>
                <a:lnTo>
                  <a:pt x="1283918" y="96632"/>
                </a:lnTo>
                <a:lnTo>
                  <a:pt x="1281721" y="91080"/>
                </a:lnTo>
                <a:lnTo>
                  <a:pt x="1281958" y="91603"/>
                </a:lnTo>
                <a:lnTo>
                  <a:pt x="1279491" y="86178"/>
                </a:lnTo>
                <a:lnTo>
                  <a:pt x="1279744" y="86700"/>
                </a:lnTo>
                <a:lnTo>
                  <a:pt x="1277038" y="81417"/>
                </a:lnTo>
                <a:lnTo>
                  <a:pt x="1277308" y="81923"/>
                </a:lnTo>
                <a:lnTo>
                  <a:pt x="1274366" y="76784"/>
                </a:lnTo>
                <a:lnTo>
                  <a:pt x="1274666" y="77274"/>
                </a:lnTo>
                <a:lnTo>
                  <a:pt x="1271472" y="72308"/>
                </a:lnTo>
                <a:lnTo>
                  <a:pt x="1271789" y="72782"/>
                </a:lnTo>
                <a:lnTo>
                  <a:pt x="1268373" y="67974"/>
                </a:lnTo>
                <a:lnTo>
                  <a:pt x="1268720" y="68433"/>
                </a:lnTo>
                <a:lnTo>
                  <a:pt x="1265083" y="63800"/>
                </a:lnTo>
                <a:lnTo>
                  <a:pt x="1265431" y="64226"/>
                </a:lnTo>
                <a:lnTo>
                  <a:pt x="1261587" y="59782"/>
                </a:lnTo>
                <a:lnTo>
                  <a:pt x="1261967" y="60209"/>
                </a:lnTo>
                <a:lnTo>
                  <a:pt x="1257902" y="55955"/>
                </a:lnTo>
                <a:lnTo>
                  <a:pt x="1258298" y="56350"/>
                </a:lnTo>
                <a:lnTo>
                  <a:pt x="1254043" y="52286"/>
                </a:lnTo>
                <a:lnTo>
                  <a:pt x="1254470" y="52665"/>
                </a:lnTo>
                <a:lnTo>
                  <a:pt x="1250027" y="48822"/>
                </a:lnTo>
                <a:lnTo>
                  <a:pt x="1250454" y="49170"/>
                </a:lnTo>
                <a:lnTo>
                  <a:pt x="1245819" y="45533"/>
                </a:lnTo>
                <a:lnTo>
                  <a:pt x="1246279" y="45881"/>
                </a:lnTo>
                <a:lnTo>
                  <a:pt x="1241471" y="42465"/>
                </a:lnTo>
                <a:lnTo>
                  <a:pt x="1241945" y="42781"/>
                </a:lnTo>
                <a:lnTo>
                  <a:pt x="1236979" y="39586"/>
                </a:lnTo>
                <a:lnTo>
                  <a:pt x="1237469" y="39887"/>
                </a:lnTo>
                <a:lnTo>
                  <a:pt x="1232329" y="36945"/>
                </a:lnTo>
                <a:lnTo>
                  <a:pt x="1232835" y="37214"/>
                </a:lnTo>
                <a:lnTo>
                  <a:pt x="1227553" y="34510"/>
                </a:lnTo>
                <a:lnTo>
                  <a:pt x="1228075" y="34762"/>
                </a:lnTo>
                <a:lnTo>
                  <a:pt x="1222650" y="32295"/>
                </a:lnTo>
                <a:lnTo>
                  <a:pt x="1223172" y="32532"/>
                </a:lnTo>
                <a:lnTo>
                  <a:pt x="1217605" y="30334"/>
                </a:lnTo>
                <a:lnTo>
                  <a:pt x="1218158" y="30540"/>
                </a:lnTo>
                <a:lnTo>
                  <a:pt x="1212466" y="28610"/>
                </a:lnTo>
                <a:lnTo>
                  <a:pt x="1213034" y="28784"/>
                </a:lnTo>
                <a:lnTo>
                  <a:pt x="1207215" y="27124"/>
                </a:lnTo>
                <a:lnTo>
                  <a:pt x="1207783" y="27282"/>
                </a:lnTo>
                <a:lnTo>
                  <a:pt x="1201853" y="25906"/>
                </a:lnTo>
                <a:lnTo>
                  <a:pt x="1202438" y="26032"/>
                </a:lnTo>
                <a:lnTo>
                  <a:pt x="1196397" y="24957"/>
                </a:lnTo>
                <a:lnTo>
                  <a:pt x="1196998" y="25036"/>
                </a:lnTo>
                <a:lnTo>
                  <a:pt x="1190861" y="24261"/>
                </a:lnTo>
                <a:lnTo>
                  <a:pt x="1191447" y="24324"/>
                </a:lnTo>
                <a:lnTo>
                  <a:pt x="1185231" y="23850"/>
                </a:lnTo>
                <a:lnTo>
                  <a:pt x="1185832" y="23881"/>
                </a:lnTo>
                <a:lnTo>
                  <a:pt x="1179522" y="23723"/>
                </a:lnTo>
                <a:lnTo>
                  <a:pt x="1179822" y="23723"/>
                </a:lnTo>
                <a:lnTo>
                  <a:pt x="134430" y="23723"/>
                </a:lnTo>
                <a:lnTo>
                  <a:pt x="134730" y="23723"/>
                </a:lnTo>
                <a:lnTo>
                  <a:pt x="128420" y="23881"/>
                </a:lnTo>
                <a:lnTo>
                  <a:pt x="129021" y="23850"/>
                </a:lnTo>
                <a:lnTo>
                  <a:pt x="122806" y="24324"/>
                </a:lnTo>
                <a:lnTo>
                  <a:pt x="123391" y="24261"/>
                </a:lnTo>
                <a:lnTo>
                  <a:pt x="117256" y="25036"/>
                </a:lnTo>
                <a:lnTo>
                  <a:pt x="117856" y="24957"/>
                </a:lnTo>
                <a:lnTo>
                  <a:pt x="111814" y="26032"/>
                </a:lnTo>
                <a:lnTo>
                  <a:pt x="112400" y="25906"/>
                </a:lnTo>
                <a:lnTo>
                  <a:pt x="106469" y="27282"/>
                </a:lnTo>
                <a:lnTo>
                  <a:pt x="107038" y="27124"/>
                </a:lnTo>
                <a:lnTo>
                  <a:pt x="101218" y="28784"/>
                </a:lnTo>
                <a:lnTo>
                  <a:pt x="101787" y="28610"/>
                </a:lnTo>
                <a:lnTo>
                  <a:pt x="96094" y="30540"/>
                </a:lnTo>
                <a:lnTo>
                  <a:pt x="96631" y="30334"/>
                </a:lnTo>
                <a:lnTo>
                  <a:pt x="91080" y="32532"/>
                </a:lnTo>
                <a:lnTo>
                  <a:pt x="91603" y="32295"/>
                </a:lnTo>
                <a:lnTo>
                  <a:pt x="86177" y="34762"/>
                </a:lnTo>
                <a:lnTo>
                  <a:pt x="86699" y="34510"/>
                </a:lnTo>
                <a:lnTo>
                  <a:pt x="81417" y="37214"/>
                </a:lnTo>
                <a:lnTo>
                  <a:pt x="81924" y="36945"/>
                </a:lnTo>
                <a:lnTo>
                  <a:pt x="76784" y="39887"/>
                </a:lnTo>
                <a:lnTo>
                  <a:pt x="77273" y="39586"/>
                </a:lnTo>
                <a:lnTo>
                  <a:pt x="72307" y="42781"/>
                </a:lnTo>
                <a:lnTo>
                  <a:pt x="72783" y="42465"/>
                </a:lnTo>
                <a:lnTo>
                  <a:pt x="67974" y="45881"/>
                </a:lnTo>
                <a:lnTo>
                  <a:pt x="68433" y="45533"/>
                </a:lnTo>
                <a:lnTo>
                  <a:pt x="63800" y="49170"/>
                </a:lnTo>
                <a:lnTo>
                  <a:pt x="64226" y="48822"/>
                </a:lnTo>
                <a:lnTo>
                  <a:pt x="59782" y="52665"/>
                </a:lnTo>
                <a:lnTo>
                  <a:pt x="60209" y="52286"/>
                </a:lnTo>
                <a:lnTo>
                  <a:pt x="55938" y="56350"/>
                </a:lnTo>
                <a:lnTo>
                  <a:pt x="56350" y="55955"/>
                </a:lnTo>
                <a:lnTo>
                  <a:pt x="52285" y="60209"/>
                </a:lnTo>
                <a:lnTo>
                  <a:pt x="52665" y="59782"/>
                </a:lnTo>
                <a:lnTo>
                  <a:pt x="48821" y="64226"/>
                </a:lnTo>
                <a:lnTo>
                  <a:pt x="49170" y="63800"/>
                </a:lnTo>
                <a:lnTo>
                  <a:pt x="45532" y="68433"/>
                </a:lnTo>
                <a:lnTo>
                  <a:pt x="45881" y="67974"/>
                </a:lnTo>
                <a:lnTo>
                  <a:pt x="42465" y="72782"/>
                </a:lnTo>
                <a:lnTo>
                  <a:pt x="42781" y="72308"/>
                </a:lnTo>
                <a:lnTo>
                  <a:pt x="39586" y="77274"/>
                </a:lnTo>
                <a:lnTo>
                  <a:pt x="39886" y="76784"/>
                </a:lnTo>
                <a:lnTo>
                  <a:pt x="36945" y="81923"/>
                </a:lnTo>
                <a:lnTo>
                  <a:pt x="37214" y="81417"/>
                </a:lnTo>
                <a:lnTo>
                  <a:pt x="34510" y="86700"/>
                </a:lnTo>
                <a:lnTo>
                  <a:pt x="34762" y="86178"/>
                </a:lnTo>
                <a:lnTo>
                  <a:pt x="32295" y="91603"/>
                </a:lnTo>
                <a:lnTo>
                  <a:pt x="32532" y="91080"/>
                </a:lnTo>
                <a:lnTo>
                  <a:pt x="30334" y="96632"/>
                </a:lnTo>
                <a:lnTo>
                  <a:pt x="30540" y="96094"/>
                </a:lnTo>
                <a:lnTo>
                  <a:pt x="28610" y="101788"/>
                </a:lnTo>
                <a:lnTo>
                  <a:pt x="28784" y="101218"/>
                </a:lnTo>
                <a:lnTo>
                  <a:pt x="27124" y="107038"/>
                </a:lnTo>
                <a:lnTo>
                  <a:pt x="27281" y="106469"/>
                </a:lnTo>
                <a:lnTo>
                  <a:pt x="25905" y="112400"/>
                </a:lnTo>
                <a:lnTo>
                  <a:pt x="26032" y="111814"/>
                </a:lnTo>
                <a:lnTo>
                  <a:pt x="24957" y="117856"/>
                </a:lnTo>
                <a:lnTo>
                  <a:pt x="25036" y="117255"/>
                </a:lnTo>
                <a:lnTo>
                  <a:pt x="24261" y="123391"/>
                </a:lnTo>
                <a:lnTo>
                  <a:pt x="24324" y="122806"/>
                </a:lnTo>
                <a:lnTo>
                  <a:pt x="23850" y="129021"/>
                </a:lnTo>
                <a:lnTo>
                  <a:pt x="23881" y="128421"/>
                </a:lnTo>
                <a:lnTo>
                  <a:pt x="23723" y="13473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text-160 Vision">
            <a:extLst xmlns:a="http://schemas.openxmlformats.org/drawingml/2006/main">
              <a:ext uri="{FF2B5EF4-FFF2-40B4-BE49-F238E27FC236}">
                <a16:creationId xmlns:a16="http://schemas.microsoft.com/office/drawing/2014/main" id="{B8492BC5-6050-44B1-9C3E-CC39AC59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1308" y="2672875"/>
            <a:ext cx="617543" cy="310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189" name="text-161 Encoder">
            <a:extLst xmlns:a="http://schemas.openxmlformats.org/drawingml/2006/main">
              <a:ext uri="{FF2B5EF4-FFF2-40B4-BE49-F238E27FC236}">
                <a16:creationId xmlns:a16="http://schemas.microsoft.com/office/drawing/2014/main" id="{275B37D8-080F-4A4E-AD5D-1BF3D799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1441" y="2938825"/>
            <a:ext cx="777292" cy="30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90" name="path-162">
            <a:extLst xmlns:a="http://schemas.openxmlformats.org/drawingml/2006/main">
              <a:ext uri="{FF2B5EF4-FFF2-40B4-BE49-F238E27FC236}">
                <a16:creationId xmlns:a16="http://schemas.microsoft.com/office/drawing/2014/main" id="{311B3B68-8D31-4369-8A2E-3960D1A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94" y="2321177"/>
            <a:ext cx="158153" cy="292694"/>
          </a:xfrm>
          <a:custGeom xmlns:a="http://schemas.openxmlformats.org/drawingml/2006/main">
            <a:pathLst>
              <a:path w="158153" h="292694">
                <a:moveTo>
                  <a:pt x="0" y="157283"/>
                </a:moveTo>
                <a:lnTo>
                  <a:pt x="79931" y="79077"/>
                </a:lnTo>
                <a:lnTo>
                  <a:pt x="158153" y="158991"/>
                </a:lnTo>
                <a:lnTo>
                  <a:pt x="80785" y="0"/>
                </a:lnTo>
                <a:lnTo>
                  <a:pt x="0" y="157283"/>
                </a:lnTo>
                <a:moveTo>
                  <a:pt x="87506" y="292694"/>
                </a:moveTo>
                <a:lnTo>
                  <a:pt x="90021" y="59418"/>
                </a:lnTo>
                <a:lnTo>
                  <a:pt x="70252" y="59196"/>
                </a:lnTo>
                <a:lnTo>
                  <a:pt x="67737" y="292472"/>
                </a:lnTo>
                <a:lnTo>
                  <a:pt x="87506" y="292694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63">
            <a:extLst xmlns:a="http://schemas.openxmlformats.org/drawingml/2006/main">
              <a:ext uri="{FF2B5EF4-FFF2-40B4-BE49-F238E27FC236}">
                <a16:creationId xmlns:a16="http://schemas.microsoft.com/office/drawing/2014/main" id="{A10B982E-2D86-4832-8A18-64F931AF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015" y="2336202"/>
            <a:ext cx="158153" cy="292694"/>
          </a:xfrm>
          <a:custGeom xmlns:a="http://schemas.openxmlformats.org/drawingml/2006/main">
            <a:pathLst>
              <a:path w="158153" h="292694">
                <a:moveTo>
                  <a:pt x="0" y="157283"/>
                </a:moveTo>
                <a:lnTo>
                  <a:pt x="79931" y="79077"/>
                </a:lnTo>
                <a:lnTo>
                  <a:pt x="158153" y="158991"/>
                </a:lnTo>
                <a:lnTo>
                  <a:pt x="80785" y="0"/>
                </a:lnTo>
                <a:lnTo>
                  <a:pt x="0" y="157283"/>
                </a:lnTo>
                <a:moveTo>
                  <a:pt x="87506" y="292694"/>
                </a:moveTo>
                <a:lnTo>
                  <a:pt x="90021" y="59418"/>
                </a:lnTo>
                <a:lnTo>
                  <a:pt x="70252" y="59196"/>
                </a:lnTo>
                <a:lnTo>
                  <a:pt x="67738" y="292473"/>
                </a:lnTo>
                <a:lnTo>
                  <a:pt x="87506" y="292694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64">
            <a:extLst xmlns:a="http://schemas.openxmlformats.org/drawingml/2006/main">
              <a:ext uri="{FF2B5EF4-FFF2-40B4-BE49-F238E27FC236}">
                <a16:creationId xmlns:a16="http://schemas.microsoft.com/office/drawing/2014/main" id="{1EAB3D48-2CAB-4602-87B2-47297412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339" y="2276104"/>
            <a:ext cx="158153" cy="360589"/>
          </a:xfrm>
          <a:custGeom xmlns:a="http://schemas.openxmlformats.org/drawingml/2006/main">
            <a:pathLst>
              <a:path w="158153" h="360589">
                <a:moveTo>
                  <a:pt x="0" y="158153"/>
                </a:moveTo>
                <a:lnTo>
                  <a:pt x="79077" y="79077"/>
                </a:lnTo>
                <a:lnTo>
                  <a:pt x="158153" y="158153"/>
                </a:lnTo>
                <a:lnTo>
                  <a:pt x="79077" y="0"/>
                </a:lnTo>
                <a:lnTo>
                  <a:pt x="0" y="158153"/>
                </a:lnTo>
                <a:moveTo>
                  <a:pt x="88962" y="360589"/>
                </a:moveTo>
                <a:lnTo>
                  <a:pt x="88962" y="59307"/>
                </a:lnTo>
                <a:lnTo>
                  <a:pt x="69192" y="59307"/>
                </a:lnTo>
                <a:lnTo>
                  <a:pt x="69192" y="360589"/>
                </a:lnTo>
                <a:lnTo>
                  <a:pt x="88962" y="360589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65">
            <a:extLst xmlns:a="http://schemas.openxmlformats.org/drawingml/2006/main">
              <a:ext uri="{FF2B5EF4-FFF2-40B4-BE49-F238E27FC236}">
                <a16:creationId xmlns:a16="http://schemas.microsoft.com/office/drawing/2014/main" id="{5AAAFB67-DF9B-4CD8-B650-A00F7926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869" y="1826000"/>
            <a:ext cx="5186789" cy="455481"/>
          </a:xfrm>
          <a:custGeom xmlns:a="http://schemas.openxmlformats.org/drawingml/2006/main">
            <a:pathLst>
              <a:path w="5186789" h="455481">
                <a:moveTo>
                  <a:pt x="0" y="0"/>
                </a:moveTo>
                <a:lnTo>
                  <a:pt x="0" y="455481"/>
                </a:lnTo>
                <a:lnTo>
                  <a:pt x="5186789" y="455481"/>
                </a:lnTo>
                <a:lnTo>
                  <a:pt x="5186789" y="0"/>
                </a:lnTo>
                <a:close/>
              </a:path>
            </a:pathLst>
          </a:custGeom>
          <a:solidFill xmlns:a="http://schemas.openxmlformats.org/drawingml/2006/main">
            <a:srgbClr val="D4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66">
            <a:extLst xmlns:a="http://schemas.openxmlformats.org/drawingml/2006/main">
              <a:ext uri="{FF2B5EF4-FFF2-40B4-BE49-F238E27FC236}">
                <a16:creationId xmlns:a16="http://schemas.microsoft.com/office/drawing/2014/main" id="{2580779A-5C38-4C14-8910-2FB13F44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725" y="1872022"/>
            <a:ext cx="1443937" cy="372451"/>
          </a:xfrm>
          <a:custGeom xmlns:a="http://schemas.openxmlformats.org/drawingml/2006/main">
            <a:pathLst>
              <a:path w="1443937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7" y="42733"/>
                </a:lnTo>
                <a:lnTo>
                  <a:pt x="8018" y="37482"/>
                </a:lnTo>
                <a:lnTo>
                  <a:pt x="29384" y="47778"/>
                </a:lnTo>
                <a:lnTo>
                  <a:pt x="27106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8" y="55654"/>
                </a:lnTo>
                <a:lnTo>
                  <a:pt x="24529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69605" y="0"/>
                </a:lnTo>
                <a:lnTo>
                  <a:pt x="116960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40774" y="0"/>
                </a:moveTo>
                <a:lnTo>
                  <a:pt x="1335666" y="0"/>
                </a:lnTo>
                <a:lnTo>
                  <a:pt x="1335666" y="23723"/>
                </a:lnTo>
                <a:lnTo>
                  <a:pt x="1240774" y="23723"/>
                </a:lnTo>
                <a:lnTo>
                  <a:pt x="1240774" y="0"/>
                </a:lnTo>
                <a:moveTo>
                  <a:pt x="1411248" y="10818"/>
                </a:moveTo>
                <a:lnTo>
                  <a:pt x="1413097" y="11941"/>
                </a:lnTo>
                <a:lnTo>
                  <a:pt x="1418475" y="15973"/>
                </a:lnTo>
                <a:lnTo>
                  <a:pt x="1423457" y="20481"/>
                </a:lnTo>
                <a:lnTo>
                  <a:pt x="1427964" y="25463"/>
                </a:lnTo>
                <a:lnTo>
                  <a:pt x="1431997" y="30840"/>
                </a:lnTo>
                <a:lnTo>
                  <a:pt x="1435491" y="36613"/>
                </a:lnTo>
                <a:lnTo>
                  <a:pt x="1438449" y="42733"/>
                </a:lnTo>
                <a:lnTo>
                  <a:pt x="1440806" y="49170"/>
                </a:lnTo>
                <a:lnTo>
                  <a:pt x="1442529" y="55891"/>
                </a:lnTo>
                <a:lnTo>
                  <a:pt x="1443590" y="62850"/>
                </a:lnTo>
                <a:lnTo>
                  <a:pt x="1443937" y="69682"/>
                </a:lnTo>
                <a:lnTo>
                  <a:pt x="1443937" y="106484"/>
                </a:lnTo>
                <a:lnTo>
                  <a:pt x="1420214" y="106484"/>
                </a:lnTo>
                <a:lnTo>
                  <a:pt x="1420214" y="69983"/>
                </a:lnTo>
                <a:lnTo>
                  <a:pt x="1420231" y="70584"/>
                </a:lnTo>
                <a:lnTo>
                  <a:pt x="1419930" y="64637"/>
                </a:lnTo>
                <a:lnTo>
                  <a:pt x="1420056" y="65823"/>
                </a:lnTo>
                <a:lnTo>
                  <a:pt x="1419170" y="60066"/>
                </a:lnTo>
                <a:lnTo>
                  <a:pt x="1419408" y="61221"/>
                </a:lnTo>
                <a:lnTo>
                  <a:pt x="1417968" y="55654"/>
                </a:lnTo>
                <a:lnTo>
                  <a:pt x="1418317" y="56777"/>
                </a:lnTo>
                <a:lnTo>
                  <a:pt x="1416372" y="51431"/>
                </a:lnTo>
                <a:lnTo>
                  <a:pt x="1416830" y="52507"/>
                </a:lnTo>
                <a:lnTo>
                  <a:pt x="1414379" y="47430"/>
                </a:lnTo>
                <a:lnTo>
                  <a:pt x="1414916" y="48442"/>
                </a:lnTo>
                <a:lnTo>
                  <a:pt x="1412007" y="43650"/>
                </a:lnTo>
                <a:lnTo>
                  <a:pt x="1412654" y="44584"/>
                </a:lnTo>
                <a:lnTo>
                  <a:pt x="1409301" y="40123"/>
                </a:lnTo>
                <a:lnTo>
                  <a:pt x="1410029" y="40993"/>
                </a:lnTo>
                <a:lnTo>
                  <a:pt x="1406282" y="36865"/>
                </a:lnTo>
                <a:lnTo>
                  <a:pt x="1407072" y="37656"/>
                </a:lnTo>
                <a:lnTo>
                  <a:pt x="1402945" y="33908"/>
                </a:lnTo>
                <a:lnTo>
                  <a:pt x="1403814" y="34635"/>
                </a:lnTo>
                <a:lnTo>
                  <a:pt x="1399354" y="31283"/>
                </a:lnTo>
                <a:lnTo>
                  <a:pt x="1400288" y="31931"/>
                </a:lnTo>
                <a:lnTo>
                  <a:pt x="1398927" y="31093"/>
                </a:lnTo>
                <a:lnTo>
                  <a:pt x="1411248" y="10818"/>
                </a:lnTo>
                <a:moveTo>
                  <a:pt x="1443937" y="177653"/>
                </a:moveTo>
                <a:lnTo>
                  <a:pt x="1443937" y="272545"/>
                </a:lnTo>
                <a:lnTo>
                  <a:pt x="1420214" y="272545"/>
                </a:lnTo>
                <a:lnTo>
                  <a:pt x="1420214" y="177653"/>
                </a:lnTo>
                <a:lnTo>
                  <a:pt x="1443937" y="177653"/>
                </a:lnTo>
                <a:moveTo>
                  <a:pt x="1426778" y="348285"/>
                </a:moveTo>
                <a:lnTo>
                  <a:pt x="1423457" y="351970"/>
                </a:lnTo>
                <a:lnTo>
                  <a:pt x="1418475" y="356477"/>
                </a:lnTo>
                <a:lnTo>
                  <a:pt x="1413097" y="360510"/>
                </a:lnTo>
                <a:lnTo>
                  <a:pt x="1407325" y="364005"/>
                </a:lnTo>
                <a:lnTo>
                  <a:pt x="1401204" y="366963"/>
                </a:lnTo>
                <a:lnTo>
                  <a:pt x="1394768" y="369319"/>
                </a:lnTo>
                <a:lnTo>
                  <a:pt x="1388046" y="371043"/>
                </a:lnTo>
                <a:lnTo>
                  <a:pt x="1381088" y="372103"/>
                </a:lnTo>
                <a:lnTo>
                  <a:pt x="1374256" y="372451"/>
                </a:lnTo>
                <a:lnTo>
                  <a:pt x="1329086" y="372451"/>
                </a:lnTo>
                <a:lnTo>
                  <a:pt x="1329086" y="348728"/>
                </a:lnTo>
                <a:lnTo>
                  <a:pt x="1373955" y="348728"/>
                </a:lnTo>
                <a:lnTo>
                  <a:pt x="1373353" y="348744"/>
                </a:lnTo>
                <a:lnTo>
                  <a:pt x="1379301" y="348443"/>
                </a:lnTo>
                <a:lnTo>
                  <a:pt x="1378115" y="348569"/>
                </a:lnTo>
                <a:lnTo>
                  <a:pt x="1383871" y="347684"/>
                </a:lnTo>
                <a:lnTo>
                  <a:pt x="1382717" y="347921"/>
                </a:lnTo>
                <a:lnTo>
                  <a:pt x="1388284" y="346482"/>
                </a:lnTo>
                <a:lnTo>
                  <a:pt x="1387161" y="346830"/>
                </a:lnTo>
                <a:lnTo>
                  <a:pt x="1392506" y="344884"/>
                </a:lnTo>
                <a:lnTo>
                  <a:pt x="1391431" y="345327"/>
                </a:lnTo>
                <a:lnTo>
                  <a:pt x="1396508" y="342892"/>
                </a:lnTo>
                <a:lnTo>
                  <a:pt x="1395495" y="343429"/>
                </a:lnTo>
                <a:lnTo>
                  <a:pt x="1400288" y="340520"/>
                </a:lnTo>
                <a:lnTo>
                  <a:pt x="1399354" y="341168"/>
                </a:lnTo>
                <a:lnTo>
                  <a:pt x="1403814" y="337815"/>
                </a:lnTo>
                <a:lnTo>
                  <a:pt x="1402945" y="338542"/>
                </a:lnTo>
                <a:lnTo>
                  <a:pt x="1407072" y="334794"/>
                </a:lnTo>
                <a:lnTo>
                  <a:pt x="1406282" y="335585"/>
                </a:lnTo>
                <a:lnTo>
                  <a:pt x="1409223" y="332343"/>
                </a:lnTo>
                <a:lnTo>
                  <a:pt x="1426778" y="348285"/>
                </a:lnTo>
                <a:moveTo>
                  <a:pt x="1257917" y="372451"/>
                </a:moveTo>
                <a:lnTo>
                  <a:pt x="1163026" y="372451"/>
                </a:lnTo>
                <a:lnTo>
                  <a:pt x="1163026" y="348728"/>
                </a:lnTo>
                <a:lnTo>
                  <a:pt x="1257917" y="348728"/>
                </a:lnTo>
                <a:lnTo>
                  <a:pt x="1257917" y="372451"/>
                </a:lnTo>
                <a:moveTo>
                  <a:pt x="1091857" y="372451"/>
                </a:moveTo>
                <a:lnTo>
                  <a:pt x="996965" y="372451"/>
                </a:lnTo>
                <a:lnTo>
                  <a:pt x="996965" y="348728"/>
                </a:lnTo>
                <a:lnTo>
                  <a:pt x="1091857" y="348728"/>
                </a:lnTo>
                <a:lnTo>
                  <a:pt x="1091857" y="372451"/>
                </a:lnTo>
                <a:moveTo>
                  <a:pt x="925796" y="372451"/>
                </a:moveTo>
                <a:lnTo>
                  <a:pt x="830904" y="372451"/>
                </a:lnTo>
                <a:lnTo>
                  <a:pt x="830904" y="348728"/>
                </a:lnTo>
                <a:lnTo>
                  <a:pt x="925796" y="348728"/>
                </a:lnTo>
                <a:lnTo>
                  <a:pt x="925796" y="372451"/>
                </a:lnTo>
                <a:moveTo>
                  <a:pt x="759735" y="372451"/>
                </a:moveTo>
                <a:lnTo>
                  <a:pt x="664843" y="372451"/>
                </a:lnTo>
                <a:lnTo>
                  <a:pt x="664843" y="348728"/>
                </a:lnTo>
                <a:lnTo>
                  <a:pt x="759735" y="348728"/>
                </a:lnTo>
                <a:lnTo>
                  <a:pt x="759735" y="372451"/>
                </a:lnTo>
                <a:moveTo>
                  <a:pt x="593674" y="372451"/>
                </a:moveTo>
                <a:lnTo>
                  <a:pt x="498782" y="372451"/>
                </a:lnTo>
                <a:lnTo>
                  <a:pt x="498782" y="348728"/>
                </a:lnTo>
                <a:lnTo>
                  <a:pt x="593674" y="348728"/>
                </a:lnTo>
                <a:lnTo>
                  <a:pt x="593674" y="372451"/>
                </a:lnTo>
                <a:moveTo>
                  <a:pt x="427613" y="372451"/>
                </a:moveTo>
                <a:lnTo>
                  <a:pt x="332722" y="372451"/>
                </a:lnTo>
                <a:lnTo>
                  <a:pt x="332722" y="348728"/>
                </a:lnTo>
                <a:lnTo>
                  <a:pt x="427613" y="348728"/>
                </a:lnTo>
                <a:lnTo>
                  <a:pt x="427613" y="372451"/>
                </a:lnTo>
                <a:moveTo>
                  <a:pt x="261553" y="372451"/>
                </a:moveTo>
                <a:lnTo>
                  <a:pt x="166661" y="372451"/>
                </a:lnTo>
                <a:lnTo>
                  <a:pt x="166661" y="348728"/>
                </a:lnTo>
                <a:lnTo>
                  <a:pt x="261553" y="348728"/>
                </a:lnTo>
                <a:lnTo>
                  <a:pt x="261553" y="372451"/>
                </a:lnTo>
                <a:moveTo>
                  <a:pt x="95492" y="372451"/>
                </a:moveTo>
                <a:lnTo>
                  <a:pt x="69682" y="372451"/>
                </a:lnTo>
                <a:lnTo>
                  <a:pt x="62850" y="372103"/>
                </a:lnTo>
                <a:lnTo>
                  <a:pt x="55891" y="371043"/>
                </a:lnTo>
                <a:lnTo>
                  <a:pt x="49169" y="369319"/>
                </a:lnTo>
                <a:lnTo>
                  <a:pt x="42732" y="366963"/>
                </a:lnTo>
                <a:lnTo>
                  <a:pt x="36612" y="364005"/>
                </a:lnTo>
                <a:lnTo>
                  <a:pt x="30840" y="360510"/>
                </a:lnTo>
                <a:lnTo>
                  <a:pt x="25446" y="356477"/>
                </a:lnTo>
                <a:lnTo>
                  <a:pt x="20480" y="351970"/>
                </a:lnTo>
                <a:lnTo>
                  <a:pt x="15973" y="346988"/>
                </a:lnTo>
                <a:lnTo>
                  <a:pt x="11940" y="341611"/>
                </a:lnTo>
                <a:lnTo>
                  <a:pt x="8445" y="335838"/>
                </a:lnTo>
                <a:lnTo>
                  <a:pt x="5487" y="329717"/>
                </a:lnTo>
                <a:lnTo>
                  <a:pt x="4839" y="327915"/>
                </a:lnTo>
                <a:lnTo>
                  <a:pt x="27106" y="319770"/>
                </a:lnTo>
                <a:lnTo>
                  <a:pt x="27566" y="321019"/>
                </a:lnTo>
                <a:lnTo>
                  <a:pt x="27106" y="319944"/>
                </a:lnTo>
                <a:lnTo>
                  <a:pt x="29559" y="325021"/>
                </a:lnTo>
                <a:lnTo>
                  <a:pt x="29020" y="324008"/>
                </a:lnTo>
                <a:lnTo>
                  <a:pt x="31931" y="328800"/>
                </a:lnTo>
                <a:lnTo>
                  <a:pt x="31282" y="327867"/>
                </a:lnTo>
                <a:lnTo>
                  <a:pt x="34635" y="332327"/>
                </a:lnTo>
                <a:lnTo>
                  <a:pt x="33908" y="331457"/>
                </a:lnTo>
                <a:lnTo>
                  <a:pt x="37656" y="335585"/>
                </a:lnTo>
                <a:lnTo>
                  <a:pt x="36865" y="334794"/>
                </a:lnTo>
                <a:lnTo>
                  <a:pt x="40993" y="338542"/>
                </a:lnTo>
                <a:lnTo>
                  <a:pt x="40123" y="337815"/>
                </a:lnTo>
                <a:lnTo>
                  <a:pt x="44583" y="341168"/>
                </a:lnTo>
                <a:lnTo>
                  <a:pt x="43650" y="340520"/>
                </a:lnTo>
                <a:lnTo>
                  <a:pt x="48441" y="343429"/>
                </a:lnTo>
                <a:lnTo>
                  <a:pt x="47430" y="342892"/>
                </a:lnTo>
                <a:lnTo>
                  <a:pt x="52506" y="345327"/>
                </a:lnTo>
                <a:lnTo>
                  <a:pt x="51432" y="344884"/>
                </a:lnTo>
                <a:lnTo>
                  <a:pt x="56777" y="346830"/>
                </a:lnTo>
                <a:lnTo>
                  <a:pt x="55654" y="346482"/>
                </a:lnTo>
                <a:lnTo>
                  <a:pt x="61221" y="347921"/>
                </a:lnTo>
                <a:lnTo>
                  <a:pt x="60066" y="347684"/>
                </a:lnTo>
                <a:lnTo>
                  <a:pt x="65823" y="348569"/>
                </a:lnTo>
                <a:lnTo>
                  <a:pt x="64637" y="348443"/>
                </a:lnTo>
                <a:lnTo>
                  <a:pt x="70584" y="348744"/>
                </a:lnTo>
                <a:lnTo>
                  <a:pt x="69982" y="348728"/>
                </a:lnTo>
                <a:lnTo>
                  <a:pt x="95492" y="348728"/>
                </a:lnTo>
                <a:lnTo>
                  <a:pt x="95492" y="37245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67">
            <a:extLst xmlns:a="http://schemas.openxmlformats.org/drawingml/2006/main">
              <a:ext uri="{FF2B5EF4-FFF2-40B4-BE49-F238E27FC236}">
                <a16:creationId xmlns:a16="http://schemas.microsoft.com/office/drawing/2014/main" id="{B1B98E68-B97E-4585-BE37-23BCFCF1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74" y="193607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68">
            <a:extLst xmlns:a="http://schemas.openxmlformats.org/drawingml/2006/main">
              <a:ext uri="{FF2B5EF4-FFF2-40B4-BE49-F238E27FC236}">
                <a16:creationId xmlns:a16="http://schemas.microsoft.com/office/drawing/2014/main" id="{C0847434-49E8-461D-8D7E-AC0DD0AD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716" y="1936074"/>
            <a:ext cx="258105" cy="260003"/>
          </a:xfrm>
          <a:custGeom xmlns:a="http://schemas.openxmlformats.org/drawingml/2006/main">
            <a:pathLst>
              <a:path w="258105" h="260003">
                <a:moveTo>
                  <a:pt x="0" y="0"/>
                </a:moveTo>
                <a:lnTo>
                  <a:pt x="0" y="260003"/>
                </a:lnTo>
                <a:lnTo>
                  <a:pt x="258105" y="260003"/>
                </a:lnTo>
                <a:lnTo>
                  <a:pt x="258105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69">
            <a:extLst xmlns:a="http://schemas.openxmlformats.org/drawingml/2006/main">
              <a:ext uri="{FF2B5EF4-FFF2-40B4-BE49-F238E27FC236}">
                <a16:creationId xmlns:a16="http://schemas.microsoft.com/office/drawing/2014/main" id="{59D43B5D-C83D-45B2-AE62-8C3C87C8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757" y="1936074"/>
            <a:ext cx="256208" cy="260003"/>
          </a:xfrm>
          <a:custGeom xmlns:a="http://schemas.openxmlformats.org/drawingml/2006/main">
            <a:pathLst>
              <a:path w="256208" h="260003">
                <a:moveTo>
                  <a:pt x="0" y="0"/>
                </a:moveTo>
                <a:lnTo>
                  <a:pt x="0" y="260003"/>
                </a:lnTo>
                <a:lnTo>
                  <a:pt x="256208" y="260003"/>
                </a:lnTo>
                <a:lnTo>
                  <a:pt x="256208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70">
            <a:extLst xmlns:a="http://schemas.openxmlformats.org/drawingml/2006/main">
              <a:ext uri="{FF2B5EF4-FFF2-40B4-BE49-F238E27FC236}">
                <a16:creationId xmlns:a16="http://schemas.microsoft.com/office/drawing/2014/main" id="{7B8CEAC0-F758-4556-B2B5-C4350368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293" y="1872022"/>
            <a:ext cx="1326114" cy="372451"/>
          </a:xfrm>
          <a:custGeom xmlns:a="http://schemas.openxmlformats.org/drawingml/2006/main">
            <a:pathLst>
              <a:path w="1326114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8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4" y="47778"/>
                </a:lnTo>
                <a:lnTo>
                  <a:pt x="27108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8" y="55654"/>
                </a:lnTo>
                <a:lnTo>
                  <a:pt x="24530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8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5" y="0"/>
                </a:moveTo>
                <a:lnTo>
                  <a:pt x="1169607" y="0"/>
                </a:lnTo>
                <a:lnTo>
                  <a:pt x="1169607" y="23723"/>
                </a:lnTo>
                <a:lnTo>
                  <a:pt x="1074715" y="23723"/>
                </a:lnTo>
                <a:lnTo>
                  <a:pt x="1074715" y="0"/>
                </a:lnTo>
                <a:moveTo>
                  <a:pt x="1240775" y="0"/>
                </a:moveTo>
                <a:lnTo>
                  <a:pt x="1256431" y="0"/>
                </a:lnTo>
                <a:lnTo>
                  <a:pt x="1263265" y="348"/>
                </a:lnTo>
                <a:lnTo>
                  <a:pt x="1270222" y="1408"/>
                </a:lnTo>
                <a:lnTo>
                  <a:pt x="1276944" y="3131"/>
                </a:lnTo>
                <a:lnTo>
                  <a:pt x="1283381" y="5488"/>
                </a:lnTo>
                <a:lnTo>
                  <a:pt x="1289502" y="8445"/>
                </a:lnTo>
                <a:lnTo>
                  <a:pt x="1295274" y="11941"/>
                </a:lnTo>
                <a:lnTo>
                  <a:pt x="1300651" y="15973"/>
                </a:lnTo>
                <a:lnTo>
                  <a:pt x="1305617" y="20481"/>
                </a:lnTo>
                <a:lnTo>
                  <a:pt x="1310141" y="25463"/>
                </a:lnTo>
                <a:lnTo>
                  <a:pt x="1314173" y="30840"/>
                </a:lnTo>
                <a:lnTo>
                  <a:pt x="1317668" y="36613"/>
                </a:lnTo>
                <a:lnTo>
                  <a:pt x="1320625" y="42733"/>
                </a:lnTo>
                <a:lnTo>
                  <a:pt x="1322983" y="49170"/>
                </a:lnTo>
                <a:lnTo>
                  <a:pt x="1324706" y="55891"/>
                </a:lnTo>
                <a:lnTo>
                  <a:pt x="1324802" y="56524"/>
                </a:lnTo>
                <a:lnTo>
                  <a:pt x="1301347" y="60114"/>
                </a:lnTo>
                <a:lnTo>
                  <a:pt x="1301443" y="60652"/>
                </a:lnTo>
                <a:lnTo>
                  <a:pt x="1301347" y="60066"/>
                </a:lnTo>
                <a:lnTo>
                  <a:pt x="1301585" y="61221"/>
                </a:lnTo>
                <a:lnTo>
                  <a:pt x="1300145" y="55654"/>
                </a:lnTo>
                <a:lnTo>
                  <a:pt x="1300494" y="56777"/>
                </a:lnTo>
                <a:lnTo>
                  <a:pt x="1298547" y="51431"/>
                </a:lnTo>
                <a:lnTo>
                  <a:pt x="1298990" y="52507"/>
                </a:lnTo>
                <a:lnTo>
                  <a:pt x="1296555" y="47430"/>
                </a:lnTo>
                <a:lnTo>
                  <a:pt x="1297093" y="48442"/>
                </a:lnTo>
                <a:lnTo>
                  <a:pt x="1294183" y="43650"/>
                </a:lnTo>
                <a:lnTo>
                  <a:pt x="1294831" y="44584"/>
                </a:lnTo>
                <a:lnTo>
                  <a:pt x="1291478" y="40123"/>
                </a:lnTo>
                <a:lnTo>
                  <a:pt x="1292206" y="40993"/>
                </a:lnTo>
                <a:lnTo>
                  <a:pt x="1288457" y="36865"/>
                </a:lnTo>
                <a:lnTo>
                  <a:pt x="1289248" y="37656"/>
                </a:lnTo>
                <a:lnTo>
                  <a:pt x="1285120" y="33908"/>
                </a:lnTo>
                <a:lnTo>
                  <a:pt x="1285990" y="34635"/>
                </a:lnTo>
                <a:lnTo>
                  <a:pt x="1281530" y="31283"/>
                </a:lnTo>
                <a:lnTo>
                  <a:pt x="1282464" y="31931"/>
                </a:lnTo>
                <a:lnTo>
                  <a:pt x="1277671" y="29021"/>
                </a:lnTo>
                <a:lnTo>
                  <a:pt x="1278684" y="29559"/>
                </a:lnTo>
                <a:lnTo>
                  <a:pt x="1273607" y="27107"/>
                </a:lnTo>
                <a:lnTo>
                  <a:pt x="1274683" y="27566"/>
                </a:lnTo>
                <a:lnTo>
                  <a:pt x="1269336" y="25621"/>
                </a:lnTo>
                <a:lnTo>
                  <a:pt x="1270460" y="25969"/>
                </a:lnTo>
                <a:lnTo>
                  <a:pt x="1264893" y="24530"/>
                </a:lnTo>
                <a:lnTo>
                  <a:pt x="1266047" y="24767"/>
                </a:lnTo>
                <a:lnTo>
                  <a:pt x="1260274" y="23881"/>
                </a:lnTo>
                <a:lnTo>
                  <a:pt x="1261476" y="24008"/>
                </a:lnTo>
                <a:lnTo>
                  <a:pt x="1255530" y="23707"/>
                </a:lnTo>
                <a:lnTo>
                  <a:pt x="1256130" y="23723"/>
                </a:lnTo>
                <a:lnTo>
                  <a:pt x="1240775" y="23723"/>
                </a:lnTo>
                <a:lnTo>
                  <a:pt x="1240775" y="0"/>
                </a:lnTo>
                <a:moveTo>
                  <a:pt x="1326114" y="129417"/>
                </a:moveTo>
                <a:lnTo>
                  <a:pt x="1326114" y="224309"/>
                </a:lnTo>
                <a:lnTo>
                  <a:pt x="1302391" y="224309"/>
                </a:lnTo>
                <a:lnTo>
                  <a:pt x="1302391" y="129417"/>
                </a:lnTo>
                <a:lnTo>
                  <a:pt x="1326114" y="129417"/>
                </a:lnTo>
                <a:moveTo>
                  <a:pt x="1326114" y="295478"/>
                </a:moveTo>
                <a:lnTo>
                  <a:pt x="1326114" y="302768"/>
                </a:lnTo>
                <a:lnTo>
                  <a:pt x="1325766" y="309601"/>
                </a:lnTo>
                <a:lnTo>
                  <a:pt x="1324706" y="316559"/>
                </a:lnTo>
                <a:lnTo>
                  <a:pt x="1322983" y="323281"/>
                </a:lnTo>
                <a:lnTo>
                  <a:pt x="1320625" y="329717"/>
                </a:lnTo>
                <a:lnTo>
                  <a:pt x="1317668" y="335838"/>
                </a:lnTo>
                <a:lnTo>
                  <a:pt x="1314173" y="341611"/>
                </a:lnTo>
                <a:lnTo>
                  <a:pt x="1310141" y="346988"/>
                </a:lnTo>
                <a:lnTo>
                  <a:pt x="1305617" y="351970"/>
                </a:lnTo>
                <a:lnTo>
                  <a:pt x="1300651" y="356477"/>
                </a:lnTo>
                <a:lnTo>
                  <a:pt x="1295274" y="360510"/>
                </a:lnTo>
                <a:lnTo>
                  <a:pt x="1289502" y="364005"/>
                </a:lnTo>
                <a:lnTo>
                  <a:pt x="1283381" y="366963"/>
                </a:lnTo>
                <a:lnTo>
                  <a:pt x="1276944" y="369319"/>
                </a:lnTo>
                <a:lnTo>
                  <a:pt x="1270222" y="371043"/>
                </a:lnTo>
                <a:lnTo>
                  <a:pt x="1263265" y="372103"/>
                </a:lnTo>
                <a:lnTo>
                  <a:pt x="1260101" y="372261"/>
                </a:lnTo>
                <a:lnTo>
                  <a:pt x="1258899" y="348569"/>
                </a:lnTo>
                <a:lnTo>
                  <a:pt x="1261476" y="348443"/>
                </a:lnTo>
                <a:lnTo>
                  <a:pt x="1260274" y="348569"/>
                </a:lnTo>
                <a:lnTo>
                  <a:pt x="1266047" y="347684"/>
                </a:lnTo>
                <a:lnTo>
                  <a:pt x="1264893" y="347921"/>
                </a:lnTo>
                <a:lnTo>
                  <a:pt x="1270460" y="346482"/>
                </a:lnTo>
                <a:lnTo>
                  <a:pt x="1269336" y="346830"/>
                </a:lnTo>
                <a:lnTo>
                  <a:pt x="1274683" y="344884"/>
                </a:lnTo>
                <a:lnTo>
                  <a:pt x="1273607" y="345327"/>
                </a:lnTo>
                <a:lnTo>
                  <a:pt x="1278684" y="342892"/>
                </a:lnTo>
                <a:lnTo>
                  <a:pt x="1277671" y="343429"/>
                </a:lnTo>
                <a:lnTo>
                  <a:pt x="1282464" y="340520"/>
                </a:lnTo>
                <a:lnTo>
                  <a:pt x="1281530" y="341168"/>
                </a:lnTo>
                <a:lnTo>
                  <a:pt x="1285990" y="337815"/>
                </a:lnTo>
                <a:lnTo>
                  <a:pt x="1285120" y="338542"/>
                </a:lnTo>
                <a:lnTo>
                  <a:pt x="1289248" y="334794"/>
                </a:lnTo>
                <a:lnTo>
                  <a:pt x="1288457" y="335585"/>
                </a:lnTo>
                <a:lnTo>
                  <a:pt x="1292206" y="331457"/>
                </a:lnTo>
                <a:lnTo>
                  <a:pt x="1291478" y="332327"/>
                </a:lnTo>
                <a:lnTo>
                  <a:pt x="1294831" y="327867"/>
                </a:lnTo>
                <a:lnTo>
                  <a:pt x="1294183" y="328800"/>
                </a:lnTo>
                <a:lnTo>
                  <a:pt x="1297093" y="324008"/>
                </a:lnTo>
                <a:lnTo>
                  <a:pt x="1296555" y="325021"/>
                </a:lnTo>
                <a:lnTo>
                  <a:pt x="1298990" y="319944"/>
                </a:lnTo>
                <a:lnTo>
                  <a:pt x="1298547" y="321019"/>
                </a:lnTo>
                <a:lnTo>
                  <a:pt x="1300494" y="315673"/>
                </a:lnTo>
                <a:lnTo>
                  <a:pt x="1300145" y="316796"/>
                </a:lnTo>
                <a:lnTo>
                  <a:pt x="1301585" y="311230"/>
                </a:lnTo>
                <a:lnTo>
                  <a:pt x="1301347" y="312384"/>
                </a:lnTo>
                <a:lnTo>
                  <a:pt x="1302233" y="306628"/>
                </a:lnTo>
                <a:lnTo>
                  <a:pt x="1302107" y="307813"/>
                </a:lnTo>
                <a:lnTo>
                  <a:pt x="1302407" y="301867"/>
                </a:lnTo>
                <a:lnTo>
                  <a:pt x="1302391" y="302468"/>
                </a:lnTo>
                <a:lnTo>
                  <a:pt x="1302391" y="295478"/>
                </a:lnTo>
                <a:lnTo>
                  <a:pt x="1326114" y="295478"/>
                </a:lnTo>
                <a:moveTo>
                  <a:pt x="1188331" y="372451"/>
                </a:moveTo>
                <a:lnTo>
                  <a:pt x="1093439" y="372451"/>
                </a:lnTo>
                <a:lnTo>
                  <a:pt x="1093439" y="348728"/>
                </a:lnTo>
                <a:lnTo>
                  <a:pt x="1188331" y="348728"/>
                </a:lnTo>
                <a:lnTo>
                  <a:pt x="1188331" y="372451"/>
                </a:lnTo>
                <a:moveTo>
                  <a:pt x="1022270" y="372451"/>
                </a:moveTo>
                <a:lnTo>
                  <a:pt x="927378" y="372451"/>
                </a:lnTo>
                <a:lnTo>
                  <a:pt x="927378" y="348728"/>
                </a:lnTo>
                <a:lnTo>
                  <a:pt x="1022270" y="348728"/>
                </a:lnTo>
                <a:lnTo>
                  <a:pt x="1022270" y="372451"/>
                </a:lnTo>
                <a:moveTo>
                  <a:pt x="856209" y="372451"/>
                </a:moveTo>
                <a:lnTo>
                  <a:pt x="761317" y="372451"/>
                </a:lnTo>
                <a:lnTo>
                  <a:pt x="761317" y="348728"/>
                </a:lnTo>
                <a:lnTo>
                  <a:pt x="856209" y="348728"/>
                </a:lnTo>
                <a:lnTo>
                  <a:pt x="856209" y="372451"/>
                </a:lnTo>
                <a:moveTo>
                  <a:pt x="690149" y="372451"/>
                </a:moveTo>
                <a:lnTo>
                  <a:pt x="595257" y="372451"/>
                </a:lnTo>
                <a:lnTo>
                  <a:pt x="595257" y="348728"/>
                </a:lnTo>
                <a:lnTo>
                  <a:pt x="690149" y="348728"/>
                </a:lnTo>
                <a:lnTo>
                  <a:pt x="690149" y="372451"/>
                </a:lnTo>
                <a:moveTo>
                  <a:pt x="524088" y="372451"/>
                </a:moveTo>
                <a:lnTo>
                  <a:pt x="429196" y="372451"/>
                </a:lnTo>
                <a:lnTo>
                  <a:pt x="429196" y="348728"/>
                </a:lnTo>
                <a:lnTo>
                  <a:pt x="524088" y="348728"/>
                </a:lnTo>
                <a:lnTo>
                  <a:pt x="524088" y="372451"/>
                </a:lnTo>
                <a:moveTo>
                  <a:pt x="358027" y="372451"/>
                </a:moveTo>
                <a:lnTo>
                  <a:pt x="263135" y="372451"/>
                </a:lnTo>
                <a:lnTo>
                  <a:pt x="263135" y="348728"/>
                </a:lnTo>
                <a:lnTo>
                  <a:pt x="358027" y="348728"/>
                </a:lnTo>
                <a:lnTo>
                  <a:pt x="358027" y="372451"/>
                </a:lnTo>
                <a:moveTo>
                  <a:pt x="191966" y="372451"/>
                </a:moveTo>
                <a:lnTo>
                  <a:pt x="97074" y="372451"/>
                </a:lnTo>
                <a:lnTo>
                  <a:pt x="97074" y="348728"/>
                </a:lnTo>
                <a:lnTo>
                  <a:pt x="191966" y="348728"/>
                </a:lnTo>
                <a:lnTo>
                  <a:pt x="191966" y="372451"/>
                </a:lnTo>
                <a:moveTo>
                  <a:pt x="22063" y="353393"/>
                </a:moveTo>
                <a:lnTo>
                  <a:pt x="20481" y="351970"/>
                </a:lnTo>
                <a:lnTo>
                  <a:pt x="15973" y="346988"/>
                </a:lnTo>
                <a:lnTo>
                  <a:pt x="11940" y="341611"/>
                </a:lnTo>
                <a:lnTo>
                  <a:pt x="8446" y="335838"/>
                </a:lnTo>
                <a:lnTo>
                  <a:pt x="5488" y="329717"/>
                </a:lnTo>
                <a:lnTo>
                  <a:pt x="3131" y="323281"/>
                </a:lnTo>
                <a:lnTo>
                  <a:pt x="1408" y="316559"/>
                </a:lnTo>
                <a:lnTo>
                  <a:pt x="348" y="309601"/>
                </a:lnTo>
                <a:lnTo>
                  <a:pt x="16" y="303069"/>
                </a:lnTo>
                <a:lnTo>
                  <a:pt x="23708" y="301867"/>
                </a:lnTo>
                <a:lnTo>
                  <a:pt x="24008" y="307813"/>
                </a:lnTo>
                <a:lnTo>
                  <a:pt x="23881" y="306628"/>
                </a:lnTo>
                <a:lnTo>
                  <a:pt x="24767" y="312384"/>
                </a:lnTo>
                <a:lnTo>
                  <a:pt x="24530" y="311230"/>
                </a:lnTo>
                <a:lnTo>
                  <a:pt x="25968" y="316796"/>
                </a:lnTo>
                <a:lnTo>
                  <a:pt x="25621" y="315673"/>
                </a:lnTo>
                <a:lnTo>
                  <a:pt x="27566" y="321019"/>
                </a:lnTo>
                <a:lnTo>
                  <a:pt x="27108" y="319944"/>
                </a:lnTo>
                <a:lnTo>
                  <a:pt x="29559" y="325021"/>
                </a:lnTo>
                <a:lnTo>
                  <a:pt x="29021" y="324008"/>
                </a:lnTo>
                <a:lnTo>
                  <a:pt x="31931" y="328800"/>
                </a:lnTo>
                <a:lnTo>
                  <a:pt x="31283" y="327867"/>
                </a:lnTo>
                <a:lnTo>
                  <a:pt x="34635" y="332327"/>
                </a:lnTo>
                <a:lnTo>
                  <a:pt x="33908" y="331457"/>
                </a:lnTo>
                <a:lnTo>
                  <a:pt x="37656" y="335585"/>
                </a:lnTo>
                <a:lnTo>
                  <a:pt x="36865" y="334794"/>
                </a:lnTo>
                <a:lnTo>
                  <a:pt x="38020" y="335838"/>
                </a:lnTo>
                <a:lnTo>
                  <a:pt x="22063" y="353393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71">
            <a:extLst xmlns:a="http://schemas.openxmlformats.org/drawingml/2006/main">
              <a:ext uri="{FF2B5EF4-FFF2-40B4-BE49-F238E27FC236}">
                <a16:creationId xmlns:a16="http://schemas.microsoft.com/office/drawing/2014/main" id="{ED72FC4B-6BBA-4026-8C71-4F8D613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702" y="193607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72">
            <a:extLst xmlns:a="http://schemas.openxmlformats.org/drawingml/2006/main">
              <a:ext uri="{FF2B5EF4-FFF2-40B4-BE49-F238E27FC236}">
                <a16:creationId xmlns:a16="http://schemas.microsoft.com/office/drawing/2014/main" id="{DDDA0863-E862-47A9-91B1-889AE826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641" y="193607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73">
            <a:extLst xmlns:a="http://schemas.openxmlformats.org/drawingml/2006/main">
              <a:ext uri="{FF2B5EF4-FFF2-40B4-BE49-F238E27FC236}">
                <a16:creationId xmlns:a16="http://schemas.microsoft.com/office/drawing/2014/main" id="{7A1F5CC8-EC29-4200-94C6-8E4E5F15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580" y="193607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74">
            <a:extLst xmlns:a="http://schemas.openxmlformats.org/drawingml/2006/main">
              <a:ext uri="{FF2B5EF4-FFF2-40B4-BE49-F238E27FC236}">
                <a16:creationId xmlns:a16="http://schemas.microsoft.com/office/drawing/2014/main" id="{CA468CB6-A08D-4823-9E6A-10025D1D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519" y="193607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C8E5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text-175 [x]">
            <a:extLst xmlns:a="http://schemas.openxmlformats.org/drawingml/2006/main">
              <a:ext uri="{FF2B5EF4-FFF2-40B4-BE49-F238E27FC236}">
                <a16:creationId xmlns:a16="http://schemas.microsoft.com/office/drawing/2014/main" id="{C0199ACB-22B2-4855-ADD9-55F6884F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671" y="1929686"/>
            <a:ext cx="266181" cy="265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[x]</a:t>
            </a:r>
          </a:p>
        </p:txBody>
      </p:sp>
      <p:sp>
        <p:nvSpPr>
          <p:cNvPr id="204" name="text-176 [y]">
            <a:extLst xmlns:a="http://schemas.openxmlformats.org/drawingml/2006/main">
              <a:ext uri="{FF2B5EF4-FFF2-40B4-BE49-F238E27FC236}">
                <a16:creationId xmlns:a16="http://schemas.microsoft.com/office/drawing/2014/main" id="{283E5773-FD55-453B-B879-9E1CBE6A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861" y="1929686"/>
            <a:ext cx="266181" cy="265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[y]</a:t>
            </a:r>
          </a:p>
        </p:txBody>
      </p:sp>
      <p:sp>
        <p:nvSpPr>
          <p:cNvPr id="205" name="text-177 [z]">
            <a:extLst xmlns:a="http://schemas.openxmlformats.org/drawingml/2006/main">
              <a:ext uri="{FF2B5EF4-FFF2-40B4-BE49-F238E27FC236}">
                <a16:creationId xmlns:a16="http://schemas.microsoft.com/office/drawing/2014/main" id="{6CD584FE-0009-449B-9496-CFD82066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6493" y="1930274"/>
            <a:ext cx="255004" cy="264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[z]</a:t>
            </a:r>
          </a:p>
        </p:txBody>
      </p:sp>
      <p:sp>
        <p:nvSpPr>
          <p:cNvPr id="206" name="text-178 [t]">
            <a:extLst xmlns:a="http://schemas.openxmlformats.org/drawingml/2006/main">
              <a:ext uri="{FF2B5EF4-FFF2-40B4-BE49-F238E27FC236}">
                <a16:creationId xmlns:a16="http://schemas.microsoft.com/office/drawing/2014/main" id="{D1E59D72-2560-4CA8-BF46-D1C29525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8334" y="1932147"/>
            <a:ext cx="234535" cy="265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[t]</a:t>
            </a:r>
          </a:p>
        </p:txBody>
      </p:sp>
      <p:sp>
        <p:nvSpPr>
          <p:cNvPr id="207" name="path-179">
            <a:extLst xmlns:a="http://schemas.openxmlformats.org/drawingml/2006/main">
              <a:ext uri="{FF2B5EF4-FFF2-40B4-BE49-F238E27FC236}">
                <a16:creationId xmlns:a16="http://schemas.microsoft.com/office/drawing/2014/main" id="{FF0870BA-6C06-4343-A16A-5707687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157" y="193607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text-180 …">
            <a:extLst xmlns:a="http://schemas.openxmlformats.org/drawingml/2006/main">
              <a:ext uri="{FF2B5EF4-FFF2-40B4-BE49-F238E27FC236}">
                <a16:creationId xmlns:a16="http://schemas.microsoft.com/office/drawing/2014/main" id="{41B99A00-DA42-4160-9D39-A5AD7D1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8203" y="1918668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09" name="path-181">
            <a:extLst xmlns:a="http://schemas.openxmlformats.org/drawingml/2006/main">
              <a:ext uri="{FF2B5EF4-FFF2-40B4-BE49-F238E27FC236}">
                <a16:creationId xmlns:a16="http://schemas.microsoft.com/office/drawing/2014/main" id="{E1A705FA-693A-4E75-9E8F-8BCDB817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913" y="1874394"/>
            <a:ext cx="1226476" cy="372451"/>
          </a:xfrm>
          <a:custGeom xmlns:a="http://schemas.openxmlformats.org/drawingml/2006/main">
            <a:pathLst>
              <a:path w="1226476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9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5" y="47778"/>
                </a:lnTo>
                <a:lnTo>
                  <a:pt x="27108" y="52507"/>
                </a:lnTo>
                <a:lnTo>
                  <a:pt x="27567" y="51431"/>
                </a:lnTo>
                <a:lnTo>
                  <a:pt x="25605" y="56777"/>
                </a:lnTo>
                <a:lnTo>
                  <a:pt x="25969" y="55654"/>
                </a:lnTo>
                <a:lnTo>
                  <a:pt x="24530" y="61221"/>
                </a:lnTo>
                <a:lnTo>
                  <a:pt x="24767" y="60067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8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50" y="0"/>
                </a:moveTo>
                <a:lnTo>
                  <a:pt x="173242" y="0"/>
                </a:lnTo>
                <a:lnTo>
                  <a:pt x="173242" y="23723"/>
                </a:lnTo>
                <a:lnTo>
                  <a:pt x="78350" y="23723"/>
                </a:lnTo>
                <a:lnTo>
                  <a:pt x="78350" y="0"/>
                </a:lnTo>
                <a:moveTo>
                  <a:pt x="244411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1" y="23723"/>
                </a:lnTo>
                <a:lnTo>
                  <a:pt x="244411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56795" y="0"/>
                </a:lnTo>
                <a:lnTo>
                  <a:pt x="1163627" y="348"/>
                </a:lnTo>
                <a:lnTo>
                  <a:pt x="1170586" y="1407"/>
                </a:lnTo>
                <a:lnTo>
                  <a:pt x="1172435" y="1882"/>
                </a:lnTo>
                <a:lnTo>
                  <a:pt x="1166537" y="24862"/>
                </a:lnTo>
                <a:lnTo>
                  <a:pt x="1165256" y="24530"/>
                </a:lnTo>
                <a:lnTo>
                  <a:pt x="1166410" y="24767"/>
                </a:lnTo>
                <a:lnTo>
                  <a:pt x="1160654" y="23881"/>
                </a:lnTo>
                <a:lnTo>
                  <a:pt x="1161840" y="24008"/>
                </a:lnTo>
                <a:lnTo>
                  <a:pt x="1155893" y="23707"/>
                </a:lnTo>
                <a:lnTo>
                  <a:pt x="115649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25876" y="61221"/>
                </a:moveTo>
                <a:lnTo>
                  <a:pt x="1226130" y="62850"/>
                </a:lnTo>
                <a:lnTo>
                  <a:pt x="1226476" y="69682"/>
                </a:lnTo>
                <a:lnTo>
                  <a:pt x="1226476" y="157884"/>
                </a:lnTo>
                <a:lnTo>
                  <a:pt x="1202753" y="157884"/>
                </a:lnTo>
                <a:lnTo>
                  <a:pt x="1202753" y="69983"/>
                </a:lnTo>
                <a:lnTo>
                  <a:pt x="1202771" y="70584"/>
                </a:lnTo>
                <a:lnTo>
                  <a:pt x="1202468" y="64637"/>
                </a:lnTo>
                <a:lnTo>
                  <a:pt x="1202596" y="65823"/>
                </a:lnTo>
                <a:lnTo>
                  <a:pt x="1202438" y="64795"/>
                </a:lnTo>
                <a:lnTo>
                  <a:pt x="1225876" y="61221"/>
                </a:lnTo>
                <a:moveTo>
                  <a:pt x="1226476" y="229053"/>
                </a:moveTo>
                <a:lnTo>
                  <a:pt x="1226476" y="302768"/>
                </a:lnTo>
                <a:lnTo>
                  <a:pt x="1226130" y="309601"/>
                </a:lnTo>
                <a:lnTo>
                  <a:pt x="1225069" y="316559"/>
                </a:lnTo>
                <a:lnTo>
                  <a:pt x="1223345" y="323281"/>
                </a:lnTo>
                <a:lnTo>
                  <a:pt x="1221796" y="327519"/>
                </a:lnTo>
                <a:lnTo>
                  <a:pt x="1199513" y="319374"/>
                </a:lnTo>
                <a:lnTo>
                  <a:pt x="1200856" y="315674"/>
                </a:lnTo>
                <a:lnTo>
                  <a:pt x="1200508" y="316797"/>
                </a:lnTo>
                <a:lnTo>
                  <a:pt x="1201948" y="311230"/>
                </a:lnTo>
                <a:lnTo>
                  <a:pt x="1201710" y="312384"/>
                </a:lnTo>
                <a:lnTo>
                  <a:pt x="1202596" y="306627"/>
                </a:lnTo>
                <a:lnTo>
                  <a:pt x="1202468" y="307813"/>
                </a:lnTo>
                <a:lnTo>
                  <a:pt x="1202771" y="301867"/>
                </a:lnTo>
                <a:lnTo>
                  <a:pt x="1202753" y="302468"/>
                </a:lnTo>
                <a:lnTo>
                  <a:pt x="1202753" y="229053"/>
                </a:lnTo>
                <a:lnTo>
                  <a:pt x="1226476" y="229053"/>
                </a:lnTo>
                <a:moveTo>
                  <a:pt x="1155119" y="372451"/>
                </a:moveTo>
                <a:lnTo>
                  <a:pt x="1060227" y="372451"/>
                </a:lnTo>
                <a:lnTo>
                  <a:pt x="1060227" y="348728"/>
                </a:lnTo>
                <a:lnTo>
                  <a:pt x="1155119" y="348728"/>
                </a:lnTo>
                <a:lnTo>
                  <a:pt x="1155119" y="372451"/>
                </a:lnTo>
                <a:moveTo>
                  <a:pt x="989058" y="372451"/>
                </a:moveTo>
                <a:lnTo>
                  <a:pt x="894166" y="372451"/>
                </a:lnTo>
                <a:lnTo>
                  <a:pt x="894166" y="348728"/>
                </a:lnTo>
                <a:lnTo>
                  <a:pt x="989058" y="348728"/>
                </a:lnTo>
                <a:lnTo>
                  <a:pt x="989058" y="372451"/>
                </a:lnTo>
                <a:moveTo>
                  <a:pt x="822997" y="372451"/>
                </a:moveTo>
                <a:lnTo>
                  <a:pt x="728106" y="372451"/>
                </a:lnTo>
                <a:lnTo>
                  <a:pt x="728106" y="348728"/>
                </a:lnTo>
                <a:lnTo>
                  <a:pt x="822997" y="348728"/>
                </a:lnTo>
                <a:lnTo>
                  <a:pt x="822997" y="372451"/>
                </a:lnTo>
                <a:moveTo>
                  <a:pt x="656937" y="372451"/>
                </a:moveTo>
                <a:lnTo>
                  <a:pt x="562045" y="372451"/>
                </a:lnTo>
                <a:lnTo>
                  <a:pt x="562045" y="348728"/>
                </a:lnTo>
                <a:lnTo>
                  <a:pt x="656937" y="348728"/>
                </a:lnTo>
                <a:lnTo>
                  <a:pt x="656937" y="372451"/>
                </a:lnTo>
                <a:moveTo>
                  <a:pt x="490876" y="372451"/>
                </a:moveTo>
                <a:lnTo>
                  <a:pt x="395984" y="372451"/>
                </a:lnTo>
                <a:lnTo>
                  <a:pt x="395984" y="348728"/>
                </a:lnTo>
                <a:lnTo>
                  <a:pt x="490876" y="348728"/>
                </a:lnTo>
                <a:lnTo>
                  <a:pt x="490876" y="372451"/>
                </a:lnTo>
                <a:moveTo>
                  <a:pt x="324815" y="372451"/>
                </a:moveTo>
                <a:lnTo>
                  <a:pt x="229923" y="372451"/>
                </a:lnTo>
                <a:lnTo>
                  <a:pt x="229923" y="348728"/>
                </a:lnTo>
                <a:lnTo>
                  <a:pt x="324815" y="348728"/>
                </a:lnTo>
                <a:lnTo>
                  <a:pt x="324815" y="372451"/>
                </a:lnTo>
                <a:moveTo>
                  <a:pt x="158754" y="372451"/>
                </a:moveTo>
                <a:lnTo>
                  <a:pt x="69682" y="372451"/>
                </a:lnTo>
                <a:lnTo>
                  <a:pt x="62850" y="372102"/>
                </a:lnTo>
                <a:lnTo>
                  <a:pt x="62092" y="371992"/>
                </a:lnTo>
                <a:lnTo>
                  <a:pt x="65666" y="348538"/>
                </a:lnTo>
                <a:lnTo>
                  <a:pt x="65238" y="348475"/>
                </a:lnTo>
                <a:lnTo>
                  <a:pt x="65823" y="348569"/>
                </a:lnTo>
                <a:lnTo>
                  <a:pt x="64638" y="348443"/>
                </a:lnTo>
                <a:lnTo>
                  <a:pt x="70584" y="348743"/>
                </a:lnTo>
                <a:lnTo>
                  <a:pt x="69983" y="348728"/>
                </a:lnTo>
                <a:lnTo>
                  <a:pt x="158754" y="348728"/>
                </a:lnTo>
                <a:lnTo>
                  <a:pt x="158754" y="372451"/>
                </a:lnTo>
                <a:moveTo>
                  <a:pt x="2103" y="319264"/>
                </a:moveTo>
                <a:lnTo>
                  <a:pt x="1407" y="316559"/>
                </a:lnTo>
                <a:lnTo>
                  <a:pt x="349" y="309601"/>
                </a:lnTo>
                <a:lnTo>
                  <a:pt x="16" y="303069"/>
                </a:lnTo>
                <a:lnTo>
                  <a:pt x="23708" y="301867"/>
                </a:lnTo>
                <a:lnTo>
                  <a:pt x="24008" y="307813"/>
                </a:lnTo>
                <a:lnTo>
                  <a:pt x="23881" y="306627"/>
                </a:lnTo>
                <a:lnTo>
                  <a:pt x="24767" y="312384"/>
                </a:lnTo>
                <a:lnTo>
                  <a:pt x="24530" y="311230"/>
                </a:lnTo>
                <a:lnTo>
                  <a:pt x="25083" y="313365"/>
                </a:lnTo>
                <a:lnTo>
                  <a:pt x="2103" y="319264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182">
            <a:extLst xmlns:a="http://schemas.openxmlformats.org/drawingml/2006/main">
              <a:ext uri="{FF2B5EF4-FFF2-40B4-BE49-F238E27FC236}">
                <a16:creationId xmlns:a16="http://schemas.microsoft.com/office/drawing/2014/main" id="{5CFB53BB-AE0C-4F22-9C05-0B270F9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285" y="1936074"/>
            <a:ext cx="258105" cy="260003"/>
          </a:xfrm>
          <a:custGeom xmlns:a="http://schemas.openxmlformats.org/drawingml/2006/main">
            <a:pathLst>
              <a:path w="258105" h="260003">
                <a:moveTo>
                  <a:pt x="0" y="0"/>
                </a:moveTo>
                <a:lnTo>
                  <a:pt x="0" y="260003"/>
                </a:lnTo>
                <a:lnTo>
                  <a:pt x="258105" y="260003"/>
                </a:lnTo>
                <a:lnTo>
                  <a:pt x="258105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183">
            <a:extLst xmlns:a="http://schemas.openxmlformats.org/drawingml/2006/main">
              <a:ext uri="{FF2B5EF4-FFF2-40B4-BE49-F238E27FC236}">
                <a16:creationId xmlns:a16="http://schemas.microsoft.com/office/drawing/2014/main" id="{9D8669BE-917A-48DB-B9F2-B53BCBCD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507" y="193607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184">
            <a:extLst xmlns:a="http://schemas.openxmlformats.org/drawingml/2006/main">
              <a:ext uri="{FF2B5EF4-FFF2-40B4-BE49-F238E27FC236}">
                <a16:creationId xmlns:a16="http://schemas.microsoft.com/office/drawing/2014/main" id="{A1FFC9F0-5460-4BA4-A783-57F8E8A5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478" y="1936074"/>
            <a:ext cx="256208" cy="260003"/>
          </a:xfrm>
          <a:custGeom xmlns:a="http://schemas.openxmlformats.org/drawingml/2006/main">
            <a:pathLst>
              <a:path w="256208" h="260003">
                <a:moveTo>
                  <a:pt x="0" y="0"/>
                </a:moveTo>
                <a:lnTo>
                  <a:pt x="0" y="260003"/>
                </a:lnTo>
                <a:lnTo>
                  <a:pt x="256208" y="260003"/>
                </a:lnTo>
                <a:lnTo>
                  <a:pt x="256208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text-185 …">
            <a:extLst xmlns:a="http://schemas.openxmlformats.org/drawingml/2006/main">
              <a:ext uri="{FF2B5EF4-FFF2-40B4-BE49-F238E27FC236}">
                <a16:creationId xmlns:a16="http://schemas.microsoft.com/office/drawing/2014/main" id="{8AA666E0-61EF-4454-AA00-ED3CE886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5857" y="1918668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14" name="path-186">
            <a:extLst xmlns:a="http://schemas.openxmlformats.org/drawingml/2006/main">
              <a:ext uri="{FF2B5EF4-FFF2-40B4-BE49-F238E27FC236}">
                <a16:creationId xmlns:a16="http://schemas.microsoft.com/office/drawing/2014/main" id="{347E95E2-EA30-4875-AAC2-F1097BEE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220" y="3338892"/>
            <a:ext cx="158137" cy="313285"/>
          </a:xfrm>
          <a:custGeom xmlns:a="http://schemas.openxmlformats.org/drawingml/2006/main">
            <a:pathLst>
              <a:path w="158137" h="313285">
                <a:moveTo>
                  <a:pt x="158137" y="156935"/>
                </a:moveTo>
                <a:lnTo>
                  <a:pt x="77874" y="79061"/>
                </a:lnTo>
                <a:lnTo>
                  <a:pt x="0" y="159339"/>
                </a:lnTo>
                <a:lnTo>
                  <a:pt x="76672" y="0"/>
                </a:lnTo>
                <a:lnTo>
                  <a:pt x="158137" y="156935"/>
                </a:lnTo>
                <a:moveTo>
                  <a:pt x="71533" y="313285"/>
                </a:moveTo>
                <a:lnTo>
                  <a:pt x="67689" y="59450"/>
                </a:lnTo>
                <a:lnTo>
                  <a:pt x="87459" y="59149"/>
                </a:lnTo>
                <a:lnTo>
                  <a:pt x="91301" y="313001"/>
                </a:lnTo>
                <a:lnTo>
                  <a:pt x="71533" y="313285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187">
            <a:extLst xmlns:a="http://schemas.openxmlformats.org/drawingml/2006/main">
              <a:ext uri="{FF2B5EF4-FFF2-40B4-BE49-F238E27FC236}">
                <a16:creationId xmlns:a16="http://schemas.microsoft.com/office/drawing/2014/main" id="{EC72D1EC-99D7-43BB-B902-0B7C6BFF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556" y="1575485"/>
            <a:ext cx="158153" cy="250688"/>
          </a:xfrm>
          <a:custGeom xmlns:a="http://schemas.openxmlformats.org/drawingml/2006/main">
            <a:pathLst>
              <a:path w="158153" h="250688">
                <a:moveTo>
                  <a:pt x="0" y="157900"/>
                </a:moveTo>
                <a:lnTo>
                  <a:pt x="79330" y="79077"/>
                </a:lnTo>
                <a:lnTo>
                  <a:pt x="158153" y="158406"/>
                </a:lnTo>
                <a:lnTo>
                  <a:pt x="79582" y="0"/>
                </a:lnTo>
                <a:lnTo>
                  <a:pt x="0" y="157900"/>
                </a:lnTo>
                <a:moveTo>
                  <a:pt x="84723" y="250688"/>
                </a:moveTo>
                <a:lnTo>
                  <a:pt x="85324" y="59323"/>
                </a:lnTo>
                <a:lnTo>
                  <a:pt x="73462" y="59291"/>
                </a:lnTo>
                <a:lnTo>
                  <a:pt x="72862" y="250657"/>
                </a:lnTo>
                <a:lnTo>
                  <a:pt x="84723" y="250688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188">
            <a:extLst xmlns:a="http://schemas.openxmlformats.org/drawingml/2006/main">
              <a:ext uri="{FF2B5EF4-FFF2-40B4-BE49-F238E27FC236}">
                <a16:creationId xmlns:a16="http://schemas.microsoft.com/office/drawing/2014/main" id="{BCCDD152-ACA6-416D-A7B8-2E3D34E7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070" y="2600317"/>
            <a:ext cx="1948446" cy="736361"/>
          </a:xfrm>
          <a:custGeom xmlns:a="http://schemas.openxmlformats.org/drawingml/2006/main">
            <a:pathLst>
              <a:path w="1948446" h="736361">
                <a:moveTo>
                  <a:pt x="791" y="123360"/>
                </a:moveTo>
                <a:cubicBezTo>
                  <a:pt x="0" y="55670"/>
                  <a:pt x="54879" y="791"/>
                  <a:pt x="122252" y="0"/>
                </a:cubicBezTo>
                <a:lnTo>
                  <a:pt x="1826511" y="0"/>
                </a:lnTo>
                <a:cubicBezTo>
                  <a:pt x="1893567" y="791"/>
                  <a:pt x="1948446" y="55670"/>
                  <a:pt x="1947972" y="123360"/>
                </a:cubicBezTo>
                <a:lnTo>
                  <a:pt x="1947972" y="613002"/>
                </a:lnTo>
                <a:cubicBezTo>
                  <a:pt x="1948446" y="681324"/>
                  <a:pt x="1893567" y="736203"/>
                  <a:pt x="1826511" y="736361"/>
                </a:cubicBezTo>
                <a:lnTo>
                  <a:pt x="122252" y="736361"/>
                </a:lnTo>
                <a:cubicBezTo>
                  <a:pt x="54879" y="736203"/>
                  <a:pt x="0" y="681324"/>
                  <a:pt x="791" y="613002"/>
                </a:cubicBezTo>
                <a:lnTo>
                  <a:pt x="791" y="123360"/>
                </a:lnTo>
              </a:path>
            </a:pathLst>
          </a:custGeom>
          <a:solidFill xmlns:a="http://schemas.openxmlformats.org/drawingml/2006/main">
            <a:srgbClr val="CAD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189">
            <a:extLst xmlns:a="http://schemas.openxmlformats.org/drawingml/2006/main">
              <a:ext uri="{FF2B5EF4-FFF2-40B4-BE49-F238E27FC236}">
                <a16:creationId xmlns:a16="http://schemas.microsoft.com/office/drawing/2014/main" id="{F44CC574-0CC9-4124-823D-C7E589DE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208" y="2589247"/>
            <a:ext cx="1972169" cy="759134"/>
          </a:xfrm>
          <a:custGeom xmlns:a="http://schemas.openxmlformats.org/drawingml/2006/main">
            <a:pathLst>
              <a:path w="1972169" h="759134">
                <a:moveTo>
                  <a:pt x="174" y="127519"/>
                </a:moveTo>
                <a:lnTo>
                  <a:pt x="696" y="120702"/>
                </a:lnTo>
                <a:lnTo>
                  <a:pt x="1550" y="113980"/>
                </a:lnTo>
                <a:lnTo>
                  <a:pt x="2721" y="107354"/>
                </a:lnTo>
                <a:lnTo>
                  <a:pt x="4223" y="100838"/>
                </a:lnTo>
                <a:lnTo>
                  <a:pt x="6041" y="94465"/>
                </a:lnTo>
                <a:lnTo>
                  <a:pt x="8161" y="88202"/>
                </a:lnTo>
                <a:lnTo>
                  <a:pt x="10564" y="82097"/>
                </a:lnTo>
                <a:lnTo>
                  <a:pt x="13253" y="76151"/>
                </a:lnTo>
                <a:lnTo>
                  <a:pt x="16227" y="70346"/>
                </a:lnTo>
                <a:lnTo>
                  <a:pt x="19469" y="64716"/>
                </a:lnTo>
                <a:lnTo>
                  <a:pt x="22964" y="59260"/>
                </a:lnTo>
                <a:lnTo>
                  <a:pt x="26712" y="53993"/>
                </a:lnTo>
                <a:lnTo>
                  <a:pt x="30697" y="48917"/>
                </a:lnTo>
                <a:lnTo>
                  <a:pt x="34921" y="44045"/>
                </a:lnTo>
                <a:lnTo>
                  <a:pt x="39364" y="39364"/>
                </a:lnTo>
                <a:lnTo>
                  <a:pt x="44046" y="34920"/>
                </a:lnTo>
                <a:lnTo>
                  <a:pt x="48917" y="30697"/>
                </a:lnTo>
                <a:lnTo>
                  <a:pt x="53993" y="26712"/>
                </a:lnTo>
                <a:lnTo>
                  <a:pt x="59260" y="22964"/>
                </a:lnTo>
                <a:lnTo>
                  <a:pt x="64716" y="19469"/>
                </a:lnTo>
                <a:lnTo>
                  <a:pt x="70347" y="16226"/>
                </a:lnTo>
                <a:lnTo>
                  <a:pt x="76135" y="13253"/>
                </a:lnTo>
                <a:lnTo>
                  <a:pt x="82097" y="10564"/>
                </a:lnTo>
                <a:lnTo>
                  <a:pt x="88203" y="8161"/>
                </a:lnTo>
                <a:lnTo>
                  <a:pt x="94465" y="6041"/>
                </a:lnTo>
                <a:lnTo>
                  <a:pt x="100839" y="4223"/>
                </a:lnTo>
                <a:lnTo>
                  <a:pt x="107355" y="2720"/>
                </a:lnTo>
                <a:lnTo>
                  <a:pt x="113981" y="1550"/>
                </a:lnTo>
                <a:lnTo>
                  <a:pt x="120703" y="695"/>
                </a:lnTo>
                <a:lnTo>
                  <a:pt x="127519" y="174"/>
                </a:lnTo>
                <a:lnTo>
                  <a:pt x="134288" y="0"/>
                </a:lnTo>
                <a:lnTo>
                  <a:pt x="1837882" y="0"/>
                </a:lnTo>
                <a:lnTo>
                  <a:pt x="1844650" y="174"/>
                </a:lnTo>
                <a:lnTo>
                  <a:pt x="1851467" y="695"/>
                </a:lnTo>
                <a:lnTo>
                  <a:pt x="1858189" y="1550"/>
                </a:lnTo>
                <a:lnTo>
                  <a:pt x="1864815" y="2720"/>
                </a:lnTo>
                <a:lnTo>
                  <a:pt x="1871331" y="4223"/>
                </a:lnTo>
                <a:lnTo>
                  <a:pt x="1877705" y="6041"/>
                </a:lnTo>
                <a:lnTo>
                  <a:pt x="1883951" y="8161"/>
                </a:lnTo>
                <a:lnTo>
                  <a:pt x="1890072" y="10564"/>
                </a:lnTo>
                <a:lnTo>
                  <a:pt x="1896018" y="13253"/>
                </a:lnTo>
                <a:lnTo>
                  <a:pt x="1901822" y="16226"/>
                </a:lnTo>
                <a:lnTo>
                  <a:pt x="1907453" y="19469"/>
                </a:lnTo>
                <a:lnTo>
                  <a:pt x="1912909" y="22964"/>
                </a:lnTo>
                <a:lnTo>
                  <a:pt x="1918176" y="26712"/>
                </a:lnTo>
                <a:lnTo>
                  <a:pt x="1923252" y="30697"/>
                </a:lnTo>
                <a:lnTo>
                  <a:pt x="1928124" y="34920"/>
                </a:lnTo>
                <a:lnTo>
                  <a:pt x="1932789" y="39364"/>
                </a:lnTo>
                <a:lnTo>
                  <a:pt x="1937249" y="44045"/>
                </a:lnTo>
                <a:lnTo>
                  <a:pt x="1941472" y="48917"/>
                </a:lnTo>
                <a:lnTo>
                  <a:pt x="1945458" y="53993"/>
                </a:lnTo>
                <a:lnTo>
                  <a:pt x="1949205" y="59260"/>
                </a:lnTo>
                <a:lnTo>
                  <a:pt x="1952701" y="64716"/>
                </a:lnTo>
                <a:lnTo>
                  <a:pt x="1955942" y="70346"/>
                </a:lnTo>
                <a:lnTo>
                  <a:pt x="1958915" y="76151"/>
                </a:lnTo>
                <a:lnTo>
                  <a:pt x="1961605" y="82097"/>
                </a:lnTo>
                <a:lnTo>
                  <a:pt x="1964009" y="88202"/>
                </a:lnTo>
                <a:lnTo>
                  <a:pt x="1966129" y="94465"/>
                </a:lnTo>
                <a:lnTo>
                  <a:pt x="1967947" y="100838"/>
                </a:lnTo>
                <a:lnTo>
                  <a:pt x="1969450" y="107354"/>
                </a:lnTo>
                <a:lnTo>
                  <a:pt x="1970620" y="113980"/>
                </a:lnTo>
                <a:lnTo>
                  <a:pt x="1971473" y="120702"/>
                </a:lnTo>
                <a:lnTo>
                  <a:pt x="1971996" y="127519"/>
                </a:lnTo>
                <a:lnTo>
                  <a:pt x="1972169" y="134288"/>
                </a:lnTo>
                <a:lnTo>
                  <a:pt x="1972169" y="624847"/>
                </a:lnTo>
                <a:lnTo>
                  <a:pt x="1971996" y="631616"/>
                </a:lnTo>
                <a:lnTo>
                  <a:pt x="1971473" y="638432"/>
                </a:lnTo>
                <a:lnTo>
                  <a:pt x="1970620" y="645154"/>
                </a:lnTo>
                <a:lnTo>
                  <a:pt x="1969450" y="651780"/>
                </a:lnTo>
                <a:lnTo>
                  <a:pt x="1967947" y="658296"/>
                </a:lnTo>
                <a:lnTo>
                  <a:pt x="1966129" y="664670"/>
                </a:lnTo>
                <a:lnTo>
                  <a:pt x="1964009" y="670917"/>
                </a:lnTo>
                <a:lnTo>
                  <a:pt x="1961605" y="677038"/>
                </a:lnTo>
                <a:lnTo>
                  <a:pt x="1958915" y="682984"/>
                </a:lnTo>
                <a:lnTo>
                  <a:pt x="1955942" y="688788"/>
                </a:lnTo>
                <a:lnTo>
                  <a:pt x="1952701" y="694418"/>
                </a:lnTo>
                <a:lnTo>
                  <a:pt x="1949205" y="699875"/>
                </a:lnTo>
                <a:lnTo>
                  <a:pt x="1945458" y="705141"/>
                </a:lnTo>
                <a:lnTo>
                  <a:pt x="1941472" y="710218"/>
                </a:lnTo>
                <a:lnTo>
                  <a:pt x="1937249" y="715089"/>
                </a:lnTo>
                <a:lnTo>
                  <a:pt x="1932789" y="719770"/>
                </a:lnTo>
                <a:lnTo>
                  <a:pt x="1928124" y="724215"/>
                </a:lnTo>
                <a:lnTo>
                  <a:pt x="1923252" y="728437"/>
                </a:lnTo>
                <a:lnTo>
                  <a:pt x="1918176" y="732423"/>
                </a:lnTo>
                <a:lnTo>
                  <a:pt x="1912909" y="736171"/>
                </a:lnTo>
                <a:lnTo>
                  <a:pt x="1907453" y="739666"/>
                </a:lnTo>
                <a:lnTo>
                  <a:pt x="1901822" y="742908"/>
                </a:lnTo>
                <a:lnTo>
                  <a:pt x="1896018" y="745881"/>
                </a:lnTo>
                <a:lnTo>
                  <a:pt x="1890072" y="748570"/>
                </a:lnTo>
                <a:lnTo>
                  <a:pt x="1883951" y="750974"/>
                </a:lnTo>
                <a:lnTo>
                  <a:pt x="1877705" y="753094"/>
                </a:lnTo>
                <a:lnTo>
                  <a:pt x="1871331" y="754912"/>
                </a:lnTo>
                <a:lnTo>
                  <a:pt x="1864815" y="756414"/>
                </a:lnTo>
                <a:lnTo>
                  <a:pt x="1858189" y="757585"/>
                </a:lnTo>
                <a:lnTo>
                  <a:pt x="1851467" y="758439"/>
                </a:lnTo>
                <a:lnTo>
                  <a:pt x="1844650" y="758961"/>
                </a:lnTo>
                <a:lnTo>
                  <a:pt x="1837882" y="759134"/>
                </a:lnTo>
                <a:lnTo>
                  <a:pt x="134288" y="759134"/>
                </a:lnTo>
                <a:lnTo>
                  <a:pt x="127519" y="758961"/>
                </a:lnTo>
                <a:lnTo>
                  <a:pt x="120703" y="758439"/>
                </a:lnTo>
                <a:lnTo>
                  <a:pt x="113981" y="757585"/>
                </a:lnTo>
                <a:lnTo>
                  <a:pt x="107355" y="756414"/>
                </a:lnTo>
                <a:lnTo>
                  <a:pt x="100839" y="754912"/>
                </a:lnTo>
                <a:lnTo>
                  <a:pt x="94465" y="753094"/>
                </a:lnTo>
                <a:lnTo>
                  <a:pt x="88203" y="750974"/>
                </a:lnTo>
                <a:lnTo>
                  <a:pt x="82097" y="748570"/>
                </a:lnTo>
                <a:lnTo>
                  <a:pt x="76135" y="745881"/>
                </a:lnTo>
                <a:lnTo>
                  <a:pt x="70347" y="742908"/>
                </a:lnTo>
                <a:lnTo>
                  <a:pt x="64716" y="739666"/>
                </a:lnTo>
                <a:lnTo>
                  <a:pt x="59260" y="736171"/>
                </a:lnTo>
                <a:lnTo>
                  <a:pt x="53993" y="732423"/>
                </a:lnTo>
                <a:lnTo>
                  <a:pt x="48917" y="728437"/>
                </a:lnTo>
                <a:lnTo>
                  <a:pt x="44046" y="724215"/>
                </a:lnTo>
                <a:lnTo>
                  <a:pt x="39364" y="719770"/>
                </a:lnTo>
                <a:lnTo>
                  <a:pt x="34921" y="715089"/>
                </a:lnTo>
                <a:lnTo>
                  <a:pt x="30697" y="710218"/>
                </a:lnTo>
                <a:lnTo>
                  <a:pt x="26712" y="705141"/>
                </a:lnTo>
                <a:lnTo>
                  <a:pt x="22964" y="699875"/>
                </a:lnTo>
                <a:lnTo>
                  <a:pt x="19469" y="694418"/>
                </a:lnTo>
                <a:lnTo>
                  <a:pt x="16227" y="688788"/>
                </a:lnTo>
                <a:lnTo>
                  <a:pt x="13253" y="682984"/>
                </a:lnTo>
                <a:lnTo>
                  <a:pt x="10564" y="677038"/>
                </a:lnTo>
                <a:lnTo>
                  <a:pt x="8161" y="670917"/>
                </a:lnTo>
                <a:lnTo>
                  <a:pt x="6041" y="664670"/>
                </a:lnTo>
                <a:lnTo>
                  <a:pt x="4223" y="658296"/>
                </a:lnTo>
                <a:lnTo>
                  <a:pt x="2721" y="651780"/>
                </a:lnTo>
                <a:lnTo>
                  <a:pt x="1550" y="645154"/>
                </a:lnTo>
                <a:lnTo>
                  <a:pt x="696" y="638432"/>
                </a:lnTo>
                <a:lnTo>
                  <a:pt x="174" y="631616"/>
                </a:lnTo>
                <a:lnTo>
                  <a:pt x="0" y="624847"/>
                </a:lnTo>
                <a:lnTo>
                  <a:pt x="0" y="134288"/>
                </a:lnTo>
                <a:lnTo>
                  <a:pt x="174" y="127519"/>
                </a:lnTo>
                <a:moveTo>
                  <a:pt x="23723" y="134730"/>
                </a:moveTo>
                <a:lnTo>
                  <a:pt x="23723" y="134430"/>
                </a:lnTo>
                <a:lnTo>
                  <a:pt x="23723" y="624705"/>
                </a:lnTo>
                <a:lnTo>
                  <a:pt x="23723" y="624404"/>
                </a:lnTo>
                <a:lnTo>
                  <a:pt x="23881" y="630714"/>
                </a:lnTo>
                <a:lnTo>
                  <a:pt x="23850" y="630114"/>
                </a:lnTo>
                <a:lnTo>
                  <a:pt x="24324" y="636329"/>
                </a:lnTo>
                <a:lnTo>
                  <a:pt x="24261" y="635744"/>
                </a:lnTo>
                <a:lnTo>
                  <a:pt x="25036" y="641880"/>
                </a:lnTo>
                <a:lnTo>
                  <a:pt x="24957" y="641279"/>
                </a:lnTo>
                <a:lnTo>
                  <a:pt x="26032" y="647320"/>
                </a:lnTo>
                <a:lnTo>
                  <a:pt x="25905" y="646735"/>
                </a:lnTo>
                <a:lnTo>
                  <a:pt x="27282" y="652666"/>
                </a:lnTo>
                <a:lnTo>
                  <a:pt x="27124" y="652097"/>
                </a:lnTo>
                <a:lnTo>
                  <a:pt x="28784" y="657917"/>
                </a:lnTo>
                <a:lnTo>
                  <a:pt x="28610" y="657347"/>
                </a:lnTo>
                <a:lnTo>
                  <a:pt x="30540" y="663041"/>
                </a:lnTo>
                <a:lnTo>
                  <a:pt x="30334" y="662487"/>
                </a:lnTo>
                <a:lnTo>
                  <a:pt x="32533" y="668055"/>
                </a:lnTo>
                <a:lnTo>
                  <a:pt x="32295" y="667533"/>
                </a:lnTo>
                <a:lnTo>
                  <a:pt x="34762" y="672957"/>
                </a:lnTo>
                <a:lnTo>
                  <a:pt x="34510" y="672435"/>
                </a:lnTo>
                <a:lnTo>
                  <a:pt x="37214" y="677717"/>
                </a:lnTo>
                <a:lnTo>
                  <a:pt x="36944" y="677211"/>
                </a:lnTo>
                <a:lnTo>
                  <a:pt x="39887" y="682351"/>
                </a:lnTo>
                <a:lnTo>
                  <a:pt x="39586" y="681861"/>
                </a:lnTo>
                <a:lnTo>
                  <a:pt x="42780" y="686827"/>
                </a:lnTo>
                <a:lnTo>
                  <a:pt x="42465" y="686352"/>
                </a:lnTo>
                <a:lnTo>
                  <a:pt x="45881" y="691161"/>
                </a:lnTo>
                <a:lnTo>
                  <a:pt x="45532" y="690702"/>
                </a:lnTo>
                <a:lnTo>
                  <a:pt x="49170" y="695335"/>
                </a:lnTo>
                <a:lnTo>
                  <a:pt x="48823" y="694909"/>
                </a:lnTo>
                <a:lnTo>
                  <a:pt x="52665" y="699353"/>
                </a:lnTo>
                <a:lnTo>
                  <a:pt x="52285" y="698926"/>
                </a:lnTo>
                <a:lnTo>
                  <a:pt x="56350" y="703180"/>
                </a:lnTo>
                <a:lnTo>
                  <a:pt x="55938" y="702785"/>
                </a:lnTo>
                <a:lnTo>
                  <a:pt x="60209" y="706849"/>
                </a:lnTo>
                <a:lnTo>
                  <a:pt x="59782" y="706470"/>
                </a:lnTo>
                <a:lnTo>
                  <a:pt x="64226" y="710313"/>
                </a:lnTo>
                <a:lnTo>
                  <a:pt x="63800" y="709965"/>
                </a:lnTo>
                <a:lnTo>
                  <a:pt x="68433" y="713602"/>
                </a:lnTo>
                <a:lnTo>
                  <a:pt x="67975" y="713254"/>
                </a:lnTo>
                <a:lnTo>
                  <a:pt x="72783" y="716670"/>
                </a:lnTo>
                <a:lnTo>
                  <a:pt x="72307" y="716355"/>
                </a:lnTo>
                <a:lnTo>
                  <a:pt x="77273" y="719549"/>
                </a:lnTo>
                <a:lnTo>
                  <a:pt x="76784" y="719249"/>
                </a:lnTo>
                <a:lnTo>
                  <a:pt x="81923" y="722190"/>
                </a:lnTo>
                <a:lnTo>
                  <a:pt x="81417" y="721921"/>
                </a:lnTo>
                <a:lnTo>
                  <a:pt x="86699" y="724626"/>
                </a:lnTo>
                <a:lnTo>
                  <a:pt x="86178" y="724373"/>
                </a:lnTo>
                <a:lnTo>
                  <a:pt x="91603" y="726840"/>
                </a:lnTo>
                <a:lnTo>
                  <a:pt x="91080" y="726603"/>
                </a:lnTo>
                <a:lnTo>
                  <a:pt x="96631" y="728801"/>
                </a:lnTo>
                <a:lnTo>
                  <a:pt x="96094" y="728595"/>
                </a:lnTo>
                <a:lnTo>
                  <a:pt x="101788" y="730525"/>
                </a:lnTo>
                <a:lnTo>
                  <a:pt x="101218" y="730351"/>
                </a:lnTo>
                <a:lnTo>
                  <a:pt x="107039" y="732011"/>
                </a:lnTo>
                <a:lnTo>
                  <a:pt x="106469" y="731853"/>
                </a:lnTo>
                <a:lnTo>
                  <a:pt x="112400" y="733229"/>
                </a:lnTo>
                <a:lnTo>
                  <a:pt x="111814" y="733103"/>
                </a:lnTo>
                <a:lnTo>
                  <a:pt x="117856" y="734178"/>
                </a:lnTo>
                <a:lnTo>
                  <a:pt x="117254" y="734099"/>
                </a:lnTo>
                <a:lnTo>
                  <a:pt x="123391" y="734874"/>
                </a:lnTo>
                <a:lnTo>
                  <a:pt x="122806" y="734811"/>
                </a:lnTo>
                <a:lnTo>
                  <a:pt x="129021" y="735285"/>
                </a:lnTo>
                <a:lnTo>
                  <a:pt x="128420" y="735254"/>
                </a:lnTo>
                <a:lnTo>
                  <a:pt x="134730" y="735412"/>
                </a:lnTo>
                <a:lnTo>
                  <a:pt x="134430" y="735412"/>
                </a:lnTo>
                <a:lnTo>
                  <a:pt x="1837739" y="735412"/>
                </a:lnTo>
                <a:lnTo>
                  <a:pt x="1837439" y="735412"/>
                </a:lnTo>
                <a:lnTo>
                  <a:pt x="1843749" y="735254"/>
                </a:lnTo>
                <a:lnTo>
                  <a:pt x="1843149" y="735285"/>
                </a:lnTo>
                <a:lnTo>
                  <a:pt x="1849363" y="734811"/>
                </a:lnTo>
                <a:lnTo>
                  <a:pt x="1848778" y="734874"/>
                </a:lnTo>
                <a:lnTo>
                  <a:pt x="1854915" y="734099"/>
                </a:lnTo>
                <a:lnTo>
                  <a:pt x="1854314" y="734178"/>
                </a:lnTo>
                <a:lnTo>
                  <a:pt x="1860355" y="733103"/>
                </a:lnTo>
                <a:lnTo>
                  <a:pt x="1859770" y="733229"/>
                </a:lnTo>
                <a:lnTo>
                  <a:pt x="1865700" y="731853"/>
                </a:lnTo>
                <a:lnTo>
                  <a:pt x="1865132" y="732011"/>
                </a:lnTo>
                <a:lnTo>
                  <a:pt x="1870952" y="730351"/>
                </a:lnTo>
                <a:lnTo>
                  <a:pt x="1870382" y="730525"/>
                </a:lnTo>
                <a:lnTo>
                  <a:pt x="1876075" y="728595"/>
                </a:lnTo>
                <a:lnTo>
                  <a:pt x="1875523" y="728801"/>
                </a:lnTo>
                <a:lnTo>
                  <a:pt x="1881090" y="726603"/>
                </a:lnTo>
                <a:lnTo>
                  <a:pt x="1880567" y="726840"/>
                </a:lnTo>
                <a:lnTo>
                  <a:pt x="1885992" y="724373"/>
                </a:lnTo>
                <a:lnTo>
                  <a:pt x="1885470" y="724626"/>
                </a:lnTo>
                <a:lnTo>
                  <a:pt x="1890752" y="721921"/>
                </a:lnTo>
                <a:lnTo>
                  <a:pt x="1890246" y="722190"/>
                </a:lnTo>
                <a:lnTo>
                  <a:pt x="1895387" y="719249"/>
                </a:lnTo>
                <a:lnTo>
                  <a:pt x="1894896" y="719549"/>
                </a:lnTo>
                <a:lnTo>
                  <a:pt x="1899862" y="716355"/>
                </a:lnTo>
                <a:lnTo>
                  <a:pt x="1899388" y="716670"/>
                </a:lnTo>
                <a:lnTo>
                  <a:pt x="1904195" y="713254"/>
                </a:lnTo>
                <a:lnTo>
                  <a:pt x="1903737" y="713602"/>
                </a:lnTo>
                <a:lnTo>
                  <a:pt x="1908371" y="709965"/>
                </a:lnTo>
                <a:lnTo>
                  <a:pt x="1907944" y="710313"/>
                </a:lnTo>
                <a:lnTo>
                  <a:pt x="1912388" y="706470"/>
                </a:lnTo>
                <a:lnTo>
                  <a:pt x="1911960" y="706849"/>
                </a:lnTo>
                <a:lnTo>
                  <a:pt x="1916216" y="702785"/>
                </a:lnTo>
                <a:lnTo>
                  <a:pt x="1915819" y="703180"/>
                </a:lnTo>
                <a:lnTo>
                  <a:pt x="1919884" y="698926"/>
                </a:lnTo>
                <a:lnTo>
                  <a:pt x="1919504" y="699353"/>
                </a:lnTo>
                <a:lnTo>
                  <a:pt x="1923348" y="694909"/>
                </a:lnTo>
                <a:lnTo>
                  <a:pt x="1922984" y="695335"/>
                </a:lnTo>
                <a:lnTo>
                  <a:pt x="1926637" y="690702"/>
                </a:lnTo>
                <a:lnTo>
                  <a:pt x="1926289" y="691161"/>
                </a:lnTo>
                <a:lnTo>
                  <a:pt x="1929705" y="686352"/>
                </a:lnTo>
                <a:lnTo>
                  <a:pt x="1929388" y="686827"/>
                </a:lnTo>
                <a:lnTo>
                  <a:pt x="1932583" y="681861"/>
                </a:lnTo>
                <a:lnTo>
                  <a:pt x="1932283" y="682351"/>
                </a:lnTo>
                <a:lnTo>
                  <a:pt x="1935225" y="677211"/>
                </a:lnTo>
                <a:lnTo>
                  <a:pt x="1934956" y="677717"/>
                </a:lnTo>
                <a:lnTo>
                  <a:pt x="1937660" y="672435"/>
                </a:lnTo>
                <a:lnTo>
                  <a:pt x="1937407" y="672957"/>
                </a:lnTo>
                <a:lnTo>
                  <a:pt x="1939875" y="667533"/>
                </a:lnTo>
                <a:lnTo>
                  <a:pt x="1939637" y="668055"/>
                </a:lnTo>
                <a:lnTo>
                  <a:pt x="1941836" y="662487"/>
                </a:lnTo>
                <a:lnTo>
                  <a:pt x="1941630" y="663041"/>
                </a:lnTo>
                <a:lnTo>
                  <a:pt x="1943560" y="657347"/>
                </a:lnTo>
                <a:lnTo>
                  <a:pt x="1943385" y="657917"/>
                </a:lnTo>
                <a:lnTo>
                  <a:pt x="1945030" y="652097"/>
                </a:lnTo>
                <a:lnTo>
                  <a:pt x="1944888" y="652666"/>
                </a:lnTo>
                <a:lnTo>
                  <a:pt x="1946264" y="646735"/>
                </a:lnTo>
                <a:lnTo>
                  <a:pt x="1946137" y="647320"/>
                </a:lnTo>
                <a:lnTo>
                  <a:pt x="1947213" y="641279"/>
                </a:lnTo>
                <a:lnTo>
                  <a:pt x="1947133" y="641880"/>
                </a:lnTo>
                <a:lnTo>
                  <a:pt x="1947909" y="635744"/>
                </a:lnTo>
                <a:lnTo>
                  <a:pt x="1947846" y="636329"/>
                </a:lnTo>
                <a:lnTo>
                  <a:pt x="1948319" y="630114"/>
                </a:lnTo>
                <a:lnTo>
                  <a:pt x="1948288" y="630714"/>
                </a:lnTo>
                <a:lnTo>
                  <a:pt x="1948446" y="624404"/>
                </a:lnTo>
                <a:lnTo>
                  <a:pt x="1948446" y="624705"/>
                </a:lnTo>
                <a:lnTo>
                  <a:pt x="1948446" y="134430"/>
                </a:lnTo>
                <a:lnTo>
                  <a:pt x="1948446" y="134730"/>
                </a:lnTo>
                <a:lnTo>
                  <a:pt x="1948288" y="128420"/>
                </a:lnTo>
                <a:lnTo>
                  <a:pt x="1948319" y="129021"/>
                </a:lnTo>
                <a:lnTo>
                  <a:pt x="1947846" y="122805"/>
                </a:lnTo>
                <a:lnTo>
                  <a:pt x="1947909" y="123391"/>
                </a:lnTo>
                <a:lnTo>
                  <a:pt x="1947133" y="117254"/>
                </a:lnTo>
                <a:lnTo>
                  <a:pt x="1947213" y="117856"/>
                </a:lnTo>
                <a:lnTo>
                  <a:pt x="1946137" y="111814"/>
                </a:lnTo>
                <a:lnTo>
                  <a:pt x="1946264" y="112399"/>
                </a:lnTo>
                <a:lnTo>
                  <a:pt x="1944888" y="106469"/>
                </a:lnTo>
                <a:lnTo>
                  <a:pt x="1945030" y="107038"/>
                </a:lnTo>
                <a:lnTo>
                  <a:pt x="1943385" y="101218"/>
                </a:lnTo>
                <a:lnTo>
                  <a:pt x="1943560" y="101787"/>
                </a:lnTo>
                <a:lnTo>
                  <a:pt x="1941630" y="96094"/>
                </a:lnTo>
                <a:lnTo>
                  <a:pt x="1941836" y="96631"/>
                </a:lnTo>
                <a:lnTo>
                  <a:pt x="1939637" y="91080"/>
                </a:lnTo>
                <a:lnTo>
                  <a:pt x="1939875" y="91602"/>
                </a:lnTo>
                <a:lnTo>
                  <a:pt x="1937407" y="86177"/>
                </a:lnTo>
                <a:lnTo>
                  <a:pt x="1937660" y="86699"/>
                </a:lnTo>
                <a:lnTo>
                  <a:pt x="1934956" y="81417"/>
                </a:lnTo>
                <a:lnTo>
                  <a:pt x="1935225" y="81923"/>
                </a:lnTo>
                <a:lnTo>
                  <a:pt x="1932283" y="76783"/>
                </a:lnTo>
                <a:lnTo>
                  <a:pt x="1932583" y="77273"/>
                </a:lnTo>
                <a:lnTo>
                  <a:pt x="1929388" y="72307"/>
                </a:lnTo>
                <a:lnTo>
                  <a:pt x="1929705" y="72782"/>
                </a:lnTo>
                <a:lnTo>
                  <a:pt x="1926289" y="67974"/>
                </a:lnTo>
                <a:lnTo>
                  <a:pt x="1926637" y="68433"/>
                </a:lnTo>
                <a:lnTo>
                  <a:pt x="1922984" y="63798"/>
                </a:lnTo>
                <a:lnTo>
                  <a:pt x="1923348" y="64226"/>
                </a:lnTo>
                <a:lnTo>
                  <a:pt x="1919504" y="59781"/>
                </a:lnTo>
                <a:lnTo>
                  <a:pt x="1919884" y="60209"/>
                </a:lnTo>
                <a:lnTo>
                  <a:pt x="1915819" y="55955"/>
                </a:lnTo>
                <a:lnTo>
                  <a:pt x="1916216" y="56350"/>
                </a:lnTo>
                <a:lnTo>
                  <a:pt x="1911960" y="52285"/>
                </a:lnTo>
                <a:lnTo>
                  <a:pt x="1912388" y="52665"/>
                </a:lnTo>
                <a:lnTo>
                  <a:pt x="1907944" y="48821"/>
                </a:lnTo>
                <a:lnTo>
                  <a:pt x="1908371" y="49170"/>
                </a:lnTo>
                <a:lnTo>
                  <a:pt x="1903737" y="45532"/>
                </a:lnTo>
                <a:lnTo>
                  <a:pt x="1904195" y="45880"/>
                </a:lnTo>
                <a:lnTo>
                  <a:pt x="1899388" y="42464"/>
                </a:lnTo>
                <a:lnTo>
                  <a:pt x="1899862" y="42780"/>
                </a:lnTo>
                <a:lnTo>
                  <a:pt x="1894896" y="39586"/>
                </a:lnTo>
                <a:lnTo>
                  <a:pt x="1895387" y="39886"/>
                </a:lnTo>
                <a:lnTo>
                  <a:pt x="1890246" y="36944"/>
                </a:lnTo>
                <a:lnTo>
                  <a:pt x="1890752" y="37213"/>
                </a:lnTo>
                <a:lnTo>
                  <a:pt x="1885470" y="34509"/>
                </a:lnTo>
                <a:lnTo>
                  <a:pt x="1885992" y="34762"/>
                </a:lnTo>
                <a:lnTo>
                  <a:pt x="1880567" y="32295"/>
                </a:lnTo>
                <a:lnTo>
                  <a:pt x="1881090" y="32532"/>
                </a:lnTo>
                <a:lnTo>
                  <a:pt x="1875523" y="30333"/>
                </a:lnTo>
                <a:lnTo>
                  <a:pt x="1876075" y="30539"/>
                </a:lnTo>
                <a:lnTo>
                  <a:pt x="1870382" y="28610"/>
                </a:lnTo>
                <a:lnTo>
                  <a:pt x="1870952" y="28784"/>
                </a:lnTo>
                <a:lnTo>
                  <a:pt x="1865132" y="27123"/>
                </a:lnTo>
                <a:lnTo>
                  <a:pt x="1865700" y="27281"/>
                </a:lnTo>
                <a:lnTo>
                  <a:pt x="1859770" y="25905"/>
                </a:lnTo>
                <a:lnTo>
                  <a:pt x="1860355" y="26032"/>
                </a:lnTo>
                <a:lnTo>
                  <a:pt x="1854314" y="24957"/>
                </a:lnTo>
                <a:lnTo>
                  <a:pt x="1854915" y="25036"/>
                </a:lnTo>
                <a:lnTo>
                  <a:pt x="1848778" y="24261"/>
                </a:lnTo>
                <a:lnTo>
                  <a:pt x="1849363" y="24324"/>
                </a:lnTo>
                <a:lnTo>
                  <a:pt x="1843149" y="23850"/>
                </a:lnTo>
                <a:lnTo>
                  <a:pt x="1843749" y="23881"/>
                </a:lnTo>
                <a:lnTo>
                  <a:pt x="1837439" y="23723"/>
                </a:lnTo>
                <a:lnTo>
                  <a:pt x="1837739" y="23723"/>
                </a:lnTo>
                <a:lnTo>
                  <a:pt x="134430" y="23723"/>
                </a:lnTo>
                <a:lnTo>
                  <a:pt x="134730" y="23723"/>
                </a:lnTo>
                <a:lnTo>
                  <a:pt x="128420" y="23881"/>
                </a:lnTo>
                <a:lnTo>
                  <a:pt x="129021" y="23850"/>
                </a:lnTo>
                <a:lnTo>
                  <a:pt x="122806" y="24324"/>
                </a:lnTo>
                <a:lnTo>
                  <a:pt x="123391" y="24261"/>
                </a:lnTo>
                <a:lnTo>
                  <a:pt x="117254" y="25036"/>
                </a:lnTo>
                <a:lnTo>
                  <a:pt x="117856" y="24957"/>
                </a:lnTo>
                <a:lnTo>
                  <a:pt x="111814" y="26032"/>
                </a:lnTo>
                <a:lnTo>
                  <a:pt x="112400" y="25905"/>
                </a:lnTo>
                <a:lnTo>
                  <a:pt x="106469" y="27281"/>
                </a:lnTo>
                <a:lnTo>
                  <a:pt x="107039" y="27123"/>
                </a:lnTo>
                <a:lnTo>
                  <a:pt x="101218" y="28784"/>
                </a:lnTo>
                <a:lnTo>
                  <a:pt x="101788" y="28610"/>
                </a:lnTo>
                <a:lnTo>
                  <a:pt x="96094" y="30539"/>
                </a:lnTo>
                <a:lnTo>
                  <a:pt x="96631" y="30333"/>
                </a:lnTo>
                <a:lnTo>
                  <a:pt x="91080" y="32532"/>
                </a:lnTo>
                <a:lnTo>
                  <a:pt x="91603" y="32295"/>
                </a:lnTo>
                <a:lnTo>
                  <a:pt x="86178" y="34762"/>
                </a:lnTo>
                <a:lnTo>
                  <a:pt x="86699" y="34509"/>
                </a:lnTo>
                <a:lnTo>
                  <a:pt x="81417" y="37213"/>
                </a:lnTo>
                <a:lnTo>
                  <a:pt x="81923" y="36944"/>
                </a:lnTo>
                <a:lnTo>
                  <a:pt x="76784" y="39886"/>
                </a:lnTo>
                <a:lnTo>
                  <a:pt x="77273" y="39586"/>
                </a:lnTo>
                <a:lnTo>
                  <a:pt x="72307" y="42780"/>
                </a:lnTo>
                <a:lnTo>
                  <a:pt x="72783" y="42464"/>
                </a:lnTo>
                <a:lnTo>
                  <a:pt x="67975" y="45880"/>
                </a:lnTo>
                <a:lnTo>
                  <a:pt x="68433" y="45532"/>
                </a:lnTo>
                <a:lnTo>
                  <a:pt x="63800" y="49170"/>
                </a:lnTo>
                <a:lnTo>
                  <a:pt x="64226" y="48821"/>
                </a:lnTo>
                <a:lnTo>
                  <a:pt x="59782" y="52665"/>
                </a:lnTo>
                <a:lnTo>
                  <a:pt x="60209" y="52285"/>
                </a:lnTo>
                <a:lnTo>
                  <a:pt x="55938" y="56350"/>
                </a:lnTo>
                <a:lnTo>
                  <a:pt x="56350" y="55955"/>
                </a:lnTo>
                <a:lnTo>
                  <a:pt x="52285" y="60209"/>
                </a:lnTo>
                <a:lnTo>
                  <a:pt x="52665" y="59781"/>
                </a:lnTo>
                <a:lnTo>
                  <a:pt x="48823" y="64226"/>
                </a:lnTo>
                <a:lnTo>
                  <a:pt x="49170" y="63798"/>
                </a:lnTo>
                <a:lnTo>
                  <a:pt x="45532" y="68433"/>
                </a:lnTo>
                <a:lnTo>
                  <a:pt x="45881" y="67974"/>
                </a:lnTo>
                <a:lnTo>
                  <a:pt x="42465" y="72782"/>
                </a:lnTo>
                <a:lnTo>
                  <a:pt x="42780" y="72307"/>
                </a:lnTo>
                <a:lnTo>
                  <a:pt x="39586" y="77273"/>
                </a:lnTo>
                <a:lnTo>
                  <a:pt x="39887" y="76783"/>
                </a:lnTo>
                <a:lnTo>
                  <a:pt x="36944" y="81923"/>
                </a:lnTo>
                <a:lnTo>
                  <a:pt x="37214" y="81417"/>
                </a:lnTo>
                <a:lnTo>
                  <a:pt x="34510" y="86699"/>
                </a:lnTo>
                <a:lnTo>
                  <a:pt x="34762" y="86177"/>
                </a:lnTo>
                <a:lnTo>
                  <a:pt x="32295" y="91602"/>
                </a:lnTo>
                <a:lnTo>
                  <a:pt x="32533" y="91080"/>
                </a:lnTo>
                <a:lnTo>
                  <a:pt x="30334" y="96631"/>
                </a:lnTo>
                <a:lnTo>
                  <a:pt x="30540" y="96094"/>
                </a:lnTo>
                <a:lnTo>
                  <a:pt x="28610" y="101787"/>
                </a:lnTo>
                <a:lnTo>
                  <a:pt x="28784" y="101218"/>
                </a:lnTo>
                <a:lnTo>
                  <a:pt x="27124" y="107038"/>
                </a:lnTo>
                <a:lnTo>
                  <a:pt x="27282" y="106469"/>
                </a:lnTo>
                <a:lnTo>
                  <a:pt x="25905" y="112399"/>
                </a:lnTo>
                <a:lnTo>
                  <a:pt x="26032" y="111814"/>
                </a:lnTo>
                <a:lnTo>
                  <a:pt x="24957" y="117856"/>
                </a:lnTo>
                <a:lnTo>
                  <a:pt x="25036" y="117254"/>
                </a:lnTo>
                <a:lnTo>
                  <a:pt x="24261" y="123391"/>
                </a:lnTo>
                <a:lnTo>
                  <a:pt x="24324" y="122805"/>
                </a:lnTo>
                <a:lnTo>
                  <a:pt x="23850" y="129021"/>
                </a:lnTo>
                <a:lnTo>
                  <a:pt x="23881" y="128420"/>
                </a:lnTo>
                <a:lnTo>
                  <a:pt x="23723" y="13473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text-190 Ray-">
            <a:extLst xmlns:a="http://schemas.openxmlformats.org/drawingml/2006/main">
              <a:ext uri="{FF2B5EF4-FFF2-40B4-BE49-F238E27FC236}">
                <a16:creationId xmlns:a16="http://schemas.microsoft.com/office/drawing/2014/main" id="{47C736FA-EC53-4F81-B173-A3016A1C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9352" y="2680867"/>
            <a:ext cx="470505" cy="31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Ray-</a:t>
            </a:r>
          </a:p>
        </p:txBody>
      </p:sp>
      <p:sp>
        <p:nvSpPr>
          <p:cNvPr id="219" name="text-191 Time">
            <a:extLst xmlns:a="http://schemas.openxmlformats.org/drawingml/2006/main">
              <a:ext uri="{FF2B5EF4-FFF2-40B4-BE49-F238E27FC236}">
                <a16:creationId xmlns:a16="http://schemas.microsoft.com/office/drawing/2014/main" id="{11A00D79-E023-49BD-96BC-B16B3812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29" y="2680714"/>
            <a:ext cx="499906" cy="310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220" name="text-191 Geometry">
            <a:extLst xmlns:a="http://schemas.openxmlformats.org/drawingml/2006/main">
              <a:ext uri="{FF2B5EF4-FFF2-40B4-BE49-F238E27FC236}">
                <a16:creationId xmlns:a16="http://schemas.microsoft.com/office/drawing/2014/main" id="{D4252C46-3AF2-4D1F-9C03-AA68FB7F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4317" y="2680991"/>
            <a:ext cx="925115" cy="309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Geometry</a:t>
            </a:r>
          </a:p>
        </p:txBody>
      </p:sp>
      <p:sp>
        <p:nvSpPr>
          <p:cNvPr id="221" name="text-192 Encoder">
            <a:extLst xmlns:a="http://schemas.openxmlformats.org/drawingml/2006/main">
              <a:ext uri="{FF2B5EF4-FFF2-40B4-BE49-F238E27FC236}">
                <a16:creationId xmlns:a16="http://schemas.microsoft.com/office/drawing/2014/main" id="{5EA189FE-6B6D-4C38-96C4-BBB0708A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771" y="2946733"/>
            <a:ext cx="777292" cy="30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222" name="path-193">
            <a:extLst xmlns:a="http://schemas.openxmlformats.org/drawingml/2006/main">
              <a:ext uri="{FF2B5EF4-FFF2-40B4-BE49-F238E27FC236}">
                <a16:creationId xmlns:a16="http://schemas.microsoft.com/office/drawing/2014/main" id="{A8D50081-5D34-4995-9C49-C1B65DF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946" y="1874394"/>
            <a:ext cx="951290" cy="372451"/>
          </a:xfrm>
          <a:custGeom xmlns:a="http://schemas.openxmlformats.org/drawingml/2006/main">
            <a:pathLst>
              <a:path w="951290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7" y="37482"/>
                </a:lnTo>
                <a:lnTo>
                  <a:pt x="29384" y="47778"/>
                </a:lnTo>
                <a:lnTo>
                  <a:pt x="27123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8" y="55654"/>
                </a:lnTo>
                <a:lnTo>
                  <a:pt x="24529" y="61221"/>
                </a:lnTo>
                <a:lnTo>
                  <a:pt x="24766" y="60067"/>
                </a:lnTo>
                <a:lnTo>
                  <a:pt x="23880" y="65823"/>
                </a:lnTo>
                <a:lnTo>
                  <a:pt x="24008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12797" y="7528"/>
                </a:moveTo>
                <a:lnTo>
                  <a:pt x="914678" y="8445"/>
                </a:lnTo>
                <a:lnTo>
                  <a:pt x="920450" y="11941"/>
                </a:lnTo>
                <a:lnTo>
                  <a:pt x="925827" y="15973"/>
                </a:lnTo>
                <a:lnTo>
                  <a:pt x="930809" y="20481"/>
                </a:lnTo>
                <a:lnTo>
                  <a:pt x="935316" y="25463"/>
                </a:lnTo>
                <a:lnTo>
                  <a:pt x="939350" y="30840"/>
                </a:lnTo>
                <a:lnTo>
                  <a:pt x="942845" y="36612"/>
                </a:lnTo>
                <a:lnTo>
                  <a:pt x="945803" y="42733"/>
                </a:lnTo>
                <a:lnTo>
                  <a:pt x="948158" y="49170"/>
                </a:lnTo>
                <a:lnTo>
                  <a:pt x="949883" y="55891"/>
                </a:lnTo>
                <a:lnTo>
                  <a:pt x="950943" y="62850"/>
                </a:lnTo>
                <a:lnTo>
                  <a:pt x="951290" y="69682"/>
                </a:lnTo>
                <a:lnTo>
                  <a:pt x="951290" y="100949"/>
                </a:lnTo>
                <a:lnTo>
                  <a:pt x="927567" y="100949"/>
                </a:lnTo>
                <a:lnTo>
                  <a:pt x="927567" y="69983"/>
                </a:lnTo>
                <a:lnTo>
                  <a:pt x="927584" y="70584"/>
                </a:lnTo>
                <a:lnTo>
                  <a:pt x="927283" y="64637"/>
                </a:lnTo>
                <a:lnTo>
                  <a:pt x="927409" y="65823"/>
                </a:lnTo>
                <a:lnTo>
                  <a:pt x="926524" y="60067"/>
                </a:lnTo>
                <a:lnTo>
                  <a:pt x="926761" y="61221"/>
                </a:lnTo>
                <a:lnTo>
                  <a:pt x="925321" y="55654"/>
                </a:lnTo>
                <a:lnTo>
                  <a:pt x="925669" y="56777"/>
                </a:lnTo>
                <a:lnTo>
                  <a:pt x="923724" y="51431"/>
                </a:lnTo>
                <a:lnTo>
                  <a:pt x="924183" y="52507"/>
                </a:lnTo>
                <a:lnTo>
                  <a:pt x="921732" y="47430"/>
                </a:lnTo>
                <a:lnTo>
                  <a:pt x="922269" y="48442"/>
                </a:lnTo>
                <a:lnTo>
                  <a:pt x="919359" y="43650"/>
                </a:lnTo>
                <a:lnTo>
                  <a:pt x="920008" y="44583"/>
                </a:lnTo>
                <a:lnTo>
                  <a:pt x="916655" y="40124"/>
                </a:lnTo>
                <a:lnTo>
                  <a:pt x="917382" y="40993"/>
                </a:lnTo>
                <a:lnTo>
                  <a:pt x="913634" y="36865"/>
                </a:lnTo>
                <a:lnTo>
                  <a:pt x="914424" y="37656"/>
                </a:lnTo>
                <a:lnTo>
                  <a:pt x="910297" y="33908"/>
                </a:lnTo>
                <a:lnTo>
                  <a:pt x="911166" y="34636"/>
                </a:lnTo>
                <a:lnTo>
                  <a:pt x="906707" y="31283"/>
                </a:lnTo>
                <a:lnTo>
                  <a:pt x="907640" y="31931"/>
                </a:lnTo>
                <a:lnTo>
                  <a:pt x="902848" y="29021"/>
                </a:lnTo>
                <a:lnTo>
                  <a:pt x="903861" y="29559"/>
                </a:lnTo>
                <a:lnTo>
                  <a:pt x="902501" y="28910"/>
                </a:lnTo>
                <a:lnTo>
                  <a:pt x="912797" y="7528"/>
                </a:lnTo>
                <a:moveTo>
                  <a:pt x="951290" y="172118"/>
                </a:moveTo>
                <a:lnTo>
                  <a:pt x="951290" y="267010"/>
                </a:lnTo>
                <a:lnTo>
                  <a:pt x="927567" y="267010"/>
                </a:lnTo>
                <a:lnTo>
                  <a:pt x="927567" y="172118"/>
                </a:lnTo>
                <a:lnTo>
                  <a:pt x="951290" y="172118"/>
                </a:lnTo>
                <a:moveTo>
                  <a:pt x="938259" y="343050"/>
                </a:moveTo>
                <a:lnTo>
                  <a:pt x="935316" y="346988"/>
                </a:lnTo>
                <a:lnTo>
                  <a:pt x="930809" y="351970"/>
                </a:lnTo>
                <a:lnTo>
                  <a:pt x="925827" y="356477"/>
                </a:lnTo>
                <a:lnTo>
                  <a:pt x="920450" y="360510"/>
                </a:lnTo>
                <a:lnTo>
                  <a:pt x="914678" y="364005"/>
                </a:lnTo>
                <a:lnTo>
                  <a:pt x="908557" y="366963"/>
                </a:lnTo>
                <a:lnTo>
                  <a:pt x="902121" y="369319"/>
                </a:lnTo>
                <a:lnTo>
                  <a:pt x="895399" y="371043"/>
                </a:lnTo>
                <a:lnTo>
                  <a:pt x="888440" y="372102"/>
                </a:lnTo>
                <a:lnTo>
                  <a:pt x="881608" y="372451"/>
                </a:lnTo>
                <a:lnTo>
                  <a:pt x="841975" y="372451"/>
                </a:lnTo>
                <a:lnTo>
                  <a:pt x="841975" y="348728"/>
                </a:lnTo>
                <a:lnTo>
                  <a:pt x="881308" y="348728"/>
                </a:lnTo>
                <a:lnTo>
                  <a:pt x="880707" y="348743"/>
                </a:lnTo>
                <a:lnTo>
                  <a:pt x="886653" y="348443"/>
                </a:lnTo>
                <a:lnTo>
                  <a:pt x="885467" y="348569"/>
                </a:lnTo>
                <a:lnTo>
                  <a:pt x="891224" y="347684"/>
                </a:lnTo>
                <a:lnTo>
                  <a:pt x="890069" y="347921"/>
                </a:lnTo>
                <a:lnTo>
                  <a:pt x="895636" y="346482"/>
                </a:lnTo>
                <a:lnTo>
                  <a:pt x="894514" y="346830"/>
                </a:lnTo>
                <a:lnTo>
                  <a:pt x="899859" y="344885"/>
                </a:lnTo>
                <a:lnTo>
                  <a:pt x="898784" y="345343"/>
                </a:lnTo>
                <a:lnTo>
                  <a:pt x="903861" y="342892"/>
                </a:lnTo>
                <a:lnTo>
                  <a:pt x="902848" y="343430"/>
                </a:lnTo>
                <a:lnTo>
                  <a:pt x="907640" y="340519"/>
                </a:lnTo>
                <a:lnTo>
                  <a:pt x="906707" y="341168"/>
                </a:lnTo>
                <a:lnTo>
                  <a:pt x="911166" y="337815"/>
                </a:lnTo>
                <a:lnTo>
                  <a:pt x="910297" y="338543"/>
                </a:lnTo>
                <a:lnTo>
                  <a:pt x="914424" y="334794"/>
                </a:lnTo>
                <a:lnTo>
                  <a:pt x="913634" y="335585"/>
                </a:lnTo>
                <a:lnTo>
                  <a:pt x="917382" y="331457"/>
                </a:lnTo>
                <a:lnTo>
                  <a:pt x="916655" y="332327"/>
                </a:lnTo>
                <a:lnTo>
                  <a:pt x="919265" y="328848"/>
                </a:lnTo>
                <a:lnTo>
                  <a:pt x="938259" y="343050"/>
                </a:lnTo>
                <a:moveTo>
                  <a:pt x="770806" y="372451"/>
                </a:moveTo>
                <a:lnTo>
                  <a:pt x="675915" y="372451"/>
                </a:lnTo>
                <a:lnTo>
                  <a:pt x="675915" y="348728"/>
                </a:lnTo>
                <a:lnTo>
                  <a:pt x="770806" y="348728"/>
                </a:lnTo>
                <a:lnTo>
                  <a:pt x="770806" y="372451"/>
                </a:lnTo>
                <a:moveTo>
                  <a:pt x="604746" y="372451"/>
                </a:moveTo>
                <a:lnTo>
                  <a:pt x="509854" y="372451"/>
                </a:lnTo>
                <a:lnTo>
                  <a:pt x="509854" y="348728"/>
                </a:lnTo>
                <a:lnTo>
                  <a:pt x="604746" y="348728"/>
                </a:lnTo>
                <a:lnTo>
                  <a:pt x="604746" y="372451"/>
                </a:lnTo>
                <a:moveTo>
                  <a:pt x="438685" y="372451"/>
                </a:moveTo>
                <a:lnTo>
                  <a:pt x="343793" y="372451"/>
                </a:lnTo>
                <a:lnTo>
                  <a:pt x="343793" y="348728"/>
                </a:lnTo>
                <a:lnTo>
                  <a:pt x="438685" y="348728"/>
                </a:lnTo>
                <a:lnTo>
                  <a:pt x="438685" y="372451"/>
                </a:lnTo>
                <a:moveTo>
                  <a:pt x="272624" y="372451"/>
                </a:moveTo>
                <a:lnTo>
                  <a:pt x="177732" y="372451"/>
                </a:lnTo>
                <a:lnTo>
                  <a:pt x="177732" y="348728"/>
                </a:lnTo>
                <a:lnTo>
                  <a:pt x="272624" y="348728"/>
                </a:lnTo>
                <a:lnTo>
                  <a:pt x="272624" y="372451"/>
                </a:lnTo>
                <a:moveTo>
                  <a:pt x="106563" y="372451"/>
                </a:moveTo>
                <a:lnTo>
                  <a:pt x="69682" y="372451"/>
                </a:lnTo>
                <a:lnTo>
                  <a:pt x="62850" y="372102"/>
                </a:lnTo>
                <a:lnTo>
                  <a:pt x="55891" y="371043"/>
                </a:lnTo>
                <a:lnTo>
                  <a:pt x="49169" y="369319"/>
                </a:lnTo>
                <a:lnTo>
                  <a:pt x="42732" y="366963"/>
                </a:lnTo>
                <a:lnTo>
                  <a:pt x="36612" y="364005"/>
                </a:lnTo>
                <a:lnTo>
                  <a:pt x="30839" y="360510"/>
                </a:lnTo>
                <a:lnTo>
                  <a:pt x="25462" y="356477"/>
                </a:lnTo>
                <a:lnTo>
                  <a:pt x="20480" y="351970"/>
                </a:lnTo>
                <a:lnTo>
                  <a:pt x="15972" y="346988"/>
                </a:lnTo>
                <a:lnTo>
                  <a:pt x="11940" y="341611"/>
                </a:lnTo>
                <a:lnTo>
                  <a:pt x="10864" y="339840"/>
                </a:lnTo>
                <a:lnTo>
                  <a:pt x="31140" y="327519"/>
                </a:lnTo>
                <a:lnTo>
                  <a:pt x="31931" y="328800"/>
                </a:lnTo>
                <a:lnTo>
                  <a:pt x="31282" y="327867"/>
                </a:lnTo>
                <a:lnTo>
                  <a:pt x="34635" y="332327"/>
                </a:lnTo>
                <a:lnTo>
                  <a:pt x="33907" y="331457"/>
                </a:lnTo>
                <a:lnTo>
                  <a:pt x="37656" y="335585"/>
                </a:lnTo>
                <a:lnTo>
                  <a:pt x="36865" y="334794"/>
                </a:lnTo>
                <a:lnTo>
                  <a:pt x="40993" y="338543"/>
                </a:lnTo>
                <a:lnTo>
                  <a:pt x="40123" y="337815"/>
                </a:lnTo>
                <a:lnTo>
                  <a:pt x="44582" y="341168"/>
                </a:lnTo>
                <a:lnTo>
                  <a:pt x="43650" y="340519"/>
                </a:lnTo>
                <a:lnTo>
                  <a:pt x="48442" y="343430"/>
                </a:lnTo>
                <a:lnTo>
                  <a:pt x="47430" y="342892"/>
                </a:lnTo>
                <a:lnTo>
                  <a:pt x="52506" y="345343"/>
                </a:lnTo>
                <a:lnTo>
                  <a:pt x="51431" y="344885"/>
                </a:lnTo>
                <a:lnTo>
                  <a:pt x="56777" y="346830"/>
                </a:lnTo>
                <a:lnTo>
                  <a:pt x="55654" y="346482"/>
                </a:lnTo>
                <a:lnTo>
                  <a:pt x="61221" y="347921"/>
                </a:lnTo>
                <a:lnTo>
                  <a:pt x="60066" y="347684"/>
                </a:lnTo>
                <a:lnTo>
                  <a:pt x="65823" y="348569"/>
                </a:lnTo>
                <a:lnTo>
                  <a:pt x="64637" y="348443"/>
                </a:lnTo>
                <a:lnTo>
                  <a:pt x="70583" y="348743"/>
                </a:lnTo>
                <a:lnTo>
                  <a:pt x="69982" y="348728"/>
                </a:lnTo>
                <a:lnTo>
                  <a:pt x="106563" y="348728"/>
                </a:lnTo>
                <a:lnTo>
                  <a:pt x="106563" y="37245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text-194 [TRK]">
            <a:extLst xmlns:a="http://schemas.openxmlformats.org/drawingml/2006/main">
              <a:ext uri="{FF2B5EF4-FFF2-40B4-BE49-F238E27FC236}">
                <a16:creationId xmlns:a16="http://schemas.microsoft.com/office/drawing/2014/main" id="{4DD43E45-E898-4FE3-B8A9-D681CB7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1856" y="1957648"/>
            <a:ext cx="440628" cy="22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</a:t>
            </a:r>
          </a:p>
        </p:txBody>
      </p:sp>
      <p:sp>
        <p:nvSpPr>
          <p:cNvPr id="224" name="text-195 [TRK]">
            <a:extLst xmlns:a="http://schemas.openxmlformats.org/drawingml/2006/main">
              <a:ext uri="{FF2B5EF4-FFF2-40B4-BE49-F238E27FC236}">
                <a16:creationId xmlns:a16="http://schemas.microsoft.com/office/drawing/2014/main" id="{5283668D-1CBB-40CB-BBBD-65E66641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5986" y="1957648"/>
            <a:ext cx="440628" cy="22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</a:t>
            </a:r>
          </a:p>
        </p:txBody>
      </p:sp>
      <p:sp>
        <p:nvSpPr>
          <p:cNvPr id="225" name="path-196">
            <a:extLst xmlns:a="http://schemas.openxmlformats.org/drawingml/2006/main">
              <a:ext uri="{FF2B5EF4-FFF2-40B4-BE49-F238E27FC236}">
                <a16:creationId xmlns:a16="http://schemas.microsoft.com/office/drawing/2014/main" id="{5D740035-7289-48FB-84D7-424CD58B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992" y="2625622"/>
            <a:ext cx="1708843" cy="1038275"/>
          </a:xfrm>
          <a:custGeom xmlns:a="http://schemas.openxmlformats.org/drawingml/2006/main">
            <a:pathLst>
              <a:path w="1708843" h="1038275">
                <a:moveTo>
                  <a:pt x="0" y="950611"/>
                </a:moveTo>
                <a:lnTo>
                  <a:pt x="0" y="855719"/>
                </a:lnTo>
                <a:lnTo>
                  <a:pt x="23723" y="855719"/>
                </a:lnTo>
                <a:lnTo>
                  <a:pt x="23723" y="950611"/>
                </a:lnTo>
                <a:lnTo>
                  <a:pt x="0" y="950611"/>
                </a:lnTo>
                <a:moveTo>
                  <a:pt x="0" y="784550"/>
                </a:moveTo>
                <a:lnTo>
                  <a:pt x="0" y="689658"/>
                </a:lnTo>
                <a:lnTo>
                  <a:pt x="23723" y="689658"/>
                </a:lnTo>
                <a:lnTo>
                  <a:pt x="23723" y="784550"/>
                </a:lnTo>
                <a:lnTo>
                  <a:pt x="0" y="784550"/>
                </a:lnTo>
                <a:moveTo>
                  <a:pt x="0" y="618490"/>
                </a:moveTo>
                <a:lnTo>
                  <a:pt x="0" y="523598"/>
                </a:lnTo>
                <a:lnTo>
                  <a:pt x="23723" y="523598"/>
                </a:lnTo>
                <a:lnTo>
                  <a:pt x="23723" y="618490"/>
                </a:lnTo>
                <a:lnTo>
                  <a:pt x="0" y="618490"/>
                </a:lnTo>
                <a:moveTo>
                  <a:pt x="0" y="452429"/>
                </a:moveTo>
                <a:lnTo>
                  <a:pt x="0" y="357537"/>
                </a:lnTo>
                <a:lnTo>
                  <a:pt x="23723" y="357537"/>
                </a:lnTo>
                <a:lnTo>
                  <a:pt x="23723" y="452429"/>
                </a:lnTo>
                <a:lnTo>
                  <a:pt x="0" y="452429"/>
                </a:lnTo>
                <a:moveTo>
                  <a:pt x="0" y="286368"/>
                </a:moveTo>
                <a:lnTo>
                  <a:pt x="0" y="191476"/>
                </a:lnTo>
                <a:lnTo>
                  <a:pt x="23723" y="191476"/>
                </a:lnTo>
                <a:lnTo>
                  <a:pt x="23723" y="286368"/>
                </a:lnTo>
                <a:lnTo>
                  <a:pt x="0" y="286368"/>
                </a:lnTo>
                <a:moveTo>
                  <a:pt x="0" y="120307"/>
                </a:moveTo>
                <a:lnTo>
                  <a:pt x="0" y="87506"/>
                </a:lnTo>
                <a:lnTo>
                  <a:pt x="110" y="83157"/>
                </a:lnTo>
                <a:lnTo>
                  <a:pt x="443" y="78713"/>
                </a:lnTo>
                <a:lnTo>
                  <a:pt x="1013" y="74332"/>
                </a:lnTo>
                <a:lnTo>
                  <a:pt x="1771" y="69999"/>
                </a:lnTo>
                <a:lnTo>
                  <a:pt x="2752" y="65760"/>
                </a:lnTo>
                <a:lnTo>
                  <a:pt x="3986" y="61458"/>
                </a:lnTo>
                <a:lnTo>
                  <a:pt x="6880" y="53535"/>
                </a:lnTo>
                <a:lnTo>
                  <a:pt x="10581" y="45864"/>
                </a:lnTo>
                <a:lnTo>
                  <a:pt x="14961" y="38637"/>
                </a:lnTo>
                <a:lnTo>
                  <a:pt x="20007" y="31884"/>
                </a:lnTo>
                <a:lnTo>
                  <a:pt x="25668" y="25668"/>
                </a:lnTo>
                <a:lnTo>
                  <a:pt x="28088" y="23454"/>
                </a:lnTo>
                <a:lnTo>
                  <a:pt x="44046" y="41009"/>
                </a:lnTo>
                <a:lnTo>
                  <a:pt x="42037" y="42843"/>
                </a:lnTo>
                <a:lnTo>
                  <a:pt x="42844" y="42037"/>
                </a:lnTo>
                <a:lnTo>
                  <a:pt x="37941" y="47430"/>
                </a:lnTo>
                <a:lnTo>
                  <a:pt x="38669" y="46544"/>
                </a:lnTo>
                <a:lnTo>
                  <a:pt x="34304" y="52380"/>
                </a:lnTo>
                <a:lnTo>
                  <a:pt x="34936" y="51431"/>
                </a:lnTo>
                <a:lnTo>
                  <a:pt x="31140" y="57694"/>
                </a:lnTo>
                <a:lnTo>
                  <a:pt x="31695" y="56682"/>
                </a:lnTo>
                <a:lnTo>
                  <a:pt x="28499" y="63308"/>
                </a:lnTo>
                <a:lnTo>
                  <a:pt x="28958" y="62233"/>
                </a:lnTo>
                <a:lnTo>
                  <a:pt x="26411" y="69192"/>
                </a:lnTo>
                <a:lnTo>
                  <a:pt x="26681" y="68353"/>
                </a:lnTo>
                <a:lnTo>
                  <a:pt x="25653" y="71960"/>
                </a:lnTo>
                <a:lnTo>
                  <a:pt x="25811" y="71390"/>
                </a:lnTo>
                <a:lnTo>
                  <a:pt x="24957" y="75044"/>
                </a:lnTo>
                <a:lnTo>
                  <a:pt x="25083" y="74474"/>
                </a:lnTo>
                <a:lnTo>
                  <a:pt x="24419" y="78206"/>
                </a:lnTo>
                <a:lnTo>
                  <a:pt x="24499" y="77605"/>
                </a:lnTo>
                <a:lnTo>
                  <a:pt x="24023" y="81401"/>
                </a:lnTo>
                <a:lnTo>
                  <a:pt x="24087" y="80800"/>
                </a:lnTo>
                <a:lnTo>
                  <a:pt x="23787" y="84659"/>
                </a:lnTo>
                <a:lnTo>
                  <a:pt x="23818" y="84058"/>
                </a:lnTo>
                <a:lnTo>
                  <a:pt x="23723" y="87965"/>
                </a:lnTo>
                <a:lnTo>
                  <a:pt x="23723" y="87664"/>
                </a:lnTo>
                <a:lnTo>
                  <a:pt x="23723" y="120307"/>
                </a:lnTo>
                <a:lnTo>
                  <a:pt x="0" y="120307"/>
                </a:lnTo>
                <a:moveTo>
                  <a:pt x="102024" y="0"/>
                </a:moveTo>
                <a:lnTo>
                  <a:pt x="196916" y="0"/>
                </a:lnTo>
                <a:lnTo>
                  <a:pt x="196916" y="23723"/>
                </a:lnTo>
                <a:lnTo>
                  <a:pt x="102024" y="23723"/>
                </a:lnTo>
                <a:lnTo>
                  <a:pt x="102024" y="0"/>
                </a:lnTo>
                <a:moveTo>
                  <a:pt x="268085" y="0"/>
                </a:moveTo>
                <a:lnTo>
                  <a:pt x="362977" y="0"/>
                </a:lnTo>
                <a:lnTo>
                  <a:pt x="362977" y="23723"/>
                </a:lnTo>
                <a:lnTo>
                  <a:pt x="268085" y="23723"/>
                </a:lnTo>
                <a:lnTo>
                  <a:pt x="268085" y="0"/>
                </a:lnTo>
                <a:moveTo>
                  <a:pt x="434146" y="0"/>
                </a:moveTo>
                <a:lnTo>
                  <a:pt x="529037" y="0"/>
                </a:lnTo>
                <a:lnTo>
                  <a:pt x="529037" y="23723"/>
                </a:lnTo>
                <a:lnTo>
                  <a:pt x="434146" y="23723"/>
                </a:lnTo>
                <a:lnTo>
                  <a:pt x="434146" y="0"/>
                </a:lnTo>
                <a:moveTo>
                  <a:pt x="600206" y="0"/>
                </a:moveTo>
                <a:lnTo>
                  <a:pt x="695098" y="0"/>
                </a:lnTo>
                <a:lnTo>
                  <a:pt x="695098" y="23723"/>
                </a:lnTo>
                <a:lnTo>
                  <a:pt x="600206" y="23723"/>
                </a:lnTo>
                <a:lnTo>
                  <a:pt x="600206" y="0"/>
                </a:lnTo>
                <a:moveTo>
                  <a:pt x="766267" y="0"/>
                </a:moveTo>
                <a:lnTo>
                  <a:pt x="861159" y="0"/>
                </a:lnTo>
                <a:lnTo>
                  <a:pt x="861159" y="23723"/>
                </a:lnTo>
                <a:lnTo>
                  <a:pt x="766267" y="23723"/>
                </a:lnTo>
                <a:lnTo>
                  <a:pt x="766267" y="0"/>
                </a:lnTo>
                <a:moveTo>
                  <a:pt x="932328" y="0"/>
                </a:moveTo>
                <a:lnTo>
                  <a:pt x="1027220" y="0"/>
                </a:lnTo>
                <a:lnTo>
                  <a:pt x="1027220" y="23723"/>
                </a:lnTo>
                <a:lnTo>
                  <a:pt x="932328" y="23723"/>
                </a:lnTo>
                <a:lnTo>
                  <a:pt x="932328" y="0"/>
                </a:lnTo>
                <a:moveTo>
                  <a:pt x="1098389" y="0"/>
                </a:moveTo>
                <a:lnTo>
                  <a:pt x="1193281" y="0"/>
                </a:lnTo>
                <a:lnTo>
                  <a:pt x="1193281" y="23723"/>
                </a:lnTo>
                <a:lnTo>
                  <a:pt x="1098389" y="23723"/>
                </a:lnTo>
                <a:lnTo>
                  <a:pt x="1098389" y="0"/>
                </a:lnTo>
                <a:moveTo>
                  <a:pt x="1264450" y="0"/>
                </a:moveTo>
                <a:lnTo>
                  <a:pt x="1359341" y="0"/>
                </a:lnTo>
                <a:lnTo>
                  <a:pt x="1359341" y="23723"/>
                </a:lnTo>
                <a:lnTo>
                  <a:pt x="1264450" y="23723"/>
                </a:lnTo>
                <a:lnTo>
                  <a:pt x="1264450" y="0"/>
                </a:lnTo>
                <a:moveTo>
                  <a:pt x="1430510" y="0"/>
                </a:moveTo>
                <a:lnTo>
                  <a:pt x="1525402" y="0"/>
                </a:lnTo>
                <a:lnTo>
                  <a:pt x="1525402" y="23723"/>
                </a:lnTo>
                <a:lnTo>
                  <a:pt x="1430510" y="23723"/>
                </a:lnTo>
                <a:lnTo>
                  <a:pt x="1430510" y="0"/>
                </a:lnTo>
                <a:moveTo>
                  <a:pt x="1596571" y="0"/>
                </a:moveTo>
                <a:lnTo>
                  <a:pt x="1621338" y="0"/>
                </a:lnTo>
                <a:lnTo>
                  <a:pt x="1625687" y="111"/>
                </a:lnTo>
                <a:lnTo>
                  <a:pt x="1630131" y="442"/>
                </a:lnTo>
                <a:lnTo>
                  <a:pt x="1634513" y="1012"/>
                </a:lnTo>
                <a:lnTo>
                  <a:pt x="1638845" y="1771"/>
                </a:lnTo>
                <a:lnTo>
                  <a:pt x="1643085" y="2752"/>
                </a:lnTo>
                <a:lnTo>
                  <a:pt x="1647385" y="3985"/>
                </a:lnTo>
                <a:lnTo>
                  <a:pt x="1655309" y="6879"/>
                </a:lnTo>
                <a:lnTo>
                  <a:pt x="1662980" y="10580"/>
                </a:lnTo>
                <a:lnTo>
                  <a:pt x="1670207" y="14961"/>
                </a:lnTo>
                <a:lnTo>
                  <a:pt x="1676960" y="20006"/>
                </a:lnTo>
                <a:lnTo>
                  <a:pt x="1683176" y="25668"/>
                </a:lnTo>
                <a:lnTo>
                  <a:pt x="1688838" y="31884"/>
                </a:lnTo>
                <a:lnTo>
                  <a:pt x="1691257" y="35126"/>
                </a:lnTo>
                <a:lnTo>
                  <a:pt x="1672263" y="49328"/>
                </a:lnTo>
                <a:lnTo>
                  <a:pt x="1670176" y="46544"/>
                </a:lnTo>
                <a:lnTo>
                  <a:pt x="1670903" y="47430"/>
                </a:lnTo>
                <a:lnTo>
                  <a:pt x="1666001" y="42037"/>
                </a:lnTo>
                <a:lnTo>
                  <a:pt x="1666808" y="42843"/>
                </a:lnTo>
                <a:lnTo>
                  <a:pt x="1661415" y="37941"/>
                </a:lnTo>
                <a:lnTo>
                  <a:pt x="1662300" y="38668"/>
                </a:lnTo>
                <a:lnTo>
                  <a:pt x="1656464" y="34303"/>
                </a:lnTo>
                <a:lnTo>
                  <a:pt x="1657413" y="34936"/>
                </a:lnTo>
                <a:lnTo>
                  <a:pt x="1651150" y="31141"/>
                </a:lnTo>
                <a:lnTo>
                  <a:pt x="1652162" y="31694"/>
                </a:lnTo>
                <a:lnTo>
                  <a:pt x="1645536" y="28499"/>
                </a:lnTo>
                <a:lnTo>
                  <a:pt x="1646611" y="28958"/>
                </a:lnTo>
                <a:lnTo>
                  <a:pt x="1639652" y="26412"/>
                </a:lnTo>
                <a:lnTo>
                  <a:pt x="1640491" y="26680"/>
                </a:lnTo>
                <a:lnTo>
                  <a:pt x="1636884" y="25653"/>
                </a:lnTo>
                <a:lnTo>
                  <a:pt x="1637454" y="25811"/>
                </a:lnTo>
                <a:lnTo>
                  <a:pt x="1633800" y="24957"/>
                </a:lnTo>
                <a:lnTo>
                  <a:pt x="1634370" y="25083"/>
                </a:lnTo>
                <a:lnTo>
                  <a:pt x="1630638" y="24419"/>
                </a:lnTo>
                <a:lnTo>
                  <a:pt x="1631239" y="24498"/>
                </a:lnTo>
                <a:lnTo>
                  <a:pt x="1627443" y="24024"/>
                </a:lnTo>
                <a:lnTo>
                  <a:pt x="1628027" y="24086"/>
                </a:lnTo>
                <a:lnTo>
                  <a:pt x="1624185" y="23786"/>
                </a:lnTo>
                <a:lnTo>
                  <a:pt x="1624786" y="23818"/>
                </a:lnTo>
                <a:lnTo>
                  <a:pt x="1620880" y="23723"/>
                </a:lnTo>
                <a:lnTo>
                  <a:pt x="1621180" y="23723"/>
                </a:lnTo>
                <a:lnTo>
                  <a:pt x="1596571" y="23723"/>
                </a:lnTo>
                <a:lnTo>
                  <a:pt x="1596571" y="0"/>
                </a:lnTo>
                <a:moveTo>
                  <a:pt x="1708843" y="110059"/>
                </a:moveTo>
                <a:lnTo>
                  <a:pt x="1708843" y="204951"/>
                </a:lnTo>
                <a:lnTo>
                  <a:pt x="1685120" y="204951"/>
                </a:lnTo>
                <a:lnTo>
                  <a:pt x="1685120" y="110059"/>
                </a:lnTo>
                <a:lnTo>
                  <a:pt x="1708843" y="110059"/>
                </a:lnTo>
                <a:moveTo>
                  <a:pt x="1708843" y="276120"/>
                </a:moveTo>
                <a:lnTo>
                  <a:pt x="1708843" y="371012"/>
                </a:lnTo>
                <a:lnTo>
                  <a:pt x="1685120" y="371012"/>
                </a:lnTo>
                <a:lnTo>
                  <a:pt x="1685120" y="276120"/>
                </a:lnTo>
                <a:lnTo>
                  <a:pt x="1708843" y="276120"/>
                </a:lnTo>
                <a:moveTo>
                  <a:pt x="1708843" y="442180"/>
                </a:moveTo>
                <a:lnTo>
                  <a:pt x="1708843" y="537072"/>
                </a:lnTo>
                <a:lnTo>
                  <a:pt x="1685120" y="537072"/>
                </a:lnTo>
                <a:lnTo>
                  <a:pt x="1685120" y="442180"/>
                </a:lnTo>
                <a:lnTo>
                  <a:pt x="1708843" y="442180"/>
                </a:lnTo>
                <a:moveTo>
                  <a:pt x="1708843" y="608241"/>
                </a:moveTo>
                <a:lnTo>
                  <a:pt x="1708843" y="703133"/>
                </a:lnTo>
                <a:lnTo>
                  <a:pt x="1685120" y="703133"/>
                </a:lnTo>
                <a:lnTo>
                  <a:pt x="1685120" y="608241"/>
                </a:lnTo>
                <a:lnTo>
                  <a:pt x="1708843" y="608241"/>
                </a:lnTo>
                <a:moveTo>
                  <a:pt x="1708843" y="774302"/>
                </a:moveTo>
                <a:lnTo>
                  <a:pt x="1708843" y="869193"/>
                </a:lnTo>
                <a:lnTo>
                  <a:pt x="1685120" y="869193"/>
                </a:lnTo>
                <a:lnTo>
                  <a:pt x="1685120" y="774302"/>
                </a:lnTo>
                <a:lnTo>
                  <a:pt x="1708843" y="774302"/>
                </a:lnTo>
                <a:moveTo>
                  <a:pt x="1708843" y="940362"/>
                </a:moveTo>
                <a:lnTo>
                  <a:pt x="1708843" y="950769"/>
                </a:lnTo>
                <a:lnTo>
                  <a:pt x="1708734" y="955118"/>
                </a:lnTo>
                <a:lnTo>
                  <a:pt x="1708402" y="959562"/>
                </a:lnTo>
                <a:lnTo>
                  <a:pt x="1707832" y="963943"/>
                </a:lnTo>
                <a:lnTo>
                  <a:pt x="1707073" y="968276"/>
                </a:lnTo>
                <a:lnTo>
                  <a:pt x="1706092" y="972515"/>
                </a:lnTo>
                <a:lnTo>
                  <a:pt x="1704859" y="976817"/>
                </a:lnTo>
                <a:lnTo>
                  <a:pt x="1701965" y="984740"/>
                </a:lnTo>
                <a:lnTo>
                  <a:pt x="1698264" y="992411"/>
                </a:lnTo>
                <a:lnTo>
                  <a:pt x="1693883" y="999638"/>
                </a:lnTo>
                <a:lnTo>
                  <a:pt x="1688838" y="1006391"/>
                </a:lnTo>
                <a:lnTo>
                  <a:pt x="1683176" y="1012607"/>
                </a:lnTo>
                <a:lnTo>
                  <a:pt x="1676960" y="1018269"/>
                </a:lnTo>
                <a:lnTo>
                  <a:pt x="1670207" y="1023314"/>
                </a:lnTo>
                <a:lnTo>
                  <a:pt x="1662980" y="1027695"/>
                </a:lnTo>
                <a:lnTo>
                  <a:pt x="1659548" y="1029355"/>
                </a:lnTo>
                <a:lnTo>
                  <a:pt x="1649252" y="1007989"/>
                </a:lnTo>
                <a:lnTo>
                  <a:pt x="1652162" y="1006581"/>
                </a:lnTo>
                <a:lnTo>
                  <a:pt x="1651150" y="1007134"/>
                </a:lnTo>
                <a:lnTo>
                  <a:pt x="1657413" y="1003339"/>
                </a:lnTo>
                <a:lnTo>
                  <a:pt x="1656464" y="1003972"/>
                </a:lnTo>
                <a:lnTo>
                  <a:pt x="1662300" y="999607"/>
                </a:lnTo>
                <a:lnTo>
                  <a:pt x="1661415" y="1000334"/>
                </a:lnTo>
                <a:lnTo>
                  <a:pt x="1666808" y="995432"/>
                </a:lnTo>
                <a:lnTo>
                  <a:pt x="1666001" y="996238"/>
                </a:lnTo>
                <a:lnTo>
                  <a:pt x="1670903" y="990845"/>
                </a:lnTo>
                <a:lnTo>
                  <a:pt x="1670176" y="991731"/>
                </a:lnTo>
                <a:lnTo>
                  <a:pt x="1674541" y="985895"/>
                </a:lnTo>
                <a:lnTo>
                  <a:pt x="1673908" y="986844"/>
                </a:lnTo>
                <a:lnTo>
                  <a:pt x="1677703" y="980581"/>
                </a:lnTo>
                <a:lnTo>
                  <a:pt x="1677150" y="981593"/>
                </a:lnTo>
                <a:lnTo>
                  <a:pt x="1680345" y="974967"/>
                </a:lnTo>
                <a:lnTo>
                  <a:pt x="1679886" y="976042"/>
                </a:lnTo>
                <a:lnTo>
                  <a:pt x="1682432" y="969083"/>
                </a:lnTo>
                <a:lnTo>
                  <a:pt x="1682164" y="969922"/>
                </a:lnTo>
                <a:lnTo>
                  <a:pt x="1683193" y="966315"/>
                </a:lnTo>
                <a:lnTo>
                  <a:pt x="1683033" y="966885"/>
                </a:lnTo>
                <a:lnTo>
                  <a:pt x="1683887" y="963231"/>
                </a:lnTo>
                <a:lnTo>
                  <a:pt x="1683761" y="963801"/>
                </a:lnTo>
                <a:lnTo>
                  <a:pt x="1684426" y="960069"/>
                </a:lnTo>
                <a:lnTo>
                  <a:pt x="1684347" y="960669"/>
                </a:lnTo>
                <a:lnTo>
                  <a:pt x="1684820" y="956874"/>
                </a:lnTo>
                <a:lnTo>
                  <a:pt x="1684758" y="957475"/>
                </a:lnTo>
                <a:lnTo>
                  <a:pt x="1685058" y="953616"/>
                </a:lnTo>
                <a:lnTo>
                  <a:pt x="1685026" y="954217"/>
                </a:lnTo>
                <a:lnTo>
                  <a:pt x="1685120" y="950310"/>
                </a:lnTo>
                <a:lnTo>
                  <a:pt x="1685120" y="950611"/>
                </a:lnTo>
                <a:lnTo>
                  <a:pt x="1685120" y="940362"/>
                </a:lnTo>
                <a:lnTo>
                  <a:pt x="1708843" y="940362"/>
                </a:lnTo>
                <a:moveTo>
                  <a:pt x="1584424" y="1038275"/>
                </a:moveTo>
                <a:lnTo>
                  <a:pt x="1489532" y="1038275"/>
                </a:lnTo>
                <a:lnTo>
                  <a:pt x="1489532" y="1014552"/>
                </a:lnTo>
                <a:lnTo>
                  <a:pt x="1584424" y="1014552"/>
                </a:lnTo>
                <a:lnTo>
                  <a:pt x="1584424" y="1038275"/>
                </a:lnTo>
                <a:moveTo>
                  <a:pt x="1418363" y="1038275"/>
                </a:moveTo>
                <a:lnTo>
                  <a:pt x="1323472" y="1038275"/>
                </a:lnTo>
                <a:lnTo>
                  <a:pt x="1323472" y="1014552"/>
                </a:lnTo>
                <a:lnTo>
                  <a:pt x="1418363" y="1014552"/>
                </a:lnTo>
                <a:lnTo>
                  <a:pt x="1418363" y="1038275"/>
                </a:lnTo>
                <a:moveTo>
                  <a:pt x="1252303" y="1038275"/>
                </a:moveTo>
                <a:lnTo>
                  <a:pt x="1157411" y="1038275"/>
                </a:lnTo>
                <a:lnTo>
                  <a:pt x="1157411" y="1014552"/>
                </a:lnTo>
                <a:lnTo>
                  <a:pt x="1252303" y="1014552"/>
                </a:lnTo>
                <a:lnTo>
                  <a:pt x="1252303" y="1038275"/>
                </a:lnTo>
                <a:moveTo>
                  <a:pt x="1086243" y="1038275"/>
                </a:moveTo>
                <a:lnTo>
                  <a:pt x="991351" y="1038275"/>
                </a:lnTo>
                <a:lnTo>
                  <a:pt x="991351" y="1014552"/>
                </a:lnTo>
                <a:lnTo>
                  <a:pt x="1086243" y="1014552"/>
                </a:lnTo>
                <a:lnTo>
                  <a:pt x="1086243" y="1038275"/>
                </a:lnTo>
                <a:moveTo>
                  <a:pt x="920182" y="1038275"/>
                </a:moveTo>
                <a:lnTo>
                  <a:pt x="825290" y="1038275"/>
                </a:lnTo>
                <a:lnTo>
                  <a:pt x="825290" y="1014552"/>
                </a:lnTo>
                <a:lnTo>
                  <a:pt x="920182" y="1014552"/>
                </a:lnTo>
                <a:lnTo>
                  <a:pt x="920182" y="1038275"/>
                </a:lnTo>
                <a:moveTo>
                  <a:pt x="754121" y="1038275"/>
                </a:moveTo>
                <a:lnTo>
                  <a:pt x="659230" y="1038275"/>
                </a:lnTo>
                <a:lnTo>
                  <a:pt x="659230" y="1014552"/>
                </a:lnTo>
                <a:lnTo>
                  <a:pt x="754121" y="1014552"/>
                </a:lnTo>
                <a:lnTo>
                  <a:pt x="754121" y="1038275"/>
                </a:lnTo>
                <a:moveTo>
                  <a:pt x="588061" y="1038275"/>
                </a:moveTo>
                <a:lnTo>
                  <a:pt x="493169" y="1038275"/>
                </a:lnTo>
                <a:lnTo>
                  <a:pt x="493169" y="1014552"/>
                </a:lnTo>
                <a:lnTo>
                  <a:pt x="588061" y="1014552"/>
                </a:lnTo>
                <a:lnTo>
                  <a:pt x="588061" y="1038275"/>
                </a:lnTo>
                <a:moveTo>
                  <a:pt x="422000" y="1038275"/>
                </a:moveTo>
                <a:lnTo>
                  <a:pt x="327108" y="1038275"/>
                </a:lnTo>
                <a:lnTo>
                  <a:pt x="327108" y="1014552"/>
                </a:lnTo>
                <a:lnTo>
                  <a:pt x="422000" y="1014552"/>
                </a:lnTo>
                <a:lnTo>
                  <a:pt x="422000" y="1038275"/>
                </a:lnTo>
                <a:moveTo>
                  <a:pt x="255939" y="1038275"/>
                </a:moveTo>
                <a:lnTo>
                  <a:pt x="161047" y="1038275"/>
                </a:lnTo>
                <a:lnTo>
                  <a:pt x="161047" y="1014552"/>
                </a:lnTo>
                <a:lnTo>
                  <a:pt x="255939" y="1014552"/>
                </a:lnTo>
                <a:lnTo>
                  <a:pt x="255939" y="1038275"/>
                </a:lnTo>
                <a:moveTo>
                  <a:pt x="89878" y="1038275"/>
                </a:moveTo>
                <a:lnTo>
                  <a:pt x="87506" y="1038275"/>
                </a:lnTo>
                <a:lnTo>
                  <a:pt x="83157" y="1038164"/>
                </a:lnTo>
                <a:lnTo>
                  <a:pt x="78713" y="1037833"/>
                </a:lnTo>
                <a:lnTo>
                  <a:pt x="74333" y="1037263"/>
                </a:lnTo>
                <a:lnTo>
                  <a:pt x="69999" y="1036504"/>
                </a:lnTo>
                <a:lnTo>
                  <a:pt x="65760" y="1035523"/>
                </a:lnTo>
                <a:lnTo>
                  <a:pt x="61458" y="1034290"/>
                </a:lnTo>
                <a:lnTo>
                  <a:pt x="53535" y="1031395"/>
                </a:lnTo>
                <a:lnTo>
                  <a:pt x="45865" y="1027695"/>
                </a:lnTo>
                <a:lnTo>
                  <a:pt x="38637" y="1023314"/>
                </a:lnTo>
                <a:lnTo>
                  <a:pt x="31884" y="1018269"/>
                </a:lnTo>
                <a:lnTo>
                  <a:pt x="25668" y="1012607"/>
                </a:lnTo>
                <a:lnTo>
                  <a:pt x="20007" y="1006391"/>
                </a:lnTo>
                <a:lnTo>
                  <a:pt x="14961" y="999638"/>
                </a:lnTo>
                <a:lnTo>
                  <a:pt x="10581" y="992411"/>
                </a:lnTo>
                <a:lnTo>
                  <a:pt x="6880" y="984740"/>
                </a:lnTo>
                <a:lnTo>
                  <a:pt x="5330" y="980517"/>
                </a:lnTo>
                <a:lnTo>
                  <a:pt x="27615" y="972357"/>
                </a:lnTo>
                <a:lnTo>
                  <a:pt x="28958" y="976042"/>
                </a:lnTo>
                <a:lnTo>
                  <a:pt x="28499" y="974967"/>
                </a:lnTo>
                <a:lnTo>
                  <a:pt x="31695" y="981593"/>
                </a:lnTo>
                <a:lnTo>
                  <a:pt x="31140" y="980581"/>
                </a:lnTo>
                <a:lnTo>
                  <a:pt x="34936" y="986844"/>
                </a:lnTo>
                <a:lnTo>
                  <a:pt x="34304" y="985895"/>
                </a:lnTo>
                <a:lnTo>
                  <a:pt x="38669" y="991731"/>
                </a:lnTo>
                <a:lnTo>
                  <a:pt x="37941" y="990845"/>
                </a:lnTo>
                <a:lnTo>
                  <a:pt x="42844" y="996238"/>
                </a:lnTo>
                <a:lnTo>
                  <a:pt x="42037" y="995432"/>
                </a:lnTo>
                <a:lnTo>
                  <a:pt x="47431" y="1000334"/>
                </a:lnTo>
                <a:lnTo>
                  <a:pt x="46545" y="999607"/>
                </a:lnTo>
                <a:lnTo>
                  <a:pt x="52381" y="1003972"/>
                </a:lnTo>
                <a:lnTo>
                  <a:pt x="51432" y="1003339"/>
                </a:lnTo>
                <a:lnTo>
                  <a:pt x="57694" y="1007134"/>
                </a:lnTo>
                <a:lnTo>
                  <a:pt x="56681" y="1006581"/>
                </a:lnTo>
                <a:lnTo>
                  <a:pt x="63309" y="1009776"/>
                </a:lnTo>
                <a:lnTo>
                  <a:pt x="62233" y="1009317"/>
                </a:lnTo>
                <a:lnTo>
                  <a:pt x="69192" y="1011863"/>
                </a:lnTo>
                <a:lnTo>
                  <a:pt x="68354" y="1011595"/>
                </a:lnTo>
                <a:lnTo>
                  <a:pt x="71960" y="1012622"/>
                </a:lnTo>
                <a:lnTo>
                  <a:pt x="71391" y="1012464"/>
                </a:lnTo>
                <a:lnTo>
                  <a:pt x="75043" y="1013319"/>
                </a:lnTo>
                <a:lnTo>
                  <a:pt x="74475" y="1013192"/>
                </a:lnTo>
                <a:lnTo>
                  <a:pt x="78207" y="1013856"/>
                </a:lnTo>
                <a:lnTo>
                  <a:pt x="77606" y="1013777"/>
                </a:lnTo>
                <a:lnTo>
                  <a:pt x="81402" y="1014251"/>
                </a:lnTo>
                <a:lnTo>
                  <a:pt x="80801" y="1014189"/>
                </a:lnTo>
                <a:lnTo>
                  <a:pt x="84660" y="1014489"/>
                </a:lnTo>
                <a:lnTo>
                  <a:pt x="84059" y="1014457"/>
                </a:lnTo>
                <a:lnTo>
                  <a:pt x="87964" y="1014552"/>
                </a:lnTo>
                <a:lnTo>
                  <a:pt x="87664" y="1014552"/>
                </a:lnTo>
                <a:lnTo>
                  <a:pt x="89878" y="1014552"/>
                </a:lnTo>
                <a:lnTo>
                  <a:pt x="89878" y="1038275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197">
            <a:extLst xmlns:a="http://schemas.openxmlformats.org/drawingml/2006/main">
              <a:ext uri="{FF2B5EF4-FFF2-40B4-BE49-F238E27FC236}">
                <a16:creationId xmlns:a16="http://schemas.microsoft.com/office/drawing/2014/main" id="{704AA64A-4A2D-4D98-BFC1-85C1F646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782" y="3701062"/>
            <a:ext cx="1708845" cy="913335"/>
          </a:xfrm>
          <a:custGeom xmlns:a="http://schemas.openxmlformats.org/drawingml/2006/main">
            <a:pathLst>
              <a:path w="1708845" h="913335">
                <a:moveTo>
                  <a:pt x="0" y="835016"/>
                </a:moveTo>
                <a:lnTo>
                  <a:pt x="0" y="740125"/>
                </a:lnTo>
                <a:lnTo>
                  <a:pt x="23723" y="740125"/>
                </a:lnTo>
                <a:lnTo>
                  <a:pt x="23723" y="835016"/>
                </a:lnTo>
                <a:lnTo>
                  <a:pt x="0" y="835016"/>
                </a:lnTo>
                <a:moveTo>
                  <a:pt x="0" y="668956"/>
                </a:moveTo>
                <a:lnTo>
                  <a:pt x="0" y="574064"/>
                </a:lnTo>
                <a:lnTo>
                  <a:pt x="23723" y="574064"/>
                </a:lnTo>
                <a:lnTo>
                  <a:pt x="23723" y="668956"/>
                </a:lnTo>
                <a:lnTo>
                  <a:pt x="0" y="668956"/>
                </a:lnTo>
                <a:moveTo>
                  <a:pt x="0" y="502895"/>
                </a:moveTo>
                <a:lnTo>
                  <a:pt x="0" y="408004"/>
                </a:lnTo>
                <a:lnTo>
                  <a:pt x="23723" y="408004"/>
                </a:lnTo>
                <a:lnTo>
                  <a:pt x="23723" y="502895"/>
                </a:lnTo>
                <a:lnTo>
                  <a:pt x="0" y="502895"/>
                </a:lnTo>
                <a:moveTo>
                  <a:pt x="0" y="336835"/>
                </a:moveTo>
                <a:lnTo>
                  <a:pt x="0" y="241943"/>
                </a:lnTo>
                <a:lnTo>
                  <a:pt x="23723" y="241943"/>
                </a:lnTo>
                <a:lnTo>
                  <a:pt x="23723" y="336835"/>
                </a:lnTo>
                <a:lnTo>
                  <a:pt x="0" y="336835"/>
                </a:lnTo>
                <a:moveTo>
                  <a:pt x="0" y="170774"/>
                </a:moveTo>
                <a:lnTo>
                  <a:pt x="0" y="78175"/>
                </a:lnTo>
                <a:lnTo>
                  <a:pt x="64" y="75581"/>
                </a:lnTo>
                <a:lnTo>
                  <a:pt x="23787" y="76183"/>
                </a:lnTo>
                <a:lnTo>
                  <a:pt x="23723" y="78618"/>
                </a:lnTo>
                <a:lnTo>
                  <a:pt x="23723" y="78317"/>
                </a:lnTo>
                <a:lnTo>
                  <a:pt x="23723" y="170774"/>
                </a:lnTo>
                <a:lnTo>
                  <a:pt x="0" y="170774"/>
                </a:lnTo>
                <a:moveTo>
                  <a:pt x="43524" y="8224"/>
                </a:moveTo>
                <a:lnTo>
                  <a:pt x="47826" y="6153"/>
                </a:lnTo>
                <a:lnTo>
                  <a:pt x="55037" y="3511"/>
                </a:lnTo>
                <a:lnTo>
                  <a:pt x="62550" y="1582"/>
                </a:lnTo>
                <a:lnTo>
                  <a:pt x="70189" y="412"/>
                </a:lnTo>
                <a:lnTo>
                  <a:pt x="74300" y="95"/>
                </a:lnTo>
                <a:lnTo>
                  <a:pt x="78175" y="0"/>
                </a:lnTo>
                <a:lnTo>
                  <a:pt x="142465" y="0"/>
                </a:lnTo>
                <a:lnTo>
                  <a:pt x="142465" y="23723"/>
                </a:lnTo>
                <a:lnTo>
                  <a:pt x="78317" y="23723"/>
                </a:lnTo>
                <a:lnTo>
                  <a:pt x="78618" y="23723"/>
                </a:lnTo>
                <a:lnTo>
                  <a:pt x="75202" y="23802"/>
                </a:lnTo>
                <a:lnTo>
                  <a:pt x="75804" y="23771"/>
                </a:lnTo>
                <a:lnTo>
                  <a:pt x="72434" y="24039"/>
                </a:lnTo>
                <a:lnTo>
                  <a:pt x="73320" y="23929"/>
                </a:lnTo>
                <a:lnTo>
                  <a:pt x="66725" y="24941"/>
                </a:lnTo>
                <a:lnTo>
                  <a:pt x="67880" y="24704"/>
                </a:lnTo>
                <a:lnTo>
                  <a:pt x="61522" y="26333"/>
                </a:lnTo>
                <a:lnTo>
                  <a:pt x="62644" y="25984"/>
                </a:lnTo>
                <a:lnTo>
                  <a:pt x="56524" y="28231"/>
                </a:lnTo>
                <a:lnTo>
                  <a:pt x="57600" y="27772"/>
                </a:lnTo>
                <a:lnTo>
                  <a:pt x="53820" y="29591"/>
                </a:lnTo>
                <a:lnTo>
                  <a:pt x="43524" y="8224"/>
                </a:lnTo>
                <a:moveTo>
                  <a:pt x="213633" y="0"/>
                </a:moveTo>
                <a:lnTo>
                  <a:pt x="308525" y="0"/>
                </a:lnTo>
                <a:lnTo>
                  <a:pt x="308525" y="23723"/>
                </a:lnTo>
                <a:lnTo>
                  <a:pt x="213633" y="23723"/>
                </a:lnTo>
                <a:lnTo>
                  <a:pt x="213633" y="0"/>
                </a:lnTo>
                <a:moveTo>
                  <a:pt x="379694" y="0"/>
                </a:moveTo>
                <a:lnTo>
                  <a:pt x="474586" y="0"/>
                </a:lnTo>
                <a:lnTo>
                  <a:pt x="474586" y="23723"/>
                </a:lnTo>
                <a:lnTo>
                  <a:pt x="379694" y="23723"/>
                </a:lnTo>
                <a:lnTo>
                  <a:pt x="379694" y="0"/>
                </a:lnTo>
                <a:moveTo>
                  <a:pt x="545755" y="0"/>
                </a:moveTo>
                <a:lnTo>
                  <a:pt x="640647" y="0"/>
                </a:lnTo>
                <a:lnTo>
                  <a:pt x="640647" y="23723"/>
                </a:lnTo>
                <a:lnTo>
                  <a:pt x="545755" y="23723"/>
                </a:lnTo>
                <a:lnTo>
                  <a:pt x="545755" y="0"/>
                </a:lnTo>
                <a:moveTo>
                  <a:pt x="711816" y="0"/>
                </a:moveTo>
                <a:lnTo>
                  <a:pt x="806707" y="0"/>
                </a:lnTo>
                <a:lnTo>
                  <a:pt x="806707" y="23723"/>
                </a:lnTo>
                <a:lnTo>
                  <a:pt x="711816" y="23723"/>
                </a:lnTo>
                <a:lnTo>
                  <a:pt x="711816" y="0"/>
                </a:lnTo>
                <a:moveTo>
                  <a:pt x="877875" y="0"/>
                </a:moveTo>
                <a:lnTo>
                  <a:pt x="972767" y="0"/>
                </a:lnTo>
                <a:lnTo>
                  <a:pt x="972767" y="23723"/>
                </a:lnTo>
                <a:lnTo>
                  <a:pt x="877875" y="23723"/>
                </a:lnTo>
                <a:lnTo>
                  <a:pt x="877875" y="0"/>
                </a:lnTo>
                <a:moveTo>
                  <a:pt x="1043936" y="0"/>
                </a:moveTo>
                <a:lnTo>
                  <a:pt x="1138828" y="0"/>
                </a:lnTo>
                <a:lnTo>
                  <a:pt x="1138828" y="23723"/>
                </a:lnTo>
                <a:lnTo>
                  <a:pt x="1043936" y="23723"/>
                </a:lnTo>
                <a:lnTo>
                  <a:pt x="1043936" y="0"/>
                </a:lnTo>
                <a:moveTo>
                  <a:pt x="1209997" y="0"/>
                </a:moveTo>
                <a:lnTo>
                  <a:pt x="1304889" y="0"/>
                </a:lnTo>
                <a:lnTo>
                  <a:pt x="1304889" y="23723"/>
                </a:lnTo>
                <a:lnTo>
                  <a:pt x="1209997" y="23723"/>
                </a:lnTo>
                <a:lnTo>
                  <a:pt x="1209997" y="0"/>
                </a:lnTo>
                <a:moveTo>
                  <a:pt x="1376058" y="0"/>
                </a:moveTo>
                <a:lnTo>
                  <a:pt x="1470950" y="0"/>
                </a:lnTo>
                <a:lnTo>
                  <a:pt x="1470950" y="23723"/>
                </a:lnTo>
                <a:lnTo>
                  <a:pt x="1376058" y="23723"/>
                </a:lnTo>
                <a:lnTo>
                  <a:pt x="1376058" y="0"/>
                </a:lnTo>
                <a:moveTo>
                  <a:pt x="1542119" y="0"/>
                </a:moveTo>
                <a:lnTo>
                  <a:pt x="1630669" y="0"/>
                </a:lnTo>
                <a:lnTo>
                  <a:pt x="1634544" y="95"/>
                </a:lnTo>
                <a:lnTo>
                  <a:pt x="1637897" y="348"/>
                </a:lnTo>
                <a:lnTo>
                  <a:pt x="1636093" y="24008"/>
                </a:lnTo>
                <a:lnTo>
                  <a:pt x="1633041" y="23771"/>
                </a:lnTo>
                <a:lnTo>
                  <a:pt x="1633643" y="23802"/>
                </a:lnTo>
                <a:lnTo>
                  <a:pt x="1630227" y="23723"/>
                </a:lnTo>
                <a:lnTo>
                  <a:pt x="1630527" y="23723"/>
                </a:lnTo>
                <a:lnTo>
                  <a:pt x="1542119" y="23723"/>
                </a:lnTo>
                <a:lnTo>
                  <a:pt x="1542119" y="0"/>
                </a:lnTo>
                <a:moveTo>
                  <a:pt x="1702376" y="47162"/>
                </a:moveTo>
                <a:lnTo>
                  <a:pt x="1702691" y="47826"/>
                </a:lnTo>
                <a:lnTo>
                  <a:pt x="1705333" y="55037"/>
                </a:lnTo>
                <a:lnTo>
                  <a:pt x="1707262" y="62550"/>
                </a:lnTo>
                <a:lnTo>
                  <a:pt x="1708433" y="70189"/>
                </a:lnTo>
                <a:lnTo>
                  <a:pt x="1708749" y="74300"/>
                </a:lnTo>
                <a:lnTo>
                  <a:pt x="1708845" y="78175"/>
                </a:lnTo>
                <a:lnTo>
                  <a:pt x="1708845" y="146497"/>
                </a:lnTo>
                <a:lnTo>
                  <a:pt x="1685122" y="146497"/>
                </a:lnTo>
                <a:lnTo>
                  <a:pt x="1685122" y="78317"/>
                </a:lnTo>
                <a:lnTo>
                  <a:pt x="1685122" y="78618"/>
                </a:lnTo>
                <a:lnTo>
                  <a:pt x="1685042" y="75202"/>
                </a:lnTo>
                <a:lnTo>
                  <a:pt x="1685074" y="75803"/>
                </a:lnTo>
                <a:lnTo>
                  <a:pt x="1684805" y="72434"/>
                </a:lnTo>
                <a:lnTo>
                  <a:pt x="1684916" y="73320"/>
                </a:lnTo>
                <a:lnTo>
                  <a:pt x="1683903" y="66725"/>
                </a:lnTo>
                <a:lnTo>
                  <a:pt x="1684141" y="67880"/>
                </a:lnTo>
                <a:lnTo>
                  <a:pt x="1682511" y="61522"/>
                </a:lnTo>
                <a:lnTo>
                  <a:pt x="1682860" y="62645"/>
                </a:lnTo>
                <a:lnTo>
                  <a:pt x="1680614" y="56524"/>
                </a:lnTo>
                <a:lnTo>
                  <a:pt x="1681072" y="57600"/>
                </a:lnTo>
                <a:lnTo>
                  <a:pt x="1680819" y="57078"/>
                </a:lnTo>
                <a:lnTo>
                  <a:pt x="1681010" y="57457"/>
                </a:lnTo>
                <a:lnTo>
                  <a:pt x="1702376" y="47162"/>
                </a:lnTo>
                <a:moveTo>
                  <a:pt x="1708845" y="217666"/>
                </a:moveTo>
                <a:lnTo>
                  <a:pt x="1708845" y="312558"/>
                </a:lnTo>
                <a:lnTo>
                  <a:pt x="1685122" y="312558"/>
                </a:lnTo>
                <a:lnTo>
                  <a:pt x="1685122" y="217666"/>
                </a:lnTo>
                <a:lnTo>
                  <a:pt x="1708845" y="217666"/>
                </a:lnTo>
                <a:moveTo>
                  <a:pt x="1708845" y="383727"/>
                </a:moveTo>
                <a:lnTo>
                  <a:pt x="1708845" y="478620"/>
                </a:lnTo>
                <a:lnTo>
                  <a:pt x="1685122" y="478620"/>
                </a:lnTo>
                <a:lnTo>
                  <a:pt x="1685122" y="383727"/>
                </a:lnTo>
                <a:lnTo>
                  <a:pt x="1708845" y="383727"/>
                </a:lnTo>
                <a:moveTo>
                  <a:pt x="1708845" y="549789"/>
                </a:moveTo>
                <a:lnTo>
                  <a:pt x="1708845" y="644680"/>
                </a:lnTo>
                <a:lnTo>
                  <a:pt x="1685122" y="644680"/>
                </a:lnTo>
                <a:lnTo>
                  <a:pt x="1685122" y="549789"/>
                </a:lnTo>
                <a:lnTo>
                  <a:pt x="1708845" y="549789"/>
                </a:lnTo>
                <a:moveTo>
                  <a:pt x="1708845" y="715849"/>
                </a:moveTo>
                <a:lnTo>
                  <a:pt x="1708845" y="810741"/>
                </a:lnTo>
                <a:lnTo>
                  <a:pt x="1685122" y="810741"/>
                </a:lnTo>
                <a:lnTo>
                  <a:pt x="1685122" y="715849"/>
                </a:lnTo>
                <a:lnTo>
                  <a:pt x="1708845" y="715849"/>
                </a:lnTo>
                <a:moveTo>
                  <a:pt x="1689849" y="886069"/>
                </a:moveTo>
                <a:lnTo>
                  <a:pt x="1685912" y="890403"/>
                </a:lnTo>
                <a:lnTo>
                  <a:pt x="1680361" y="895463"/>
                </a:lnTo>
                <a:lnTo>
                  <a:pt x="1674319" y="899971"/>
                </a:lnTo>
                <a:lnTo>
                  <a:pt x="1667867" y="903893"/>
                </a:lnTo>
                <a:lnTo>
                  <a:pt x="1661018" y="907182"/>
                </a:lnTo>
                <a:lnTo>
                  <a:pt x="1653807" y="909824"/>
                </a:lnTo>
                <a:lnTo>
                  <a:pt x="1646295" y="911753"/>
                </a:lnTo>
                <a:lnTo>
                  <a:pt x="1638656" y="912923"/>
                </a:lnTo>
                <a:lnTo>
                  <a:pt x="1634544" y="913240"/>
                </a:lnTo>
                <a:lnTo>
                  <a:pt x="1630669" y="913335"/>
                </a:lnTo>
                <a:lnTo>
                  <a:pt x="1593107" y="913335"/>
                </a:lnTo>
                <a:lnTo>
                  <a:pt x="1593107" y="889612"/>
                </a:lnTo>
                <a:lnTo>
                  <a:pt x="1630527" y="889612"/>
                </a:lnTo>
                <a:lnTo>
                  <a:pt x="1630227" y="889612"/>
                </a:lnTo>
                <a:lnTo>
                  <a:pt x="1633643" y="889533"/>
                </a:lnTo>
                <a:lnTo>
                  <a:pt x="1633041" y="889564"/>
                </a:lnTo>
                <a:lnTo>
                  <a:pt x="1636411" y="889295"/>
                </a:lnTo>
                <a:lnTo>
                  <a:pt x="1635525" y="889406"/>
                </a:lnTo>
                <a:lnTo>
                  <a:pt x="1642120" y="888393"/>
                </a:lnTo>
                <a:lnTo>
                  <a:pt x="1640965" y="888631"/>
                </a:lnTo>
                <a:lnTo>
                  <a:pt x="1647323" y="887002"/>
                </a:lnTo>
                <a:lnTo>
                  <a:pt x="1646201" y="887350"/>
                </a:lnTo>
                <a:lnTo>
                  <a:pt x="1652320" y="885104"/>
                </a:lnTo>
                <a:lnTo>
                  <a:pt x="1651245" y="885563"/>
                </a:lnTo>
                <a:lnTo>
                  <a:pt x="1657049" y="882764"/>
                </a:lnTo>
                <a:lnTo>
                  <a:pt x="1656036" y="883317"/>
                </a:lnTo>
                <a:lnTo>
                  <a:pt x="1661525" y="879980"/>
                </a:lnTo>
                <a:lnTo>
                  <a:pt x="1660577" y="880628"/>
                </a:lnTo>
                <a:lnTo>
                  <a:pt x="1665701" y="876801"/>
                </a:lnTo>
                <a:lnTo>
                  <a:pt x="1664815" y="877513"/>
                </a:lnTo>
                <a:lnTo>
                  <a:pt x="1669543" y="873227"/>
                </a:lnTo>
                <a:lnTo>
                  <a:pt x="1668737" y="874033"/>
                </a:lnTo>
                <a:lnTo>
                  <a:pt x="1672294" y="870111"/>
                </a:lnTo>
                <a:lnTo>
                  <a:pt x="1689849" y="886069"/>
                </a:lnTo>
                <a:moveTo>
                  <a:pt x="1521938" y="913335"/>
                </a:moveTo>
                <a:lnTo>
                  <a:pt x="1427047" y="913335"/>
                </a:lnTo>
                <a:lnTo>
                  <a:pt x="1427047" y="889612"/>
                </a:lnTo>
                <a:lnTo>
                  <a:pt x="1521938" y="889612"/>
                </a:lnTo>
                <a:lnTo>
                  <a:pt x="1521938" y="913335"/>
                </a:lnTo>
                <a:moveTo>
                  <a:pt x="1355878" y="913335"/>
                </a:moveTo>
                <a:lnTo>
                  <a:pt x="1260986" y="913335"/>
                </a:lnTo>
                <a:lnTo>
                  <a:pt x="1260986" y="889612"/>
                </a:lnTo>
                <a:lnTo>
                  <a:pt x="1355878" y="889612"/>
                </a:lnTo>
                <a:lnTo>
                  <a:pt x="1355878" y="913335"/>
                </a:lnTo>
                <a:moveTo>
                  <a:pt x="1189817" y="913335"/>
                </a:moveTo>
                <a:lnTo>
                  <a:pt x="1094925" y="913335"/>
                </a:lnTo>
                <a:lnTo>
                  <a:pt x="1094925" y="889612"/>
                </a:lnTo>
                <a:lnTo>
                  <a:pt x="1189817" y="889612"/>
                </a:lnTo>
                <a:lnTo>
                  <a:pt x="1189817" y="913335"/>
                </a:lnTo>
                <a:moveTo>
                  <a:pt x="1023756" y="913335"/>
                </a:moveTo>
                <a:lnTo>
                  <a:pt x="928864" y="913335"/>
                </a:lnTo>
                <a:lnTo>
                  <a:pt x="928864" y="889612"/>
                </a:lnTo>
                <a:lnTo>
                  <a:pt x="1023756" y="889612"/>
                </a:lnTo>
                <a:lnTo>
                  <a:pt x="1023756" y="913335"/>
                </a:lnTo>
                <a:moveTo>
                  <a:pt x="857695" y="913335"/>
                </a:moveTo>
                <a:lnTo>
                  <a:pt x="762803" y="913335"/>
                </a:lnTo>
                <a:lnTo>
                  <a:pt x="762803" y="889612"/>
                </a:lnTo>
                <a:lnTo>
                  <a:pt x="857695" y="889612"/>
                </a:lnTo>
                <a:lnTo>
                  <a:pt x="857695" y="913335"/>
                </a:lnTo>
                <a:moveTo>
                  <a:pt x="691635" y="913335"/>
                </a:moveTo>
                <a:lnTo>
                  <a:pt x="596743" y="913335"/>
                </a:lnTo>
                <a:lnTo>
                  <a:pt x="596743" y="889612"/>
                </a:lnTo>
                <a:lnTo>
                  <a:pt x="691635" y="889612"/>
                </a:lnTo>
                <a:lnTo>
                  <a:pt x="691635" y="913335"/>
                </a:lnTo>
                <a:moveTo>
                  <a:pt x="525574" y="913335"/>
                </a:moveTo>
                <a:lnTo>
                  <a:pt x="430682" y="913335"/>
                </a:lnTo>
                <a:lnTo>
                  <a:pt x="430682" y="889612"/>
                </a:lnTo>
                <a:lnTo>
                  <a:pt x="525574" y="889612"/>
                </a:lnTo>
                <a:lnTo>
                  <a:pt x="525574" y="913335"/>
                </a:lnTo>
                <a:moveTo>
                  <a:pt x="359513" y="913335"/>
                </a:moveTo>
                <a:lnTo>
                  <a:pt x="264621" y="913335"/>
                </a:lnTo>
                <a:lnTo>
                  <a:pt x="264621" y="889612"/>
                </a:lnTo>
                <a:lnTo>
                  <a:pt x="359513" y="889612"/>
                </a:lnTo>
                <a:lnTo>
                  <a:pt x="359513" y="913335"/>
                </a:lnTo>
                <a:moveTo>
                  <a:pt x="193453" y="913335"/>
                </a:moveTo>
                <a:lnTo>
                  <a:pt x="98561" y="913335"/>
                </a:lnTo>
                <a:lnTo>
                  <a:pt x="98561" y="889612"/>
                </a:lnTo>
                <a:lnTo>
                  <a:pt x="193453" y="889612"/>
                </a:lnTo>
                <a:lnTo>
                  <a:pt x="193453" y="913335"/>
                </a:lnTo>
                <a:moveTo>
                  <a:pt x="24276" y="891636"/>
                </a:moveTo>
                <a:lnTo>
                  <a:pt x="22932" y="890403"/>
                </a:lnTo>
                <a:lnTo>
                  <a:pt x="17871" y="884851"/>
                </a:lnTo>
                <a:lnTo>
                  <a:pt x="13364" y="878810"/>
                </a:lnTo>
                <a:lnTo>
                  <a:pt x="9442" y="872357"/>
                </a:lnTo>
                <a:lnTo>
                  <a:pt x="6153" y="865509"/>
                </a:lnTo>
                <a:lnTo>
                  <a:pt x="3511" y="858298"/>
                </a:lnTo>
                <a:lnTo>
                  <a:pt x="1582" y="850785"/>
                </a:lnTo>
                <a:lnTo>
                  <a:pt x="412" y="843146"/>
                </a:lnTo>
                <a:lnTo>
                  <a:pt x="95" y="839034"/>
                </a:lnTo>
                <a:lnTo>
                  <a:pt x="0" y="835318"/>
                </a:lnTo>
                <a:lnTo>
                  <a:pt x="23723" y="834716"/>
                </a:lnTo>
                <a:lnTo>
                  <a:pt x="23802" y="838133"/>
                </a:lnTo>
                <a:lnTo>
                  <a:pt x="23771" y="837531"/>
                </a:lnTo>
                <a:lnTo>
                  <a:pt x="24039" y="840900"/>
                </a:lnTo>
                <a:lnTo>
                  <a:pt x="23929" y="840015"/>
                </a:lnTo>
                <a:lnTo>
                  <a:pt x="24942" y="846609"/>
                </a:lnTo>
                <a:lnTo>
                  <a:pt x="24703" y="845455"/>
                </a:lnTo>
                <a:lnTo>
                  <a:pt x="26333" y="851813"/>
                </a:lnTo>
                <a:lnTo>
                  <a:pt x="25984" y="850690"/>
                </a:lnTo>
                <a:lnTo>
                  <a:pt x="28231" y="856810"/>
                </a:lnTo>
                <a:lnTo>
                  <a:pt x="27773" y="855735"/>
                </a:lnTo>
                <a:lnTo>
                  <a:pt x="30571" y="861539"/>
                </a:lnTo>
                <a:lnTo>
                  <a:pt x="30018" y="860527"/>
                </a:lnTo>
                <a:lnTo>
                  <a:pt x="33355" y="866015"/>
                </a:lnTo>
                <a:lnTo>
                  <a:pt x="32707" y="865066"/>
                </a:lnTo>
                <a:lnTo>
                  <a:pt x="36534" y="870190"/>
                </a:lnTo>
                <a:lnTo>
                  <a:pt x="35822" y="869304"/>
                </a:lnTo>
                <a:lnTo>
                  <a:pt x="40108" y="874033"/>
                </a:lnTo>
                <a:lnTo>
                  <a:pt x="39302" y="873227"/>
                </a:lnTo>
                <a:lnTo>
                  <a:pt x="40235" y="874080"/>
                </a:lnTo>
                <a:lnTo>
                  <a:pt x="24276" y="891636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text-198 Who">
            <a:extLst xmlns:a="http://schemas.openxmlformats.org/drawingml/2006/main">
              <a:ext uri="{FF2B5EF4-FFF2-40B4-BE49-F238E27FC236}">
                <a16:creationId xmlns:a16="http://schemas.microsoft.com/office/drawing/2014/main" id="{F075EC08-698D-47D0-8519-837A1816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0563" y="2790931"/>
            <a:ext cx="335673" cy="221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</a:t>
            </a:r>
          </a:p>
        </p:txBody>
      </p:sp>
      <p:sp>
        <p:nvSpPr>
          <p:cNvPr id="228" name="text-198 scored">
            <a:extLst xmlns:a="http://schemas.openxmlformats.org/drawingml/2006/main">
              <a:ext uri="{FF2B5EF4-FFF2-40B4-BE49-F238E27FC236}">
                <a16:creationId xmlns:a16="http://schemas.microsoft.com/office/drawing/2014/main" id="{046C4B87-EA2F-41F9-93C3-BDA7D624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7710" y="2790667"/>
            <a:ext cx="441683" cy="22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scored</a:t>
            </a:r>
          </a:p>
        </p:txBody>
      </p:sp>
      <p:sp>
        <p:nvSpPr>
          <p:cNvPr id="229" name="text-198 the">
            <a:extLst xmlns:a="http://schemas.openxmlformats.org/drawingml/2006/main">
              <a:ext uri="{FF2B5EF4-FFF2-40B4-BE49-F238E27FC236}">
                <a16:creationId xmlns:a16="http://schemas.microsoft.com/office/drawing/2014/main" id="{220F16D8-E5C5-40FF-AE73-F2B69768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0818" y="2790872"/>
            <a:ext cx="221676" cy="221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30" name="text-198 three-">
            <a:extLst xmlns:a="http://schemas.openxmlformats.org/drawingml/2006/main">
              <a:ext uri="{FF2B5EF4-FFF2-40B4-BE49-F238E27FC236}">
                <a16:creationId xmlns:a16="http://schemas.microsoft.com/office/drawing/2014/main" id="{09FA3182-BBA2-4774-AED9-E381EA1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4095" y="2790527"/>
            <a:ext cx="398033" cy="221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three-</a:t>
            </a:r>
          </a:p>
        </p:txBody>
      </p:sp>
      <p:sp>
        <p:nvSpPr>
          <p:cNvPr id="231" name="text-199 pointer">
            <a:extLst xmlns:a="http://schemas.openxmlformats.org/drawingml/2006/main">
              <a:ext uri="{FF2B5EF4-FFF2-40B4-BE49-F238E27FC236}">
                <a16:creationId xmlns:a16="http://schemas.microsoft.com/office/drawing/2014/main" id="{FE725B1C-8F81-47AD-B149-8C1BA7E8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2606" y="2980408"/>
            <a:ext cx="477092" cy="221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pointer</a:t>
            </a:r>
          </a:p>
        </p:txBody>
      </p:sp>
      <p:sp>
        <p:nvSpPr>
          <p:cNvPr id="232" name="text-199 around">
            <a:extLst xmlns:a="http://schemas.openxmlformats.org/drawingml/2006/main">
              <a:ext uri="{FF2B5EF4-FFF2-40B4-BE49-F238E27FC236}">
                <a16:creationId xmlns:a16="http://schemas.microsoft.com/office/drawing/2014/main" id="{5E2807C5-0459-4AEB-B6ED-A748D0C4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299" y="2980582"/>
            <a:ext cx="467754" cy="221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around</a:t>
            </a:r>
          </a:p>
        </p:txBody>
      </p:sp>
      <p:sp>
        <p:nvSpPr>
          <p:cNvPr id="233" name="text-199 t">
            <a:extLst xmlns:a="http://schemas.openxmlformats.org/drawingml/2006/main">
              <a:ext uri="{FF2B5EF4-FFF2-40B4-BE49-F238E27FC236}">
                <a16:creationId xmlns:a16="http://schemas.microsoft.com/office/drawing/2014/main" id="{D837F217-4294-429F-AECE-51A42DF9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0502" y="2981463"/>
            <a:ext cx="72046" cy="220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34" name="text-199 =">
            <a:extLst xmlns:a="http://schemas.openxmlformats.org/drawingml/2006/main">
              <a:ext uri="{FF2B5EF4-FFF2-40B4-BE49-F238E27FC236}">
                <a16:creationId xmlns:a16="http://schemas.microsoft.com/office/drawing/2014/main" id="{4B13C700-DBCE-49F8-9FF4-9D928176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4324" y="2981343"/>
            <a:ext cx="117094" cy="22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35" name="text-199 0.8s,">
            <a:extLst xmlns:a="http://schemas.openxmlformats.org/drawingml/2006/main">
              <a:ext uri="{FF2B5EF4-FFF2-40B4-BE49-F238E27FC236}">
                <a16:creationId xmlns:a16="http://schemas.microsoft.com/office/drawing/2014/main" id="{B03885D0-CBAB-4B23-AF84-C1B9D129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3218" y="2980655"/>
            <a:ext cx="327183" cy="22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0.8s,</a:t>
            </a:r>
          </a:p>
        </p:txBody>
      </p:sp>
      <p:sp>
        <p:nvSpPr>
          <p:cNvPr id="236" name="text-200 and">
            <a:extLst xmlns:a="http://schemas.openxmlformats.org/drawingml/2006/main">
              <a:ext uri="{FF2B5EF4-FFF2-40B4-BE49-F238E27FC236}">
                <a16:creationId xmlns:a16="http://schemas.microsoft.com/office/drawing/2014/main" id="{3D863AF1-E495-4B0A-B38F-B143A901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3811" y="3170581"/>
            <a:ext cx="256582" cy="221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37" name="text-200 what">
            <a:extLst xmlns:a="http://schemas.openxmlformats.org/drawingml/2006/main">
              <a:ext uri="{FF2B5EF4-FFF2-40B4-BE49-F238E27FC236}">
                <a16:creationId xmlns:a16="http://schemas.microsoft.com/office/drawing/2014/main" id="{F20C1A06-B3F7-4CD0-A690-340D3145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1880" y="3170584"/>
            <a:ext cx="335490" cy="221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</a:t>
            </a:r>
          </a:p>
        </p:txBody>
      </p:sp>
      <p:sp>
        <p:nvSpPr>
          <p:cNvPr id="238" name="text-200 happened">
            <a:extLst xmlns:a="http://schemas.openxmlformats.org/drawingml/2006/main">
              <a:ext uri="{FF2B5EF4-FFF2-40B4-BE49-F238E27FC236}">
                <a16:creationId xmlns:a16="http://schemas.microsoft.com/office/drawing/2014/main" id="{9CDB5C06-B24A-4091-A345-888787B8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9027" y="3170367"/>
            <a:ext cx="634606" cy="221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happened</a:t>
            </a:r>
          </a:p>
        </p:txBody>
      </p:sp>
      <p:sp>
        <p:nvSpPr>
          <p:cNvPr id="239" name="text-200 to">
            <a:extLst xmlns:a="http://schemas.openxmlformats.org/drawingml/2006/main">
              <a:ext uri="{FF2B5EF4-FFF2-40B4-BE49-F238E27FC236}">
                <a16:creationId xmlns:a16="http://schemas.microsoft.com/office/drawing/2014/main" id="{6FFEFA27-2374-42E5-A2D4-E6B84EE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5081" y="3170519"/>
            <a:ext cx="151421" cy="221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240" name="text-200 the">
            <a:extLst xmlns:a="http://schemas.openxmlformats.org/drawingml/2006/main">
              <a:ext uri="{FF2B5EF4-FFF2-40B4-BE49-F238E27FC236}">
                <a16:creationId xmlns:a16="http://schemas.microsoft.com/office/drawing/2014/main" id="{D0D5B7FF-6DF2-4E2E-AA96-8A007CA2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7980" y="3170440"/>
            <a:ext cx="221674" cy="221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41" name="text-201 ball">
            <a:extLst xmlns:a="http://schemas.openxmlformats.org/drawingml/2006/main">
              <a:ext uri="{FF2B5EF4-FFF2-40B4-BE49-F238E27FC236}">
                <a16:creationId xmlns:a16="http://schemas.microsoft.com/office/drawing/2014/main" id="{5E117F9B-41A3-47A9-AC9A-C2236E04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5142" y="3360017"/>
            <a:ext cx="265966" cy="221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ball</a:t>
            </a:r>
          </a:p>
        </p:txBody>
      </p:sp>
      <p:sp>
        <p:nvSpPr>
          <p:cNvPr id="242" name="text-201 afterward?">
            <a:extLst xmlns:a="http://schemas.openxmlformats.org/drawingml/2006/main">
              <a:ext uri="{FF2B5EF4-FFF2-40B4-BE49-F238E27FC236}">
                <a16:creationId xmlns:a16="http://schemas.microsoft.com/office/drawing/2014/main" id="{7CCB08E2-59AF-4135-B9E8-4E036B0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2700" y="3359914"/>
            <a:ext cx="705677" cy="22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afterward?</a:t>
            </a:r>
          </a:p>
        </p:txBody>
      </p:sp>
      <p:sp>
        <p:nvSpPr>
          <p:cNvPr id="243" name="path-202">
            <a:extLst xmlns:a="http://schemas.openxmlformats.org/drawingml/2006/main">
              <a:ext uri="{FF2B5EF4-FFF2-40B4-BE49-F238E27FC236}">
                <a16:creationId xmlns:a16="http://schemas.microsoft.com/office/drawing/2014/main" id="{DA43DABD-1C51-41E1-8E42-1274E322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283" y="2558407"/>
            <a:ext cx="526491" cy="222205"/>
          </a:xfrm>
          <a:custGeom xmlns:a="http://schemas.openxmlformats.org/drawingml/2006/main">
            <a:pathLst>
              <a:path w="526491" h="222205">
                <a:moveTo>
                  <a:pt x="0" y="36217"/>
                </a:moveTo>
                <a:cubicBezTo>
                  <a:pt x="633" y="16575"/>
                  <a:pt x="17207" y="0"/>
                  <a:pt x="37957" y="158"/>
                </a:cubicBezTo>
                <a:lnTo>
                  <a:pt x="489642" y="158"/>
                </a:lnTo>
                <a:cubicBezTo>
                  <a:pt x="509918" y="0"/>
                  <a:pt x="526491" y="16575"/>
                  <a:pt x="525702" y="36217"/>
                </a:cubicBezTo>
                <a:lnTo>
                  <a:pt x="525702" y="184248"/>
                </a:lnTo>
                <a:cubicBezTo>
                  <a:pt x="526491" y="205630"/>
                  <a:pt x="509918" y="222205"/>
                  <a:pt x="489642" y="222205"/>
                </a:cubicBezTo>
                <a:lnTo>
                  <a:pt x="37957" y="222205"/>
                </a:lnTo>
                <a:cubicBezTo>
                  <a:pt x="17207" y="222205"/>
                  <a:pt x="633" y="205630"/>
                  <a:pt x="0" y="184248"/>
                </a:cubicBezTo>
                <a:lnTo>
                  <a:pt x="0" y="36217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text-203 turn">
            <a:extLst xmlns:a="http://schemas.openxmlformats.org/drawingml/2006/main">
              <a:ext uri="{FF2B5EF4-FFF2-40B4-BE49-F238E27FC236}">
                <a16:creationId xmlns:a16="http://schemas.microsoft.com/office/drawing/2014/main" id="{6593FB4B-5CCC-4C81-BB72-425F076B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9807" y="2563967"/>
            <a:ext cx="278746" cy="199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turn</a:t>
            </a:r>
          </a:p>
        </p:txBody>
      </p:sp>
      <p:sp>
        <p:nvSpPr>
          <p:cNvPr id="245" name="text-203 1">
            <a:extLst xmlns:a="http://schemas.openxmlformats.org/drawingml/2006/main">
              <a:ext uri="{FF2B5EF4-FFF2-40B4-BE49-F238E27FC236}">
                <a16:creationId xmlns:a16="http://schemas.microsoft.com/office/drawing/2014/main" id="{ED96C558-4245-4FA9-BDED-8966EC57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8436" y="2563908"/>
            <a:ext cx="96796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46" name="path-204">
            <a:extLst xmlns:a="http://schemas.openxmlformats.org/drawingml/2006/main">
              <a:ext uri="{FF2B5EF4-FFF2-40B4-BE49-F238E27FC236}">
                <a16:creationId xmlns:a16="http://schemas.microsoft.com/office/drawing/2014/main" id="{9CC03242-420F-42FE-92C9-5B408AE9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041" y="3670222"/>
            <a:ext cx="526333" cy="222522"/>
          </a:xfrm>
          <a:custGeom xmlns:a="http://schemas.openxmlformats.org/drawingml/2006/main">
            <a:pathLst>
              <a:path w="526333" h="222522">
                <a:moveTo>
                  <a:pt x="0" y="36534"/>
                </a:moveTo>
                <a:cubicBezTo>
                  <a:pt x="474" y="16575"/>
                  <a:pt x="17049" y="0"/>
                  <a:pt x="37956" y="475"/>
                </a:cubicBezTo>
                <a:lnTo>
                  <a:pt x="489641" y="475"/>
                </a:lnTo>
                <a:cubicBezTo>
                  <a:pt x="509758" y="0"/>
                  <a:pt x="526333" y="16575"/>
                  <a:pt x="525700" y="36534"/>
                </a:cubicBezTo>
                <a:lnTo>
                  <a:pt x="525700" y="184565"/>
                </a:lnTo>
                <a:cubicBezTo>
                  <a:pt x="526333" y="205631"/>
                  <a:pt x="509758" y="222206"/>
                  <a:pt x="489641" y="222522"/>
                </a:cubicBezTo>
                <a:lnTo>
                  <a:pt x="37956" y="222522"/>
                </a:lnTo>
                <a:cubicBezTo>
                  <a:pt x="17049" y="222206"/>
                  <a:pt x="474" y="205631"/>
                  <a:pt x="0" y="184565"/>
                </a:cubicBezTo>
                <a:lnTo>
                  <a:pt x="0" y="36534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text-205 turn">
            <a:extLst xmlns:a="http://schemas.openxmlformats.org/drawingml/2006/main">
              <a:ext uri="{FF2B5EF4-FFF2-40B4-BE49-F238E27FC236}">
                <a16:creationId xmlns:a16="http://schemas.microsoft.com/office/drawing/2014/main" id="{F83CAC41-7BD1-4293-846A-70252985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2081" y="3681319"/>
            <a:ext cx="278746" cy="199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turn</a:t>
            </a:r>
          </a:p>
        </p:txBody>
      </p:sp>
      <p:sp>
        <p:nvSpPr>
          <p:cNvPr id="248" name="text-205 2">
            <a:extLst xmlns:a="http://schemas.openxmlformats.org/drawingml/2006/main">
              <a:ext uri="{FF2B5EF4-FFF2-40B4-BE49-F238E27FC236}">
                <a16:creationId xmlns:a16="http://schemas.microsoft.com/office/drawing/2014/main" id="{B6A25DC5-8FEC-4AD9-B516-BD510EB1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0711" y="3681260"/>
            <a:ext cx="96796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49" name="text-206 Now">
            <a:extLst xmlns:a="http://schemas.openxmlformats.org/drawingml/2006/main">
              <a:ext uri="{FF2B5EF4-FFF2-40B4-BE49-F238E27FC236}">
                <a16:creationId xmlns:a16="http://schemas.microsoft.com/office/drawing/2014/main" id="{0A1F1A5F-E1BE-433A-924E-39CD3210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8584" y="3941074"/>
            <a:ext cx="334983" cy="22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Now</a:t>
            </a:r>
          </a:p>
        </p:txBody>
      </p:sp>
      <p:sp>
        <p:nvSpPr>
          <p:cNvPr id="250" name="text-206 plot">
            <a:extLst xmlns:a="http://schemas.openxmlformats.org/drawingml/2006/main">
              <a:ext uri="{FF2B5EF4-FFF2-40B4-BE49-F238E27FC236}">
                <a16:creationId xmlns:a16="http://schemas.microsoft.com/office/drawing/2014/main" id="{3C6F9366-FEBA-4763-90F1-310C3C34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4939" y="3940517"/>
            <a:ext cx="274650" cy="221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plot</a:t>
            </a:r>
          </a:p>
        </p:txBody>
      </p:sp>
      <p:sp>
        <p:nvSpPr>
          <p:cNvPr id="251" name="text-207 #6">
            <a:extLst xmlns:a="http://schemas.openxmlformats.org/drawingml/2006/main">
              <a:ext uri="{FF2B5EF4-FFF2-40B4-BE49-F238E27FC236}">
                <a16:creationId xmlns:a16="http://schemas.microsoft.com/office/drawing/2014/main" id="{035AEFD4-2E68-40BD-B313-0B6FC71E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1196" y="3941051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252" name="text-208 's">
            <a:extLst xmlns:a="http://schemas.openxmlformats.org/drawingml/2006/main">
              <a:ext uri="{FF2B5EF4-FFF2-40B4-BE49-F238E27FC236}">
                <a16:creationId xmlns:a16="http://schemas.microsoft.com/office/drawing/2014/main" id="{4DCD2B86-557F-472B-B8D3-ECD1D90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9349" y="3941155"/>
            <a:ext cx="118086" cy="22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's</a:t>
            </a:r>
          </a:p>
        </p:txBody>
      </p:sp>
      <p:sp>
        <p:nvSpPr>
          <p:cNvPr id="253" name="text-209 continuous">
            <a:extLst xmlns:a="http://schemas.openxmlformats.org/drawingml/2006/main">
              <a:ext uri="{FF2B5EF4-FFF2-40B4-BE49-F238E27FC236}">
                <a16:creationId xmlns:a16="http://schemas.microsoft.com/office/drawing/2014/main" id="{855EE356-5A76-4157-AD3E-7107C909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438" y="4130266"/>
            <a:ext cx="723143" cy="221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</a:t>
            </a:r>
          </a:p>
        </p:txBody>
      </p:sp>
      <p:sp>
        <p:nvSpPr>
          <p:cNvPr id="254" name="text-209 3D">
            <a:extLst xmlns:a="http://schemas.openxmlformats.org/drawingml/2006/main">
              <a:ext uri="{FF2B5EF4-FFF2-40B4-BE49-F238E27FC236}">
                <a16:creationId xmlns:a16="http://schemas.microsoft.com/office/drawing/2014/main" id="{344CB80F-9E53-4A78-B4EB-360A800B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6059" y="4130827"/>
            <a:ext cx="221118" cy="220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sp>
        <p:nvSpPr>
          <p:cNvPr id="255" name="text-209 trajectory">
            <a:extLst xmlns:a="http://schemas.openxmlformats.org/drawingml/2006/main">
              <a:ext uri="{FF2B5EF4-FFF2-40B4-BE49-F238E27FC236}">
                <a16:creationId xmlns:a16="http://schemas.microsoft.com/office/drawing/2014/main" id="{4CD0CAC8-F157-472E-A63F-E6504AFF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544" y="4129919"/>
            <a:ext cx="636265" cy="222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256" name="text-210 from">
            <a:extLst xmlns:a="http://schemas.openxmlformats.org/drawingml/2006/main">
              <a:ext uri="{FF2B5EF4-FFF2-40B4-BE49-F238E27FC236}">
                <a16:creationId xmlns:a16="http://schemas.microsoft.com/office/drawing/2014/main" id="{A46FBC73-DD8E-4AE1-9875-1A663BE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207" y="4320155"/>
            <a:ext cx="335921" cy="22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257" name="text-211 t">
            <a:extLst xmlns:a="http://schemas.openxmlformats.org/drawingml/2006/main">
              <a:ext uri="{FF2B5EF4-FFF2-40B4-BE49-F238E27FC236}">
                <a16:creationId xmlns:a16="http://schemas.microsoft.com/office/drawing/2014/main" id="{B6B4C7BA-3546-47EE-8A16-A1A06F56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9143" y="4321020"/>
            <a:ext cx="72046" cy="220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58" name="text-211 =">
            <a:extLst xmlns:a="http://schemas.openxmlformats.org/drawingml/2006/main">
              <a:ext uri="{FF2B5EF4-FFF2-40B4-BE49-F238E27FC236}">
                <a16:creationId xmlns:a16="http://schemas.microsoft.com/office/drawing/2014/main" id="{68582A96-BE11-41AF-B84A-B8EC7335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2965" y="4320955"/>
            <a:ext cx="118006" cy="22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59" name="text-211 0.5s">
            <a:extLst xmlns:a="http://schemas.openxmlformats.org/drawingml/2006/main">
              <a:ext uri="{FF2B5EF4-FFF2-40B4-BE49-F238E27FC236}">
                <a16:creationId xmlns:a16="http://schemas.microsoft.com/office/drawing/2014/main" id="{A5FD7BF6-94B1-4677-8BE9-FC7D85E1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2650" y="4320358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0.5s</a:t>
            </a:r>
          </a:p>
        </p:txBody>
      </p:sp>
      <p:sp>
        <p:nvSpPr>
          <p:cNvPr id="260" name="text-212 to">
            <a:extLst xmlns:a="http://schemas.openxmlformats.org/drawingml/2006/main">
              <a:ext uri="{FF2B5EF4-FFF2-40B4-BE49-F238E27FC236}">
                <a16:creationId xmlns:a16="http://schemas.microsoft.com/office/drawing/2014/main" id="{98E384B7-0925-4FB1-8F57-CFE0397B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1559" y="4320292"/>
            <a:ext cx="151421" cy="221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261" name="text-213 t">
            <a:extLst xmlns:a="http://schemas.openxmlformats.org/drawingml/2006/main">
              <a:ext uri="{FF2B5EF4-FFF2-40B4-BE49-F238E27FC236}">
                <a16:creationId xmlns:a16="http://schemas.microsoft.com/office/drawing/2014/main" id="{FB525CD6-74D9-4D89-8581-F7E6F10C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4458" y="4321020"/>
            <a:ext cx="72046" cy="220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2" name="text-213 =">
            <a:extLst xmlns:a="http://schemas.openxmlformats.org/drawingml/2006/main">
              <a:ext uri="{FF2B5EF4-FFF2-40B4-BE49-F238E27FC236}">
                <a16:creationId xmlns:a16="http://schemas.microsoft.com/office/drawing/2014/main" id="{D973C3FB-B693-4092-B158-42CA598D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8278" y="4320955"/>
            <a:ext cx="118006" cy="22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63" name="text-213 1.2s">
            <a:extLst xmlns:a="http://schemas.openxmlformats.org/drawingml/2006/main">
              <a:ext uri="{FF2B5EF4-FFF2-40B4-BE49-F238E27FC236}">
                <a16:creationId xmlns:a16="http://schemas.microsoft.com/office/drawing/2014/main" id="{892FCE50-41E1-437E-BDF1-FA1BECC2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7964" y="4320358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1.2s</a:t>
            </a:r>
          </a:p>
        </p:txBody>
      </p:sp>
      <p:sp>
        <p:nvSpPr>
          <p:cNvPr id="264" name="text-214 .">
            <a:extLst xmlns:a="http://schemas.openxmlformats.org/drawingml/2006/main">
              <a:ext uri="{FF2B5EF4-FFF2-40B4-BE49-F238E27FC236}">
                <a16:creationId xmlns:a16="http://schemas.microsoft.com/office/drawing/2014/main" id="{48D7BAC8-7486-489D-B42B-BC0AB44D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7336" y="4321014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265" name="path-215">
            <a:extLst xmlns:a="http://schemas.openxmlformats.org/drawingml/2006/main">
              <a:ext uri="{FF2B5EF4-FFF2-40B4-BE49-F238E27FC236}">
                <a16:creationId xmlns:a16="http://schemas.microsoft.com/office/drawing/2014/main" id="{B71B4969-E299-43B3-9532-C0C01F78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819" y="3562521"/>
            <a:ext cx="182192" cy="406137"/>
          </a:xfrm>
          <a:custGeom xmlns:a="http://schemas.openxmlformats.org/drawingml/2006/main">
            <a:pathLst>
              <a:path w="182192" h="406137">
                <a:moveTo>
                  <a:pt x="0" y="315041"/>
                </a:moveTo>
                <a:lnTo>
                  <a:pt x="45548" y="315041"/>
                </a:lnTo>
                <a:lnTo>
                  <a:pt x="45548" y="0"/>
                </a:lnTo>
                <a:lnTo>
                  <a:pt x="136645" y="0"/>
                </a:lnTo>
                <a:lnTo>
                  <a:pt x="136645" y="315041"/>
                </a:lnTo>
                <a:lnTo>
                  <a:pt x="182192" y="315041"/>
                </a:lnTo>
                <a:lnTo>
                  <a:pt x="91097" y="406137"/>
                </a:lnTo>
                <a:lnTo>
                  <a:pt x="0" y="315041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text-216 [TRK]">
            <a:extLst xmlns:a="http://schemas.openxmlformats.org/drawingml/2006/main">
              <a:ext uri="{FF2B5EF4-FFF2-40B4-BE49-F238E27FC236}">
                <a16:creationId xmlns:a16="http://schemas.microsoft.com/office/drawing/2014/main" id="{F72643E9-32B5-4AB8-B2BB-F7E273DC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4310" y="3715952"/>
            <a:ext cx="529933" cy="265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</a:t>
            </a:r>
          </a:p>
        </p:txBody>
      </p:sp>
      <p:sp>
        <p:nvSpPr>
          <p:cNvPr id="267" name="path-217">
            <a:extLst xmlns:a="http://schemas.openxmlformats.org/drawingml/2006/main">
              <a:ext uri="{FF2B5EF4-FFF2-40B4-BE49-F238E27FC236}">
                <a16:creationId xmlns:a16="http://schemas.microsoft.com/office/drawing/2014/main" id="{5BF5F9EA-1308-44B0-B814-A272D54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119" y="2234193"/>
            <a:ext cx="1020877" cy="243160"/>
          </a:xfrm>
          <a:custGeom xmlns:a="http://schemas.openxmlformats.org/drawingml/2006/main">
            <a:pathLst>
              <a:path w="1020877" h="243160">
                <a:moveTo>
                  <a:pt x="158153" y="158153"/>
                </a:moveTo>
                <a:lnTo>
                  <a:pt x="79077" y="79077"/>
                </a:lnTo>
                <a:lnTo>
                  <a:pt x="0" y="158153"/>
                </a:lnTo>
                <a:lnTo>
                  <a:pt x="79077" y="0"/>
                </a:lnTo>
                <a:lnTo>
                  <a:pt x="158153" y="158153"/>
                </a:lnTo>
                <a:moveTo>
                  <a:pt x="1020877" y="243160"/>
                </a:moveTo>
                <a:lnTo>
                  <a:pt x="69191" y="243160"/>
                </a:lnTo>
                <a:lnTo>
                  <a:pt x="69191" y="59307"/>
                </a:lnTo>
                <a:lnTo>
                  <a:pt x="88961" y="59307"/>
                </a:lnTo>
                <a:lnTo>
                  <a:pt x="88961" y="233276"/>
                </a:lnTo>
                <a:lnTo>
                  <a:pt x="79077" y="223391"/>
                </a:lnTo>
                <a:lnTo>
                  <a:pt x="1020877" y="223391"/>
                </a:lnTo>
                <a:lnTo>
                  <a:pt x="1020877" y="243160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18">
            <a:extLst xmlns:a="http://schemas.openxmlformats.org/drawingml/2006/main">
              <a:ext uri="{FF2B5EF4-FFF2-40B4-BE49-F238E27FC236}">
                <a16:creationId xmlns:a16="http://schemas.microsoft.com/office/drawing/2014/main" id="{5C9B54EC-CF7B-46BC-AE94-EB4B02F2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586" y="1032704"/>
            <a:ext cx="3146457" cy="542782"/>
          </a:xfrm>
          <a:custGeom xmlns:a="http://schemas.openxmlformats.org/drawingml/2006/main">
            <a:pathLst>
              <a:path w="3146457" h="542782">
                <a:moveTo>
                  <a:pt x="949" y="129053"/>
                </a:moveTo>
                <a:cubicBezTo>
                  <a:pt x="0" y="58201"/>
                  <a:pt x="57885" y="316"/>
                  <a:pt x="130003" y="0"/>
                </a:cubicBezTo>
                <a:lnTo>
                  <a:pt x="3016612" y="0"/>
                </a:lnTo>
                <a:cubicBezTo>
                  <a:pt x="3088572" y="316"/>
                  <a:pt x="3146457" y="58201"/>
                  <a:pt x="3145666" y="129053"/>
                </a:cubicBezTo>
                <a:lnTo>
                  <a:pt x="3145666" y="413729"/>
                </a:lnTo>
                <a:cubicBezTo>
                  <a:pt x="3146457" y="484897"/>
                  <a:pt x="3088572" y="542782"/>
                  <a:pt x="3016612" y="542782"/>
                </a:cubicBezTo>
                <a:lnTo>
                  <a:pt x="130003" y="542782"/>
                </a:lnTo>
                <a:cubicBezTo>
                  <a:pt x="57885" y="542782"/>
                  <a:pt x="0" y="484897"/>
                  <a:pt x="949" y="413729"/>
                </a:cubicBezTo>
                <a:lnTo>
                  <a:pt x="949" y="129053"/>
                </a:lnTo>
              </a:path>
            </a:pathLst>
          </a:custGeom>
          <a:solidFill xmlns:a="http://schemas.openxmlformats.org/drawingml/2006/main">
            <a:srgbClr val="F8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19">
            <a:extLst xmlns:a="http://schemas.openxmlformats.org/drawingml/2006/main">
              <a:ext uri="{FF2B5EF4-FFF2-40B4-BE49-F238E27FC236}">
                <a16:creationId xmlns:a16="http://schemas.microsoft.com/office/drawing/2014/main" id="{F4AFE820-390D-4449-8ACE-AAD36E0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725" y="1021158"/>
            <a:ext cx="3170179" cy="566188"/>
          </a:xfrm>
          <a:custGeom xmlns:a="http://schemas.openxmlformats.org/drawingml/2006/main">
            <a:pathLst>
              <a:path w="3170179" h="566188">
                <a:moveTo>
                  <a:pt x="173" y="133877"/>
                </a:moveTo>
                <a:lnTo>
                  <a:pt x="727" y="126728"/>
                </a:lnTo>
                <a:lnTo>
                  <a:pt x="1629" y="119659"/>
                </a:lnTo>
                <a:lnTo>
                  <a:pt x="2863" y="112700"/>
                </a:lnTo>
                <a:lnTo>
                  <a:pt x="4444" y="105868"/>
                </a:lnTo>
                <a:lnTo>
                  <a:pt x="6341" y="99178"/>
                </a:lnTo>
                <a:lnTo>
                  <a:pt x="8572" y="92615"/>
                </a:lnTo>
                <a:lnTo>
                  <a:pt x="11087" y="86194"/>
                </a:lnTo>
                <a:lnTo>
                  <a:pt x="13918" y="79947"/>
                </a:lnTo>
                <a:lnTo>
                  <a:pt x="17033" y="73857"/>
                </a:lnTo>
                <a:lnTo>
                  <a:pt x="20432" y="67943"/>
                </a:lnTo>
                <a:lnTo>
                  <a:pt x="24102" y="62217"/>
                </a:lnTo>
                <a:lnTo>
                  <a:pt x="28040" y="56682"/>
                </a:lnTo>
                <a:lnTo>
                  <a:pt x="32232" y="51352"/>
                </a:lnTo>
                <a:lnTo>
                  <a:pt x="36659" y="46228"/>
                </a:lnTo>
                <a:lnTo>
                  <a:pt x="41342" y="41341"/>
                </a:lnTo>
                <a:lnTo>
                  <a:pt x="46227" y="36660"/>
                </a:lnTo>
                <a:lnTo>
                  <a:pt x="51353" y="32232"/>
                </a:lnTo>
                <a:lnTo>
                  <a:pt x="56681" y="28040"/>
                </a:lnTo>
                <a:lnTo>
                  <a:pt x="62217" y="24103"/>
                </a:lnTo>
                <a:lnTo>
                  <a:pt x="67942" y="20433"/>
                </a:lnTo>
                <a:lnTo>
                  <a:pt x="73857" y="17033"/>
                </a:lnTo>
                <a:lnTo>
                  <a:pt x="79946" y="13917"/>
                </a:lnTo>
                <a:lnTo>
                  <a:pt x="86194" y="11087"/>
                </a:lnTo>
                <a:lnTo>
                  <a:pt x="92614" y="8556"/>
                </a:lnTo>
                <a:lnTo>
                  <a:pt x="99178" y="6342"/>
                </a:lnTo>
                <a:lnTo>
                  <a:pt x="105867" y="4444"/>
                </a:lnTo>
                <a:lnTo>
                  <a:pt x="112700" y="2863"/>
                </a:lnTo>
                <a:lnTo>
                  <a:pt x="119659" y="1629"/>
                </a:lnTo>
                <a:lnTo>
                  <a:pt x="126728" y="728"/>
                </a:lnTo>
                <a:lnTo>
                  <a:pt x="133877" y="174"/>
                </a:lnTo>
                <a:lnTo>
                  <a:pt x="140994" y="0"/>
                </a:lnTo>
                <a:lnTo>
                  <a:pt x="3029185" y="0"/>
                </a:lnTo>
                <a:lnTo>
                  <a:pt x="3036287" y="174"/>
                </a:lnTo>
                <a:lnTo>
                  <a:pt x="3043450" y="728"/>
                </a:lnTo>
                <a:lnTo>
                  <a:pt x="3050520" y="1629"/>
                </a:lnTo>
                <a:lnTo>
                  <a:pt x="3057478" y="2863"/>
                </a:lnTo>
                <a:lnTo>
                  <a:pt x="3064311" y="4444"/>
                </a:lnTo>
                <a:lnTo>
                  <a:pt x="3071001" y="6342"/>
                </a:lnTo>
                <a:lnTo>
                  <a:pt x="3077564" y="8556"/>
                </a:lnTo>
                <a:lnTo>
                  <a:pt x="3083985" y="11087"/>
                </a:lnTo>
                <a:lnTo>
                  <a:pt x="3090232" y="13917"/>
                </a:lnTo>
                <a:lnTo>
                  <a:pt x="3096321" y="17033"/>
                </a:lnTo>
                <a:lnTo>
                  <a:pt x="3102236" y="20433"/>
                </a:lnTo>
                <a:lnTo>
                  <a:pt x="3107961" y="24103"/>
                </a:lnTo>
                <a:lnTo>
                  <a:pt x="3113497" y="28040"/>
                </a:lnTo>
                <a:lnTo>
                  <a:pt x="3118826" y="32232"/>
                </a:lnTo>
                <a:lnTo>
                  <a:pt x="3123950" y="36660"/>
                </a:lnTo>
                <a:lnTo>
                  <a:pt x="3128837" y="41341"/>
                </a:lnTo>
                <a:lnTo>
                  <a:pt x="3133519" y="46228"/>
                </a:lnTo>
                <a:lnTo>
                  <a:pt x="3137947" y="51352"/>
                </a:lnTo>
                <a:lnTo>
                  <a:pt x="3142138" y="56682"/>
                </a:lnTo>
                <a:lnTo>
                  <a:pt x="3146077" y="62217"/>
                </a:lnTo>
                <a:lnTo>
                  <a:pt x="3149746" y="67943"/>
                </a:lnTo>
                <a:lnTo>
                  <a:pt x="3153145" y="73857"/>
                </a:lnTo>
                <a:lnTo>
                  <a:pt x="3156261" y="79947"/>
                </a:lnTo>
                <a:lnTo>
                  <a:pt x="3159092" y="86194"/>
                </a:lnTo>
                <a:lnTo>
                  <a:pt x="3161622" y="92615"/>
                </a:lnTo>
                <a:lnTo>
                  <a:pt x="3163837" y="99178"/>
                </a:lnTo>
                <a:lnTo>
                  <a:pt x="3165735" y="105868"/>
                </a:lnTo>
                <a:lnTo>
                  <a:pt x="3167316" y="112700"/>
                </a:lnTo>
                <a:lnTo>
                  <a:pt x="3168550" y="119659"/>
                </a:lnTo>
                <a:lnTo>
                  <a:pt x="3169451" y="126728"/>
                </a:lnTo>
                <a:lnTo>
                  <a:pt x="3170005" y="133877"/>
                </a:lnTo>
                <a:lnTo>
                  <a:pt x="3170179" y="140993"/>
                </a:lnTo>
                <a:lnTo>
                  <a:pt x="3170179" y="425195"/>
                </a:lnTo>
                <a:lnTo>
                  <a:pt x="3170005" y="432312"/>
                </a:lnTo>
                <a:lnTo>
                  <a:pt x="3169451" y="439460"/>
                </a:lnTo>
                <a:lnTo>
                  <a:pt x="3168550" y="446529"/>
                </a:lnTo>
                <a:lnTo>
                  <a:pt x="3167316" y="453488"/>
                </a:lnTo>
                <a:lnTo>
                  <a:pt x="3165735" y="460320"/>
                </a:lnTo>
                <a:lnTo>
                  <a:pt x="3163837" y="467010"/>
                </a:lnTo>
                <a:lnTo>
                  <a:pt x="3161622" y="473574"/>
                </a:lnTo>
                <a:lnTo>
                  <a:pt x="3159092" y="479995"/>
                </a:lnTo>
                <a:lnTo>
                  <a:pt x="3156261" y="486242"/>
                </a:lnTo>
                <a:lnTo>
                  <a:pt x="3153145" y="492331"/>
                </a:lnTo>
                <a:lnTo>
                  <a:pt x="3149746" y="498245"/>
                </a:lnTo>
                <a:lnTo>
                  <a:pt x="3146077" y="503971"/>
                </a:lnTo>
                <a:lnTo>
                  <a:pt x="3142138" y="509506"/>
                </a:lnTo>
                <a:lnTo>
                  <a:pt x="3137947" y="514836"/>
                </a:lnTo>
                <a:lnTo>
                  <a:pt x="3133519" y="519960"/>
                </a:lnTo>
                <a:lnTo>
                  <a:pt x="3128837" y="524847"/>
                </a:lnTo>
                <a:lnTo>
                  <a:pt x="3123950" y="529528"/>
                </a:lnTo>
                <a:lnTo>
                  <a:pt x="3118826" y="533957"/>
                </a:lnTo>
                <a:lnTo>
                  <a:pt x="3113497" y="538148"/>
                </a:lnTo>
                <a:lnTo>
                  <a:pt x="3107961" y="542086"/>
                </a:lnTo>
                <a:lnTo>
                  <a:pt x="3102236" y="545755"/>
                </a:lnTo>
                <a:lnTo>
                  <a:pt x="3096321" y="549155"/>
                </a:lnTo>
                <a:lnTo>
                  <a:pt x="3090232" y="552271"/>
                </a:lnTo>
                <a:lnTo>
                  <a:pt x="3083985" y="555102"/>
                </a:lnTo>
                <a:lnTo>
                  <a:pt x="3077564" y="557616"/>
                </a:lnTo>
                <a:lnTo>
                  <a:pt x="3071001" y="559846"/>
                </a:lnTo>
                <a:lnTo>
                  <a:pt x="3064311" y="561744"/>
                </a:lnTo>
                <a:lnTo>
                  <a:pt x="3057478" y="563326"/>
                </a:lnTo>
                <a:lnTo>
                  <a:pt x="3050520" y="564559"/>
                </a:lnTo>
                <a:lnTo>
                  <a:pt x="3043450" y="565461"/>
                </a:lnTo>
                <a:lnTo>
                  <a:pt x="3036287" y="566014"/>
                </a:lnTo>
                <a:lnTo>
                  <a:pt x="3029185" y="566188"/>
                </a:lnTo>
                <a:lnTo>
                  <a:pt x="140994" y="566188"/>
                </a:lnTo>
                <a:lnTo>
                  <a:pt x="133877" y="566014"/>
                </a:lnTo>
                <a:lnTo>
                  <a:pt x="126728" y="565461"/>
                </a:lnTo>
                <a:lnTo>
                  <a:pt x="119659" y="564559"/>
                </a:lnTo>
                <a:lnTo>
                  <a:pt x="112700" y="563326"/>
                </a:lnTo>
                <a:lnTo>
                  <a:pt x="105867" y="561744"/>
                </a:lnTo>
                <a:lnTo>
                  <a:pt x="99178" y="559846"/>
                </a:lnTo>
                <a:lnTo>
                  <a:pt x="92614" y="557616"/>
                </a:lnTo>
                <a:lnTo>
                  <a:pt x="86194" y="555102"/>
                </a:lnTo>
                <a:lnTo>
                  <a:pt x="79946" y="552271"/>
                </a:lnTo>
                <a:lnTo>
                  <a:pt x="73857" y="549155"/>
                </a:lnTo>
                <a:lnTo>
                  <a:pt x="67942" y="545755"/>
                </a:lnTo>
                <a:lnTo>
                  <a:pt x="62217" y="542086"/>
                </a:lnTo>
                <a:lnTo>
                  <a:pt x="56681" y="538148"/>
                </a:lnTo>
                <a:lnTo>
                  <a:pt x="51353" y="533957"/>
                </a:lnTo>
                <a:lnTo>
                  <a:pt x="46227" y="529528"/>
                </a:lnTo>
                <a:lnTo>
                  <a:pt x="41342" y="524847"/>
                </a:lnTo>
                <a:lnTo>
                  <a:pt x="36659" y="519960"/>
                </a:lnTo>
                <a:lnTo>
                  <a:pt x="32232" y="514836"/>
                </a:lnTo>
                <a:lnTo>
                  <a:pt x="28040" y="509506"/>
                </a:lnTo>
                <a:lnTo>
                  <a:pt x="24102" y="503971"/>
                </a:lnTo>
                <a:lnTo>
                  <a:pt x="20432" y="498245"/>
                </a:lnTo>
                <a:lnTo>
                  <a:pt x="17033" y="492331"/>
                </a:lnTo>
                <a:lnTo>
                  <a:pt x="13918" y="486242"/>
                </a:lnTo>
                <a:lnTo>
                  <a:pt x="11087" y="479995"/>
                </a:lnTo>
                <a:lnTo>
                  <a:pt x="8572" y="473574"/>
                </a:lnTo>
                <a:lnTo>
                  <a:pt x="6341" y="467010"/>
                </a:lnTo>
                <a:lnTo>
                  <a:pt x="4444" y="460320"/>
                </a:lnTo>
                <a:lnTo>
                  <a:pt x="2863" y="453488"/>
                </a:lnTo>
                <a:lnTo>
                  <a:pt x="1629" y="446529"/>
                </a:lnTo>
                <a:lnTo>
                  <a:pt x="727" y="439460"/>
                </a:lnTo>
                <a:lnTo>
                  <a:pt x="173" y="432312"/>
                </a:lnTo>
                <a:lnTo>
                  <a:pt x="0" y="425195"/>
                </a:lnTo>
                <a:lnTo>
                  <a:pt x="0" y="140993"/>
                </a:lnTo>
                <a:lnTo>
                  <a:pt x="173" y="133877"/>
                </a:lnTo>
                <a:moveTo>
                  <a:pt x="23723" y="141436"/>
                </a:moveTo>
                <a:lnTo>
                  <a:pt x="23723" y="141136"/>
                </a:lnTo>
                <a:lnTo>
                  <a:pt x="23723" y="425052"/>
                </a:lnTo>
                <a:lnTo>
                  <a:pt x="23723" y="424752"/>
                </a:lnTo>
                <a:lnTo>
                  <a:pt x="23881" y="431410"/>
                </a:lnTo>
                <a:lnTo>
                  <a:pt x="23849" y="430809"/>
                </a:lnTo>
                <a:lnTo>
                  <a:pt x="24355" y="437372"/>
                </a:lnTo>
                <a:lnTo>
                  <a:pt x="24293" y="436771"/>
                </a:lnTo>
                <a:lnTo>
                  <a:pt x="25115" y="443240"/>
                </a:lnTo>
                <a:lnTo>
                  <a:pt x="25019" y="442655"/>
                </a:lnTo>
                <a:lnTo>
                  <a:pt x="26158" y="449012"/>
                </a:lnTo>
                <a:lnTo>
                  <a:pt x="26047" y="448443"/>
                </a:lnTo>
                <a:lnTo>
                  <a:pt x="27487" y="454690"/>
                </a:lnTo>
                <a:lnTo>
                  <a:pt x="27345" y="454121"/>
                </a:lnTo>
                <a:lnTo>
                  <a:pt x="29084" y="460257"/>
                </a:lnTo>
                <a:lnTo>
                  <a:pt x="28910" y="459688"/>
                </a:lnTo>
                <a:lnTo>
                  <a:pt x="30934" y="465698"/>
                </a:lnTo>
                <a:lnTo>
                  <a:pt x="30745" y="465144"/>
                </a:lnTo>
                <a:lnTo>
                  <a:pt x="33054" y="471027"/>
                </a:lnTo>
                <a:lnTo>
                  <a:pt x="32832" y="470490"/>
                </a:lnTo>
                <a:lnTo>
                  <a:pt x="35411" y="476215"/>
                </a:lnTo>
                <a:lnTo>
                  <a:pt x="35173" y="475693"/>
                </a:lnTo>
                <a:lnTo>
                  <a:pt x="38020" y="481260"/>
                </a:lnTo>
                <a:lnTo>
                  <a:pt x="37751" y="480754"/>
                </a:lnTo>
                <a:lnTo>
                  <a:pt x="40866" y="486178"/>
                </a:lnTo>
                <a:lnTo>
                  <a:pt x="40566" y="485688"/>
                </a:lnTo>
                <a:lnTo>
                  <a:pt x="43919" y="490923"/>
                </a:lnTo>
                <a:lnTo>
                  <a:pt x="43602" y="490449"/>
                </a:lnTo>
                <a:lnTo>
                  <a:pt x="47208" y="495525"/>
                </a:lnTo>
                <a:lnTo>
                  <a:pt x="46876" y="495067"/>
                </a:lnTo>
                <a:lnTo>
                  <a:pt x="50704" y="499953"/>
                </a:lnTo>
                <a:lnTo>
                  <a:pt x="50340" y="499511"/>
                </a:lnTo>
                <a:lnTo>
                  <a:pt x="54405" y="504208"/>
                </a:lnTo>
                <a:lnTo>
                  <a:pt x="54025" y="503781"/>
                </a:lnTo>
                <a:lnTo>
                  <a:pt x="58310" y="508273"/>
                </a:lnTo>
                <a:lnTo>
                  <a:pt x="57915" y="507877"/>
                </a:lnTo>
                <a:lnTo>
                  <a:pt x="62407" y="512163"/>
                </a:lnTo>
                <a:lnTo>
                  <a:pt x="61980" y="511784"/>
                </a:lnTo>
                <a:lnTo>
                  <a:pt x="66677" y="515848"/>
                </a:lnTo>
                <a:lnTo>
                  <a:pt x="66234" y="515485"/>
                </a:lnTo>
                <a:lnTo>
                  <a:pt x="71121" y="519312"/>
                </a:lnTo>
                <a:lnTo>
                  <a:pt x="70662" y="518980"/>
                </a:lnTo>
                <a:lnTo>
                  <a:pt x="75723" y="522585"/>
                </a:lnTo>
                <a:lnTo>
                  <a:pt x="75265" y="522269"/>
                </a:lnTo>
                <a:lnTo>
                  <a:pt x="80500" y="525622"/>
                </a:lnTo>
                <a:lnTo>
                  <a:pt x="80009" y="525321"/>
                </a:lnTo>
                <a:lnTo>
                  <a:pt x="85434" y="528437"/>
                </a:lnTo>
                <a:lnTo>
                  <a:pt x="84927" y="528168"/>
                </a:lnTo>
                <a:lnTo>
                  <a:pt x="90494" y="531015"/>
                </a:lnTo>
                <a:lnTo>
                  <a:pt x="89972" y="530778"/>
                </a:lnTo>
                <a:lnTo>
                  <a:pt x="95698" y="533356"/>
                </a:lnTo>
                <a:lnTo>
                  <a:pt x="95160" y="533134"/>
                </a:lnTo>
                <a:lnTo>
                  <a:pt x="101044" y="535443"/>
                </a:lnTo>
                <a:lnTo>
                  <a:pt x="100490" y="535254"/>
                </a:lnTo>
                <a:lnTo>
                  <a:pt x="106500" y="537278"/>
                </a:lnTo>
                <a:lnTo>
                  <a:pt x="105931" y="537104"/>
                </a:lnTo>
                <a:lnTo>
                  <a:pt x="112066" y="538844"/>
                </a:lnTo>
                <a:lnTo>
                  <a:pt x="111498" y="538701"/>
                </a:lnTo>
                <a:lnTo>
                  <a:pt x="117745" y="540141"/>
                </a:lnTo>
                <a:lnTo>
                  <a:pt x="117175" y="540030"/>
                </a:lnTo>
                <a:lnTo>
                  <a:pt x="123533" y="541153"/>
                </a:lnTo>
                <a:lnTo>
                  <a:pt x="122947" y="541074"/>
                </a:lnTo>
                <a:lnTo>
                  <a:pt x="129417" y="541896"/>
                </a:lnTo>
                <a:lnTo>
                  <a:pt x="128815" y="541833"/>
                </a:lnTo>
                <a:lnTo>
                  <a:pt x="135379" y="542339"/>
                </a:lnTo>
                <a:lnTo>
                  <a:pt x="134778" y="542307"/>
                </a:lnTo>
                <a:lnTo>
                  <a:pt x="141436" y="542465"/>
                </a:lnTo>
                <a:lnTo>
                  <a:pt x="141136" y="542465"/>
                </a:lnTo>
                <a:lnTo>
                  <a:pt x="3029043" y="542465"/>
                </a:lnTo>
                <a:lnTo>
                  <a:pt x="3028743" y="542465"/>
                </a:lnTo>
                <a:lnTo>
                  <a:pt x="3035401" y="542307"/>
                </a:lnTo>
                <a:lnTo>
                  <a:pt x="3034800" y="542339"/>
                </a:lnTo>
                <a:lnTo>
                  <a:pt x="3041363" y="541833"/>
                </a:lnTo>
                <a:lnTo>
                  <a:pt x="3040762" y="541896"/>
                </a:lnTo>
                <a:lnTo>
                  <a:pt x="3047230" y="541074"/>
                </a:lnTo>
                <a:lnTo>
                  <a:pt x="3046645" y="541153"/>
                </a:lnTo>
                <a:lnTo>
                  <a:pt x="3053003" y="540030"/>
                </a:lnTo>
                <a:lnTo>
                  <a:pt x="3052433" y="540141"/>
                </a:lnTo>
                <a:lnTo>
                  <a:pt x="3058681" y="538701"/>
                </a:lnTo>
                <a:lnTo>
                  <a:pt x="3058111" y="538844"/>
                </a:lnTo>
                <a:lnTo>
                  <a:pt x="3064248" y="537104"/>
                </a:lnTo>
                <a:lnTo>
                  <a:pt x="3063678" y="537278"/>
                </a:lnTo>
                <a:lnTo>
                  <a:pt x="3069688" y="535254"/>
                </a:lnTo>
                <a:lnTo>
                  <a:pt x="3069135" y="535443"/>
                </a:lnTo>
                <a:lnTo>
                  <a:pt x="3075018" y="533134"/>
                </a:lnTo>
                <a:lnTo>
                  <a:pt x="3074480" y="533356"/>
                </a:lnTo>
                <a:lnTo>
                  <a:pt x="3080205" y="530778"/>
                </a:lnTo>
                <a:lnTo>
                  <a:pt x="3079684" y="531015"/>
                </a:lnTo>
                <a:lnTo>
                  <a:pt x="3085251" y="528168"/>
                </a:lnTo>
                <a:lnTo>
                  <a:pt x="3084744" y="528437"/>
                </a:lnTo>
                <a:lnTo>
                  <a:pt x="3090168" y="525321"/>
                </a:lnTo>
                <a:lnTo>
                  <a:pt x="3089679" y="525622"/>
                </a:lnTo>
                <a:lnTo>
                  <a:pt x="3094913" y="522269"/>
                </a:lnTo>
                <a:lnTo>
                  <a:pt x="3094439" y="522585"/>
                </a:lnTo>
                <a:lnTo>
                  <a:pt x="3099515" y="518980"/>
                </a:lnTo>
                <a:lnTo>
                  <a:pt x="3099057" y="519312"/>
                </a:lnTo>
                <a:lnTo>
                  <a:pt x="3103944" y="515485"/>
                </a:lnTo>
                <a:lnTo>
                  <a:pt x="3103501" y="515848"/>
                </a:lnTo>
                <a:lnTo>
                  <a:pt x="3108199" y="511784"/>
                </a:lnTo>
                <a:lnTo>
                  <a:pt x="3107772" y="512163"/>
                </a:lnTo>
                <a:lnTo>
                  <a:pt x="3112264" y="507877"/>
                </a:lnTo>
                <a:lnTo>
                  <a:pt x="3111867" y="508273"/>
                </a:lnTo>
                <a:lnTo>
                  <a:pt x="3116154" y="503781"/>
                </a:lnTo>
                <a:lnTo>
                  <a:pt x="3115774" y="504208"/>
                </a:lnTo>
                <a:lnTo>
                  <a:pt x="3119839" y="499511"/>
                </a:lnTo>
                <a:lnTo>
                  <a:pt x="3119475" y="499953"/>
                </a:lnTo>
                <a:lnTo>
                  <a:pt x="3123302" y="495067"/>
                </a:lnTo>
                <a:lnTo>
                  <a:pt x="3122970" y="495525"/>
                </a:lnTo>
                <a:lnTo>
                  <a:pt x="3126575" y="490449"/>
                </a:lnTo>
                <a:lnTo>
                  <a:pt x="3126259" y="490923"/>
                </a:lnTo>
                <a:lnTo>
                  <a:pt x="3129612" y="485688"/>
                </a:lnTo>
                <a:lnTo>
                  <a:pt x="3129312" y="486178"/>
                </a:lnTo>
                <a:lnTo>
                  <a:pt x="3132427" y="480754"/>
                </a:lnTo>
                <a:lnTo>
                  <a:pt x="3132159" y="481260"/>
                </a:lnTo>
                <a:lnTo>
                  <a:pt x="3135005" y="475693"/>
                </a:lnTo>
                <a:lnTo>
                  <a:pt x="3134768" y="476215"/>
                </a:lnTo>
                <a:lnTo>
                  <a:pt x="3137347" y="470490"/>
                </a:lnTo>
                <a:lnTo>
                  <a:pt x="3137125" y="471027"/>
                </a:lnTo>
                <a:lnTo>
                  <a:pt x="3139433" y="465144"/>
                </a:lnTo>
                <a:lnTo>
                  <a:pt x="3139244" y="465698"/>
                </a:lnTo>
                <a:lnTo>
                  <a:pt x="3141269" y="459688"/>
                </a:lnTo>
                <a:lnTo>
                  <a:pt x="3141094" y="460257"/>
                </a:lnTo>
                <a:lnTo>
                  <a:pt x="3142834" y="454121"/>
                </a:lnTo>
                <a:lnTo>
                  <a:pt x="3142691" y="454690"/>
                </a:lnTo>
                <a:lnTo>
                  <a:pt x="3144130" y="448443"/>
                </a:lnTo>
                <a:lnTo>
                  <a:pt x="3144021" y="449012"/>
                </a:lnTo>
                <a:lnTo>
                  <a:pt x="3145143" y="442655"/>
                </a:lnTo>
                <a:lnTo>
                  <a:pt x="3145064" y="443240"/>
                </a:lnTo>
                <a:lnTo>
                  <a:pt x="3145886" y="436771"/>
                </a:lnTo>
                <a:lnTo>
                  <a:pt x="3145823" y="437372"/>
                </a:lnTo>
                <a:lnTo>
                  <a:pt x="3146329" y="430809"/>
                </a:lnTo>
                <a:lnTo>
                  <a:pt x="3146297" y="431410"/>
                </a:lnTo>
                <a:lnTo>
                  <a:pt x="3146456" y="424752"/>
                </a:lnTo>
                <a:lnTo>
                  <a:pt x="3146456" y="425052"/>
                </a:lnTo>
                <a:lnTo>
                  <a:pt x="3146456" y="141136"/>
                </a:lnTo>
                <a:lnTo>
                  <a:pt x="3146456" y="141436"/>
                </a:lnTo>
                <a:lnTo>
                  <a:pt x="3146297" y="134778"/>
                </a:lnTo>
                <a:lnTo>
                  <a:pt x="3146329" y="135379"/>
                </a:lnTo>
                <a:lnTo>
                  <a:pt x="3145823" y="128816"/>
                </a:lnTo>
                <a:lnTo>
                  <a:pt x="3145886" y="129417"/>
                </a:lnTo>
                <a:lnTo>
                  <a:pt x="3145064" y="122948"/>
                </a:lnTo>
                <a:lnTo>
                  <a:pt x="3145143" y="123533"/>
                </a:lnTo>
                <a:lnTo>
                  <a:pt x="3144021" y="117176"/>
                </a:lnTo>
                <a:lnTo>
                  <a:pt x="3144130" y="117745"/>
                </a:lnTo>
                <a:lnTo>
                  <a:pt x="3142691" y="111498"/>
                </a:lnTo>
                <a:lnTo>
                  <a:pt x="3142834" y="112067"/>
                </a:lnTo>
                <a:lnTo>
                  <a:pt x="3141094" y="105931"/>
                </a:lnTo>
                <a:lnTo>
                  <a:pt x="3141269" y="106500"/>
                </a:lnTo>
                <a:lnTo>
                  <a:pt x="3139244" y="100491"/>
                </a:lnTo>
                <a:lnTo>
                  <a:pt x="3139433" y="101044"/>
                </a:lnTo>
                <a:lnTo>
                  <a:pt x="3137125" y="95161"/>
                </a:lnTo>
                <a:lnTo>
                  <a:pt x="3137347" y="95699"/>
                </a:lnTo>
                <a:lnTo>
                  <a:pt x="3134768" y="89973"/>
                </a:lnTo>
                <a:lnTo>
                  <a:pt x="3135005" y="90495"/>
                </a:lnTo>
                <a:lnTo>
                  <a:pt x="3132159" y="84928"/>
                </a:lnTo>
                <a:lnTo>
                  <a:pt x="3132427" y="85434"/>
                </a:lnTo>
                <a:lnTo>
                  <a:pt x="3129312" y="80010"/>
                </a:lnTo>
                <a:lnTo>
                  <a:pt x="3129612" y="80500"/>
                </a:lnTo>
                <a:lnTo>
                  <a:pt x="3126259" y="75265"/>
                </a:lnTo>
                <a:lnTo>
                  <a:pt x="3126575" y="75724"/>
                </a:lnTo>
                <a:lnTo>
                  <a:pt x="3122970" y="70663"/>
                </a:lnTo>
                <a:lnTo>
                  <a:pt x="3123302" y="71122"/>
                </a:lnTo>
                <a:lnTo>
                  <a:pt x="3119475" y="66235"/>
                </a:lnTo>
                <a:lnTo>
                  <a:pt x="3119839" y="66677"/>
                </a:lnTo>
                <a:lnTo>
                  <a:pt x="3115774" y="61980"/>
                </a:lnTo>
                <a:lnTo>
                  <a:pt x="3116154" y="62407"/>
                </a:lnTo>
                <a:lnTo>
                  <a:pt x="3111867" y="57916"/>
                </a:lnTo>
                <a:lnTo>
                  <a:pt x="3112264" y="58311"/>
                </a:lnTo>
                <a:lnTo>
                  <a:pt x="3107772" y="54025"/>
                </a:lnTo>
                <a:lnTo>
                  <a:pt x="3108199" y="54405"/>
                </a:lnTo>
                <a:lnTo>
                  <a:pt x="3103501" y="50340"/>
                </a:lnTo>
                <a:lnTo>
                  <a:pt x="3103944" y="50704"/>
                </a:lnTo>
                <a:lnTo>
                  <a:pt x="3099057" y="46876"/>
                </a:lnTo>
                <a:lnTo>
                  <a:pt x="3099515" y="47209"/>
                </a:lnTo>
                <a:lnTo>
                  <a:pt x="3094439" y="43603"/>
                </a:lnTo>
                <a:lnTo>
                  <a:pt x="3094913" y="43919"/>
                </a:lnTo>
                <a:lnTo>
                  <a:pt x="3089679" y="40566"/>
                </a:lnTo>
                <a:lnTo>
                  <a:pt x="3090168" y="40867"/>
                </a:lnTo>
                <a:lnTo>
                  <a:pt x="3084744" y="37751"/>
                </a:lnTo>
                <a:lnTo>
                  <a:pt x="3085251" y="38020"/>
                </a:lnTo>
                <a:lnTo>
                  <a:pt x="3079684" y="35173"/>
                </a:lnTo>
                <a:lnTo>
                  <a:pt x="3080205" y="35411"/>
                </a:lnTo>
                <a:lnTo>
                  <a:pt x="3074480" y="32833"/>
                </a:lnTo>
                <a:lnTo>
                  <a:pt x="3075018" y="33054"/>
                </a:lnTo>
                <a:lnTo>
                  <a:pt x="3069135" y="30745"/>
                </a:lnTo>
                <a:lnTo>
                  <a:pt x="3069688" y="30935"/>
                </a:lnTo>
                <a:lnTo>
                  <a:pt x="3063678" y="28910"/>
                </a:lnTo>
                <a:lnTo>
                  <a:pt x="3064248" y="29085"/>
                </a:lnTo>
                <a:lnTo>
                  <a:pt x="3058111" y="27345"/>
                </a:lnTo>
                <a:lnTo>
                  <a:pt x="3058681" y="27487"/>
                </a:lnTo>
                <a:lnTo>
                  <a:pt x="3052433" y="26048"/>
                </a:lnTo>
                <a:lnTo>
                  <a:pt x="3053003" y="26159"/>
                </a:lnTo>
                <a:lnTo>
                  <a:pt x="3046645" y="25036"/>
                </a:lnTo>
                <a:lnTo>
                  <a:pt x="3047230" y="25115"/>
                </a:lnTo>
                <a:lnTo>
                  <a:pt x="3040762" y="24292"/>
                </a:lnTo>
                <a:lnTo>
                  <a:pt x="3041363" y="24356"/>
                </a:lnTo>
                <a:lnTo>
                  <a:pt x="3034800" y="23849"/>
                </a:lnTo>
                <a:lnTo>
                  <a:pt x="3035401" y="23881"/>
                </a:lnTo>
                <a:lnTo>
                  <a:pt x="3028743" y="23723"/>
                </a:lnTo>
                <a:lnTo>
                  <a:pt x="3029043" y="23723"/>
                </a:lnTo>
                <a:lnTo>
                  <a:pt x="141136" y="23723"/>
                </a:lnTo>
                <a:lnTo>
                  <a:pt x="141436" y="23723"/>
                </a:lnTo>
                <a:lnTo>
                  <a:pt x="134778" y="23881"/>
                </a:lnTo>
                <a:lnTo>
                  <a:pt x="135379" y="23849"/>
                </a:lnTo>
                <a:lnTo>
                  <a:pt x="128815" y="24356"/>
                </a:lnTo>
                <a:lnTo>
                  <a:pt x="129417" y="24292"/>
                </a:lnTo>
                <a:lnTo>
                  <a:pt x="122947" y="25115"/>
                </a:lnTo>
                <a:lnTo>
                  <a:pt x="123533" y="25036"/>
                </a:lnTo>
                <a:lnTo>
                  <a:pt x="117175" y="26159"/>
                </a:lnTo>
                <a:lnTo>
                  <a:pt x="117745" y="26048"/>
                </a:lnTo>
                <a:lnTo>
                  <a:pt x="111498" y="27487"/>
                </a:lnTo>
                <a:lnTo>
                  <a:pt x="112066" y="27345"/>
                </a:lnTo>
                <a:lnTo>
                  <a:pt x="105931" y="29085"/>
                </a:lnTo>
                <a:lnTo>
                  <a:pt x="106500" y="28910"/>
                </a:lnTo>
                <a:lnTo>
                  <a:pt x="100490" y="30935"/>
                </a:lnTo>
                <a:lnTo>
                  <a:pt x="101044" y="30745"/>
                </a:lnTo>
                <a:lnTo>
                  <a:pt x="95160" y="33054"/>
                </a:lnTo>
                <a:lnTo>
                  <a:pt x="95698" y="32833"/>
                </a:lnTo>
                <a:lnTo>
                  <a:pt x="89972" y="35411"/>
                </a:lnTo>
                <a:lnTo>
                  <a:pt x="90494" y="35173"/>
                </a:lnTo>
                <a:lnTo>
                  <a:pt x="84927" y="38020"/>
                </a:lnTo>
                <a:lnTo>
                  <a:pt x="85434" y="37751"/>
                </a:lnTo>
                <a:lnTo>
                  <a:pt x="80009" y="40867"/>
                </a:lnTo>
                <a:lnTo>
                  <a:pt x="80500" y="40566"/>
                </a:lnTo>
                <a:lnTo>
                  <a:pt x="75265" y="43919"/>
                </a:lnTo>
                <a:lnTo>
                  <a:pt x="75723" y="43603"/>
                </a:lnTo>
                <a:lnTo>
                  <a:pt x="70662" y="47209"/>
                </a:lnTo>
                <a:lnTo>
                  <a:pt x="71121" y="46876"/>
                </a:lnTo>
                <a:lnTo>
                  <a:pt x="66234" y="50704"/>
                </a:lnTo>
                <a:lnTo>
                  <a:pt x="66677" y="50340"/>
                </a:lnTo>
                <a:lnTo>
                  <a:pt x="61980" y="54405"/>
                </a:lnTo>
                <a:lnTo>
                  <a:pt x="62407" y="54025"/>
                </a:lnTo>
                <a:lnTo>
                  <a:pt x="57915" y="58311"/>
                </a:lnTo>
                <a:lnTo>
                  <a:pt x="58310" y="57916"/>
                </a:lnTo>
                <a:lnTo>
                  <a:pt x="54025" y="62407"/>
                </a:lnTo>
                <a:lnTo>
                  <a:pt x="54405" y="61980"/>
                </a:lnTo>
                <a:lnTo>
                  <a:pt x="50340" y="66677"/>
                </a:lnTo>
                <a:lnTo>
                  <a:pt x="50704" y="66235"/>
                </a:lnTo>
                <a:lnTo>
                  <a:pt x="46876" y="71122"/>
                </a:lnTo>
                <a:lnTo>
                  <a:pt x="47208" y="70663"/>
                </a:lnTo>
                <a:lnTo>
                  <a:pt x="43602" y="75724"/>
                </a:lnTo>
                <a:lnTo>
                  <a:pt x="43919" y="75265"/>
                </a:lnTo>
                <a:lnTo>
                  <a:pt x="40566" y="80500"/>
                </a:lnTo>
                <a:lnTo>
                  <a:pt x="40866" y="80010"/>
                </a:lnTo>
                <a:lnTo>
                  <a:pt x="37751" y="85434"/>
                </a:lnTo>
                <a:lnTo>
                  <a:pt x="38020" y="84928"/>
                </a:lnTo>
                <a:lnTo>
                  <a:pt x="35173" y="90495"/>
                </a:lnTo>
                <a:lnTo>
                  <a:pt x="35411" y="89973"/>
                </a:lnTo>
                <a:lnTo>
                  <a:pt x="32832" y="95699"/>
                </a:lnTo>
                <a:lnTo>
                  <a:pt x="33054" y="95161"/>
                </a:lnTo>
                <a:lnTo>
                  <a:pt x="30745" y="101044"/>
                </a:lnTo>
                <a:lnTo>
                  <a:pt x="30934" y="100491"/>
                </a:lnTo>
                <a:lnTo>
                  <a:pt x="28910" y="106500"/>
                </a:lnTo>
                <a:lnTo>
                  <a:pt x="29084" y="105931"/>
                </a:lnTo>
                <a:lnTo>
                  <a:pt x="27345" y="112067"/>
                </a:lnTo>
                <a:lnTo>
                  <a:pt x="27487" y="111498"/>
                </a:lnTo>
                <a:lnTo>
                  <a:pt x="26047" y="117745"/>
                </a:lnTo>
                <a:lnTo>
                  <a:pt x="26158" y="117176"/>
                </a:lnTo>
                <a:lnTo>
                  <a:pt x="25019" y="123533"/>
                </a:lnTo>
                <a:lnTo>
                  <a:pt x="25115" y="122948"/>
                </a:lnTo>
                <a:lnTo>
                  <a:pt x="24293" y="129417"/>
                </a:lnTo>
                <a:lnTo>
                  <a:pt x="24355" y="128816"/>
                </a:lnTo>
                <a:lnTo>
                  <a:pt x="23849" y="135379"/>
                </a:lnTo>
                <a:lnTo>
                  <a:pt x="23881" y="134778"/>
                </a:lnTo>
                <a:lnTo>
                  <a:pt x="23723" y="141436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text-220 Large">
            <a:extLst xmlns:a="http://schemas.openxmlformats.org/drawingml/2006/main">
              <a:ext uri="{FF2B5EF4-FFF2-40B4-BE49-F238E27FC236}">
                <a16:creationId xmlns:a16="http://schemas.microsoft.com/office/drawing/2014/main" id="{F56FEE21-3622-44B8-ACA6-B4D83AC0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2924" y="1081142"/>
            <a:ext cx="709800" cy="39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</a:t>
            </a:r>
          </a:p>
        </p:txBody>
      </p:sp>
      <p:sp>
        <p:nvSpPr>
          <p:cNvPr id="271" name="text-220 Language">
            <a:extLst xmlns:a="http://schemas.openxmlformats.org/drawingml/2006/main">
              <a:ext uri="{FF2B5EF4-FFF2-40B4-BE49-F238E27FC236}">
                <a16:creationId xmlns:a16="http://schemas.microsoft.com/office/drawing/2014/main" id="{14447EFE-1EED-4CCB-AB10-E87D71D3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2800" y="1081038"/>
            <a:ext cx="1173999" cy="398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Language</a:t>
            </a:r>
          </a:p>
        </p:txBody>
      </p:sp>
      <p:sp>
        <p:nvSpPr>
          <p:cNvPr id="272" name="text-220 Model">
            <a:extLst xmlns:a="http://schemas.openxmlformats.org/drawingml/2006/main">
              <a:ext uri="{FF2B5EF4-FFF2-40B4-BE49-F238E27FC236}">
                <a16:creationId xmlns:a16="http://schemas.microsoft.com/office/drawing/2014/main" id="{54C9778F-5A48-4AD4-9718-4098E6F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6856" y="1081109"/>
            <a:ext cx="794603" cy="398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273" name="text-221 Tracjetory">
            <a:extLst xmlns:a="http://schemas.openxmlformats.org/drawingml/2006/main">
              <a:ext uri="{FF2B5EF4-FFF2-40B4-BE49-F238E27FC236}">
                <a16:creationId xmlns:a16="http://schemas.microsoft.com/office/drawing/2014/main" id="{99EE9305-D4EA-452A-BE44-4AAB235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2115" y="1378484"/>
            <a:ext cx="682401" cy="20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Tracjetory</a:t>
            </a:r>
          </a:p>
        </p:txBody>
      </p:sp>
      <p:sp>
        <p:nvSpPr>
          <p:cNvPr id="274" name="text-222 Decoder">
            <a:extLst xmlns:a="http://schemas.openxmlformats.org/drawingml/2006/main">
              <a:ext uri="{FF2B5EF4-FFF2-40B4-BE49-F238E27FC236}">
                <a16:creationId xmlns:a16="http://schemas.microsoft.com/office/drawing/2014/main" id="{FFAC5233-10B0-4797-8958-CBF9A8D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2115" y="1551645"/>
            <a:ext cx="531647" cy="199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275" name="path-223">
            <a:extLst xmlns:a="http://schemas.openxmlformats.org/drawingml/2006/main">
              <a:ext uri="{FF2B5EF4-FFF2-40B4-BE49-F238E27FC236}">
                <a16:creationId xmlns:a16="http://schemas.microsoft.com/office/drawing/2014/main" id="{4738F805-2C26-487A-BFA9-769818C8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73" y="791046"/>
            <a:ext cx="158137" cy="253931"/>
          </a:xfrm>
          <a:custGeom xmlns:a="http://schemas.openxmlformats.org/drawingml/2006/main">
            <a:pathLst>
              <a:path w="158137" h="253931">
                <a:moveTo>
                  <a:pt x="0" y="157410"/>
                </a:moveTo>
                <a:lnTo>
                  <a:pt x="79803" y="79077"/>
                </a:lnTo>
                <a:lnTo>
                  <a:pt x="158137" y="158881"/>
                </a:lnTo>
                <a:lnTo>
                  <a:pt x="80547" y="0"/>
                </a:lnTo>
                <a:lnTo>
                  <a:pt x="0" y="157410"/>
                </a:lnTo>
                <a:moveTo>
                  <a:pt x="88060" y="253931"/>
                </a:moveTo>
                <a:lnTo>
                  <a:pt x="89878" y="59402"/>
                </a:lnTo>
                <a:lnTo>
                  <a:pt x="70109" y="59212"/>
                </a:lnTo>
                <a:lnTo>
                  <a:pt x="68290" y="253741"/>
                </a:lnTo>
                <a:lnTo>
                  <a:pt x="88060" y="253931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24">
            <a:extLst xmlns:a="http://schemas.openxmlformats.org/drawingml/2006/main">
              <a:ext uri="{FF2B5EF4-FFF2-40B4-BE49-F238E27FC236}">
                <a16:creationId xmlns:a16="http://schemas.microsoft.com/office/drawing/2014/main" id="{A5C92622-D71A-4A43-BD1E-68117435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36" y="161596"/>
            <a:ext cx="5155791" cy="631031"/>
          </a:xfrm>
          <a:custGeom xmlns:a="http://schemas.openxmlformats.org/drawingml/2006/main">
            <a:pathLst>
              <a:path w="5155791" h="631031">
                <a:moveTo>
                  <a:pt x="0" y="619169"/>
                </a:moveTo>
                <a:lnTo>
                  <a:pt x="0" y="524278"/>
                </a:lnTo>
                <a:lnTo>
                  <a:pt x="23723" y="524278"/>
                </a:lnTo>
                <a:lnTo>
                  <a:pt x="23723" y="619169"/>
                </a:lnTo>
                <a:lnTo>
                  <a:pt x="0" y="619169"/>
                </a:lnTo>
                <a:moveTo>
                  <a:pt x="0" y="453109"/>
                </a:moveTo>
                <a:lnTo>
                  <a:pt x="0" y="358217"/>
                </a:lnTo>
                <a:lnTo>
                  <a:pt x="23723" y="358217"/>
                </a:lnTo>
                <a:lnTo>
                  <a:pt x="23723" y="453109"/>
                </a:lnTo>
                <a:lnTo>
                  <a:pt x="0" y="453109"/>
                </a:lnTo>
                <a:moveTo>
                  <a:pt x="0" y="287048"/>
                </a:moveTo>
                <a:lnTo>
                  <a:pt x="0" y="192156"/>
                </a:lnTo>
                <a:lnTo>
                  <a:pt x="23723" y="192156"/>
                </a:lnTo>
                <a:lnTo>
                  <a:pt x="23723" y="287048"/>
                </a:lnTo>
                <a:lnTo>
                  <a:pt x="0" y="287048"/>
                </a:lnTo>
                <a:moveTo>
                  <a:pt x="0" y="120987"/>
                </a:moveTo>
                <a:lnTo>
                  <a:pt x="0" y="26095"/>
                </a:lnTo>
                <a:lnTo>
                  <a:pt x="23723" y="26095"/>
                </a:lnTo>
                <a:lnTo>
                  <a:pt x="23723" y="120987"/>
                </a:lnTo>
                <a:lnTo>
                  <a:pt x="0" y="120987"/>
                </a:lnTo>
                <a:moveTo>
                  <a:pt x="68797" y="0"/>
                </a:moveTo>
                <a:lnTo>
                  <a:pt x="163689" y="0"/>
                </a:lnTo>
                <a:lnTo>
                  <a:pt x="163689" y="23723"/>
                </a:lnTo>
                <a:lnTo>
                  <a:pt x="68797" y="23723"/>
                </a:lnTo>
                <a:lnTo>
                  <a:pt x="68797" y="0"/>
                </a:lnTo>
                <a:moveTo>
                  <a:pt x="234858" y="0"/>
                </a:moveTo>
                <a:lnTo>
                  <a:pt x="329750" y="0"/>
                </a:lnTo>
                <a:lnTo>
                  <a:pt x="329750" y="23723"/>
                </a:lnTo>
                <a:lnTo>
                  <a:pt x="234858" y="23723"/>
                </a:lnTo>
                <a:lnTo>
                  <a:pt x="234858" y="0"/>
                </a:lnTo>
                <a:moveTo>
                  <a:pt x="400919" y="0"/>
                </a:moveTo>
                <a:lnTo>
                  <a:pt x="495810" y="0"/>
                </a:lnTo>
                <a:lnTo>
                  <a:pt x="495810" y="23723"/>
                </a:lnTo>
                <a:lnTo>
                  <a:pt x="400919" y="23723"/>
                </a:lnTo>
                <a:lnTo>
                  <a:pt x="400919" y="0"/>
                </a:lnTo>
                <a:moveTo>
                  <a:pt x="566979" y="0"/>
                </a:moveTo>
                <a:lnTo>
                  <a:pt x="661871" y="0"/>
                </a:lnTo>
                <a:lnTo>
                  <a:pt x="661871" y="23723"/>
                </a:lnTo>
                <a:lnTo>
                  <a:pt x="566979" y="23723"/>
                </a:lnTo>
                <a:lnTo>
                  <a:pt x="566979" y="0"/>
                </a:lnTo>
                <a:moveTo>
                  <a:pt x="733040" y="0"/>
                </a:moveTo>
                <a:lnTo>
                  <a:pt x="827932" y="0"/>
                </a:lnTo>
                <a:lnTo>
                  <a:pt x="827932" y="23723"/>
                </a:lnTo>
                <a:lnTo>
                  <a:pt x="733040" y="23723"/>
                </a:lnTo>
                <a:lnTo>
                  <a:pt x="733040" y="0"/>
                </a:lnTo>
                <a:moveTo>
                  <a:pt x="899101" y="0"/>
                </a:moveTo>
                <a:lnTo>
                  <a:pt x="993993" y="0"/>
                </a:lnTo>
                <a:lnTo>
                  <a:pt x="993993" y="23723"/>
                </a:lnTo>
                <a:lnTo>
                  <a:pt x="899101" y="23723"/>
                </a:lnTo>
                <a:lnTo>
                  <a:pt x="899101" y="0"/>
                </a:lnTo>
                <a:moveTo>
                  <a:pt x="1065162" y="0"/>
                </a:moveTo>
                <a:lnTo>
                  <a:pt x="1160054" y="0"/>
                </a:lnTo>
                <a:lnTo>
                  <a:pt x="1160054" y="23723"/>
                </a:lnTo>
                <a:lnTo>
                  <a:pt x="1065162" y="23723"/>
                </a:lnTo>
                <a:lnTo>
                  <a:pt x="1065162" y="0"/>
                </a:lnTo>
                <a:moveTo>
                  <a:pt x="1231221" y="0"/>
                </a:moveTo>
                <a:lnTo>
                  <a:pt x="1326113" y="0"/>
                </a:lnTo>
                <a:lnTo>
                  <a:pt x="1326113" y="23723"/>
                </a:lnTo>
                <a:lnTo>
                  <a:pt x="1231221" y="23723"/>
                </a:lnTo>
                <a:lnTo>
                  <a:pt x="1231221" y="0"/>
                </a:lnTo>
                <a:moveTo>
                  <a:pt x="1397282" y="0"/>
                </a:moveTo>
                <a:lnTo>
                  <a:pt x="1492174" y="0"/>
                </a:lnTo>
                <a:lnTo>
                  <a:pt x="1492174" y="23723"/>
                </a:lnTo>
                <a:lnTo>
                  <a:pt x="1397282" y="23723"/>
                </a:lnTo>
                <a:lnTo>
                  <a:pt x="1397282" y="0"/>
                </a:lnTo>
                <a:moveTo>
                  <a:pt x="1563343" y="0"/>
                </a:moveTo>
                <a:lnTo>
                  <a:pt x="1658235" y="0"/>
                </a:lnTo>
                <a:lnTo>
                  <a:pt x="1658235" y="23723"/>
                </a:lnTo>
                <a:lnTo>
                  <a:pt x="1563343" y="23723"/>
                </a:lnTo>
                <a:lnTo>
                  <a:pt x="1563343" y="0"/>
                </a:lnTo>
                <a:moveTo>
                  <a:pt x="1729404" y="0"/>
                </a:moveTo>
                <a:lnTo>
                  <a:pt x="1824296" y="0"/>
                </a:lnTo>
                <a:lnTo>
                  <a:pt x="1824296" y="23723"/>
                </a:lnTo>
                <a:lnTo>
                  <a:pt x="1729404" y="23723"/>
                </a:lnTo>
                <a:lnTo>
                  <a:pt x="1729404" y="0"/>
                </a:lnTo>
                <a:moveTo>
                  <a:pt x="1895465" y="0"/>
                </a:moveTo>
                <a:lnTo>
                  <a:pt x="1990356" y="0"/>
                </a:lnTo>
                <a:lnTo>
                  <a:pt x="1990356" y="23723"/>
                </a:lnTo>
                <a:lnTo>
                  <a:pt x="1895465" y="23723"/>
                </a:lnTo>
                <a:lnTo>
                  <a:pt x="1895465" y="0"/>
                </a:lnTo>
                <a:moveTo>
                  <a:pt x="2061525" y="0"/>
                </a:moveTo>
                <a:lnTo>
                  <a:pt x="2156417" y="0"/>
                </a:lnTo>
                <a:lnTo>
                  <a:pt x="2156417" y="23723"/>
                </a:lnTo>
                <a:lnTo>
                  <a:pt x="2061525" y="23723"/>
                </a:lnTo>
                <a:lnTo>
                  <a:pt x="2061525" y="0"/>
                </a:lnTo>
                <a:moveTo>
                  <a:pt x="2227586" y="0"/>
                </a:moveTo>
                <a:lnTo>
                  <a:pt x="2322478" y="0"/>
                </a:lnTo>
                <a:lnTo>
                  <a:pt x="2322478" y="23723"/>
                </a:lnTo>
                <a:lnTo>
                  <a:pt x="2227586" y="23723"/>
                </a:lnTo>
                <a:lnTo>
                  <a:pt x="2227586" y="0"/>
                </a:lnTo>
                <a:moveTo>
                  <a:pt x="2393647" y="0"/>
                </a:moveTo>
                <a:lnTo>
                  <a:pt x="2488539" y="0"/>
                </a:lnTo>
                <a:lnTo>
                  <a:pt x="2488539" y="23723"/>
                </a:lnTo>
                <a:lnTo>
                  <a:pt x="2393647" y="23723"/>
                </a:lnTo>
                <a:lnTo>
                  <a:pt x="2393647" y="0"/>
                </a:lnTo>
                <a:moveTo>
                  <a:pt x="2559708" y="0"/>
                </a:moveTo>
                <a:lnTo>
                  <a:pt x="2654600" y="0"/>
                </a:lnTo>
                <a:lnTo>
                  <a:pt x="2654600" y="23723"/>
                </a:lnTo>
                <a:lnTo>
                  <a:pt x="2559708" y="23723"/>
                </a:lnTo>
                <a:lnTo>
                  <a:pt x="2559708" y="0"/>
                </a:lnTo>
                <a:moveTo>
                  <a:pt x="2725769" y="0"/>
                </a:moveTo>
                <a:lnTo>
                  <a:pt x="2820660" y="0"/>
                </a:lnTo>
                <a:lnTo>
                  <a:pt x="2820660" y="23723"/>
                </a:lnTo>
                <a:lnTo>
                  <a:pt x="2725769" y="23723"/>
                </a:lnTo>
                <a:lnTo>
                  <a:pt x="2725769" y="0"/>
                </a:lnTo>
                <a:moveTo>
                  <a:pt x="2891829" y="0"/>
                </a:moveTo>
                <a:lnTo>
                  <a:pt x="2986721" y="0"/>
                </a:lnTo>
                <a:lnTo>
                  <a:pt x="2986721" y="23723"/>
                </a:lnTo>
                <a:lnTo>
                  <a:pt x="2891829" y="23723"/>
                </a:lnTo>
                <a:lnTo>
                  <a:pt x="2891829" y="0"/>
                </a:lnTo>
                <a:moveTo>
                  <a:pt x="3057890" y="0"/>
                </a:moveTo>
                <a:lnTo>
                  <a:pt x="3152782" y="0"/>
                </a:lnTo>
                <a:lnTo>
                  <a:pt x="3152782" y="23723"/>
                </a:lnTo>
                <a:lnTo>
                  <a:pt x="3057890" y="23723"/>
                </a:lnTo>
                <a:lnTo>
                  <a:pt x="3057890" y="0"/>
                </a:lnTo>
                <a:moveTo>
                  <a:pt x="3223951" y="0"/>
                </a:moveTo>
                <a:lnTo>
                  <a:pt x="3318843" y="0"/>
                </a:lnTo>
                <a:lnTo>
                  <a:pt x="3318843" y="23723"/>
                </a:lnTo>
                <a:lnTo>
                  <a:pt x="3223951" y="23723"/>
                </a:lnTo>
                <a:lnTo>
                  <a:pt x="3223951" y="0"/>
                </a:lnTo>
                <a:moveTo>
                  <a:pt x="3390012" y="0"/>
                </a:moveTo>
                <a:lnTo>
                  <a:pt x="3484904" y="0"/>
                </a:lnTo>
                <a:lnTo>
                  <a:pt x="3484904" y="23723"/>
                </a:lnTo>
                <a:lnTo>
                  <a:pt x="3390012" y="23723"/>
                </a:lnTo>
                <a:lnTo>
                  <a:pt x="3390012" y="0"/>
                </a:lnTo>
                <a:moveTo>
                  <a:pt x="3556072" y="0"/>
                </a:moveTo>
                <a:lnTo>
                  <a:pt x="3650964" y="0"/>
                </a:lnTo>
                <a:lnTo>
                  <a:pt x="3650964" y="23723"/>
                </a:lnTo>
                <a:lnTo>
                  <a:pt x="3556072" y="23723"/>
                </a:lnTo>
                <a:lnTo>
                  <a:pt x="3556072" y="0"/>
                </a:lnTo>
                <a:moveTo>
                  <a:pt x="3722133" y="0"/>
                </a:moveTo>
                <a:lnTo>
                  <a:pt x="3817025" y="0"/>
                </a:lnTo>
                <a:lnTo>
                  <a:pt x="3817025" y="23723"/>
                </a:lnTo>
                <a:lnTo>
                  <a:pt x="3722133" y="23723"/>
                </a:lnTo>
                <a:lnTo>
                  <a:pt x="3722133" y="0"/>
                </a:lnTo>
                <a:moveTo>
                  <a:pt x="3888194" y="0"/>
                </a:moveTo>
                <a:lnTo>
                  <a:pt x="3983086" y="0"/>
                </a:lnTo>
                <a:lnTo>
                  <a:pt x="3983086" y="23723"/>
                </a:lnTo>
                <a:lnTo>
                  <a:pt x="3888194" y="23723"/>
                </a:lnTo>
                <a:lnTo>
                  <a:pt x="3888194" y="0"/>
                </a:lnTo>
                <a:moveTo>
                  <a:pt x="4054255" y="0"/>
                </a:moveTo>
                <a:lnTo>
                  <a:pt x="4149147" y="0"/>
                </a:lnTo>
                <a:lnTo>
                  <a:pt x="4149147" y="23723"/>
                </a:lnTo>
                <a:lnTo>
                  <a:pt x="4054255" y="23723"/>
                </a:lnTo>
                <a:lnTo>
                  <a:pt x="4054255" y="0"/>
                </a:lnTo>
                <a:moveTo>
                  <a:pt x="4220316" y="0"/>
                </a:moveTo>
                <a:lnTo>
                  <a:pt x="4315208" y="0"/>
                </a:lnTo>
                <a:lnTo>
                  <a:pt x="4315208" y="23723"/>
                </a:lnTo>
                <a:lnTo>
                  <a:pt x="4220316" y="23723"/>
                </a:lnTo>
                <a:lnTo>
                  <a:pt x="4220316" y="0"/>
                </a:lnTo>
                <a:moveTo>
                  <a:pt x="4386376" y="0"/>
                </a:moveTo>
                <a:lnTo>
                  <a:pt x="4481268" y="0"/>
                </a:lnTo>
                <a:lnTo>
                  <a:pt x="4481268" y="23723"/>
                </a:lnTo>
                <a:lnTo>
                  <a:pt x="4386376" y="23723"/>
                </a:lnTo>
                <a:lnTo>
                  <a:pt x="4386376" y="0"/>
                </a:lnTo>
                <a:moveTo>
                  <a:pt x="4552437" y="0"/>
                </a:moveTo>
                <a:lnTo>
                  <a:pt x="4647329" y="0"/>
                </a:lnTo>
                <a:lnTo>
                  <a:pt x="4647329" y="23723"/>
                </a:lnTo>
                <a:lnTo>
                  <a:pt x="4552437" y="23723"/>
                </a:lnTo>
                <a:lnTo>
                  <a:pt x="4552437" y="0"/>
                </a:lnTo>
                <a:moveTo>
                  <a:pt x="4718498" y="0"/>
                </a:moveTo>
                <a:lnTo>
                  <a:pt x="4813390" y="0"/>
                </a:lnTo>
                <a:lnTo>
                  <a:pt x="4813390" y="23723"/>
                </a:lnTo>
                <a:lnTo>
                  <a:pt x="4718498" y="23723"/>
                </a:lnTo>
                <a:lnTo>
                  <a:pt x="4718498" y="0"/>
                </a:lnTo>
                <a:moveTo>
                  <a:pt x="4884559" y="0"/>
                </a:moveTo>
                <a:lnTo>
                  <a:pt x="4979451" y="0"/>
                </a:lnTo>
                <a:lnTo>
                  <a:pt x="4979451" y="23723"/>
                </a:lnTo>
                <a:lnTo>
                  <a:pt x="4884559" y="23723"/>
                </a:lnTo>
                <a:lnTo>
                  <a:pt x="4884559" y="0"/>
                </a:lnTo>
                <a:moveTo>
                  <a:pt x="5050620" y="0"/>
                </a:moveTo>
                <a:lnTo>
                  <a:pt x="5155791" y="0"/>
                </a:lnTo>
                <a:lnTo>
                  <a:pt x="5155791" y="13443"/>
                </a:lnTo>
                <a:lnTo>
                  <a:pt x="5132068" y="13443"/>
                </a:lnTo>
                <a:lnTo>
                  <a:pt x="5132068" y="23723"/>
                </a:lnTo>
                <a:lnTo>
                  <a:pt x="5132068" y="11861"/>
                </a:lnTo>
                <a:lnTo>
                  <a:pt x="5143930" y="23723"/>
                </a:lnTo>
                <a:lnTo>
                  <a:pt x="5050620" y="23723"/>
                </a:lnTo>
                <a:lnTo>
                  <a:pt x="5050620" y="0"/>
                </a:lnTo>
                <a:moveTo>
                  <a:pt x="5155791" y="84612"/>
                </a:moveTo>
                <a:lnTo>
                  <a:pt x="5155791" y="179504"/>
                </a:lnTo>
                <a:lnTo>
                  <a:pt x="5132068" y="179504"/>
                </a:lnTo>
                <a:lnTo>
                  <a:pt x="5132068" y="84612"/>
                </a:lnTo>
                <a:lnTo>
                  <a:pt x="5155791" y="84612"/>
                </a:lnTo>
                <a:moveTo>
                  <a:pt x="5155791" y="250673"/>
                </a:moveTo>
                <a:lnTo>
                  <a:pt x="5155791" y="345565"/>
                </a:lnTo>
                <a:lnTo>
                  <a:pt x="5132068" y="345565"/>
                </a:lnTo>
                <a:lnTo>
                  <a:pt x="5132068" y="250673"/>
                </a:lnTo>
                <a:lnTo>
                  <a:pt x="5155791" y="250673"/>
                </a:lnTo>
                <a:moveTo>
                  <a:pt x="5155791" y="416734"/>
                </a:moveTo>
                <a:lnTo>
                  <a:pt x="5155791" y="511625"/>
                </a:lnTo>
                <a:lnTo>
                  <a:pt x="5132068" y="511625"/>
                </a:lnTo>
                <a:lnTo>
                  <a:pt x="5132068" y="416734"/>
                </a:lnTo>
                <a:lnTo>
                  <a:pt x="5155791" y="416734"/>
                </a:lnTo>
                <a:moveTo>
                  <a:pt x="5155791" y="582794"/>
                </a:moveTo>
                <a:lnTo>
                  <a:pt x="5155791" y="631031"/>
                </a:lnTo>
                <a:lnTo>
                  <a:pt x="5085413" y="631031"/>
                </a:lnTo>
                <a:lnTo>
                  <a:pt x="5085413" y="607308"/>
                </a:lnTo>
                <a:lnTo>
                  <a:pt x="5143930" y="607308"/>
                </a:lnTo>
                <a:lnTo>
                  <a:pt x="5132068" y="619169"/>
                </a:lnTo>
                <a:lnTo>
                  <a:pt x="5132068" y="582794"/>
                </a:lnTo>
                <a:lnTo>
                  <a:pt x="5155791" y="582794"/>
                </a:lnTo>
                <a:moveTo>
                  <a:pt x="5014244" y="631031"/>
                </a:moveTo>
                <a:lnTo>
                  <a:pt x="4919352" y="631031"/>
                </a:lnTo>
                <a:lnTo>
                  <a:pt x="4919352" y="607308"/>
                </a:lnTo>
                <a:lnTo>
                  <a:pt x="5014244" y="607308"/>
                </a:lnTo>
                <a:lnTo>
                  <a:pt x="5014244" y="631031"/>
                </a:lnTo>
                <a:moveTo>
                  <a:pt x="4848183" y="631031"/>
                </a:moveTo>
                <a:lnTo>
                  <a:pt x="4753291" y="631031"/>
                </a:lnTo>
                <a:lnTo>
                  <a:pt x="4753291" y="607308"/>
                </a:lnTo>
                <a:lnTo>
                  <a:pt x="4848183" y="607308"/>
                </a:lnTo>
                <a:lnTo>
                  <a:pt x="4848183" y="631031"/>
                </a:lnTo>
                <a:moveTo>
                  <a:pt x="4682122" y="631031"/>
                </a:moveTo>
                <a:lnTo>
                  <a:pt x="4587230" y="631031"/>
                </a:lnTo>
                <a:lnTo>
                  <a:pt x="4587230" y="607308"/>
                </a:lnTo>
                <a:lnTo>
                  <a:pt x="4682122" y="607308"/>
                </a:lnTo>
                <a:lnTo>
                  <a:pt x="4682122" y="631031"/>
                </a:lnTo>
                <a:moveTo>
                  <a:pt x="4516062" y="631031"/>
                </a:moveTo>
                <a:lnTo>
                  <a:pt x="4421170" y="631031"/>
                </a:lnTo>
                <a:lnTo>
                  <a:pt x="4421170" y="607308"/>
                </a:lnTo>
                <a:lnTo>
                  <a:pt x="4516062" y="607308"/>
                </a:lnTo>
                <a:lnTo>
                  <a:pt x="4516062" y="631031"/>
                </a:lnTo>
                <a:moveTo>
                  <a:pt x="4350001" y="631031"/>
                </a:moveTo>
                <a:lnTo>
                  <a:pt x="4255109" y="631031"/>
                </a:lnTo>
                <a:lnTo>
                  <a:pt x="4255109" y="607308"/>
                </a:lnTo>
                <a:lnTo>
                  <a:pt x="4350001" y="607308"/>
                </a:lnTo>
                <a:lnTo>
                  <a:pt x="4350001" y="631031"/>
                </a:lnTo>
                <a:moveTo>
                  <a:pt x="4183941" y="631031"/>
                </a:moveTo>
                <a:lnTo>
                  <a:pt x="4089049" y="631031"/>
                </a:lnTo>
                <a:lnTo>
                  <a:pt x="4089049" y="607308"/>
                </a:lnTo>
                <a:lnTo>
                  <a:pt x="4183941" y="607308"/>
                </a:lnTo>
                <a:lnTo>
                  <a:pt x="4183941" y="631031"/>
                </a:lnTo>
                <a:moveTo>
                  <a:pt x="4017880" y="631031"/>
                </a:moveTo>
                <a:lnTo>
                  <a:pt x="3922988" y="631031"/>
                </a:lnTo>
                <a:lnTo>
                  <a:pt x="3922988" y="607308"/>
                </a:lnTo>
                <a:lnTo>
                  <a:pt x="4017880" y="607308"/>
                </a:lnTo>
                <a:lnTo>
                  <a:pt x="4017880" y="631031"/>
                </a:lnTo>
                <a:moveTo>
                  <a:pt x="3851820" y="631031"/>
                </a:moveTo>
                <a:lnTo>
                  <a:pt x="3756928" y="631031"/>
                </a:lnTo>
                <a:lnTo>
                  <a:pt x="3756928" y="607308"/>
                </a:lnTo>
                <a:lnTo>
                  <a:pt x="3851820" y="607308"/>
                </a:lnTo>
                <a:lnTo>
                  <a:pt x="3851820" y="631031"/>
                </a:lnTo>
                <a:moveTo>
                  <a:pt x="3685759" y="631031"/>
                </a:moveTo>
                <a:lnTo>
                  <a:pt x="3590867" y="631031"/>
                </a:lnTo>
                <a:lnTo>
                  <a:pt x="3590867" y="607308"/>
                </a:lnTo>
                <a:lnTo>
                  <a:pt x="3685759" y="607308"/>
                </a:lnTo>
                <a:lnTo>
                  <a:pt x="3685759" y="631031"/>
                </a:lnTo>
                <a:moveTo>
                  <a:pt x="3519698" y="631031"/>
                </a:moveTo>
                <a:lnTo>
                  <a:pt x="3424806" y="631031"/>
                </a:lnTo>
                <a:lnTo>
                  <a:pt x="3424806" y="607308"/>
                </a:lnTo>
                <a:lnTo>
                  <a:pt x="3519698" y="607308"/>
                </a:lnTo>
                <a:lnTo>
                  <a:pt x="3519698" y="631031"/>
                </a:lnTo>
                <a:moveTo>
                  <a:pt x="3353637" y="631031"/>
                </a:moveTo>
                <a:lnTo>
                  <a:pt x="3258745" y="631031"/>
                </a:lnTo>
                <a:lnTo>
                  <a:pt x="3258745" y="607308"/>
                </a:lnTo>
                <a:lnTo>
                  <a:pt x="3353637" y="607308"/>
                </a:lnTo>
                <a:lnTo>
                  <a:pt x="3353637" y="631031"/>
                </a:lnTo>
                <a:moveTo>
                  <a:pt x="3187576" y="631031"/>
                </a:moveTo>
                <a:lnTo>
                  <a:pt x="3092684" y="631031"/>
                </a:lnTo>
                <a:lnTo>
                  <a:pt x="3092684" y="607308"/>
                </a:lnTo>
                <a:lnTo>
                  <a:pt x="3187576" y="607308"/>
                </a:lnTo>
                <a:lnTo>
                  <a:pt x="3187576" y="631031"/>
                </a:lnTo>
                <a:moveTo>
                  <a:pt x="3021516" y="631031"/>
                </a:moveTo>
                <a:lnTo>
                  <a:pt x="2926624" y="631031"/>
                </a:lnTo>
                <a:lnTo>
                  <a:pt x="2926624" y="607308"/>
                </a:lnTo>
                <a:lnTo>
                  <a:pt x="3021516" y="607308"/>
                </a:lnTo>
                <a:lnTo>
                  <a:pt x="3021516" y="631031"/>
                </a:lnTo>
                <a:moveTo>
                  <a:pt x="2855455" y="631031"/>
                </a:moveTo>
                <a:lnTo>
                  <a:pt x="2760563" y="631031"/>
                </a:lnTo>
                <a:lnTo>
                  <a:pt x="2760563" y="607308"/>
                </a:lnTo>
                <a:lnTo>
                  <a:pt x="2855455" y="607308"/>
                </a:lnTo>
                <a:lnTo>
                  <a:pt x="2855455" y="631031"/>
                </a:lnTo>
                <a:moveTo>
                  <a:pt x="2689394" y="631031"/>
                </a:moveTo>
                <a:lnTo>
                  <a:pt x="2594502" y="631031"/>
                </a:lnTo>
                <a:lnTo>
                  <a:pt x="2594502" y="607308"/>
                </a:lnTo>
                <a:lnTo>
                  <a:pt x="2689394" y="607308"/>
                </a:lnTo>
                <a:lnTo>
                  <a:pt x="2689394" y="631031"/>
                </a:lnTo>
                <a:moveTo>
                  <a:pt x="2523333" y="631031"/>
                </a:moveTo>
                <a:lnTo>
                  <a:pt x="2428441" y="631031"/>
                </a:lnTo>
                <a:lnTo>
                  <a:pt x="2428441" y="607308"/>
                </a:lnTo>
                <a:lnTo>
                  <a:pt x="2523333" y="607308"/>
                </a:lnTo>
                <a:lnTo>
                  <a:pt x="2523333" y="631031"/>
                </a:lnTo>
                <a:moveTo>
                  <a:pt x="2357272" y="631031"/>
                </a:moveTo>
                <a:lnTo>
                  <a:pt x="2262381" y="631031"/>
                </a:lnTo>
                <a:lnTo>
                  <a:pt x="2262381" y="607308"/>
                </a:lnTo>
                <a:lnTo>
                  <a:pt x="2357272" y="607308"/>
                </a:lnTo>
                <a:lnTo>
                  <a:pt x="2357272" y="631031"/>
                </a:lnTo>
                <a:moveTo>
                  <a:pt x="2191212" y="631031"/>
                </a:moveTo>
                <a:lnTo>
                  <a:pt x="2096320" y="631031"/>
                </a:lnTo>
                <a:lnTo>
                  <a:pt x="2096320" y="607308"/>
                </a:lnTo>
                <a:lnTo>
                  <a:pt x="2191212" y="607308"/>
                </a:lnTo>
                <a:lnTo>
                  <a:pt x="2191212" y="631031"/>
                </a:lnTo>
                <a:moveTo>
                  <a:pt x="2025151" y="631031"/>
                </a:moveTo>
                <a:lnTo>
                  <a:pt x="1930259" y="631031"/>
                </a:lnTo>
                <a:lnTo>
                  <a:pt x="1930259" y="607308"/>
                </a:lnTo>
                <a:lnTo>
                  <a:pt x="2025151" y="607308"/>
                </a:lnTo>
                <a:lnTo>
                  <a:pt x="2025151" y="631031"/>
                </a:lnTo>
                <a:moveTo>
                  <a:pt x="1859090" y="631031"/>
                </a:moveTo>
                <a:lnTo>
                  <a:pt x="1764198" y="631031"/>
                </a:lnTo>
                <a:lnTo>
                  <a:pt x="1764198" y="607308"/>
                </a:lnTo>
                <a:lnTo>
                  <a:pt x="1859090" y="607308"/>
                </a:lnTo>
                <a:lnTo>
                  <a:pt x="1859090" y="631031"/>
                </a:lnTo>
                <a:moveTo>
                  <a:pt x="1693029" y="631031"/>
                </a:moveTo>
                <a:lnTo>
                  <a:pt x="1598137" y="631031"/>
                </a:lnTo>
                <a:lnTo>
                  <a:pt x="1598137" y="607308"/>
                </a:lnTo>
                <a:lnTo>
                  <a:pt x="1693029" y="607308"/>
                </a:lnTo>
                <a:lnTo>
                  <a:pt x="1693029" y="631031"/>
                </a:lnTo>
                <a:moveTo>
                  <a:pt x="1526968" y="631031"/>
                </a:moveTo>
                <a:lnTo>
                  <a:pt x="1432077" y="631031"/>
                </a:lnTo>
                <a:lnTo>
                  <a:pt x="1432077" y="607308"/>
                </a:lnTo>
                <a:lnTo>
                  <a:pt x="1526968" y="607308"/>
                </a:lnTo>
                <a:lnTo>
                  <a:pt x="1526968" y="631031"/>
                </a:lnTo>
                <a:moveTo>
                  <a:pt x="1360908" y="631031"/>
                </a:moveTo>
                <a:lnTo>
                  <a:pt x="1266016" y="631031"/>
                </a:lnTo>
                <a:lnTo>
                  <a:pt x="1266016" y="607308"/>
                </a:lnTo>
                <a:lnTo>
                  <a:pt x="1360908" y="607308"/>
                </a:lnTo>
                <a:lnTo>
                  <a:pt x="1360908" y="631031"/>
                </a:lnTo>
                <a:moveTo>
                  <a:pt x="1194847" y="631031"/>
                </a:moveTo>
                <a:lnTo>
                  <a:pt x="1099955" y="631031"/>
                </a:lnTo>
                <a:lnTo>
                  <a:pt x="1099955" y="607308"/>
                </a:lnTo>
                <a:lnTo>
                  <a:pt x="1194847" y="607308"/>
                </a:lnTo>
                <a:lnTo>
                  <a:pt x="1194847" y="631031"/>
                </a:lnTo>
                <a:moveTo>
                  <a:pt x="1028786" y="631031"/>
                </a:moveTo>
                <a:lnTo>
                  <a:pt x="933894" y="631031"/>
                </a:lnTo>
                <a:lnTo>
                  <a:pt x="933894" y="607308"/>
                </a:lnTo>
                <a:lnTo>
                  <a:pt x="1028786" y="607308"/>
                </a:lnTo>
                <a:lnTo>
                  <a:pt x="1028786" y="631031"/>
                </a:lnTo>
                <a:moveTo>
                  <a:pt x="862725" y="631031"/>
                </a:moveTo>
                <a:lnTo>
                  <a:pt x="767833" y="631031"/>
                </a:lnTo>
                <a:lnTo>
                  <a:pt x="767833" y="607308"/>
                </a:lnTo>
                <a:lnTo>
                  <a:pt x="862725" y="607308"/>
                </a:lnTo>
                <a:lnTo>
                  <a:pt x="862725" y="631031"/>
                </a:lnTo>
                <a:moveTo>
                  <a:pt x="696664" y="631031"/>
                </a:moveTo>
                <a:lnTo>
                  <a:pt x="601773" y="631031"/>
                </a:lnTo>
                <a:lnTo>
                  <a:pt x="601773" y="607308"/>
                </a:lnTo>
                <a:lnTo>
                  <a:pt x="696664" y="607308"/>
                </a:lnTo>
                <a:lnTo>
                  <a:pt x="696664" y="631031"/>
                </a:lnTo>
                <a:moveTo>
                  <a:pt x="530604" y="631031"/>
                </a:moveTo>
                <a:lnTo>
                  <a:pt x="435712" y="631031"/>
                </a:lnTo>
                <a:lnTo>
                  <a:pt x="435712" y="607308"/>
                </a:lnTo>
                <a:lnTo>
                  <a:pt x="530604" y="607308"/>
                </a:lnTo>
                <a:lnTo>
                  <a:pt x="530604" y="631031"/>
                </a:lnTo>
                <a:moveTo>
                  <a:pt x="364543" y="631031"/>
                </a:moveTo>
                <a:lnTo>
                  <a:pt x="269651" y="631031"/>
                </a:lnTo>
                <a:lnTo>
                  <a:pt x="269651" y="607308"/>
                </a:lnTo>
                <a:lnTo>
                  <a:pt x="364543" y="607308"/>
                </a:lnTo>
                <a:lnTo>
                  <a:pt x="364543" y="631031"/>
                </a:lnTo>
                <a:moveTo>
                  <a:pt x="198482" y="631031"/>
                </a:moveTo>
                <a:lnTo>
                  <a:pt x="103590" y="631031"/>
                </a:lnTo>
                <a:lnTo>
                  <a:pt x="103590" y="607308"/>
                </a:lnTo>
                <a:lnTo>
                  <a:pt x="198482" y="607308"/>
                </a:lnTo>
                <a:lnTo>
                  <a:pt x="198482" y="631031"/>
                </a:lnTo>
                <a:moveTo>
                  <a:pt x="32421" y="631031"/>
                </a:moveTo>
                <a:lnTo>
                  <a:pt x="11861" y="631031"/>
                </a:lnTo>
                <a:lnTo>
                  <a:pt x="11861" y="607308"/>
                </a:lnTo>
                <a:lnTo>
                  <a:pt x="32421" y="607308"/>
                </a:lnTo>
                <a:lnTo>
                  <a:pt x="32421" y="63103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text-225 (1)">
            <a:extLst xmlns:a="http://schemas.openxmlformats.org/drawingml/2006/main">
              <a:ext uri="{FF2B5EF4-FFF2-40B4-BE49-F238E27FC236}">
                <a16:creationId xmlns:a16="http://schemas.microsoft.com/office/drawing/2014/main" id="{3550A9B0-0342-4EE4-8BE3-7D6915F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423" y="222409"/>
            <a:ext cx="191649" cy="199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278" name="text-226 Player">
            <a:extLst xmlns:a="http://schemas.openxmlformats.org/drawingml/2006/main">
              <a:ext uri="{FF2B5EF4-FFF2-40B4-BE49-F238E27FC236}">
                <a16:creationId xmlns:a16="http://schemas.microsoft.com/office/drawing/2014/main" id="{89CD80C9-C044-469B-A299-086A9EE6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068" y="222395"/>
            <a:ext cx="389343" cy="19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279" name="text-227 #6">
            <a:extLst xmlns:a="http://schemas.openxmlformats.org/drawingml/2006/main">
              <a:ext uri="{FF2B5EF4-FFF2-40B4-BE49-F238E27FC236}">
                <a16:creationId xmlns:a16="http://schemas.microsoft.com/office/drawing/2014/main" id="{E0FC7356-7C53-4281-A170-EED1EC4F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405" y="222451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280" name="text-228 dribbles">
            <a:extLst xmlns:a="http://schemas.openxmlformats.org/drawingml/2006/main">
              <a:ext uri="{FF2B5EF4-FFF2-40B4-BE49-F238E27FC236}">
                <a16:creationId xmlns:a16="http://schemas.microsoft.com/office/drawing/2014/main" id="{D24F49A7-F531-4247-8D68-5870BBA6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6327" y="222380"/>
            <a:ext cx="484322" cy="199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dribbles</a:t>
            </a:r>
          </a:p>
        </p:txBody>
      </p:sp>
      <p:sp>
        <p:nvSpPr>
          <p:cNvPr id="281" name="text-228 right">
            <a:extLst xmlns:a="http://schemas.openxmlformats.org/drawingml/2006/main">
              <a:ext uri="{FF2B5EF4-FFF2-40B4-BE49-F238E27FC236}">
                <a16:creationId xmlns:a16="http://schemas.microsoft.com/office/drawing/2014/main" id="{6EB7BAA6-8144-44AE-9945-FC3E142F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0555" y="222396"/>
            <a:ext cx="294505" cy="199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right</a:t>
            </a:r>
          </a:p>
        </p:txBody>
      </p:sp>
      <p:sp>
        <p:nvSpPr>
          <p:cNvPr id="282" name="text-228 and">
            <a:extLst xmlns:a="http://schemas.openxmlformats.org/drawingml/2006/main">
              <a:ext uri="{FF2B5EF4-FFF2-40B4-BE49-F238E27FC236}">
                <a16:creationId xmlns:a16="http://schemas.microsoft.com/office/drawing/2014/main" id="{09C965EB-5E5D-495C-BE56-51D2D432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5000" y="222385"/>
            <a:ext cx="231238" cy="199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83" name="text-228 releases">
            <a:extLst xmlns:a="http://schemas.openxmlformats.org/drawingml/2006/main">
              <a:ext uri="{FF2B5EF4-FFF2-40B4-BE49-F238E27FC236}">
                <a16:creationId xmlns:a16="http://schemas.microsoft.com/office/drawing/2014/main" id="{502C7519-6F1A-488C-B4B6-99E6FCB1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183" y="222318"/>
            <a:ext cx="476426" cy="199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releases</a:t>
            </a:r>
          </a:p>
        </p:txBody>
      </p:sp>
      <p:sp>
        <p:nvSpPr>
          <p:cNvPr id="284" name="text-228 a">
            <a:extLst xmlns:a="http://schemas.openxmlformats.org/drawingml/2006/main">
              <a:ext uri="{FF2B5EF4-FFF2-40B4-BE49-F238E27FC236}">
                <a16:creationId xmlns:a16="http://schemas.microsoft.com/office/drawing/2014/main" id="{4EFE1D49-7974-446D-9954-72BBE5D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505" y="222428"/>
            <a:ext cx="88808" cy="19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85" name="text-228 three-point">
            <a:extLst xmlns:a="http://schemas.openxmlformats.org/drawingml/2006/main">
              <a:ext uri="{FF2B5EF4-FFF2-40B4-BE49-F238E27FC236}">
                <a16:creationId xmlns:a16="http://schemas.microsoft.com/office/drawing/2014/main" id="{49E9F2FE-3249-4533-A3C8-390BD22E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1350" y="222362"/>
            <a:ext cx="650356" cy="199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three-point</a:t>
            </a:r>
          </a:p>
        </p:txBody>
      </p:sp>
      <p:sp>
        <p:nvSpPr>
          <p:cNvPr id="286" name="text-228 shot">
            <a:extLst xmlns:a="http://schemas.openxmlformats.org/drawingml/2006/main">
              <a:ext uri="{FF2B5EF4-FFF2-40B4-BE49-F238E27FC236}">
                <a16:creationId xmlns:a16="http://schemas.microsoft.com/office/drawing/2014/main" id="{1D17A90B-D050-4324-9D07-88E7F56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1640" y="222446"/>
            <a:ext cx="262866" cy="19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shot</a:t>
            </a:r>
          </a:p>
        </p:txBody>
      </p:sp>
      <p:sp>
        <p:nvSpPr>
          <p:cNvPr id="287" name="text-228 at">
            <a:extLst xmlns:a="http://schemas.openxmlformats.org/drawingml/2006/main">
              <a:ext uri="{FF2B5EF4-FFF2-40B4-BE49-F238E27FC236}">
                <a16:creationId xmlns:a16="http://schemas.microsoft.com/office/drawing/2014/main" id="{68BA781D-1289-4DA3-A155-350924DD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4453" y="22230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288" name="text-229 t">
            <a:extLst xmlns:a="http://schemas.openxmlformats.org/drawingml/2006/main">
              <a:ext uri="{FF2B5EF4-FFF2-40B4-BE49-F238E27FC236}">
                <a16:creationId xmlns:a16="http://schemas.microsoft.com/office/drawing/2014/main" id="{B60235F4-DE0E-49A5-8902-0A46ACF4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2837" y="222422"/>
            <a:ext cx="65179" cy="199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89" name="text-229 =">
            <a:extLst xmlns:a="http://schemas.openxmlformats.org/drawingml/2006/main">
              <a:ext uri="{FF2B5EF4-FFF2-40B4-BE49-F238E27FC236}">
                <a16:creationId xmlns:a16="http://schemas.microsoft.com/office/drawing/2014/main" id="{34AC697A-A4A0-4DC8-A0CC-F9E20288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7960" y="222397"/>
            <a:ext cx="106744" cy="199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90" name="text-229 0.8s">
            <a:extLst xmlns:a="http://schemas.openxmlformats.org/drawingml/2006/main">
              <a:ext uri="{FF2B5EF4-FFF2-40B4-BE49-F238E27FC236}">
                <a16:creationId xmlns:a16="http://schemas.microsoft.com/office/drawing/2014/main" id="{5E0E8082-3669-4232-BA36-38B8765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994" y="222398"/>
            <a:ext cx="258951" cy="199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0.8s</a:t>
            </a:r>
          </a:p>
        </p:txBody>
      </p:sp>
      <p:sp>
        <p:nvSpPr>
          <p:cNvPr id="291" name="text-230 .The">
            <a:extLst xmlns:a="http://schemas.openxmlformats.org/drawingml/2006/main">
              <a:ext uri="{FF2B5EF4-FFF2-40B4-BE49-F238E27FC236}">
                <a16:creationId xmlns:a16="http://schemas.microsoft.com/office/drawing/2014/main" id="{7F1C39E5-513D-4254-855C-9163138F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8270" y="222419"/>
            <a:ext cx="282546" cy="199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.The</a:t>
            </a:r>
          </a:p>
        </p:txBody>
      </p:sp>
      <p:sp>
        <p:nvSpPr>
          <p:cNvPr id="292" name="text-230 ball">
            <a:extLst xmlns:a="http://schemas.openxmlformats.org/drawingml/2006/main">
              <a:ext uri="{FF2B5EF4-FFF2-40B4-BE49-F238E27FC236}">
                <a16:creationId xmlns:a16="http://schemas.microsoft.com/office/drawing/2014/main" id="{08133F81-475B-454E-969D-8A0F2A40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0852" y="222382"/>
            <a:ext cx="239154" cy="199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ball</a:t>
            </a:r>
          </a:p>
        </p:txBody>
      </p:sp>
      <p:sp>
        <p:nvSpPr>
          <p:cNvPr id="293" name="text-231 is">
            <a:extLst xmlns:a="http://schemas.openxmlformats.org/drawingml/2006/main">
              <a:ext uri="{FF2B5EF4-FFF2-40B4-BE49-F238E27FC236}">
                <a16:creationId xmlns:a16="http://schemas.microsoft.com/office/drawing/2014/main" id="{7649B13C-3538-4B6C-89E1-3645A400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423" y="393199"/>
            <a:ext cx="120568" cy="199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94" name="text-231 intercepted">
            <a:extLst xmlns:a="http://schemas.openxmlformats.org/drawingml/2006/main">
              <a:ext uri="{FF2B5EF4-FFF2-40B4-BE49-F238E27FC236}">
                <a16:creationId xmlns:a16="http://schemas.microsoft.com/office/drawing/2014/main" id="{2ABFAEAA-9B69-4727-BFC8-89D92DE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899" y="393149"/>
            <a:ext cx="658259" cy="19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intercepted</a:t>
            </a:r>
          </a:p>
        </p:txBody>
      </p:sp>
      <p:sp>
        <p:nvSpPr>
          <p:cNvPr id="295" name="text-231 by">
            <a:extLst xmlns:a="http://schemas.openxmlformats.org/drawingml/2006/main">
              <a:ext uri="{FF2B5EF4-FFF2-40B4-BE49-F238E27FC236}">
                <a16:creationId xmlns:a16="http://schemas.microsoft.com/office/drawing/2014/main" id="{A6FAAF78-3966-4AE6-B676-06392BB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6095" y="393256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296" name="text-232 #4">
            <a:extLst xmlns:a="http://schemas.openxmlformats.org/drawingml/2006/main">
              <a:ext uri="{FF2B5EF4-FFF2-40B4-BE49-F238E27FC236}">
                <a16:creationId xmlns:a16="http://schemas.microsoft.com/office/drawing/2014/main" id="{39A358F4-0B74-478A-9A10-9451B774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018" y="393256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#4</a:t>
            </a:r>
          </a:p>
        </p:txBody>
      </p:sp>
      <p:sp>
        <p:nvSpPr>
          <p:cNvPr id="297" name="text-233 at">
            <a:extLst xmlns:a="http://schemas.openxmlformats.org/drawingml/2006/main">
              <a:ext uri="{FF2B5EF4-FFF2-40B4-BE49-F238E27FC236}">
                <a16:creationId xmlns:a16="http://schemas.microsoft.com/office/drawing/2014/main" id="{C3A2A7A8-40B5-454E-93C4-1DBC4706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1940" y="393113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298" name="text-234 t">
            <a:extLst xmlns:a="http://schemas.openxmlformats.org/drawingml/2006/main">
              <a:ext uri="{FF2B5EF4-FFF2-40B4-BE49-F238E27FC236}">
                <a16:creationId xmlns:a16="http://schemas.microsoft.com/office/drawing/2014/main" id="{AFC1A8D2-7027-477C-8DFA-E0638BF8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0325" y="393227"/>
            <a:ext cx="65179" cy="199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99" name="text-234 =">
            <a:extLst xmlns:a="http://schemas.openxmlformats.org/drawingml/2006/main">
              <a:ext uri="{FF2B5EF4-FFF2-40B4-BE49-F238E27FC236}">
                <a16:creationId xmlns:a16="http://schemas.microsoft.com/office/drawing/2014/main" id="{02F00806-36AB-41DF-876C-C487BD15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447" y="393203"/>
            <a:ext cx="106744" cy="199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300" name="text-234 1.1s">
            <a:extLst xmlns:a="http://schemas.openxmlformats.org/drawingml/2006/main">
              <a:ext uri="{FF2B5EF4-FFF2-40B4-BE49-F238E27FC236}">
                <a16:creationId xmlns:a16="http://schemas.microsoft.com/office/drawing/2014/main" id="{6094AF98-5E8A-4C60-BFAE-D7911A4E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2480" y="393203"/>
            <a:ext cx="258951" cy="199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1.1s</a:t>
            </a:r>
          </a:p>
        </p:txBody>
      </p:sp>
      <p:sp>
        <p:nvSpPr>
          <p:cNvPr id="301" name="text-236 (2)">
            <a:extLst xmlns:a="http://schemas.openxmlformats.org/drawingml/2006/main">
              <a:ext uri="{FF2B5EF4-FFF2-40B4-BE49-F238E27FC236}">
                <a16:creationId xmlns:a16="http://schemas.microsoft.com/office/drawing/2014/main" id="{85F06546-D490-44A1-867E-E85C1A74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6926" y="393214"/>
            <a:ext cx="191649" cy="199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(2)</a:t>
            </a:r>
          </a:p>
        </p:txBody>
      </p:sp>
      <p:sp>
        <p:nvSpPr>
          <p:cNvPr id="302" name="text-237 #6">
            <a:extLst xmlns:a="http://schemas.openxmlformats.org/drawingml/2006/main">
              <a:ext uri="{FF2B5EF4-FFF2-40B4-BE49-F238E27FC236}">
                <a16:creationId xmlns:a16="http://schemas.microsoft.com/office/drawing/2014/main" id="{FDB6AD98-7CC5-468B-87DD-7570648C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0" y="393256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303" name="text-238 's">
            <a:extLst xmlns:a="http://schemas.openxmlformats.org/drawingml/2006/main">
              <a:ext uri="{FF2B5EF4-FFF2-40B4-BE49-F238E27FC236}">
                <a16:creationId xmlns:a16="http://schemas.microsoft.com/office/drawing/2014/main" id="{D23BF3C4-6850-47E8-8794-7261A42B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0908" y="393757"/>
            <a:ext cx="106234" cy="19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's</a:t>
            </a:r>
          </a:p>
        </p:txBody>
      </p:sp>
      <p:sp>
        <p:nvSpPr>
          <p:cNvPr id="304" name="text-238 3D">
            <a:extLst xmlns:a="http://schemas.openxmlformats.org/drawingml/2006/main">
              <a:ext uri="{FF2B5EF4-FFF2-40B4-BE49-F238E27FC236}">
                <a16:creationId xmlns:a16="http://schemas.microsoft.com/office/drawing/2014/main" id="{8B73D467-5062-4084-902B-FAF1A9B1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151" y="393263"/>
            <a:ext cx="199586" cy="199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sp>
        <p:nvSpPr>
          <p:cNvPr id="305" name="text-238 trajectory">
            <a:extLst xmlns:a="http://schemas.openxmlformats.org/drawingml/2006/main">
              <a:ext uri="{FF2B5EF4-FFF2-40B4-BE49-F238E27FC236}">
                <a16:creationId xmlns:a16="http://schemas.microsoft.com/office/drawing/2014/main" id="{069185FB-B032-404D-B5B5-D04AE522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6705" y="393157"/>
            <a:ext cx="571273" cy="19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306" name="text-238 (world">
            <a:extLst xmlns:a="http://schemas.openxmlformats.org/drawingml/2006/main">
              <a:ext uri="{FF2B5EF4-FFF2-40B4-BE49-F238E27FC236}">
                <a16:creationId xmlns:a16="http://schemas.microsoft.com/office/drawing/2014/main" id="{EC37C9F2-ABDC-47C3-BAE1-F7AA386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7917" y="393185"/>
            <a:ext cx="405207" cy="199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(world</a:t>
            </a:r>
          </a:p>
        </p:txBody>
      </p:sp>
      <p:sp>
        <p:nvSpPr>
          <p:cNvPr id="307" name="text-238 coords,">
            <a:extLst xmlns:a="http://schemas.openxmlformats.org/drawingml/2006/main">
              <a:ext uri="{FF2B5EF4-FFF2-40B4-BE49-F238E27FC236}">
                <a16:creationId xmlns:a16="http://schemas.microsoft.com/office/drawing/2014/main" id="{C94C8487-F351-4EAC-B533-D4B9F30D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3069" y="393207"/>
            <a:ext cx="440787" cy="199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coords,</a:t>
            </a:r>
          </a:p>
        </p:txBody>
      </p:sp>
      <p:sp>
        <p:nvSpPr>
          <p:cNvPr id="308" name="text-238 meters):">
            <a:extLst xmlns:a="http://schemas.openxmlformats.org/drawingml/2006/main">
              <a:ext uri="{FF2B5EF4-FFF2-40B4-BE49-F238E27FC236}">
                <a16:creationId xmlns:a16="http://schemas.microsoft.com/office/drawing/2014/main" id="{F42AF3E0-224B-4CDB-88B1-6909F9EF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806" y="393167"/>
            <a:ext cx="492202" cy="19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meters):</a:t>
            </a:r>
          </a:p>
        </p:txBody>
      </p:sp>
      <p:sp>
        <p:nvSpPr>
          <p:cNvPr id="309" name="text-239 smooth">
            <a:extLst xmlns:a="http://schemas.openxmlformats.org/drawingml/2006/main">
              <a:ext uri="{FF2B5EF4-FFF2-40B4-BE49-F238E27FC236}">
                <a16:creationId xmlns:a16="http://schemas.microsoft.com/office/drawing/2014/main" id="{D91D4833-20C0-4F5C-A8CF-54BDF4D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423" y="564062"/>
            <a:ext cx="444733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</p:txBody>
      </p:sp>
      <p:sp>
        <p:nvSpPr>
          <p:cNvPr id="310" name="text-239 curve">
            <a:extLst xmlns:a="http://schemas.openxmlformats.org/drawingml/2006/main">
              <a:ext uri="{FF2B5EF4-FFF2-40B4-BE49-F238E27FC236}">
                <a16:creationId xmlns:a16="http://schemas.microsoft.com/office/drawing/2014/main" id="{F1CB3C1A-64DC-4747-A70A-6D06BFF4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2113" y="563971"/>
            <a:ext cx="341865" cy="19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curve</a:t>
            </a:r>
          </a:p>
        </p:txBody>
      </p:sp>
      <p:sp>
        <p:nvSpPr>
          <p:cNvPr id="311" name="text-239 from">
            <a:extLst xmlns:a="http://schemas.openxmlformats.org/drawingml/2006/main">
              <a:ext uri="{FF2B5EF4-FFF2-40B4-BE49-F238E27FC236}">
                <a16:creationId xmlns:a16="http://schemas.microsoft.com/office/drawing/2014/main" id="{729D307D-1426-44C1-85BB-5172E55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4003" y="564008"/>
            <a:ext cx="302413" cy="199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312" name="text-240 (x=2.1,">
            <a:extLst xmlns:a="http://schemas.openxmlformats.org/drawingml/2006/main">
              <a:ext uri="{FF2B5EF4-FFF2-40B4-BE49-F238E27FC236}">
                <a16:creationId xmlns:a16="http://schemas.microsoft.com/office/drawing/2014/main" id="{3A835060-9634-44D7-A869-C0C49450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6356" y="563901"/>
            <a:ext cx="439226" cy="19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(x=2.1,</a:t>
            </a:r>
          </a:p>
        </p:txBody>
      </p:sp>
      <p:sp>
        <p:nvSpPr>
          <p:cNvPr id="313" name="text-240 y=4.3,">
            <a:extLst xmlns:a="http://schemas.openxmlformats.org/drawingml/2006/main">
              <a:ext uri="{FF2B5EF4-FFF2-40B4-BE49-F238E27FC236}">
                <a16:creationId xmlns:a16="http://schemas.microsoft.com/office/drawing/2014/main" id="{4A028F98-0CA8-4909-B29A-F66B67B6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511" y="563876"/>
            <a:ext cx="383876" cy="199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y=4.3,</a:t>
            </a:r>
          </a:p>
        </p:txBody>
      </p:sp>
      <p:sp>
        <p:nvSpPr>
          <p:cNvPr id="314" name="text-240 z=0.0)">
            <a:extLst xmlns:a="http://schemas.openxmlformats.org/drawingml/2006/main">
              <a:ext uri="{FF2B5EF4-FFF2-40B4-BE49-F238E27FC236}">
                <a16:creationId xmlns:a16="http://schemas.microsoft.com/office/drawing/2014/main" id="{1BE1AE87-D041-4F45-8A7F-384D5F87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9312" y="563915"/>
            <a:ext cx="387778" cy="199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z=0.0)</a:t>
            </a:r>
          </a:p>
        </p:txBody>
      </p:sp>
      <p:sp>
        <p:nvSpPr>
          <p:cNvPr id="315" name="text-241 at">
            <a:extLst xmlns:a="http://schemas.openxmlformats.org/drawingml/2006/main">
              <a:ext uri="{FF2B5EF4-FFF2-40B4-BE49-F238E27FC236}">
                <a16:creationId xmlns:a16="http://schemas.microsoft.com/office/drawing/2014/main" id="{678658D1-9305-4B6A-8B58-C7265001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7068" y="56391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316" name="text-242 0.5s">
            <a:extLst xmlns:a="http://schemas.openxmlformats.org/drawingml/2006/main">
              <a:ext uri="{FF2B5EF4-FFF2-40B4-BE49-F238E27FC236}">
                <a16:creationId xmlns:a16="http://schemas.microsoft.com/office/drawing/2014/main" id="{5B8E4420-1154-42E6-BAD5-DFDACDF8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451" y="564009"/>
            <a:ext cx="258951" cy="199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0.5s</a:t>
            </a:r>
          </a:p>
        </p:txBody>
      </p:sp>
      <p:sp>
        <p:nvSpPr>
          <p:cNvPr id="317" name="text-244 →">
            <a:extLst xmlns:a="http://schemas.openxmlformats.org/drawingml/2006/main">
              <a:ext uri="{FF2B5EF4-FFF2-40B4-BE49-F238E27FC236}">
                <a16:creationId xmlns:a16="http://schemas.microsoft.com/office/drawing/2014/main" id="{8953CD8D-3F33-4943-9EB7-09D5677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311" y="564061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318" name="text-246 (4.8,">
            <a:extLst xmlns:a="http://schemas.openxmlformats.org/drawingml/2006/main">
              <a:ext uri="{FF2B5EF4-FFF2-40B4-BE49-F238E27FC236}">
                <a16:creationId xmlns:a16="http://schemas.microsoft.com/office/drawing/2014/main" id="{F8ED7489-5523-4581-82E9-F6D76D6A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2234" y="564010"/>
            <a:ext cx="286588" cy="199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(4.8,</a:t>
            </a:r>
          </a:p>
        </p:txBody>
      </p:sp>
      <p:sp>
        <p:nvSpPr>
          <p:cNvPr id="319" name="text-246 5.7,">
            <a:extLst xmlns:a="http://schemas.openxmlformats.org/drawingml/2006/main">
              <a:ext uri="{FF2B5EF4-FFF2-40B4-BE49-F238E27FC236}">
                <a16:creationId xmlns:a16="http://schemas.microsoft.com/office/drawing/2014/main" id="{21DE50AA-62FE-4118-9E3A-F5A9ADAB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8771" y="564061"/>
            <a:ext cx="239134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5.7,</a:t>
            </a:r>
          </a:p>
        </p:txBody>
      </p:sp>
      <p:sp>
        <p:nvSpPr>
          <p:cNvPr id="320" name="text-246 0.0)">
            <a:extLst xmlns:a="http://schemas.openxmlformats.org/drawingml/2006/main">
              <a:ext uri="{FF2B5EF4-FFF2-40B4-BE49-F238E27FC236}">
                <a16:creationId xmlns:a16="http://schemas.microsoft.com/office/drawing/2014/main" id="{7FB144D2-7495-4F79-951C-C3D79684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7863" y="564061"/>
            <a:ext cx="250948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321" name="text-247 at">
            <a:extLst xmlns:a="http://schemas.openxmlformats.org/drawingml/2006/main">
              <a:ext uri="{FF2B5EF4-FFF2-40B4-BE49-F238E27FC236}">
                <a16:creationId xmlns:a16="http://schemas.microsoft.com/office/drawing/2014/main" id="{C7F52FB4-5745-43B2-AC3D-82CA46B8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8815" y="56391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322" name="text-248 1.2s">
            <a:extLst xmlns:a="http://schemas.openxmlformats.org/drawingml/2006/main">
              <a:ext uri="{FF2B5EF4-FFF2-40B4-BE49-F238E27FC236}">
                <a16:creationId xmlns:a16="http://schemas.microsoft.com/office/drawing/2014/main" id="{D9D8A401-CC40-49A1-B122-FDD52AE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199" y="564009"/>
            <a:ext cx="258950" cy="19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1.2s</a:t>
            </a:r>
          </a:p>
        </p:txBody>
      </p:sp>
      <p:sp>
        <p:nvSpPr>
          <p:cNvPr id="323" name="text-249 .">
            <a:extLst xmlns:a="http://schemas.openxmlformats.org/drawingml/2006/main">
              <a:ext uri="{FF2B5EF4-FFF2-40B4-BE49-F238E27FC236}">
                <a16:creationId xmlns:a16="http://schemas.microsoft.com/office/drawing/2014/main" id="{94764CB2-676A-4A3C-ACC0-AEAF8FF6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0474" y="563873"/>
            <a:ext cx="61245" cy="19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324" name="text-250 Multi-View">
            <a:extLst xmlns:a="http://schemas.openxmlformats.org/drawingml/2006/main">
              <a:ext uri="{FF2B5EF4-FFF2-40B4-BE49-F238E27FC236}">
                <a16:creationId xmlns:a16="http://schemas.microsoft.com/office/drawing/2014/main" id="{CE73BB1C-FC57-4B1D-82BC-EA5A64D3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8385" y="4544734"/>
            <a:ext cx="1224887" cy="354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</p:txBody>
      </p:sp>
      <p:sp>
        <p:nvSpPr>
          <p:cNvPr id="325" name="path-251">
            <a:extLst xmlns:a="http://schemas.openxmlformats.org/drawingml/2006/main">
              <a:ext uri="{FF2B5EF4-FFF2-40B4-BE49-F238E27FC236}">
                <a16:creationId xmlns:a16="http://schemas.microsoft.com/office/drawing/2014/main" id="{FA09EF71-FA27-4A1E-816B-46B5FBEA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655" y="3880567"/>
            <a:ext cx="247509" cy="337657"/>
          </a:xfrm>
          <a:custGeom xmlns:a="http://schemas.openxmlformats.org/drawingml/2006/main">
            <a:pathLst>
              <a:path w="247509" h="337657">
                <a:moveTo>
                  <a:pt x="247509" y="0"/>
                </a:moveTo>
                <a:lnTo>
                  <a:pt x="247509" y="337657"/>
                </a:lnTo>
                <a:lnTo>
                  <a:pt x="0" y="337657"/>
                </a:lnTo>
                <a:lnTo>
                  <a:pt x="0" y="0"/>
                </a:lnTo>
                <a:lnTo>
                  <a:pt x="247509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325795"/>
                </a:lnTo>
                <a:lnTo>
                  <a:pt x="11861" y="313934"/>
                </a:lnTo>
                <a:lnTo>
                  <a:pt x="235647" y="313934"/>
                </a:lnTo>
                <a:lnTo>
                  <a:pt x="223786" y="325795"/>
                </a:lnTo>
                <a:lnTo>
                  <a:pt x="223786" y="11861"/>
                </a:lnTo>
                <a:lnTo>
                  <a:pt x="235647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2B20C66-0E60-4566-8EB1-58B841DE1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43f3b56704f32"/>
          <a:stretch xmlns:a="http://schemas.openxmlformats.org/drawingml/2006/main"/>
        </p:blipFill>
        <p:spPr>
          <a:xfrm xmlns:a="http://schemas.openxmlformats.org/drawingml/2006/main">
            <a:off x="6762750" y="3752850"/>
            <a:ext cx="190500" cy="152400"/>
          </a:xfrm>
          <a:prstGeom xmlns:a="http://schemas.openxmlformats.org/drawingml/2006/main" prst="rect">
            <a:avLst/>
          </a:prstGeom>
        </p:spPr>
      </p:pic>
      <p:sp>
        <p:nvSpPr>
          <p:cNvPr id="327" name="path-253">
            <a:extLst xmlns:a="http://schemas.openxmlformats.org/drawingml/2006/main">
              <a:ext uri="{FF2B5EF4-FFF2-40B4-BE49-F238E27FC236}">
                <a16:creationId xmlns:a16="http://schemas.microsoft.com/office/drawing/2014/main" id="{2452DEBA-165B-428D-982C-71538E33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457" y="3991274"/>
            <a:ext cx="247509" cy="337657"/>
          </a:xfrm>
          <a:custGeom xmlns:a="http://schemas.openxmlformats.org/drawingml/2006/main">
            <a:pathLst>
              <a:path w="247509" h="337657">
                <a:moveTo>
                  <a:pt x="247509" y="0"/>
                </a:moveTo>
                <a:lnTo>
                  <a:pt x="247509" y="337657"/>
                </a:lnTo>
                <a:lnTo>
                  <a:pt x="0" y="337657"/>
                </a:lnTo>
                <a:lnTo>
                  <a:pt x="0" y="0"/>
                </a:lnTo>
                <a:lnTo>
                  <a:pt x="247509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325795"/>
                </a:lnTo>
                <a:lnTo>
                  <a:pt x="11861" y="313934"/>
                </a:lnTo>
                <a:lnTo>
                  <a:pt x="235648" y="313934"/>
                </a:lnTo>
                <a:lnTo>
                  <a:pt x="223786" y="325795"/>
                </a:lnTo>
                <a:lnTo>
                  <a:pt x="223786" y="11861"/>
                </a:lnTo>
                <a:lnTo>
                  <a:pt x="235648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8F1CFAFC-7F30-4419-9A0C-45C1C82B6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1d6281ca1458b"/>
          <a:stretch xmlns:a="http://schemas.openxmlformats.org/drawingml/2006/main"/>
        </p:blipFill>
        <p:spPr>
          <a:xfrm xmlns:a="http://schemas.openxmlformats.org/drawingml/2006/main">
            <a:off x="8267700" y="3876675"/>
            <a:ext cx="190500" cy="152400"/>
          </a:xfrm>
          <a:prstGeom xmlns:a="http://schemas.openxmlformats.org/drawingml/2006/main" prst="rect">
            <a:avLst/>
          </a:prstGeom>
        </p:spPr>
      </p:pic>
      <p:sp>
        <p:nvSpPr>
          <p:cNvPr id="329" name="path-255">
            <a:extLst xmlns:a="http://schemas.openxmlformats.org/drawingml/2006/main">
              <a:ext uri="{FF2B5EF4-FFF2-40B4-BE49-F238E27FC236}">
                <a16:creationId xmlns:a16="http://schemas.microsoft.com/office/drawing/2014/main" id="{0F740C94-F80D-4360-A48C-195C88E1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847" y="4086956"/>
            <a:ext cx="140755" cy="147082"/>
          </a:xfrm>
          <a:custGeom xmlns:a="http://schemas.openxmlformats.org/drawingml/2006/main">
            <a:pathLst>
              <a:path w="140755" h="147082">
                <a:moveTo>
                  <a:pt x="140755" y="0"/>
                </a:moveTo>
                <a:lnTo>
                  <a:pt x="140755" y="147082"/>
                </a:lnTo>
                <a:lnTo>
                  <a:pt x="0" y="147082"/>
                </a:lnTo>
                <a:lnTo>
                  <a:pt x="0" y="0"/>
                </a:lnTo>
                <a:lnTo>
                  <a:pt x="140755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135221"/>
                </a:lnTo>
                <a:lnTo>
                  <a:pt x="11861" y="123359"/>
                </a:lnTo>
                <a:lnTo>
                  <a:pt x="128894" y="123359"/>
                </a:lnTo>
                <a:lnTo>
                  <a:pt x="117032" y="135221"/>
                </a:lnTo>
                <a:lnTo>
                  <a:pt x="117032" y="11861"/>
                </a:lnTo>
                <a:lnTo>
                  <a:pt x="128894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text-256 #ball">
            <a:extLst xmlns:a="http://schemas.openxmlformats.org/drawingml/2006/main">
              <a:ext uri="{FF2B5EF4-FFF2-40B4-BE49-F238E27FC236}">
                <a16:creationId xmlns:a16="http://schemas.microsoft.com/office/drawing/2014/main" id="{1154E3EE-58F9-4231-ACEC-B7D539CF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5045" y="4082202"/>
            <a:ext cx="282726" cy="177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331" name="path-257">
            <a:extLst xmlns:a="http://schemas.openxmlformats.org/drawingml/2006/main">
              <a:ext uri="{FF2B5EF4-FFF2-40B4-BE49-F238E27FC236}">
                <a16:creationId xmlns:a16="http://schemas.microsoft.com/office/drawing/2014/main" id="{A4C605C7-7DB5-46A4-8FED-FE0815B8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987" y="4020532"/>
            <a:ext cx="140757" cy="147082"/>
          </a:xfrm>
          <a:custGeom xmlns:a="http://schemas.openxmlformats.org/drawingml/2006/main">
            <a:pathLst>
              <a:path w="140757" h="147082">
                <a:moveTo>
                  <a:pt x="140757" y="0"/>
                </a:moveTo>
                <a:lnTo>
                  <a:pt x="140757" y="147082"/>
                </a:lnTo>
                <a:lnTo>
                  <a:pt x="0" y="147082"/>
                </a:lnTo>
                <a:lnTo>
                  <a:pt x="0" y="0"/>
                </a:lnTo>
                <a:lnTo>
                  <a:pt x="140757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135221"/>
                </a:lnTo>
                <a:lnTo>
                  <a:pt x="11861" y="123359"/>
                </a:lnTo>
                <a:lnTo>
                  <a:pt x="128896" y="123359"/>
                </a:lnTo>
                <a:lnTo>
                  <a:pt x="117034" y="135221"/>
                </a:lnTo>
                <a:lnTo>
                  <a:pt x="117034" y="11861"/>
                </a:lnTo>
                <a:lnTo>
                  <a:pt x="128896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text-258 #ball">
            <a:extLst xmlns:a="http://schemas.openxmlformats.org/drawingml/2006/main">
              <a:ext uri="{FF2B5EF4-FFF2-40B4-BE49-F238E27FC236}">
                <a16:creationId xmlns:a16="http://schemas.microsoft.com/office/drawing/2014/main" id="{CD123BB3-460A-461A-ABB4-9257EC5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6027" y="4129648"/>
            <a:ext cx="282726" cy="177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333" name="path-259">
            <a:extLst xmlns:a="http://schemas.openxmlformats.org/drawingml/2006/main">
              <a:ext uri="{FF2B5EF4-FFF2-40B4-BE49-F238E27FC236}">
                <a16:creationId xmlns:a16="http://schemas.microsoft.com/office/drawing/2014/main" id="{4C389461-B64C-4963-825A-5D5D9C99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816" y="4181848"/>
            <a:ext cx="140757" cy="147082"/>
          </a:xfrm>
          <a:custGeom xmlns:a="http://schemas.openxmlformats.org/drawingml/2006/main">
            <a:pathLst>
              <a:path w="140757" h="147082">
                <a:moveTo>
                  <a:pt x="140757" y="0"/>
                </a:moveTo>
                <a:lnTo>
                  <a:pt x="140757" y="147082"/>
                </a:lnTo>
                <a:lnTo>
                  <a:pt x="0" y="147082"/>
                </a:lnTo>
                <a:lnTo>
                  <a:pt x="0" y="0"/>
                </a:lnTo>
                <a:lnTo>
                  <a:pt x="140757" y="0"/>
                </a:lnTo>
                <a:moveTo>
                  <a:pt x="11862" y="23723"/>
                </a:moveTo>
                <a:lnTo>
                  <a:pt x="23723" y="11861"/>
                </a:lnTo>
                <a:lnTo>
                  <a:pt x="23723" y="135221"/>
                </a:lnTo>
                <a:lnTo>
                  <a:pt x="11862" y="123359"/>
                </a:lnTo>
                <a:lnTo>
                  <a:pt x="128896" y="123359"/>
                </a:lnTo>
                <a:lnTo>
                  <a:pt x="117034" y="135221"/>
                </a:lnTo>
                <a:lnTo>
                  <a:pt x="117034" y="11861"/>
                </a:lnTo>
                <a:lnTo>
                  <a:pt x="128896" y="23723"/>
                </a:lnTo>
                <a:lnTo>
                  <a:pt x="11862" y="23723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text-260 #ball">
            <a:extLst xmlns:a="http://schemas.openxmlformats.org/drawingml/2006/main">
              <a:ext uri="{FF2B5EF4-FFF2-40B4-BE49-F238E27FC236}">
                <a16:creationId xmlns:a16="http://schemas.microsoft.com/office/drawing/2014/main" id="{EC52650D-D2D1-477B-9B9C-C58B1DD6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946" y="4172351"/>
            <a:ext cx="282725" cy="17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335" name="path-261">
            <a:extLst xmlns:a="http://schemas.openxmlformats.org/drawingml/2006/main">
              <a:ext uri="{FF2B5EF4-FFF2-40B4-BE49-F238E27FC236}">
                <a16:creationId xmlns:a16="http://schemas.microsoft.com/office/drawing/2014/main" id="{50B01874-BFED-494A-9D07-B341A620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061" y="122453"/>
            <a:ext cx="4223478" cy="4770689"/>
          </a:xfrm>
          <a:custGeom xmlns:a="http://schemas.openxmlformats.org/drawingml/2006/main">
            <a:pathLst>
              <a:path w="4223478" h="4770689">
                <a:moveTo>
                  <a:pt x="0" y="4756850"/>
                </a:moveTo>
                <a:lnTo>
                  <a:pt x="0" y="4646143"/>
                </a:lnTo>
                <a:lnTo>
                  <a:pt x="27677" y="4646143"/>
                </a:lnTo>
                <a:lnTo>
                  <a:pt x="27677" y="4756850"/>
                </a:lnTo>
                <a:lnTo>
                  <a:pt x="0" y="4756850"/>
                </a:lnTo>
                <a:moveTo>
                  <a:pt x="0" y="4563113"/>
                </a:moveTo>
                <a:lnTo>
                  <a:pt x="0" y="4452406"/>
                </a:lnTo>
                <a:lnTo>
                  <a:pt x="27677" y="4452406"/>
                </a:lnTo>
                <a:lnTo>
                  <a:pt x="27677" y="4563113"/>
                </a:lnTo>
                <a:lnTo>
                  <a:pt x="0" y="4563113"/>
                </a:lnTo>
                <a:moveTo>
                  <a:pt x="0" y="4369375"/>
                </a:moveTo>
                <a:lnTo>
                  <a:pt x="0" y="4258668"/>
                </a:lnTo>
                <a:lnTo>
                  <a:pt x="27677" y="4258668"/>
                </a:lnTo>
                <a:lnTo>
                  <a:pt x="27677" y="4369375"/>
                </a:lnTo>
                <a:lnTo>
                  <a:pt x="0" y="4369375"/>
                </a:lnTo>
                <a:moveTo>
                  <a:pt x="0" y="4175638"/>
                </a:moveTo>
                <a:lnTo>
                  <a:pt x="0" y="4064931"/>
                </a:lnTo>
                <a:lnTo>
                  <a:pt x="27677" y="4064931"/>
                </a:lnTo>
                <a:lnTo>
                  <a:pt x="27677" y="4175638"/>
                </a:lnTo>
                <a:lnTo>
                  <a:pt x="0" y="4175638"/>
                </a:lnTo>
                <a:moveTo>
                  <a:pt x="0" y="3981900"/>
                </a:moveTo>
                <a:lnTo>
                  <a:pt x="0" y="3871192"/>
                </a:lnTo>
                <a:lnTo>
                  <a:pt x="27677" y="3871192"/>
                </a:lnTo>
                <a:lnTo>
                  <a:pt x="27677" y="3981900"/>
                </a:lnTo>
                <a:lnTo>
                  <a:pt x="0" y="3981900"/>
                </a:lnTo>
                <a:moveTo>
                  <a:pt x="0" y="3788163"/>
                </a:moveTo>
                <a:lnTo>
                  <a:pt x="0" y="3677455"/>
                </a:lnTo>
                <a:lnTo>
                  <a:pt x="27677" y="3677455"/>
                </a:lnTo>
                <a:lnTo>
                  <a:pt x="27677" y="3788163"/>
                </a:lnTo>
                <a:lnTo>
                  <a:pt x="0" y="3788163"/>
                </a:lnTo>
                <a:moveTo>
                  <a:pt x="0" y="3594424"/>
                </a:moveTo>
                <a:lnTo>
                  <a:pt x="0" y="3483717"/>
                </a:lnTo>
                <a:lnTo>
                  <a:pt x="27677" y="3483717"/>
                </a:lnTo>
                <a:lnTo>
                  <a:pt x="27677" y="3594424"/>
                </a:lnTo>
                <a:lnTo>
                  <a:pt x="0" y="3594424"/>
                </a:lnTo>
                <a:moveTo>
                  <a:pt x="0" y="3400687"/>
                </a:moveTo>
                <a:lnTo>
                  <a:pt x="0" y="3289980"/>
                </a:lnTo>
                <a:lnTo>
                  <a:pt x="27677" y="3289980"/>
                </a:lnTo>
                <a:lnTo>
                  <a:pt x="27677" y="3400687"/>
                </a:lnTo>
                <a:lnTo>
                  <a:pt x="0" y="3400687"/>
                </a:lnTo>
                <a:moveTo>
                  <a:pt x="0" y="3206949"/>
                </a:moveTo>
                <a:lnTo>
                  <a:pt x="0" y="3096242"/>
                </a:lnTo>
                <a:lnTo>
                  <a:pt x="27677" y="3096242"/>
                </a:lnTo>
                <a:lnTo>
                  <a:pt x="27677" y="3206949"/>
                </a:lnTo>
                <a:lnTo>
                  <a:pt x="0" y="3206949"/>
                </a:lnTo>
                <a:moveTo>
                  <a:pt x="0" y="3013212"/>
                </a:moveTo>
                <a:lnTo>
                  <a:pt x="0" y="2902505"/>
                </a:lnTo>
                <a:lnTo>
                  <a:pt x="27677" y="2902505"/>
                </a:lnTo>
                <a:lnTo>
                  <a:pt x="27677" y="3013212"/>
                </a:lnTo>
                <a:lnTo>
                  <a:pt x="0" y="3013212"/>
                </a:lnTo>
                <a:moveTo>
                  <a:pt x="0" y="2819474"/>
                </a:moveTo>
                <a:lnTo>
                  <a:pt x="0" y="2708767"/>
                </a:lnTo>
                <a:lnTo>
                  <a:pt x="27677" y="2708767"/>
                </a:lnTo>
                <a:lnTo>
                  <a:pt x="27677" y="2819474"/>
                </a:lnTo>
                <a:lnTo>
                  <a:pt x="0" y="2819474"/>
                </a:lnTo>
                <a:moveTo>
                  <a:pt x="0" y="2625737"/>
                </a:moveTo>
                <a:lnTo>
                  <a:pt x="0" y="2515030"/>
                </a:lnTo>
                <a:lnTo>
                  <a:pt x="27677" y="2515030"/>
                </a:lnTo>
                <a:lnTo>
                  <a:pt x="27677" y="2625737"/>
                </a:lnTo>
                <a:lnTo>
                  <a:pt x="0" y="2625737"/>
                </a:lnTo>
                <a:moveTo>
                  <a:pt x="0" y="2432000"/>
                </a:moveTo>
                <a:lnTo>
                  <a:pt x="0" y="2321292"/>
                </a:lnTo>
                <a:lnTo>
                  <a:pt x="27677" y="2321292"/>
                </a:lnTo>
                <a:lnTo>
                  <a:pt x="27677" y="2432000"/>
                </a:lnTo>
                <a:lnTo>
                  <a:pt x="0" y="2432000"/>
                </a:lnTo>
                <a:moveTo>
                  <a:pt x="0" y="2238262"/>
                </a:moveTo>
                <a:lnTo>
                  <a:pt x="0" y="2127555"/>
                </a:lnTo>
                <a:lnTo>
                  <a:pt x="27677" y="2127555"/>
                </a:lnTo>
                <a:lnTo>
                  <a:pt x="27677" y="2238262"/>
                </a:lnTo>
                <a:lnTo>
                  <a:pt x="0" y="2238262"/>
                </a:lnTo>
                <a:moveTo>
                  <a:pt x="0" y="2044524"/>
                </a:moveTo>
                <a:lnTo>
                  <a:pt x="0" y="1933817"/>
                </a:lnTo>
                <a:lnTo>
                  <a:pt x="27677" y="1933817"/>
                </a:lnTo>
                <a:lnTo>
                  <a:pt x="27677" y="2044524"/>
                </a:lnTo>
                <a:lnTo>
                  <a:pt x="0" y="2044524"/>
                </a:lnTo>
                <a:moveTo>
                  <a:pt x="0" y="1850787"/>
                </a:moveTo>
                <a:lnTo>
                  <a:pt x="0" y="1740080"/>
                </a:lnTo>
                <a:lnTo>
                  <a:pt x="27677" y="1740080"/>
                </a:lnTo>
                <a:lnTo>
                  <a:pt x="27677" y="1850787"/>
                </a:lnTo>
                <a:lnTo>
                  <a:pt x="0" y="1850787"/>
                </a:lnTo>
                <a:moveTo>
                  <a:pt x="0" y="1657049"/>
                </a:moveTo>
                <a:lnTo>
                  <a:pt x="0" y="1546342"/>
                </a:lnTo>
                <a:lnTo>
                  <a:pt x="27677" y="1546342"/>
                </a:lnTo>
                <a:lnTo>
                  <a:pt x="27677" y="1657049"/>
                </a:lnTo>
                <a:lnTo>
                  <a:pt x="0" y="1657049"/>
                </a:lnTo>
                <a:moveTo>
                  <a:pt x="0" y="1463312"/>
                </a:moveTo>
                <a:lnTo>
                  <a:pt x="0" y="1352604"/>
                </a:lnTo>
                <a:lnTo>
                  <a:pt x="27677" y="1352604"/>
                </a:lnTo>
                <a:lnTo>
                  <a:pt x="27677" y="1463312"/>
                </a:lnTo>
                <a:lnTo>
                  <a:pt x="0" y="1463312"/>
                </a:lnTo>
                <a:moveTo>
                  <a:pt x="0" y="1269574"/>
                </a:moveTo>
                <a:lnTo>
                  <a:pt x="0" y="1158867"/>
                </a:lnTo>
                <a:lnTo>
                  <a:pt x="27677" y="1158867"/>
                </a:lnTo>
                <a:lnTo>
                  <a:pt x="27677" y="1269574"/>
                </a:lnTo>
                <a:lnTo>
                  <a:pt x="0" y="1269574"/>
                </a:lnTo>
                <a:moveTo>
                  <a:pt x="0" y="1075836"/>
                </a:moveTo>
                <a:lnTo>
                  <a:pt x="0" y="965129"/>
                </a:lnTo>
                <a:lnTo>
                  <a:pt x="27677" y="965129"/>
                </a:lnTo>
                <a:lnTo>
                  <a:pt x="27677" y="1075836"/>
                </a:lnTo>
                <a:lnTo>
                  <a:pt x="0" y="1075836"/>
                </a:lnTo>
                <a:moveTo>
                  <a:pt x="0" y="882099"/>
                </a:moveTo>
                <a:lnTo>
                  <a:pt x="0" y="771392"/>
                </a:lnTo>
                <a:lnTo>
                  <a:pt x="27677" y="771392"/>
                </a:lnTo>
                <a:lnTo>
                  <a:pt x="27677" y="882099"/>
                </a:lnTo>
                <a:lnTo>
                  <a:pt x="0" y="882099"/>
                </a:lnTo>
                <a:moveTo>
                  <a:pt x="0" y="688361"/>
                </a:moveTo>
                <a:lnTo>
                  <a:pt x="0" y="577654"/>
                </a:lnTo>
                <a:lnTo>
                  <a:pt x="27677" y="577654"/>
                </a:lnTo>
                <a:lnTo>
                  <a:pt x="27677" y="688361"/>
                </a:lnTo>
                <a:lnTo>
                  <a:pt x="0" y="688361"/>
                </a:lnTo>
                <a:moveTo>
                  <a:pt x="0" y="494624"/>
                </a:moveTo>
                <a:lnTo>
                  <a:pt x="0" y="383917"/>
                </a:lnTo>
                <a:lnTo>
                  <a:pt x="27677" y="383917"/>
                </a:lnTo>
                <a:lnTo>
                  <a:pt x="27677" y="494624"/>
                </a:lnTo>
                <a:lnTo>
                  <a:pt x="0" y="494624"/>
                </a:lnTo>
                <a:moveTo>
                  <a:pt x="0" y="300886"/>
                </a:moveTo>
                <a:lnTo>
                  <a:pt x="0" y="190179"/>
                </a:lnTo>
                <a:lnTo>
                  <a:pt x="27677" y="190179"/>
                </a:lnTo>
                <a:lnTo>
                  <a:pt x="27677" y="300886"/>
                </a:lnTo>
                <a:lnTo>
                  <a:pt x="0" y="300886"/>
                </a:lnTo>
                <a:moveTo>
                  <a:pt x="0" y="107149"/>
                </a:moveTo>
                <a:lnTo>
                  <a:pt x="0" y="0"/>
                </a:lnTo>
                <a:lnTo>
                  <a:pt x="31235" y="0"/>
                </a:lnTo>
                <a:lnTo>
                  <a:pt x="31235" y="27677"/>
                </a:lnTo>
                <a:lnTo>
                  <a:pt x="13839" y="27677"/>
                </a:lnTo>
                <a:lnTo>
                  <a:pt x="27677" y="13838"/>
                </a:lnTo>
                <a:lnTo>
                  <a:pt x="27677" y="107149"/>
                </a:lnTo>
                <a:lnTo>
                  <a:pt x="0" y="107149"/>
                </a:lnTo>
                <a:moveTo>
                  <a:pt x="114265" y="0"/>
                </a:moveTo>
                <a:lnTo>
                  <a:pt x="224972" y="0"/>
                </a:lnTo>
                <a:lnTo>
                  <a:pt x="224972" y="27677"/>
                </a:lnTo>
                <a:lnTo>
                  <a:pt x="114265" y="27677"/>
                </a:lnTo>
                <a:lnTo>
                  <a:pt x="114265" y="0"/>
                </a:lnTo>
                <a:moveTo>
                  <a:pt x="308003" y="0"/>
                </a:moveTo>
                <a:lnTo>
                  <a:pt x="418710" y="0"/>
                </a:lnTo>
                <a:lnTo>
                  <a:pt x="418710" y="27677"/>
                </a:lnTo>
                <a:lnTo>
                  <a:pt x="308003" y="27677"/>
                </a:lnTo>
                <a:lnTo>
                  <a:pt x="308003" y="0"/>
                </a:lnTo>
                <a:moveTo>
                  <a:pt x="501740" y="0"/>
                </a:moveTo>
                <a:lnTo>
                  <a:pt x="612448" y="0"/>
                </a:lnTo>
                <a:lnTo>
                  <a:pt x="612448" y="27677"/>
                </a:lnTo>
                <a:lnTo>
                  <a:pt x="501740" y="27677"/>
                </a:lnTo>
                <a:lnTo>
                  <a:pt x="501740" y="0"/>
                </a:lnTo>
                <a:moveTo>
                  <a:pt x="695478" y="0"/>
                </a:moveTo>
                <a:lnTo>
                  <a:pt x="806186" y="0"/>
                </a:lnTo>
                <a:lnTo>
                  <a:pt x="806186" y="27677"/>
                </a:lnTo>
                <a:lnTo>
                  <a:pt x="695478" y="27677"/>
                </a:lnTo>
                <a:lnTo>
                  <a:pt x="695478" y="0"/>
                </a:lnTo>
                <a:moveTo>
                  <a:pt x="889215" y="0"/>
                </a:moveTo>
                <a:lnTo>
                  <a:pt x="999923" y="0"/>
                </a:lnTo>
                <a:lnTo>
                  <a:pt x="999923" y="27677"/>
                </a:lnTo>
                <a:lnTo>
                  <a:pt x="889215" y="27677"/>
                </a:lnTo>
                <a:lnTo>
                  <a:pt x="889215" y="0"/>
                </a:lnTo>
                <a:moveTo>
                  <a:pt x="1082954" y="0"/>
                </a:moveTo>
                <a:lnTo>
                  <a:pt x="1193661" y="0"/>
                </a:lnTo>
                <a:lnTo>
                  <a:pt x="1193661" y="27677"/>
                </a:lnTo>
                <a:lnTo>
                  <a:pt x="1082954" y="27677"/>
                </a:lnTo>
                <a:lnTo>
                  <a:pt x="1082954" y="0"/>
                </a:lnTo>
                <a:moveTo>
                  <a:pt x="1276691" y="0"/>
                </a:moveTo>
                <a:lnTo>
                  <a:pt x="1387398" y="0"/>
                </a:lnTo>
                <a:lnTo>
                  <a:pt x="1387398" y="27677"/>
                </a:lnTo>
                <a:lnTo>
                  <a:pt x="1276691" y="27677"/>
                </a:lnTo>
                <a:lnTo>
                  <a:pt x="1276691" y="0"/>
                </a:lnTo>
                <a:moveTo>
                  <a:pt x="1470429" y="0"/>
                </a:moveTo>
                <a:lnTo>
                  <a:pt x="1581136" y="0"/>
                </a:lnTo>
                <a:lnTo>
                  <a:pt x="1581136" y="27677"/>
                </a:lnTo>
                <a:lnTo>
                  <a:pt x="1470429" y="27677"/>
                </a:lnTo>
                <a:lnTo>
                  <a:pt x="1470429" y="0"/>
                </a:lnTo>
                <a:moveTo>
                  <a:pt x="1664166" y="0"/>
                </a:moveTo>
                <a:lnTo>
                  <a:pt x="1774873" y="0"/>
                </a:lnTo>
                <a:lnTo>
                  <a:pt x="1774873" y="27677"/>
                </a:lnTo>
                <a:lnTo>
                  <a:pt x="1664166" y="27677"/>
                </a:lnTo>
                <a:lnTo>
                  <a:pt x="1664166" y="0"/>
                </a:lnTo>
                <a:moveTo>
                  <a:pt x="1857904" y="0"/>
                </a:moveTo>
                <a:lnTo>
                  <a:pt x="1968610" y="0"/>
                </a:lnTo>
                <a:lnTo>
                  <a:pt x="1968610" y="27677"/>
                </a:lnTo>
                <a:lnTo>
                  <a:pt x="1857904" y="27677"/>
                </a:lnTo>
                <a:lnTo>
                  <a:pt x="1857904" y="0"/>
                </a:lnTo>
                <a:moveTo>
                  <a:pt x="2051641" y="0"/>
                </a:moveTo>
                <a:lnTo>
                  <a:pt x="2162348" y="0"/>
                </a:lnTo>
                <a:lnTo>
                  <a:pt x="2162348" y="27677"/>
                </a:lnTo>
                <a:lnTo>
                  <a:pt x="2051641" y="27677"/>
                </a:lnTo>
                <a:lnTo>
                  <a:pt x="2051641" y="0"/>
                </a:lnTo>
                <a:moveTo>
                  <a:pt x="2245378" y="0"/>
                </a:moveTo>
                <a:lnTo>
                  <a:pt x="2356085" y="0"/>
                </a:lnTo>
                <a:lnTo>
                  <a:pt x="2356085" y="27677"/>
                </a:lnTo>
                <a:lnTo>
                  <a:pt x="2245378" y="27677"/>
                </a:lnTo>
                <a:lnTo>
                  <a:pt x="2245378" y="0"/>
                </a:lnTo>
                <a:moveTo>
                  <a:pt x="2439116" y="0"/>
                </a:moveTo>
                <a:lnTo>
                  <a:pt x="2549823" y="0"/>
                </a:lnTo>
                <a:lnTo>
                  <a:pt x="2549823" y="27677"/>
                </a:lnTo>
                <a:lnTo>
                  <a:pt x="2439116" y="27677"/>
                </a:lnTo>
                <a:lnTo>
                  <a:pt x="2439116" y="0"/>
                </a:lnTo>
                <a:moveTo>
                  <a:pt x="2632853" y="0"/>
                </a:moveTo>
                <a:lnTo>
                  <a:pt x="2743560" y="0"/>
                </a:lnTo>
                <a:lnTo>
                  <a:pt x="2743560" y="27677"/>
                </a:lnTo>
                <a:lnTo>
                  <a:pt x="2632853" y="27677"/>
                </a:lnTo>
                <a:lnTo>
                  <a:pt x="2632853" y="0"/>
                </a:lnTo>
                <a:moveTo>
                  <a:pt x="2826591" y="0"/>
                </a:moveTo>
                <a:lnTo>
                  <a:pt x="2937299" y="0"/>
                </a:lnTo>
                <a:lnTo>
                  <a:pt x="2937299" y="27677"/>
                </a:lnTo>
                <a:lnTo>
                  <a:pt x="2826591" y="27677"/>
                </a:lnTo>
                <a:lnTo>
                  <a:pt x="2826591" y="0"/>
                </a:lnTo>
                <a:moveTo>
                  <a:pt x="3020328" y="0"/>
                </a:moveTo>
                <a:lnTo>
                  <a:pt x="3131036" y="0"/>
                </a:lnTo>
                <a:lnTo>
                  <a:pt x="3131036" y="27677"/>
                </a:lnTo>
                <a:lnTo>
                  <a:pt x="3020328" y="27677"/>
                </a:lnTo>
                <a:lnTo>
                  <a:pt x="3020328" y="0"/>
                </a:lnTo>
                <a:moveTo>
                  <a:pt x="3214067" y="0"/>
                </a:moveTo>
                <a:lnTo>
                  <a:pt x="3324774" y="0"/>
                </a:lnTo>
                <a:lnTo>
                  <a:pt x="3324774" y="27677"/>
                </a:lnTo>
                <a:lnTo>
                  <a:pt x="3214067" y="27677"/>
                </a:lnTo>
                <a:lnTo>
                  <a:pt x="3214067" y="0"/>
                </a:lnTo>
                <a:moveTo>
                  <a:pt x="3407804" y="0"/>
                </a:moveTo>
                <a:lnTo>
                  <a:pt x="3518511" y="0"/>
                </a:lnTo>
                <a:lnTo>
                  <a:pt x="3518511" y="27677"/>
                </a:lnTo>
                <a:lnTo>
                  <a:pt x="3407804" y="27677"/>
                </a:lnTo>
                <a:lnTo>
                  <a:pt x="3407804" y="0"/>
                </a:lnTo>
                <a:moveTo>
                  <a:pt x="3601542" y="0"/>
                </a:moveTo>
                <a:lnTo>
                  <a:pt x="3712249" y="0"/>
                </a:lnTo>
                <a:lnTo>
                  <a:pt x="3712249" y="27677"/>
                </a:lnTo>
                <a:lnTo>
                  <a:pt x="3601542" y="27677"/>
                </a:lnTo>
                <a:lnTo>
                  <a:pt x="3601542" y="0"/>
                </a:lnTo>
                <a:moveTo>
                  <a:pt x="3795279" y="0"/>
                </a:moveTo>
                <a:lnTo>
                  <a:pt x="3905986" y="0"/>
                </a:lnTo>
                <a:lnTo>
                  <a:pt x="3905986" y="27677"/>
                </a:lnTo>
                <a:lnTo>
                  <a:pt x="3795279" y="27677"/>
                </a:lnTo>
                <a:lnTo>
                  <a:pt x="3795279" y="0"/>
                </a:lnTo>
                <a:moveTo>
                  <a:pt x="3989017" y="0"/>
                </a:moveTo>
                <a:lnTo>
                  <a:pt x="4099724" y="0"/>
                </a:lnTo>
                <a:lnTo>
                  <a:pt x="4099724" y="27677"/>
                </a:lnTo>
                <a:lnTo>
                  <a:pt x="3989017" y="27677"/>
                </a:lnTo>
                <a:lnTo>
                  <a:pt x="3989017" y="0"/>
                </a:lnTo>
                <a:moveTo>
                  <a:pt x="4182754" y="0"/>
                </a:moveTo>
                <a:lnTo>
                  <a:pt x="4223478" y="0"/>
                </a:lnTo>
                <a:lnTo>
                  <a:pt x="4223478" y="97660"/>
                </a:lnTo>
                <a:lnTo>
                  <a:pt x="4195802" y="97660"/>
                </a:lnTo>
                <a:lnTo>
                  <a:pt x="4195802" y="13838"/>
                </a:lnTo>
                <a:lnTo>
                  <a:pt x="4209641" y="27677"/>
                </a:lnTo>
                <a:lnTo>
                  <a:pt x="4182754" y="27677"/>
                </a:lnTo>
                <a:lnTo>
                  <a:pt x="4182754" y="0"/>
                </a:lnTo>
                <a:moveTo>
                  <a:pt x="4223478" y="180690"/>
                </a:moveTo>
                <a:lnTo>
                  <a:pt x="4223478" y="291397"/>
                </a:lnTo>
                <a:lnTo>
                  <a:pt x="4195802" y="291397"/>
                </a:lnTo>
                <a:lnTo>
                  <a:pt x="4195802" y="180690"/>
                </a:lnTo>
                <a:lnTo>
                  <a:pt x="4223478" y="180690"/>
                </a:lnTo>
                <a:moveTo>
                  <a:pt x="4223478" y="374427"/>
                </a:moveTo>
                <a:lnTo>
                  <a:pt x="4223478" y="485135"/>
                </a:lnTo>
                <a:lnTo>
                  <a:pt x="4195802" y="485135"/>
                </a:lnTo>
                <a:lnTo>
                  <a:pt x="4195802" y="374427"/>
                </a:lnTo>
                <a:lnTo>
                  <a:pt x="4223478" y="374427"/>
                </a:lnTo>
                <a:moveTo>
                  <a:pt x="4223478" y="568165"/>
                </a:moveTo>
                <a:lnTo>
                  <a:pt x="4223478" y="678872"/>
                </a:lnTo>
                <a:lnTo>
                  <a:pt x="4195802" y="678872"/>
                </a:lnTo>
                <a:lnTo>
                  <a:pt x="4195802" y="568165"/>
                </a:lnTo>
                <a:lnTo>
                  <a:pt x="4223478" y="568165"/>
                </a:lnTo>
                <a:moveTo>
                  <a:pt x="4223478" y="761903"/>
                </a:moveTo>
                <a:lnTo>
                  <a:pt x="4223478" y="872610"/>
                </a:lnTo>
                <a:lnTo>
                  <a:pt x="4195802" y="872610"/>
                </a:lnTo>
                <a:lnTo>
                  <a:pt x="4195802" y="761903"/>
                </a:lnTo>
                <a:lnTo>
                  <a:pt x="4223478" y="761903"/>
                </a:lnTo>
                <a:moveTo>
                  <a:pt x="4223478" y="955640"/>
                </a:moveTo>
                <a:lnTo>
                  <a:pt x="4223478" y="1066347"/>
                </a:lnTo>
                <a:lnTo>
                  <a:pt x="4195802" y="1066347"/>
                </a:lnTo>
                <a:lnTo>
                  <a:pt x="4195802" y="955640"/>
                </a:lnTo>
                <a:lnTo>
                  <a:pt x="4223478" y="955640"/>
                </a:lnTo>
                <a:moveTo>
                  <a:pt x="4223478" y="1149378"/>
                </a:moveTo>
                <a:lnTo>
                  <a:pt x="4223478" y="1260085"/>
                </a:lnTo>
                <a:lnTo>
                  <a:pt x="4195802" y="1260085"/>
                </a:lnTo>
                <a:lnTo>
                  <a:pt x="4195802" y="1149378"/>
                </a:lnTo>
                <a:lnTo>
                  <a:pt x="4223478" y="1149378"/>
                </a:lnTo>
                <a:moveTo>
                  <a:pt x="4223478" y="1343115"/>
                </a:moveTo>
                <a:lnTo>
                  <a:pt x="4223478" y="1453823"/>
                </a:lnTo>
                <a:lnTo>
                  <a:pt x="4195802" y="1453823"/>
                </a:lnTo>
                <a:lnTo>
                  <a:pt x="4195802" y="1343115"/>
                </a:lnTo>
                <a:lnTo>
                  <a:pt x="4223478" y="1343115"/>
                </a:lnTo>
                <a:moveTo>
                  <a:pt x="4223478" y="1536853"/>
                </a:moveTo>
                <a:lnTo>
                  <a:pt x="4223478" y="1647560"/>
                </a:lnTo>
                <a:lnTo>
                  <a:pt x="4195802" y="1647560"/>
                </a:lnTo>
                <a:lnTo>
                  <a:pt x="4195802" y="1536853"/>
                </a:lnTo>
                <a:lnTo>
                  <a:pt x="4223478" y="1536853"/>
                </a:lnTo>
                <a:moveTo>
                  <a:pt x="4223478" y="1730591"/>
                </a:moveTo>
                <a:lnTo>
                  <a:pt x="4223478" y="1841298"/>
                </a:lnTo>
                <a:lnTo>
                  <a:pt x="4195802" y="1841298"/>
                </a:lnTo>
                <a:lnTo>
                  <a:pt x="4195802" y="1730591"/>
                </a:lnTo>
                <a:lnTo>
                  <a:pt x="4223478" y="1730591"/>
                </a:lnTo>
                <a:moveTo>
                  <a:pt x="4223478" y="1924328"/>
                </a:moveTo>
                <a:lnTo>
                  <a:pt x="4223478" y="2035035"/>
                </a:lnTo>
                <a:lnTo>
                  <a:pt x="4195802" y="2035035"/>
                </a:lnTo>
                <a:lnTo>
                  <a:pt x="4195802" y="1924328"/>
                </a:lnTo>
                <a:lnTo>
                  <a:pt x="4223478" y="1924328"/>
                </a:lnTo>
                <a:moveTo>
                  <a:pt x="4223478" y="2118066"/>
                </a:moveTo>
                <a:lnTo>
                  <a:pt x="4223478" y="2228773"/>
                </a:lnTo>
                <a:lnTo>
                  <a:pt x="4195802" y="2228773"/>
                </a:lnTo>
                <a:lnTo>
                  <a:pt x="4195802" y="2118066"/>
                </a:lnTo>
                <a:lnTo>
                  <a:pt x="4223478" y="2118066"/>
                </a:lnTo>
                <a:moveTo>
                  <a:pt x="4223478" y="2311803"/>
                </a:moveTo>
                <a:lnTo>
                  <a:pt x="4223478" y="2422510"/>
                </a:lnTo>
                <a:lnTo>
                  <a:pt x="4195802" y="2422510"/>
                </a:lnTo>
                <a:lnTo>
                  <a:pt x="4195802" y="2311803"/>
                </a:lnTo>
                <a:lnTo>
                  <a:pt x="4223478" y="2311803"/>
                </a:lnTo>
                <a:moveTo>
                  <a:pt x="4223478" y="2505541"/>
                </a:moveTo>
                <a:lnTo>
                  <a:pt x="4223478" y="2616248"/>
                </a:lnTo>
                <a:lnTo>
                  <a:pt x="4195802" y="2616248"/>
                </a:lnTo>
                <a:lnTo>
                  <a:pt x="4195802" y="2505541"/>
                </a:lnTo>
                <a:lnTo>
                  <a:pt x="4223478" y="2505541"/>
                </a:lnTo>
                <a:moveTo>
                  <a:pt x="4223478" y="2699278"/>
                </a:moveTo>
                <a:lnTo>
                  <a:pt x="4223478" y="2809985"/>
                </a:lnTo>
                <a:lnTo>
                  <a:pt x="4195802" y="2809985"/>
                </a:lnTo>
                <a:lnTo>
                  <a:pt x="4195802" y="2699278"/>
                </a:lnTo>
                <a:lnTo>
                  <a:pt x="4223478" y="2699278"/>
                </a:lnTo>
                <a:moveTo>
                  <a:pt x="4223478" y="2893016"/>
                </a:moveTo>
                <a:lnTo>
                  <a:pt x="4223478" y="3003723"/>
                </a:lnTo>
                <a:lnTo>
                  <a:pt x="4195802" y="3003723"/>
                </a:lnTo>
                <a:lnTo>
                  <a:pt x="4195802" y="2893016"/>
                </a:lnTo>
                <a:lnTo>
                  <a:pt x="4223478" y="2893016"/>
                </a:lnTo>
                <a:moveTo>
                  <a:pt x="4223478" y="3086753"/>
                </a:moveTo>
                <a:lnTo>
                  <a:pt x="4223478" y="3197460"/>
                </a:lnTo>
                <a:lnTo>
                  <a:pt x="4195802" y="3197460"/>
                </a:lnTo>
                <a:lnTo>
                  <a:pt x="4195802" y="3086753"/>
                </a:lnTo>
                <a:lnTo>
                  <a:pt x="4223478" y="3086753"/>
                </a:lnTo>
                <a:moveTo>
                  <a:pt x="4223478" y="3280491"/>
                </a:moveTo>
                <a:lnTo>
                  <a:pt x="4223478" y="3391199"/>
                </a:lnTo>
                <a:lnTo>
                  <a:pt x="4195802" y="3391199"/>
                </a:lnTo>
                <a:lnTo>
                  <a:pt x="4195802" y="3280491"/>
                </a:lnTo>
                <a:lnTo>
                  <a:pt x="4223478" y="3280491"/>
                </a:lnTo>
                <a:moveTo>
                  <a:pt x="4223478" y="3474228"/>
                </a:moveTo>
                <a:lnTo>
                  <a:pt x="4223478" y="3584936"/>
                </a:lnTo>
                <a:lnTo>
                  <a:pt x="4195802" y="3584936"/>
                </a:lnTo>
                <a:lnTo>
                  <a:pt x="4195802" y="3474228"/>
                </a:lnTo>
                <a:lnTo>
                  <a:pt x="4223478" y="3474228"/>
                </a:lnTo>
                <a:moveTo>
                  <a:pt x="4223478" y="3667966"/>
                </a:moveTo>
                <a:lnTo>
                  <a:pt x="4223478" y="3778673"/>
                </a:lnTo>
                <a:lnTo>
                  <a:pt x="4195802" y="3778673"/>
                </a:lnTo>
                <a:lnTo>
                  <a:pt x="4195802" y="3667966"/>
                </a:lnTo>
                <a:lnTo>
                  <a:pt x="4223478" y="3667966"/>
                </a:lnTo>
                <a:moveTo>
                  <a:pt x="4223478" y="3861704"/>
                </a:moveTo>
                <a:lnTo>
                  <a:pt x="4223478" y="3972411"/>
                </a:lnTo>
                <a:lnTo>
                  <a:pt x="4195802" y="3972411"/>
                </a:lnTo>
                <a:lnTo>
                  <a:pt x="4195802" y="3861704"/>
                </a:lnTo>
                <a:lnTo>
                  <a:pt x="4223478" y="3861704"/>
                </a:lnTo>
                <a:moveTo>
                  <a:pt x="4223478" y="4055441"/>
                </a:moveTo>
                <a:lnTo>
                  <a:pt x="4223478" y="4166148"/>
                </a:lnTo>
                <a:lnTo>
                  <a:pt x="4195802" y="4166148"/>
                </a:lnTo>
                <a:lnTo>
                  <a:pt x="4195802" y="4055441"/>
                </a:lnTo>
                <a:lnTo>
                  <a:pt x="4223478" y="4055441"/>
                </a:lnTo>
                <a:moveTo>
                  <a:pt x="4223478" y="4249179"/>
                </a:moveTo>
                <a:lnTo>
                  <a:pt x="4223478" y="4359886"/>
                </a:lnTo>
                <a:lnTo>
                  <a:pt x="4195802" y="4359886"/>
                </a:lnTo>
                <a:lnTo>
                  <a:pt x="4195802" y="4249179"/>
                </a:lnTo>
                <a:lnTo>
                  <a:pt x="4223478" y="4249179"/>
                </a:lnTo>
                <a:moveTo>
                  <a:pt x="4223478" y="4442916"/>
                </a:moveTo>
                <a:lnTo>
                  <a:pt x="4223478" y="4553624"/>
                </a:lnTo>
                <a:lnTo>
                  <a:pt x="4195802" y="4553624"/>
                </a:lnTo>
                <a:lnTo>
                  <a:pt x="4195802" y="4442916"/>
                </a:lnTo>
                <a:lnTo>
                  <a:pt x="4223478" y="4442916"/>
                </a:lnTo>
                <a:moveTo>
                  <a:pt x="4223478" y="4636654"/>
                </a:moveTo>
                <a:lnTo>
                  <a:pt x="4223478" y="4747361"/>
                </a:lnTo>
                <a:lnTo>
                  <a:pt x="4195802" y="4747361"/>
                </a:lnTo>
                <a:lnTo>
                  <a:pt x="4195802" y="4636654"/>
                </a:lnTo>
                <a:lnTo>
                  <a:pt x="4223478" y="4636654"/>
                </a:lnTo>
                <a:moveTo>
                  <a:pt x="4136100" y="4770689"/>
                </a:moveTo>
                <a:lnTo>
                  <a:pt x="4025393" y="4770689"/>
                </a:lnTo>
                <a:lnTo>
                  <a:pt x="4025393" y="4743012"/>
                </a:lnTo>
                <a:lnTo>
                  <a:pt x="4136100" y="4743012"/>
                </a:lnTo>
                <a:lnTo>
                  <a:pt x="4136100" y="4770689"/>
                </a:lnTo>
                <a:moveTo>
                  <a:pt x="3942362" y="4770689"/>
                </a:moveTo>
                <a:lnTo>
                  <a:pt x="3831654" y="4770689"/>
                </a:lnTo>
                <a:lnTo>
                  <a:pt x="3831654" y="4743012"/>
                </a:lnTo>
                <a:lnTo>
                  <a:pt x="3942362" y="4743012"/>
                </a:lnTo>
                <a:lnTo>
                  <a:pt x="3942362" y="4770689"/>
                </a:lnTo>
                <a:moveTo>
                  <a:pt x="3748625" y="4770689"/>
                </a:moveTo>
                <a:lnTo>
                  <a:pt x="3637917" y="4770689"/>
                </a:lnTo>
                <a:lnTo>
                  <a:pt x="3637917" y="4743012"/>
                </a:lnTo>
                <a:lnTo>
                  <a:pt x="3748625" y="4743012"/>
                </a:lnTo>
                <a:lnTo>
                  <a:pt x="3748625" y="4770689"/>
                </a:lnTo>
                <a:moveTo>
                  <a:pt x="3554887" y="4770689"/>
                </a:moveTo>
                <a:lnTo>
                  <a:pt x="3444179" y="4770689"/>
                </a:lnTo>
                <a:lnTo>
                  <a:pt x="3444179" y="4743012"/>
                </a:lnTo>
                <a:lnTo>
                  <a:pt x="3554887" y="4743012"/>
                </a:lnTo>
                <a:lnTo>
                  <a:pt x="3554887" y="4770689"/>
                </a:lnTo>
                <a:moveTo>
                  <a:pt x="3361149" y="4770689"/>
                </a:moveTo>
                <a:lnTo>
                  <a:pt x="3250442" y="4770689"/>
                </a:lnTo>
                <a:lnTo>
                  <a:pt x="3250442" y="4743012"/>
                </a:lnTo>
                <a:lnTo>
                  <a:pt x="3361149" y="4743012"/>
                </a:lnTo>
                <a:lnTo>
                  <a:pt x="3361149" y="4770689"/>
                </a:lnTo>
                <a:moveTo>
                  <a:pt x="3167412" y="4770689"/>
                </a:moveTo>
                <a:lnTo>
                  <a:pt x="3056705" y="4770689"/>
                </a:lnTo>
                <a:lnTo>
                  <a:pt x="3056705" y="4743012"/>
                </a:lnTo>
                <a:lnTo>
                  <a:pt x="3167412" y="4743012"/>
                </a:lnTo>
                <a:lnTo>
                  <a:pt x="3167412" y="4770689"/>
                </a:lnTo>
                <a:moveTo>
                  <a:pt x="2973674" y="4770689"/>
                </a:moveTo>
                <a:lnTo>
                  <a:pt x="2862967" y="4770689"/>
                </a:lnTo>
                <a:lnTo>
                  <a:pt x="2862967" y="4743012"/>
                </a:lnTo>
                <a:lnTo>
                  <a:pt x="2973674" y="4743012"/>
                </a:lnTo>
                <a:lnTo>
                  <a:pt x="2973674" y="4770689"/>
                </a:lnTo>
                <a:moveTo>
                  <a:pt x="2779937" y="4770689"/>
                </a:moveTo>
                <a:lnTo>
                  <a:pt x="2669230" y="4770689"/>
                </a:lnTo>
                <a:lnTo>
                  <a:pt x="2669230" y="4743012"/>
                </a:lnTo>
                <a:lnTo>
                  <a:pt x="2779937" y="4743012"/>
                </a:lnTo>
                <a:lnTo>
                  <a:pt x="2779937" y="4770689"/>
                </a:lnTo>
                <a:moveTo>
                  <a:pt x="2586199" y="4770689"/>
                </a:moveTo>
                <a:lnTo>
                  <a:pt x="2475492" y="4770689"/>
                </a:lnTo>
                <a:lnTo>
                  <a:pt x="2475492" y="4743012"/>
                </a:lnTo>
                <a:lnTo>
                  <a:pt x="2586199" y="4743012"/>
                </a:lnTo>
                <a:lnTo>
                  <a:pt x="2586199" y="4770689"/>
                </a:lnTo>
                <a:moveTo>
                  <a:pt x="2392462" y="4770689"/>
                </a:moveTo>
                <a:lnTo>
                  <a:pt x="2281755" y="4770689"/>
                </a:lnTo>
                <a:lnTo>
                  <a:pt x="2281755" y="4743012"/>
                </a:lnTo>
                <a:lnTo>
                  <a:pt x="2392462" y="4743012"/>
                </a:lnTo>
                <a:lnTo>
                  <a:pt x="2392462" y="4770689"/>
                </a:lnTo>
                <a:moveTo>
                  <a:pt x="2198724" y="4770689"/>
                </a:moveTo>
                <a:lnTo>
                  <a:pt x="2088017" y="4770689"/>
                </a:lnTo>
                <a:lnTo>
                  <a:pt x="2088017" y="4743012"/>
                </a:lnTo>
                <a:lnTo>
                  <a:pt x="2198724" y="4743012"/>
                </a:lnTo>
                <a:lnTo>
                  <a:pt x="2198724" y="4770689"/>
                </a:lnTo>
                <a:moveTo>
                  <a:pt x="2004987" y="4770689"/>
                </a:moveTo>
                <a:lnTo>
                  <a:pt x="1894280" y="4770689"/>
                </a:lnTo>
                <a:lnTo>
                  <a:pt x="1894280" y="4743012"/>
                </a:lnTo>
                <a:lnTo>
                  <a:pt x="2004987" y="4743012"/>
                </a:lnTo>
                <a:lnTo>
                  <a:pt x="2004987" y="4770689"/>
                </a:lnTo>
                <a:moveTo>
                  <a:pt x="1811249" y="4770689"/>
                </a:moveTo>
                <a:lnTo>
                  <a:pt x="1700542" y="4770689"/>
                </a:lnTo>
                <a:lnTo>
                  <a:pt x="1700542" y="4743012"/>
                </a:lnTo>
                <a:lnTo>
                  <a:pt x="1811249" y="4743012"/>
                </a:lnTo>
                <a:lnTo>
                  <a:pt x="1811249" y="4770689"/>
                </a:lnTo>
                <a:moveTo>
                  <a:pt x="1617512" y="4770689"/>
                </a:moveTo>
                <a:lnTo>
                  <a:pt x="1506805" y="4770689"/>
                </a:lnTo>
                <a:lnTo>
                  <a:pt x="1506805" y="4743012"/>
                </a:lnTo>
                <a:lnTo>
                  <a:pt x="1617512" y="4743012"/>
                </a:lnTo>
                <a:lnTo>
                  <a:pt x="1617512" y="4770689"/>
                </a:lnTo>
                <a:moveTo>
                  <a:pt x="1423774" y="4770689"/>
                </a:moveTo>
                <a:lnTo>
                  <a:pt x="1313066" y="4770689"/>
                </a:lnTo>
                <a:lnTo>
                  <a:pt x="1313066" y="4743012"/>
                </a:lnTo>
                <a:lnTo>
                  <a:pt x="1423774" y="4743012"/>
                </a:lnTo>
                <a:lnTo>
                  <a:pt x="1423774" y="4770689"/>
                </a:lnTo>
                <a:moveTo>
                  <a:pt x="1230037" y="4770689"/>
                </a:moveTo>
                <a:lnTo>
                  <a:pt x="1119329" y="4770689"/>
                </a:lnTo>
                <a:lnTo>
                  <a:pt x="1119329" y="4743012"/>
                </a:lnTo>
                <a:lnTo>
                  <a:pt x="1230037" y="4743012"/>
                </a:lnTo>
                <a:lnTo>
                  <a:pt x="1230037" y="4770689"/>
                </a:lnTo>
                <a:moveTo>
                  <a:pt x="1036298" y="4770689"/>
                </a:moveTo>
                <a:lnTo>
                  <a:pt x="925591" y="4770689"/>
                </a:lnTo>
                <a:lnTo>
                  <a:pt x="925591" y="4743012"/>
                </a:lnTo>
                <a:lnTo>
                  <a:pt x="1036298" y="4743012"/>
                </a:lnTo>
                <a:lnTo>
                  <a:pt x="1036298" y="4770689"/>
                </a:lnTo>
                <a:moveTo>
                  <a:pt x="842561" y="4770689"/>
                </a:moveTo>
                <a:lnTo>
                  <a:pt x="731854" y="4770689"/>
                </a:lnTo>
                <a:lnTo>
                  <a:pt x="731854" y="4743012"/>
                </a:lnTo>
                <a:lnTo>
                  <a:pt x="842561" y="4743012"/>
                </a:lnTo>
                <a:lnTo>
                  <a:pt x="842561" y="4770689"/>
                </a:lnTo>
                <a:moveTo>
                  <a:pt x="648823" y="4770689"/>
                </a:moveTo>
                <a:lnTo>
                  <a:pt x="538117" y="4770689"/>
                </a:lnTo>
                <a:lnTo>
                  <a:pt x="538117" y="4743012"/>
                </a:lnTo>
                <a:lnTo>
                  <a:pt x="648823" y="4743012"/>
                </a:lnTo>
                <a:lnTo>
                  <a:pt x="648823" y="4770689"/>
                </a:lnTo>
                <a:moveTo>
                  <a:pt x="455086" y="4770689"/>
                </a:moveTo>
                <a:lnTo>
                  <a:pt x="344379" y="4770689"/>
                </a:lnTo>
                <a:lnTo>
                  <a:pt x="344379" y="4743012"/>
                </a:lnTo>
                <a:lnTo>
                  <a:pt x="455086" y="4743012"/>
                </a:lnTo>
                <a:lnTo>
                  <a:pt x="455086" y="4770689"/>
                </a:lnTo>
                <a:moveTo>
                  <a:pt x="261349" y="4770689"/>
                </a:moveTo>
                <a:lnTo>
                  <a:pt x="150642" y="4770689"/>
                </a:lnTo>
                <a:lnTo>
                  <a:pt x="150642" y="4743012"/>
                </a:lnTo>
                <a:lnTo>
                  <a:pt x="261349" y="4743012"/>
                </a:lnTo>
                <a:lnTo>
                  <a:pt x="261349" y="4770689"/>
                </a:lnTo>
                <a:moveTo>
                  <a:pt x="67611" y="4770689"/>
                </a:moveTo>
                <a:lnTo>
                  <a:pt x="13839" y="4770689"/>
                </a:lnTo>
                <a:lnTo>
                  <a:pt x="13839" y="4743012"/>
                </a:lnTo>
                <a:lnTo>
                  <a:pt x="67611" y="4743012"/>
                </a:lnTo>
                <a:lnTo>
                  <a:pt x="67611" y="4770689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262">
            <a:extLst xmlns:a="http://schemas.openxmlformats.org/drawingml/2006/main">
              <a:ext uri="{FF2B5EF4-FFF2-40B4-BE49-F238E27FC236}">
                <a16:creationId xmlns:a16="http://schemas.microsoft.com/office/drawing/2014/main" id="{B3AEBA49-D19E-4E5C-959C-431409D5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4" y="5361670"/>
            <a:ext cx="4881396" cy="2755660"/>
          </a:xfrm>
          <a:custGeom xmlns:a="http://schemas.openxmlformats.org/drawingml/2006/main">
            <a:pathLst>
              <a:path w="4881396" h="2755660">
                <a:moveTo>
                  <a:pt x="0" y="132849"/>
                </a:moveTo>
                <a:cubicBezTo>
                  <a:pt x="0" y="59481"/>
                  <a:pt x="59481" y="0"/>
                  <a:pt x="132849" y="0"/>
                </a:cubicBezTo>
                <a:lnTo>
                  <a:pt x="4748389" y="0"/>
                </a:lnTo>
                <a:cubicBezTo>
                  <a:pt x="4821914" y="0"/>
                  <a:pt x="4881396" y="59481"/>
                  <a:pt x="4881238" y="132849"/>
                </a:cubicBezTo>
                <a:lnTo>
                  <a:pt x="4881238" y="2622811"/>
                </a:lnTo>
                <a:cubicBezTo>
                  <a:pt x="4881396" y="2695546"/>
                  <a:pt x="4821914" y="2755027"/>
                  <a:pt x="4748389" y="2755660"/>
                </a:cubicBezTo>
                <a:lnTo>
                  <a:pt x="132849" y="2755660"/>
                </a:lnTo>
                <a:cubicBezTo>
                  <a:pt x="59481" y="2755027"/>
                  <a:pt x="0" y="2695546"/>
                  <a:pt x="0" y="2622811"/>
                </a:cubicBezTo>
                <a:lnTo>
                  <a:pt x="0" y="132849"/>
                </a:lnTo>
              </a:path>
            </a:pathLst>
          </a:custGeom>
          <a:solidFill xmlns:a="http://schemas.openxmlformats.org/drawingml/2006/main">
            <a:srgbClr val="FFF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63">
            <a:extLst xmlns:a="http://schemas.openxmlformats.org/drawingml/2006/main">
              <a:ext uri="{FF2B5EF4-FFF2-40B4-BE49-F238E27FC236}">
                <a16:creationId xmlns:a16="http://schemas.microsoft.com/office/drawing/2014/main" id="{6FEE4955-2393-452F-8947-CC1A5B9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86" y="5347832"/>
            <a:ext cx="4909073" cy="2782704"/>
          </a:xfrm>
          <a:custGeom xmlns:a="http://schemas.openxmlformats.org/drawingml/2006/main">
            <a:pathLst>
              <a:path w="4909073" h="2782704">
                <a:moveTo>
                  <a:pt x="190" y="139143"/>
                </a:moveTo>
                <a:lnTo>
                  <a:pt x="759" y="131710"/>
                </a:lnTo>
                <a:lnTo>
                  <a:pt x="1692" y="124371"/>
                </a:lnTo>
                <a:lnTo>
                  <a:pt x="2973" y="117143"/>
                </a:lnTo>
                <a:lnTo>
                  <a:pt x="4618" y="110042"/>
                </a:lnTo>
                <a:lnTo>
                  <a:pt x="6595" y="103068"/>
                </a:lnTo>
                <a:lnTo>
                  <a:pt x="8904" y="96252"/>
                </a:lnTo>
                <a:lnTo>
                  <a:pt x="11529" y="89578"/>
                </a:lnTo>
                <a:lnTo>
                  <a:pt x="14471" y="83077"/>
                </a:lnTo>
                <a:lnTo>
                  <a:pt x="17713" y="76752"/>
                </a:lnTo>
                <a:lnTo>
                  <a:pt x="21240" y="70615"/>
                </a:lnTo>
                <a:lnTo>
                  <a:pt x="25051" y="64652"/>
                </a:lnTo>
                <a:lnTo>
                  <a:pt x="29148" y="58912"/>
                </a:lnTo>
                <a:lnTo>
                  <a:pt x="33497" y="53376"/>
                </a:lnTo>
                <a:lnTo>
                  <a:pt x="38099" y="48046"/>
                </a:lnTo>
                <a:lnTo>
                  <a:pt x="42954" y="42954"/>
                </a:lnTo>
                <a:lnTo>
                  <a:pt x="48047" y="38099"/>
                </a:lnTo>
                <a:lnTo>
                  <a:pt x="53377" y="33496"/>
                </a:lnTo>
                <a:lnTo>
                  <a:pt x="58912" y="29147"/>
                </a:lnTo>
                <a:lnTo>
                  <a:pt x="64669" y="25051"/>
                </a:lnTo>
                <a:lnTo>
                  <a:pt x="70615" y="21239"/>
                </a:lnTo>
                <a:lnTo>
                  <a:pt x="76752" y="17713"/>
                </a:lnTo>
                <a:lnTo>
                  <a:pt x="83078" y="14471"/>
                </a:lnTo>
                <a:lnTo>
                  <a:pt x="89578" y="11529"/>
                </a:lnTo>
                <a:lnTo>
                  <a:pt x="96252" y="8904"/>
                </a:lnTo>
                <a:lnTo>
                  <a:pt x="103068" y="6595"/>
                </a:lnTo>
                <a:lnTo>
                  <a:pt x="110043" y="4618"/>
                </a:lnTo>
                <a:lnTo>
                  <a:pt x="117144" y="2973"/>
                </a:lnTo>
                <a:lnTo>
                  <a:pt x="124371" y="1692"/>
                </a:lnTo>
                <a:lnTo>
                  <a:pt x="131710" y="759"/>
                </a:lnTo>
                <a:lnTo>
                  <a:pt x="139143" y="190"/>
                </a:lnTo>
                <a:lnTo>
                  <a:pt x="146513" y="0"/>
                </a:lnTo>
                <a:lnTo>
                  <a:pt x="4762559" y="0"/>
                </a:lnTo>
                <a:lnTo>
                  <a:pt x="4769929" y="190"/>
                </a:lnTo>
                <a:lnTo>
                  <a:pt x="4777362" y="759"/>
                </a:lnTo>
                <a:lnTo>
                  <a:pt x="4784700" y="1692"/>
                </a:lnTo>
                <a:lnTo>
                  <a:pt x="4791928" y="2973"/>
                </a:lnTo>
                <a:lnTo>
                  <a:pt x="4799029" y="4618"/>
                </a:lnTo>
                <a:lnTo>
                  <a:pt x="4806003" y="6595"/>
                </a:lnTo>
                <a:lnTo>
                  <a:pt x="4812820" y="8904"/>
                </a:lnTo>
                <a:lnTo>
                  <a:pt x="4819494" y="11529"/>
                </a:lnTo>
                <a:lnTo>
                  <a:pt x="4825994" y="14471"/>
                </a:lnTo>
                <a:lnTo>
                  <a:pt x="4832320" y="17713"/>
                </a:lnTo>
                <a:lnTo>
                  <a:pt x="4838457" y="21239"/>
                </a:lnTo>
                <a:lnTo>
                  <a:pt x="4844403" y="25051"/>
                </a:lnTo>
                <a:lnTo>
                  <a:pt x="4850160" y="29147"/>
                </a:lnTo>
                <a:lnTo>
                  <a:pt x="4855696" y="33496"/>
                </a:lnTo>
                <a:lnTo>
                  <a:pt x="4861026" y="38099"/>
                </a:lnTo>
                <a:lnTo>
                  <a:pt x="4866118" y="42954"/>
                </a:lnTo>
                <a:lnTo>
                  <a:pt x="4870973" y="48046"/>
                </a:lnTo>
                <a:lnTo>
                  <a:pt x="4875575" y="53376"/>
                </a:lnTo>
                <a:lnTo>
                  <a:pt x="4879925" y="58912"/>
                </a:lnTo>
                <a:lnTo>
                  <a:pt x="4884021" y="64652"/>
                </a:lnTo>
                <a:lnTo>
                  <a:pt x="4887832" y="70615"/>
                </a:lnTo>
                <a:lnTo>
                  <a:pt x="4891359" y="76752"/>
                </a:lnTo>
                <a:lnTo>
                  <a:pt x="4894602" y="83077"/>
                </a:lnTo>
                <a:lnTo>
                  <a:pt x="4897543" y="89578"/>
                </a:lnTo>
                <a:lnTo>
                  <a:pt x="4900169" y="96252"/>
                </a:lnTo>
                <a:lnTo>
                  <a:pt x="4902478" y="103068"/>
                </a:lnTo>
                <a:lnTo>
                  <a:pt x="4904454" y="110042"/>
                </a:lnTo>
                <a:lnTo>
                  <a:pt x="4906100" y="117143"/>
                </a:lnTo>
                <a:lnTo>
                  <a:pt x="4907380" y="124371"/>
                </a:lnTo>
                <a:lnTo>
                  <a:pt x="4908313" y="131710"/>
                </a:lnTo>
                <a:lnTo>
                  <a:pt x="4908882" y="139143"/>
                </a:lnTo>
                <a:lnTo>
                  <a:pt x="4909073" y="146513"/>
                </a:lnTo>
                <a:lnTo>
                  <a:pt x="4909073" y="2636190"/>
                </a:lnTo>
                <a:lnTo>
                  <a:pt x="4908882" y="2643560"/>
                </a:lnTo>
                <a:lnTo>
                  <a:pt x="4908313" y="2650993"/>
                </a:lnTo>
                <a:lnTo>
                  <a:pt x="4907380" y="2658333"/>
                </a:lnTo>
                <a:lnTo>
                  <a:pt x="4906100" y="2665560"/>
                </a:lnTo>
                <a:lnTo>
                  <a:pt x="4904454" y="2672660"/>
                </a:lnTo>
                <a:lnTo>
                  <a:pt x="4902478" y="2679636"/>
                </a:lnTo>
                <a:lnTo>
                  <a:pt x="4900169" y="2686452"/>
                </a:lnTo>
                <a:lnTo>
                  <a:pt x="4897543" y="2693126"/>
                </a:lnTo>
                <a:lnTo>
                  <a:pt x="4894602" y="2699625"/>
                </a:lnTo>
                <a:lnTo>
                  <a:pt x="4891359" y="2705952"/>
                </a:lnTo>
                <a:lnTo>
                  <a:pt x="4887832" y="2712087"/>
                </a:lnTo>
                <a:lnTo>
                  <a:pt x="4884021" y="2718035"/>
                </a:lnTo>
                <a:lnTo>
                  <a:pt x="4879925" y="2723791"/>
                </a:lnTo>
                <a:lnTo>
                  <a:pt x="4875575" y="2729326"/>
                </a:lnTo>
                <a:lnTo>
                  <a:pt x="4870973" y="2734656"/>
                </a:lnTo>
                <a:lnTo>
                  <a:pt x="4866118" y="2739748"/>
                </a:lnTo>
                <a:lnTo>
                  <a:pt x="4861026" y="2744604"/>
                </a:lnTo>
                <a:lnTo>
                  <a:pt x="4855696" y="2749206"/>
                </a:lnTo>
                <a:lnTo>
                  <a:pt x="4850160" y="2753556"/>
                </a:lnTo>
                <a:lnTo>
                  <a:pt x="4844403" y="2757652"/>
                </a:lnTo>
                <a:lnTo>
                  <a:pt x="4838457" y="2761463"/>
                </a:lnTo>
                <a:lnTo>
                  <a:pt x="4832320" y="2764991"/>
                </a:lnTo>
                <a:lnTo>
                  <a:pt x="4825994" y="2768233"/>
                </a:lnTo>
                <a:lnTo>
                  <a:pt x="4819494" y="2771174"/>
                </a:lnTo>
                <a:lnTo>
                  <a:pt x="4812820" y="2773800"/>
                </a:lnTo>
                <a:lnTo>
                  <a:pt x="4806003" y="2776109"/>
                </a:lnTo>
                <a:lnTo>
                  <a:pt x="4799029" y="2778086"/>
                </a:lnTo>
                <a:lnTo>
                  <a:pt x="4791928" y="2779730"/>
                </a:lnTo>
                <a:lnTo>
                  <a:pt x="4784700" y="2781011"/>
                </a:lnTo>
                <a:lnTo>
                  <a:pt x="4777362" y="2781944"/>
                </a:lnTo>
                <a:lnTo>
                  <a:pt x="4769929" y="2782513"/>
                </a:lnTo>
                <a:lnTo>
                  <a:pt x="4762559" y="2782704"/>
                </a:lnTo>
                <a:lnTo>
                  <a:pt x="146513" y="2782704"/>
                </a:lnTo>
                <a:lnTo>
                  <a:pt x="139143" y="2782513"/>
                </a:lnTo>
                <a:lnTo>
                  <a:pt x="131710" y="2781944"/>
                </a:lnTo>
                <a:lnTo>
                  <a:pt x="124371" y="2781011"/>
                </a:lnTo>
                <a:lnTo>
                  <a:pt x="117144" y="2779730"/>
                </a:lnTo>
                <a:lnTo>
                  <a:pt x="110043" y="2778086"/>
                </a:lnTo>
                <a:lnTo>
                  <a:pt x="103068" y="2776109"/>
                </a:lnTo>
                <a:lnTo>
                  <a:pt x="96252" y="2773800"/>
                </a:lnTo>
                <a:lnTo>
                  <a:pt x="89578" y="2771174"/>
                </a:lnTo>
                <a:lnTo>
                  <a:pt x="83078" y="2768233"/>
                </a:lnTo>
                <a:lnTo>
                  <a:pt x="76752" y="2764991"/>
                </a:lnTo>
                <a:lnTo>
                  <a:pt x="70615" y="2761463"/>
                </a:lnTo>
                <a:lnTo>
                  <a:pt x="64669" y="2757652"/>
                </a:lnTo>
                <a:lnTo>
                  <a:pt x="58912" y="2753556"/>
                </a:lnTo>
                <a:lnTo>
                  <a:pt x="53377" y="2749206"/>
                </a:lnTo>
                <a:lnTo>
                  <a:pt x="48047" y="2744604"/>
                </a:lnTo>
                <a:lnTo>
                  <a:pt x="42954" y="2739748"/>
                </a:lnTo>
                <a:lnTo>
                  <a:pt x="38099" y="2734656"/>
                </a:lnTo>
                <a:lnTo>
                  <a:pt x="33497" y="2729326"/>
                </a:lnTo>
                <a:lnTo>
                  <a:pt x="29148" y="2723791"/>
                </a:lnTo>
                <a:lnTo>
                  <a:pt x="25051" y="2718035"/>
                </a:lnTo>
                <a:lnTo>
                  <a:pt x="21240" y="2712087"/>
                </a:lnTo>
                <a:lnTo>
                  <a:pt x="17713" y="2705952"/>
                </a:lnTo>
                <a:lnTo>
                  <a:pt x="14471" y="2699625"/>
                </a:lnTo>
                <a:lnTo>
                  <a:pt x="11529" y="2693126"/>
                </a:lnTo>
                <a:lnTo>
                  <a:pt x="8904" y="2686452"/>
                </a:lnTo>
                <a:lnTo>
                  <a:pt x="6595" y="2679636"/>
                </a:lnTo>
                <a:lnTo>
                  <a:pt x="4618" y="2672660"/>
                </a:lnTo>
                <a:lnTo>
                  <a:pt x="2973" y="2665560"/>
                </a:lnTo>
                <a:lnTo>
                  <a:pt x="1692" y="2658333"/>
                </a:lnTo>
                <a:lnTo>
                  <a:pt x="759" y="2650993"/>
                </a:lnTo>
                <a:lnTo>
                  <a:pt x="190" y="2643560"/>
                </a:lnTo>
                <a:lnTo>
                  <a:pt x="0" y="2636190"/>
                </a:lnTo>
                <a:lnTo>
                  <a:pt x="0" y="146513"/>
                </a:lnTo>
                <a:lnTo>
                  <a:pt x="190" y="139143"/>
                </a:lnTo>
                <a:moveTo>
                  <a:pt x="27677" y="147035"/>
                </a:moveTo>
                <a:lnTo>
                  <a:pt x="27677" y="146687"/>
                </a:lnTo>
                <a:lnTo>
                  <a:pt x="27677" y="2636016"/>
                </a:lnTo>
                <a:lnTo>
                  <a:pt x="27677" y="2635669"/>
                </a:lnTo>
                <a:lnTo>
                  <a:pt x="27851" y="2642501"/>
                </a:lnTo>
                <a:lnTo>
                  <a:pt x="27803" y="2641806"/>
                </a:lnTo>
                <a:lnTo>
                  <a:pt x="28325" y="2648559"/>
                </a:lnTo>
                <a:lnTo>
                  <a:pt x="28246" y="2647862"/>
                </a:lnTo>
                <a:lnTo>
                  <a:pt x="29100" y="2654505"/>
                </a:lnTo>
                <a:lnTo>
                  <a:pt x="28990" y="2653810"/>
                </a:lnTo>
                <a:lnTo>
                  <a:pt x="30160" y="2660356"/>
                </a:lnTo>
                <a:lnTo>
                  <a:pt x="30017" y="2659677"/>
                </a:lnTo>
                <a:lnTo>
                  <a:pt x="31504" y="2666113"/>
                </a:lnTo>
                <a:lnTo>
                  <a:pt x="31330" y="2665432"/>
                </a:lnTo>
                <a:lnTo>
                  <a:pt x="33117" y="2671743"/>
                </a:lnTo>
                <a:lnTo>
                  <a:pt x="32912" y="2671079"/>
                </a:lnTo>
                <a:lnTo>
                  <a:pt x="35015" y="2677263"/>
                </a:lnTo>
                <a:lnTo>
                  <a:pt x="34778" y="2676614"/>
                </a:lnTo>
                <a:lnTo>
                  <a:pt x="37150" y="2682657"/>
                </a:lnTo>
                <a:lnTo>
                  <a:pt x="36881" y="2682023"/>
                </a:lnTo>
                <a:lnTo>
                  <a:pt x="39554" y="2687907"/>
                </a:lnTo>
                <a:lnTo>
                  <a:pt x="39253" y="2687305"/>
                </a:lnTo>
                <a:lnTo>
                  <a:pt x="42195" y="2693030"/>
                </a:lnTo>
                <a:lnTo>
                  <a:pt x="41863" y="2692446"/>
                </a:lnTo>
                <a:lnTo>
                  <a:pt x="45074" y="2698013"/>
                </a:lnTo>
                <a:lnTo>
                  <a:pt x="44726" y="2697428"/>
                </a:lnTo>
                <a:lnTo>
                  <a:pt x="48173" y="2702820"/>
                </a:lnTo>
                <a:lnTo>
                  <a:pt x="47810" y="2702267"/>
                </a:lnTo>
                <a:lnTo>
                  <a:pt x="51511" y="2707485"/>
                </a:lnTo>
                <a:lnTo>
                  <a:pt x="51115" y="2706948"/>
                </a:lnTo>
                <a:lnTo>
                  <a:pt x="55053" y="2711978"/>
                </a:lnTo>
                <a:lnTo>
                  <a:pt x="54642" y="2711455"/>
                </a:lnTo>
                <a:lnTo>
                  <a:pt x="58817" y="2716280"/>
                </a:lnTo>
                <a:lnTo>
                  <a:pt x="58358" y="2715789"/>
                </a:lnTo>
                <a:lnTo>
                  <a:pt x="62771" y="2720408"/>
                </a:lnTo>
                <a:lnTo>
                  <a:pt x="62296" y="2719932"/>
                </a:lnTo>
                <a:lnTo>
                  <a:pt x="66915" y="2724345"/>
                </a:lnTo>
                <a:lnTo>
                  <a:pt x="66424" y="2723887"/>
                </a:lnTo>
                <a:lnTo>
                  <a:pt x="71248" y="2728062"/>
                </a:lnTo>
                <a:lnTo>
                  <a:pt x="70726" y="2727650"/>
                </a:lnTo>
                <a:lnTo>
                  <a:pt x="75755" y="2731588"/>
                </a:lnTo>
                <a:lnTo>
                  <a:pt x="75218" y="2731193"/>
                </a:lnTo>
                <a:lnTo>
                  <a:pt x="80437" y="2734894"/>
                </a:lnTo>
                <a:lnTo>
                  <a:pt x="79883" y="2734530"/>
                </a:lnTo>
                <a:lnTo>
                  <a:pt x="85260" y="2737978"/>
                </a:lnTo>
                <a:lnTo>
                  <a:pt x="84691" y="2737630"/>
                </a:lnTo>
                <a:lnTo>
                  <a:pt x="90258" y="2740840"/>
                </a:lnTo>
                <a:lnTo>
                  <a:pt x="89673" y="2740509"/>
                </a:lnTo>
                <a:lnTo>
                  <a:pt x="95398" y="2743451"/>
                </a:lnTo>
                <a:lnTo>
                  <a:pt x="94797" y="2743149"/>
                </a:lnTo>
                <a:lnTo>
                  <a:pt x="100680" y="2745823"/>
                </a:lnTo>
                <a:lnTo>
                  <a:pt x="100048" y="2745553"/>
                </a:lnTo>
                <a:lnTo>
                  <a:pt x="106089" y="2747925"/>
                </a:lnTo>
                <a:lnTo>
                  <a:pt x="105441" y="2747689"/>
                </a:lnTo>
                <a:lnTo>
                  <a:pt x="111609" y="2749776"/>
                </a:lnTo>
                <a:lnTo>
                  <a:pt x="110960" y="2749586"/>
                </a:lnTo>
                <a:lnTo>
                  <a:pt x="117270" y="2751373"/>
                </a:lnTo>
                <a:lnTo>
                  <a:pt x="116590" y="2751199"/>
                </a:lnTo>
                <a:lnTo>
                  <a:pt x="123027" y="2752686"/>
                </a:lnTo>
                <a:lnTo>
                  <a:pt x="122347" y="2752543"/>
                </a:lnTo>
                <a:lnTo>
                  <a:pt x="128895" y="2753714"/>
                </a:lnTo>
                <a:lnTo>
                  <a:pt x="128199" y="2753603"/>
                </a:lnTo>
                <a:lnTo>
                  <a:pt x="134841" y="2754457"/>
                </a:lnTo>
                <a:lnTo>
                  <a:pt x="134145" y="2754378"/>
                </a:lnTo>
                <a:lnTo>
                  <a:pt x="140899" y="2754900"/>
                </a:lnTo>
                <a:lnTo>
                  <a:pt x="140203" y="2754852"/>
                </a:lnTo>
                <a:lnTo>
                  <a:pt x="147035" y="2755027"/>
                </a:lnTo>
                <a:lnTo>
                  <a:pt x="146687" y="2755027"/>
                </a:lnTo>
                <a:lnTo>
                  <a:pt x="4762385" y="2755027"/>
                </a:lnTo>
                <a:lnTo>
                  <a:pt x="4762038" y="2755027"/>
                </a:lnTo>
                <a:lnTo>
                  <a:pt x="4768870" y="2754852"/>
                </a:lnTo>
                <a:lnTo>
                  <a:pt x="4768174" y="2754900"/>
                </a:lnTo>
                <a:lnTo>
                  <a:pt x="4774927" y="2754378"/>
                </a:lnTo>
                <a:lnTo>
                  <a:pt x="4774231" y="2754457"/>
                </a:lnTo>
                <a:lnTo>
                  <a:pt x="4780874" y="2753603"/>
                </a:lnTo>
                <a:lnTo>
                  <a:pt x="4780178" y="2753714"/>
                </a:lnTo>
                <a:lnTo>
                  <a:pt x="4786726" y="2752543"/>
                </a:lnTo>
                <a:lnTo>
                  <a:pt x="4786045" y="2752686"/>
                </a:lnTo>
                <a:lnTo>
                  <a:pt x="4792482" y="2751199"/>
                </a:lnTo>
                <a:lnTo>
                  <a:pt x="4791802" y="2751373"/>
                </a:lnTo>
                <a:lnTo>
                  <a:pt x="4798112" y="2749586"/>
                </a:lnTo>
                <a:lnTo>
                  <a:pt x="4797447" y="2749776"/>
                </a:lnTo>
                <a:lnTo>
                  <a:pt x="4803632" y="2747689"/>
                </a:lnTo>
                <a:lnTo>
                  <a:pt x="4802983" y="2747925"/>
                </a:lnTo>
                <a:lnTo>
                  <a:pt x="4809024" y="2745553"/>
                </a:lnTo>
                <a:lnTo>
                  <a:pt x="4808392" y="2745823"/>
                </a:lnTo>
                <a:lnTo>
                  <a:pt x="4814275" y="2743149"/>
                </a:lnTo>
                <a:lnTo>
                  <a:pt x="4813674" y="2743451"/>
                </a:lnTo>
                <a:lnTo>
                  <a:pt x="4819399" y="2740509"/>
                </a:lnTo>
                <a:lnTo>
                  <a:pt x="4818814" y="2740840"/>
                </a:lnTo>
                <a:lnTo>
                  <a:pt x="4824381" y="2737630"/>
                </a:lnTo>
                <a:lnTo>
                  <a:pt x="4823797" y="2737978"/>
                </a:lnTo>
                <a:lnTo>
                  <a:pt x="4829189" y="2734530"/>
                </a:lnTo>
                <a:lnTo>
                  <a:pt x="4828636" y="2734894"/>
                </a:lnTo>
                <a:lnTo>
                  <a:pt x="4833854" y="2731193"/>
                </a:lnTo>
                <a:lnTo>
                  <a:pt x="4833317" y="2731588"/>
                </a:lnTo>
                <a:lnTo>
                  <a:pt x="4838347" y="2727650"/>
                </a:lnTo>
                <a:lnTo>
                  <a:pt x="4837825" y="2728062"/>
                </a:lnTo>
                <a:lnTo>
                  <a:pt x="4842648" y="2723887"/>
                </a:lnTo>
                <a:lnTo>
                  <a:pt x="4842158" y="2724345"/>
                </a:lnTo>
                <a:lnTo>
                  <a:pt x="4846775" y="2719932"/>
                </a:lnTo>
                <a:lnTo>
                  <a:pt x="4846301" y="2720408"/>
                </a:lnTo>
                <a:lnTo>
                  <a:pt x="4850714" y="2715789"/>
                </a:lnTo>
                <a:lnTo>
                  <a:pt x="4850255" y="2716280"/>
                </a:lnTo>
                <a:lnTo>
                  <a:pt x="4854431" y="2711455"/>
                </a:lnTo>
                <a:lnTo>
                  <a:pt x="4854019" y="2711978"/>
                </a:lnTo>
                <a:lnTo>
                  <a:pt x="4857957" y="2706948"/>
                </a:lnTo>
                <a:lnTo>
                  <a:pt x="4857562" y="2707485"/>
                </a:lnTo>
                <a:lnTo>
                  <a:pt x="4861263" y="2702267"/>
                </a:lnTo>
                <a:lnTo>
                  <a:pt x="4860899" y="2702820"/>
                </a:lnTo>
                <a:lnTo>
                  <a:pt x="4864346" y="2697428"/>
                </a:lnTo>
                <a:lnTo>
                  <a:pt x="4863999" y="2698013"/>
                </a:lnTo>
                <a:lnTo>
                  <a:pt x="4867209" y="2692446"/>
                </a:lnTo>
                <a:lnTo>
                  <a:pt x="4866876" y="2693030"/>
                </a:lnTo>
                <a:lnTo>
                  <a:pt x="4869818" y="2687305"/>
                </a:lnTo>
                <a:lnTo>
                  <a:pt x="4869518" y="2687907"/>
                </a:lnTo>
                <a:lnTo>
                  <a:pt x="4872191" y="2682023"/>
                </a:lnTo>
                <a:lnTo>
                  <a:pt x="4871922" y="2682657"/>
                </a:lnTo>
                <a:lnTo>
                  <a:pt x="4874295" y="2676614"/>
                </a:lnTo>
                <a:lnTo>
                  <a:pt x="4874057" y="2677263"/>
                </a:lnTo>
                <a:lnTo>
                  <a:pt x="4876145" y="2671079"/>
                </a:lnTo>
                <a:lnTo>
                  <a:pt x="4875955" y="2671743"/>
                </a:lnTo>
                <a:lnTo>
                  <a:pt x="4877742" y="2665432"/>
                </a:lnTo>
                <a:lnTo>
                  <a:pt x="4877568" y="2666113"/>
                </a:lnTo>
                <a:lnTo>
                  <a:pt x="4879055" y="2659677"/>
                </a:lnTo>
                <a:lnTo>
                  <a:pt x="4878912" y="2660356"/>
                </a:lnTo>
                <a:lnTo>
                  <a:pt x="4880083" y="2653810"/>
                </a:lnTo>
                <a:lnTo>
                  <a:pt x="4879972" y="2654505"/>
                </a:lnTo>
                <a:lnTo>
                  <a:pt x="4880826" y="2647862"/>
                </a:lnTo>
                <a:lnTo>
                  <a:pt x="4880748" y="2648559"/>
                </a:lnTo>
                <a:lnTo>
                  <a:pt x="4881269" y="2641806"/>
                </a:lnTo>
                <a:lnTo>
                  <a:pt x="4881222" y="2642501"/>
                </a:lnTo>
                <a:lnTo>
                  <a:pt x="4881395" y="2635669"/>
                </a:lnTo>
                <a:lnTo>
                  <a:pt x="4881395" y="2636016"/>
                </a:lnTo>
                <a:lnTo>
                  <a:pt x="4881395" y="146687"/>
                </a:lnTo>
                <a:lnTo>
                  <a:pt x="4881395" y="147035"/>
                </a:lnTo>
                <a:lnTo>
                  <a:pt x="4881222" y="140202"/>
                </a:lnTo>
                <a:lnTo>
                  <a:pt x="4881269" y="140898"/>
                </a:lnTo>
                <a:lnTo>
                  <a:pt x="4880748" y="134145"/>
                </a:lnTo>
                <a:lnTo>
                  <a:pt x="4880826" y="134841"/>
                </a:lnTo>
                <a:lnTo>
                  <a:pt x="4879972" y="128199"/>
                </a:lnTo>
                <a:lnTo>
                  <a:pt x="4880083" y="128894"/>
                </a:lnTo>
                <a:lnTo>
                  <a:pt x="4878912" y="122347"/>
                </a:lnTo>
                <a:lnTo>
                  <a:pt x="4879055" y="123027"/>
                </a:lnTo>
                <a:lnTo>
                  <a:pt x="4877568" y="116590"/>
                </a:lnTo>
                <a:lnTo>
                  <a:pt x="4877742" y="117270"/>
                </a:lnTo>
                <a:lnTo>
                  <a:pt x="4875955" y="110960"/>
                </a:lnTo>
                <a:lnTo>
                  <a:pt x="4876145" y="111608"/>
                </a:lnTo>
                <a:lnTo>
                  <a:pt x="4874057" y="105440"/>
                </a:lnTo>
                <a:lnTo>
                  <a:pt x="4874295" y="106088"/>
                </a:lnTo>
                <a:lnTo>
                  <a:pt x="4871922" y="100047"/>
                </a:lnTo>
                <a:lnTo>
                  <a:pt x="4872191" y="100680"/>
                </a:lnTo>
                <a:lnTo>
                  <a:pt x="4869518" y="94797"/>
                </a:lnTo>
                <a:lnTo>
                  <a:pt x="4869818" y="95398"/>
                </a:lnTo>
                <a:lnTo>
                  <a:pt x="4866876" y="89672"/>
                </a:lnTo>
                <a:lnTo>
                  <a:pt x="4867209" y="90258"/>
                </a:lnTo>
                <a:lnTo>
                  <a:pt x="4863999" y="84691"/>
                </a:lnTo>
                <a:lnTo>
                  <a:pt x="4864346" y="85260"/>
                </a:lnTo>
                <a:lnTo>
                  <a:pt x="4860899" y="79883"/>
                </a:lnTo>
                <a:lnTo>
                  <a:pt x="4861263" y="80436"/>
                </a:lnTo>
                <a:lnTo>
                  <a:pt x="4857562" y="75217"/>
                </a:lnTo>
                <a:lnTo>
                  <a:pt x="4857957" y="75755"/>
                </a:lnTo>
                <a:lnTo>
                  <a:pt x="4854019" y="70726"/>
                </a:lnTo>
                <a:lnTo>
                  <a:pt x="4854431" y="71247"/>
                </a:lnTo>
                <a:lnTo>
                  <a:pt x="4850255" y="66424"/>
                </a:lnTo>
                <a:lnTo>
                  <a:pt x="4850714" y="66914"/>
                </a:lnTo>
                <a:lnTo>
                  <a:pt x="4846301" y="62296"/>
                </a:lnTo>
                <a:lnTo>
                  <a:pt x="4846775" y="62771"/>
                </a:lnTo>
                <a:lnTo>
                  <a:pt x="4842158" y="58358"/>
                </a:lnTo>
                <a:lnTo>
                  <a:pt x="4842648" y="58817"/>
                </a:lnTo>
                <a:lnTo>
                  <a:pt x="4837825" y="54626"/>
                </a:lnTo>
                <a:lnTo>
                  <a:pt x="4838347" y="55052"/>
                </a:lnTo>
                <a:lnTo>
                  <a:pt x="4833317" y="51115"/>
                </a:lnTo>
                <a:lnTo>
                  <a:pt x="4833854" y="51510"/>
                </a:lnTo>
                <a:lnTo>
                  <a:pt x="4828636" y="47809"/>
                </a:lnTo>
                <a:lnTo>
                  <a:pt x="4829189" y="48173"/>
                </a:lnTo>
                <a:lnTo>
                  <a:pt x="4823797" y="44726"/>
                </a:lnTo>
                <a:lnTo>
                  <a:pt x="4824381" y="45073"/>
                </a:lnTo>
                <a:lnTo>
                  <a:pt x="4818814" y="41863"/>
                </a:lnTo>
                <a:lnTo>
                  <a:pt x="4819399" y="42195"/>
                </a:lnTo>
                <a:lnTo>
                  <a:pt x="4813674" y="39253"/>
                </a:lnTo>
                <a:lnTo>
                  <a:pt x="4814275" y="39553"/>
                </a:lnTo>
                <a:lnTo>
                  <a:pt x="4808392" y="36881"/>
                </a:lnTo>
                <a:lnTo>
                  <a:pt x="4809024" y="37150"/>
                </a:lnTo>
                <a:lnTo>
                  <a:pt x="4802983" y="34778"/>
                </a:lnTo>
                <a:lnTo>
                  <a:pt x="4803632" y="35015"/>
                </a:lnTo>
                <a:lnTo>
                  <a:pt x="4797447" y="32911"/>
                </a:lnTo>
                <a:lnTo>
                  <a:pt x="4798112" y="33117"/>
                </a:lnTo>
                <a:lnTo>
                  <a:pt x="4791802" y="31329"/>
                </a:lnTo>
                <a:lnTo>
                  <a:pt x="4792482" y="31503"/>
                </a:lnTo>
                <a:lnTo>
                  <a:pt x="4786045" y="30017"/>
                </a:lnTo>
                <a:lnTo>
                  <a:pt x="4786726" y="30159"/>
                </a:lnTo>
                <a:lnTo>
                  <a:pt x="4780178" y="28989"/>
                </a:lnTo>
                <a:lnTo>
                  <a:pt x="4780874" y="29100"/>
                </a:lnTo>
                <a:lnTo>
                  <a:pt x="4774231" y="28245"/>
                </a:lnTo>
                <a:lnTo>
                  <a:pt x="4774927" y="28325"/>
                </a:lnTo>
                <a:lnTo>
                  <a:pt x="4768174" y="27803"/>
                </a:lnTo>
                <a:lnTo>
                  <a:pt x="4768870" y="27851"/>
                </a:lnTo>
                <a:lnTo>
                  <a:pt x="4762038" y="27677"/>
                </a:lnTo>
                <a:lnTo>
                  <a:pt x="4762385" y="27677"/>
                </a:lnTo>
                <a:lnTo>
                  <a:pt x="146687" y="27677"/>
                </a:lnTo>
                <a:lnTo>
                  <a:pt x="147035" y="27677"/>
                </a:lnTo>
                <a:lnTo>
                  <a:pt x="140203" y="27851"/>
                </a:lnTo>
                <a:lnTo>
                  <a:pt x="140899" y="27803"/>
                </a:lnTo>
                <a:lnTo>
                  <a:pt x="134145" y="28325"/>
                </a:lnTo>
                <a:lnTo>
                  <a:pt x="134841" y="28245"/>
                </a:lnTo>
                <a:lnTo>
                  <a:pt x="128199" y="29100"/>
                </a:lnTo>
                <a:lnTo>
                  <a:pt x="128895" y="28989"/>
                </a:lnTo>
                <a:lnTo>
                  <a:pt x="122347" y="30159"/>
                </a:lnTo>
                <a:lnTo>
                  <a:pt x="123027" y="30017"/>
                </a:lnTo>
                <a:lnTo>
                  <a:pt x="116590" y="31503"/>
                </a:lnTo>
                <a:lnTo>
                  <a:pt x="117270" y="31329"/>
                </a:lnTo>
                <a:lnTo>
                  <a:pt x="110960" y="33117"/>
                </a:lnTo>
                <a:lnTo>
                  <a:pt x="111609" y="32911"/>
                </a:lnTo>
                <a:lnTo>
                  <a:pt x="105441" y="35015"/>
                </a:lnTo>
                <a:lnTo>
                  <a:pt x="106089" y="34778"/>
                </a:lnTo>
                <a:lnTo>
                  <a:pt x="100048" y="37150"/>
                </a:lnTo>
                <a:lnTo>
                  <a:pt x="100680" y="36881"/>
                </a:lnTo>
                <a:lnTo>
                  <a:pt x="94797" y="39553"/>
                </a:lnTo>
                <a:lnTo>
                  <a:pt x="95398" y="39253"/>
                </a:lnTo>
                <a:lnTo>
                  <a:pt x="89673" y="42195"/>
                </a:lnTo>
                <a:lnTo>
                  <a:pt x="90258" y="41863"/>
                </a:lnTo>
                <a:lnTo>
                  <a:pt x="84691" y="45073"/>
                </a:lnTo>
                <a:lnTo>
                  <a:pt x="85260" y="44726"/>
                </a:lnTo>
                <a:lnTo>
                  <a:pt x="79883" y="48173"/>
                </a:lnTo>
                <a:lnTo>
                  <a:pt x="80437" y="47809"/>
                </a:lnTo>
                <a:lnTo>
                  <a:pt x="75218" y="51510"/>
                </a:lnTo>
                <a:lnTo>
                  <a:pt x="75755" y="51115"/>
                </a:lnTo>
                <a:lnTo>
                  <a:pt x="70726" y="55052"/>
                </a:lnTo>
                <a:lnTo>
                  <a:pt x="71248" y="54626"/>
                </a:lnTo>
                <a:lnTo>
                  <a:pt x="66424" y="58817"/>
                </a:lnTo>
                <a:lnTo>
                  <a:pt x="66915" y="58358"/>
                </a:lnTo>
                <a:lnTo>
                  <a:pt x="62296" y="62771"/>
                </a:lnTo>
                <a:lnTo>
                  <a:pt x="62771" y="62296"/>
                </a:lnTo>
                <a:lnTo>
                  <a:pt x="58358" y="66914"/>
                </a:lnTo>
                <a:lnTo>
                  <a:pt x="58817" y="66424"/>
                </a:lnTo>
                <a:lnTo>
                  <a:pt x="54642" y="71247"/>
                </a:lnTo>
                <a:lnTo>
                  <a:pt x="55053" y="70726"/>
                </a:lnTo>
                <a:lnTo>
                  <a:pt x="51115" y="75755"/>
                </a:lnTo>
                <a:lnTo>
                  <a:pt x="51511" y="75217"/>
                </a:lnTo>
                <a:lnTo>
                  <a:pt x="47810" y="80436"/>
                </a:lnTo>
                <a:lnTo>
                  <a:pt x="48173" y="79883"/>
                </a:lnTo>
                <a:lnTo>
                  <a:pt x="44726" y="85260"/>
                </a:lnTo>
                <a:lnTo>
                  <a:pt x="45074" y="84691"/>
                </a:lnTo>
                <a:lnTo>
                  <a:pt x="41863" y="90258"/>
                </a:lnTo>
                <a:lnTo>
                  <a:pt x="42195" y="89672"/>
                </a:lnTo>
                <a:lnTo>
                  <a:pt x="39253" y="95398"/>
                </a:lnTo>
                <a:lnTo>
                  <a:pt x="39554" y="94797"/>
                </a:lnTo>
                <a:lnTo>
                  <a:pt x="36881" y="100680"/>
                </a:lnTo>
                <a:lnTo>
                  <a:pt x="37150" y="100047"/>
                </a:lnTo>
                <a:lnTo>
                  <a:pt x="34778" y="106088"/>
                </a:lnTo>
                <a:lnTo>
                  <a:pt x="35015" y="105440"/>
                </a:lnTo>
                <a:lnTo>
                  <a:pt x="32912" y="111608"/>
                </a:lnTo>
                <a:lnTo>
                  <a:pt x="33117" y="110960"/>
                </a:lnTo>
                <a:lnTo>
                  <a:pt x="31330" y="117270"/>
                </a:lnTo>
                <a:lnTo>
                  <a:pt x="31504" y="116590"/>
                </a:lnTo>
                <a:lnTo>
                  <a:pt x="30017" y="123027"/>
                </a:lnTo>
                <a:lnTo>
                  <a:pt x="30160" y="122347"/>
                </a:lnTo>
                <a:lnTo>
                  <a:pt x="28990" y="128894"/>
                </a:lnTo>
                <a:lnTo>
                  <a:pt x="29100" y="128199"/>
                </a:lnTo>
                <a:lnTo>
                  <a:pt x="28246" y="134841"/>
                </a:lnTo>
                <a:lnTo>
                  <a:pt x="28325" y="134145"/>
                </a:lnTo>
                <a:lnTo>
                  <a:pt x="27803" y="140898"/>
                </a:lnTo>
                <a:lnTo>
                  <a:pt x="27851" y="140202"/>
                </a:lnTo>
                <a:lnTo>
                  <a:pt x="27677" y="147035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264">
            <a:extLst xmlns:a="http://schemas.openxmlformats.org/drawingml/2006/main">
              <a:ext uri="{FF2B5EF4-FFF2-40B4-BE49-F238E27FC236}">
                <a16:creationId xmlns:a16="http://schemas.microsoft.com/office/drawing/2014/main" id="{6DB771AF-692C-4CDC-AAA7-2480A15E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635" y="5361670"/>
            <a:ext cx="4882028" cy="2755660"/>
          </a:xfrm>
          <a:custGeom xmlns:a="http://schemas.openxmlformats.org/drawingml/2006/main">
            <a:pathLst>
              <a:path w="4882028" h="2755660">
                <a:moveTo>
                  <a:pt x="791" y="132849"/>
                </a:moveTo>
                <a:cubicBezTo>
                  <a:pt x="0" y="59481"/>
                  <a:pt x="59481" y="0"/>
                  <a:pt x="133640" y="0"/>
                </a:cubicBezTo>
                <a:lnTo>
                  <a:pt x="4749179" y="0"/>
                </a:lnTo>
                <a:cubicBezTo>
                  <a:pt x="4821914" y="0"/>
                  <a:pt x="4881395" y="59481"/>
                  <a:pt x="4882028" y="132849"/>
                </a:cubicBezTo>
                <a:lnTo>
                  <a:pt x="4882028" y="2622811"/>
                </a:lnTo>
                <a:cubicBezTo>
                  <a:pt x="4881395" y="2695546"/>
                  <a:pt x="4821914" y="2755027"/>
                  <a:pt x="4749179" y="2755660"/>
                </a:cubicBezTo>
                <a:lnTo>
                  <a:pt x="133640" y="2755660"/>
                </a:lnTo>
                <a:cubicBezTo>
                  <a:pt x="59481" y="2755027"/>
                  <a:pt x="0" y="2695546"/>
                  <a:pt x="791" y="2622811"/>
                </a:cubicBezTo>
                <a:lnTo>
                  <a:pt x="791" y="132849"/>
                </a:lnTo>
              </a:path>
            </a:pathLst>
          </a:custGeom>
          <a:solidFill xmlns:a="http://schemas.openxmlformats.org/drawingml/2006/main">
            <a:srgbClr val="FFF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265">
            <a:extLst xmlns:a="http://schemas.openxmlformats.org/drawingml/2006/main">
              <a:ext uri="{FF2B5EF4-FFF2-40B4-BE49-F238E27FC236}">
                <a16:creationId xmlns:a16="http://schemas.microsoft.com/office/drawing/2014/main" id="{05667D42-3618-4AA2-A8CA-D1BFB34A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796" y="5347832"/>
            <a:ext cx="4909072" cy="2782704"/>
          </a:xfrm>
          <a:custGeom xmlns:a="http://schemas.openxmlformats.org/drawingml/2006/main">
            <a:pathLst>
              <a:path w="4909072" h="2782704">
                <a:moveTo>
                  <a:pt x="190" y="139143"/>
                </a:moveTo>
                <a:lnTo>
                  <a:pt x="759" y="131710"/>
                </a:lnTo>
                <a:lnTo>
                  <a:pt x="1692" y="124371"/>
                </a:lnTo>
                <a:lnTo>
                  <a:pt x="2973" y="117143"/>
                </a:lnTo>
                <a:lnTo>
                  <a:pt x="4618" y="110042"/>
                </a:lnTo>
                <a:lnTo>
                  <a:pt x="6595" y="103068"/>
                </a:lnTo>
                <a:lnTo>
                  <a:pt x="8904" y="96252"/>
                </a:lnTo>
                <a:lnTo>
                  <a:pt x="11530" y="89578"/>
                </a:lnTo>
                <a:lnTo>
                  <a:pt x="14471" y="83077"/>
                </a:lnTo>
                <a:lnTo>
                  <a:pt x="17713" y="76752"/>
                </a:lnTo>
                <a:lnTo>
                  <a:pt x="21239" y="70615"/>
                </a:lnTo>
                <a:lnTo>
                  <a:pt x="25052" y="64652"/>
                </a:lnTo>
                <a:lnTo>
                  <a:pt x="29147" y="58912"/>
                </a:lnTo>
                <a:lnTo>
                  <a:pt x="33497" y="53376"/>
                </a:lnTo>
                <a:lnTo>
                  <a:pt x="38099" y="48046"/>
                </a:lnTo>
                <a:lnTo>
                  <a:pt x="42954" y="42954"/>
                </a:lnTo>
                <a:lnTo>
                  <a:pt x="48047" y="38099"/>
                </a:lnTo>
                <a:lnTo>
                  <a:pt x="53377" y="33496"/>
                </a:lnTo>
                <a:lnTo>
                  <a:pt x="58913" y="29147"/>
                </a:lnTo>
                <a:lnTo>
                  <a:pt x="64653" y="25051"/>
                </a:lnTo>
                <a:lnTo>
                  <a:pt x="70615" y="21239"/>
                </a:lnTo>
                <a:lnTo>
                  <a:pt x="76752" y="17713"/>
                </a:lnTo>
                <a:lnTo>
                  <a:pt x="83077" y="14471"/>
                </a:lnTo>
                <a:lnTo>
                  <a:pt x="89578" y="11529"/>
                </a:lnTo>
                <a:lnTo>
                  <a:pt x="96252" y="8904"/>
                </a:lnTo>
                <a:lnTo>
                  <a:pt x="103068" y="6595"/>
                </a:lnTo>
                <a:lnTo>
                  <a:pt x="110043" y="4618"/>
                </a:lnTo>
                <a:lnTo>
                  <a:pt x="117144" y="2973"/>
                </a:lnTo>
                <a:lnTo>
                  <a:pt x="124371" y="1692"/>
                </a:lnTo>
                <a:lnTo>
                  <a:pt x="131711" y="759"/>
                </a:lnTo>
                <a:lnTo>
                  <a:pt x="139143" y="190"/>
                </a:lnTo>
                <a:lnTo>
                  <a:pt x="146513" y="0"/>
                </a:lnTo>
                <a:lnTo>
                  <a:pt x="4762559" y="0"/>
                </a:lnTo>
                <a:lnTo>
                  <a:pt x="4769929" y="190"/>
                </a:lnTo>
                <a:lnTo>
                  <a:pt x="4777363" y="759"/>
                </a:lnTo>
                <a:lnTo>
                  <a:pt x="4784701" y="1692"/>
                </a:lnTo>
                <a:lnTo>
                  <a:pt x="4791927" y="2973"/>
                </a:lnTo>
                <a:lnTo>
                  <a:pt x="4799029" y="4618"/>
                </a:lnTo>
                <a:lnTo>
                  <a:pt x="4806003" y="6595"/>
                </a:lnTo>
                <a:lnTo>
                  <a:pt x="4812820" y="8904"/>
                </a:lnTo>
                <a:lnTo>
                  <a:pt x="4819494" y="11529"/>
                </a:lnTo>
                <a:lnTo>
                  <a:pt x="4825994" y="14471"/>
                </a:lnTo>
                <a:lnTo>
                  <a:pt x="4832320" y="17713"/>
                </a:lnTo>
                <a:lnTo>
                  <a:pt x="4838457" y="21239"/>
                </a:lnTo>
                <a:lnTo>
                  <a:pt x="4844403" y="25051"/>
                </a:lnTo>
                <a:lnTo>
                  <a:pt x="4850160" y="29147"/>
                </a:lnTo>
                <a:lnTo>
                  <a:pt x="4855695" y="33496"/>
                </a:lnTo>
                <a:lnTo>
                  <a:pt x="4861025" y="38099"/>
                </a:lnTo>
                <a:lnTo>
                  <a:pt x="4866118" y="42954"/>
                </a:lnTo>
                <a:lnTo>
                  <a:pt x="4870957" y="48046"/>
                </a:lnTo>
                <a:lnTo>
                  <a:pt x="4875574" y="53376"/>
                </a:lnTo>
                <a:lnTo>
                  <a:pt x="4879924" y="58912"/>
                </a:lnTo>
                <a:lnTo>
                  <a:pt x="4884020" y="64652"/>
                </a:lnTo>
                <a:lnTo>
                  <a:pt x="4887832" y="70615"/>
                </a:lnTo>
                <a:lnTo>
                  <a:pt x="4891360" y="76752"/>
                </a:lnTo>
                <a:lnTo>
                  <a:pt x="4894601" y="83077"/>
                </a:lnTo>
                <a:lnTo>
                  <a:pt x="4897543" y="89578"/>
                </a:lnTo>
                <a:lnTo>
                  <a:pt x="4900167" y="96252"/>
                </a:lnTo>
                <a:lnTo>
                  <a:pt x="4902476" y="103068"/>
                </a:lnTo>
                <a:lnTo>
                  <a:pt x="4904454" y="110042"/>
                </a:lnTo>
                <a:lnTo>
                  <a:pt x="4906098" y="117143"/>
                </a:lnTo>
                <a:lnTo>
                  <a:pt x="4907381" y="124371"/>
                </a:lnTo>
                <a:lnTo>
                  <a:pt x="4908313" y="131710"/>
                </a:lnTo>
                <a:lnTo>
                  <a:pt x="4908882" y="139143"/>
                </a:lnTo>
                <a:lnTo>
                  <a:pt x="4909072" y="146513"/>
                </a:lnTo>
                <a:lnTo>
                  <a:pt x="4909072" y="2636190"/>
                </a:lnTo>
                <a:lnTo>
                  <a:pt x="4908882" y="2643560"/>
                </a:lnTo>
                <a:lnTo>
                  <a:pt x="4908313" y="2650993"/>
                </a:lnTo>
                <a:lnTo>
                  <a:pt x="4907381" y="2658333"/>
                </a:lnTo>
                <a:lnTo>
                  <a:pt x="4906098" y="2665560"/>
                </a:lnTo>
                <a:lnTo>
                  <a:pt x="4904454" y="2672660"/>
                </a:lnTo>
                <a:lnTo>
                  <a:pt x="4902476" y="2679636"/>
                </a:lnTo>
                <a:lnTo>
                  <a:pt x="4900167" y="2686452"/>
                </a:lnTo>
                <a:lnTo>
                  <a:pt x="4897543" y="2693126"/>
                </a:lnTo>
                <a:lnTo>
                  <a:pt x="4894601" y="2699625"/>
                </a:lnTo>
                <a:lnTo>
                  <a:pt x="4891360" y="2705952"/>
                </a:lnTo>
                <a:lnTo>
                  <a:pt x="4887832" y="2712087"/>
                </a:lnTo>
                <a:lnTo>
                  <a:pt x="4884020" y="2718035"/>
                </a:lnTo>
                <a:lnTo>
                  <a:pt x="4879924" y="2723791"/>
                </a:lnTo>
                <a:lnTo>
                  <a:pt x="4875574" y="2729326"/>
                </a:lnTo>
                <a:lnTo>
                  <a:pt x="4870957" y="2734656"/>
                </a:lnTo>
                <a:lnTo>
                  <a:pt x="4866118" y="2739748"/>
                </a:lnTo>
                <a:lnTo>
                  <a:pt x="4861025" y="2744604"/>
                </a:lnTo>
                <a:lnTo>
                  <a:pt x="4855695" y="2749206"/>
                </a:lnTo>
                <a:lnTo>
                  <a:pt x="4850160" y="2753556"/>
                </a:lnTo>
                <a:lnTo>
                  <a:pt x="4844403" y="2757652"/>
                </a:lnTo>
                <a:lnTo>
                  <a:pt x="4838457" y="2761463"/>
                </a:lnTo>
                <a:lnTo>
                  <a:pt x="4832320" y="2764991"/>
                </a:lnTo>
                <a:lnTo>
                  <a:pt x="4825994" y="2768233"/>
                </a:lnTo>
                <a:lnTo>
                  <a:pt x="4819494" y="2771174"/>
                </a:lnTo>
                <a:lnTo>
                  <a:pt x="4812820" y="2773800"/>
                </a:lnTo>
                <a:lnTo>
                  <a:pt x="4806003" y="2776109"/>
                </a:lnTo>
                <a:lnTo>
                  <a:pt x="4799029" y="2778086"/>
                </a:lnTo>
                <a:lnTo>
                  <a:pt x="4791927" y="2779730"/>
                </a:lnTo>
                <a:lnTo>
                  <a:pt x="4784701" y="2781011"/>
                </a:lnTo>
                <a:lnTo>
                  <a:pt x="4777363" y="2781944"/>
                </a:lnTo>
                <a:lnTo>
                  <a:pt x="4769929" y="2782513"/>
                </a:lnTo>
                <a:lnTo>
                  <a:pt x="4762559" y="2782704"/>
                </a:lnTo>
                <a:lnTo>
                  <a:pt x="146513" y="2782704"/>
                </a:lnTo>
                <a:lnTo>
                  <a:pt x="139143" y="2782513"/>
                </a:lnTo>
                <a:lnTo>
                  <a:pt x="131711" y="2781944"/>
                </a:lnTo>
                <a:lnTo>
                  <a:pt x="124371" y="2781011"/>
                </a:lnTo>
                <a:lnTo>
                  <a:pt x="117144" y="2779730"/>
                </a:lnTo>
                <a:lnTo>
                  <a:pt x="110043" y="2778086"/>
                </a:lnTo>
                <a:lnTo>
                  <a:pt x="103068" y="2776109"/>
                </a:lnTo>
                <a:lnTo>
                  <a:pt x="96252" y="2773800"/>
                </a:lnTo>
                <a:lnTo>
                  <a:pt x="89578" y="2771174"/>
                </a:lnTo>
                <a:lnTo>
                  <a:pt x="83077" y="2768233"/>
                </a:lnTo>
                <a:lnTo>
                  <a:pt x="76752" y="2764991"/>
                </a:lnTo>
                <a:lnTo>
                  <a:pt x="70615" y="2761463"/>
                </a:lnTo>
                <a:lnTo>
                  <a:pt x="64653" y="2757652"/>
                </a:lnTo>
                <a:lnTo>
                  <a:pt x="58913" y="2753556"/>
                </a:lnTo>
                <a:lnTo>
                  <a:pt x="53377" y="2749206"/>
                </a:lnTo>
                <a:lnTo>
                  <a:pt x="48047" y="2744604"/>
                </a:lnTo>
                <a:lnTo>
                  <a:pt x="42954" y="2739748"/>
                </a:lnTo>
                <a:lnTo>
                  <a:pt x="38099" y="2734656"/>
                </a:lnTo>
                <a:lnTo>
                  <a:pt x="33497" y="2729326"/>
                </a:lnTo>
                <a:lnTo>
                  <a:pt x="29147" y="2723791"/>
                </a:lnTo>
                <a:lnTo>
                  <a:pt x="25052" y="2718035"/>
                </a:lnTo>
                <a:lnTo>
                  <a:pt x="21239" y="2712087"/>
                </a:lnTo>
                <a:lnTo>
                  <a:pt x="17713" y="2705952"/>
                </a:lnTo>
                <a:lnTo>
                  <a:pt x="14471" y="2699625"/>
                </a:lnTo>
                <a:lnTo>
                  <a:pt x="11530" y="2693126"/>
                </a:lnTo>
                <a:lnTo>
                  <a:pt x="8904" y="2686452"/>
                </a:lnTo>
                <a:lnTo>
                  <a:pt x="6595" y="2679636"/>
                </a:lnTo>
                <a:lnTo>
                  <a:pt x="4618" y="2672660"/>
                </a:lnTo>
                <a:lnTo>
                  <a:pt x="2973" y="2665560"/>
                </a:lnTo>
                <a:lnTo>
                  <a:pt x="1692" y="2658333"/>
                </a:lnTo>
                <a:lnTo>
                  <a:pt x="759" y="2650993"/>
                </a:lnTo>
                <a:lnTo>
                  <a:pt x="190" y="2643560"/>
                </a:lnTo>
                <a:lnTo>
                  <a:pt x="0" y="2636190"/>
                </a:lnTo>
                <a:lnTo>
                  <a:pt x="0" y="146513"/>
                </a:lnTo>
                <a:lnTo>
                  <a:pt x="190" y="139143"/>
                </a:lnTo>
                <a:moveTo>
                  <a:pt x="27677" y="147035"/>
                </a:moveTo>
                <a:lnTo>
                  <a:pt x="27677" y="146687"/>
                </a:lnTo>
                <a:lnTo>
                  <a:pt x="27677" y="2636016"/>
                </a:lnTo>
                <a:lnTo>
                  <a:pt x="27677" y="2635669"/>
                </a:lnTo>
                <a:lnTo>
                  <a:pt x="27851" y="2642501"/>
                </a:lnTo>
                <a:lnTo>
                  <a:pt x="27803" y="2641806"/>
                </a:lnTo>
                <a:lnTo>
                  <a:pt x="28325" y="2648559"/>
                </a:lnTo>
                <a:lnTo>
                  <a:pt x="28246" y="2647862"/>
                </a:lnTo>
                <a:lnTo>
                  <a:pt x="29101" y="2654505"/>
                </a:lnTo>
                <a:lnTo>
                  <a:pt x="28990" y="2653810"/>
                </a:lnTo>
                <a:lnTo>
                  <a:pt x="30160" y="2660356"/>
                </a:lnTo>
                <a:lnTo>
                  <a:pt x="30018" y="2659677"/>
                </a:lnTo>
                <a:lnTo>
                  <a:pt x="31504" y="2666113"/>
                </a:lnTo>
                <a:lnTo>
                  <a:pt x="31329" y="2665432"/>
                </a:lnTo>
                <a:lnTo>
                  <a:pt x="33118" y="2671743"/>
                </a:lnTo>
                <a:lnTo>
                  <a:pt x="32912" y="2671079"/>
                </a:lnTo>
                <a:lnTo>
                  <a:pt x="35015" y="2677263"/>
                </a:lnTo>
                <a:lnTo>
                  <a:pt x="34778" y="2676614"/>
                </a:lnTo>
                <a:lnTo>
                  <a:pt x="37150" y="2682657"/>
                </a:lnTo>
                <a:lnTo>
                  <a:pt x="36881" y="2682023"/>
                </a:lnTo>
                <a:lnTo>
                  <a:pt x="39555" y="2687907"/>
                </a:lnTo>
                <a:lnTo>
                  <a:pt x="39253" y="2687305"/>
                </a:lnTo>
                <a:lnTo>
                  <a:pt x="42195" y="2693030"/>
                </a:lnTo>
                <a:lnTo>
                  <a:pt x="41864" y="2692446"/>
                </a:lnTo>
                <a:lnTo>
                  <a:pt x="45074" y="2698013"/>
                </a:lnTo>
                <a:lnTo>
                  <a:pt x="44726" y="2697428"/>
                </a:lnTo>
                <a:lnTo>
                  <a:pt x="48174" y="2702820"/>
                </a:lnTo>
                <a:lnTo>
                  <a:pt x="47810" y="2702267"/>
                </a:lnTo>
                <a:lnTo>
                  <a:pt x="51511" y="2707485"/>
                </a:lnTo>
                <a:lnTo>
                  <a:pt x="51115" y="2706948"/>
                </a:lnTo>
                <a:lnTo>
                  <a:pt x="55052" y="2711978"/>
                </a:lnTo>
                <a:lnTo>
                  <a:pt x="54626" y="2711455"/>
                </a:lnTo>
                <a:lnTo>
                  <a:pt x="58817" y="2716280"/>
                </a:lnTo>
                <a:lnTo>
                  <a:pt x="58358" y="2715789"/>
                </a:lnTo>
                <a:lnTo>
                  <a:pt x="62771" y="2720408"/>
                </a:lnTo>
                <a:lnTo>
                  <a:pt x="62296" y="2719932"/>
                </a:lnTo>
                <a:lnTo>
                  <a:pt x="66915" y="2724345"/>
                </a:lnTo>
                <a:lnTo>
                  <a:pt x="66425" y="2723887"/>
                </a:lnTo>
                <a:lnTo>
                  <a:pt x="71248" y="2728062"/>
                </a:lnTo>
                <a:lnTo>
                  <a:pt x="70726" y="2727650"/>
                </a:lnTo>
                <a:lnTo>
                  <a:pt x="75756" y="2731588"/>
                </a:lnTo>
                <a:lnTo>
                  <a:pt x="75218" y="2731193"/>
                </a:lnTo>
                <a:lnTo>
                  <a:pt x="80437" y="2734894"/>
                </a:lnTo>
                <a:lnTo>
                  <a:pt x="79883" y="2734530"/>
                </a:lnTo>
                <a:lnTo>
                  <a:pt x="85260" y="2737978"/>
                </a:lnTo>
                <a:lnTo>
                  <a:pt x="84691" y="2737630"/>
                </a:lnTo>
                <a:lnTo>
                  <a:pt x="90258" y="2740840"/>
                </a:lnTo>
                <a:lnTo>
                  <a:pt x="89674" y="2740509"/>
                </a:lnTo>
                <a:lnTo>
                  <a:pt x="95398" y="2743451"/>
                </a:lnTo>
                <a:lnTo>
                  <a:pt x="94797" y="2743149"/>
                </a:lnTo>
                <a:lnTo>
                  <a:pt x="100680" y="2745823"/>
                </a:lnTo>
                <a:lnTo>
                  <a:pt x="100047" y="2745553"/>
                </a:lnTo>
                <a:lnTo>
                  <a:pt x="106089" y="2747925"/>
                </a:lnTo>
                <a:lnTo>
                  <a:pt x="105440" y="2747689"/>
                </a:lnTo>
                <a:lnTo>
                  <a:pt x="111608" y="2749776"/>
                </a:lnTo>
                <a:lnTo>
                  <a:pt x="110961" y="2749586"/>
                </a:lnTo>
                <a:lnTo>
                  <a:pt x="117271" y="2751373"/>
                </a:lnTo>
                <a:lnTo>
                  <a:pt x="116591" y="2751199"/>
                </a:lnTo>
                <a:lnTo>
                  <a:pt x="123027" y="2752686"/>
                </a:lnTo>
                <a:lnTo>
                  <a:pt x="122347" y="2752543"/>
                </a:lnTo>
                <a:lnTo>
                  <a:pt x="128894" y="2753714"/>
                </a:lnTo>
                <a:lnTo>
                  <a:pt x="128199" y="2753603"/>
                </a:lnTo>
                <a:lnTo>
                  <a:pt x="134842" y="2754457"/>
                </a:lnTo>
                <a:lnTo>
                  <a:pt x="134145" y="2754378"/>
                </a:lnTo>
                <a:lnTo>
                  <a:pt x="140898" y="2754900"/>
                </a:lnTo>
                <a:lnTo>
                  <a:pt x="140203" y="2754852"/>
                </a:lnTo>
                <a:lnTo>
                  <a:pt x="147035" y="2755027"/>
                </a:lnTo>
                <a:lnTo>
                  <a:pt x="146686" y="2755027"/>
                </a:lnTo>
                <a:lnTo>
                  <a:pt x="4762385" y="2755027"/>
                </a:lnTo>
                <a:lnTo>
                  <a:pt x="4762037" y="2755027"/>
                </a:lnTo>
                <a:lnTo>
                  <a:pt x="4768869" y="2754852"/>
                </a:lnTo>
                <a:lnTo>
                  <a:pt x="4768174" y="2754900"/>
                </a:lnTo>
                <a:lnTo>
                  <a:pt x="4774927" y="2754378"/>
                </a:lnTo>
                <a:lnTo>
                  <a:pt x="4774231" y="2754457"/>
                </a:lnTo>
                <a:lnTo>
                  <a:pt x="4780873" y="2753603"/>
                </a:lnTo>
                <a:lnTo>
                  <a:pt x="4780177" y="2753714"/>
                </a:lnTo>
                <a:lnTo>
                  <a:pt x="4786725" y="2752543"/>
                </a:lnTo>
                <a:lnTo>
                  <a:pt x="4786044" y="2752686"/>
                </a:lnTo>
                <a:lnTo>
                  <a:pt x="4792482" y="2751199"/>
                </a:lnTo>
                <a:lnTo>
                  <a:pt x="4791802" y="2751373"/>
                </a:lnTo>
                <a:lnTo>
                  <a:pt x="4798112" y="2749586"/>
                </a:lnTo>
                <a:lnTo>
                  <a:pt x="4797448" y="2749776"/>
                </a:lnTo>
                <a:lnTo>
                  <a:pt x="4803631" y="2747689"/>
                </a:lnTo>
                <a:lnTo>
                  <a:pt x="4802984" y="2747925"/>
                </a:lnTo>
                <a:lnTo>
                  <a:pt x="4809024" y="2745553"/>
                </a:lnTo>
                <a:lnTo>
                  <a:pt x="4808391" y="2745823"/>
                </a:lnTo>
                <a:lnTo>
                  <a:pt x="4814275" y="2743149"/>
                </a:lnTo>
                <a:lnTo>
                  <a:pt x="4813674" y="2743451"/>
                </a:lnTo>
                <a:lnTo>
                  <a:pt x="4819399" y="2740509"/>
                </a:lnTo>
                <a:lnTo>
                  <a:pt x="4818814" y="2740840"/>
                </a:lnTo>
                <a:lnTo>
                  <a:pt x="4824381" y="2737630"/>
                </a:lnTo>
                <a:lnTo>
                  <a:pt x="4823796" y="2737978"/>
                </a:lnTo>
                <a:lnTo>
                  <a:pt x="4829189" y="2734530"/>
                </a:lnTo>
                <a:lnTo>
                  <a:pt x="4828635" y="2734894"/>
                </a:lnTo>
                <a:lnTo>
                  <a:pt x="4833854" y="2731193"/>
                </a:lnTo>
                <a:lnTo>
                  <a:pt x="4833317" y="2731588"/>
                </a:lnTo>
                <a:lnTo>
                  <a:pt x="4838330" y="2727650"/>
                </a:lnTo>
                <a:lnTo>
                  <a:pt x="4837824" y="2728062"/>
                </a:lnTo>
                <a:lnTo>
                  <a:pt x="4842647" y="2723887"/>
                </a:lnTo>
                <a:lnTo>
                  <a:pt x="4842158" y="2724345"/>
                </a:lnTo>
                <a:lnTo>
                  <a:pt x="4846775" y="2719932"/>
                </a:lnTo>
                <a:lnTo>
                  <a:pt x="4846302" y="2720408"/>
                </a:lnTo>
                <a:lnTo>
                  <a:pt x="4850698" y="2715789"/>
                </a:lnTo>
                <a:lnTo>
                  <a:pt x="4850255" y="2716280"/>
                </a:lnTo>
                <a:lnTo>
                  <a:pt x="4854430" y="2711455"/>
                </a:lnTo>
                <a:lnTo>
                  <a:pt x="4854019" y="2711978"/>
                </a:lnTo>
                <a:lnTo>
                  <a:pt x="4857957" y="2706948"/>
                </a:lnTo>
                <a:lnTo>
                  <a:pt x="4857562" y="2707485"/>
                </a:lnTo>
                <a:lnTo>
                  <a:pt x="4861263" y="2702267"/>
                </a:lnTo>
                <a:lnTo>
                  <a:pt x="4860899" y="2702820"/>
                </a:lnTo>
                <a:lnTo>
                  <a:pt x="4864347" y="2697428"/>
                </a:lnTo>
                <a:lnTo>
                  <a:pt x="4863998" y="2698013"/>
                </a:lnTo>
                <a:lnTo>
                  <a:pt x="4867209" y="2692446"/>
                </a:lnTo>
                <a:lnTo>
                  <a:pt x="4866876" y="2693030"/>
                </a:lnTo>
                <a:lnTo>
                  <a:pt x="4869819" y="2687305"/>
                </a:lnTo>
                <a:lnTo>
                  <a:pt x="4869518" y="2687907"/>
                </a:lnTo>
                <a:lnTo>
                  <a:pt x="4872191" y="2682023"/>
                </a:lnTo>
                <a:lnTo>
                  <a:pt x="4871922" y="2682657"/>
                </a:lnTo>
                <a:lnTo>
                  <a:pt x="4874294" y="2676614"/>
                </a:lnTo>
                <a:lnTo>
                  <a:pt x="4874057" y="2677263"/>
                </a:lnTo>
                <a:lnTo>
                  <a:pt x="4876144" y="2671079"/>
                </a:lnTo>
                <a:lnTo>
                  <a:pt x="4875956" y="2671743"/>
                </a:lnTo>
                <a:lnTo>
                  <a:pt x="4877742" y="2665432"/>
                </a:lnTo>
                <a:lnTo>
                  <a:pt x="4877569" y="2666113"/>
                </a:lnTo>
                <a:lnTo>
                  <a:pt x="4879055" y="2659677"/>
                </a:lnTo>
                <a:lnTo>
                  <a:pt x="4878911" y="2660356"/>
                </a:lnTo>
                <a:lnTo>
                  <a:pt x="4880082" y="2653810"/>
                </a:lnTo>
                <a:lnTo>
                  <a:pt x="4879972" y="2654505"/>
                </a:lnTo>
                <a:lnTo>
                  <a:pt x="4880826" y="2647862"/>
                </a:lnTo>
                <a:lnTo>
                  <a:pt x="4880747" y="2648559"/>
                </a:lnTo>
                <a:lnTo>
                  <a:pt x="4881269" y="2641806"/>
                </a:lnTo>
                <a:lnTo>
                  <a:pt x="4881221" y="2642501"/>
                </a:lnTo>
                <a:lnTo>
                  <a:pt x="4881396" y="2635669"/>
                </a:lnTo>
                <a:lnTo>
                  <a:pt x="4881396" y="2636016"/>
                </a:lnTo>
                <a:lnTo>
                  <a:pt x="4881396" y="146687"/>
                </a:lnTo>
                <a:lnTo>
                  <a:pt x="4881396" y="147035"/>
                </a:lnTo>
                <a:lnTo>
                  <a:pt x="4881221" y="140202"/>
                </a:lnTo>
                <a:lnTo>
                  <a:pt x="4881269" y="140898"/>
                </a:lnTo>
                <a:lnTo>
                  <a:pt x="4880747" y="134145"/>
                </a:lnTo>
                <a:lnTo>
                  <a:pt x="4880826" y="134841"/>
                </a:lnTo>
                <a:lnTo>
                  <a:pt x="4879972" y="128199"/>
                </a:lnTo>
                <a:lnTo>
                  <a:pt x="4880082" y="128894"/>
                </a:lnTo>
                <a:lnTo>
                  <a:pt x="4878911" y="122347"/>
                </a:lnTo>
                <a:lnTo>
                  <a:pt x="4879055" y="123027"/>
                </a:lnTo>
                <a:lnTo>
                  <a:pt x="4877569" y="116590"/>
                </a:lnTo>
                <a:lnTo>
                  <a:pt x="4877742" y="117270"/>
                </a:lnTo>
                <a:lnTo>
                  <a:pt x="4875956" y="110960"/>
                </a:lnTo>
                <a:lnTo>
                  <a:pt x="4876144" y="111608"/>
                </a:lnTo>
                <a:lnTo>
                  <a:pt x="4874057" y="105440"/>
                </a:lnTo>
                <a:lnTo>
                  <a:pt x="4874294" y="106088"/>
                </a:lnTo>
                <a:lnTo>
                  <a:pt x="4871922" y="100047"/>
                </a:lnTo>
                <a:lnTo>
                  <a:pt x="4872191" y="100680"/>
                </a:lnTo>
                <a:lnTo>
                  <a:pt x="4869518" y="94797"/>
                </a:lnTo>
                <a:lnTo>
                  <a:pt x="4869819" y="95398"/>
                </a:lnTo>
                <a:lnTo>
                  <a:pt x="4866876" y="89672"/>
                </a:lnTo>
                <a:lnTo>
                  <a:pt x="4867209" y="90258"/>
                </a:lnTo>
                <a:lnTo>
                  <a:pt x="4863998" y="84691"/>
                </a:lnTo>
                <a:lnTo>
                  <a:pt x="4864347" y="85260"/>
                </a:lnTo>
                <a:lnTo>
                  <a:pt x="4860899" y="79883"/>
                </a:lnTo>
                <a:lnTo>
                  <a:pt x="4861263" y="80436"/>
                </a:lnTo>
                <a:lnTo>
                  <a:pt x="4857562" y="75217"/>
                </a:lnTo>
                <a:lnTo>
                  <a:pt x="4857957" y="75755"/>
                </a:lnTo>
                <a:lnTo>
                  <a:pt x="4854019" y="70726"/>
                </a:lnTo>
                <a:lnTo>
                  <a:pt x="4854430" y="71247"/>
                </a:lnTo>
                <a:lnTo>
                  <a:pt x="4850255" y="66424"/>
                </a:lnTo>
                <a:lnTo>
                  <a:pt x="4850698" y="66914"/>
                </a:lnTo>
                <a:lnTo>
                  <a:pt x="4846302" y="62296"/>
                </a:lnTo>
                <a:lnTo>
                  <a:pt x="4846775" y="62771"/>
                </a:lnTo>
                <a:lnTo>
                  <a:pt x="4842158" y="58358"/>
                </a:lnTo>
                <a:lnTo>
                  <a:pt x="4842647" y="58817"/>
                </a:lnTo>
                <a:lnTo>
                  <a:pt x="4837824" y="54626"/>
                </a:lnTo>
                <a:lnTo>
                  <a:pt x="4838330" y="55052"/>
                </a:lnTo>
                <a:lnTo>
                  <a:pt x="4833317" y="51115"/>
                </a:lnTo>
                <a:lnTo>
                  <a:pt x="4833854" y="51510"/>
                </a:lnTo>
                <a:lnTo>
                  <a:pt x="4828635" y="47809"/>
                </a:lnTo>
                <a:lnTo>
                  <a:pt x="4829189" y="48173"/>
                </a:lnTo>
                <a:lnTo>
                  <a:pt x="4823796" y="44726"/>
                </a:lnTo>
                <a:lnTo>
                  <a:pt x="4824381" y="45073"/>
                </a:lnTo>
                <a:lnTo>
                  <a:pt x="4818814" y="41863"/>
                </a:lnTo>
                <a:lnTo>
                  <a:pt x="4819399" y="42195"/>
                </a:lnTo>
                <a:lnTo>
                  <a:pt x="4813674" y="39253"/>
                </a:lnTo>
                <a:lnTo>
                  <a:pt x="4814275" y="39553"/>
                </a:lnTo>
                <a:lnTo>
                  <a:pt x="4808391" y="36881"/>
                </a:lnTo>
                <a:lnTo>
                  <a:pt x="4809024" y="37150"/>
                </a:lnTo>
                <a:lnTo>
                  <a:pt x="4802984" y="34778"/>
                </a:lnTo>
                <a:lnTo>
                  <a:pt x="4803631" y="35015"/>
                </a:lnTo>
                <a:lnTo>
                  <a:pt x="4797448" y="32911"/>
                </a:lnTo>
                <a:lnTo>
                  <a:pt x="4798112" y="33117"/>
                </a:lnTo>
                <a:lnTo>
                  <a:pt x="4791802" y="31329"/>
                </a:lnTo>
                <a:lnTo>
                  <a:pt x="4792482" y="31503"/>
                </a:lnTo>
                <a:lnTo>
                  <a:pt x="4786044" y="30017"/>
                </a:lnTo>
                <a:lnTo>
                  <a:pt x="4786725" y="30159"/>
                </a:lnTo>
                <a:lnTo>
                  <a:pt x="4780177" y="28989"/>
                </a:lnTo>
                <a:lnTo>
                  <a:pt x="4780873" y="29100"/>
                </a:lnTo>
                <a:lnTo>
                  <a:pt x="4774231" y="28245"/>
                </a:lnTo>
                <a:lnTo>
                  <a:pt x="4774927" y="28325"/>
                </a:lnTo>
                <a:lnTo>
                  <a:pt x="4768174" y="27803"/>
                </a:lnTo>
                <a:lnTo>
                  <a:pt x="4768869" y="27851"/>
                </a:lnTo>
                <a:lnTo>
                  <a:pt x="4762037" y="27677"/>
                </a:lnTo>
                <a:lnTo>
                  <a:pt x="4762385" y="27677"/>
                </a:lnTo>
                <a:lnTo>
                  <a:pt x="146686" y="27677"/>
                </a:lnTo>
                <a:lnTo>
                  <a:pt x="147035" y="27677"/>
                </a:lnTo>
                <a:lnTo>
                  <a:pt x="140203" y="27851"/>
                </a:lnTo>
                <a:lnTo>
                  <a:pt x="140898" y="27803"/>
                </a:lnTo>
                <a:lnTo>
                  <a:pt x="134145" y="28325"/>
                </a:lnTo>
                <a:lnTo>
                  <a:pt x="134842" y="28245"/>
                </a:lnTo>
                <a:lnTo>
                  <a:pt x="128199" y="29100"/>
                </a:lnTo>
                <a:lnTo>
                  <a:pt x="128894" y="28989"/>
                </a:lnTo>
                <a:lnTo>
                  <a:pt x="122347" y="30159"/>
                </a:lnTo>
                <a:lnTo>
                  <a:pt x="123027" y="30017"/>
                </a:lnTo>
                <a:lnTo>
                  <a:pt x="116591" y="31503"/>
                </a:lnTo>
                <a:lnTo>
                  <a:pt x="117271" y="31329"/>
                </a:lnTo>
                <a:lnTo>
                  <a:pt x="110961" y="33117"/>
                </a:lnTo>
                <a:lnTo>
                  <a:pt x="111608" y="32911"/>
                </a:lnTo>
                <a:lnTo>
                  <a:pt x="105440" y="35015"/>
                </a:lnTo>
                <a:lnTo>
                  <a:pt x="106089" y="34778"/>
                </a:lnTo>
                <a:lnTo>
                  <a:pt x="100047" y="37150"/>
                </a:lnTo>
                <a:lnTo>
                  <a:pt x="100680" y="36881"/>
                </a:lnTo>
                <a:lnTo>
                  <a:pt x="94797" y="39553"/>
                </a:lnTo>
                <a:lnTo>
                  <a:pt x="95398" y="39253"/>
                </a:lnTo>
                <a:lnTo>
                  <a:pt x="89674" y="42195"/>
                </a:lnTo>
                <a:lnTo>
                  <a:pt x="90258" y="41863"/>
                </a:lnTo>
                <a:lnTo>
                  <a:pt x="84691" y="45073"/>
                </a:lnTo>
                <a:lnTo>
                  <a:pt x="85260" y="44726"/>
                </a:lnTo>
                <a:lnTo>
                  <a:pt x="79883" y="48173"/>
                </a:lnTo>
                <a:lnTo>
                  <a:pt x="80437" y="47809"/>
                </a:lnTo>
                <a:lnTo>
                  <a:pt x="75218" y="51510"/>
                </a:lnTo>
                <a:lnTo>
                  <a:pt x="75756" y="51115"/>
                </a:lnTo>
                <a:lnTo>
                  <a:pt x="70726" y="55052"/>
                </a:lnTo>
                <a:lnTo>
                  <a:pt x="71248" y="54626"/>
                </a:lnTo>
                <a:lnTo>
                  <a:pt x="66425" y="58817"/>
                </a:lnTo>
                <a:lnTo>
                  <a:pt x="66915" y="58358"/>
                </a:lnTo>
                <a:lnTo>
                  <a:pt x="62296" y="62771"/>
                </a:lnTo>
                <a:lnTo>
                  <a:pt x="62771" y="62296"/>
                </a:lnTo>
                <a:lnTo>
                  <a:pt x="58358" y="66914"/>
                </a:lnTo>
                <a:lnTo>
                  <a:pt x="58817" y="66424"/>
                </a:lnTo>
                <a:lnTo>
                  <a:pt x="54626" y="71247"/>
                </a:lnTo>
                <a:lnTo>
                  <a:pt x="55052" y="70726"/>
                </a:lnTo>
                <a:lnTo>
                  <a:pt x="51115" y="75755"/>
                </a:lnTo>
                <a:lnTo>
                  <a:pt x="51511" y="75217"/>
                </a:lnTo>
                <a:lnTo>
                  <a:pt x="47810" y="80436"/>
                </a:lnTo>
                <a:lnTo>
                  <a:pt x="48174" y="79883"/>
                </a:lnTo>
                <a:lnTo>
                  <a:pt x="44726" y="85260"/>
                </a:lnTo>
                <a:lnTo>
                  <a:pt x="45074" y="84691"/>
                </a:lnTo>
                <a:lnTo>
                  <a:pt x="41864" y="90258"/>
                </a:lnTo>
                <a:lnTo>
                  <a:pt x="42195" y="89672"/>
                </a:lnTo>
                <a:lnTo>
                  <a:pt x="39253" y="95398"/>
                </a:lnTo>
                <a:lnTo>
                  <a:pt x="39555" y="94797"/>
                </a:lnTo>
                <a:lnTo>
                  <a:pt x="36881" y="100680"/>
                </a:lnTo>
                <a:lnTo>
                  <a:pt x="37150" y="100047"/>
                </a:lnTo>
                <a:lnTo>
                  <a:pt x="34778" y="106088"/>
                </a:lnTo>
                <a:lnTo>
                  <a:pt x="35015" y="105440"/>
                </a:lnTo>
                <a:lnTo>
                  <a:pt x="32912" y="111608"/>
                </a:lnTo>
                <a:lnTo>
                  <a:pt x="33118" y="110960"/>
                </a:lnTo>
                <a:lnTo>
                  <a:pt x="31329" y="117270"/>
                </a:lnTo>
                <a:lnTo>
                  <a:pt x="31504" y="116590"/>
                </a:lnTo>
                <a:lnTo>
                  <a:pt x="30018" y="123027"/>
                </a:lnTo>
                <a:lnTo>
                  <a:pt x="30160" y="122347"/>
                </a:lnTo>
                <a:lnTo>
                  <a:pt x="28990" y="128894"/>
                </a:lnTo>
                <a:lnTo>
                  <a:pt x="29101" y="128199"/>
                </a:lnTo>
                <a:lnTo>
                  <a:pt x="28246" y="134841"/>
                </a:lnTo>
                <a:lnTo>
                  <a:pt x="28325" y="134145"/>
                </a:lnTo>
                <a:lnTo>
                  <a:pt x="27803" y="140898"/>
                </a:lnTo>
                <a:lnTo>
                  <a:pt x="27851" y="140202"/>
                </a:lnTo>
                <a:lnTo>
                  <a:pt x="27677" y="147035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266">
            <a:extLst xmlns:a="http://schemas.openxmlformats.org/drawingml/2006/main">
              <a:ext uri="{FF2B5EF4-FFF2-40B4-BE49-F238E27FC236}">
                <a16:creationId xmlns:a16="http://schemas.microsoft.com/office/drawing/2014/main" id="{5D586F76-7A70-4C0E-92AE-B552F45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370" y="5361670"/>
            <a:ext cx="4681964" cy="2755660"/>
          </a:xfrm>
          <a:custGeom xmlns:a="http://schemas.openxmlformats.org/drawingml/2006/main">
            <a:pathLst>
              <a:path w="4681964" h="2755660">
                <a:moveTo>
                  <a:pt x="0" y="127155"/>
                </a:moveTo>
                <a:cubicBezTo>
                  <a:pt x="789" y="56998"/>
                  <a:pt x="57788" y="0"/>
                  <a:pt x="127155" y="0"/>
                </a:cubicBezTo>
                <a:lnTo>
                  <a:pt x="4554809" y="0"/>
                </a:lnTo>
                <a:cubicBezTo>
                  <a:pt x="4624333" y="0"/>
                  <a:pt x="4681332" y="56998"/>
                  <a:pt x="4681964" y="127155"/>
                </a:cubicBezTo>
                <a:lnTo>
                  <a:pt x="4681964" y="2628505"/>
                </a:lnTo>
                <a:cubicBezTo>
                  <a:pt x="4681332" y="2698028"/>
                  <a:pt x="4624333" y="2755027"/>
                  <a:pt x="4554809" y="2755660"/>
                </a:cubicBezTo>
                <a:lnTo>
                  <a:pt x="127155" y="2755660"/>
                </a:lnTo>
                <a:cubicBezTo>
                  <a:pt x="57788" y="2755027"/>
                  <a:pt x="789" y="2698028"/>
                  <a:pt x="0" y="2628505"/>
                </a:cubicBezTo>
                <a:lnTo>
                  <a:pt x="0" y="127155"/>
                </a:lnTo>
              </a:path>
            </a:pathLst>
          </a:custGeom>
          <a:solidFill xmlns:a="http://schemas.openxmlformats.org/drawingml/2006/main">
            <a:srgbClr val="FFF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267">
            <a:extLst xmlns:a="http://schemas.openxmlformats.org/drawingml/2006/main">
              <a:ext uri="{FF2B5EF4-FFF2-40B4-BE49-F238E27FC236}">
                <a16:creationId xmlns:a16="http://schemas.microsoft.com/office/drawing/2014/main" id="{C4389B29-530B-4B55-BC2A-DCF87A1E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322" y="5347832"/>
            <a:ext cx="4708217" cy="2782704"/>
          </a:xfrm>
          <a:custGeom xmlns:a="http://schemas.openxmlformats.org/drawingml/2006/main">
            <a:pathLst>
              <a:path w="4708217" h="2782704">
                <a:moveTo>
                  <a:pt x="174" y="133892"/>
                </a:moveTo>
                <a:lnTo>
                  <a:pt x="728" y="126728"/>
                </a:lnTo>
                <a:lnTo>
                  <a:pt x="1614" y="119674"/>
                </a:lnTo>
                <a:lnTo>
                  <a:pt x="2863" y="112715"/>
                </a:lnTo>
                <a:lnTo>
                  <a:pt x="4444" y="105883"/>
                </a:lnTo>
                <a:lnTo>
                  <a:pt x="6341" y="99178"/>
                </a:lnTo>
                <a:lnTo>
                  <a:pt x="8573" y="92614"/>
                </a:lnTo>
                <a:lnTo>
                  <a:pt x="11087" y="86209"/>
                </a:lnTo>
                <a:lnTo>
                  <a:pt x="13918" y="79946"/>
                </a:lnTo>
                <a:lnTo>
                  <a:pt x="17033" y="73857"/>
                </a:lnTo>
                <a:lnTo>
                  <a:pt x="20434" y="67942"/>
                </a:lnTo>
                <a:lnTo>
                  <a:pt x="24103" y="62217"/>
                </a:lnTo>
                <a:lnTo>
                  <a:pt x="28040" y="56681"/>
                </a:lnTo>
                <a:lnTo>
                  <a:pt x="32232" y="51352"/>
                </a:lnTo>
                <a:lnTo>
                  <a:pt x="36661" y="46244"/>
                </a:lnTo>
                <a:lnTo>
                  <a:pt x="41340" y="41340"/>
                </a:lnTo>
                <a:lnTo>
                  <a:pt x="46244" y="36659"/>
                </a:lnTo>
                <a:lnTo>
                  <a:pt x="51353" y="32231"/>
                </a:lnTo>
                <a:lnTo>
                  <a:pt x="56683" y="28040"/>
                </a:lnTo>
                <a:lnTo>
                  <a:pt x="62217" y="24102"/>
                </a:lnTo>
                <a:lnTo>
                  <a:pt x="67942" y="20433"/>
                </a:lnTo>
                <a:lnTo>
                  <a:pt x="73858" y="17033"/>
                </a:lnTo>
                <a:lnTo>
                  <a:pt x="79947" y="13917"/>
                </a:lnTo>
                <a:lnTo>
                  <a:pt x="86210" y="11086"/>
                </a:lnTo>
                <a:lnTo>
                  <a:pt x="92614" y="8572"/>
                </a:lnTo>
                <a:lnTo>
                  <a:pt x="99178" y="6342"/>
                </a:lnTo>
                <a:lnTo>
                  <a:pt x="105883" y="4443"/>
                </a:lnTo>
                <a:lnTo>
                  <a:pt x="112715" y="2863"/>
                </a:lnTo>
                <a:lnTo>
                  <a:pt x="119674" y="1613"/>
                </a:lnTo>
                <a:lnTo>
                  <a:pt x="126727" y="727"/>
                </a:lnTo>
                <a:lnTo>
                  <a:pt x="133892" y="174"/>
                </a:lnTo>
                <a:lnTo>
                  <a:pt x="140977" y="0"/>
                </a:lnTo>
                <a:lnTo>
                  <a:pt x="4567240" y="0"/>
                </a:lnTo>
                <a:lnTo>
                  <a:pt x="4574325" y="174"/>
                </a:lnTo>
                <a:lnTo>
                  <a:pt x="4581490" y="727"/>
                </a:lnTo>
                <a:lnTo>
                  <a:pt x="4588543" y="1613"/>
                </a:lnTo>
                <a:lnTo>
                  <a:pt x="4595502" y="2863"/>
                </a:lnTo>
                <a:lnTo>
                  <a:pt x="4602334" y="4443"/>
                </a:lnTo>
                <a:lnTo>
                  <a:pt x="4609040" y="6342"/>
                </a:lnTo>
                <a:lnTo>
                  <a:pt x="4615603" y="8572"/>
                </a:lnTo>
                <a:lnTo>
                  <a:pt x="4622009" y="11086"/>
                </a:lnTo>
                <a:lnTo>
                  <a:pt x="4628271" y="13917"/>
                </a:lnTo>
                <a:lnTo>
                  <a:pt x="4634360" y="17033"/>
                </a:lnTo>
                <a:lnTo>
                  <a:pt x="4640276" y="20433"/>
                </a:lnTo>
                <a:lnTo>
                  <a:pt x="4646001" y="24102"/>
                </a:lnTo>
                <a:lnTo>
                  <a:pt x="4651536" y="28040"/>
                </a:lnTo>
                <a:lnTo>
                  <a:pt x="4656866" y="32231"/>
                </a:lnTo>
                <a:lnTo>
                  <a:pt x="4661974" y="36659"/>
                </a:lnTo>
                <a:lnTo>
                  <a:pt x="4666877" y="41340"/>
                </a:lnTo>
                <a:lnTo>
                  <a:pt x="4671558" y="46244"/>
                </a:lnTo>
                <a:lnTo>
                  <a:pt x="4675987" y="51352"/>
                </a:lnTo>
                <a:lnTo>
                  <a:pt x="4680177" y="56681"/>
                </a:lnTo>
                <a:lnTo>
                  <a:pt x="4684100" y="62217"/>
                </a:lnTo>
                <a:lnTo>
                  <a:pt x="4687785" y="67942"/>
                </a:lnTo>
                <a:lnTo>
                  <a:pt x="4691186" y="73857"/>
                </a:lnTo>
                <a:lnTo>
                  <a:pt x="4694301" y="79946"/>
                </a:lnTo>
                <a:lnTo>
                  <a:pt x="4697132" y="86209"/>
                </a:lnTo>
                <a:lnTo>
                  <a:pt x="4699646" y="92614"/>
                </a:lnTo>
                <a:lnTo>
                  <a:pt x="4701876" y="99178"/>
                </a:lnTo>
                <a:lnTo>
                  <a:pt x="4703773" y="105883"/>
                </a:lnTo>
                <a:lnTo>
                  <a:pt x="4705356" y="112715"/>
                </a:lnTo>
                <a:lnTo>
                  <a:pt x="4706589" y="119674"/>
                </a:lnTo>
                <a:lnTo>
                  <a:pt x="4707491" y="126728"/>
                </a:lnTo>
                <a:lnTo>
                  <a:pt x="4708044" y="133892"/>
                </a:lnTo>
                <a:lnTo>
                  <a:pt x="4708217" y="140977"/>
                </a:lnTo>
                <a:lnTo>
                  <a:pt x="4708217" y="2641727"/>
                </a:lnTo>
                <a:lnTo>
                  <a:pt x="4708044" y="2648811"/>
                </a:lnTo>
                <a:lnTo>
                  <a:pt x="4707491" y="2655975"/>
                </a:lnTo>
                <a:lnTo>
                  <a:pt x="4706589" y="2663030"/>
                </a:lnTo>
                <a:lnTo>
                  <a:pt x="4705356" y="2669988"/>
                </a:lnTo>
                <a:lnTo>
                  <a:pt x="4703773" y="2676820"/>
                </a:lnTo>
                <a:lnTo>
                  <a:pt x="4701876" y="2683526"/>
                </a:lnTo>
                <a:lnTo>
                  <a:pt x="4699646" y="2690089"/>
                </a:lnTo>
                <a:lnTo>
                  <a:pt x="4697132" y="2696494"/>
                </a:lnTo>
                <a:lnTo>
                  <a:pt x="4694301" y="2702758"/>
                </a:lnTo>
                <a:lnTo>
                  <a:pt x="4691186" y="2708846"/>
                </a:lnTo>
                <a:lnTo>
                  <a:pt x="4687785" y="2714762"/>
                </a:lnTo>
                <a:lnTo>
                  <a:pt x="4684100" y="2720487"/>
                </a:lnTo>
                <a:lnTo>
                  <a:pt x="4680177" y="2726021"/>
                </a:lnTo>
                <a:lnTo>
                  <a:pt x="4675987" y="2731351"/>
                </a:lnTo>
                <a:lnTo>
                  <a:pt x="4671558" y="2736460"/>
                </a:lnTo>
                <a:lnTo>
                  <a:pt x="4666877" y="2741362"/>
                </a:lnTo>
                <a:lnTo>
                  <a:pt x="4661974" y="2746027"/>
                </a:lnTo>
                <a:lnTo>
                  <a:pt x="4656866" y="2750471"/>
                </a:lnTo>
                <a:lnTo>
                  <a:pt x="4651536" y="2754664"/>
                </a:lnTo>
                <a:lnTo>
                  <a:pt x="4646001" y="2758585"/>
                </a:lnTo>
                <a:lnTo>
                  <a:pt x="4640276" y="2762270"/>
                </a:lnTo>
                <a:lnTo>
                  <a:pt x="4634360" y="2765670"/>
                </a:lnTo>
                <a:lnTo>
                  <a:pt x="4628271" y="2768786"/>
                </a:lnTo>
                <a:lnTo>
                  <a:pt x="4622009" y="2771616"/>
                </a:lnTo>
                <a:lnTo>
                  <a:pt x="4615603" y="2774132"/>
                </a:lnTo>
                <a:lnTo>
                  <a:pt x="4609040" y="2776361"/>
                </a:lnTo>
                <a:lnTo>
                  <a:pt x="4602334" y="2778259"/>
                </a:lnTo>
                <a:lnTo>
                  <a:pt x="4595502" y="2779841"/>
                </a:lnTo>
                <a:lnTo>
                  <a:pt x="4588543" y="2781074"/>
                </a:lnTo>
                <a:lnTo>
                  <a:pt x="4581490" y="2781976"/>
                </a:lnTo>
                <a:lnTo>
                  <a:pt x="4574325" y="2782530"/>
                </a:lnTo>
                <a:lnTo>
                  <a:pt x="4567240" y="2782704"/>
                </a:lnTo>
                <a:lnTo>
                  <a:pt x="140977" y="2782704"/>
                </a:lnTo>
                <a:lnTo>
                  <a:pt x="133892" y="2782530"/>
                </a:lnTo>
                <a:lnTo>
                  <a:pt x="126727" y="2781976"/>
                </a:lnTo>
                <a:lnTo>
                  <a:pt x="119674" y="2781074"/>
                </a:lnTo>
                <a:lnTo>
                  <a:pt x="112715" y="2779841"/>
                </a:lnTo>
                <a:lnTo>
                  <a:pt x="105883" y="2778259"/>
                </a:lnTo>
                <a:lnTo>
                  <a:pt x="99178" y="2776361"/>
                </a:lnTo>
                <a:lnTo>
                  <a:pt x="92614" y="2774132"/>
                </a:lnTo>
                <a:lnTo>
                  <a:pt x="86210" y="2771616"/>
                </a:lnTo>
                <a:lnTo>
                  <a:pt x="79947" y="2768786"/>
                </a:lnTo>
                <a:lnTo>
                  <a:pt x="73858" y="2765670"/>
                </a:lnTo>
                <a:lnTo>
                  <a:pt x="67942" y="2762270"/>
                </a:lnTo>
                <a:lnTo>
                  <a:pt x="62217" y="2758585"/>
                </a:lnTo>
                <a:lnTo>
                  <a:pt x="56683" y="2754664"/>
                </a:lnTo>
                <a:lnTo>
                  <a:pt x="51353" y="2750471"/>
                </a:lnTo>
                <a:lnTo>
                  <a:pt x="46244" y="2746027"/>
                </a:lnTo>
                <a:lnTo>
                  <a:pt x="41340" y="2741362"/>
                </a:lnTo>
                <a:lnTo>
                  <a:pt x="36661" y="2736460"/>
                </a:lnTo>
                <a:lnTo>
                  <a:pt x="32232" y="2731351"/>
                </a:lnTo>
                <a:lnTo>
                  <a:pt x="28040" y="2726021"/>
                </a:lnTo>
                <a:lnTo>
                  <a:pt x="24103" y="2720487"/>
                </a:lnTo>
                <a:lnTo>
                  <a:pt x="20434" y="2714762"/>
                </a:lnTo>
                <a:lnTo>
                  <a:pt x="17033" y="2708846"/>
                </a:lnTo>
                <a:lnTo>
                  <a:pt x="13918" y="2702758"/>
                </a:lnTo>
                <a:lnTo>
                  <a:pt x="11087" y="2696494"/>
                </a:lnTo>
                <a:lnTo>
                  <a:pt x="8573" y="2690089"/>
                </a:lnTo>
                <a:lnTo>
                  <a:pt x="6341" y="2683526"/>
                </a:lnTo>
                <a:lnTo>
                  <a:pt x="4444" y="2676820"/>
                </a:lnTo>
                <a:lnTo>
                  <a:pt x="2863" y="2669988"/>
                </a:lnTo>
                <a:lnTo>
                  <a:pt x="1614" y="2663030"/>
                </a:lnTo>
                <a:lnTo>
                  <a:pt x="728" y="2655975"/>
                </a:lnTo>
                <a:lnTo>
                  <a:pt x="174" y="2648811"/>
                </a:lnTo>
                <a:lnTo>
                  <a:pt x="0" y="2641727"/>
                </a:lnTo>
                <a:lnTo>
                  <a:pt x="0" y="140977"/>
                </a:lnTo>
                <a:lnTo>
                  <a:pt x="174" y="133892"/>
                </a:lnTo>
                <a:moveTo>
                  <a:pt x="27676" y="141500"/>
                </a:moveTo>
                <a:lnTo>
                  <a:pt x="27676" y="141151"/>
                </a:lnTo>
                <a:lnTo>
                  <a:pt x="27676" y="2641552"/>
                </a:lnTo>
                <a:lnTo>
                  <a:pt x="27676" y="2641203"/>
                </a:lnTo>
                <a:lnTo>
                  <a:pt x="27834" y="2647752"/>
                </a:lnTo>
                <a:lnTo>
                  <a:pt x="27803" y="2647055"/>
                </a:lnTo>
                <a:lnTo>
                  <a:pt x="28294" y="2653523"/>
                </a:lnTo>
                <a:lnTo>
                  <a:pt x="28231" y="2652828"/>
                </a:lnTo>
                <a:lnTo>
                  <a:pt x="29037" y="2659202"/>
                </a:lnTo>
                <a:lnTo>
                  <a:pt x="28926" y="2658506"/>
                </a:lnTo>
                <a:lnTo>
                  <a:pt x="30049" y="2664784"/>
                </a:lnTo>
                <a:lnTo>
                  <a:pt x="29907" y="2664104"/>
                </a:lnTo>
                <a:lnTo>
                  <a:pt x="31329" y="2670257"/>
                </a:lnTo>
                <a:lnTo>
                  <a:pt x="31156" y="2669592"/>
                </a:lnTo>
                <a:lnTo>
                  <a:pt x="32881" y="2675634"/>
                </a:lnTo>
                <a:lnTo>
                  <a:pt x="32675" y="2674985"/>
                </a:lnTo>
                <a:lnTo>
                  <a:pt x="34666" y="2680901"/>
                </a:lnTo>
                <a:lnTo>
                  <a:pt x="34429" y="2680252"/>
                </a:lnTo>
                <a:lnTo>
                  <a:pt x="36723" y="2686040"/>
                </a:lnTo>
                <a:lnTo>
                  <a:pt x="36455" y="2685408"/>
                </a:lnTo>
                <a:lnTo>
                  <a:pt x="39000" y="2691054"/>
                </a:lnTo>
                <a:lnTo>
                  <a:pt x="38715" y="2690438"/>
                </a:lnTo>
                <a:lnTo>
                  <a:pt x="41515" y="2695926"/>
                </a:lnTo>
                <a:lnTo>
                  <a:pt x="41199" y="2695340"/>
                </a:lnTo>
                <a:lnTo>
                  <a:pt x="44267" y="2700669"/>
                </a:lnTo>
                <a:lnTo>
                  <a:pt x="43919" y="2700100"/>
                </a:lnTo>
                <a:lnTo>
                  <a:pt x="47225" y="2705272"/>
                </a:lnTo>
                <a:lnTo>
                  <a:pt x="46861" y="2704718"/>
                </a:lnTo>
                <a:lnTo>
                  <a:pt x="50403" y="2709699"/>
                </a:lnTo>
                <a:lnTo>
                  <a:pt x="50009" y="2709178"/>
                </a:lnTo>
                <a:lnTo>
                  <a:pt x="53787" y="2713986"/>
                </a:lnTo>
                <a:lnTo>
                  <a:pt x="53376" y="2713480"/>
                </a:lnTo>
                <a:lnTo>
                  <a:pt x="57378" y="2718099"/>
                </a:lnTo>
                <a:lnTo>
                  <a:pt x="56919" y="2717608"/>
                </a:lnTo>
                <a:lnTo>
                  <a:pt x="61142" y="2722019"/>
                </a:lnTo>
                <a:lnTo>
                  <a:pt x="60667" y="2721561"/>
                </a:lnTo>
                <a:lnTo>
                  <a:pt x="65096" y="2725768"/>
                </a:lnTo>
                <a:lnTo>
                  <a:pt x="64605" y="2725326"/>
                </a:lnTo>
                <a:lnTo>
                  <a:pt x="69224" y="2729326"/>
                </a:lnTo>
                <a:lnTo>
                  <a:pt x="68718" y="2728915"/>
                </a:lnTo>
                <a:lnTo>
                  <a:pt x="73526" y="2732695"/>
                </a:lnTo>
                <a:lnTo>
                  <a:pt x="73004" y="2732300"/>
                </a:lnTo>
                <a:lnTo>
                  <a:pt x="77986" y="2735843"/>
                </a:lnTo>
                <a:lnTo>
                  <a:pt x="77431" y="2735479"/>
                </a:lnTo>
                <a:lnTo>
                  <a:pt x="82603" y="2738783"/>
                </a:lnTo>
                <a:lnTo>
                  <a:pt x="82033" y="2738437"/>
                </a:lnTo>
                <a:lnTo>
                  <a:pt x="87364" y="2741504"/>
                </a:lnTo>
                <a:lnTo>
                  <a:pt x="86778" y="2741188"/>
                </a:lnTo>
                <a:lnTo>
                  <a:pt x="92266" y="2743988"/>
                </a:lnTo>
                <a:lnTo>
                  <a:pt x="91650" y="2743703"/>
                </a:lnTo>
                <a:lnTo>
                  <a:pt x="97296" y="2746249"/>
                </a:lnTo>
                <a:lnTo>
                  <a:pt x="96663" y="2745981"/>
                </a:lnTo>
                <a:lnTo>
                  <a:pt x="102452" y="2748274"/>
                </a:lnTo>
                <a:lnTo>
                  <a:pt x="101803" y="2748036"/>
                </a:lnTo>
                <a:lnTo>
                  <a:pt x="107718" y="2750029"/>
                </a:lnTo>
                <a:lnTo>
                  <a:pt x="107069" y="2749823"/>
                </a:lnTo>
                <a:lnTo>
                  <a:pt x="113112" y="2751548"/>
                </a:lnTo>
                <a:lnTo>
                  <a:pt x="112448" y="2751373"/>
                </a:lnTo>
                <a:lnTo>
                  <a:pt x="118599" y="2752797"/>
                </a:lnTo>
                <a:lnTo>
                  <a:pt x="117920" y="2752655"/>
                </a:lnTo>
                <a:lnTo>
                  <a:pt x="124198" y="2753778"/>
                </a:lnTo>
                <a:lnTo>
                  <a:pt x="123502" y="2753666"/>
                </a:lnTo>
                <a:lnTo>
                  <a:pt x="129876" y="2754473"/>
                </a:lnTo>
                <a:lnTo>
                  <a:pt x="129179" y="2754410"/>
                </a:lnTo>
                <a:lnTo>
                  <a:pt x="135648" y="2754900"/>
                </a:lnTo>
                <a:lnTo>
                  <a:pt x="134952" y="2754868"/>
                </a:lnTo>
                <a:lnTo>
                  <a:pt x="141500" y="2755027"/>
                </a:lnTo>
                <a:lnTo>
                  <a:pt x="141152" y="2755027"/>
                </a:lnTo>
                <a:lnTo>
                  <a:pt x="4567067" y="2755027"/>
                </a:lnTo>
                <a:lnTo>
                  <a:pt x="4566719" y="2755027"/>
                </a:lnTo>
                <a:lnTo>
                  <a:pt x="4573266" y="2754868"/>
                </a:lnTo>
                <a:lnTo>
                  <a:pt x="4572571" y="2754900"/>
                </a:lnTo>
                <a:lnTo>
                  <a:pt x="4579039" y="2754410"/>
                </a:lnTo>
                <a:lnTo>
                  <a:pt x="4578343" y="2754473"/>
                </a:lnTo>
                <a:lnTo>
                  <a:pt x="4584717" y="2753666"/>
                </a:lnTo>
                <a:lnTo>
                  <a:pt x="4584020" y="2753778"/>
                </a:lnTo>
                <a:lnTo>
                  <a:pt x="4590299" y="2752655"/>
                </a:lnTo>
                <a:lnTo>
                  <a:pt x="4589620" y="2752797"/>
                </a:lnTo>
                <a:lnTo>
                  <a:pt x="4595771" y="2751373"/>
                </a:lnTo>
                <a:lnTo>
                  <a:pt x="4595107" y="2751548"/>
                </a:lnTo>
                <a:lnTo>
                  <a:pt x="4601148" y="2749823"/>
                </a:lnTo>
                <a:lnTo>
                  <a:pt x="4600483" y="2750029"/>
                </a:lnTo>
                <a:lnTo>
                  <a:pt x="4606399" y="2748036"/>
                </a:lnTo>
                <a:lnTo>
                  <a:pt x="4605767" y="2748274"/>
                </a:lnTo>
                <a:lnTo>
                  <a:pt x="4611555" y="2745981"/>
                </a:lnTo>
                <a:lnTo>
                  <a:pt x="4610922" y="2746249"/>
                </a:lnTo>
                <a:lnTo>
                  <a:pt x="4616568" y="2743703"/>
                </a:lnTo>
                <a:lnTo>
                  <a:pt x="4615952" y="2743988"/>
                </a:lnTo>
                <a:lnTo>
                  <a:pt x="4621439" y="2741188"/>
                </a:lnTo>
                <a:lnTo>
                  <a:pt x="4620854" y="2741504"/>
                </a:lnTo>
                <a:lnTo>
                  <a:pt x="4626184" y="2738437"/>
                </a:lnTo>
                <a:lnTo>
                  <a:pt x="4625615" y="2738783"/>
                </a:lnTo>
                <a:lnTo>
                  <a:pt x="4630786" y="2735479"/>
                </a:lnTo>
                <a:lnTo>
                  <a:pt x="4630232" y="2735843"/>
                </a:lnTo>
                <a:lnTo>
                  <a:pt x="4635215" y="2732300"/>
                </a:lnTo>
                <a:lnTo>
                  <a:pt x="4634693" y="2732695"/>
                </a:lnTo>
                <a:lnTo>
                  <a:pt x="4639501" y="2728915"/>
                </a:lnTo>
                <a:lnTo>
                  <a:pt x="4638994" y="2729326"/>
                </a:lnTo>
                <a:lnTo>
                  <a:pt x="4643613" y="2725326"/>
                </a:lnTo>
                <a:lnTo>
                  <a:pt x="4643122" y="2725768"/>
                </a:lnTo>
                <a:lnTo>
                  <a:pt x="4647535" y="2721561"/>
                </a:lnTo>
                <a:lnTo>
                  <a:pt x="4647077" y="2722019"/>
                </a:lnTo>
                <a:lnTo>
                  <a:pt x="4651299" y="2717608"/>
                </a:lnTo>
                <a:lnTo>
                  <a:pt x="4650839" y="2718099"/>
                </a:lnTo>
                <a:lnTo>
                  <a:pt x="4654841" y="2713480"/>
                </a:lnTo>
                <a:lnTo>
                  <a:pt x="4654430" y="2713986"/>
                </a:lnTo>
                <a:lnTo>
                  <a:pt x="4658210" y="2709178"/>
                </a:lnTo>
                <a:lnTo>
                  <a:pt x="4657815" y="2709699"/>
                </a:lnTo>
                <a:lnTo>
                  <a:pt x="4661356" y="2704718"/>
                </a:lnTo>
                <a:lnTo>
                  <a:pt x="4660993" y="2705272"/>
                </a:lnTo>
                <a:lnTo>
                  <a:pt x="4664299" y="2700100"/>
                </a:lnTo>
                <a:lnTo>
                  <a:pt x="4663950" y="2700669"/>
                </a:lnTo>
                <a:lnTo>
                  <a:pt x="4667019" y="2695340"/>
                </a:lnTo>
                <a:lnTo>
                  <a:pt x="4666702" y="2695926"/>
                </a:lnTo>
                <a:lnTo>
                  <a:pt x="4669502" y="2690438"/>
                </a:lnTo>
                <a:lnTo>
                  <a:pt x="4669217" y="2691054"/>
                </a:lnTo>
                <a:lnTo>
                  <a:pt x="4671764" y="2685408"/>
                </a:lnTo>
                <a:lnTo>
                  <a:pt x="4671495" y="2686040"/>
                </a:lnTo>
                <a:lnTo>
                  <a:pt x="4673773" y="2680252"/>
                </a:lnTo>
                <a:lnTo>
                  <a:pt x="4673551" y="2680901"/>
                </a:lnTo>
                <a:lnTo>
                  <a:pt x="4675544" y="2674985"/>
                </a:lnTo>
                <a:lnTo>
                  <a:pt x="4675338" y="2675634"/>
                </a:lnTo>
                <a:lnTo>
                  <a:pt x="4677062" y="2669592"/>
                </a:lnTo>
                <a:lnTo>
                  <a:pt x="4676888" y="2670257"/>
                </a:lnTo>
                <a:lnTo>
                  <a:pt x="4678311" y="2664104"/>
                </a:lnTo>
                <a:lnTo>
                  <a:pt x="4678169" y="2664784"/>
                </a:lnTo>
                <a:lnTo>
                  <a:pt x="4679292" y="2658506"/>
                </a:lnTo>
                <a:lnTo>
                  <a:pt x="4679181" y="2659202"/>
                </a:lnTo>
                <a:lnTo>
                  <a:pt x="4679988" y="2652828"/>
                </a:lnTo>
                <a:lnTo>
                  <a:pt x="4679924" y="2653523"/>
                </a:lnTo>
                <a:lnTo>
                  <a:pt x="4680414" y="2647055"/>
                </a:lnTo>
                <a:lnTo>
                  <a:pt x="4680383" y="2647752"/>
                </a:lnTo>
                <a:lnTo>
                  <a:pt x="4680541" y="2641203"/>
                </a:lnTo>
                <a:lnTo>
                  <a:pt x="4680541" y="2641552"/>
                </a:lnTo>
                <a:lnTo>
                  <a:pt x="4680541" y="141151"/>
                </a:lnTo>
                <a:lnTo>
                  <a:pt x="4680541" y="141500"/>
                </a:lnTo>
                <a:lnTo>
                  <a:pt x="4680383" y="134952"/>
                </a:lnTo>
                <a:lnTo>
                  <a:pt x="4680414" y="135648"/>
                </a:lnTo>
                <a:lnTo>
                  <a:pt x="4679924" y="129179"/>
                </a:lnTo>
                <a:lnTo>
                  <a:pt x="4679988" y="129875"/>
                </a:lnTo>
                <a:lnTo>
                  <a:pt x="4679181" y="123501"/>
                </a:lnTo>
                <a:lnTo>
                  <a:pt x="4679292" y="124198"/>
                </a:lnTo>
                <a:lnTo>
                  <a:pt x="4678169" y="117918"/>
                </a:lnTo>
                <a:lnTo>
                  <a:pt x="4678311" y="118599"/>
                </a:lnTo>
                <a:lnTo>
                  <a:pt x="4676888" y="112447"/>
                </a:lnTo>
                <a:lnTo>
                  <a:pt x="4677062" y="113111"/>
                </a:lnTo>
                <a:lnTo>
                  <a:pt x="4675338" y="107069"/>
                </a:lnTo>
                <a:lnTo>
                  <a:pt x="4675544" y="107717"/>
                </a:lnTo>
                <a:lnTo>
                  <a:pt x="4673551" y="101803"/>
                </a:lnTo>
                <a:lnTo>
                  <a:pt x="4673773" y="102451"/>
                </a:lnTo>
                <a:lnTo>
                  <a:pt x="4671495" y="96663"/>
                </a:lnTo>
                <a:lnTo>
                  <a:pt x="4671764" y="97295"/>
                </a:lnTo>
                <a:lnTo>
                  <a:pt x="4669217" y="91649"/>
                </a:lnTo>
                <a:lnTo>
                  <a:pt x="4669502" y="92266"/>
                </a:lnTo>
                <a:lnTo>
                  <a:pt x="4666702" y="86778"/>
                </a:lnTo>
                <a:lnTo>
                  <a:pt x="4667019" y="87363"/>
                </a:lnTo>
                <a:lnTo>
                  <a:pt x="4663950" y="82033"/>
                </a:lnTo>
                <a:lnTo>
                  <a:pt x="4664299" y="82603"/>
                </a:lnTo>
                <a:lnTo>
                  <a:pt x="4660993" y="77431"/>
                </a:lnTo>
                <a:lnTo>
                  <a:pt x="4661356" y="77985"/>
                </a:lnTo>
                <a:lnTo>
                  <a:pt x="4657815" y="73003"/>
                </a:lnTo>
                <a:lnTo>
                  <a:pt x="4658210" y="73525"/>
                </a:lnTo>
                <a:lnTo>
                  <a:pt x="4654430" y="68717"/>
                </a:lnTo>
                <a:lnTo>
                  <a:pt x="4654841" y="69223"/>
                </a:lnTo>
                <a:lnTo>
                  <a:pt x="4650839" y="64605"/>
                </a:lnTo>
                <a:lnTo>
                  <a:pt x="4651299" y="65095"/>
                </a:lnTo>
                <a:lnTo>
                  <a:pt x="4647077" y="60667"/>
                </a:lnTo>
                <a:lnTo>
                  <a:pt x="4647535" y="61142"/>
                </a:lnTo>
                <a:lnTo>
                  <a:pt x="4643122" y="56919"/>
                </a:lnTo>
                <a:lnTo>
                  <a:pt x="4643613" y="57378"/>
                </a:lnTo>
                <a:lnTo>
                  <a:pt x="4638994" y="53376"/>
                </a:lnTo>
                <a:lnTo>
                  <a:pt x="4639501" y="53787"/>
                </a:lnTo>
                <a:lnTo>
                  <a:pt x="4634693" y="50007"/>
                </a:lnTo>
                <a:lnTo>
                  <a:pt x="4635215" y="50403"/>
                </a:lnTo>
                <a:lnTo>
                  <a:pt x="4630232" y="46861"/>
                </a:lnTo>
                <a:lnTo>
                  <a:pt x="4630786" y="47224"/>
                </a:lnTo>
                <a:lnTo>
                  <a:pt x="4625615" y="43919"/>
                </a:lnTo>
                <a:lnTo>
                  <a:pt x="4626184" y="44266"/>
                </a:lnTo>
                <a:lnTo>
                  <a:pt x="4620854" y="41199"/>
                </a:lnTo>
                <a:lnTo>
                  <a:pt x="4621439" y="41515"/>
                </a:lnTo>
                <a:lnTo>
                  <a:pt x="4615952" y="38716"/>
                </a:lnTo>
                <a:lnTo>
                  <a:pt x="4616568" y="39000"/>
                </a:lnTo>
                <a:lnTo>
                  <a:pt x="4610922" y="36454"/>
                </a:lnTo>
                <a:lnTo>
                  <a:pt x="4611555" y="36723"/>
                </a:lnTo>
                <a:lnTo>
                  <a:pt x="4605767" y="34430"/>
                </a:lnTo>
                <a:lnTo>
                  <a:pt x="4606399" y="34666"/>
                </a:lnTo>
                <a:lnTo>
                  <a:pt x="4600483" y="32674"/>
                </a:lnTo>
                <a:lnTo>
                  <a:pt x="4601148" y="32879"/>
                </a:lnTo>
                <a:lnTo>
                  <a:pt x="4595107" y="31156"/>
                </a:lnTo>
                <a:lnTo>
                  <a:pt x="4595771" y="31329"/>
                </a:lnTo>
                <a:lnTo>
                  <a:pt x="4589620" y="29906"/>
                </a:lnTo>
                <a:lnTo>
                  <a:pt x="4590299" y="30049"/>
                </a:lnTo>
                <a:lnTo>
                  <a:pt x="4584020" y="28926"/>
                </a:lnTo>
                <a:lnTo>
                  <a:pt x="4584717" y="29037"/>
                </a:lnTo>
                <a:lnTo>
                  <a:pt x="4578343" y="28230"/>
                </a:lnTo>
                <a:lnTo>
                  <a:pt x="4579039" y="28294"/>
                </a:lnTo>
                <a:lnTo>
                  <a:pt x="4572571" y="27803"/>
                </a:lnTo>
                <a:lnTo>
                  <a:pt x="4573266" y="27834"/>
                </a:lnTo>
                <a:lnTo>
                  <a:pt x="4566719" y="27677"/>
                </a:lnTo>
                <a:lnTo>
                  <a:pt x="4567067" y="27677"/>
                </a:lnTo>
                <a:lnTo>
                  <a:pt x="141152" y="27677"/>
                </a:lnTo>
                <a:lnTo>
                  <a:pt x="141500" y="27677"/>
                </a:lnTo>
                <a:lnTo>
                  <a:pt x="134952" y="27834"/>
                </a:lnTo>
                <a:lnTo>
                  <a:pt x="135648" y="27803"/>
                </a:lnTo>
                <a:lnTo>
                  <a:pt x="129179" y="28294"/>
                </a:lnTo>
                <a:lnTo>
                  <a:pt x="129876" y="28230"/>
                </a:lnTo>
                <a:lnTo>
                  <a:pt x="123502" y="29037"/>
                </a:lnTo>
                <a:lnTo>
                  <a:pt x="124198" y="28926"/>
                </a:lnTo>
                <a:lnTo>
                  <a:pt x="117920" y="30049"/>
                </a:lnTo>
                <a:lnTo>
                  <a:pt x="118599" y="29906"/>
                </a:lnTo>
                <a:lnTo>
                  <a:pt x="112448" y="31329"/>
                </a:lnTo>
                <a:lnTo>
                  <a:pt x="113112" y="31156"/>
                </a:lnTo>
                <a:lnTo>
                  <a:pt x="107069" y="32879"/>
                </a:lnTo>
                <a:lnTo>
                  <a:pt x="107718" y="32674"/>
                </a:lnTo>
                <a:lnTo>
                  <a:pt x="101803" y="34666"/>
                </a:lnTo>
                <a:lnTo>
                  <a:pt x="102452" y="34430"/>
                </a:lnTo>
                <a:lnTo>
                  <a:pt x="96663" y="36723"/>
                </a:lnTo>
                <a:lnTo>
                  <a:pt x="97296" y="36454"/>
                </a:lnTo>
                <a:lnTo>
                  <a:pt x="91650" y="39000"/>
                </a:lnTo>
                <a:lnTo>
                  <a:pt x="92266" y="38716"/>
                </a:lnTo>
                <a:lnTo>
                  <a:pt x="86778" y="41515"/>
                </a:lnTo>
                <a:lnTo>
                  <a:pt x="87364" y="41199"/>
                </a:lnTo>
                <a:lnTo>
                  <a:pt x="82033" y="44266"/>
                </a:lnTo>
                <a:lnTo>
                  <a:pt x="82603" y="43919"/>
                </a:lnTo>
                <a:lnTo>
                  <a:pt x="77431" y="47224"/>
                </a:lnTo>
                <a:lnTo>
                  <a:pt x="77986" y="46861"/>
                </a:lnTo>
                <a:lnTo>
                  <a:pt x="73004" y="50403"/>
                </a:lnTo>
                <a:lnTo>
                  <a:pt x="73526" y="50007"/>
                </a:lnTo>
                <a:lnTo>
                  <a:pt x="68718" y="53787"/>
                </a:lnTo>
                <a:lnTo>
                  <a:pt x="69224" y="53376"/>
                </a:lnTo>
                <a:lnTo>
                  <a:pt x="64605" y="57378"/>
                </a:lnTo>
                <a:lnTo>
                  <a:pt x="65096" y="56919"/>
                </a:lnTo>
                <a:lnTo>
                  <a:pt x="60667" y="61142"/>
                </a:lnTo>
                <a:lnTo>
                  <a:pt x="61142" y="60667"/>
                </a:lnTo>
                <a:lnTo>
                  <a:pt x="56919" y="65095"/>
                </a:lnTo>
                <a:lnTo>
                  <a:pt x="57378" y="64605"/>
                </a:lnTo>
                <a:lnTo>
                  <a:pt x="53376" y="69223"/>
                </a:lnTo>
                <a:lnTo>
                  <a:pt x="53787" y="68717"/>
                </a:lnTo>
                <a:lnTo>
                  <a:pt x="50009" y="73525"/>
                </a:lnTo>
                <a:lnTo>
                  <a:pt x="50403" y="73003"/>
                </a:lnTo>
                <a:lnTo>
                  <a:pt x="46861" y="77985"/>
                </a:lnTo>
                <a:lnTo>
                  <a:pt x="47225" y="77431"/>
                </a:lnTo>
                <a:lnTo>
                  <a:pt x="43919" y="82603"/>
                </a:lnTo>
                <a:lnTo>
                  <a:pt x="44267" y="82033"/>
                </a:lnTo>
                <a:lnTo>
                  <a:pt x="41199" y="87363"/>
                </a:lnTo>
                <a:lnTo>
                  <a:pt x="41515" y="86778"/>
                </a:lnTo>
                <a:lnTo>
                  <a:pt x="38715" y="92266"/>
                </a:lnTo>
                <a:lnTo>
                  <a:pt x="39000" y="91649"/>
                </a:lnTo>
                <a:lnTo>
                  <a:pt x="36455" y="97295"/>
                </a:lnTo>
                <a:lnTo>
                  <a:pt x="36723" y="96663"/>
                </a:lnTo>
                <a:lnTo>
                  <a:pt x="34429" y="102451"/>
                </a:lnTo>
                <a:lnTo>
                  <a:pt x="34666" y="101803"/>
                </a:lnTo>
                <a:lnTo>
                  <a:pt x="32675" y="107717"/>
                </a:lnTo>
                <a:lnTo>
                  <a:pt x="32881" y="107069"/>
                </a:lnTo>
                <a:lnTo>
                  <a:pt x="31156" y="113111"/>
                </a:lnTo>
                <a:lnTo>
                  <a:pt x="31329" y="112447"/>
                </a:lnTo>
                <a:lnTo>
                  <a:pt x="29907" y="118599"/>
                </a:lnTo>
                <a:lnTo>
                  <a:pt x="30049" y="117918"/>
                </a:lnTo>
                <a:lnTo>
                  <a:pt x="28926" y="124198"/>
                </a:lnTo>
                <a:lnTo>
                  <a:pt x="29037" y="123501"/>
                </a:lnTo>
                <a:lnTo>
                  <a:pt x="28231" y="129875"/>
                </a:lnTo>
                <a:lnTo>
                  <a:pt x="28294" y="129179"/>
                </a:lnTo>
                <a:lnTo>
                  <a:pt x="27803" y="135648"/>
                </a:lnTo>
                <a:lnTo>
                  <a:pt x="27834" y="134952"/>
                </a:lnTo>
                <a:lnTo>
                  <a:pt x="27676" y="141500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text-268 …">
            <a:extLst xmlns:a="http://schemas.openxmlformats.org/drawingml/2006/main">
              <a:ext uri="{FF2B5EF4-FFF2-40B4-BE49-F238E27FC236}">
                <a16:creationId xmlns:a16="http://schemas.microsoft.com/office/drawing/2014/main" id="{57348B3D-A713-4712-AC3B-2251966A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3107" y="6452858"/>
            <a:ext cx="335930" cy="398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43" name="text-269 Instruction">
            <a:extLst xmlns:a="http://schemas.openxmlformats.org/drawingml/2006/main">
              <a:ext uri="{FF2B5EF4-FFF2-40B4-BE49-F238E27FC236}">
                <a16:creationId xmlns:a16="http://schemas.microsoft.com/office/drawing/2014/main" id="{F5A13E4E-A865-44A8-AA39-EA6CCE8C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3973" y="4595087"/>
            <a:ext cx="1142794" cy="354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</p:txBody>
      </p:sp>
      <p:sp>
        <p:nvSpPr>
          <p:cNvPr id="344" name="path-270">
            <a:extLst xmlns:a="http://schemas.openxmlformats.org/drawingml/2006/main">
              <a:ext uri="{FF2B5EF4-FFF2-40B4-BE49-F238E27FC236}">
                <a16:creationId xmlns:a16="http://schemas.microsoft.com/office/drawing/2014/main" id="{613754C9-8E00-400B-A9B3-821274B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043" y="1227548"/>
            <a:ext cx="790766" cy="158153"/>
          </a:xfrm>
          <a:custGeom xmlns:a="http://schemas.openxmlformats.org/drawingml/2006/main">
            <a:pathLst>
              <a:path w="790766" h="158153">
                <a:moveTo>
                  <a:pt x="632613" y="158153"/>
                </a:moveTo>
                <a:lnTo>
                  <a:pt x="711689" y="79077"/>
                </a:lnTo>
                <a:lnTo>
                  <a:pt x="632613" y="0"/>
                </a:lnTo>
                <a:lnTo>
                  <a:pt x="790766" y="79077"/>
                </a:lnTo>
                <a:lnTo>
                  <a:pt x="632613" y="158153"/>
                </a:lnTo>
                <a:moveTo>
                  <a:pt x="0" y="69192"/>
                </a:moveTo>
                <a:lnTo>
                  <a:pt x="731458" y="69192"/>
                </a:lnTo>
                <a:lnTo>
                  <a:pt x="731458" y="88961"/>
                </a:lnTo>
                <a:lnTo>
                  <a:pt x="0" y="88961"/>
                </a:lnTo>
                <a:lnTo>
                  <a:pt x="0" y="69192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47B7F22-DF6A-4317-A4A3-EC4135E30B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35b4526b148d0"/>
          <a:stretch xmlns:a="http://schemas.openxmlformats.org/drawingml/2006/main"/>
        </p:blipFill>
        <p:spPr>
          <a:xfrm xmlns:a="http://schemas.openxmlformats.org/drawingml/2006/main">
            <a:off x="5238750" y="5762625"/>
            <a:ext cx="2085975" cy="914400"/>
          </a:xfrm>
          <a:prstGeom xmlns:a="http://schemas.openxmlformats.org/drawingml/2006/main" prst="rect">
            <a:avLst/>
          </a:prstGeom>
        </p:spPr>
      </p:pic>
      <p:pic>
        <p:nvPic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66CEA13-BEE2-4063-8424-2C9647145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f3d05e1fe43ae"/>
          <a:stretch xmlns:a="http://schemas.openxmlformats.org/drawingml/2006/main"/>
        </p:blipFill>
        <p:spPr>
          <a:xfrm xmlns:a="http://schemas.openxmlformats.org/drawingml/2006/main">
            <a:off x="10544175" y="5791200"/>
            <a:ext cx="2085975" cy="942975"/>
          </a:xfrm>
          <a:prstGeom xmlns:a="http://schemas.openxmlformats.org/drawingml/2006/main" prst="rect">
            <a:avLst/>
          </a:prstGeom>
        </p:spPr>
      </p:pic>
      <p:pic>
        <p:nvPic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460B6C5D-BC74-4CBA-82C6-8D06BEC672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e05e8ac904ed1"/>
          <a:stretch xmlns:a="http://schemas.openxmlformats.org/drawingml/2006/main"/>
        </p:blipFill>
        <p:spPr>
          <a:xfrm xmlns:a="http://schemas.openxmlformats.org/drawingml/2006/main">
            <a:off x="209550" y="5762625"/>
            <a:ext cx="2095500" cy="914400"/>
          </a:xfrm>
          <a:prstGeom xmlns:a="http://schemas.openxmlformats.org/drawingml/2006/main" prst="rect">
            <a:avLst/>
          </a:prstGeom>
        </p:spPr>
      </p:pic>
      <p:sp>
        <p:nvSpPr>
          <p:cNvPr id="348" name="path-274">
            <a:extLst xmlns:a="http://schemas.openxmlformats.org/drawingml/2006/main">
              <a:ext uri="{FF2B5EF4-FFF2-40B4-BE49-F238E27FC236}">
                <a16:creationId xmlns:a16="http://schemas.microsoft.com/office/drawing/2014/main" id="{4B00CF31-72DC-4183-9C80-F7BA6F75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694" y="5925486"/>
            <a:ext cx="200064" cy="371660"/>
          </a:xfrm>
          <a:custGeom xmlns:a="http://schemas.openxmlformats.org/drawingml/2006/main">
            <a:pathLst>
              <a:path w="200064" h="371660">
                <a:moveTo>
                  <a:pt x="200064" y="0"/>
                </a:moveTo>
                <a:lnTo>
                  <a:pt x="200064" y="371660"/>
                </a:lnTo>
                <a:lnTo>
                  <a:pt x="0" y="371660"/>
                </a:lnTo>
                <a:lnTo>
                  <a:pt x="0" y="0"/>
                </a:lnTo>
                <a:lnTo>
                  <a:pt x="200064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359798"/>
                </a:lnTo>
                <a:lnTo>
                  <a:pt x="11861" y="347937"/>
                </a:lnTo>
                <a:lnTo>
                  <a:pt x="188202" y="347937"/>
                </a:lnTo>
                <a:lnTo>
                  <a:pt x="176341" y="359798"/>
                </a:lnTo>
                <a:lnTo>
                  <a:pt x="176341" y="11861"/>
                </a:lnTo>
                <a:lnTo>
                  <a:pt x="188202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text-275 #6">
            <a:extLst xmlns:a="http://schemas.openxmlformats.org/drawingml/2006/main">
              <a:ext uri="{FF2B5EF4-FFF2-40B4-BE49-F238E27FC236}">
                <a16:creationId xmlns:a16="http://schemas.microsoft.com/office/drawing/2014/main" id="{1DCE44C7-457A-4B3E-B448-BA2F92DA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8718" y="5700863"/>
            <a:ext cx="223953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EF949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EF94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1" i="1">
                <a:solidFill>
                  <a:srgbClr val="EF949E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350" name="path-276">
            <a:extLst xmlns:a="http://schemas.openxmlformats.org/drawingml/2006/main">
              <a:ext uri="{FF2B5EF4-FFF2-40B4-BE49-F238E27FC236}">
                <a16:creationId xmlns:a16="http://schemas.microsoft.com/office/drawing/2014/main" id="{6FF7123E-545E-4B7C-9F88-3A51123E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411" y="5986375"/>
            <a:ext cx="188993" cy="189784"/>
          </a:xfrm>
          <a:custGeom xmlns:a="http://schemas.openxmlformats.org/drawingml/2006/main">
            <a:pathLst>
              <a:path w="188993" h="189784">
                <a:moveTo>
                  <a:pt x="188993" y="0"/>
                </a:moveTo>
                <a:lnTo>
                  <a:pt x="188993" y="189784"/>
                </a:lnTo>
                <a:lnTo>
                  <a:pt x="0" y="189784"/>
                </a:lnTo>
                <a:lnTo>
                  <a:pt x="0" y="0"/>
                </a:lnTo>
                <a:lnTo>
                  <a:pt x="188993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177922"/>
                </a:lnTo>
                <a:lnTo>
                  <a:pt x="11861" y="166061"/>
                </a:lnTo>
                <a:lnTo>
                  <a:pt x="177132" y="166061"/>
                </a:lnTo>
                <a:lnTo>
                  <a:pt x="165270" y="177922"/>
                </a:lnTo>
                <a:lnTo>
                  <a:pt x="165270" y="11861"/>
                </a:lnTo>
                <a:lnTo>
                  <a:pt x="177132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7DD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text-277 #ball">
            <a:extLst xmlns:a="http://schemas.openxmlformats.org/drawingml/2006/main">
              <a:ext uri="{FF2B5EF4-FFF2-40B4-BE49-F238E27FC236}">
                <a16:creationId xmlns:a16="http://schemas.microsoft.com/office/drawing/2014/main" id="{B59AE91C-5CCC-4640-B23E-13220C43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261" y="6129340"/>
            <a:ext cx="424575" cy="265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6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352" name="path-278">
            <a:extLst xmlns:a="http://schemas.openxmlformats.org/drawingml/2006/main">
              <a:ext uri="{FF2B5EF4-FFF2-40B4-BE49-F238E27FC236}">
                <a16:creationId xmlns:a16="http://schemas.microsoft.com/office/drawing/2014/main" id="{47A5DF7E-5BB5-463D-A659-B08D9EED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22" y="5708120"/>
            <a:ext cx="996301" cy="343129"/>
          </a:xfrm>
          <a:custGeom xmlns:a="http://schemas.openxmlformats.org/drawingml/2006/main">
            <a:pathLst>
              <a:path w="996301" h="343129">
                <a:moveTo>
                  <a:pt x="981514" y="343129"/>
                </a:moveTo>
                <a:lnTo>
                  <a:pt x="965003" y="329971"/>
                </a:lnTo>
                <a:lnTo>
                  <a:pt x="946199" y="314092"/>
                </a:lnTo>
                <a:lnTo>
                  <a:pt x="908732" y="281450"/>
                </a:lnTo>
                <a:lnTo>
                  <a:pt x="924310" y="263562"/>
                </a:lnTo>
                <a:lnTo>
                  <a:pt x="961713" y="296142"/>
                </a:lnTo>
                <a:lnTo>
                  <a:pt x="961587" y="296031"/>
                </a:lnTo>
                <a:lnTo>
                  <a:pt x="980170" y="311736"/>
                </a:lnTo>
                <a:lnTo>
                  <a:pt x="979917" y="311515"/>
                </a:lnTo>
                <a:lnTo>
                  <a:pt x="996301" y="324578"/>
                </a:lnTo>
                <a:lnTo>
                  <a:pt x="981514" y="343129"/>
                </a:lnTo>
                <a:moveTo>
                  <a:pt x="854897" y="235126"/>
                </a:moveTo>
                <a:lnTo>
                  <a:pt x="852097" y="232738"/>
                </a:lnTo>
                <a:lnTo>
                  <a:pt x="852224" y="232849"/>
                </a:lnTo>
                <a:lnTo>
                  <a:pt x="824357" y="209838"/>
                </a:lnTo>
                <a:lnTo>
                  <a:pt x="824484" y="209933"/>
                </a:lnTo>
                <a:lnTo>
                  <a:pt x="809981" y="198308"/>
                </a:lnTo>
                <a:lnTo>
                  <a:pt x="810076" y="198387"/>
                </a:lnTo>
                <a:lnTo>
                  <a:pt x="795210" y="186732"/>
                </a:lnTo>
                <a:lnTo>
                  <a:pt x="795321" y="186811"/>
                </a:lnTo>
                <a:lnTo>
                  <a:pt x="781371" y="176151"/>
                </a:lnTo>
                <a:lnTo>
                  <a:pt x="795779" y="157300"/>
                </a:lnTo>
                <a:lnTo>
                  <a:pt x="809791" y="168007"/>
                </a:lnTo>
                <a:lnTo>
                  <a:pt x="824768" y="179757"/>
                </a:lnTo>
                <a:lnTo>
                  <a:pt x="839382" y="191477"/>
                </a:lnTo>
                <a:lnTo>
                  <a:pt x="867391" y="214614"/>
                </a:lnTo>
                <a:lnTo>
                  <a:pt x="870269" y="217050"/>
                </a:lnTo>
                <a:lnTo>
                  <a:pt x="854897" y="235126"/>
                </a:lnTo>
                <a:moveTo>
                  <a:pt x="724025" y="135285"/>
                </a:moveTo>
                <a:lnTo>
                  <a:pt x="716750" y="130398"/>
                </a:lnTo>
                <a:lnTo>
                  <a:pt x="716940" y="130524"/>
                </a:lnTo>
                <a:lnTo>
                  <a:pt x="700223" y="119785"/>
                </a:lnTo>
                <a:lnTo>
                  <a:pt x="700429" y="119928"/>
                </a:lnTo>
                <a:lnTo>
                  <a:pt x="683475" y="109506"/>
                </a:lnTo>
                <a:lnTo>
                  <a:pt x="683712" y="109648"/>
                </a:lnTo>
                <a:lnTo>
                  <a:pt x="666505" y="99605"/>
                </a:lnTo>
                <a:lnTo>
                  <a:pt x="666758" y="99747"/>
                </a:lnTo>
                <a:lnTo>
                  <a:pt x="649329" y="90147"/>
                </a:lnTo>
                <a:lnTo>
                  <a:pt x="649614" y="90290"/>
                </a:lnTo>
                <a:lnTo>
                  <a:pt x="643778" y="87269"/>
                </a:lnTo>
                <a:lnTo>
                  <a:pt x="654690" y="66203"/>
                </a:lnTo>
                <a:lnTo>
                  <a:pt x="660653" y="69303"/>
                </a:lnTo>
                <a:lnTo>
                  <a:pt x="678335" y="79045"/>
                </a:lnTo>
                <a:lnTo>
                  <a:pt x="695779" y="89230"/>
                </a:lnTo>
                <a:lnTo>
                  <a:pt x="712954" y="99763"/>
                </a:lnTo>
                <a:lnTo>
                  <a:pt x="729861" y="110629"/>
                </a:lnTo>
                <a:lnTo>
                  <a:pt x="737231" y="115578"/>
                </a:lnTo>
                <a:lnTo>
                  <a:pt x="724025" y="135285"/>
                </a:lnTo>
                <a:moveTo>
                  <a:pt x="580122" y="58010"/>
                </a:moveTo>
                <a:lnTo>
                  <a:pt x="578951" y="57536"/>
                </a:lnTo>
                <a:lnTo>
                  <a:pt x="579347" y="57678"/>
                </a:lnTo>
                <a:lnTo>
                  <a:pt x="561033" y="50941"/>
                </a:lnTo>
                <a:lnTo>
                  <a:pt x="561333" y="51036"/>
                </a:lnTo>
                <a:lnTo>
                  <a:pt x="552129" y="47937"/>
                </a:lnTo>
                <a:lnTo>
                  <a:pt x="552350" y="48016"/>
                </a:lnTo>
                <a:lnTo>
                  <a:pt x="543098" y="45090"/>
                </a:lnTo>
                <a:lnTo>
                  <a:pt x="543335" y="45153"/>
                </a:lnTo>
                <a:lnTo>
                  <a:pt x="534051" y="42433"/>
                </a:lnTo>
                <a:lnTo>
                  <a:pt x="534289" y="42496"/>
                </a:lnTo>
                <a:lnTo>
                  <a:pt x="524989" y="39966"/>
                </a:lnTo>
                <a:lnTo>
                  <a:pt x="525242" y="40029"/>
                </a:lnTo>
                <a:lnTo>
                  <a:pt x="515895" y="37704"/>
                </a:lnTo>
                <a:lnTo>
                  <a:pt x="516133" y="37767"/>
                </a:lnTo>
                <a:lnTo>
                  <a:pt x="506754" y="35632"/>
                </a:lnTo>
                <a:lnTo>
                  <a:pt x="506992" y="35680"/>
                </a:lnTo>
                <a:lnTo>
                  <a:pt x="497550" y="33735"/>
                </a:lnTo>
                <a:lnTo>
                  <a:pt x="497787" y="33782"/>
                </a:lnTo>
                <a:lnTo>
                  <a:pt x="491366" y="32579"/>
                </a:lnTo>
                <a:lnTo>
                  <a:pt x="495699" y="9268"/>
                </a:lnTo>
                <a:lnTo>
                  <a:pt x="502231" y="10470"/>
                </a:lnTo>
                <a:lnTo>
                  <a:pt x="511894" y="12463"/>
                </a:lnTo>
                <a:lnTo>
                  <a:pt x="521510" y="14661"/>
                </a:lnTo>
                <a:lnTo>
                  <a:pt x="531094" y="17049"/>
                </a:lnTo>
                <a:lnTo>
                  <a:pt x="540631" y="19643"/>
                </a:lnTo>
                <a:lnTo>
                  <a:pt x="550136" y="22426"/>
                </a:lnTo>
                <a:lnTo>
                  <a:pt x="559593" y="25416"/>
                </a:lnTo>
                <a:lnTo>
                  <a:pt x="569066" y="28610"/>
                </a:lnTo>
                <a:lnTo>
                  <a:pt x="587729" y="35490"/>
                </a:lnTo>
                <a:lnTo>
                  <a:pt x="589088" y="36044"/>
                </a:lnTo>
                <a:lnTo>
                  <a:pt x="580122" y="58010"/>
                </a:lnTo>
                <a:moveTo>
                  <a:pt x="422221" y="24688"/>
                </a:moveTo>
                <a:lnTo>
                  <a:pt x="413064" y="24182"/>
                </a:lnTo>
                <a:lnTo>
                  <a:pt x="413413" y="24197"/>
                </a:lnTo>
                <a:lnTo>
                  <a:pt x="394086" y="23723"/>
                </a:lnTo>
                <a:lnTo>
                  <a:pt x="394418" y="23723"/>
                </a:lnTo>
                <a:lnTo>
                  <a:pt x="375092" y="23771"/>
                </a:lnTo>
                <a:lnTo>
                  <a:pt x="375392" y="23771"/>
                </a:lnTo>
                <a:lnTo>
                  <a:pt x="356113" y="24325"/>
                </a:lnTo>
                <a:lnTo>
                  <a:pt x="356398" y="24308"/>
                </a:lnTo>
                <a:lnTo>
                  <a:pt x="337182" y="25321"/>
                </a:lnTo>
                <a:lnTo>
                  <a:pt x="337435" y="25305"/>
                </a:lnTo>
                <a:lnTo>
                  <a:pt x="328943" y="25937"/>
                </a:lnTo>
                <a:lnTo>
                  <a:pt x="327171" y="2278"/>
                </a:lnTo>
                <a:lnTo>
                  <a:pt x="335791" y="1630"/>
                </a:lnTo>
                <a:lnTo>
                  <a:pt x="355291" y="617"/>
                </a:lnTo>
                <a:lnTo>
                  <a:pt x="374870" y="48"/>
                </a:lnTo>
                <a:lnTo>
                  <a:pt x="394513" y="0"/>
                </a:lnTo>
                <a:lnTo>
                  <a:pt x="414188" y="491"/>
                </a:lnTo>
                <a:lnTo>
                  <a:pt x="423518" y="997"/>
                </a:lnTo>
                <a:lnTo>
                  <a:pt x="422221" y="24688"/>
                </a:lnTo>
                <a:moveTo>
                  <a:pt x="259087" y="33656"/>
                </a:moveTo>
                <a:lnTo>
                  <a:pt x="244315" y="35869"/>
                </a:lnTo>
                <a:lnTo>
                  <a:pt x="244489" y="35838"/>
                </a:lnTo>
                <a:lnTo>
                  <a:pt x="226333" y="38843"/>
                </a:lnTo>
                <a:lnTo>
                  <a:pt x="226491" y="38811"/>
                </a:lnTo>
                <a:lnTo>
                  <a:pt x="208620" y="42022"/>
                </a:lnTo>
                <a:lnTo>
                  <a:pt x="208762" y="41990"/>
                </a:lnTo>
                <a:lnTo>
                  <a:pt x="191191" y="45359"/>
                </a:lnTo>
                <a:lnTo>
                  <a:pt x="191381" y="45311"/>
                </a:lnTo>
                <a:lnTo>
                  <a:pt x="166409" y="50514"/>
                </a:lnTo>
                <a:lnTo>
                  <a:pt x="161585" y="27281"/>
                </a:lnTo>
                <a:lnTo>
                  <a:pt x="186636" y="22079"/>
                </a:lnTo>
                <a:lnTo>
                  <a:pt x="204365" y="18678"/>
                </a:lnTo>
                <a:lnTo>
                  <a:pt x="222395" y="15452"/>
                </a:lnTo>
                <a:lnTo>
                  <a:pt x="240725" y="12415"/>
                </a:lnTo>
                <a:lnTo>
                  <a:pt x="255576" y="10201"/>
                </a:lnTo>
                <a:lnTo>
                  <a:pt x="259087" y="33656"/>
                </a:lnTo>
                <a:moveTo>
                  <a:pt x="97327" y="66235"/>
                </a:moveTo>
                <a:lnTo>
                  <a:pt x="94639" y="66867"/>
                </a:lnTo>
                <a:lnTo>
                  <a:pt x="94670" y="66867"/>
                </a:lnTo>
                <a:lnTo>
                  <a:pt x="40060" y="79931"/>
                </a:lnTo>
                <a:lnTo>
                  <a:pt x="16385" y="85213"/>
                </a:lnTo>
                <a:lnTo>
                  <a:pt x="5488" y="87427"/>
                </a:lnTo>
                <a:lnTo>
                  <a:pt x="4270" y="87649"/>
                </a:lnTo>
                <a:lnTo>
                  <a:pt x="0" y="64321"/>
                </a:lnTo>
                <a:lnTo>
                  <a:pt x="1107" y="64116"/>
                </a:lnTo>
                <a:lnTo>
                  <a:pt x="886" y="64163"/>
                </a:lnTo>
                <a:lnTo>
                  <a:pt x="11561" y="61996"/>
                </a:lnTo>
                <a:lnTo>
                  <a:pt x="11340" y="62044"/>
                </a:lnTo>
                <a:lnTo>
                  <a:pt x="34794" y="56809"/>
                </a:lnTo>
                <a:lnTo>
                  <a:pt x="34620" y="56841"/>
                </a:lnTo>
                <a:lnTo>
                  <a:pt x="89151" y="43793"/>
                </a:lnTo>
                <a:lnTo>
                  <a:pt x="91871" y="43144"/>
                </a:lnTo>
                <a:lnTo>
                  <a:pt x="97327" y="66235"/>
                </a:lnTo>
              </a:path>
            </a:pathLst>
          </a:custGeom>
          <a:solidFill xmlns:a="http://schemas.openxmlformats.org/drawingml/2006/main">
            <a:srgbClr val="7DD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279">
            <a:extLst xmlns:a="http://schemas.openxmlformats.org/drawingml/2006/main">
              <a:ext uri="{FF2B5EF4-FFF2-40B4-BE49-F238E27FC236}">
                <a16:creationId xmlns:a16="http://schemas.microsoft.com/office/drawing/2014/main" id="{FDBD642D-A2D3-4CA2-903A-E4A98B02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206" y="6078104"/>
            <a:ext cx="187459" cy="67974"/>
          </a:xfrm>
          <a:custGeom xmlns:a="http://schemas.openxmlformats.org/drawingml/2006/main">
            <a:pathLst>
              <a:path w="187459" h="67974">
                <a:moveTo>
                  <a:pt x="0" y="9378"/>
                </a:moveTo>
                <a:lnTo>
                  <a:pt x="4587" y="8113"/>
                </a:lnTo>
                <a:lnTo>
                  <a:pt x="4017" y="8287"/>
                </a:lnTo>
                <a:lnTo>
                  <a:pt x="9600" y="6437"/>
                </a:lnTo>
                <a:lnTo>
                  <a:pt x="16480" y="4286"/>
                </a:lnTo>
                <a:lnTo>
                  <a:pt x="24672" y="2246"/>
                </a:lnTo>
                <a:lnTo>
                  <a:pt x="29480" y="1344"/>
                </a:lnTo>
                <a:lnTo>
                  <a:pt x="34541" y="648"/>
                </a:lnTo>
                <a:lnTo>
                  <a:pt x="39950" y="190"/>
                </a:lnTo>
                <a:lnTo>
                  <a:pt x="45707" y="0"/>
                </a:lnTo>
                <a:lnTo>
                  <a:pt x="51811" y="142"/>
                </a:lnTo>
                <a:lnTo>
                  <a:pt x="58248" y="648"/>
                </a:lnTo>
                <a:lnTo>
                  <a:pt x="65033" y="1566"/>
                </a:lnTo>
                <a:lnTo>
                  <a:pt x="72055" y="2925"/>
                </a:lnTo>
                <a:lnTo>
                  <a:pt x="86178" y="6183"/>
                </a:lnTo>
                <a:lnTo>
                  <a:pt x="98909" y="9441"/>
                </a:lnTo>
                <a:lnTo>
                  <a:pt x="93026" y="32421"/>
                </a:lnTo>
                <a:lnTo>
                  <a:pt x="80437" y="29195"/>
                </a:lnTo>
                <a:lnTo>
                  <a:pt x="80706" y="29258"/>
                </a:lnTo>
                <a:lnTo>
                  <a:pt x="66931" y="26079"/>
                </a:lnTo>
                <a:lnTo>
                  <a:pt x="67358" y="26174"/>
                </a:lnTo>
                <a:lnTo>
                  <a:pt x="60873" y="24925"/>
                </a:lnTo>
                <a:lnTo>
                  <a:pt x="61522" y="25036"/>
                </a:lnTo>
                <a:lnTo>
                  <a:pt x="55385" y="24197"/>
                </a:lnTo>
                <a:lnTo>
                  <a:pt x="56049" y="24276"/>
                </a:lnTo>
                <a:lnTo>
                  <a:pt x="50277" y="23818"/>
                </a:lnTo>
                <a:lnTo>
                  <a:pt x="50941" y="23849"/>
                </a:lnTo>
                <a:lnTo>
                  <a:pt x="45501" y="23723"/>
                </a:lnTo>
                <a:lnTo>
                  <a:pt x="46150" y="23723"/>
                </a:lnTo>
                <a:lnTo>
                  <a:pt x="41041" y="23881"/>
                </a:lnTo>
                <a:lnTo>
                  <a:pt x="41673" y="23849"/>
                </a:lnTo>
                <a:lnTo>
                  <a:pt x="36881" y="24261"/>
                </a:lnTo>
                <a:lnTo>
                  <a:pt x="37483" y="24197"/>
                </a:lnTo>
                <a:lnTo>
                  <a:pt x="33007" y="24814"/>
                </a:lnTo>
                <a:lnTo>
                  <a:pt x="33560" y="24719"/>
                </a:lnTo>
                <a:lnTo>
                  <a:pt x="29369" y="25494"/>
                </a:lnTo>
                <a:lnTo>
                  <a:pt x="30065" y="25352"/>
                </a:lnTo>
                <a:lnTo>
                  <a:pt x="22553" y="27218"/>
                </a:lnTo>
                <a:lnTo>
                  <a:pt x="23217" y="27044"/>
                </a:lnTo>
                <a:lnTo>
                  <a:pt x="16764" y="29053"/>
                </a:lnTo>
                <a:lnTo>
                  <a:pt x="16954" y="28990"/>
                </a:lnTo>
                <a:lnTo>
                  <a:pt x="11198" y="30887"/>
                </a:lnTo>
                <a:lnTo>
                  <a:pt x="6358" y="32247"/>
                </a:lnTo>
                <a:lnTo>
                  <a:pt x="0" y="9378"/>
                </a:lnTo>
                <a:moveTo>
                  <a:pt x="167880" y="35932"/>
                </a:moveTo>
                <a:lnTo>
                  <a:pt x="168148" y="36075"/>
                </a:lnTo>
                <a:lnTo>
                  <a:pt x="174981" y="40171"/>
                </a:lnTo>
                <a:lnTo>
                  <a:pt x="181528" y="44567"/>
                </a:lnTo>
                <a:lnTo>
                  <a:pt x="187459" y="49059"/>
                </a:lnTo>
                <a:lnTo>
                  <a:pt x="173162" y="67974"/>
                </a:lnTo>
                <a:lnTo>
                  <a:pt x="167484" y="63688"/>
                </a:lnTo>
                <a:lnTo>
                  <a:pt x="168022" y="64068"/>
                </a:lnTo>
                <a:lnTo>
                  <a:pt x="161997" y="60035"/>
                </a:lnTo>
                <a:lnTo>
                  <a:pt x="162502" y="60351"/>
                </a:lnTo>
                <a:lnTo>
                  <a:pt x="156177" y="56555"/>
                </a:lnTo>
                <a:lnTo>
                  <a:pt x="156635" y="56809"/>
                </a:lnTo>
                <a:lnTo>
                  <a:pt x="156397" y="56682"/>
                </a:lnTo>
                <a:lnTo>
                  <a:pt x="156603" y="56792"/>
                </a:lnTo>
                <a:lnTo>
                  <a:pt x="167880" y="35932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280">
            <a:extLst xmlns:a="http://schemas.openxmlformats.org/drawingml/2006/main">
              <a:ext uri="{FF2B5EF4-FFF2-40B4-BE49-F238E27FC236}">
                <a16:creationId xmlns:a16="http://schemas.microsoft.com/office/drawing/2014/main" id="{0AE7CE66-6D16-4640-BEBF-C36EAC0A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66" y="5395831"/>
            <a:ext cx="4750286" cy="373874"/>
          </a:xfrm>
          <a:custGeom xmlns:a="http://schemas.openxmlformats.org/drawingml/2006/main">
            <a:pathLst>
              <a:path w="4750286" h="373874">
                <a:moveTo>
                  <a:pt x="0" y="0"/>
                </a:moveTo>
                <a:lnTo>
                  <a:pt x="0" y="373874"/>
                </a:lnTo>
                <a:lnTo>
                  <a:pt x="4750286" y="373874"/>
                </a:lnTo>
                <a:lnTo>
                  <a:pt x="4750286" y="0"/>
                </a:lnTo>
                <a:close/>
              </a:path>
            </a:pathLst>
          </a:custGeom>
          <a:solidFill xmlns:a="http://schemas.openxmlformats.org/drawingml/2006/main">
            <a:srgbClr val="F0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text-281 (1)">
            <a:extLst xmlns:a="http://schemas.openxmlformats.org/drawingml/2006/main">
              <a:ext uri="{FF2B5EF4-FFF2-40B4-BE49-F238E27FC236}">
                <a16:creationId xmlns:a16="http://schemas.microsoft.com/office/drawing/2014/main" id="{8EDF9CDC-9CE5-4217-A048-06DFAA79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217" y="5405879"/>
            <a:ext cx="298112" cy="310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356" name="text-282 Multi-turn">
            <a:extLst xmlns:a="http://schemas.openxmlformats.org/drawingml/2006/main">
              <a:ext uri="{FF2B5EF4-FFF2-40B4-BE49-F238E27FC236}">
                <a16:creationId xmlns:a16="http://schemas.microsoft.com/office/drawing/2014/main" id="{C72DFA5B-BBC0-4E3A-9D5B-6B02957B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61" y="5405638"/>
            <a:ext cx="1013564" cy="31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Multi-turn</a:t>
            </a:r>
          </a:p>
        </p:txBody>
      </p:sp>
      <p:sp>
        <p:nvSpPr>
          <p:cNvPr id="357" name="text-282 Trajectory">
            <a:extLst xmlns:a="http://schemas.openxmlformats.org/drawingml/2006/main">
              <a:ext uri="{FF2B5EF4-FFF2-40B4-BE49-F238E27FC236}">
                <a16:creationId xmlns:a16="http://schemas.microsoft.com/office/drawing/2014/main" id="{412B3820-0B22-4392-AC2B-4B678B60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147" y="5405990"/>
            <a:ext cx="978266" cy="3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358" name="text-282 QA">
            <a:extLst xmlns:a="http://schemas.openxmlformats.org/drawingml/2006/main">
              <a:ext uri="{FF2B5EF4-FFF2-40B4-BE49-F238E27FC236}">
                <a16:creationId xmlns:a16="http://schemas.microsoft.com/office/drawing/2014/main" id="{D1493501-882A-4E3A-A96B-5D47B9EA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5349" y="5405711"/>
            <a:ext cx="347842" cy="31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359" name="path-283">
            <a:extLst xmlns:a="http://schemas.openxmlformats.org/drawingml/2006/main">
              <a:ext uri="{FF2B5EF4-FFF2-40B4-BE49-F238E27FC236}">
                <a16:creationId xmlns:a16="http://schemas.microsoft.com/office/drawing/2014/main" id="{DF00A955-5D95-4999-AF34-C817472E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11" y="5390138"/>
            <a:ext cx="4716125" cy="371976"/>
          </a:xfrm>
          <a:custGeom xmlns:a="http://schemas.openxmlformats.org/drawingml/2006/main">
            <a:pathLst>
              <a:path w="4716125" h="371976">
                <a:moveTo>
                  <a:pt x="0" y="0"/>
                </a:moveTo>
                <a:lnTo>
                  <a:pt x="0" y="371976"/>
                </a:lnTo>
                <a:lnTo>
                  <a:pt x="4716125" y="371976"/>
                </a:lnTo>
                <a:lnTo>
                  <a:pt x="4716125" y="0"/>
                </a:lnTo>
                <a:close/>
              </a:path>
            </a:pathLst>
          </a:custGeom>
          <a:solidFill xmlns:a="http://schemas.openxmlformats.org/drawingml/2006/main">
            <a:srgbClr val="F0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text-284 (2)">
            <a:extLst xmlns:a="http://schemas.openxmlformats.org/drawingml/2006/main">
              <a:ext uri="{FF2B5EF4-FFF2-40B4-BE49-F238E27FC236}">
                <a16:creationId xmlns:a16="http://schemas.microsoft.com/office/drawing/2014/main" id="{5908417E-F795-4AC9-874F-45601E15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1858" y="5405878"/>
            <a:ext cx="298113" cy="310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(2)</a:t>
            </a:r>
          </a:p>
        </p:txBody>
      </p:sp>
      <p:sp>
        <p:nvSpPr>
          <p:cNvPr id="361" name="text-285 Occlusion">
            <a:extLst xmlns:a="http://schemas.openxmlformats.org/drawingml/2006/main">
              <a:ext uri="{FF2B5EF4-FFF2-40B4-BE49-F238E27FC236}">
                <a16:creationId xmlns:a16="http://schemas.microsoft.com/office/drawing/2014/main" id="{EF420520-347E-48F7-A22A-2952D272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5002" y="5405854"/>
            <a:ext cx="962916" cy="310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Occlusion</a:t>
            </a:r>
          </a:p>
        </p:txBody>
      </p:sp>
      <p:sp>
        <p:nvSpPr>
          <p:cNvPr id="362" name="text-285 Recovery">
            <a:extLst xmlns:a="http://schemas.openxmlformats.org/drawingml/2006/main">
              <a:ext uri="{FF2B5EF4-FFF2-40B4-BE49-F238E27FC236}">
                <a16:creationId xmlns:a16="http://schemas.microsoft.com/office/drawing/2014/main" id="{0C0DD421-9C3A-4937-9FC9-498D485C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3178" y="5406022"/>
            <a:ext cx="875462" cy="3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Recovery</a:t>
            </a:r>
          </a:p>
        </p:txBody>
      </p:sp>
      <p:sp>
        <p:nvSpPr>
          <p:cNvPr id="363" name="path-286">
            <a:extLst xmlns:a="http://schemas.openxmlformats.org/drawingml/2006/main">
              <a:ext uri="{FF2B5EF4-FFF2-40B4-BE49-F238E27FC236}">
                <a16:creationId xmlns:a16="http://schemas.microsoft.com/office/drawing/2014/main" id="{90ADF60A-0141-47A4-9BDA-62B882B2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59" y="5411014"/>
            <a:ext cx="4539626" cy="373874"/>
          </a:xfrm>
          <a:custGeom xmlns:a="http://schemas.openxmlformats.org/drawingml/2006/main">
            <a:pathLst>
              <a:path w="4539626" h="373874">
                <a:moveTo>
                  <a:pt x="0" y="0"/>
                </a:moveTo>
                <a:lnTo>
                  <a:pt x="0" y="373874"/>
                </a:lnTo>
                <a:lnTo>
                  <a:pt x="4539626" y="373874"/>
                </a:lnTo>
                <a:lnTo>
                  <a:pt x="4539626" y="0"/>
                </a:lnTo>
                <a:close/>
              </a:path>
            </a:pathLst>
          </a:custGeom>
          <a:solidFill xmlns:a="http://schemas.openxmlformats.org/drawingml/2006/main">
            <a:srgbClr val="F0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text-287 (3)">
            <a:extLst xmlns:a="http://schemas.openxmlformats.org/drawingml/2006/main">
              <a:ext uri="{FF2B5EF4-FFF2-40B4-BE49-F238E27FC236}">
                <a16:creationId xmlns:a16="http://schemas.microsoft.com/office/drawing/2014/main" id="{034FEAA1-0633-45E7-BE65-C4352D67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636" y="5424857"/>
            <a:ext cx="298113" cy="310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(3)</a:t>
            </a:r>
          </a:p>
        </p:txBody>
      </p:sp>
      <p:sp>
        <p:nvSpPr>
          <p:cNvPr id="365" name="text-288 Identity-Preserving">
            <a:extLst xmlns:a="http://schemas.openxmlformats.org/drawingml/2006/main">
              <a:ext uri="{FF2B5EF4-FFF2-40B4-BE49-F238E27FC236}">
                <a16:creationId xmlns:a16="http://schemas.microsoft.com/office/drawing/2014/main" id="{DD73DCAF-8FA3-415F-9802-FB5C212F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1780" y="5424886"/>
            <a:ext cx="1798924" cy="31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Identity-Preserving</a:t>
            </a:r>
          </a:p>
        </p:txBody>
      </p:sp>
      <p:sp>
        <p:nvSpPr>
          <p:cNvPr id="366" name="text-288 Multi-Object">
            <a:extLst xmlns:a="http://schemas.openxmlformats.org/drawingml/2006/main">
              <a:ext uri="{FF2B5EF4-FFF2-40B4-BE49-F238E27FC236}">
                <a16:creationId xmlns:a16="http://schemas.microsoft.com/office/drawing/2014/main" id="{A56E7ADC-42D1-4C7D-B3CD-2535738F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799" y="5424864"/>
            <a:ext cx="1208676" cy="31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Multi-Object</a:t>
            </a:r>
          </a:p>
        </p:txBody>
      </p:sp>
      <p:sp>
        <p:nvSpPr>
          <p:cNvPr id="367" name="text-288 Dialog">
            <a:extLst xmlns:a="http://schemas.openxmlformats.org/drawingml/2006/main">
              <a:ext uri="{FF2B5EF4-FFF2-40B4-BE49-F238E27FC236}">
                <a16:creationId xmlns:a16="http://schemas.microsoft.com/office/drawing/2014/main" id="{BF06A022-C45F-43A5-8BED-EE6C7E1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9906" y="5424720"/>
            <a:ext cx="655504" cy="31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Dialog</a:t>
            </a:r>
          </a:p>
        </p:txBody>
      </p:sp>
      <p:sp>
        <p:nvSpPr>
          <p:cNvPr id="368" name="text-289 Q(turn">
            <a:extLst xmlns:a="http://schemas.openxmlformats.org/drawingml/2006/main">
              <a:ext uri="{FF2B5EF4-FFF2-40B4-BE49-F238E27FC236}">
                <a16:creationId xmlns:a16="http://schemas.microsoft.com/office/drawing/2014/main" id="{5F9F8047-5895-4AA1-95DD-D1D2525E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257" y="5832176"/>
            <a:ext cx="476575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369" name="text-289 1):">
            <a:extLst xmlns:a="http://schemas.openxmlformats.org/drawingml/2006/main">
              <a:ext uri="{FF2B5EF4-FFF2-40B4-BE49-F238E27FC236}">
                <a16:creationId xmlns:a16="http://schemas.microsoft.com/office/drawing/2014/main" id="{FC77800B-3F22-48B8-89F8-199C44F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160" y="5832101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1):</a:t>
            </a:r>
          </a:p>
        </p:txBody>
      </p:sp>
      <p:sp>
        <p:nvSpPr>
          <p:cNvPr id="370" name="text-290 Who">
            <a:extLst xmlns:a="http://schemas.openxmlformats.org/drawingml/2006/main">
              <a:ext uri="{FF2B5EF4-FFF2-40B4-BE49-F238E27FC236}">
                <a16:creationId xmlns:a16="http://schemas.microsoft.com/office/drawing/2014/main" id="{61BC29A3-C90E-4682-A2CA-5D7782EE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8736" y="5832215"/>
            <a:ext cx="335673" cy="221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</a:t>
            </a:r>
          </a:p>
        </p:txBody>
      </p:sp>
      <p:sp>
        <p:nvSpPr>
          <p:cNvPr id="371" name="text-290 scored">
            <a:extLst xmlns:a="http://schemas.openxmlformats.org/drawingml/2006/main">
              <a:ext uri="{FF2B5EF4-FFF2-40B4-BE49-F238E27FC236}">
                <a16:creationId xmlns:a16="http://schemas.microsoft.com/office/drawing/2014/main" id="{174EAA3C-298A-42D7-A9E0-36361388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5883" y="5831952"/>
            <a:ext cx="441683" cy="22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scored</a:t>
            </a:r>
          </a:p>
        </p:txBody>
      </p:sp>
      <p:sp>
        <p:nvSpPr>
          <p:cNvPr id="372" name="text-290 the">
            <a:extLst xmlns:a="http://schemas.openxmlformats.org/drawingml/2006/main">
              <a:ext uri="{FF2B5EF4-FFF2-40B4-BE49-F238E27FC236}">
                <a16:creationId xmlns:a16="http://schemas.microsoft.com/office/drawing/2014/main" id="{1EB856FE-7AD7-4842-81E8-1320F15C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8991" y="5832156"/>
            <a:ext cx="221676" cy="22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73" name="text-290 three-pointer">
            <a:extLst xmlns:a="http://schemas.openxmlformats.org/drawingml/2006/main">
              <a:ext uri="{FF2B5EF4-FFF2-40B4-BE49-F238E27FC236}">
                <a16:creationId xmlns:a16="http://schemas.microsoft.com/office/drawing/2014/main" id="{F86EDCAA-BE80-4700-AC2E-D65C3CDA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2266" y="5831753"/>
            <a:ext cx="847198" cy="222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three-pointer</a:t>
            </a:r>
          </a:p>
        </p:txBody>
      </p:sp>
      <p:sp>
        <p:nvSpPr>
          <p:cNvPr id="374" name="text-291 at">
            <a:extLst xmlns:a="http://schemas.openxmlformats.org/drawingml/2006/main">
              <a:ext uri="{FF2B5EF4-FFF2-40B4-BE49-F238E27FC236}">
                <a16:creationId xmlns:a16="http://schemas.microsoft.com/office/drawing/2014/main" id="{6EAAEA68-2B9B-4277-B1BC-0B33A2A2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257" y="6021973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375" name="text-291 t=0.8s?">
            <a:extLst xmlns:a="http://schemas.openxmlformats.org/drawingml/2006/main">
              <a:ext uri="{FF2B5EF4-FFF2-40B4-BE49-F238E27FC236}">
                <a16:creationId xmlns:a16="http://schemas.microsoft.com/office/drawing/2014/main" id="{5D8C762D-9E74-47A1-9916-3C5ABAB5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0457" y="6021826"/>
            <a:ext cx="491346" cy="221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t=0.8s?</a:t>
            </a:r>
          </a:p>
        </p:txBody>
      </p:sp>
      <p:sp>
        <p:nvSpPr>
          <p:cNvPr id="376" name="text-292 Q(turn">
            <a:extLst xmlns:a="http://schemas.openxmlformats.org/drawingml/2006/main">
              <a:ext uri="{FF2B5EF4-FFF2-40B4-BE49-F238E27FC236}">
                <a16:creationId xmlns:a16="http://schemas.microsoft.com/office/drawing/2014/main" id="{FA98982C-AFC1-453D-949A-EDC8F0B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257" y="6211743"/>
            <a:ext cx="476575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377" name="text-292 2):">
            <a:extLst xmlns:a="http://schemas.openxmlformats.org/drawingml/2006/main">
              <a:ext uri="{FF2B5EF4-FFF2-40B4-BE49-F238E27FC236}">
                <a16:creationId xmlns:a16="http://schemas.microsoft.com/office/drawing/2014/main" id="{EF5C462D-0E24-4897-965D-A45F0A77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160" y="6211669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2):</a:t>
            </a:r>
          </a:p>
        </p:txBody>
      </p:sp>
      <p:sp>
        <p:nvSpPr>
          <p:cNvPr id="378" name="text-294 Show">
            <a:extLst xmlns:a="http://schemas.openxmlformats.org/drawingml/2006/main">
              <a:ext uri="{FF2B5EF4-FFF2-40B4-BE49-F238E27FC236}">
                <a16:creationId xmlns:a16="http://schemas.microsoft.com/office/drawing/2014/main" id="{F618B935-5BF3-47EC-A2CB-EED70E55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8736" y="6212032"/>
            <a:ext cx="387986" cy="221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</a:t>
            </a:r>
          </a:p>
        </p:txBody>
      </p:sp>
      <p:sp>
        <p:nvSpPr>
          <p:cNvPr id="379" name="text-296 his">
            <a:extLst xmlns:a="http://schemas.openxmlformats.org/drawingml/2006/main">
              <a:ext uri="{FF2B5EF4-FFF2-40B4-BE49-F238E27FC236}">
                <a16:creationId xmlns:a16="http://schemas.microsoft.com/office/drawing/2014/main" id="{8EA971F9-CED7-460C-ACCD-C970DE8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8073" y="6211805"/>
            <a:ext cx="221753" cy="22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his</a:t>
            </a:r>
          </a:p>
        </p:txBody>
      </p:sp>
      <p:sp>
        <p:nvSpPr>
          <p:cNvPr id="380" name="text-297 trajectory">
            <a:extLst xmlns:a="http://schemas.openxmlformats.org/drawingml/2006/main">
              <a:ext uri="{FF2B5EF4-FFF2-40B4-BE49-F238E27FC236}">
                <a16:creationId xmlns:a16="http://schemas.microsoft.com/office/drawing/2014/main" id="{A88F5E9F-3364-41BA-81BA-96968891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1349" y="6211214"/>
            <a:ext cx="636267" cy="22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381" name="text-297 from">
            <a:extLst xmlns:a="http://schemas.openxmlformats.org/drawingml/2006/main">
              <a:ext uri="{FF2B5EF4-FFF2-40B4-BE49-F238E27FC236}">
                <a16:creationId xmlns:a16="http://schemas.microsoft.com/office/drawing/2014/main" id="{B8FB8AFF-E576-4BAE-999C-7825573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8986" y="6211666"/>
            <a:ext cx="335922" cy="221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382" name="text-297 0.5s">
            <a:extLst xmlns:a="http://schemas.openxmlformats.org/drawingml/2006/main">
              <a:ext uri="{FF2B5EF4-FFF2-40B4-BE49-F238E27FC236}">
                <a16:creationId xmlns:a16="http://schemas.microsoft.com/office/drawing/2014/main" id="{8D113049-9961-47C5-A46E-4CB3550C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6923" y="6211870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0.5s</a:t>
            </a:r>
          </a:p>
        </p:txBody>
      </p:sp>
      <p:sp>
        <p:nvSpPr>
          <p:cNvPr id="383" name="text-298 to">
            <a:extLst xmlns:a="http://schemas.openxmlformats.org/drawingml/2006/main">
              <a:ext uri="{FF2B5EF4-FFF2-40B4-BE49-F238E27FC236}">
                <a16:creationId xmlns:a16="http://schemas.microsoft.com/office/drawing/2014/main" id="{5C04EA53-B548-42A0-9C5B-51C91872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257" y="6401587"/>
            <a:ext cx="151421" cy="221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384" name="text-298 1.2s">
            <a:extLst xmlns:a="http://schemas.openxmlformats.org/drawingml/2006/main">
              <a:ext uri="{FF2B5EF4-FFF2-40B4-BE49-F238E27FC236}">
                <a16:creationId xmlns:a16="http://schemas.microsoft.com/office/drawing/2014/main" id="{A995DC77-3BCC-42A5-9C03-8BD5D1C7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9155" y="6401653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1.2s</a:t>
            </a:r>
          </a:p>
        </p:txBody>
      </p:sp>
      <p:sp>
        <p:nvSpPr>
          <p:cNvPr id="385" name="path-299">
            <a:extLst xmlns:a="http://schemas.openxmlformats.org/drawingml/2006/main">
              <a:ext uri="{FF2B5EF4-FFF2-40B4-BE49-F238E27FC236}">
                <a16:creationId xmlns:a16="http://schemas.microsoft.com/office/drawing/2014/main" id="{605269B7-D301-4D6C-9133-1A288FD4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329" y="6012628"/>
            <a:ext cx="182192" cy="222047"/>
          </a:xfrm>
          <a:custGeom xmlns:a="http://schemas.openxmlformats.org/drawingml/2006/main">
            <a:pathLst>
              <a:path w="182192" h="222047">
                <a:moveTo>
                  <a:pt x="0" y="130951"/>
                </a:moveTo>
                <a:lnTo>
                  <a:pt x="45548" y="130951"/>
                </a:lnTo>
                <a:lnTo>
                  <a:pt x="45548" y="0"/>
                </a:lnTo>
                <a:lnTo>
                  <a:pt x="136644" y="0"/>
                </a:lnTo>
                <a:lnTo>
                  <a:pt x="136644" y="130951"/>
                </a:lnTo>
                <a:lnTo>
                  <a:pt x="182192" y="130951"/>
                </a:lnTo>
                <a:lnTo>
                  <a:pt x="91096" y="222047"/>
                </a:lnTo>
                <a:lnTo>
                  <a:pt x="0" y="130951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text-300 Q(turn">
            <a:extLst xmlns:a="http://schemas.openxmlformats.org/drawingml/2006/main">
              <a:ext uri="{FF2B5EF4-FFF2-40B4-BE49-F238E27FC236}">
                <a16:creationId xmlns:a16="http://schemas.microsoft.com/office/drawing/2014/main" id="{9D1B00AE-2196-4F5B-8251-4A5416B3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129" y="5891483"/>
            <a:ext cx="476575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387" name="text-300 1):">
            <a:extLst xmlns:a="http://schemas.openxmlformats.org/drawingml/2006/main">
              <a:ext uri="{FF2B5EF4-FFF2-40B4-BE49-F238E27FC236}">
                <a16:creationId xmlns:a16="http://schemas.microsoft.com/office/drawing/2014/main" id="{5F9F8A49-25B4-4D7E-8168-4AD11249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6030" y="5891408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1):</a:t>
            </a:r>
          </a:p>
        </p:txBody>
      </p:sp>
      <p:sp>
        <p:nvSpPr>
          <p:cNvPr id="388" name="text-302 Is">
            <a:extLst xmlns:a="http://schemas.openxmlformats.org/drawingml/2006/main">
              <a:ext uri="{FF2B5EF4-FFF2-40B4-BE49-F238E27FC236}">
                <a16:creationId xmlns:a16="http://schemas.microsoft.com/office/drawing/2014/main" id="{8A43DB1B-309A-427F-A5C2-33A90160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0608" y="5891460"/>
            <a:ext cx="142693" cy="221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389" name="text-302 there">
            <a:extLst xmlns:a="http://schemas.openxmlformats.org/drawingml/2006/main">
              <a:ext uri="{FF2B5EF4-FFF2-40B4-BE49-F238E27FC236}">
                <a16:creationId xmlns:a16="http://schemas.microsoft.com/office/drawing/2014/main" id="{F57D49CB-5EA6-46F5-8EC8-2F5B9593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4808" y="5891202"/>
            <a:ext cx="345082" cy="221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there</a:t>
            </a:r>
          </a:p>
        </p:txBody>
      </p:sp>
      <p:sp>
        <p:nvSpPr>
          <p:cNvPr id="390" name="text-302 a">
            <a:extLst xmlns:a="http://schemas.openxmlformats.org/drawingml/2006/main">
              <a:ext uri="{FF2B5EF4-FFF2-40B4-BE49-F238E27FC236}">
                <a16:creationId xmlns:a16="http://schemas.microsoft.com/office/drawing/2014/main" id="{6757110D-B0B4-48D1-B2EE-B8CAEFAA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444" y="5892215"/>
            <a:ext cx="98180" cy="22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91" name="text-302 cyclist">
            <a:extLst xmlns:a="http://schemas.openxmlformats.org/drawingml/2006/main">
              <a:ext uri="{FF2B5EF4-FFF2-40B4-BE49-F238E27FC236}">
                <a16:creationId xmlns:a16="http://schemas.microsoft.com/office/drawing/2014/main" id="{4D333EE0-FFDB-418C-B01F-2EB97A57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1360" y="5891057"/>
            <a:ext cx="442343" cy="222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cyclist</a:t>
            </a:r>
          </a:p>
        </p:txBody>
      </p:sp>
      <p:sp>
        <p:nvSpPr>
          <p:cNvPr id="392" name="text-302 near">
            <a:extLst xmlns:a="http://schemas.openxmlformats.org/drawingml/2006/main">
              <a:ext uri="{FF2B5EF4-FFF2-40B4-BE49-F238E27FC236}">
                <a16:creationId xmlns:a16="http://schemas.microsoft.com/office/drawing/2014/main" id="{9E623DBA-1753-4A44-9281-1A350C2C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5259" y="5891382"/>
            <a:ext cx="300722" cy="221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</a:t>
            </a:r>
          </a:p>
        </p:txBody>
      </p:sp>
      <p:sp>
        <p:nvSpPr>
          <p:cNvPr id="393" name="text-302 the">
            <a:extLst xmlns:a="http://schemas.openxmlformats.org/drawingml/2006/main">
              <a:ext uri="{FF2B5EF4-FFF2-40B4-BE49-F238E27FC236}">
                <a16:creationId xmlns:a16="http://schemas.microsoft.com/office/drawing/2014/main" id="{12C70378-0C33-4BCF-8948-B866C730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612" y="5891465"/>
            <a:ext cx="221674" cy="221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94" name="text-302 van">
            <a:extLst xmlns:a="http://schemas.openxmlformats.org/drawingml/2006/main">
              <a:ext uri="{FF2B5EF4-FFF2-40B4-BE49-F238E27FC236}">
                <a16:creationId xmlns:a16="http://schemas.microsoft.com/office/drawing/2014/main" id="{68330795-4392-4882-BE8B-DAE71528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0887" y="5891606"/>
            <a:ext cx="256582" cy="221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van</a:t>
            </a:r>
          </a:p>
        </p:txBody>
      </p:sp>
      <p:sp>
        <p:nvSpPr>
          <p:cNvPr id="395" name="text-303 at">
            <a:extLst xmlns:a="http://schemas.openxmlformats.org/drawingml/2006/main">
              <a:ext uri="{FF2B5EF4-FFF2-40B4-BE49-F238E27FC236}">
                <a16:creationId xmlns:a16="http://schemas.microsoft.com/office/drawing/2014/main" id="{85CC8CCD-A652-4306-B52D-5304FBC3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129" y="6081281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396" name="text-303 t=1.0s?">
            <a:extLst xmlns:a="http://schemas.openxmlformats.org/drawingml/2006/main">
              <a:ext uri="{FF2B5EF4-FFF2-40B4-BE49-F238E27FC236}">
                <a16:creationId xmlns:a16="http://schemas.microsoft.com/office/drawing/2014/main" id="{90DE8949-1E8F-4EE6-8F10-D0BAEFE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329" y="6081134"/>
            <a:ext cx="491346" cy="221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t=1.0s?</a:t>
            </a:r>
          </a:p>
        </p:txBody>
      </p:sp>
      <p:sp>
        <p:nvSpPr>
          <p:cNvPr id="397" name="text-304 Q(turn">
            <a:extLst xmlns:a="http://schemas.openxmlformats.org/drawingml/2006/main">
              <a:ext uri="{FF2B5EF4-FFF2-40B4-BE49-F238E27FC236}">
                <a16:creationId xmlns:a16="http://schemas.microsoft.com/office/drawing/2014/main" id="{725FF593-2018-4860-8F9C-3EEEC624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129" y="6271050"/>
            <a:ext cx="476575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398" name="text-304 2):">
            <a:extLst xmlns:a="http://schemas.openxmlformats.org/drawingml/2006/main">
              <a:ext uri="{FF2B5EF4-FFF2-40B4-BE49-F238E27FC236}">
                <a16:creationId xmlns:a16="http://schemas.microsoft.com/office/drawing/2014/main" id="{241E170B-22BF-40B6-BBA8-EE562D64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6030" y="6270976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2):</a:t>
            </a:r>
          </a:p>
        </p:txBody>
      </p:sp>
      <p:sp>
        <p:nvSpPr>
          <p:cNvPr id="399" name="text-306 Where">
            <a:extLst xmlns:a="http://schemas.openxmlformats.org/drawingml/2006/main">
              <a:ext uri="{FF2B5EF4-FFF2-40B4-BE49-F238E27FC236}">
                <a16:creationId xmlns:a16="http://schemas.microsoft.com/office/drawing/2014/main" id="{CDAFB97E-A192-48E7-97DE-81542AEB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0608" y="6270888"/>
            <a:ext cx="450232" cy="221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Where</a:t>
            </a:r>
          </a:p>
        </p:txBody>
      </p:sp>
      <p:sp>
        <p:nvSpPr>
          <p:cNvPr id="400" name="text-306 is">
            <a:extLst xmlns:a="http://schemas.openxmlformats.org/drawingml/2006/main">
              <a:ext uri="{FF2B5EF4-FFF2-40B4-BE49-F238E27FC236}">
                <a16:creationId xmlns:a16="http://schemas.microsoft.com/office/drawing/2014/main" id="{50756F2D-16BF-489A-9460-6E7CBBCA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415" y="6271008"/>
            <a:ext cx="133997" cy="22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401" name="text-307 the">
            <a:extLst xmlns:a="http://schemas.openxmlformats.org/drawingml/2006/main">
              <a:ext uri="{FF2B5EF4-FFF2-40B4-BE49-F238E27FC236}">
                <a16:creationId xmlns:a16="http://schemas.microsoft.com/office/drawing/2014/main" id="{04825862-13BF-4081-8898-78FEA6A3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7917" y="6271197"/>
            <a:ext cx="239041" cy="22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02" name="text-307 cyclist">
            <a:extLst xmlns:a="http://schemas.openxmlformats.org/drawingml/2006/main">
              <a:ext uri="{FF2B5EF4-FFF2-40B4-BE49-F238E27FC236}">
                <a16:creationId xmlns:a16="http://schemas.microsoft.com/office/drawing/2014/main" id="{5DECA5DC-0E10-4127-9022-506C050E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589" y="6270644"/>
            <a:ext cx="451022" cy="22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cyclist</a:t>
            </a:r>
          </a:p>
        </p:txBody>
      </p:sp>
      <p:sp>
        <p:nvSpPr>
          <p:cNvPr id="403" name="text-309 during">
            <a:extLst xmlns:a="http://schemas.openxmlformats.org/drawingml/2006/main">
              <a:ext uri="{FF2B5EF4-FFF2-40B4-BE49-F238E27FC236}">
                <a16:creationId xmlns:a16="http://schemas.microsoft.com/office/drawing/2014/main" id="{7B8C2C69-6E90-4E8A-A667-2086D7D8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1187" y="6270900"/>
            <a:ext cx="441669" cy="22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during</a:t>
            </a:r>
          </a:p>
        </p:txBody>
      </p:sp>
      <p:sp>
        <p:nvSpPr>
          <p:cNvPr id="404" name="text-310 1.0–2.0s">
            <a:extLst xmlns:a="http://schemas.openxmlformats.org/drawingml/2006/main">
              <a:ext uri="{FF2B5EF4-FFF2-40B4-BE49-F238E27FC236}">
                <a16:creationId xmlns:a16="http://schemas.microsoft.com/office/drawing/2014/main" id="{FBC61C02-B2E5-409F-9F37-4E22737C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129" y="6460863"/>
            <a:ext cx="564161" cy="22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1.0–2.0s</a:t>
            </a:r>
          </a:p>
        </p:txBody>
      </p:sp>
      <p:sp>
        <p:nvSpPr>
          <p:cNvPr id="405" name="text-310 when">
            <a:extLst xmlns:a="http://schemas.openxmlformats.org/drawingml/2006/main">
              <a:ext uri="{FF2B5EF4-FFF2-40B4-BE49-F238E27FC236}">
                <a16:creationId xmlns:a16="http://schemas.microsoft.com/office/drawing/2014/main" id="{444DE2BE-5DB6-49CD-A7CB-C3A51C89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806" y="6461027"/>
            <a:ext cx="370439" cy="221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</a:t>
            </a:r>
          </a:p>
        </p:txBody>
      </p:sp>
      <p:sp>
        <p:nvSpPr>
          <p:cNvPr id="406" name="text-311 occluded">
            <a:extLst xmlns:a="http://schemas.openxmlformats.org/drawingml/2006/main">
              <a:ext uri="{FF2B5EF4-FFF2-40B4-BE49-F238E27FC236}">
                <a16:creationId xmlns:a16="http://schemas.microsoft.com/office/drawing/2014/main" id="{1342BFD8-F27D-4DEC-8FC4-CE07594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5746" y="6460752"/>
            <a:ext cx="626045" cy="221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occluded</a:t>
            </a:r>
          </a:p>
        </p:txBody>
      </p:sp>
      <p:sp>
        <p:nvSpPr>
          <p:cNvPr id="407" name="text-311 by">
            <a:extLst xmlns:a="http://schemas.openxmlformats.org/drawingml/2006/main">
              <a:ext uri="{FF2B5EF4-FFF2-40B4-BE49-F238E27FC236}">
                <a16:creationId xmlns:a16="http://schemas.microsoft.com/office/drawing/2014/main" id="{1DACD534-321C-49DC-A8FA-3C69D40B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3103" y="6461303"/>
            <a:ext cx="194839" cy="220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408" name="text-311 the">
            <a:extLst xmlns:a="http://schemas.openxmlformats.org/drawingml/2006/main">
              <a:ext uri="{FF2B5EF4-FFF2-40B4-BE49-F238E27FC236}">
                <a16:creationId xmlns:a16="http://schemas.microsoft.com/office/drawing/2014/main" id="{26908D12-75F9-4DDD-A1D6-4E484454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9493" y="6460981"/>
            <a:ext cx="239041" cy="22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09" name="text-311 car">
            <a:extLst xmlns:a="http://schemas.openxmlformats.org/drawingml/2006/main">
              <a:ext uri="{FF2B5EF4-FFF2-40B4-BE49-F238E27FC236}">
                <a16:creationId xmlns:a16="http://schemas.microsoft.com/office/drawing/2014/main" id="{1198CE1E-1F27-4C06-8FD1-125D2306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0165" y="6460914"/>
            <a:ext cx="247753" cy="22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car</a:t>
            </a:r>
          </a:p>
        </p:txBody>
      </p:sp>
      <p:sp>
        <p:nvSpPr>
          <p:cNvPr id="410" name="text-312 ?">
            <a:extLst xmlns:a="http://schemas.openxmlformats.org/drawingml/2006/main">
              <a:ext uri="{FF2B5EF4-FFF2-40B4-BE49-F238E27FC236}">
                <a16:creationId xmlns:a16="http://schemas.microsoft.com/office/drawing/2014/main" id="{B06E430C-082E-482C-99FA-13E79F20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9998" y="6461566"/>
            <a:ext cx="98180" cy="22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411" name="path-313">
            <a:extLst xmlns:a="http://schemas.openxmlformats.org/drawingml/2006/main">
              <a:ext uri="{FF2B5EF4-FFF2-40B4-BE49-F238E27FC236}">
                <a16:creationId xmlns:a16="http://schemas.microsoft.com/office/drawing/2014/main" id="{37402996-56DF-4D9B-84F3-F94518DC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252" y="6090440"/>
            <a:ext cx="182191" cy="220149"/>
          </a:xfrm>
          <a:custGeom xmlns:a="http://schemas.openxmlformats.org/drawingml/2006/main">
            <a:pathLst>
              <a:path w="182191" h="220149">
                <a:moveTo>
                  <a:pt x="0" y="129053"/>
                </a:moveTo>
                <a:lnTo>
                  <a:pt x="45548" y="129053"/>
                </a:lnTo>
                <a:lnTo>
                  <a:pt x="45548" y="0"/>
                </a:lnTo>
                <a:lnTo>
                  <a:pt x="136643" y="0"/>
                </a:lnTo>
                <a:lnTo>
                  <a:pt x="136643" y="129053"/>
                </a:lnTo>
                <a:lnTo>
                  <a:pt x="182191" y="129053"/>
                </a:lnTo>
                <a:lnTo>
                  <a:pt x="91096" y="220149"/>
                </a:lnTo>
                <a:lnTo>
                  <a:pt x="0" y="129053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-314 Q(turn">
            <a:extLst xmlns:a="http://schemas.openxmlformats.org/drawingml/2006/main">
              <a:ext uri="{FF2B5EF4-FFF2-40B4-BE49-F238E27FC236}">
                <a16:creationId xmlns:a16="http://schemas.microsoft.com/office/drawing/2014/main" id="{2DF348B4-9A12-4DF5-B31D-9B74B94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143" y="5891483"/>
            <a:ext cx="476574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413" name="text-314 1):">
            <a:extLst xmlns:a="http://schemas.openxmlformats.org/drawingml/2006/main">
              <a:ext uri="{FF2B5EF4-FFF2-40B4-BE49-F238E27FC236}">
                <a16:creationId xmlns:a16="http://schemas.microsoft.com/office/drawing/2014/main" id="{9C327AB1-1158-402B-B269-BEFB0658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1045" y="5891408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1):</a:t>
            </a:r>
          </a:p>
        </p:txBody>
      </p:sp>
      <p:sp>
        <p:nvSpPr>
          <p:cNvPr id="414" name="text-316 Who">
            <a:extLst xmlns:a="http://schemas.openxmlformats.org/drawingml/2006/main">
              <a:ext uri="{FF2B5EF4-FFF2-40B4-BE49-F238E27FC236}">
                <a16:creationId xmlns:a16="http://schemas.microsoft.com/office/drawing/2014/main" id="{2667DFF3-118B-42DD-9688-16FFED8B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5623" y="5891523"/>
            <a:ext cx="335673" cy="221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</a:t>
            </a:r>
          </a:p>
        </p:txBody>
      </p:sp>
      <p:sp>
        <p:nvSpPr>
          <p:cNvPr id="415" name="text-316 are">
            <a:extLst xmlns:a="http://schemas.openxmlformats.org/drawingml/2006/main">
              <a:ext uri="{FF2B5EF4-FFF2-40B4-BE49-F238E27FC236}">
                <a16:creationId xmlns:a16="http://schemas.microsoft.com/office/drawing/2014/main" id="{67472B49-032D-4686-A95B-66691437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769" y="5891308"/>
            <a:ext cx="221703" cy="22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</a:t>
            </a:r>
          </a:p>
        </p:txBody>
      </p:sp>
      <p:sp>
        <p:nvSpPr>
          <p:cNvPr id="416" name="text-316 the">
            <a:extLst xmlns:a="http://schemas.openxmlformats.org/drawingml/2006/main">
              <a:ext uri="{FF2B5EF4-FFF2-40B4-BE49-F238E27FC236}">
                <a16:creationId xmlns:a16="http://schemas.microsoft.com/office/drawing/2014/main" id="{3D9A8DAB-0648-4804-834C-381CFA50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6045" y="5891464"/>
            <a:ext cx="221676" cy="221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17" name="text-316 foreground">
            <a:extLst xmlns:a="http://schemas.openxmlformats.org/drawingml/2006/main">
              <a:ext uri="{FF2B5EF4-FFF2-40B4-BE49-F238E27FC236}">
                <a16:creationId xmlns:a16="http://schemas.microsoft.com/office/drawing/2014/main" id="{83D6CD15-859B-4122-B39E-21E496F6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9321" y="5891274"/>
            <a:ext cx="731890" cy="221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foreground</a:t>
            </a:r>
          </a:p>
        </p:txBody>
      </p:sp>
      <p:sp>
        <p:nvSpPr>
          <p:cNvPr id="418" name="text-317 pedestrians?">
            <a:extLst xmlns:a="http://schemas.openxmlformats.org/drawingml/2006/main">
              <a:ext uri="{FF2B5EF4-FFF2-40B4-BE49-F238E27FC236}">
                <a16:creationId xmlns:a16="http://schemas.microsoft.com/office/drawing/2014/main" id="{8E61A31E-7D10-4827-8085-6BF82324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143" y="6080927"/>
            <a:ext cx="811645" cy="221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pedestrians?</a:t>
            </a:r>
          </a:p>
        </p:txBody>
      </p:sp>
      <p:sp>
        <p:nvSpPr>
          <p:cNvPr id="419" name="text-318 Q(turn">
            <a:extLst xmlns:a="http://schemas.openxmlformats.org/drawingml/2006/main">
              <a:ext uri="{FF2B5EF4-FFF2-40B4-BE49-F238E27FC236}">
                <a16:creationId xmlns:a16="http://schemas.microsoft.com/office/drawing/2014/main" id="{3C7DE3C5-E811-429C-B01A-793D4EC7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143" y="6271051"/>
            <a:ext cx="476574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420" name="text-318 2):">
            <a:extLst xmlns:a="http://schemas.openxmlformats.org/drawingml/2006/main">
              <a:ext uri="{FF2B5EF4-FFF2-40B4-BE49-F238E27FC236}">
                <a16:creationId xmlns:a16="http://schemas.microsoft.com/office/drawing/2014/main" id="{E03723B5-153F-473D-8A4C-6AA8041F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1045" y="6270976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2):</a:t>
            </a:r>
          </a:p>
        </p:txBody>
      </p:sp>
      <p:sp>
        <p:nvSpPr>
          <p:cNvPr id="421" name="text-320 Trajectory">
            <a:extLst xmlns:a="http://schemas.openxmlformats.org/drawingml/2006/main">
              <a:ext uri="{FF2B5EF4-FFF2-40B4-BE49-F238E27FC236}">
                <a16:creationId xmlns:a16="http://schemas.microsoft.com/office/drawing/2014/main" id="{EA82FCAA-181B-417F-93C5-128EADC0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5623" y="6269326"/>
            <a:ext cx="688670" cy="22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422" name="text-320 of">
            <a:extLst xmlns:a="http://schemas.openxmlformats.org/drawingml/2006/main">
              <a:ext uri="{FF2B5EF4-FFF2-40B4-BE49-F238E27FC236}">
                <a16:creationId xmlns:a16="http://schemas.microsoft.com/office/drawing/2014/main" id="{A870A397-5044-4612-8035-D21B5CA9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5449" y="6271343"/>
            <a:ext cx="159894" cy="2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423" name="text-321 the">
            <a:extLst xmlns:a="http://schemas.openxmlformats.org/drawingml/2006/main">
              <a:ext uri="{FF2B5EF4-FFF2-40B4-BE49-F238E27FC236}">
                <a16:creationId xmlns:a16="http://schemas.microsoft.com/office/drawing/2014/main" id="{36FB0813-A5DB-47B3-B6A8-EC160BC5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047" y="6271196"/>
            <a:ext cx="239043" cy="221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24" name="text-321 one">
            <a:extLst xmlns:a="http://schemas.openxmlformats.org/drawingml/2006/main">
              <a:ext uri="{FF2B5EF4-FFF2-40B4-BE49-F238E27FC236}">
                <a16:creationId xmlns:a16="http://schemas.microsoft.com/office/drawing/2014/main" id="{709CA527-7EB2-4B88-A22B-747B69DA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7720" y="6271334"/>
            <a:ext cx="265113" cy="221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one</a:t>
            </a:r>
          </a:p>
        </p:txBody>
      </p:sp>
      <p:sp>
        <p:nvSpPr>
          <p:cNvPr id="425" name="text-321 with">
            <a:extLst xmlns:a="http://schemas.openxmlformats.org/drawingml/2006/main">
              <a:ext uri="{FF2B5EF4-FFF2-40B4-BE49-F238E27FC236}">
                <a16:creationId xmlns:a16="http://schemas.microsoft.com/office/drawing/2014/main" id="{189897AD-82EC-4614-A4C1-A09DB975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4488" y="6271063"/>
            <a:ext cx="327117" cy="22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426" name="text-322 the">
            <a:extLst xmlns:a="http://schemas.openxmlformats.org/drawingml/2006/main">
              <a:ext uri="{FF2B5EF4-FFF2-40B4-BE49-F238E27FC236}">
                <a16:creationId xmlns:a16="http://schemas.microsoft.com/office/drawing/2014/main" id="{F7AD41EE-1A84-4126-819A-664B2DB7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143" y="6460981"/>
            <a:ext cx="239041" cy="22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27" name="text-322 backpack">
            <a:extLst xmlns:a="http://schemas.openxmlformats.org/drawingml/2006/main">
              <a:ext uri="{FF2B5EF4-FFF2-40B4-BE49-F238E27FC236}">
                <a16:creationId xmlns:a16="http://schemas.microsoft.com/office/drawing/2014/main" id="{939E03EB-2E6F-4D24-91D1-8660FBCB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3815" y="6460941"/>
            <a:ext cx="678201" cy="221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backpack</a:t>
            </a:r>
          </a:p>
        </p:txBody>
      </p:sp>
      <p:sp>
        <p:nvSpPr>
          <p:cNvPr id="428" name="text-323 .">
            <a:extLst xmlns:a="http://schemas.openxmlformats.org/drawingml/2006/main">
              <a:ext uri="{FF2B5EF4-FFF2-40B4-BE49-F238E27FC236}">
                <a16:creationId xmlns:a16="http://schemas.microsoft.com/office/drawing/2014/main" id="{781DC236-9119-48F6-BEE0-0C550ED2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3825" y="6461616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29" name="path-324">
            <a:extLst xmlns:a="http://schemas.openxmlformats.org/drawingml/2006/main">
              <a:ext uri="{FF2B5EF4-FFF2-40B4-BE49-F238E27FC236}">
                <a16:creationId xmlns:a16="http://schemas.microsoft.com/office/drawing/2014/main" id="{F54609AA-EF00-44FE-A879-7147D9BA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2462" y="6090440"/>
            <a:ext cx="182192" cy="220149"/>
          </a:xfrm>
          <a:custGeom xmlns:a="http://schemas.openxmlformats.org/drawingml/2006/main">
            <a:pathLst>
              <a:path w="182192" h="220149">
                <a:moveTo>
                  <a:pt x="0" y="130951"/>
                </a:moveTo>
                <a:lnTo>
                  <a:pt x="45548" y="130951"/>
                </a:lnTo>
                <a:lnTo>
                  <a:pt x="45548" y="0"/>
                </a:lnTo>
                <a:lnTo>
                  <a:pt x="136645" y="0"/>
                </a:lnTo>
                <a:lnTo>
                  <a:pt x="136645" y="130951"/>
                </a:lnTo>
                <a:lnTo>
                  <a:pt x="182192" y="130951"/>
                </a:lnTo>
                <a:lnTo>
                  <a:pt x="91097" y="220149"/>
                </a:lnTo>
                <a:lnTo>
                  <a:pt x="0" y="130951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325">
            <a:extLst xmlns:a="http://schemas.openxmlformats.org/drawingml/2006/main">
              <a:ext uri="{FF2B5EF4-FFF2-40B4-BE49-F238E27FC236}">
                <a16:creationId xmlns:a16="http://schemas.microsoft.com/office/drawing/2014/main" id="{9E47864B-35BF-4E32-8F34-2BFFC160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95" y="6718624"/>
            <a:ext cx="4750919" cy="1325322"/>
          </a:xfrm>
          <a:custGeom xmlns:a="http://schemas.openxmlformats.org/drawingml/2006/main">
            <a:pathLst>
              <a:path w="4750919" h="1325322">
                <a:moveTo>
                  <a:pt x="0" y="1216212"/>
                </a:moveTo>
                <a:lnTo>
                  <a:pt x="0" y="1121321"/>
                </a:lnTo>
                <a:lnTo>
                  <a:pt x="23723" y="1121321"/>
                </a:lnTo>
                <a:lnTo>
                  <a:pt x="23723" y="1216212"/>
                </a:lnTo>
                <a:lnTo>
                  <a:pt x="0" y="1216212"/>
                </a:lnTo>
                <a:moveTo>
                  <a:pt x="0" y="1050153"/>
                </a:moveTo>
                <a:lnTo>
                  <a:pt x="0" y="955261"/>
                </a:lnTo>
                <a:lnTo>
                  <a:pt x="23723" y="955261"/>
                </a:lnTo>
                <a:lnTo>
                  <a:pt x="23723" y="1050153"/>
                </a:lnTo>
                <a:lnTo>
                  <a:pt x="0" y="1050153"/>
                </a:lnTo>
                <a:moveTo>
                  <a:pt x="0" y="884091"/>
                </a:moveTo>
                <a:lnTo>
                  <a:pt x="0" y="789199"/>
                </a:lnTo>
                <a:lnTo>
                  <a:pt x="23723" y="789199"/>
                </a:lnTo>
                <a:lnTo>
                  <a:pt x="23723" y="884091"/>
                </a:lnTo>
                <a:lnTo>
                  <a:pt x="0" y="884091"/>
                </a:lnTo>
                <a:moveTo>
                  <a:pt x="0" y="718031"/>
                </a:moveTo>
                <a:lnTo>
                  <a:pt x="0" y="623139"/>
                </a:lnTo>
                <a:lnTo>
                  <a:pt x="23723" y="623139"/>
                </a:lnTo>
                <a:lnTo>
                  <a:pt x="23723" y="718031"/>
                </a:lnTo>
                <a:lnTo>
                  <a:pt x="0" y="718031"/>
                </a:lnTo>
                <a:moveTo>
                  <a:pt x="0" y="551969"/>
                </a:moveTo>
                <a:lnTo>
                  <a:pt x="0" y="457077"/>
                </a:lnTo>
                <a:lnTo>
                  <a:pt x="23723" y="457077"/>
                </a:lnTo>
                <a:lnTo>
                  <a:pt x="23723" y="551969"/>
                </a:lnTo>
                <a:lnTo>
                  <a:pt x="0" y="551969"/>
                </a:lnTo>
                <a:moveTo>
                  <a:pt x="0" y="385910"/>
                </a:moveTo>
                <a:lnTo>
                  <a:pt x="0" y="291017"/>
                </a:lnTo>
                <a:lnTo>
                  <a:pt x="23723" y="291017"/>
                </a:lnTo>
                <a:lnTo>
                  <a:pt x="23723" y="385910"/>
                </a:lnTo>
                <a:lnTo>
                  <a:pt x="0" y="385910"/>
                </a:lnTo>
                <a:moveTo>
                  <a:pt x="0" y="219848"/>
                </a:moveTo>
                <a:lnTo>
                  <a:pt x="0" y="124956"/>
                </a:lnTo>
                <a:lnTo>
                  <a:pt x="23723" y="124956"/>
                </a:lnTo>
                <a:lnTo>
                  <a:pt x="23723" y="219848"/>
                </a:lnTo>
                <a:lnTo>
                  <a:pt x="0" y="219848"/>
                </a:lnTo>
                <a:moveTo>
                  <a:pt x="17191" y="50340"/>
                </a:moveTo>
                <a:lnTo>
                  <a:pt x="18631" y="48094"/>
                </a:lnTo>
                <a:lnTo>
                  <a:pt x="21683" y="43824"/>
                </a:lnTo>
                <a:lnTo>
                  <a:pt x="24909" y="39696"/>
                </a:lnTo>
                <a:lnTo>
                  <a:pt x="28341" y="35743"/>
                </a:lnTo>
                <a:lnTo>
                  <a:pt x="31947" y="31946"/>
                </a:lnTo>
                <a:lnTo>
                  <a:pt x="35743" y="28341"/>
                </a:lnTo>
                <a:lnTo>
                  <a:pt x="39696" y="24909"/>
                </a:lnTo>
                <a:lnTo>
                  <a:pt x="43824" y="21682"/>
                </a:lnTo>
                <a:lnTo>
                  <a:pt x="48094" y="18630"/>
                </a:lnTo>
                <a:lnTo>
                  <a:pt x="52523" y="15799"/>
                </a:lnTo>
                <a:lnTo>
                  <a:pt x="57093" y="13174"/>
                </a:lnTo>
                <a:lnTo>
                  <a:pt x="61790" y="10754"/>
                </a:lnTo>
                <a:lnTo>
                  <a:pt x="66630" y="8572"/>
                </a:lnTo>
                <a:lnTo>
                  <a:pt x="71596" y="6626"/>
                </a:lnTo>
                <a:lnTo>
                  <a:pt x="76657" y="4903"/>
                </a:lnTo>
                <a:lnTo>
                  <a:pt x="81844" y="3432"/>
                </a:lnTo>
                <a:lnTo>
                  <a:pt x="87127" y="2214"/>
                </a:lnTo>
                <a:lnTo>
                  <a:pt x="92504" y="1249"/>
                </a:lnTo>
                <a:lnTo>
                  <a:pt x="97960" y="553"/>
                </a:lnTo>
                <a:lnTo>
                  <a:pt x="103495" y="142"/>
                </a:lnTo>
                <a:lnTo>
                  <a:pt x="106247" y="63"/>
                </a:lnTo>
                <a:lnTo>
                  <a:pt x="106848" y="23786"/>
                </a:lnTo>
                <a:lnTo>
                  <a:pt x="104397" y="23849"/>
                </a:lnTo>
                <a:lnTo>
                  <a:pt x="104998" y="23818"/>
                </a:lnTo>
                <a:lnTo>
                  <a:pt x="100064" y="24197"/>
                </a:lnTo>
                <a:lnTo>
                  <a:pt x="100664" y="24134"/>
                </a:lnTo>
                <a:lnTo>
                  <a:pt x="95793" y="24751"/>
                </a:lnTo>
                <a:lnTo>
                  <a:pt x="96379" y="24655"/>
                </a:lnTo>
                <a:lnTo>
                  <a:pt x="91587" y="25510"/>
                </a:lnTo>
                <a:lnTo>
                  <a:pt x="92172" y="25399"/>
                </a:lnTo>
                <a:lnTo>
                  <a:pt x="87475" y="26475"/>
                </a:lnTo>
                <a:lnTo>
                  <a:pt x="88044" y="26332"/>
                </a:lnTo>
                <a:lnTo>
                  <a:pt x="83426" y="27645"/>
                </a:lnTo>
                <a:lnTo>
                  <a:pt x="83995" y="27471"/>
                </a:lnTo>
                <a:lnTo>
                  <a:pt x="79472" y="29005"/>
                </a:lnTo>
                <a:lnTo>
                  <a:pt x="80026" y="28799"/>
                </a:lnTo>
                <a:lnTo>
                  <a:pt x="75597" y="30539"/>
                </a:lnTo>
                <a:lnTo>
                  <a:pt x="76135" y="30317"/>
                </a:lnTo>
                <a:lnTo>
                  <a:pt x="71833" y="32263"/>
                </a:lnTo>
                <a:lnTo>
                  <a:pt x="72355" y="32010"/>
                </a:lnTo>
                <a:lnTo>
                  <a:pt x="68164" y="34161"/>
                </a:lnTo>
                <a:lnTo>
                  <a:pt x="68670" y="33876"/>
                </a:lnTo>
                <a:lnTo>
                  <a:pt x="64590" y="36217"/>
                </a:lnTo>
                <a:lnTo>
                  <a:pt x="65080" y="35932"/>
                </a:lnTo>
                <a:lnTo>
                  <a:pt x="61142" y="38446"/>
                </a:lnTo>
                <a:lnTo>
                  <a:pt x="61617" y="38131"/>
                </a:lnTo>
                <a:lnTo>
                  <a:pt x="57789" y="40851"/>
                </a:lnTo>
                <a:lnTo>
                  <a:pt x="58248" y="40503"/>
                </a:lnTo>
                <a:lnTo>
                  <a:pt x="54579" y="43397"/>
                </a:lnTo>
                <a:lnTo>
                  <a:pt x="55022" y="43033"/>
                </a:lnTo>
                <a:lnTo>
                  <a:pt x="51479" y="46086"/>
                </a:lnTo>
                <a:lnTo>
                  <a:pt x="51906" y="45706"/>
                </a:lnTo>
                <a:lnTo>
                  <a:pt x="48521" y="48932"/>
                </a:lnTo>
                <a:lnTo>
                  <a:pt x="48933" y="48521"/>
                </a:lnTo>
                <a:lnTo>
                  <a:pt x="45706" y="51906"/>
                </a:lnTo>
                <a:lnTo>
                  <a:pt x="46086" y="51479"/>
                </a:lnTo>
                <a:lnTo>
                  <a:pt x="43033" y="55021"/>
                </a:lnTo>
                <a:lnTo>
                  <a:pt x="43397" y="54578"/>
                </a:lnTo>
                <a:lnTo>
                  <a:pt x="40503" y="58248"/>
                </a:lnTo>
                <a:lnTo>
                  <a:pt x="40851" y="57789"/>
                </a:lnTo>
                <a:lnTo>
                  <a:pt x="38131" y="61616"/>
                </a:lnTo>
                <a:lnTo>
                  <a:pt x="38447" y="61142"/>
                </a:lnTo>
                <a:lnTo>
                  <a:pt x="37166" y="63135"/>
                </a:lnTo>
                <a:lnTo>
                  <a:pt x="17191" y="50340"/>
                </a:lnTo>
                <a:moveTo>
                  <a:pt x="177717" y="0"/>
                </a:moveTo>
                <a:lnTo>
                  <a:pt x="272609" y="0"/>
                </a:lnTo>
                <a:lnTo>
                  <a:pt x="272609" y="23723"/>
                </a:lnTo>
                <a:lnTo>
                  <a:pt x="177717" y="23723"/>
                </a:lnTo>
                <a:lnTo>
                  <a:pt x="177717" y="0"/>
                </a:lnTo>
                <a:moveTo>
                  <a:pt x="343778" y="0"/>
                </a:moveTo>
                <a:lnTo>
                  <a:pt x="438669" y="0"/>
                </a:lnTo>
                <a:lnTo>
                  <a:pt x="438669" y="23723"/>
                </a:lnTo>
                <a:lnTo>
                  <a:pt x="343778" y="23723"/>
                </a:lnTo>
                <a:lnTo>
                  <a:pt x="343778" y="0"/>
                </a:lnTo>
                <a:moveTo>
                  <a:pt x="509838" y="0"/>
                </a:moveTo>
                <a:lnTo>
                  <a:pt x="604730" y="0"/>
                </a:lnTo>
                <a:lnTo>
                  <a:pt x="604730" y="23723"/>
                </a:lnTo>
                <a:lnTo>
                  <a:pt x="509838" y="23723"/>
                </a:lnTo>
                <a:lnTo>
                  <a:pt x="509838" y="0"/>
                </a:lnTo>
                <a:moveTo>
                  <a:pt x="675899" y="0"/>
                </a:moveTo>
                <a:lnTo>
                  <a:pt x="770791" y="0"/>
                </a:lnTo>
                <a:lnTo>
                  <a:pt x="770791" y="23723"/>
                </a:lnTo>
                <a:lnTo>
                  <a:pt x="675899" y="23723"/>
                </a:lnTo>
                <a:lnTo>
                  <a:pt x="675899" y="0"/>
                </a:lnTo>
                <a:moveTo>
                  <a:pt x="841960" y="0"/>
                </a:moveTo>
                <a:lnTo>
                  <a:pt x="936852" y="0"/>
                </a:lnTo>
                <a:lnTo>
                  <a:pt x="936852" y="23723"/>
                </a:lnTo>
                <a:lnTo>
                  <a:pt x="841960" y="23723"/>
                </a:lnTo>
                <a:lnTo>
                  <a:pt x="841960" y="0"/>
                </a:lnTo>
                <a:moveTo>
                  <a:pt x="1008021" y="0"/>
                </a:moveTo>
                <a:lnTo>
                  <a:pt x="1102913" y="0"/>
                </a:lnTo>
                <a:lnTo>
                  <a:pt x="1102913" y="23723"/>
                </a:lnTo>
                <a:lnTo>
                  <a:pt x="1008021" y="23723"/>
                </a:lnTo>
                <a:lnTo>
                  <a:pt x="1008021" y="0"/>
                </a:lnTo>
                <a:moveTo>
                  <a:pt x="1174082" y="0"/>
                </a:moveTo>
                <a:lnTo>
                  <a:pt x="1268973" y="0"/>
                </a:lnTo>
                <a:lnTo>
                  <a:pt x="1268973" y="23723"/>
                </a:lnTo>
                <a:lnTo>
                  <a:pt x="1174082" y="23723"/>
                </a:lnTo>
                <a:lnTo>
                  <a:pt x="1174082" y="0"/>
                </a:lnTo>
                <a:moveTo>
                  <a:pt x="1340142" y="0"/>
                </a:moveTo>
                <a:lnTo>
                  <a:pt x="1435034" y="0"/>
                </a:lnTo>
                <a:lnTo>
                  <a:pt x="1435034" y="23723"/>
                </a:lnTo>
                <a:lnTo>
                  <a:pt x="1340142" y="23723"/>
                </a:lnTo>
                <a:lnTo>
                  <a:pt x="1340142" y="0"/>
                </a:lnTo>
                <a:moveTo>
                  <a:pt x="1506203" y="0"/>
                </a:moveTo>
                <a:lnTo>
                  <a:pt x="1601095" y="0"/>
                </a:lnTo>
                <a:lnTo>
                  <a:pt x="1601095" y="23723"/>
                </a:lnTo>
                <a:lnTo>
                  <a:pt x="1506203" y="23723"/>
                </a:lnTo>
                <a:lnTo>
                  <a:pt x="1506203" y="0"/>
                </a:lnTo>
                <a:moveTo>
                  <a:pt x="1672264" y="0"/>
                </a:moveTo>
                <a:lnTo>
                  <a:pt x="1767156" y="0"/>
                </a:lnTo>
                <a:lnTo>
                  <a:pt x="1767156" y="23723"/>
                </a:lnTo>
                <a:lnTo>
                  <a:pt x="1672264" y="23723"/>
                </a:lnTo>
                <a:lnTo>
                  <a:pt x="1672264" y="0"/>
                </a:lnTo>
                <a:moveTo>
                  <a:pt x="1838324" y="0"/>
                </a:moveTo>
                <a:lnTo>
                  <a:pt x="1933216" y="0"/>
                </a:lnTo>
                <a:lnTo>
                  <a:pt x="1933216" y="23723"/>
                </a:lnTo>
                <a:lnTo>
                  <a:pt x="1838324" y="23723"/>
                </a:lnTo>
                <a:lnTo>
                  <a:pt x="1838324" y="0"/>
                </a:lnTo>
                <a:moveTo>
                  <a:pt x="2004385" y="0"/>
                </a:moveTo>
                <a:lnTo>
                  <a:pt x="2099277" y="0"/>
                </a:lnTo>
                <a:lnTo>
                  <a:pt x="2099277" y="23723"/>
                </a:lnTo>
                <a:lnTo>
                  <a:pt x="2004385" y="23723"/>
                </a:lnTo>
                <a:lnTo>
                  <a:pt x="2004385" y="0"/>
                </a:lnTo>
                <a:moveTo>
                  <a:pt x="2170446" y="0"/>
                </a:moveTo>
                <a:lnTo>
                  <a:pt x="2265338" y="0"/>
                </a:lnTo>
                <a:lnTo>
                  <a:pt x="2265338" y="23723"/>
                </a:lnTo>
                <a:lnTo>
                  <a:pt x="2170446" y="23723"/>
                </a:lnTo>
                <a:lnTo>
                  <a:pt x="2170446" y="0"/>
                </a:lnTo>
                <a:moveTo>
                  <a:pt x="2336507" y="0"/>
                </a:moveTo>
                <a:lnTo>
                  <a:pt x="2431398" y="0"/>
                </a:lnTo>
                <a:lnTo>
                  <a:pt x="2431398" y="23723"/>
                </a:lnTo>
                <a:lnTo>
                  <a:pt x="2336507" y="23723"/>
                </a:lnTo>
                <a:lnTo>
                  <a:pt x="2336507" y="0"/>
                </a:lnTo>
                <a:moveTo>
                  <a:pt x="2502567" y="0"/>
                </a:moveTo>
                <a:lnTo>
                  <a:pt x="2597459" y="0"/>
                </a:lnTo>
                <a:lnTo>
                  <a:pt x="2597459" y="23723"/>
                </a:lnTo>
                <a:lnTo>
                  <a:pt x="2502567" y="23723"/>
                </a:lnTo>
                <a:lnTo>
                  <a:pt x="2502567" y="0"/>
                </a:lnTo>
                <a:moveTo>
                  <a:pt x="2668628" y="0"/>
                </a:moveTo>
                <a:lnTo>
                  <a:pt x="2763520" y="0"/>
                </a:lnTo>
                <a:lnTo>
                  <a:pt x="2763520" y="23723"/>
                </a:lnTo>
                <a:lnTo>
                  <a:pt x="2668628" y="23723"/>
                </a:lnTo>
                <a:lnTo>
                  <a:pt x="2668628" y="0"/>
                </a:lnTo>
                <a:moveTo>
                  <a:pt x="2834689" y="0"/>
                </a:moveTo>
                <a:lnTo>
                  <a:pt x="2929581" y="0"/>
                </a:lnTo>
                <a:lnTo>
                  <a:pt x="2929581" y="23723"/>
                </a:lnTo>
                <a:lnTo>
                  <a:pt x="2834689" y="23723"/>
                </a:lnTo>
                <a:lnTo>
                  <a:pt x="2834689" y="0"/>
                </a:lnTo>
                <a:moveTo>
                  <a:pt x="3000750" y="0"/>
                </a:moveTo>
                <a:lnTo>
                  <a:pt x="3095642" y="0"/>
                </a:lnTo>
                <a:lnTo>
                  <a:pt x="3095642" y="23723"/>
                </a:lnTo>
                <a:lnTo>
                  <a:pt x="3000750" y="23723"/>
                </a:lnTo>
                <a:lnTo>
                  <a:pt x="3000750" y="0"/>
                </a:lnTo>
                <a:moveTo>
                  <a:pt x="3166810" y="0"/>
                </a:moveTo>
                <a:lnTo>
                  <a:pt x="3261702" y="0"/>
                </a:lnTo>
                <a:lnTo>
                  <a:pt x="3261702" y="23723"/>
                </a:lnTo>
                <a:lnTo>
                  <a:pt x="3166810" y="23723"/>
                </a:lnTo>
                <a:lnTo>
                  <a:pt x="3166810" y="0"/>
                </a:lnTo>
                <a:moveTo>
                  <a:pt x="3332871" y="0"/>
                </a:moveTo>
                <a:lnTo>
                  <a:pt x="3427763" y="0"/>
                </a:lnTo>
                <a:lnTo>
                  <a:pt x="3427763" y="23723"/>
                </a:lnTo>
                <a:lnTo>
                  <a:pt x="3332871" y="23723"/>
                </a:lnTo>
                <a:lnTo>
                  <a:pt x="3332871" y="0"/>
                </a:lnTo>
                <a:moveTo>
                  <a:pt x="3498932" y="0"/>
                </a:moveTo>
                <a:lnTo>
                  <a:pt x="3593823" y="0"/>
                </a:lnTo>
                <a:lnTo>
                  <a:pt x="3593823" y="23723"/>
                </a:lnTo>
                <a:lnTo>
                  <a:pt x="3498932" y="23723"/>
                </a:lnTo>
                <a:lnTo>
                  <a:pt x="3498932" y="0"/>
                </a:lnTo>
                <a:moveTo>
                  <a:pt x="3664992" y="0"/>
                </a:moveTo>
                <a:lnTo>
                  <a:pt x="3759884" y="0"/>
                </a:lnTo>
                <a:lnTo>
                  <a:pt x="3759884" y="23723"/>
                </a:lnTo>
                <a:lnTo>
                  <a:pt x="3664992" y="23723"/>
                </a:lnTo>
                <a:lnTo>
                  <a:pt x="3664992" y="0"/>
                </a:lnTo>
                <a:moveTo>
                  <a:pt x="3831053" y="0"/>
                </a:moveTo>
                <a:lnTo>
                  <a:pt x="3925945" y="0"/>
                </a:lnTo>
                <a:lnTo>
                  <a:pt x="3925945" y="23723"/>
                </a:lnTo>
                <a:lnTo>
                  <a:pt x="3831053" y="23723"/>
                </a:lnTo>
                <a:lnTo>
                  <a:pt x="3831053" y="0"/>
                </a:lnTo>
                <a:moveTo>
                  <a:pt x="3997114" y="0"/>
                </a:moveTo>
                <a:lnTo>
                  <a:pt x="4092006" y="0"/>
                </a:lnTo>
                <a:lnTo>
                  <a:pt x="4092006" y="23723"/>
                </a:lnTo>
                <a:lnTo>
                  <a:pt x="3997114" y="23723"/>
                </a:lnTo>
                <a:lnTo>
                  <a:pt x="3997114" y="0"/>
                </a:lnTo>
                <a:moveTo>
                  <a:pt x="4163175" y="0"/>
                </a:moveTo>
                <a:lnTo>
                  <a:pt x="4258067" y="0"/>
                </a:lnTo>
                <a:lnTo>
                  <a:pt x="4258067" y="23723"/>
                </a:lnTo>
                <a:lnTo>
                  <a:pt x="4163175" y="23723"/>
                </a:lnTo>
                <a:lnTo>
                  <a:pt x="4163175" y="0"/>
                </a:lnTo>
                <a:moveTo>
                  <a:pt x="4329235" y="0"/>
                </a:moveTo>
                <a:lnTo>
                  <a:pt x="4424127" y="0"/>
                </a:lnTo>
                <a:lnTo>
                  <a:pt x="4424127" y="23723"/>
                </a:lnTo>
                <a:lnTo>
                  <a:pt x="4329235" y="23723"/>
                </a:lnTo>
                <a:lnTo>
                  <a:pt x="4329235" y="0"/>
                </a:lnTo>
                <a:moveTo>
                  <a:pt x="4495296" y="0"/>
                </a:moveTo>
                <a:lnTo>
                  <a:pt x="4590188" y="0"/>
                </a:lnTo>
                <a:lnTo>
                  <a:pt x="4590188" y="23723"/>
                </a:lnTo>
                <a:lnTo>
                  <a:pt x="4495296" y="23723"/>
                </a:lnTo>
                <a:lnTo>
                  <a:pt x="4495296" y="0"/>
                </a:lnTo>
                <a:moveTo>
                  <a:pt x="4663319" y="2135"/>
                </a:moveTo>
                <a:lnTo>
                  <a:pt x="4663793" y="2214"/>
                </a:lnTo>
                <a:lnTo>
                  <a:pt x="4669075" y="3432"/>
                </a:lnTo>
                <a:lnTo>
                  <a:pt x="4674262" y="4903"/>
                </a:lnTo>
                <a:lnTo>
                  <a:pt x="4679323" y="6626"/>
                </a:lnTo>
                <a:lnTo>
                  <a:pt x="4684289" y="8572"/>
                </a:lnTo>
                <a:lnTo>
                  <a:pt x="4689129" y="10754"/>
                </a:lnTo>
                <a:lnTo>
                  <a:pt x="4693826" y="13174"/>
                </a:lnTo>
                <a:lnTo>
                  <a:pt x="4698397" y="15799"/>
                </a:lnTo>
                <a:lnTo>
                  <a:pt x="4702825" y="18630"/>
                </a:lnTo>
                <a:lnTo>
                  <a:pt x="4707095" y="21682"/>
                </a:lnTo>
                <a:lnTo>
                  <a:pt x="4711223" y="24909"/>
                </a:lnTo>
                <a:lnTo>
                  <a:pt x="4715177" y="28341"/>
                </a:lnTo>
                <a:lnTo>
                  <a:pt x="4718972" y="31946"/>
                </a:lnTo>
                <a:lnTo>
                  <a:pt x="4722578" y="35743"/>
                </a:lnTo>
                <a:lnTo>
                  <a:pt x="4726010" y="39696"/>
                </a:lnTo>
                <a:lnTo>
                  <a:pt x="4729237" y="43824"/>
                </a:lnTo>
                <a:lnTo>
                  <a:pt x="4732289" y="48094"/>
                </a:lnTo>
                <a:lnTo>
                  <a:pt x="4735120" y="52522"/>
                </a:lnTo>
                <a:lnTo>
                  <a:pt x="4737745" y="57093"/>
                </a:lnTo>
                <a:lnTo>
                  <a:pt x="4740165" y="61790"/>
                </a:lnTo>
                <a:lnTo>
                  <a:pt x="4742347" y="66630"/>
                </a:lnTo>
                <a:lnTo>
                  <a:pt x="4742647" y="67420"/>
                </a:lnTo>
                <a:lnTo>
                  <a:pt x="4720586" y="76119"/>
                </a:lnTo>
                <a:lnTo>
                  <a:pt x="4720380" y="75597"/>
                </a:lnTo>
                <a:lnTo>
                  <a:pt x="4720601" y="76134"/>
                </a:lnTo>
                <a:lnTo>
                  <a:pt x="4718656" y="71833"/>
                </a:lnTo>
                <a:lnTo>
                  <a:pt x="4718909" y="72355"/>
                </a:lnTo>
                <a:lnTo>
                  <a:pt x="4716758" y="68164"/>
                </a:lnTo>
                <a:lnTo>
                  <a:pt x="4717043" y="68670"/>
                </a:lnTo>
                <a:lnTo>
                  <a:pt x="4714703" y="64590"/>
                </a:lnTo>
                <a:lnTo>
                  <a:pt x="4714987" y="65080"/>
                </a:lnTo>
                <a:lnTo>
                  <a:pt x="4712473" y="61142"/>
                </a:lnTo>
                <a:lnTo>
                  <a:pt x="4712789" y="61616"/>
                </a:lnTo>
                <a:lnTo>
                  <a:pt x="4710068" y="57789"/>
                </a:lnTo>
                <a:lnTo>
                  <a:pt x="4710417" y="58248"/>
                </a:lnTo>
                <a:lnTo>
                  <a:pt x="4707522" y="54578"/>
                </a:lnTo>
                <a:lnTo>
                  <a:pt x="4707886" y="55021"/>
                </a:lnTo>
                <a:lnTo>
                  <a:pt x="4704833" y="51479"/>
                </a:lnTo>
                <a:lnTo>
                  <a:pt x="4705213" y="51906"/>
                </a:lnTo>
                <a:lnTo>
                  <a:pt x="4701987" y="48521"/>
                </a:lnTo>
                <a:lnTo>
                  <a:pt x="4702398" y="48932"/>
                </a:lnTo>
                <a:lnTo>
                  <a:pt x="4699013" y="45706"/>
                </a:lnTo>
                <a:lnTo>
                  <a:pt x="4699424" y="46086"/>
                </a:lnTo>
                <a:lnTo>
                  <a:pt x="4695898" y="43033"/>
                </a:lnTo>
                <a:lnTo>
                  <a:pt x="4696341" y="43397"/>
                </a:lnTo>
                <a:lnTo>
                  <a:pt x="4692671" y="40503"/>
                </a:lnTo>
                <a:lnTo>
                  <a:pt x="4693130" y="40851"/>
                </a:lnTo>
                <a:lnTo>
                  <a:pt x="4689303" y="38131"/>
                </a:lnTo>
                <a:lnTo>
                  <a:pt x="4689777" y="38446"/>
                </a:lnTo>
                <a:lnTo>
                  <a:pt x="4685839" y="35932"/>
                </a:lnTo>
                <a:lnTo>
                  <a:pt x="4686330" y="36217"/>
                </a:lnTo>
                <a:lnTo>
                  <a:pt x="4682249" y="33876"/>
                </a:lnTo>
                <a:lnTo>
                  <a:pt x="4682756" y="34161"/>
                </a:lnTo>
                <a:lnTo>
                  <a:pt x="4678564" y="32010"/>
                </a:lnTo>
                <a:lnTo>
                  <a:pt x="4679086" y="32263"/>
                </a:lnTo>
                <a:lnTo>
                  <a:pt x="4674784" y="30317"/>
                </a:lnTo>
                <a:lnTo>
                  <a:pt x="4675322" y="30539"/>
                </a:lnTo>
                <a:lnTo>
                  <a:pt x="4670894" y="28799"/>
                </a:lnTo>
                <a:lnTo>
                  <a:pt x="4671447" y="29005"/>
                </a:lnTo>
                <a:lnTo>
                  <a:pt x="4666924" y="27471"/>
                </a:lnTo>
                <a:lnTo>
                  <a:pt x="4667493" y="27645"/>
                </a:lnTo>
                <a:lnTo>
                  <a:pt x="4662876" y="26332"/>
                </a:lnTo>
                <a:lnTo>
                  <a:pt x="4663445" y="26475"/>
                </a:lnTo>
                <a:lnTo>
                  <a:pt x="4658748" y="25399"/>
                </a:lnTo>
                <a:lnTo>
                  <a:pt x="4659333" y="25510"/>
                </a:lnTo>
                <a:lnTo>
                  <a:pt x="4659033" y="25462"/>
                </a:lnTo>
                <a:lnTo>
                  <a:pt x="4659143" y="25478"/>
                </a:lnTo>
                <a:lnTo>
                  <a:pt x="4663319" y="2135"/>
                </a:lnTo>
                <a:moveTo>
                  <a:pt x="4750919" y="141958"/>
                </a:moveTo>
                <a:lnTo>
                  <a:pt x="4750919" y="236850"/>
                </a:lnTo>
                <a:lnTo>
                  <a:pt x="4727196" y="236850"/>
                </a:lnTo>
                <a:lnTo>
                  <a:pt x="4727196" y="141958"/>
                </a:lnTo>
                <a:lnTo>
                  <a:pt x="4750919" y="141958"/>
                </a:lnTo>
                <a:moveTo>
                  <a:pt x="4750919" y="308019"/>
                </a:moveTo>
                <a:lnTo>
                  <a:pt x="4750919" y="402911"/>
                </a:lnTo>
                <a:lnTo>
                  <a:pt x="4727196" y="402911"/>
                </a:lnTo>
                <a:lnTo>
                  <a:pt x="4727196" y="308019"/>
                </a:lnTo>
                <a:lnTo>
                  <a:pt x="4750919" y="308019"/>
                </a:lnTo>
                <a:moveTo>
                  <a:pt x="4750919" y="474080"/>
                </a:moveTo>
                <a:lnTo>
                  <a:pt x="4750919" y="568972"/>
                </a:lnTo>
                <a:lnTo>
                  <a:pt x="4727196" y="568972"/>
                </a:lnTo>
                <a:lnTo>
                  <a:pt x="4727196" y="474080"/>
                </a:lnTo>
                <a:lnTo>
                  <a:pt x="4750919" y="474080"/>
                </a:lnTo>
                <a:moveTo>
                  <a:pt x="4750919" y="640141"/>
                </a:moveTo>
                <a:lnTo>
                  <a:pt x="4750919" y="735032"/>
                </a:lnTo>
                <a:lnTo>
                  <a:pt x="4727196" y="735032"/>
                </a:lnTo>
                <a:lnTo>
                  <a:pt x="4727196" y="640141"/>
                </a:lnTo>
                <a:lnTo>
                  <a:pt x="4750919" y="640141"/>
                </a:lnTo>
                <a:moveTo>
                  <a:pt x="4750919" y="806201"/>
                </a:moveTo>
                <a:lnTo>
                  <a:pt x="4750919" y="901093"/>
                </a:lnTo>
                <a:lnTo>
                  <a:pt x="4727196" y="901093"/>
                </a:lnTo>
                <a:lnTo>
                  <a:pt x="4727196" y="806201"/>
                </a:lnTo>
                <a:lnTo>
                  <a:pt x="4750919" y="806201"/>
                </a:lnTo>
                <a:moveTo>
                  <a:pt x="4750919" y="972262"/>
                </a:moveTo>
                <a:lnTo>
                  <a:pt x="4750919" y="1067154"/>
                </a:lnTo>
                <a:lnTo>
                  <a:pt x="4727196" y="1067154"/>
                </a:lnTo>
                <a:lnTo>
                  <a:pt x="4727196" y="972262"/>
                </a:lnTo>
                <a:lnTo>
                  <a:pt x="4750919" y="972262"/>
                </a:lnTo>
                <a:moveTo>
                  <a:pt x="4750919" y="1138323"/>
                </a:moveTo>
                <a:lnTo>
                  <a:pt x="4750919" y="1216371"/>
                </a:lnTo>
                <a:lnTo>
                  <a:pt x="4750777" y="1221828"/>
                </a:lnTo>
                <a:lnTo>
                  <a:pt x="4750366" y="1227363"/>
                </a:lnTo>
                <a:lnTo>
                  <a:pt x="4749670" y="1232818"/>
                </a:lnTo>
                <a:lnTo>
                  <a:pt x="4749242" y="1235207"/>
                </a:lnTo>
                <a:lnTo>
                  <a:pt x="4725883" y="1231032"/>
                </a:lnTo>
                <a:lnTo>
                  <a:pt x="4726264" y="1228944"/>
                </a:lnTo>
                <a:lnTo>
                  <a:pt x="4726168" y="1229530"/>
                </a:lnTo>
                <a:lnTo>
                  <a:pt x="4726786" y="1224658"/>
                </a:lnTo>
                <a:lnTo>
                  <a:pt x="4726722" y="1225258"/>
                </a:lnTo>
                <a:lnTo>
                  <a:pt x="4727102" y="1220325"/>
                </a:lnTo>
                <a:lnTo>
                  <a:pt x="4727069" y="1220926"/>
                </a:lnTo>
                <a:lnTo>
                  <a:pt x="4727196" y="1215912"/>
                </a:lnTo>
                <a:lnTo>
                  <a:pt x="4727196" y="1216212"/>
                </a:lnTo>
                <a:lnTo>
                  <a:pt x="4727196" y="1138323"/>
                </a:lnTo>
                <a:lnTo>
                  <a:pt x="4750919" y="1138323"/>
                </a:lnTo>
                <a:moveTo>
                  <a:pt x="4709072" y="1302090"/>
                </a:moveTo>
                <a:lnTo>
                  <a:pt x="4707095" y="1303640"/>
                </a:lnTo>
                <a:lnTo>
                  <a:pt x="4702825" y="1306693"/>
                </a:lnTo>
                <a:lnTo>
                  <a:pt x="4698397" y="1309523"/>
                </a:lnTo>
                <a:lnTo>
                  <a:pt x="4693826" y="1312148"/>
                </a:lnTo>
                <a:lnTo>
                  <a:pt x="4689129" y="1314568"/>
                </a:lnTo>
                <a:lnTo>
                  <a:pt x="4684289" y="1316750"/>
                </a:lnTo>
                <a:lnTo>
                  <a:pt x="4679323" y="1318697"/>
                </a:lnTo>
                <a:lnTo>
                  <a:pt x="4674262" y="1320420"/>
                </a:lnTo>
                <a:lnTo>
                  <a:pt x="4669075" y="1321891"/>
                </a:lnTo>
                <a:lnTo>
                  <a:pt x="4663793" y="1323108"/>
                </a:lnTo>
                <a:lnTo>
                  <a:pt x="4658415" y="1324073"/>
                </a:lnTo>
                <a:lnTo>
                  <a:pt x="4652960" y="1324770"/>
                </a:lnTo>
                <a:lnTo>
                  <a:pt x="4647424" y="1325180"/>
                </a:lnTo>
                <a:lnTo>
                  <a:pt x="4641968" y="1325322"/>
                </a:lnTo>
                <a:lnTo>
                  <a:pt x="4611508" y="1325322"/>
                </a:lnTo>
                <a:lnTo>
                  <a:pt x="4611508" y="1301600"/>
                </a:lnTo>
                <a:lnTo>
                  <a:pt x="4641809" y="1301600"/>
                </a:lnTo>
                <a:lnTo>
                  <a:pt x="4641509" y="1301600"/>
                </a:lnTo>
                <a:lnTo>
                  <a:pt x="4646522" y="1301472"/>
                </a:lnTo>
                <a:lnTo>
                  <a:pt x="4645922" y="1301505"/>
                </a:lnTo>
                <a:lnTo>
                  <a:pt x="4650855" y="1301126"/>
                </a:lnTo>
                <a:lnTo>
                  <a:pt x="4650255" y="1301189"/>
                </a:lnTo>
                <a:lnTo>
                  <a:pt x="4655126" y="1300572"/>
                </a:lnTo>
                <a:lnTo>
                  <a:pt x="4654541" y="1300667"/>
                </a:lnTo>
                <a:lnTo>
                  <a:pt x="4659333" y="1299813"/>
                </a:lnTo>
                <a:lnTo>
                  <a:pt x="4658748" y="1299924"/>
                </a:lnTo>
                <a:lnTo>
                  <a:pt x="4663445" y="1298848"/>
                </a:lnTo>
                <a:lnTo>
                  <a:pt x="4662876" y="1298991"/>
                </a:lnTo>
                <a:lnTo>
                  <a:pt x="4667493" y="1297677"/>
                </a:lnTo>
                <a:lnTo>
                  <a:pt x="4666924" y="1297852"/>
                </a:lnTo>
                <a:lnTo>
                  <a:pt x="4671447" y="1296317"/>
                </a:lnTo>
                <a:lnTo>
                  <a:pt x="4670894" y="1296524"/>
                </a:lnTo>
                <a:lnTo>
                  <a:pt x="4675322" y="1294783"/>
                </a:lnTo>
                <a:lnTo>
                  <a:pt x="4674784" y="1295005"/>
                </a:lnTo>
                <a:lnTo>
                  <a:pt x="4679086" y="1293059"/>
                </a:lnTo>
                <a:lnTo>
                  <a:pt x="4678564" y="1293312"/>
                </a:lnTo>
                <a:lnTo>
                  <a:pt x="4682756" y="1291161"/>
                </a:lnTo>
                <a:lnTo>
                  <a:pt x="4682249" y="1291446"/>
                </a:lnTo>
                <a:lnTo>
                  <a:pt x="4686330" y="1289106"/>
                </a:lnTo>
                <a:lnTo>
                  <a:pt x="4685839" y="1289390"/>
                </a:lnTo>
                <a:lnTo>
                  <a:pt x="4689777" y="1286859"/>
                </a:lnTo>
                <a:lnTo>
                  <a:pt x="4689303" y="1287192"/>
                </a:lnTo>
                <a:lnTo>
                  <a:pt x="4693130" y="1284472"/>
                </a:lnTo>
                <a:lnTo>
                  <a:pt x="4692671" y="1284820"/>
                </a:lnTo>
                <a:lnTo>
                  <a:pt x="4694411" y="1283443"/>
                </a:lnTo>
                <a:lnTo>
                  <a:pt x="4709072" y="1302090"/>
                </a:lnTo>
                <a:moveTo>
                  <a:pt x="4540339" y="1325322"/>
                </a:moveTo>
                <a:lnTo>
                  <a:pt x="4445447" y="1325322"/>
                </a:lnTo>
                <a:lnTo>
                  <a:pt x="4445447" y="1301600"/>
                </a:lnTo>
                <a:lnTo>
                  <a:pt x="4540339" y="1301600"/>
                </a:lnTo>
                <a:lnTo>
                  <a:pt x="4540339" y="1325322"/>
                </a:lnTo>
                <a:moveTo>
                  <a:pt x="4374278" y="1325322"/>
                </a:moveTo>
                <a:lnTo>
                  <a:pt x="4279386" y="1325322"/>
                </a:lnTo>
                <a:lnTo>
                  <a:pt x="4279386" y="1301600"/>
                </a:lnTo>
                <a:lnTo>
                  <a:pt x="4374278" y="1301600"/>
                </a:lnTo>
                <a:lnTo>
                  <a:pt x="4374278" y="1325322"/>
                </a:lnTo>
                <a:moveTo>
                  <a:pt x="4208217" y="1325322"/>
                </a:moveTo>
                <a:lnTo>
                  <a:pt x="4113325" y="1325322"/>
                </a:lnTo>
                <a:lnTo>
                  <a:pt x="4113325" y="1301600"/>
                </a:lnTo>
                <a:lnTo>
                  <a:pt x="4208217" y="1301600"/>
                </a:lnTo>
                <a:lnTo>
                  <a:pt x="4208217" y="1325322"/>
                </a:lnTo>
                <a:moveTo>
                  <a:pt x="4042156" y="1325322"/>
                </a:moveTo>
                <a:lnTo>
                  <a:pt x="3947265" y="1325322"/>
                </a:lnTo>
                <a:lnTo>
                  <a:pt x="3947265" y="1301600"/>
                </a:lnTo>
                <a:lnTo>
                  <a:pt x="4042156" y="1301600"/>
                </a:lnTo>
                <a:lnTo>
                  <a:pt x="4042156" y="1325322"/>
                </a:lnTo>
                <a:moveTo>
                  <a:pt x="3876096" y="1325322"/>
                </a:moveTo>
                <a:lnTo>
                  <a:pt x="3781204" y="1325322"/>
                </a:lnTo>
                <a:lnTo>
                  <a:pt x="3781204" y="1301600"/>
                </a:lnTo>
                <a:lnTo>
                  <a:pt x="3876096" y="1301600"/>
                </a:lnTo>
                <a:lnTo>
                  <a:pt x="3876096" y="1325322"/>
                </a:lnTo>
                <a:moveTo>
                  <a:pt x="3710035" y="1325322"/>
                </a:moveTo>
                <a:lnTo>
                  <a:pt x="3615143" y="1325322"/>
                </a:lnTo>
                <a:lnTo>
                  <a:pt x="3615143" y="1301600"/>
                </a:lnTo>
                <a:lnTo>
                  <a:pt x="3710035" y="1301600"/>
                </a:lnTo>
                <a:lnTo>
                  <a:pt x="3710035" y="1325322"/>
                </a:lnTo>
                <a:moveTo>
                  <a:pt x="3543974" y="1325322"/>
                </a:moveTo>
                <a:lnTo>
                  <a:pt x="3449082" y="1325322"/>
                </a:lnTo>
                <a:lnTo>
                  <a:pt x="3449082" y="1301600"/>
                </a:lnTo>
                <a:lnTo>
                  <a:pt x="3543974" y="1301600"/>
                </a:lnTo>
                <a:lnTo>
                  <a:pt x="3543974" y="1325322"/>
                </a:lnTo>
                <a:moveTo>
                  <a:pt x="3377913" y="1325322"/>
                </a:moveTo>
                <a:lnTo>
                  <a:pt x="3283021" y="1325322"/>
                </a:lnTo>
                <a:lnTo>
                  <a:pt x="3283021" y="1301600"/>
                </a:lnTo>
                <a:lnTo>
                  <a:pt x="3377913" y="1301600"/>
                </a:lnTo>
                <a:lnTo>
                  <a:pt x="3377913" y="1325322"/>
                </a:lnTo>
                <a:moveTo>
                  <a:pt x="3211852" y="1325322"/>
                </a:moveTo>
                <a:lnTo>
                  <a:pt x="3116961" y="1325322"/>
                </a:lnTo>
                <a:lnTo>
                  <a:pt x="3116961" y="1301600"/>
                </a:lnTo>
                <a:lnTo>
                  <a:pt x="3211852" y="1301600"/>
                </a:lnTo>
                <a:lnTo>
                  <a:pt x="3211852" y="1325322"/>
                </a:lnTo>
                <a:moveTo>
                  <a:pt x="3045792" y="1325322"/>
                </a:moveTo>
                <a:lnTo>
                  <a:pt x="2950900" y="1325322"/>
                </a:lnTo>
                <a:lnTo>
                  <a:pt x="2950900" y="1301600"/>
                </a:lnTo>
                <a:lnTo>
                  <a:pt x="3045792" y="1301600"/>
                </a:lnTo>
                <a:lnTo>
                  <a:pt x="3045792" y="1325322"/>
                </a:lnTo>
                <a:moveTo>
                  <a:pt x="2879731" y="1325322"/>
                </a:moveTo>
                <a:lnTo>
                  <a:pt x="2784839" y="1325322"/>
                </a:lnTo>
                <a:lnTo>
                  <a:pt x="2784839" y="1301600"/>
                </a:lnTo>
                <a:lnTo>
                  <a:pt x="2879731" y="1301600"/>
                </a:lnTo>
                <a:lnTo>
                  <a:pt x="2879731" y="1325322"/>
                </a:lnTo>
                <a:moveTo>
                  <a:pt x="2713670" y="1325322"/>
                </a:moveTo>
                <a:lnTo>
                  <a:pt x="2618778" y="1325322"/>
                </a:lnTo>
                <a:lnTo>
                  <a:pt x="2618778" y="1301600"/>
                </a:lnTo>
                <a:lnTo>
                  <a:pt x="2713670" y="1301600"/>
                </a:lnTo>
                <a:lnTo>
                  <a:pt x="2713670" y="1325322"/>
                </a:lnTo>
                <a:moveTo>
                  <a:pt x="2547609" y="1325322"/>
                </a:moveTo>
                <a:lnTo>
                  <a:pt x="2452717" y="1325322"/>
                </a:lnTo>
                <a:lnTo>
                  <a:pt x="2452717" y="1301600"/>
                </a:lnTo>
                <a:lnTo>
                  <a:pt x="2547609" y="1301600"/>
                </a:lnTo>
                <a:lnTo>
                  <a:pt x="2547609" y="1325322"/>
                </a:lnTo>
                <a:moveTo>
                  <a:pt x="2381549" y="1325322"/>
                </a:moveTo>
                <a:lnTo>
                  <a:pt x="2286657" y="1325322"/>
                </a:lnTo>
                <a:lnTo>
                  <a:pt x="2286657" y="1301600"/>
                </a:lnTo>
                <a:lnTo>
                  <a:pt x="2381549" y="1301600"/>
                </a:lnTo>
                <a:lnTo>
                  <a:pt x="2381549" y="1325322"/>
                </a:lnTo>
                <a:moveTo>
                  <a:pt x="2215488" y="1325322"/>
                </a:moveTo>
                <a:lnTo>
                  <a:pt x="2120596" y="1325322"/>
                </a:lnTo>
                <a:lnTo>
                  <a:pt x="2120596" y="1301600"/>
                </a:lnTo>
                <a:lnTo>
                  <a:pt x="2215488" y="1301600"/>
                </a:lnTo>
                <a:lnTo>
                  <a:pt x="2215488" y="1325322"/>
                </a:lnTo>
                <a:moveTo>
                  <a:pt x="2049427" y="1325322"/>
                </a:moveTo>
                <a:lnTo>
                  <a:pt x="1954535" y="1325322"/>
                </a:lnTo>
                <a:lnTo>
                  <a:pt x="1954535" y="1301600"/>
                </a:lnTo>
                <a:lnTo>
                  <a:pt x="2049427" y="1301600"/>
                </a:lnTo>
                <a:lnTo>
                  <a:pt x="2049427" y="1325322"/>
                </a:lnTo>
                <a:moveTo>
                  <a:pt x="1883366" y="1325322"/>
                </a:moveTo>
                <a:lnTo>
                  <a:pt x="1788474" y="1325322"/>
                </a:lnTo>
                <a:lnTo>
                  <a:pt x="1788474" y="1301600"/>
                </a:lnTo>
                <a:lnTo>
                  <a:pt x="1883366" y="1301600"/>
                </a:lnTo>
                <a:lnTo>
                  <a:pt x="1883366" y="1325322"/>
                </a:lnTo>
                <a:moveTo>
                  <a:pt x="1717305" y="1325322"/>
                </a:moveTo>
                <a:lnTo>
                  <a:pt x="1622413" y="1325322"/>
                </a:lnTo>
                <a:lnTo>
                  <a:pt x="1622413" y="1301600"/>
                </a:lnTo>
                <a:lnTo>
                  <a:pt x="1717305" y="1301600"/>
                </a:lnTo>
                <a:lnTo>
                  <a:pt x="1717305" y="1325322"/>
                </a:lnTo>
                <a:moveTo>
                  <a:pt x="1551245" y="1325322"/>
                </a:moveTo>
                <a:lnTo>
                  <a:pt x="1456353" y="1325322"/>
                </a:lnTo>
                <a:lnTo>
                  <a:pt x="1456353" y="1301600"/>
                </a:lnTo>
                <a:lnTo>
                  <a:pt x="1551245" y="1301600"/>
                </a:lnTo>
                <a:lnTo>
                  <a:pt x="1551245" y="1325322"/>
                </a:lnTo>
                <a:moveTo>
                  <a:pt x="1385184" y="1325322"/>
                </a:moveTo>
                <a:lnTo>
                  <a:pt x="1290292" y="1325322"/>
                </a:lnTo>
                <a:lnTo>
                  <a:pt x="1290292" y="1301600"/>
                </a:lnTo>
                <a:lnTo>
                  <a:pt x="1385184" y="1301600"/>
                </a:lnTo>
                <a:lnTo>
                  <a:pt x="1385184" y="1325322"/>
                </a:lnTo>
                <a:moveTo>
                  <a:pt x="1219123" y="1325322"/>
                </a:moveTo>
                <a:lnTo>
                  <a:pt x="1124231" y="1325322"/>
                </a:lnTo>
                <a:lnTo>
                  <a:pt x="1124231" y="1301600"/>
                </a:lnTo>
                <a:lnTo>
                  <a:pt x="1219123" y="1301600"/>
                </a:lnTo>
                <a:lnTo>
                  <a:pt x="1219123" y="1325322"/>
                </a:lnTo>
                <a:moveTo>
                  <a:pt x="1053063" y="1325322"/>
                </a:moveTo>
                <a:lnTo>
                  <a:pt x="958171" y="1325322"/>
                </a:lnTo>
                <a:lnTo>
                  <a:pt x="958171" y="1301600"/>
                </a:lnTo>
                <a:lnTo>
                  <a:pt x="1053063" y="1301600"/>
                </a:lnTo>
                <a:lnTo>
                  <a:pt x="1053063" y="1325322"/>
                </a:lnTo>
                <a:moveTo>
                  <a:pt x="887002" y="1325322"/>
                </a:moveTo>
                <a:lnTo>
                  <a:pt x="792110" y="1325322"/>
                </a:lnTo>
                <a:lnTo>
                  <a:pt x="792110" y="1301600"/>
                </a:lnTo>
                <a:lnTo>
                  <a:pt x="887002" y="1301600"/>
                </a:lnTo>
                <a:lnTo>
                  <a:pt x="887002" y="1325322"/>
                </a:lnTo>
                <a:moveTo>
                  <a:pt x="720941" y="1325322"/>
                </a:moveTo>
                <a:lnTo>
                  <a:pt x="626049" y="1325322"/>
                </a:lnTo>
                <a:lnTo>
                  <a:pt x="626049" y="1301600"/>
                </a:lnTo>
                <a:lnTo>
                  <a:pt x="720941" y="1301600"/>
                </a:lnTo>
                <a:lnTo>
                  <a:pt x="720941" y="1325322"/>
                </a:lnTo>
                <a:moveTo>
                  <a:pt x="554880" y="1325322"/>
                </a:moveTo>
                <a:lnTo>
                  <a:pt x="459988" y="1325322"/>
                </a:lnTo>
                <a:lnTo>
                  <a:pt x="459988" y="1301600"/>
                </a:lnTo>
                <a:lnTo>
                  <a:pt x="554880" y="1301600"/>
                </a:lnTo>
                <a:lnTo>
                  <a:pt x="554880" y="1325322"/>
                </a:lnTo>
                <a:moveTo>
                  <a:pt x="388820" y="1325322"/>
                </a:moveTo>
                <a:lnTo>
                  <a:pt x="293928" y="1325322"/>
                </a:lnTo>
                <a:lnTo>
                  <a:pt x="293928" y="1301600"/>
                </a:lnTo>
                <a:lnTo>
                  <a:pt x="388820" y="1301600"/>
                </a:lnTo>
                <a:lnTo>
                  <a:pt x="388820" y="1325322"/>
                </a:lnTo>
                <a:moveTo>
                  <a:pt x="222759" y="1325322"/>
                </a:moveTo>
                <a:lnTo>
                  <a:pt x="127867" y="1325322"/>
                </a:lnTo>
                <a:lnTo>
                  <a:pt x="127867" y="1301600"/>
                </a:lnTo>
                <a:lnTo>
                  <a:pt x="222759" y="1301600"/>
                </a:lnTo>
                <a:lnTo>
                  <a:pt x="222759" y="1325322"/>
                </a:lnTo>
                <a:moveTo>
                  <a:pt x="53298" y="1309966"/>
                </a:moveTo>
                <a:lnTo>
                  <a:pt x="52523" y="1309523"/>
                </a:lnTo>
                <a:lnTo>
                  <a:pt x="48094" y="1306693"/>
                </a:lnTo>
                <a:lnTo>
                  <a:pt x="43824" y="1303640"/>
                </a:lnTo>
                <a:lnTo>
                  <a:pt x="39696" y="1300414"/>
                </a:lnTo>
                <a:lnTo>
                  <a:pt x="35743" y="1296982"/>
                </a:lnTo>
                <a:lnTo>
                  <a:pt x="31947" y="1293375"/>
                </a:lnTo>
                <a:lnTo>
                  <a:pt x="28341" y="1289580"/>
                </a:lnTo>
                <a:lnTo>
                  <a:pt x="24909" y="1285627"/>
                </a:lnTo>
                <a:lnTo>
                  <a:pt x="21683" y="1281499"/>
                </a:lnTo>
                <a:lnTo>
                  <a:pt x="18631" y="1277228"/>
                </a:lnTo>
                <a:lnTo>
                  <a:pt x="15800" y="1272800"/>
                </a:lnTo>
                <a:lnTo>
                  <a:pt x="13174" y="1268230"/>
                </a:lnTo>
                <a:lnTo>
                  <a:pt x="10755" y="1263533"/>
                </a:lnTo>
                <a:lnTo>
                  <a:pt x="8572" y="1258694"/>
                </a:lnTo>
                <a:lnTo>
                  <a:pt x="6627" y="1253726"/>
                </a:lnTo>
                <a:lnTo>
                  <a:pt x="4903" y="1248666"/>
                </a:lnTo>
                <a:lnTo>
                  <a:pt x="3432" y="1243478"/>
                </a:lnTo>
                <a:lnTo>
                  <a:pt x="2214" y="1238196"/>
                </a:lnTo>
                <a:lnTo>
                  <a:pt x="1250" y="1232818"/>
                </a:lnTo>
                <a:lnTo>
                  <a:pt x="554" y="1227363"/>
                </a:lnTo>
                <a:lnTo>
                  <a:pt x="190" y="1222586"/>
                </a:lnTo>
                <a:lnTo>
                  <a:pt x="23849" y="1220784"/>
                </a:lnTo>
                <a:lnTo>
                  <a:pt x="24198" y="1225258"/>
                </a:lnTo>
                <a:lnTo>
                  <a:pt x="24134" y="1224658"/>
                </a:lnTo>
                <a:lnTo>
                  <a:pt x="24751" y="1229530"/>
                </a:lnTo>
                <a:lnTo>
                  <a:pt x="24656" y="1228944"/>
                </a:lnTo>
                <a:lnTo>
                  <a:pt x="25510" y="1233737"/>
                </a:lnTo>
                <a:lnTo>
                  <a:pt x="25399" y="1233151"/>
                </a:lnTo>
                <a:lnTo>
                  <a:pt x="26475" y="1237848"/>
                </a:lnTo>
                <a:lnTo>
                  <a:pt x="26333" y="1237279"/>
                </a:lnTo>
                <a:lnTo>
                  <a:pt x="27645" y="1241897"/>
                </a:lnTo>
                <a:lnTo>
                  <a:pt x="27471" y="1241327"/>
                </a:lnTo>
                <a:lnTo>
                  <a:pt x="29005" y="1245850"/>
                </a:lnTo>
                <a:lnTo>
                  <a:pt x="28800" y="1245297"/>
                </a:lnTo>
                <a:lnTo>
                  <a:pt x="30539" y="1249725"/>
                </a:lnTo>
                <a:lnTo>
                  <a:pt x="30318" y="1249187"/>
                </a:lnTo>
                <a:lnTo>
                  <a:pt x="32263" y="1253489"/>
                </a:lnTo>
                <a:lnTo>
                  <a:pt x="32010" y="1252968"/>
                </a:lnTo>
                <a:lnTo>
                  <a:pt x="34161" y="1257159"/>
                </a:lnTo>
                <a:lnTo>
                  <a:pt x="33876" y="1256653"/>
                </a:lnTo>
                <a:lnTo>
                  <a:pt x="36217" y="1260733"/>
                </a:lnTo>
                <a:lnTo>
                  <a:pt x="35932" y="1260242"/>
                </a:lnTo>
                <a:lnTo>
                  <a:pt x="38447" y="1264180"/>
                </a:lnTo>
                <a:lnTo>
                  <a:pt x="38131" y="1263706"/>
                </a:lnTo>
                <a:lnTo>
                  <a:pt x="40851" y="1267534"/>
                </a:lnTo>
                <a:lnTo>
                  <a:pt x="40503" y="1267074"/>
                </a:lnTo>
                <a:lnTo>
                  <a:pt x="43397" y="1270744"/>
                </a:lnTo>
                <a:lnTo>
                  <a:pt x="43033" y="1270302"/>
                </a:lnTo>
                <a:lnTo>
                  <a:pt x="46086" y="1273827"/>
                </a:lnTo>
                <a:lnTo>
                  <a:pt x="45706" y="1273417"/>
                </a:lnTo>
                <a:lnTo>
                  <a:pt x="48933" y="1276802"/>
                </a:lnTo>
                <a:lnTo>
                  <a:pt x="48521" y="1276390"/>
                </a:lnTo>
                <a:lnTo>
                  <a:pt x="51906" y="1279617"/>
                </a:lnTo>
                <a:lnTo>
                  <a:pt x="51479" y="1279236"/>
                </a:lnTo>
                <a:lnTo>
                  <a:pt x="55022" y="1282290"/>
                </a:lnTo>
                <a:lnTo>
                  <a:pt x="54579" y="1281925"/>
                </a:lnTo>
                <a:lnTo>
                  <a:pt x="58248" y="1284820"/>
                </a:lnTo>
                <a:lnTo>
                  <a:pt x="57789" y="1284472"/>
                </a:lnTo>
                <a:lnTo>
                  <a:pt x="61617" y="1287192"/>
                </a:lnTo>
                <a:lnTo>
                  <a:pt x="61142" y="1286859"/>
                </a:lnTo>
                <a:lnTo>
                  <a:pt x="65080" y="1289390"/>
                </a:lnTo>
                <a:lnTo>
                  <a:pt x="64590" y="1289106"/>
                </a:lnTo>
                <a:lnTo>
                  <a:pt x="65112" y="1289406"/>
                </a:lnTo>
                <a:lnTo>
                  <a:pt x="53298" y="1309966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0A7203E0-EF76-4FA1-9400-C37F25D63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009ed261f46f8"/>
          <a:stretch xmlns:a="http://schemas.openxmlformats.org/drawingml/2006/main"/>
        </p:blipFill>
        <p:spPr>
          <a:xfrm xmlns:a="http://schemas.openxmlformats.org/drawingml/2006/main">
            <a:off x="228600" y="6705600"/>
            <a:ext cx="4686300" cy="647700"/>
          </a:xfrm>
          <a:prstGeom xmlns:a="http://schemas.openxmlformats.org/drawingml/2006/main" prst="rect">
            <a:avLst/>
          </a:prstGeom>
        </p:spPr>
      </p:pic>
      <p:pic>
        <p:nvPic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BD3E881B-A819-4A60-AE81-05081216F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37b0ed46c4fee"/>
          <a:stretch xmlns:a="http://schemas.openxmlformats.org/drawingml/2006/main"/>
        </p:blipFill>
        <p:spPr>
          <a:xfrm xmlns:a="http://schemas.openxmlformats.org/drawingml/2006/main">
            <a:off x="228600" y="7315200"/>
            <a:ext cx="4686300" cy="647700"/>
          </a:xfrm>
          <a:prstGeom xmlns:a="http://schemas.openxmlformats.org/drawingml/2006/main" prst="rect">
            <a:avLst/>
          </a:prstGeom>
        </p:spPr>
      </p:pic>
      <p:sp>
        <p:nvSpPr>
          <p:cNvPr id="433" name="path-328">
            <a:extLst xmlns:a="http://schemas.openxmlformats.org/drawingml/2006/main">
              <a:ext uri="{FF2B5EF4-FFF2-40B4-BE49-F238E27FC236}">
                <a16:creationId xmlns:a16="http://schemas.microsoft.com/office/drawing/2014/main" id="{9A9E09AA-89C1-4C67-8569-0F3E2F38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120" y="6747850"/>
            <a:ext cx="27677" cy="1212308"/>
          </a:xfrm>
          <a:custGeom xmlns:a="http://schemas.openxmlformats.org/drawingml/2006/main">
            <a:pathLst>
              <a:path w="27677" h="1212308">
                <a:moveTo>
                  <a:pt x="3954" y="0"/>
                </a:moveTo>
                <a:lnTo>
                  <a:pt x="3638" y="94892"/>
                </a:lnTo>
                <a:lnTo>
                  <a:pt x="27361" y="94955"/>
                </a:lnTo>
                <a:lnTo>
                  <a:pt x="27677" y="63"/>
                </a:lnTo>
                <a:lnTo>
                  <a:pt x="3954" y="0"/>
                </a:lnTo>
                <a:moveTo>
                  <a:pt x="3416" y="166061"/>
                </a:moveTo>
                <a:lnTo>
                  <a:pt x="3100" y="260937"/>
                </a:lnTo>
                <a:lnTo>
                  <a:pt x="26823" y="261016"/>
                </a:lnTo>
                <a:lnTo>
                  <a:pt x="27139" y="166124"/>
                </a:lnTo>
                <a:lnTo>
                  <a:pt x="3416" y="166061"/>
                </a:lnTo>
                <a:moveTo>
                  <a:pt x="2878" y="332106"/>
                </a:moveTo>
                <a:lnTo>
                  <a:pt x="2562" y="426998"/>
                </a:lnTo>
                <a:lnTo>
                  <a:pt x="26285" y="427077"/>
                </a:lnTo>
                <a:lnTo>
                  <a:pt x="26601" y="332185"/>
                </a:lnTo>
                <a:lnTo>
                  <a:pt x="2878" y="332106"/>
                </a:lnTo>
                <a:moveTo>
                  <a:pt x="2325" y="498167"/>
                </a:moveTo>
                <a:lnTo>
                  <a:pt x="2025" y="593059"/>
                </a:lnTo>
                <a:lnTo>
                  <a:pt x="25747" y="593138"/>
                </a:lnTo>
                <a:lnTo>
                  <a:pt x="26048" y="498246"/>
                </a:lnTo>
                <a:lnTo>
                  <a:pt x="2325" y="498167"/>
                </a:lnTo>
                <a:moveTo>
                  <a:pt x="1787" y="664227"/>
                </a:moveTo>
                <a:lnTo>
                  <a:pt x="1471" y="759119"/>
                </a:lnTo>
                <a:lnTo>
                  <a:pt x="25194" y="759198"/>
                </a:lnTo>
                <a:lnTo>
                  <a:pt x="25510" y="664307"/>
                </a:lnTo>
                <a:lnTo>
                  <a:pt x="1787" y="664227"/>
                </a:lnTo>
                <a:moveTo>
                  <a:pt x="1249" y="830288"/>
                </a:moveTo>
                <a:lnTo>
                  <a:pt x="933" y="925180"/>
                </a:lnTo>
                <a:lnTo>
                  <a:pt x="24656" y="925259"/>
                </a:lnTo>
                <a:lnTo>
                  <a:pt x="24972" y="830367"/>
                </a:lnTo>
                <a:lnTo>
                  <a:pt x="1249" y="830288"/>
                </a:lnTo>
                <a:moveTo>
                  <a:pt x="712" y="996349"/>
                </a:moveTo>
                <a:lnTo>
                  <a:pt x="395" y="1091241"/>
                </a:lnTo>
                <a:lnTo>
                  <a:pt x="24118" y="1091320"/>
                </a:lnTo>
                <a:lnTo>
                  <a:pt x="24435" y="996428"/>
                </a:lnTo>
                <a:lnTo>
                  <a:pt x="712" y="996349"/>
                </a:lnTo>
                <a:moveTo>
                  <a:pt x="158" y="1162409"/>
                </a:moveTo>
                <a:lnTo>
                  <a:pt x="0" y="1212243"/>
                </a:lnTo>
                <a:lnTo>
                  <a:pt x="23723" y="1212308"/>
                </a:lnTo>
                <a:lnTo>
                  <a:pt x="23881" y="1162489"/>
                </a:lnTo>
                <a:lnTo>
                  <a:pt x="158" y="116240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text-329 4D">
            <a:extLst xmlns:a="http://schemas.openxmlformats.org/drawingml/2006/main">
              <a:ext uri="{FF2B5EF4-FFF2-40B4-BE49-F238E27FC236}">
                <a16:creationId xmlns:a16="http://schemas.microsoft.com/office/drawing/2014/main" id="{DE9300C1-DF82-454D-BB1F-5B09816C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873" y="6858901"/>
            <a:ext cx="311117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435" name="text-329 LMM">
            <a:extLst xmlns:a="http://schemas.openxmlformats.org/drawingml/2006/main">
              <a:ext uri="{FF2B5EF4-FFF2-40B4-BE49-F238E27FC236}">
                <a16:creationId xmlns:a16="http://schemas.microsoft.com/office/drawing/2014/main" id="{4569805C-ED8F-40AC-B6C1-0D3878E0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668" y="6859063"/>
            <a:ext cx="569609" cy="31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</a:t>
            </a:r>
          </a:p>
        </p:txBody>
      </p:sp>
      <p:sp>
        <p:nvSpPr>
          <p:cNvPr id="436" name="text-330 Ours">
            <a:extLst xmlns:a="http://schemas.openxmlformats.org/drawingml/2006/main">
              <a:ext uri="{FF2B5EF4-FFF2-40B4-BE49-F238E27FC236}">
                <a16:creationId xmlns:a16="http://schemas.microsoft.com/office/drawing/2014/main" id="{64F4A161-5291-4700-9A23-D4863BF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284" y="7471202"/>
            <a:ext cx="520170" cy="310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Ours</a:t>
            </a:r>
          </a:p>
        </p:txBody>
      </p:sp>
      <p:sp>
        <p:nvSpPr>
          <p:cNvPr id="437" name="text-331 T1:">
            <a:extLst xmlns:a="http://schemas.openxmlformats.org/drawingml/2006/main">
              <a:ext uri="{FF2B5EF4-FFF2-40B4-BE49-F238E27FC236}">
                <a16:creationId xmlns:a16="http://schemas.microsoft.com/office/drawing/2014/main" id="{4C093D4B-836D-47F0-89C8-3B0F2BC7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907" y="6829500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438" name="text-331 A">
            <a:extLst xmlns:a="http://schemas.openxmlformats.org/drawingml/2006/main">
              <a:ext uri="{FF2B5EF4-FFF2-40B4-BE49-F238E27FC236}">
                <a16:creationId xmlns:a16="http://schemas.microsoft.com/office/drawing/2014/main" id="{20FEC522-BC50-4EE1-89B3-8F346CC8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9278" y="6830110"/>
            <a:ext cx="141969" cy="220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39" name="text-331 player">
            <a:extLst xmlns:a="http://schemas.openxmlformats.org/drawingml/2006/main">
              <a:ext uri="{FF2B5EF4-FFF2-40B4-BE49-F238E27FC236}">
                <a16:creationId xmlns:a16="http://schemas.microsoft.com/office/drawing/2014/main" id="{D7B5692A-A018-4264-803F-50051EE8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87" y="6829083"/>
            <a:ext cx="424107" cy="221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440" name="text-331 at">
            <a:extLst xmlns:a="http://schemas.openxmlformats.org/drawingml/2006/main">
              <a:ext uri="{FF2B5EF4-FFF2-40B4-BE49-F238E27FC236}">
                <a16:creationId xmlns:a16="http://schemas.microsoft.com/office/drawing/2014/main" id="{4915A9AA-FA68-4DE3-A591-000D83B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398" y="6829344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41" name="text-331 t=0.8s,">
            <a:extLst xmlns:a="http://schemas.openxmlformats.org/drawingml/2006/main">
              <a:ext uri="{FF2B5EF4-FFF2-40B4-BE49-F238E27FC236}">
                <a16:creationId xmlns:a16="http://schemas.microsoft.com/office/drawing/2014/main" id="{1A0C4E84-A945-45D6-9A2A-339507EE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2597" y="6829105"/>
            <a:ext cx="460860" cy="221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t=0.8s,</a:t>
            </a:r>
          </a:p>
        </p:txBody>
      </p:sp>
      <p:sp>
        <p:nvSpPr>
          <p:cNvPr id="442" name="text-331 [x,y,z].">
            <a:extLst xmlns:a="http://schemas.openxmlformats.org/drawingml/2006/main">
              <a:ext uri="{FF2B5EF4-FFF2-40B4-BE49-F238E27FC236}">
                <a16:creationId xmlns:a16="http://schemas.microsoft.com/office/drawing/2014/main" id="{9F735F3D-85BF-481A-953B-D59AAC31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4685" y="6825384"/>
            <a:ext cx="482089" cy="22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[x,y,z].</a:t>
            </a:r>
          </a:p>
        </p:txBody>
      </p:sp>
      <p:sp>
        <p:nvSpPr>
          <p:cNvPr id="443" name="text-332 T2:">
            <a:extLst xmlns:a="http://schemas.openxmlformats.org/drawingml/2006/main">
              <a:ext uri="{FF2B5EF4-FFF2-40B4-BE49-F238E27FC236}">
                <a16:creationId xmlns:a16="http://schemas.microsoft.com/office/drawing/2014/main" id="{A1D35153-595A-4385-A116-F990186A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907" y="7019284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444" name="text-332 Identity">
            <a:extLst xmlns:a="http://schemas.openxmlformats.org/drawingml/2006/main">
              <a:ext uri="{FF2B5EF4-FFF2-40B4-BE49-F238E27FC236}">
                <a16:creationId xmlns:a16="http://schemas.microsoft.com/office/drawing/2014/main" id="{8B0F7E7A-F2DA-44B3-9ADA-97350959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9278" y="7018701"/>
            <a:ext cx="521585" cy="22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445" name="text-332 lost;">
            <a:extLst xmlns:a="http://schemas.openxmlformats.org/drawingml/2006/main">
              <a:ext uri="{FF2B5EF4-FFF2-40B4-BE49-F238E27FC236}">
                <a16:creationId xmlns:a16="http://schemas.microsoft.com/office/drawing/2014/main" id="{1FBD9A93-5030-48B3-AC8D-4F8B8658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2254" y="7018711"/>
            <a:ext cx="301583" cy="221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lost;</a:t>
            </a:r>
          </a:p>
        </p:txBody>
      </p:sp>
      <p:sp>
        <p:nvSpPr>
          <p:cNvPr id="446" name="text-332 new">
            <a:extLst xmlns:a="http://schemas.openxmlformats.org/drawingml/2006/main">
              <a:ext uri="{FF2B5EF4-FFF2-40B4-BE49-F238E27FC236}">
                <a16:creationId xmlns:a16="http://schemas.microsoft.com/office/drawing/2014/main" id="{A2BCAC7E-8571-4162-A676-6CC74179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5397" y="7019324"/>
            <a:ext cx="291527" cy="221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new</a:t>
            </a:r>
          </a:p>
        </p:txBody>
      </p:sp>
      <p:sp>
        <p:nvSpPr>
          <p:cNvPr id="447" name="text-332 player">
            <a:extLst xmlns:a="http://schemas.openxmlformats.org/drawingml/2006/main">
              <a:ext uri="{FF2B5EF4-FFF2-40B4-BE49-F238E27FC236}">
                <a16:creationId xmlns:a16="http://schemas.microsoft.com/office/drawing/2014/main" id="{643283DE-DC43-41A9-999E-03F2CCB1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261" y="7018867"/>
            <a:ext cx="424107" cy="221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448" name="text-332 at">
            <a:extLst xmlns:a="http://schemas.openxmlformats.org/drawingml/2006/main">
              <a:ext uri="{FF2B5EF4-FFF2-40B4-BE49-F238E27FC236}">
                <a16:creationId xmlns:a16="http://schemas.microsoft.com/office/drawing/2014/main" id="{C1E597E3-912E-4A30-875A-C3C3354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3973" y="7019129"/>
            <a:ext cx="142563" cy="221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49" name="text-332 t=0.8s.">
            <a:extLst xmlns:a="http://schemas.openxmlformats.org/drawingml/2006/main">
              <a:ext uri="{FF2B5EF4-FFF2-40B4-BE49-F238E27FC236}">
                <a16:creationId xmlns:a16="http://schemas.microsoft.com/office/drawing/2014/main" id="{BFD3EC73-568B-4D37-ACEA-224B054F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8171" y="7018889"/>
            <a:ext cx="460860" cy="221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t=0.8s.</a:t>
            </a:r>
          </a:p>
        </p:txBody>
      </p:sp>
      <p:sp>
        <p:nvSpPr>
          <p:cNvPr id="450" name="text-333 ✗">
            <a:extLst xmlns:a="http://schemas.openxmlformats.org/drawingml/2006/main">
              <a:ext uri="{FF2B5EF4-FFF2-40B4-BE49-F238E27FC236}">
                <a16:creationId xmlns:a16="http://schemas.microsoft.com/office/drawing/2014/main" id="{E80B7CD0-DC07-4F6C-BFF9-BF8DEA36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7370" y="6727230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✗</a:t>
            </a:r>
          </a:p>
        </p:txBody>
      </p:sp>
      <p:sp>
        <p:nvSpPr>
          <p:cNvPr id="451" name="text-334 ✓">
            <a:extLst xmlns:a="http://schemas.openxmlformats.org/drawingml/2006/main">
              <a:ext uri="{FF2B5EF4-FFF2-40B4-BE49-F238E27FC236}">
                <a16:creationId xmlns:a16="http://schemas.microsoft.com/office/drawing/2014/main" id="{8DAD2077-324E-44F4-9101-82DB800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7370" y="7334539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75BD4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52" name="text-335 T1:">
            <a:extLst xmlns:a="http://schemas.openxmlformats.org/drawingml/2006/main">
              <a:ext uri="{FF2B5EF4-FFF2-40B4-BE49-F238E27FC236}">
                <a16:creationId xmlns:a16="http://schemas.microsoft.com/office/drawing/2014/main" id="{48E72C13-205B-465D-8280-862050F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06" y="7326102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453" name="text-335 Player">
            <a:extLst xmlns:a="http://schemas.openxmlformats.org/drawingml/2006/main">
              <a:ext uri="{FF2B5EF4-FFF2-40B4-BE49-F238E27FC236}">
                <a16:creationId xmlns:a16="http://schemas.microsoft.com/office/drawing/2014/main" id="{50134426-A7FD-416D-BC2F-49DEB757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177" y="7325770"/>
            <a:ext cx="432789" cy="221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454" name="text-336 #6">
            <a:extLst xmlns:a="http://schemas.openxmlformats.org/drawingml/2006/main">
              <a:ext uri="{FF2B5EF4-FFF2-40B4-BE49-F238E27FC236}">
                <a16:creationId xmlns:a16="http://schemas.microsoft.com/office/drawing/2014/main" id="{5E0D3981-7B48-4FBA-B79B-8BF3D3ED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9587" y="7326318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455" name="text-337 scored">
            <a:extLst xmlns:a="http://schemas.openxmlformats.org/drawingml/2006/main">
              <a:ext uri="{FF2B5EF4-FFF2-40B4-BE49-F238E27FC236}">
                <a16:creationId xmlns:a16="http://schemas.microsoft.com/office/drawing/2014/main" id="{41A56B59-43DA-4919-BFD4-B6B94444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7279" y="7325708"/>
            <a:ext cx="441683" cy="22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scored</a:t>
            </a:r>
          </a:p>
        </p:txBody>
      </p:sp>
      <p:sp>
        <p:nvSpPr>
          <p:cNvPr id="456" name="text-337 the">
            <a:extLst xmlns:a="http://schemas.openxmlformats.org/drawingml/2006/main">
              <a:ext uri="{FF2B5EF4-FFF2-40B4-BE49-F238E27FC236}">
                <a16:creationId xmlns:a16="http://schemas.microsoft.com/office/drawing/2014/main" id="{8D8A64C8-955D-4DD2-8E2C-2B2148A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87" y="7325912"/>
            <a:ext cx="221676" cy="221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57" name="text-337 3-pointer">
            <a:extLst xmlns:a="http://schemas.openxmlformats.org/drawingml/2006/main">
              <a:ext uri="{FF2B5EF4-FFF2-40B4-BE49-F238E27FC236}">
                <a16:creationId xmlns:a16="http://schemas.microsoft.com/office/drawing/2014/main" id="{43142E35-E768-4146-A658-14A89CDB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3663" y="7325634"/>
            <a:ext cx="609155" cy="221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3-pointer</a:t>
            </a:r>
          </a:p>
        </p:txBody>
      </p:sp>
      <p:sp>
        <p:nvSpPr>
          <p:cNvPr id="458" name="text-337 at">
            <a:extLst xmlns:a="http://schemas.openxmlformats.org/drawingml/2006/main">
              <a:ext uri="{FF2B5EF4-FFF2-40B4-BE49-F238E27FC236}">
                <a16:creationId xmlns:a16="http://schemas.microsoft.com/office/drawing/2014/main" id="{25D124B9-9450-4835-B2DF-EBDBB165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4414" y="7325945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59" name="text-338 t=0.8s">
            <a:extLst xmlns:a="http://schemas.openxmlformats.org/drawingml/2006/main">
              <a:ext uri="{FF2B5EF4-FFF2-40B4-BE49-F238E27FC236}">
                <a16:creationId xmlns:a16="http://schemas.microsoft.com/office/drawing/2014/main" id="{F6A5B7E3-C394-4674-8854-87D5F1E5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8613" y="7325850"/>
            <a:ext cx="421843" cy="221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t=0.8s</a:t>
            </a:r>
          </a:p>
        </p:txBody>
      </p:sp>
      <p:sp>
        <p:nvSpPr>
          <p:cNvPr id="460" name="text-339 .">
            <a:extLst xmlns:a="http://schemas.openxmlformats.org/drawingml/2006/main">
              <a:ext uri="{FF2B5EF4-FFF2-40B4-BE49-F238E27FC236}">
                <a16:creationId xmlns:a16="http://schemas.microsoft.com/office/drawing/2014/main" id="{C1A63F5E-E4C1-4BB7-A394-B4A756AB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2414" y="7326713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61" name="text-340 T2:">
            <a:extLst xmlns:a="http://schemas.openxmlformats.org/drawingml/2006/main">
              <a:ext uri="{FF2B5EF4-FFF2-40B4-BE49-F238E27FC236}">
                <a16:creationId xmlns:a16="http://schemas.microsoft.com/office/drawing/2014/main" id="{31EA19A4-5413-4018-B1CB-E53BAD77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06" y="7515885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462" name="text-341 #6">
            <a:extLst xmlns:a="http://schemas.openxmlformats.org/drawingml/2006/main">
              <a:ext uri="{FF2B5EF4-FFF2-40B4-BE49-F238E27FC236}">
                <a16:creationId xmlns:a16="http://schemas.microsoft.com/office/drawing/2014/main" id="{B7CA83D8-8C4E-4943-B1A1-499282CA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177" y="7516102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463" name="text-342 's">
            <a:extLst xmlns:a="http://schemas.openxmlformats.org/drawingml/2006/main">
              <a:ext uri="{FF2B5EF4-FFF2-40B4-BE49-F238E27FC236}">
                <a16:creationId xmlns:a16="http://schemas.microsoft.com/office/drawing/2014/main" id="{D32FCBFD-AF80-43CF-B632-28FB1D52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330" y="7516205"/>
            <a:ext cx="118086" cy="220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's</a:t>
            </a:r>
          </a:p>
        </p:txBody>
      </p:sp>
      <p:sp>
        <p:nvSpPr>
          <p:cNvPr id="464" name="text-342 trajectory">
            <a:extLst xmlns:a="http://schemas.openxmlformats.org/drawingml/2006/main">
              <a:ext uri="{FF2B5EF4-FFF2-40B4-BE49-F238E27FC236}">
                <a16:creationId xmlns:a16="http://schemas.microsoft.com/office/drawing/2014/main" id="{B32AC0C5-0092-4144-A511-D946F1F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3016" y="7515186"/>
            <a:ext cx="636267" cy="22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465" name="text-343 0.5">
            <a:extLst xmlns:a="http://schemas.openxmlformats.org/drawingml/2006/main">
              <a:ext uri="{FF2B5EF4-FFF2-40B4-BE49-F238E27FC236}">
                <a16:creationId xmlns:a16="http://schemas.microsoft.com/office/drawing/2014/main" id="{58CB5E42-C4CF-4393-BBE0-FF598E0C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653" y="7515946"/>
            <a:ext cx="225722" cy="221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466" name="text-344 →">
            <a:extLst xmlns:a="http://schemas.openxmlformats.org/drawingml/2006/main">
              <a:ext uri="{FF2B5EF4-FFF2-40B4-BE49-F238E27FC236}">
                <a16:creationId xmlns:a16="http://schemas.microsoft.com/office/drawing/2014/main" id="{18BC9E7B-FFE4-431A-B277-FF05E7BF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344" y="7516497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467" name="text-345 1.2s">
            <a:extLst xmlns:a="http://schemas.openxmlformats.org/drawingml/2006/main">
              <a:ext uri="{FF2B5EF4-FFF2-40B4-BE49-F238E27FC236}">
                <a16:creationId xmlns:a16="http://schemas.microsoft.com/office/drawing/2014/main" id="{145960EC-EBDB-48EE-B829-70E0BC36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6497" y="7515842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1.2s</a:t>
            </a:r>
          </a:p>
        </p:txBody>
      </p:sp>
      <p:sp>
        <p:nvSpPr>
          <p:cNvPr id="468" name="text-346 :">
            <a:extLst xmlns:a="http://schemas.openxmlformats.org/drawingml/2006/main">
              <a:ext uri="{FF2B5EF4-FFF2-40B4-BE49-F238E27FC236}">
                <a16:creationId xmlns:a16="http://schemas.microsoft.com/office/drawing/2014/main" id="{0B08E6E6-0850-4833-9121-F6DCB9E9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5868" y="7516503"/>
            <a:ext cx="72046" cy="220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469" name="text-346 smooth">
            <a:extLst xmlns:a="http://schemas.openxmlformats.org/drawingml/2006/main">
              <a:ext uri="{FF2B5EF4-FFF2-40B4-BE49-F238E27FC236}">
                <a16:creationId xmlns:a16="http://schemas.microsoft.com/office/drawing/2014/main" id="{15DFAACE-6E6D-4676-9EE0-B0DD842A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9689" y="7515535"/>
            <a:ext cx="494657" cy="22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</p:txBody>
      </p:sp>
      <p:sp>
        <p:nvSpPr>
          <p:cNvPr id="470" name="text-346 right-">
            <a:extLst xmlns:a="http://schemas.openxmlformats.org/drawingml/2006/main">
              <a:ext uri="{FF2B5EF4-FFF2-40B4-BE49-F238E27FC236}">
                <a16:creationId xmlns:a16="http://schemas.microsoft.com/office/drawing/2014/main" id="{B83CDD64-6D7A-4D6C-8300-F6673D7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5779" y="7515322"/>
            <a:ext cx="380641" cy="221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right-</a:t>
            </a:r>
          </a:p>
        </p:txBody>
      </p:sp>
      <p:sp>
        <p:nvSpPr>
          <p:cNvPr id="471" name="text-347 wing">
            <a:extLst xmlns:a="http://schemas.openxmlformats.org/drawingml/2006/main">
              <a:ext uri="{FF2B5EF4-FFF2-40B4-BE49-F238E27FC236}">
                <a16:creationId xmlns:a16="http://schemas.microsoft.com/office/drawing/2014/main" id="{F6B7A260-F278-44FF-92F4-E90BA56A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06" y="7705640"/>
            <a:ext cx="344353" cy="22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wing</a:t>
            </a:r>
          </a:p>
        </p:txBody>
      </p:sp>
      <p:sp>
        <p:nvSpPr>
          <p:cNvPr id="472" name="text-347 curve">
            <a:extLst xmlns:a="http://schemas.openxmlformats.org/drawingml/2006/main">
              <a:ext uri="{FF2B5EF4-FFF2-40B4-BE49-F238E27FC236}">
                <a16:creationId xmlns:a16="http://schemas.microsoft.com/office/drawing/2014/main" id="{97676C6B-EDC7-4D35-8D5F-E85940C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1650" y="7705398"/>
            <a:ext cx="379843" cy="2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curve</a:t>
            </a:r>
          </a:p>
        </p:txBody>
      </p:sp>
      <p:sp>
        <p:nvSpPr>
          <p:cNvPr id="473" name="text-347 toward">
            <a:extLst xmlns:a="http://schemas.openxmlformats.org/drawingml/2006/main">
              <a:ext uri="{FF2B5EF4-FFF2-40B4-BE49-F238E27FC236}">
                <a16:creationId xmlns:a16="http://schemas.microsoft.com/office/drawing/2014/main" id="{5479AA22-8E65-412C-96FA-CEBB29FD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3079" y="7705406"/>
            <a:ext cx="467755" cy="221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toward</a:t>
            </a:r>
          </a:p>
        </p:txBody>
      </p:sp>
      <p:sp>
        <p:nvSpPr>
          <p:cNvPr id="474" name="text-347 arc,">
            <a:extLst xmlns:a="http://schemas.openxmlformats.org/drawingml/2006/main">
              <a:ext uri="{FF2B5EF4-FFF2-40B4-BE49-F238E27FC236}">
                <a16:creationId xmlns:a16="http://schemas.microsoft.com/office/drawing/2014/main" id="{1791FCC8-DF9D-4803-9B38-D18C78E5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2283" y="7705124"/>
            <a:ext cx="261613" cy="221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arc,</a:t>
            </a:r>
          </a:p>
        </p:txBody>
      </p:sp>
      <p:sp>
        <p:nvSpPr>
          <p:cNvPr id="475" name="text-347 peak">
            <a:extLst xmlns:a="http://schemas.openxmlformats.org/drawingml/2006/main">
              <a:ext uri="{FF2B5EF4-FFF2-40B4-BE49-F238E27FC236}">
                <a16:creationId xmlns:a16="http://schemas.microsoft.com/office/drawing/2014/main" id="{4FB4B68D-BB21-4598-9DFF-83179F19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5097" y="7705482"/>
            <a:ext cx="326985" cy="221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peak</a:t>
            </a:r>
          </a:p>
        </p:txBody>
      </p:sp>
      <p:sp>
        <p:nvSpPr>
          <p:cNvPr id="476" name="text-348 z=2.1m">
            <a:extLst xmlns:a="http://schemas.openxmlformats.org/drawingml/2006/main">
              <a:ext uri="{FF2B5EF4-FFF2-40B4-BE49-F238E27FC236}">
                <a16:creationId xmlns:a16="http://schemas.microsoft.com/office/drawing/2014/main" id="{468E896B-9E12-4718-89FF-FABF443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3545" y="7705603"/>
            <a:ext cx="500368" cy="221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z=2.1m</a:t>
            </a:r>
          </a:p>
        </p:txBody>
      </p:sp>
      <p:sp>
        <p:nvSpPr>
          <p:cNvPr id="477" name="text-349 at">
            <a:extLst xmlns:a="http://schemas.openxmlformats.org/drawingml/2006/main">
              <a:ext uri="{FF2B5EF4-FFF2-40B4-BE49-F238E27FC236}">
                <a16:creationId xmlns:a16="http://schemas.microsoft.com/office/drawing/2014/main" id="{6131D22A-BB2C-4B7C-AB80-C0853731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5961" y="7705513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78" name="text-350 0.9s">
            <a:extLst xmlns:a="http://schemas.openxmlformats.org/drawingml/2006/main">
              <a:ext uri="{FF2B5EF4-FFF2-40B4-BE49-F238E27FC236}">
                <a16:creationId xmlns:a16="http://schemas.microsoft.com/office/drawing/2014/main" id="{39B5A917-A78E-40DB-907C-E1B026A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0160" y="7705626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0.9s</a:t>
            </a:r>
          </a:p>
        </p:txBody>
      </p:sp>
      <p:sp>
        <p:nvSpPr>
          <p:cNvPr id="479" name="text-351 .">
            <a:extLst xmlns:a="http://schemas.openxmlformats.org/drawingml/2006/main">
              <a:ext uri="{FF2B5EF4-FFF2-40B4-BE49-F238E27FC236}">
                <a16:creationId xmlns:a16="http://schemas.microsoft.com/office/drawing/2014/main" id="{EE0F1441-974E-4316-909E-FBAF0411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9531" y="7706281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80" name="path-352">
            <a:extLst xmlns:a="http://schemas.openxmlformats.org/drawingml/2006/main">
              <a:ext uri="{FF2B5EF4-FFF2-40B4-BE49-F238E27FC236}">
                <a16:creationId xmlns:a16="http://schemas.microsoft.com/office/drawing/2014/main" id="{D2C0DA26-A928-4DE6-8B8B-7FA0196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572" y="6718624"/>
            <a:ext cx="4750919" cy="1325322"/>
          </a:xfrm>
          <a:custGeom xmlns:a="http://schemas.openxmlformats.org/drawingml/2006/main">
            <a:pathLst>
              <a:path w="4750919" h="1325322">
                <a:moveTo>
                  <a:pt x="0" y="1216212"/>
                </a:moveTo>
                <a:lnTo>
                  <a:pt x="0" y="1121321"/>
                </a:lnTo>
                <a:lnTo>
                  <a:pt x="23723" y="1121321"/>
                </a:lnTo>
                <a:lnTo>
                  <a:pt x="23723" y="1216212"/>
                </a:lnTo>
                <a:lnTo>
                  <a:pt x="0" y="1216212"/>
                </a:lnTo>
                <a:moveTo>
                  <a:pt x="0" y="1050153"/>
                </a:moveTo>
                <a:lnTo>
                  <a:pt x="0" y="955261"/>
                </a:lnTo>
                <a:lnTo>
                  <a:pt x="23723" y="955261"/>
                </a:lnTo>
                <a:lnTo>
                  <a:pt x="23723" y="1050153"/>
                </a:lnTo>
                <a:lnTo>
                  <a:pt x="0" y="1050153"/>
                </a:lnTo>
                <a:moveTo>
                  <a:pt x="0" y="884091"/>
                </a:moveTo>
                <a:lnTo>
                  <a:pt x="0" y="789199"/>
                </a:lnTo>
                <a:lnTo>
                  <a:pt x="23723" y="789199"/>
                </a:lnTo>
                <a:lnTo>
                  <a:pt x="23723" y="884091"/>
                </a:lnTo>
                <a:lnTo>
                  <a:pt x="0" y="884091"/>
                </a:lnTo>
                <a:moveTo>
                  <a:pt x="0" y="718031"/>
                </a:moveTo>
                <a:lnTo>
                  <a:pt x="0" y="623139"/>
                </a:lnTo>
                <a:lnTo>
                  <a:pt x="23723" y="623139"/>
                </a:lnTo>
                <a:lnTo>
                  <a:pt x="23723" y="718031"/>
                </a:lnTo>
                <a:lnTo>
                  <a:pt x="0" y="718031"/>
                </a:lnTo>
                <a:moveTo>
                  <a:pt x="0" y="551969"/>
                </a:moveTo>
                <a:lnTo>
                  <a:pt x="0" y="457077"/>
                </a:lnTo>
                <a:lnTo>
                  <a:pt x="23723" y="457077"/>
                </a:lnTo>
                <a:lnTo>
                  <a:pt x="23723" y="551969"/>
                </a:lnTo>
                <a:lnTo>
                  <a:pt x="0" y="551969"/>
                </a:lnTo>
                <a:moveTo>
                  <a:pt x="0" y="385910"/>
                </a:moveTo>
                <a:lnTo>
                  <a:pt x="0" y="291017"/>
                </a:lnTo>
                <a:lnTo>
                  <a:pt x="23723" y="291017"/>
                </a:lnTo>
                <a:lnTo>
                  <a:pt x="23723" y="385910"/>
                </a:lnTo>
                <a:lnTo>
                  <a:pt x="0" y="385910"/>
                </a:lnTo>
                <a:moveTo>
                  <a:pt x="0" y="219848"/>
                </a:moveTo>
                <a:lnTo>
                  <a:pt x="0" y="124956"/>
                </a:lnTo>
                <a:lnTo>
                  <a:pt x="23723" y="124956"/>
                </a:lnTo>
                <a:lnTo>
                  <a:pt x="23723" y="219848"/>
                </a:lnTo>
                <a:lnTo>
                  <a:pt x="0" y="219848"/>
                </a:lnTo>
                <a:moveTo>
                  <a:pt x="17192" y="50340"/>
                </a:moveTo>
                <a:lnTo>
                  <a:pt x="18631" y="48094"/>
                </a:lnTo>
                <a:lnTo>
                  <a:pt x="21684" y="43824"/>
                </a:lnTo>
                <a:lnTo>
                  <a:pt x="24910" y="39696"/>
                </a:lnTo>
                <a:lnTo>
                  <a:pt x="28341" y="35743"/>
                </a:lnTo>
                <a:lnTo>
                  <a:pt x="31947" y="31946"/>
                </a:lnTo>
                <a:lnTo>
                  <a:pt x="35743" y="28341"/>
                </a:lnTo>
                <a:lnTo>
                  <a:pt x="39696" y="24909"/>
                </a:lnTo>
                <a:lnTo>
                  <a:pt x="43824" y="21682"/>
                </a:lnTo>
                <a:lnTo>
                  <a:pt x="48095" y="18630"/>
                </a:lnTo>
                <a:lnTo>
                  <a:pt x="52524" y="15799"/>
                </a:lnTo>
                <a:lnTo>
                  <a:pt x="57093" y="13174"/>
                </a:lnTo>
                <a:lnTo>
                  <a:pt x="61790" y="10754"/>
                </a:lnTo>
                <a:lnTo>
                  <a:pt x="66631" y="8572"/>
                </a:lnTo>
                <a:lnTo>
                  <a:pt x="71597" y="6626"/>
                </a:lnTo>
                <a:lnTo>
                  <a:pt x="76657" y="4903"/>
                </a:lnTo>
                <a:lnTo>
                  <a:pt x="81844" y="3432"/>
                </a:lnTo>
                <a:lnTo>
                  <a:pt x="87127" y="2214"/>
                </a:lnTo>
                <a:lnTo>
                  <a:pt x="92504" y="1249"/>
                </a:lnTo>
                <a:lnTo>
                  <a:pt x="97960" y="553"/>
                </a:lnTo>
                <a:lnTo>
                  <a:pt x="103496" y="142"/>
                </a:lnTo>
                <a:lnTo>
                  <a:pt x="106247" y="63"/>
                </a:lnTo>
                <a:lnTo>
                  <a:pt x="106849" y="23786"/>
                </a:lnTo>
                <a:lnTo>
                  <a:pt x="104397" y="23849"/>
                </a:lnTo>
                <a:lnTo>
                  <a:pt x="104998" y="23818"/>
                </a:lnTo>
                <a:lnTo>
                  <a:pt x="100064" y="24197"/>
                </a:lnTo>
                <a:lnTo>
                  <a:pt x="100665" y="24134"/>
                </a:lnTo>
                <a:lnTo>
                  <a:pt x="95794" y="24751"/>
                </a:lnTo>
                <a:lnTo>
                  <a:pt x="96379" y="24655"/>
                </a:lnTo>
                <a:lnTo>
                  <a:pt x="91586" y="25510"/>
                </a:lnTo>
                <a:lnTo>
                  <a:pt x="92172" y="25399"/>
                </a:lnTo>
                <a:lnTo>
                  <a:pt x="87475" y="26475"/>
                </a:lnTo>
                <a:lnTo>
                  <a:pt x="88043" y="26332"/>
                </a:lnTo>
                <a:lnTo>
                  <a:pt x="83426" y="27645"/>
                </a:lnTo>
                <a:lnTo>
                  <a:pt x="83996" y="27471"/>
                </a:lnTo>
                <a:lnTo>
                  <a:pt x="79472" y="29005"/>
                </a:lnTo>
                <a:lnTo>
                  <a:pt x="80025" y="28799"/>
                </a:lnTo>
                <a:lnTo>
                  <a:pt x="75598" y="30539"/>
                </a:lnTo>
                <a:lnTo>
                  <a:pt x="76135" y="30317"/>
                </a:lnTo>
                <a:lnTo>
                  <a:pt x="71833" y="32263"/>
                </a:lnTo>
                <a:lnTo>
                  <a:pt x="72356" y="32010"/>
                </a:lnTo>
                <a:lnTo>
                  <a:pt x="68164" y="34161"/>
                </a:lnTo>
                <a:lnTo>
                  <a:pt x="68670" y="33876"/>
                </a:lnTo>
                <a:lnTo>
                  <a:pt x="64590" y="36217"/>
                </a:lnTo>
                <a:lnTo>
                  <a:pt x="65080" y="35932"/>
                </a:lnTo>
                <a:lnTo>
                  <a:pt x="61143" y="38446"/>
                </a:lnTo>
                <a:lnTo>
                  <a:pt x="61617" y="38131"/>
                </a:lnTo>
                <a:lnTo>
                  <a:pt x="57789" y="40851"/>
                </a:lnTo>
                <a:lnTo>
                  <a:pt x="58249" y="40503"/>
                </a:lnTo>
                <a:lnTo>
                  <a:pt x="54579" y="43397"/>
                </a:lnTo>
                <a:lnTo>
                  <a:pt x="55022" y="43033"/>
                </a:lnTo>
                <a:lnTo>
                  <a:pt x="51479" y="46086"/>
                </a:lnTo>
                <a:lnTo>
                  <a:pt x="51906" y="45706"/>
                </a:lnTo>
                <a:lnTo>
                  <a:pt x="48521" y="48932"/>
                </a:lnTo>
                <a:lnTo>
                  <a:pt x="48933" y="48521"/>
                </a:lnTo>
                <a:lnTo>
                  <a:pt x="45707" y="51906"/>
                </a:lnTo>
                <a:lnTo>
                  <a:pt x="46087" y="51479"/>
                </a:lnTo>
                <a:lnTo>
                  <a:pt x="43033" y="55021"/>
                </a:lnTo>
                <a:lnTo>
                  <a:pt x="43397" y="54578"/>
                </a:lnTo>
                <a:lnTo>
                  <a:pt x="40503" y="58248"/>
                </a:lnTo>
                <a:lnTo>
                  <a:pt x="40851" y="57789"/>
                </a:lnTo>
                <a:lnTo>
                  <a:pt x="38131" y="61616"/>
                </a:lnTo>
                <a:lnTo>
                  <a:pt x="38448" y="61142"/>
                </a:lnTo>
                <a:lnTo>
                  <a:pt x="37166" y="63135"/>
                </a:lnTo>
                <a:lnTo>
                  <a:pt x="17192" y="50340"/>
                </a:lnTo>
                <a:moveTo>
                  <a:pt x="177717" y="0"/>
                </a:moveTo>
                <a:lnTo>
                  <a:pt x="272609" y="0"/>
                </a:lnTo>
                <a:lnTo>
                  <a:pt x="272609" y="23723"/>
                </a:lnTo>
                <a:lnTo>
                  <a:pt x="177717" y="23723"/>
                </a:lnTo>
                <a:lnTo>
                  <a:pt x="177717" y="0"/>
                </a:lnTo>
                <a:moveTo>
                  <a:pt x="343778" y="0"/>
                </a:moveTo>
                <a:lnTo>
                  <a:pt x="438670" y="0"/>
                </a:lnTo>
                <a:lnTo>
                  <a:pt x="438670" y="23723"/>
                </a:lnTo>
                <a:lnTo>
                  <a:pt x="343778" y="23723"/>
                </a:lnTo>
                <a:lnTo>
                  <a:pt x="343778" y="0"/>
                </a:lnTo>
                <a:moveTo>
                  <a:pt x="509839" y="0"/>
                </a:moveTo>
                <a:lnTo>
                  <a:pt x="604731" y="0"/>
                </a:lnTo>
                <a:lnTo>
                  <a:pt x="604731" y="23723"/>
                </a:lnTo>
                <a:lnTo>
                  <a:pt x="509839" y="23723"/>
                </a:lnTo>
                <a:lnTo>
                  <a:pt x="509839" y="0"/>
                </a:lnTo>
                <a:moveTo>
                  <a:pt x="675899" y="0"/>
                </a:moveTo>
                <a:lnTo>
                  <a:pt x="770791" y="0"/>
                </a:lnTo>
                <a:lnTo>
                  <a:pt x="770791" y="23723"/>
                </a:lnTo>
                <a:lnTo>
                  <a:pt x="675899" y="23723"/>
                </a:lnTo>
                <a:lnTo>
                  <a:pt x="675899" y="0"/>
                </a:lnTo>
                <a:moveTo>
                  <a:pt x="841960" y="0"/>
                </a:moveTo>
                <a:lnTo>
                  <a:pt x="936852" y="0"/>
                </a:lnTo>
                <a:lnTo>
                  <a:pt x="936852" y="23723"/>
                </a:lnTo>
                <a:lnTo>
                  <a:pt x="841960" y="23723"/>
                </a:lnTo>
                <a:lnTo>
                  <a:pt x="841960" y="0"/>
                </a:lnTo>
                <a:moveTo>
                  <a:pt x="1008021" y="0"/>
                </a:moveTo>
                <a:lnTo>
                  <a:pt x="1102913" y="0"/>
                </a:lnTo>
                <a:lnTo>
                  <a:pt x="1102913" y="23723"/>
                </a:lnTo>
                <a:lnTo>
                  <a:pt x="1008021" y="23723"/>
                </a:lnTo>
                <a:lnTo>
                  <a:pt x="1008021" y="0"/>
                </a:lnTo>
                <a:moveTo>
                  <a:pt x="1174082" y="0"/>
                </a:moveTo>
                <a:lnTo>
                  <a:pt x="1268974" y="0"/>
                </a:lnTo>
                <a:lnTo>
                  <a:pt x="1268974" y="23723"/>
                </a:lnTo>
                <a:lnTo>
                  <a:pt x="1174082" y="23723"/>
                </a:lnTo>
                <a:lnTo>
                  <a:pt x="1174082" y="0"/>
                </a:lnTo>
                <a:moveTo>
                  <a:pt x="1340143" y="0"/>
                </a:moveTo>
                <a:lnTo>
                  <a:pt x="1435035" y="0"/>
                </a:lnTo>
                <a:lnTo>
                  <a:pt x="1435035" y="23723"/>
                </a:lnTo>
                <a:lnTo>
                  <a:pt x="1340143" y="23723"/>
                </a:lnTo>
                <a:lnTo>
                  <a:pt x="1340143" y="0"/>
                </a:lnTo>
                <a:moveTo>
                  <a:pt x="1506203" y="0"/>
                </a:moveTo>
                <a:lnTo>
                  <a:pt x="1601095" y="0"/>
                </a:lnTo>
                <a:lnTo>
                  <a:pt x="1601095" y="23723"/>
                </a:lnTo>
                <a:lnTo>
                  <a:pt x="1506203" y="23723"/>
                </a:lnTo>
                <a:lnTo>
                  <a:pt x="1506203" y="0"/>
                </a:lnTo>
                <a:moveTo>
                  <a:pt x="1672264" y="0"/>
                </a:moveTo>
                <a:lnTo>
                  <a:pt x="1767156" y="0"/>
                </a:lnTo>
                <a:lnTo>
                  <a:pt x="1767156" y="23723"/>
                </a:lnTo>
                <a:lnTo>
                  <a:pt x="1672264" y="23723"/>
                </a:lnTo>
                <a:lnTo>
                  <a:pt x="1672264" y="0"/>
                </a:lnTo>
                <a:moveTo>
                  <a:pt x="1838325" y="0"/>
                </a:moveTo>
                <a:lnTo>
                  <a:pt x="1933217" y="0"/>
                </a:lnTo>
                <a:lnTo>
                  <a:pt x="1933217" y="23723"/>
                </a:lnTo>
                <a:lnTo>
                  <a:pt x="1838325" y="23723"/>
                </a:lnTo>
                <a:lnTo>
                  <a:pt x="1838325" y="0"/>
                </a:lnTo>
                <a:moveTo>
                  <a:pt x="2004386" y="0"/>
                </a:moveTo>
                <a:lnTo>
                  <a:pt x="2099278" y="0"/>
                </a:lnTo>
                <a:lnTo>
                  <a:pt x="2099278" y="23723"/>
                </a:lnTo>
                <a:lnTo>
                  <a:pt x="2004386" y="23723"/>
                </a:lnTo>
                <a:lnTo>
                  <a:pt x="2004386" y="0"/>
                </a:lnTo>
                <a:moveTo>
                  <a:pt x="2170447" y="0"/>
                </a:moveTo>
                <a:lnTo>
                  <a:pt x="2265338" y="0"/>
                </a:lnTo>
                <a:lnTo>
                  <a:pt x="2265338" y="23723"/>
                </a:lnTo>
                <a:lnTo>
                  <a:pt x="2170447" y="23723"/>
                </a:lnTo>
                <a:lnTo>
                  <a:pt x="2170447" y="0"/>
                </a:lnTo>
                <a:moveTo>
                  <a:pt x="2336507" y="0"/>
                </a:moveTo>
                <a:lnTo>
                  <a:pt x="2431399" y="0"/>
                </a:lnTo>
                <a:lnTo>
                  <a:pt x="2431399" y="23723"/>
                </a:lnTo>
                <a:lnTo>
                  <a:pt x="2336507" y="23723"/>
                </a:lnTo>
                <a:lnTo>
                  <a:pt x="2336507" y="0"/>
                </a:lnTo>
                <a:moveTo>
                  <a:pt x="2502567" y="0"/>
                </a:moveTo>
                <a:lnTo>
                  <a:pt x="2597459" y="0"/>
                </a:lnTo>
                <a:lnTo>
                  <a:pt x="2597459" y="23723"/>
                </a:lnTo>
                <a:lnTo>
                  <a:pt x="2502567" y="23723"/>
                </a:lnTo>
                <a:lnTo>
                  <a:pt x="2502567" y="0"/>
                </a:lnTo>
                <a:moveTo>
                  <a:pt x="2668628" y="0"/>
                </a:moveTo>
                <a:lnTo>
                  <a:pt x="2763520" y="0"/>
                </a:lnTo>
                <a:lnTo>
                  <a:pt x="2763520" y="23723"/>
                </a:lnTo>
                <a:lnTo>
                  <a:pt x="2668628" y="23723"/>
                </a:lnTo>
                <a:lnTo>
                  <a:pt x="2668628" y="0"/>
                </a:lnTo>
                <a:moveTo>
                  <a:pt x="2834689" y="0"/>
                </a:moveTo>
                <a:lnTo>
                  <a:pt x="2929580" y="0"/>
                </a:lnTo>
                <a:lnTo>
                  <a:pt x="2929580" y="23723"/>
                </a:lnTo>
                <a:lnTo>
                  <a:pt x="2834689" y="23723"/>
                </a:lnTo>
                <a:lnTo>
                  <a:pt x="2834689" y="0"/>
                </a:lnTo>
                <a:moveTo>
                  <a:pt x="3000749" y="0"/>
                </a:moveTo>
                <a:lnTo>
                  <a:pt x="3095641" y="0"/>
                </a:lnTo>
                <a:lnTo>
                  <a:pt x="3095641" y="23723"/>
                </a:lnTo>
                <a:lnTo>
                  <a:pt x="3000749" y="23723"/>
                </a:lnTo>
                <a:lnTo>
                  <a:pt x="3000749" y="0"/>
                </a:lnTo>
                <a:moveTo>
                  <a:pt x="3166810" y="0"/>
                </a:moveTo>
                <a:lnTo>
                  <a:pt x="3261702" y="0"/>
                </a:lnTo>
                <a:lnTo>
                  <a:pt x="3261702" y="23723"/>
                </a:lnTo>
                <a:lnTo>
                  <a:pt x="3166810" y="23723"/>
                </a:lnTo>
                <a:lnTo>
                  <a:pt x="3166810" y="0"/>
                </a:lnTo>
                <a:moveTo>
                  <a:pt x="3332871" y="0"/>
                </a:moveTo>
                <a:lnTo>
                  <a:pt x="3427763" y="0"/>
                </a:lnTo>
                <a:lnTo>
                  <a:pt x="3427763" y="23723"/>
                </a:lnTo>
                <a:lnTo>
                  <a:pt x="3332871" y="23723"/>
                </a:lnTo>
                <a:lnTo>
                  <a:pt x="3332871" y="0"/>
                </a:lnTo>
                <a:moveTo>
                  <a:pt x="3498932" y="0"/>
                </a:moveTo>
                <a:lnTo>
                  <a:pt x="3593824" y="0"/>
                </a:lnTo>
                <a:lnTo>
                  <a:pt x="3593824" y="23723"/>
                </a:lnTo>
                <a:lnTo>
                  <a:pt x="3498932" y="23723"/>
                </a:lnTo>
                <a:lnTo>
                  <a:pt x="3498932" y="0"/>
                </a:lnTo>
                <a:moveTo>
                  <a:pt x="3664993" y="0"/>
                </a:moveTo>
                <a:lnTo>
                  <a:pt x="3759884" y="0"/>
                </a:lnTo>
                <a:lnTo>
                  <a:pt x="3759884" y="23723"/>
                </a:lnTo>
                <a:lnTo>
                  <a:pt x="3664993" y="23723"/>
                </a:lnTo>
                <a:lnTo>
                  <a:pt x="3664993" y="0"/>
                </a:lnTo>
                <a:moveTo>
                  <a:pt x="3831053" y="0"/>
                </a:moveTo>
                <a:lnTo>
                  <a:pt x="3925945" y="0"/>
                </a:lnTo>
                <a:lnTo>
                  <a:pt x="3925945" y="23723"/>
                </a:lnTo>
                <a:lnTo>
                  <a:pt x="3831053" y="23723"/>
                </a:lnTo>
                <a:lnTo>
                  <a:pt x="3831053" y="0"/>
                </a:lnTo>
                <a:moveTo>
                  <a:pt x="3997114" y="0"/>
                </a:moveTo>
                <a:lnTo>
                  <a:pt x="4092006" y="0"/>
                </a:lnTo>
                <a:lnTo>
                  <a:pt x="4092006" y="23723"/>
                </a:lnTo>
                <a:lnTo>
                  <a:pt x="3997114" y="23723"/>
                </a:lnTo>
                <a:lnTo>
                  <a:pt x="3997114" y="0"/>
                </a:lnTo>
                <a:moveTo>
                  <a:pt x="4163175" y="0"/>
                </a:moveTo>
                <a:lnTo>
                  <a:pt x="4258067" y="0"/>
                </a:lnTo>
                <a:lnTo>
                  <a:pt x="4258067" y="23723"/>
                </a:lnTo>
                <a:lnTo>
                  <a:pt x="4163175" y="23723"/>
                </a:lnTo>
                <a:lnTo>
                  <a:pt x="4163175" y="0"/>
                </a:lnTo>
                <a:moveTo>
                  <a:pt x="4329236" y="0"/>
                </a:moveTo>
                <a:lnTo>
                  <a:pt x="4424128" y="0"/>
                </a:lnTo>
                <a:lnTo>
                  <a:pt x="4424128" y="23723"/>
                </a:lnTo>
                <a:lnTo>
                  <a:pt x="4329236" y="23723"/>
                </a:lnTo>
                <a:lnTo>
                  <a:pt x="4329236" y="0"/>
                </a:lnTo>
                <a:moveTo>
                  <a:pt x="4495297" y="0"/>
                </a:moveTo>
                <a:lnTo>
                  <a:pt x="4590188" y="0"/>
                </a:lnTo>
                <a:lnTo>
                  <a:pt x="4590188" y="23723"/>
                </a:lnTo>
                <a:lnTo>
                  <a:pt x="4495297" y="23723"/>
                </a:lnTo>
                <a:lnTo>
                  <a:pt x="4495297" y="0"/>
                </a:lnTo>
                <a:moveTo>
                  <a:pt x="4663319" y="2135"/>
                </a:moveTo>
                <a:lnTo>
                  <a:pt x="4663792" y="2214"/>
                </a:lnTo>
                <a:lnTo>
                  <a:pt x="4669074" y="3432"/>
                </a:lnTo>
                <a:lnTo>
                  <a:pt x="4674262" y="4903"/>
                </a:lnTo>
                <a:lnTo>
                  <a:pt x="4679324" y="6626"/>
                </a:lnTo>
                <a:lnTo>
                  <a:pt x="4684290" y="8572"/>
                </a:lnTo>
                <a:lnTo>
                  <a:pt x="4689129" y="10754"/>
                </a:lnTo>
                <a:lnTo>
                  <a:pt x="4693825" y="13174"/>
                </a:lnTo>
                <a:lnTo>
                  <a:pt x="4698396" y="15799"/>
                </a:lnTo>
                <a:lnTo>
                  <a:pt x="4702825" y="18630"/>
                </a:lnTo>
                <a:lnTo>
                  <a:pt x="4707095" y="21682"/>
                </a:lnTo>
                <a:lnTo>
                  <a:pt x="4711223" y="24909"/>
                </a:lnTo>
                <a:lnTo>
                  <a:pt x="4715177" y="28341"/>
                </a:lnTo>
                <a:lnTo>
                  <a:pt x="4718972" y="31946"/>
                </a:lnTo>
                <a:lnTo>
                  <a:pt x="4722578" y="35743"/>
                </a:lnTo>
                <a:lnTo>
                  <a:pt x="4726010" y="39696"/>
                </a:lnTo>
                <a:lnTo>
                  <a:pt x="4729237" y="43824"/>
                </a:lnTo>
                <a:lnTo>
                  <a:pt x="4732289" y="48094"/>
                </a:lnTo>
                <a:lnTo>
                  <a:pt x="4735120" y="52522"/>
                </a:lnTo>
                <a:lnTo>
                  <a:pt x="4737746" y="57093"/>
                </a:lnTo>
                <a:lnTo>
                  <a:pt x="4740164" y="61790"/>
                </a:lnTo>
                <a:lnTo>
                  <a:pt x="4742347" y="66630"/>
                </a:lnTo>
                <a:lnTo>
                  <a:pt x="4742648" y="67420"/>
                </a:lnTo>
                <a:lnTo>
                  <a:pt x="4720585" y="76119"/>
                </a:lnTo>
                <a:lnTo>
                  <a:pt x="4720379" y="75597"/>
                </a:lnTo>
                <a:lnTo>
                  <a:pt x="4720601" y="76134"/>
                </a:lnTo>
                <a:lnTo>
                  <a:pt x="4718656" y="71833"/>
                </a:lnTo>
                <a:lnTo>
                  <a:pt x="4718908" y="72355"/>
                </a:lnTo>
                <a:lnTo>
                  <a:pt x="4716759" y="68164"/>
                </a:lnTo>
                <a:lnTo>
                  <a:pt x="4717042" y="68670"/>
                </a:lnTo>
                <a:lnTo>
                  <a:pt x="4714702" y="64590"/>
                </a:lnTo>
                <a:lnTo>
                  <a:pt x="4714987" y="65080"/>
                </a:lnTo>
                <a:lnTo>
                  <a:pt x="4712472" y="61142"/>
                </a:lnTo>
                <a:lnTo>
                  <a:pt x="4712789" y="61616"/>
                </a:lnTo>
                <a:lnTo>
                  <a:pt x="4710068" y="57789"/>
                </a:lnTo>
                <a:lnTo>
                  <a:pt x="4710416" y="58248"/>
                </a:lnTo>
                <a:lnTo>
                  <a:pt x="4707522" y="54578"/>
                </a:lnTo>
                <a:lnTo>
                  <a:pt x="4707886" y="55021"/>
                </a:lnTo>
                <a:lnTo>
                  <a:pt x="4704834" y="51479"/>
                </a:lnTo>
                <a:lnTo>
                  <a:pt x="4705213" y="51906"/>
                </a:lnTo>
                <a:lnTo>
                  <a:pt x="4701987" y="48521"/>
                </a:lnTo>
                <a:lnTo>
                  <a:pt x="4702398" y="48932"/>
                </a:lnTo>
                <a:lnTo>
                  <a:pt x="4699013" y="45706"/>
                </a:lnTo>
                <a:lnTo>
                  <a:pt x="4699425" y="46086"/>
                </a:lnTo>
                <a:lnTo>
                  <a:pt x="4695898" y="43033"/>
                </a:lnTo>
                <a:lnTo>
                  <a:pt x="4696340" y="43397"/>
                </a:lnTo>
                <a:lnTo>
                  <a:pt x="4692672" y="40503"/>
                </a:lnTo>
                <a:lnTo>
                  <a:pt x="4693130" y="40851"/>
                </a:lnTo>
                <a:lnTo>
                  <a:pt x="4689303" y="38131"/>
                </a:lnTo>
                <a:lnTo>
                  <a:pt x="4689778" y="38446"/>
                </a:lnTo>
                <a:lnTo>
                  <a:pt x="4685838" y="35932"/>
                </a:lnTo>
                <a:lnTo>
                  <a:pt x="4686329" y="36217"/>
                </a:lnTo>
                <a:lnTo>
                  <a:pt x="4682249" y="33876"/>
                </a:lnTo>
                <a:lnTo>
                  <a:pt x="4682756" y="34161"/>
                </a:lnTo>
                <a:lnTo>
                  <a:pt x="4678564" y="32010"/>
                </a:lnTo>
                <a:lnTo>
                  <a:pt x="4679085" y="32263"/>
                </a:lnTo>
                <a:lnTo>
                  <a:pt x="4674784" y="30317"/>
                </a:lnTo>
                <a:lnTo>
                  <a:pt x="4675322" y="30539"/>
                </a:lnTo>
                <a:lnTo>
                  <a:pt x="4670894" y="28799"/>
                </a:lnTo>
                <a:lnTo>
                  <a:pt x="4671447" y="29005"/>
                </a:lnTo>
                <a:lnTo>
                  <a:pt x="4666924" y="27471"/>
                </a:lnTo>
                <a:lnTo>
                  <a:pt x="4667493" y="27645"/>
                </a:lnTo>
                <a:lnTo>
                  <a:pt x="4662876" y="26332"/>
                </a:lnTo>
                <a:lnTo>
                  <a:pt x="4663446" y="26475"/>
                </a:lnTo>
                <a:lnTo>
                  <a:pt x="4658748" y="25399"/>
                </a:lnTo>
                <a:lnTo>
                  <a:pt x="4659333" y="25510"/>
                </a:lnTo>
                <a:lnTo>
                  <a:pt x="4659033" y="25462"/>
                </a:lnTo>
                <a:lnTo>
                  <a:pt x="4659142" y="25478"/>
                </a:lnTo>
                <a:lnTo>
                  <a:pt x="4663319" y="2135"/>
                </a:lnTo>
                <a:moveTo>
                  <a:pt x="4750919" y="141958"/>
                </a:moveTo>
                <a:lnTo>
                  <a:pt x="4750919" y="236850"/>
                </a:lnTo>
                <a:lnTo>
                  <a:pt x="4727196" y="236850"/>
                </a:lnTo>
                <a:lnTo>
                  <a:pt x="4727196" y="141958"/>
                </a:lnTo>
                <a:lnTo>
                  <a:pt x="4750919" y="141958"/>
                </a:lnTo>
                <a:moveTo>
                  <a:pt x="4750919" y="308019"/>
                </a:moveTo>
                <a:lnTo>
                  <a:pt x="4750919" y="402911"/>
                </a:lnTo>
                <a:lnTo>
                  <a:pt x="4727196" y="402911"/>
                </a:lnTo>
                <a:lnTo>
                  <a:pt x="4727196" y="308019"/>
                </a:lnTo>
                <a:lnTo>
                  <a:pt x="4750919" y="308019"/>
                </a:lnTo>
                <a:moveTo>
                  <a:pt x="4750919" y="474080"/>
                </a:moveTo>
                <a:lnTo>
                  <a:pt x="4750919" y="568972"/>
                </a:lnTo>
                <a:lnTo>
                  <a:pt x="4727196" y="568972"/>
                </a:lnTo>
                <a:lnTo>
                  <a:pt x="4727196" y="474080"/>
                </a:lnTo>
                <a:lnTo>
                  <a:pt x="4750919" y="474080"/>
                </a:lnTo>
                <a:moveTo>
                  <a:pt x="4750919" y="640141"/>
                </a:moveTo>
                <a:lnTo>
                  <a:pt x="4750919" y="735032"/>
                </a:lnTo>
                <a:lnTo>
                  <a:pt x="4727196" y="735032"/>
                </a:lnTo>
                <a:lnTo>
                  <a:pt x="4727196" y="640141"/>
                </a:lnTo>
                <a:lnTo>
                  <a:pt x="4750919" y="640141"/>
                </a:lnTo>
                <a:moveTo>
                  <a:pt x="4750919" y="806201"/>
                </a:moveTo>
                <a:lnTo>
                  <a:pt x="4750919" y="901093"/>
                </a:lnTo>
                <a:lnTo>
                  <a:pt x="4727196" y="901093"/>
                </a:lnTo>
                <a:lnTo>
                  <a:pt x="4727196" y="806201"/>
                </a:lnTo>
                <a:lnTo>
                  <a:pt x="4750919" y="806201"/>
                </a:lnTo>
                <a:moveTo>
                  <a:pt x="4750919" y="972262"/>
                </a:moveTo>
                <a:lnTo>
                  <a:pt x="4750919" y="1067154"/>
                </a:lnTo>
                <a:lnTo>
                  <a:pt x="4727196" y="1067154"/>
                </a:lnTo>
                <a:lnTo>
                  <a:pt x="4727196" y="972262"/>
                </a:lnTo>
                <a:lnTo>
                  <a:pt x="4750919" y="972262"/>
                </a:lnTo>
                <a:moveTo>
                  <a:pt x="4750919" y="1138323"/>
                </a:moveTo>
                <a:lnTo>
                  <a:pt x="4750919" y="1216371"/>
                </a:lnTo>
                <a:lnTo>
                  <a:pt x="4750776" y="1221828"/>
                </a:lnTo>
                <a:lnTo>
                  <a:pt x="4750366" y="1227363"/>
                </a:lnTo>
                <a:lnTo>
                  <a:pt x="4749669" y="1232818"/>
                </a:lnTo>
                <a:lnTo>
                  <a:pt x="4749243" y="1235207"/>
                </a:lnTo>
                <a:lnTo>
                  <a:pt x="4725884" y="1231032"/>
                </a:lnTo>
                <a:lnTo>
                  <a:pt x="4726263" y="1228944"/>
                </a:lnTo>
                <a:lnTo>
                  <a:pt x="4726168" y="1229530"/>
                </a:lnTo>
                <a:lnTo>
                  <a:pt x="4726786" y="1224658"/>
                </a:lnTo>
                <a:lnTo>
                  <a:pt x="4726722" y="1225258"/>
                </a:lnTo>
                <a:lnTo>
                  <a:pt x="4727101" y="1220325"/>
                </a:lnTo>
                <a:lnTo>
                  <a:pt x="4727071" y="1220926"/>
                </a:lnTo>
                <a:lnTo>
                  <a:pt x="4727196" y="1215912"/>
                </a:lnTo>
                <a:lnTo>
                  <a:pt x="4727196" y="1216212"/>
                </a:lnTo>
                <a:lnTo>
                  <a:pt x="4727196" y="1138323"/>
                </a:lnTo>
                <a:lnTo>
                  <a:pt x="4750919" y="1138323"/>
                </a:lnTo>
                <a:moveTo>
                  <a:pt x="4709072" y="1302090"/>
                </a:moveTo>
                <a:lnTo>
                  <a:pt x="4707095" y="1303640"/>
                </a:lnTo>
                <a:lnTo>
                  <a:pt x="4702825" y="1306693"/>
                </a:lnTo>
                <a:lnTo>
                  <a:pt x="4698396" y="1309523"/>
                </a:lnTo>
                <a:lnTo>
                  <a:pt x="4693825" y="1312148"/>
                </a:lnTo>
                <a:lnTo>
                  <a:pt x="4689129" y="1314568"/>
                </a:lnTo>
                <a:lnTo>
                  <a:pt x="4684290" y="1316750"/>
                </a:lnTo>
                <a:lnTo>
                  <a:pt x="4679324" y="1318697"/>
                </a:lnTo>
                <a:lnTo>
                  <a:pt x="4674262" y="1320420"/>
                </a:lnTo>
                <a:lnTo>
                  <a:pt x="4669074" y="1321891"/>
                </a:lnTo>
                <a:lnTo>
                  <a:pt x="4663792" y="1323108"/>
                </a:lnTo>
                <a:lnTo>
                  <a:pt x="4658416" y="1324073"/>
                </a:lnTo>
                <a:lnTo>
                  <a:pt x="4652959" y="1324770"/>
                </a:lnTo>
                <a:lnTo>
                  <a:pt x="4647424" y="1325180"/>
                </a:lnTo>
                <a:lnTo>
                  <a:pt x="4641968" y="1325322"/>
                </a:lnTo>
                <a:lnTo>
                  <a:pt x="4611508" y="1325322"/>
                </a:lnTo>
                <a:lnTo>
                  <a:pt x="4611508" y="1301600"/>
                </a:lnTo>
                <a:lnTo>
                  <a:pt x="4641809" y="1301600"/>
                </a:lnTo>
                <a:lnTo>
                  <a:pt x="4641509" y="1301600"/>
                </a:lnTo>
                <a:lnTo>
                  <a:pt x="4646522" y="1301472"/>
                </a:lnTo>
                <a:lnTo>
                  <a:pt x="4645921" y="1301505"/>
                </a:lnTo>
                <a:lnTo>
                  <a:pt x="4650856" y="1301126"/>
                </a:lnTo>
                <a:lnTo>
                  <a:pt x="4650255" y="1301189"/>
                </a:lnTo>
                <a:lnTo>
                  <a:pt x="4655126" y="1300572"/>
                </a:lnTo>
                <a:lnTo>
                  <a:pt x="4654541" y="1300667"/>
                </a:lnTo>
                <a:lnTo>
                  <a:pt x="4659333" y="1299813"/>
                </a:lnTo>
                <a:lnTo>
                  <a:pt x="4658748" y="1299924"/>
                </a:lnTo>
                <a:lnTo>
                  <a:pt x="4663446" y="1298848"/>
                </a:lnTo>
                <a:lnTo>
                  <a:pt x="4662876" y="1298991"/>
                </a:lnTo>
                <a:lnTo>
                  <a:pt x="4667493" y="1297677"/>
                </a:lnTo>
                <a:lnTo>
                  <a:pt x="4666924" y="1297852"/>
                </a:lnTo>
                <a:lnTo>
                  <a:pt x="4671447" y="1296317"/>
                </a:lnTo>
                <a:lnTo>
                  <a:pt x="4670894" y="1296524"/>
                </a:lnTo>
                <a:lnTo>
                  <a:pt x="4675322" y="1294783"/>
                </a:lnTo>
                <a:lnTo>
                  <a:pt x="4674784" y="1295005"/>
                </a:lnTo>
                <a:lnTo>
                  <a:pt x="4679085" y="1293059"/>
                </a:lnTo>
                <a:lnTo>
                  <a:pt x="4678564" y="1293312"/>
                </a:lnTo>
                <a:lnTo>
                  <a:pt x="4682756" y="1291161"/>
                </a:lnTo>
                <a:lnTo>
                  <a:pt x="4682249" y="1291446"/>
                </a:lnTo>
                <a:lnTo>
                  <a:pt x="4686329" y="1289106"/>
                </a:lnTo>
                <a:lnTo>
                  <a:pt x="4685838" y="1289390"/>
                </a:lnTo>
                <a:lnTo>
                  <a:pt x="4689778" y="1286859"/>
                </a:lnTo>
                <a:lnTo>
                  <a:pt x="4689303" y="1287192"/>
                </a:lnTo>
                <a:lnTo>
                  <a:pt x="4693130" y="1284472"/>
                </a:lnTo>
                <a:lnTo>
                  <a:pt x="4692672" y="1284820"/>
                </a:lnTo>
                <a:lnTo>
                  <a:pt x="4694411" y="1283443"/>
                </a:lnTo>
                <a:lnTo>
                  <a:pt x="4709072" y="1302090"/>
                </a:lnTo>
                <a:moveTo>
                  <a:pt x="4540339" y="1325322"/>
                </a:moveTo>
                <a:lnTo>
                  <a:pt x="4445447" y="1325322"/>
                </a:lnTo>
                <a:lnTo>
                  <a:pt x="4445447" y="1301600"/>
                </a:lnTo>
                <a:lnTo>
                  <a:pt x="4540339" y="1301600"/>
                </a:lnTo>
                <a:lnTo>
                  <a:pt x="4540339" y="1325322"/>
                </a:lnTo>
                <a:moveTo>
                  <a:pt x="4374278" y="1325322"/>
                </a:moveTo>
                <a:lnTo>
                  <a:pt x="4279386" y="1325322"/>
                </a:lnTo>
                <a:lnTo>
                  <a:pt x="4279386" y="1301600"/>
                </a:lnTo>
                <a:lnTo>
                  <a:pt x="4374278" y="1301600"/>
                </a:lnTo>
                <a:lnTo>
                  <a:pt x="4374278" y="1325322"/>
                </a:lnTo>
                <a:moveTo>
                  <a:pt x="4208218" y="1325322"/>
                </a:moveTo>
                <a:lnTo>
                  <a:pt x="4113326" y="1325322"/>
                </a:lnTo>
                <a:lnTo>
                  <a:pt x="4113326" y="1301600"/>
                </a:lnTo>
                <a:lnTo>
                  <a:pt x="4208218" y="1301600"/>
                </a:lnTo>
                <a:lnTo>
                  <a:pt x="4208218" y="1325322"/>
                </a:lnTo>
                <a:moveTo>
                  <a:pt x="4042157" y="1325322"/>
                </a:moveTo>
                <a:lnTo>
                  <a:pt x="3947265" y="1325322"/>
                </a:lnTo>
                <a:lnTo>
                  <a:pt x="3947265" y="1301600"/>
                </a:lnTo>
                <a:lnTo>
                  <a:pt x="4042157" y="1301600"/>
                </a:lnTo>
                <a:lnTo>
                  <a:pt x="4042157" y="1325322"/>
                </a:lnTo>
                <a:moveTo>
                  <a:pt x="3876096" y="1325322"/>
                </a:moveTo>
                <a:lnTo>
                  <a:pt x="3781204" y="1325322"/>
                </a:lnTo>
                <a:lnTo>
                  <a:pt x="3781204" y="1301600"/>
                </a:lnTo>
                <a:lnTo>
                  <a:pt x="3876096" y="1301600"/>
                </a:lnTo>
                <a:lnTo>
                  <a:pt x="3876096" y="1325322"/>
                </a:lnTo>
                <a:moveTo>
                  <a:pt x="3710035" y="1325322"/>
                </a:moveTo>
                <a:lnTo>
                  <a:pt x="3615143" y="1325322"/>
                </a:lnTo>
                <a:lnTo>
                  <a:pt x="3615143" y="1301600"/>
                </a:lnTo>
                <a:lnTo>
                  <a:pt x="3710035" y="1301600"/>
                </a:lnTo>
                <a:lnTo>
                  <a:pt x="3710035" y="1325322"/>
                </a:lnTo>
                <a:moveTo>
                  <a:pt x="3543974" y="1325322"/>
                </a:moveTo>
                <a:lnTo>
                  <a:pt x="3449082" y="1325322"/>
                </a:lnTo>
                <a:lnTo>
                  <a:pt x="3449082" y="1301600"/>
                </a:lnTo>
                <a:lnTo>
                  <a:pt x="3543974" y="1301600"/>
                </a:lnTo>
                <a:lnTo>
                  <a:pt x="3543974" y="1325322"/>
                </a:lnTo>
                <a:moveTo>
                  <a:pt x="3377914" y="1325322"/>
                </a:moveTo>
                <a:lnTo>
                  <a:pt x="3283022" y="1325322"/>
                </a:lnTo>
                <a:lnTo>
                  <a:pt x="3283022" y="1301600"/>
                </a:lnTo>
                <a:lnTo>
                  <a:pt x="3377914" y="1301600"/>
                </a:lnTo>
                <a:lnTo>
                  <a:pt x="3377914" y="1325322"/>
                </a:lnTo>
                <a:moveTo>
                  <a:pt x="3211853" y="1325322"/>
                </a:moveTo>
                <a:lnTo>
                  <a:pt x="3116961" y="1325322"/>
                </a:lnTo>
                <a:lnTo>
                  <a:pt x="3116961" y="1301600"/>
                </a:lnTo>
                <a:lnTo>
                  <a:pt x="3211853" y="1301600"/>
                </a:lnTo>
                <a:lnTo>
                  <a:pt x="3211853" y="1325322"/>
                </a:lnTo>
                <a:moveTo>
                  <a:pt x="3045792" y="1325322"/>
                </a:moveTo>
                <a:lnTo>
                  <a:pt x="2950900" y="1325322"/>
                </a:lnTo>
                <a:lnTo>
                  <a:pt x="2950900" y="1301600"/>
                </a:lnTo>
                <a:lnTo>
                  <a:pt x="3045792" y="1301600"/>
                </a:lnTo>
                <a:lnTo>
                  <a:pt x="3045792" y="1325322"/>
                </a:lnTo>
                <a:moveTo>
                  <a:pt x="2879731" y="1325322"/>
                </a:moveTo>
                <a:lnTo>
                  <a:pt x="2784839" y="1325322"/>
                </a:lnTo>
                <a:lnTo>
                  <a:pt x="2784839" y="1301600"/>
                </a:lnTo>
                <a:lnTo>
                  <a:pt x="2879731" y="1301600"/>
                </a:lnTo>
                <a:lnTo>
                  <a:pt x="2879731" y="1325322"/>
                </a:lnTo>
                <a:moveTo>
                  <a:pt x="2713670" y="1325322"/>
                </a:moveTo>
                <a:lnTo>
                  <a:pt x="2618779" y="1325322"/>
                </a:lnTo>
                <a:lnTo>
                  <a:pt x="2618779" y="1301600"/>
                </a:lnTo>
                <a:lnTo>
                  <a:pt x="2713670" y="1301600"/>
                </a:lnTo>
                <a:lnTo>
                  <a:pt x="2713670" y="1325322"/>
                </a:lnTo>
                <a:moveTo>
                  <a:pt x="2547610" y="1325322"/>
                </a:moveTo>
                <a:lnTo>
                  <a:pt x="2452718" y="1325322"/>
                </a:lnTo>
                <a:lnTo>
                  <a:pt x="2452718" y="1301600"/>
                </a:lnTo>
                <a:lnTo>
                  <a:pt x="2547610" y="1301600"/>
                </a:lnTo>
                <a:lnTo>
                  <a:pt x="2547610" y="1325322"/>
                </a:lnTo>
                <a:moveTo>
                  <a:pt x="2381549" y="1325322"/>
                </a:moveTo>
                <a:lnTo>
                  <a:pt x="2286657" y="1325322"/>
                </a:lnTo>
                <a:lnTo>
                  <a:pt x="2286657" y="1301600"/>
                </a:lnTo>
                <a:lnTo>
                  <a:pt x="2381549" y="1301600"/>
                </a:lnTo>
                <a:lnTo>
                  <a:pt x="2381549" y="1325322"/>
                </a:lnTo>
                <a:moveTo>
                  <a:pt x="2215488" y="1325322"/>
                </a:moveTo>
                <a:lnTo>
                  <a:pt x="2120596" y="1325322"/>
                </a:lnTo>
                <a:lnTo>
                  <a:pt x="2120596" y="1301600"/>
                </a:lnTo>
                <a:lnTo>
                  <a:pt x="2215488" y="1301600"/>
                </a:lnTo>
                <a:lnTo>
                  <a:pt x="2215488" y="1325322"/>
                </a:lnTo>
                <a:moveTo>
                  <a:pt x="2049427" y="1325322"/>
                </a:moveTo>
                <a:lnTo>
                  <a:pt x="1954535" y="1325322"/>
                </a:lnTo>
                <a:lnTo>
                  <a:pt x="1954535" y="1301600"/>
                </a:lnTo>
                <a:lnTo>
                  <a:pt x="2049427" y="1301600"/>
                </a:lnTo>
                <a:lnTo>
                  <a:pt x="2049427" y="1325322"/>
                </a:lnTo>
                <a:moveTo>
                  <a:pt x="1883366" y="1325322"/>
                </a:moveTo>
                <a:lnTo>
                  <a:pt x="1788475" y="1325322"/>
                </a:lnTo>
                <a:lnTo>
                  <a:pt x="1788475" y="1301600"/>
                </a:lnTo>
                <a:lnTo>
                  <a:pt x="1883366" y="1301600"/>
                </a:lnTo>
                <a:lnTo>
                  <a:pt x="1883366" y="1325322"/>
                </a:lnTo>
                <a:moveTo>
                  <a:pt x="1717306" y="1325322"/>
                </a:moveTo>
                <a:lnTo>
                  <a:pt x="1622414" y="1325322"/>
                </a:lnTo>
                <a:lnTo>
                  <a:pt x="1622414" y="1301600"/>
                </a:lnTo>
                <a:lnTo>
                  <a:pt x="1717306" y="1301600"/>
                </a:lnTo>
                <a:lnTo>
                  <a:pt x="1717306" y="1325322"/>
                </a:lnTo>
                <a:moveTo>
                  <a:pt x="1551245" y="1325322"/>
                </a:moveTo>
                <a:lnTo>
                  <a:pt x="1456353" y="1325322"/>
                </a:lnTo>
                <a:lnTo>
                  <a:pt x="1456353" y="1301600"/>
                </a:lnTo>
                <a:lnTo>
                  <a:pt x="1551245" y="1301600"/>
                </a:lnTo>
                <a:lnTo>
                  <a:pt x="1551245" y="1325322"/>
                </a:lnTo>
                <a:moveTo>
                  <a:pt x="1385184" y="1325322"/>
                </a:moveTo>
                <a:lnTo>
                  <a:pt x="1290292" y="1325322"/>
                </a:lnTo>
                <a:lnTo>
                  <a:pt x="1290292" y="1301600"/>
                </a:lnTo>
                <a:lnTo>
                  <a:pt x="1385184" y="1301600"/>
                </a:lnTo>
                <a:lnTo>
                  <a:pt x="1385184" y="1325322"/>
                </a:lnTo>
                <a:moveTo>
                  <a:pt x="1219123" y="1325322"/>
                </a:moveTo>
                <a:lnTo>
                  <a:pt x="1124231" y="1325322"/>
                </a:lnTo>
                <a:lnTo>
                  <a:pt x="1124231" y="1301600"/>
                </a:lnTo>
                <a:lnTo>
                  <a:pt x="1219123" y="1301600"/>
                </a:lnTo>
                <a:lnTo>
                  <a:pt x="1219123" y="1325322"/>
                </a:lnTo>
                <a:moveTo>
                  <a:pt x="1053062" y="1325322"/>
                </a:moveTo>
                <a:lnTo>
                  <a:pt x="958171" y="1325322"/>
                </a:lnTo>
                <a:lnTo>
                  <a:pt x="958171" y="1301600"/>
                </a:lnTo>
                <a:lnTo>
                  <a:pt x="1053062" y="1301600"/>
                </a:lnTo>
                <a:lnTo>
                  <a:pt x="1053062" y="1325322"/>
                </a:lnTo>
                <a:moveTo>
                  <a:pt x="887002" y="1325322"/>
                </a:moveTo>
                <a:lnTo>
                  <a:pt x="792110" y="1325322"/>
                </a:lnTo>
                <a:lnTo>
                  <a:pt x="792110" y="1301600"/>
                </a:lnTo>
                <a:lnTo>
                  <a:pt x="887002" y="1301600"/>
                </a:lnTo>
                <a:lnTo>
                  <a:pt x="887002" y="1325322"/>
                </a:lnTo>
                <a:moveTo>
                  <a:pt x="720941" y="1325322"/>
                </a:moveTo>
                <a:lnTo>
                  <a:pt x="626049" y="1325322"/>
                </a:lnTo>
                <a:lnTo>
                  <a:pt x="626049" y="1301600"/>
                </a:lnTo>
                <a:lnTo>
                  <a:pt x="720941" y="1301600"/>
                </a:lnTo>
                <a:lnTo>
                  <a:pt x="720941" y="1325322"/>
                </a:lnTo>
                <a:moveTo>
                  <a:pt x="554880" y="1325322"/>
                </a:moveTo>
                <a:lnTo>
                  <a:pt x="459988" y="1325322"/>
                </a:lnTo>
                <a:lnTo>
                  <a:pt x="459988" y="1301600"/>
                </a:lnTo>
                <a:lnTo>
                  <a:pt x="554880" y="1301600"/>
                </a:lnTo>
                <a:lnTo>
                  <a:pt x="554880" y="1325322"/>
                </a:lnTo>
                <a:moveTo>
                  <a:pt x="388819" y="1325322"/>
                </a:moveTo>
                <a:lnTo>
                  <a:pt x="293927" y="1325322"/>
                </a:lnTo>
                <a:lnTo>
                  <a:pt x="293927" y="1301600"/>
                </a:lnTo>
                <a:lnTo>
                  <a:pt x="388819" y="1301600"/>
                </a:lnTo>
                <a:lnTo>
                  <a:pt x="388819" y="1325322"/>
                </a:lnTo>
                <a:moveTo>
                  <a:pt x="222758" y="1325322"/>
                </a:moveTo>
                <a:lnTo>
                  <a:pt x="127867" y="1325322"/>
                </a:lnTo>
                <a:lnTo>
                  <a:pt x="127867" y="1301600"/>
                </a:lnTo>
                <a:lnTo>
                  <a:pt x="222758" y="1301600"/>
                </a:lnTo>
                <a:lnTo>
                  <a:pt x="222758" y="1325322"/>
                </a:lnTo>
                <a:moveTo>
                  <a:pt x="53298" y="1309966"/>
                </a:moveTo>
                <a:lnTo>
                  <a:pt x="52524" y="1309523"/>
                </a:lnTo>
                <a:lnTo>
                  <a:pt x="48095" y="1306693"/>
                </a:lnTo>
                <a:lnTo>
                  <a:pt x="43824" y="1303640"/>
                </a:lnTo>
                <a:lnTo>
                  <a:pt x="39696" y="1300414"/>
                </a:lnTo>
                <a:lnTo>
                  <a:pt x="35743" y="1296982"/>
                </a:lnTo>
                <a:lnTo>
                  <a:pt x="31947" y="1293375"/>
                </a:lnTo>
                <a:lnTo>
                  <a:pt x="28341" y="1289580"/>
                </a:lnTo>
                <a:lnTo>
                  <a:pt x="24910" y="1285627"/>
                </a:lnTo>
                <a:lnTo>
                  <a:pt x="21684" y="1281499"/>
                </a:lnTo>
                <a:lnTo>
                  <a:pt x="18631" y="1277228"/>
                </a:lnTo>
                <a:lnTo>
                  <a:pt x="15800" y="1272800"/>
                </a:lnTo>
                <a:lnTo>
                  <a:pt x="13175" y="1268230"/>
                </a:lnTo>
                <a:lnTo>
                  <a:pt x="10755" y="1263533"/>
                </a:lnTo>
                <a:lnTo>
                  <a:pt x="8572" y="1258694"/>
                </a:lnTo>
                <a:lnTo>
                  <a:pt x="6628" y="1253726"/>
                </a:lnTo>
                <a:lnTo>
                  <a:pt x="4903" y="1248666"/>
                </a:lnTo>
                <a:lnTo>
                  <a:pt x="3432" y="1243478"/>
                </a:lnTo>
                <a:lnTo>
                  <a:pt x="2215" y="1238196"/>
                </a:lnTo>
                <a:lnTo>
                  <a:pt x="1250" y="1232818"/>
                </a:lnTo>
                <a:lnTo>
                  <a:pt x="553" y="1227363"/>
                </a:lnTo>
                <a:lnTo>
                  <a:pt x="190" y="1222586"/>
                </a:lnTo>
                <a:lnTo>
                  <a:pt x="23850" y="1220784"/>
                </a:lnTo>
                <a:lnTo>
                  <a:pt x="24197" y="1225258"/>
                </a:lnTo>
                <a:lnTo>
                  <a:pt x="24135" y="1224658"/>
                </a:lnTo>
                <a:lnTo>
                  <a:pt x="24751" y="1229530"/>
                </a:lnTo>
                <a:lnTo>
                  <a:pt x="24657" y="1228944"/>
                </a:lnTo>
                <a:lnTo>
                  <a:pt x="25510" y="1233737"/>
                </a:lnTo>
                <a:lnTo>
                  <a:pt x="25400" y="1233151"/>
                </a:lnTo>
                <a:lnTo>
                  <a:pt x="26475" y="1237848"/>
                </a:lnTo>
                <a:lnTo>
                  <a:pt x="26333" y="1237279"/>
                </a:lnTo>
                <a:lnTo>
                  <a:pt x="27645" y="1241897"/>
                </a:lnTo>
                <a:lnTo>
                  <a:pt x="27472" y="1241327"/>
                </a:lnTo>
                <a:lnTo>
                  <a:pt x="29006" y="1245850"/>
                </a:lnTo>
                <a:lnTo>
                  <a:pt x="28801" y="1245297"/>
                </a:lnTo>
                <a:lnTo>
                  <a:pt x="30540" y="1249725"/>
                </a:lnTo>
                <a:lnTo>
                  <a:pt x="30318" y="1249187"/>
                </a:lnTo>
                <a:lnTo>
                  <a:pt x="32263" y="1253489"/>
                </a:lnTo>
                <a:lnTo>
                  <a:pt x="32011" y="1252968"/>
                </a:lnTo>
                <a:lnTo>
                  <a:pt x="34162" y="1257159"/>
                </a:lnTo>
                <a:lnTo>
                  <a:pt x="33877" y="1256653"/>
                </a:lnTo>
                <a:lnTo>
                  <a:pt x="36218" y="1260733"/>
                </a:lnTo>
                <a:lnTo>
                  <a:pt x="35933" y="1260242"/>
                </a:lnTo>
                <a:lnTo>
                  <a:pt x="38448" y="1264180"/>
                </a:lnTo>
                <a:lnTo>
                  <a:pt x="38131" y="1263706"/>
                </a:lnTo>
                <a:lnTo>
                  <a:pt x="40851" y="1267534"/>
                </a:lnTo>
                <a:lnTo>
                  <a:pt x="40503" y="1267074"/>
                </a:lnTo>
                <a:lnTo>
                  <a:pt x="43397" y="1270744"/>
                </a:lnTo>
                <a:lnTo>
                  <a:pt x="43033" y="1270302"/>
                </a:lnTo>
                <a:lnTo>
                  <a:pt x="46087" y="1273827"/>
                </a:lnTo>
                <a:lnTo>
                  <a:pt x="45707" y="1273417"/>
                </a:lnTo>
                <a:lnTo>
                  <a:pt x="48933" y="1276802"/>
                </a:lnTo>
                <a:lnTo>
                  <a:pt x="48521" y="1276390"/>
                </a:lnTo>
                <a:lnTo>
                  <a:pt x="51906" y="1279617"/>
                </a:lnTo>
                <a:lnTo>
                  <a:pt x="51479" y="1279236"/>
                </a:lnTo>
                <a:lnTo>
                  <a:pt x="55022" y="1282290"/>
                </a:lnTo>
                <a:lnTo>
                  <a:pt x="54579" y="1281925"/>
                </a:lnTo>
                <a:lnTo>
                  <a:pt x="58249" y="1284820"/>
                </a:lnTo>
                <a:lnTo>
                  <a:pt x="57789" y="1284472"/>
                </a:lnTo>
                <a:lnTo>
                  <a:pt x="61617" y="1287192"/>
                </a:lnTo>
                <a:lnTo>
                  <a:pt x="61143" y="1286859"/>
                </a:lnTo>
                <a:lnTo>
                  <a:pt x="65080" y="1289390"/>
                </a:lnTo>
                <a:lnTo>
                  <a:pt x="64590" y="1289106"/>
                </a:lnTo>
                <a:lnTo>
                  <a:pt x="65112" y="1289406"/>
                </a:lnTo>
                <a:lnTo>
                  <a:pt x="53298" y="1309966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DA697E13-A479-47E6-9CB6-664FA571F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7c2cece4a41ed"/>
          <a:stretch xmlns:a="http://schemas.openxmlformats.org/drawingml/2006/main"/>
        </p:blipFill>
        <p:spPr>
          <a:xfrm xmlns:a="http://schemas.openxmlformats.org/drawingml/2006/main">
            <a:off x="5257800" y="6705600"/>
            <a:ext cx="4686300" cy="647700"/>
          </a:xfrm>
          <a:prstGeom xmlns:a="http://schemas.openxmlformats.org/drawingml/2006/main" prst="rect">
            <a:avLst/>
          </a:prstGeom>
        </p:spPr>
      </p:pic>
      <p:pic>
        <p:nvPic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668EEC84-0C14-4208-870A-00CEEDD7C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d88e5f57c49ba"/>
          <a:stretch xmlns:a="http://schemas.openxmlformats.org/drawingml/2006/main"/>
        </p:blipFill>
        <p:spPr>
          <a:xfrm xmlns:a="http://schemas.openxmlformats.org/drawingml/2006/main">
            <a:off x="5257800" y="7315200"/>
            <a:ext cx="4686300" cy="647700"/>
          </a:xfrm>
          <a:prstGeom xmlns:a="http://schemas.openxmlformats.org/drawingml/2006/main" prst="rect">
            <a:avLst/>
          </a:prstGeom>
        </p:spPr>
      </p:pic>
      <p:sp>
        <p:nvSpPr>
          <p:cNvPr id="483" name="path-355">
            <a:extLst xmlns:a="http://schemas.openxmlformats.org/drawingml/2006/main">
              <a:ext uri="{FF2B5EF4-FFF2-40B4-BE49-F238E27FC236}">
                <a16:creationId xmlns:a16="http://schemas.microsoft.com/office/drawing/2014/main" id="{E61D3F91-4F3F-4842-B13D-701D5B8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99" y="6747850"/>
            <a:ext cx="27676" cy="1212308"/>
          </a:xfrm>
          <a:custGeom xmlns:a="http://schemas.openxmlformats.org/drawingml/2006/main">
            <a:pathLst>
              <a:path w="27676" h="1212308">
                <a:moveTo>
                  <a:pt x="3953" y="0"/>
                </a:moveTo>
                <a:lnTo>
                  <a:pt x="3637" y="94892"/>
                </a:lnTo>
                <a:lnTo>
                  <a:pt x="27360" y="94955"/>
                </a:lnTo>
                <a:lnTo>
                  <a:pt x="27676" y="63"/>
                </a:lnTo>
                <a:lnTo>
                  <a:pt x="3953" y="0"/>
                </a:lnTo>
                <a:moveTo>
                  <a:pt x="3416" y="166061"/>
                </a:moveTo>
                <a:lnTo>
                  <a:pt x="3100" y="260937"/>
                </a:lnTo>
                <a:lnTo>
                  <a:pt x="26823" y="261016"/>
                </a:lnTo>
                <a:lnTo>
                  <a:pt x="27139" y="166124"/>
                </a:lnTo>
                <a:lnTo>
                  <a:pt x="3416" y="166061"/>
                </a:lnTo>
                <a:moveTo>
                  <a:pt x="2878" y="332106"/>
                </a:moveTo>
                <a:lnTo>
                  <a:pt x="2561" y="426998"/>
                </a:lnTo>
                <a:lnTo>
                  <a:pt x="26284" y="427077"/>
                </a:lnTo>
                <a:lnTo>
                  <a:pt x="26586" y="332185"/>
                </a:lnTo>
                <a:lnTo>
                  <a:pt x="2878" y="332106"/>
                </a:lnTo>
                <a:moveTo>
                  <a:pt x="2324" y="498167"/>
                </a:moveTo>
                <a:lnTo>
                  <a:pt x="2024" y="593059"/>
                </a:lnTo>
                <a:lnTo>
                  <a:pt x="25747" y="593138"/>
                </a:lnTo>
                <a:lnTo>
                  <a:pt x="26047" y="498246"/>
                </a:lnTo>
                <a:lnTo>
                  <a:pt x="2324" y="498167"/>
                </a:lnTo>
                <a:moveTo>
                  <a:pt x="1787" y="664227"/>
                </a:moveTo>
                <a:lnTo>
                  <a:pt x="1470" y="759119"/>
                </a:lnTo>
                <a:lnTo>
                  <a:pt x="25193" y="759198"/>
                </a:lnTo>
                <a:lnTo>
                  <a:pt x="25510" y="664307"/>
                </a:lnTo>
                <a:lnTo>
                  <a:pt x="1787" y="664227"/>
                </a:lnTo>
                <a:moveTo>
                  <a:pt x="1249" y="830288"/>
                </a:moveTo>
                <a:lnTo>
                  <a:pt x="933" y="925180"/>
                </a:lnTo>
                <a:lnTo>
                  <a:pt x="24655" y="925259"/>
                </a:lnTo>
                <a:lnTo>
                  <a:pt x="24972" y="830367"/>
                </a:lnTo>
                <a:lnTo>
                  <a:pt x="1249" y="830288"/>
                </a:lnTo>
                <a:moveTo>
                  <a:pt x="712" y="996349"/>
                </a:moveTo>
                <a:lnTo>
                  <a:pt x="395" y="1091241"/>
                </a:lnTo>
                <a:lnTo>
                  <a:pt x="24118" y="1091320"/>
                </a:lnTo>
                <a:lnTo>
                  <a:pt x="24435" y="996428"/>
                </a:lnTo>
                <a:lnTo>
                  <a:pt x="712" y="996349"/>
                </a:lnTo>
                <a:moveTo>
                  <a:pt x="158" y="1162409"/>
                </a:moveTo>
                <a:lnTo>
                  <a:pt x="0" y="1212243"/>
                </a:lnTo>
                <a:lnTo>
                  <a:pt x="23723" y="1212308"/>
                </a:lnTo>
                <a:lnTo>
                  <a:pt x="23881" y="1162489"/>
                </a:lnTo>
                <a:lnTo>
                  <a:pt x="158" y="116240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text-356 4D">
            <a:extLst xmlns:a="http://schemas.openxmlformats.org/drawingml/2006/main">
              <a:ext uri="{FF2B5EF4-FFF2-40B4-BE49-F238E27FC236}">
                <a16:creationId xmlns:a16="http://schemas.microsoft.com/office/drawing/2014/main" id="{DE2DE748-44AD-49A4-A13D-7A4346A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351" y="6858901"/>
            <a:ext cx="311117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485" name="text-356 LMM">
            <a:extLst xmlns:a="http://schemas.openxmlformats.org/drawingml/2006/main">
              <a:ext uri="{FF2B5EF4-FFF2-40B4-BE49-F238E27FC236}">
                <a16:creationId xmlns:a16="http://schemas.microsoft.com/office/drawing/2014/main" id="{DCAA13B3-2CA5-48DF-93F7-AB0A298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1146" y="6859063"/>
            <a:ext cx="569610" cy="31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</a:t>
            </a:r>
          </a:p>
        </p:txBody>
      </p:sp>
      <p:sp>
        <p:nvSpPr>
          <p:cNvPr id="486" name="text-357 Ours">
            <a:extLst xmlns:a="http://schemas.openxmlformats.org/drawingml/2006/main">
              <a:ext uri="{FF2B5EF4-FFF2-40B4-BE49-F238E27FC236}">
                <a16:creationId xmlns:a16="http://schemas.microsoft.com/office/drawing/2014/main" id="{ED919F68-BF57-49C9-B17C-CD96CC1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2762" y="7471202"/>
            <a:ext cx="520171" cy="310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Ours</a:t>
            </a:r>
          </a:p>
        </p:txBody>
      </p:sp>
      <p:sp>
        <p:nvSpPr>
          <p:cNvPr id="487" name="text-358 T1:">
            <a:extLst xmlns:a="http://schemas.openxmlformats.org/drawingml/2006/main">
              <a:ext uri="{FF2B5EF4-FFF2-40B4-BE49-F238E27FC236}">
                <a16:creationId xmlns:a16="http://schemas.microsoft.com/office/drawing/2014/main" id="{F351A3A3-84ED-44BB-A4D3-BBBC7E7E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8385" y="6829500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488" name="text-358 Cyclist">
            <a:extLst xmlns:a="http://schemas.openxmlformats.org/drawingml/2006/main">
              <a:ext uri="{FF2B5EF4-FFF2-40B4-BE49-F238E27FC236}">
                <a16:creationId xmlns:a16="http://schemas.microsoft.com/office/drawing/2014/main" id="{67E4EF1C-1178-4B74-AB64-809DA489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7755" y="6829125"/>
            <a:ext cx="477097" cy="221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Cyclist</a:t>
            </a:r>
          </a:p>
        </p:txBody>
      </p:sp>
      <p:sp>
        <p:nvSpPr>
          <p:cNvPr id="489" name="text-358 at">
            <a:extLst xmlns:a="http://schemas.openxmlformats.org/drawingml/2006/main">
              <a:ext uri="{FF2B5EF4-FFF2-40B4-BE49-F238E27FC236}">
                <a16:creationId xmlns:a16="http://schemas.microsoft.com/office/drawing/2014/main" id="{E9CAF746-7A3A-43FE-A438-344E5AE0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6449" y="6829344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90" name="text-358 t=1.0s,">
            <a:extLst xmlns:a="http://schemas.openxmlformats.org/drawingml/2006/main">
              <a:ext uri="{FF2B5EF4-FFF2-40B4-BE49-F238E27FC236}">
                <a16:creationId xmlns:a16="http://schemas.microsoft.com/office/drawing/2014/main" id="{C312F9AD-3BD4-4374-B662-613952A1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0647" y="6829106"/>
            <a:ext cx="460858" cy="221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t=1.0s,</a:t>
            </a:r>
          </a:p>
        </p:txBody>
      </p:sp>
      <p:sp>
        <p:nvSpPr>
          <p:cNvPr id="491" name="text-359 [x">
            <a:extLst xmlns:a="http://schemas.openxmlformats.org/drawingml/2006/main">
              <a:ext uri="{FF2B5EF4-FFF2-40B4-BE49-F238E27FC236}">
                <a16:creationId xmlns:a16="http://schemas.microsoft.com/office/drawing/2014/main" id="{70564272-779B-45F6-B60B-D536EAB6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735" y="6829569"/>
            <a:ext cx="159949" cy="221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492" name="text-360 ₁">
            <a:extLst xmlns:a="http://schemas.openxmlformats.org/drawingml/2006/main">
              <a:ext uri="{FF2B5EF4-FFF2-40B4-BE49-F238E27FC236}">
                <a16:creationId xmlns:a16="http://schemas.microsoft.com/office/drawing/2014/main" id="{C21435EF-AE0E-4D9E-B259-A76E972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4793" y="6830022"/>
            <a:ext cx="75522" cy="220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₁</a:t>
            </a:r>
          </a:p>
        </p:txBody>
      </p:sp>
      <p:sp>
        <p:nvSpPr>
          <p:cNvPr id="493" name="text-361 ,y">
            <a:extLst xmlns:a="http://schemas.openxmlformats.org/drawingml/2006/main">
              <a:ext uri="{FF2B5EF4-FFF2-40B4-BE49-F238E27FC236}">
                <a16:creationId xmlns:a16="http://schemas.microsoft.com/office/drawing/2014/main" id="{49683BF6-94B0-44D9-932A-72D7B35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2239" y="6829795"/>
            <a:ext cx="137767" cy="220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,y</a:t>
            </a:r>
          </a:p>
        </p:txBody>
      </p:sp>
      <p:sp>
        <p:nvSpPr>
          <p:cNvPr id="494" name="text-362 ₁">
            <a:extLst xmlns:a="http://schemas.openxmlformats.org/drawingml/2006/main">
              <a:ext uri="{FF2B5EF4-FFF2-40B4-BE49-F238E27FC236}">
                <a16:creationId xmlns:a16="http://schemas.microsoft.com/office/drawing/2014/main" id="{8F18331D-3162-4F04-99E1-EADE8C04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2156" y="6830022"/>
            <a:ext cx="75522" cy="220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₁</a:t>
            </a:r>
          </a:p>
        </p:txBody>
      </p:sp>
      <p:sp>
        <p:nvSpPr>
          <p:cNvPr id="495" name="text-363 ,z">
            <a:extLst xmlns:a="http://schemas.openxmlformats.org/drawingml/2006/main">
              <a:ext uri="{FF2B5EF4-FFF2-40B4-BE49-F238E27FC236}">
                <a16:creationId xmlns:a16="http://schemas.microsoft.com/office/drawing/2014/main" id="{43D5D6DE-3DE6-4745-95A7-A4A0839F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9602" y="6829819"/>
            <a:ext cx="129157" cy="220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,z</a:t>
            </a:r>
          </a:p>
        </p:txBody>
      </p:sp>
      <p:sp>
        <p:nvSpPr>
          <p:cNvPr id="496" name="text-364 ₁">
            <a:extLst xmlns:a="http://schemas.openxmlformats.org/drawingml/2006/main">
              <a:ext uri="{FF2B5EF4-FFF2-40B4-BE49-F238E27FC236}">
                <a16:creationId xmlns:a16="http://schemas.microsoft.com/office/drawing/2014/main" id="{4852D069-5138-4C4B-99BD-26036B2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0820" y="6830022"/>
            <a:ext cx="75522" cy="220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₁</a:t>
            </a:r>
          </a:p>
        </p:txBody>
      </p:sp>
      <p:sp>
        <p:nvSpPr>
          <p:cNvPr id="497" name="text-365 ]">
            <a:extLst xmlns:a="http://schemas.openxmlformats.org/drawingml/2006/main">
              <a:ext uri="{FF2B5EF4-FFF2-40B4-BE49-F238E27FC236}">
                <a16:creationId xmlns:a16="http://schemas.microsoft.com/office/drawing/2014/main" id="{18480FB0-158B-4141-8768-947255D3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8266" y="6830138"/>
            <a:ext cx="89562" cy="220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498" name="text-366 .">
            <a:extLst xmlns:a="http://schemas.openxmlformats.org/drawingml/2006/main">
              <a:ext uri="{FF2B5EF4-FFF2-40B4-BE49-F238E27FC236}">
                <a16:creationId xmlns:a16="http://schemas.microsoft.com/office/drawing/2014/main" id="{94E90D7E-DA63-4CB9-9F2C-4E37E430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946" y="6830112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99" name="text-367 T2:">
            <a:extLst xmlns:a="http://schemas.openxmlformats.org/drawingml/2006/main">
              <a:ext uri="{FF2B5EF4-FFF2-40B4-BE49-F238E27FC236}">
                <a16:creationId xmlns:a16="http://schemas.microsoft.com/office/drawing/2014/main" id="{D8C7D7E8-CAB0-4C83-995A-B5382A8A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8385" y="7019284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500" name="text-367 Position">
            <a:extLst xmlns:a="http://schemas.openxmlformats.org/drawingml/2006/main">
              <a:ext uri="{FF2B5EF4-FFF2-40B4-BE49-F238E27FC236}">
                <a16:creationId xmlns:a16="http://schemas.microsoft.com/office/drawing/2014/main" id="{1ED24CD9-FC7D-4732-A9C5-41E347F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7755" y="7018881"/>
            <a:ext cx="547647" cy="221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Position</a:t>
            </a:r>
          </a:p>
        </p:txBody>
      </p:sp>
      <p:sp>
        <p:nvSpPr>
          <p:cNvPr id="501" name="text-367 at">
            <a:extLst xmlns:a="http://schemas.openxmlformats.org/drawingml/2006/main">
              <a:ext uri="{FF2B5EF4-FFF2-40B4-BE49-F238E27FC236}">
                <a16:creationId xmlns:a16="http://schemas.microsoft.com/office/drawing/2014/main" id="{79195E92-45FB-49F4-98FB-12D8A01C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6826" y="7019128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02" name="text-367 t=2.0s">
            <a:extLst xmlns:a="http://schemas.openxmlformats.org/drawingml/2006/main">
              <a:ext uri="{FF2B5EF4-FFF2-40B4-BE49-F238E27FC236}">
                <a16:creationId xmlns:a16="http://schemas.microsoft.com/office/drawing/2014/main" id="{EF931812-719B-4489-A685-85E03176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026" y="7018966"/>
            <a:ext cx="421063" cy="221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t=2.0s</a:t>
            </a:r>
          </a:p>
        </p:txBody>
      </p:sp>
      <p:sp>
        <p:nvSpPr>
          <p:cNvPr id="503" name="text-367 unknown.">
            <a:extLst xmlns:a="http://schemas.openxmlformats.org/drawingml/2006/main">
              <a:ext uri="{FF2B5EF4-FFF2-40B4-BE49-F238E27FC236}">
                <a16:creationId xmlns:a16="http://schemas.microsoft.com/office/drawing/2014/main" id="{186AD0DD-CCD0-4041-BBA3-D1C0B57D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574" y="7019193"/>
            <a:ext cx="656123" cy="221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unknown.</a:t>
            </a:r>
          </a:p>
        </p:txBody>
      </p:sp>
      <p:sp>
        <p:nvSpPr>
          <p:cNvPr id="504" name="text-368 ✗">
            <a:extLst xmlns:a="http://schemas.openxmlformats.org/drawingml/2006/main">
              <a:ext uri="{FF2B5EF4-FFF2-40B4-BE49-F238E27FC236}">
                <a16:creationId xmlns:a16="http://schemas.microsoft.com/office/drawing/2014/main" id="{DF146109-0892-4883-9F7D-FE90B55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8171" y="6727230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✗</a:t>
            </a:r>
          </a:p>
        </p:txBody>
      </p:sp>
      <p:sp>
        <p:nvSpPr>
          <p:cNvPr id="505" name="text-369 ✓">
            <a:extLst xmlns:a="http://schemas.openxmlformats.org/drawingml/2006/main">
              <a:ext uri="{FF2B5EF4-FFF2-40B4-BE49-F238E27FC236}">
                <a16:creationId xmlns:a16="http://schemas.microsoft.com/office/drawing/2014/main" id="{5CA901D6-2D8D-46A5-954A-6E524A36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1383" y="7334539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75BD4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06" name="text-370 T1:">
            <a:extLst xmlns:a="http://schemas.openxmlformats.org/drawingml/2006/main">
              <a:ext uri="{FF2B5EF4-FFF2-40B4-BE49-F238E27FC236}">
                <a16:creationId xmlns:a16="http://schemas.microsoft.com/office/drawing/2014/main" id="{3E6B4FBE-D83D-4E09-91B0-54E6E28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85" y="7288657"/>
            <a:ext cx="223340" cy="1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507" name="text-370 Cyclist">
            <a:extLst xmlns:a="http://schemas.openxmlformats.org/drawingml/2006/main">
              <a:ext uri="{FF2B5EF4-FFF2-40B4-BE49-F238E27FC236}">
                <a16:creationId xmlns:a16="http://schemas.microsoft.com/office/drawing/2014/main" id="{7BAD2612-5CA5-490B-8D49-2EF2AE83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7462" y="7288728"/>
            <a:ext cx="428926" cy="19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Cyclist</a:t>
            </a:r>
          </a:p>
        </p:txBody>
      </p:sp>
      <p:sp>
        <p:nvSpPr>
          <p:cNvPr id="508" name="text-371 #1">
            <a:extLst xmlns:a="http://schemas.openxmlformats.org/drawingml/2006/main">
              <a:ext uri="{FF2B5EF4-FFF2-40B4-BE49-F238E27FC236}">
                <a16:creationId xmlns:a16="http://schemas.microsoft.com/office/drawing/2014/main" id="{62DBBDB1-D9D7-41FF-B3C0-21507F99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336" y="7288731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09" name="text-372 beside">
            <a:extLst xmlns:a="http://schemas.openxmlformats.org/drawingml/2006/main">
              <a:ext uri="{FF2B5EF4-FFF2-40B4-BE49-F238E27FC236}">
                <a16:creationId xmlns:a16="http://schemas.microsoft.com/office/drawing/2014/main" id="{75F43EFC-D7DF-4387-825C-C4BBA90B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4259" y="7288690"/>
            <a:ext cx="389302" cy="199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beside</a:t>
            </a:r>
          </a:p>
        </p:txBody>
      </p:sp>
      <p:sp>
        <p:nvSpPr>
          <p:cNvPr id="510" name="text-372 the">
            <a:extLst xmlns:a="http://schemas.openxmlformats.org/drawingml/2006/main">
              <a:ext uri="{FF2B5EF4-FFF2-40B4-BE49-F238E27FC236}">
                <a16:creationId xmlns:a16="http://schemas.microsoft.com/office/drawing/2014/main" id="{610E397B-4B55-4BF4-BF3C-2B6D0262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595" y="7288723"/>
            <a:ext cx="199512" cy="19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511" name="text-372 van">
            <a:extLst xmlns:a="http://schemas.openxmlformats.org/drawingml/2006/main">
              <a:ext uri="{FF2B5EF4-FFF2-40B4-BE49-F238E27FC236}">
                <a16:creationId xmlns:a16="http://schemas.microsoft.com/office/drawing/2014/main" id="{B9FC4784-2F6F-4F97-B40E-AE35CC07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3149" y="7288666"/>
            <a:ext cx="231237" cy="199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van</a:t>
            </a:r>
          </a:p>
        </p:txBody>
      </p:sp>
      <p:sp>
        <p:nvSpPr>
          <p:cNvPr id="512" name="text-372 at">
            <a:extLst xmlns:a="http://schemas.openxmlformats.org/drawingml/2006/main">
              <a:ext uri="{FF2B5EF4-FFF2-40B4-BE49-F238E27FC236}">
                <a16:creationId xmlns:a16="http://schemas.microsoft.com/office/drawing/2014/main" id="{F4BB1E26-99E6-4B85-AB56-5A29C6F1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331" y="728858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13" name="text-372 t=1.0s,">
            <a:extLst xmlns:a="http://schemas.openxmlformats.org/drawingml/2006/main">
              <a:ext uri="{FF2B5EF4-FFF2-40B4-BE49-F238E27FC236}">
                <a16:creationId xmlns:a16="http://schemas.microsoft.com/office/drawing/2014/main" id="{EA805109-47E8-43D3-97C3-D85FC49A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2716" y="7288571"/>
            <a:ext cx="414711" cy="199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t=1.0s,</a:t>
            </a:r>
          </a:p>
        </p:txBody>
      </p:sp>
      <p:sp>
        <p:nvSpPr>
          <p:cNvPr id="514" name="text-373 (5.4,">
            <a:extLst xmlns:a="http://schemas.openxmlformats.org/drawingml/2006/main">
              <a:ext uri="{FF2B5EF4-FFF2-40B4-BE49-F238E27FC236}">
                <a16:creationId xmlns:a16="http://schemas.microsoft.com/office/drawing/2014/main" id="{38250B7D-5B68-450E-8D33-0C53CC0F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356" y="7288679"/>
            <a:ext cx="286589" cy="19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(5.4,</a:t>
            </a:r>
          </a:p>
        </p:txBody>
      </p:sp>
      <p:sp>
        <p:nvSpPr>
          <p:cNvPr id="515" name="text-373 −1.2,">
            <a:extLst xmlns:a="http://schemas.openxmlformats.org/drawingml/2006/main">
              <a:ext uri="{FF2B5EF4-FFF2-40B4-BE49-F238E27FC236}">
                <a16:creationId xmlns:a16="http://schemas.microsoft.com/office/drawing/2014/main" id="{D969A2C0-02AD-4703-8157-CA80E126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3894" y="7288745"/>
            <a:ext cx="325324" cy="199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−1.2,</a:t>
            </a:r>
          </a:p>
        </p:txBody>
      </p:sp>
      <p:sp>
        <p:nvSpPr>
          <p:cNvPr id="516" name="text-374 0.0)">
            <a:extLst xmlns:a="http://schemas.openxmlformats.org/drawingml/2006/main">
              <a:ext uri="{FF2B5EF4-FFF2-40B4-BE49-F238E27FC236}">
                <a16:creationId xmlns:a16="http://schemas.microsoft.com/office/drawing/2014/main" id="{44181EF7-C7EE-47EF-99E2-C334117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85" y="7459536"/>
            <a:ext cx="250949" cy="199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517" name="text-375 .T2:">
            <a:extLst xmlns:a="http://schemas.openxmlformats.org/drawingml/2006/main">
              <a:ext uri="{FF2B5EF4-FFF2-40B4-BE49-F238E27FC236}">
                <a16:creationId xmlns:a16="http://schemas.microsoft.com/office/drawing/2014/main" id="{A1EAA2A7-7C68-4D45-A48C-4BA2D5EF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9554" y="7459503"/>
            <a:ext cx="258916" cy="19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.T2:</a:t>
            </a:r>
          </a:p>
        </p:txBody>
      </p:sp>
      <p:sp>
        <p:nvSpPr>
          <p:cNvPr id="518" name="text-376 #1">
            <a:extLst xmlns:a="http://schemas.openxmlformats.org/drawingml/2006/main">
              <a:ext uri="{FF2B5EF4-FFF2-40B4-BE49-F238E27FC236}">
                <a16:creationId xmlns:a16="http://schemas.microsoft.com/office/drawing/2014/main" id="{A395D182-B5C0-44D9-B4C5-9C53AC6A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8414" y="7459537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19" name="text-377 tracked">
            <a:extLst xmlns:a="http://schemas.openxmlformats.org/drawingml/2006/main">
              <a:ext uri="{FF2B5EF4-FFF2-40B4-BE49-F238E27FC236}">
                <a16:creationId xmlns:a16="http://schemas.microsoft.com/office/drawing/2014/main" id="{B699C6DE-504F-47E4-A7BE-A4381E61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336" y="7459408"/>
            <a:ext cx="444756" cy="199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tracked</a:t>
            </a:r>
          </a:p>
        </p:txBody>
      </p:sp>
      <p:sp>
        <p:nvSpPr>
          <p:cNvPr id="520" name="text-377 through">
            <a:extLst xmlns:a="http://schemas.openxmlformats.org/drawingml/2006/main">
              <a:ext uri="{FF2B5EF4-FFF2-40B4-BE49-F238E27FC236}">
                <a16:creationId xmlns:a16="http://schemas.microsoft.com/office/drawing/2014/main" id="{9BD3AD32-4DF5-43D3-979E-01B37A7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027" y="7459506"/>
            <a:ext cx="468461" cy="19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through</a:t>
            </a:r>
          </a:p>
        </p:txBody>
      </p:sp>
      <p:sp>
        <p:nvSpPr>
          <p:cNvPr id="521" name="text-377 occlusion">
            <a:extLst xmlns:a="http://schemas.openxmlformats.org/drawingml/2006/main">
              <a:ext uri="{FF2B5EF4-FFF2-40B4-BE49-F238E27FC236}">
                <a16:creationId xmlns:a16="http://schemas.microsoft.com/office/drawing/2014/main" id="{AA8226F1-6BB0-45F4-AE94-8A561BA9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9440" y="7459487"/>
            <a:ext cx="571264" cy="199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occlusion</a:t>
            </a:r>
          </a:p>
        </p:txBody>
      </p:sp>
      <p:sp>
        <p:nvSpPr>
          <p:cNvPr id="522" name="text-377 via">
            <a:extLst xmlns:a="http://schemas.openxmlformats.org/drawingml/2006/main">
              <a:ext uri="{FF2B5EF4-FFF2-40B4-BE49-F238E27FC236}">
                <a16:creationId xmlns:a16="http://schemas.microsoft.com/office/drawing/2014/main" id="{46F171F0-5292-4D99-858A-FDA2A654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0653" y="7459529"/>
            <a:ext cx="199512" cy="19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via</a:t>
            </a:r>
          </a:p>
        </p:txBody>
      </p:sp>
      <p:sp>
        <p:nvSpPr>
          <p:cNvPr id="523" name="text-378 [TRK]">
            <a:extLst xmlns:a="http://schemas.openxmlformats.org/drawingml/2006/main">
              <a:ext uri="{FF2B5EF4-FFF2-40B4-BE49-F238E27FC236}">
                <a16:creationId xmlns:a16="http://schemas.microsoft.com/office/drawing/2014/main" id="{DFE8238F-0364-4A03-BC93-82F0AEE4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205" y="7459518"/>
            <a:ext cx="397244" cy="199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</a:t>
            </a:r>
          </a:p>
        </p:txBody>
      </p:sp>
      <p:sp>
        <p:nvSpPr>
          <p:cNvPr id="524" name="text-379 state;">
            <a:extLst xmlns:a="http://schemas.openxmlformats.org/drawingml/2006/main">
              <a:ext uri="{FF2B5EF4-FFF2-40B4-BE49-F238E27FC236}">
                <a16:creationId xmlns:a16="http://schemas.microsoft.com/office/drawing/2014/main" id="{0CDF3BA5-30E3-4790-8994-B8F543B9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7450" y="7459443"/>
            <a:ext cx="326143" cy="19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state;</a:t>
            </a:r>
          </a:p>
        </p:txBody>
      </p:sp>
      <p:sp>
        <p:nvSpPr>
          <p:cNvPr id="525" name="text-380 continuous">
            <a:extLst xmlns:a="http://schemas.openxmlformats.org/drawingml/2006/main">
              <a:ext uri="{FF2B5EF4-FFF2-40B4-BE49-F238E27FC236}">
                <a16:creationId xmlns:a16="http://schemas.microsoft.com/office/drawing/2014/main" id="{B8B8AF7F-C563-4576-AC6F-8C6E8F74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85" y="7630311"/>
            <a:ext cx="650376" cy="19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</a:t>
            </a:r>
          </a:p>
        </p:txBody>
      </p:sp>
      <p:sp>
        <p:nvSpPr>
          <p:cNvPr id="526" name="text-380 trajectory">
            <a:extLst xmlns:a="http://schemas.openxmlformats.org/drawingml/2006/main">
              <a:ext uri="{FF2B5EF4-FFF2-40B4-BE49-F238E27FC236}">
                <a16:creationId xmlns:a16="http://schemas.microsoft.com/office/drawing/2014/main" id="{672C6A35-4376-4647-8CDE-F1CEDE5C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4475" y="7630242"/>
            <a:ext cx="571273" cy="19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527" name="text-380 1.0–2.0s,">
            <a:extLst xmlns:a="http://schemas.openxmlformats.org/drawingml/2006/main">
              <a:ext uri="{FF2B5EF4-FFF2-40B4-BE49-F238E27FC236}">
                <a16:creationId xmlns:a16="http://schemas.microsoft.com/office/drawing/2014/main" id="{55A9FAE7-066B-4BDD-8D2D-FD4A8650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687" y="7630329"/>
            <a:ext cx="543580" cy="199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1.0–2.0s,</a:t>
            </a:r>
          </a:p>
        </p:txBody>
      </p:sp>
      <p:sp>
        <p:nvSpPr>
          <p:cNvPr id="528" name="text-380 re-emerges">
            <a:extLst xmlns:a="http://schemas.openxmlformats.org/drawingml/2006/main">
              <a:ext uri="{FF2B5EF4-FFF2-40B4-BE49-F238E27FC236}">
                <a16:creationId xmlns:a16="http://schemas.microsoft.com/office/drawing/2014/main" id="{512608CD-FAB6-4071-AA90-C828F6B9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9223" y="7629622"/>
            <a:ext cx="658407" cy="200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re-emerges</a:t>
            </a:r>
          </a:p>
        </p:txBody>
      </p:sp>
      <p:sp>
        <p:nvSpPr>
          <p:cNvPr id="529" name="text-380 at">
            <a:extLst xmlns:a="http://schemas.openxmlformats.org/drawingml/2006/main">
              <a:ext uri="{FF2B5EF4-FFF2-40B4-BE49-F238E27FC236}">
                <a16:creationId xmlns:a16="http://schemas.microsoft.com/office/drawing/2014/main" id="{E8DF6E9F-D049-4E84-A1CE-2A72E66B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421" y="763019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30" name="text-381 (8.2,">
            <a:extLst xmlns:a="http://schemas.openxmlformats.org/drawingml/2006/main">
              <a:ext uri="{FF2B5EF4-FFF2-40B4-BE49-F238E27FC236}">
                <a16:creationId xmlns:a16="http://schemas.microsoft.com/office/drawing/2014/main" id="{D93CC1C5-EC92-4CC9-A3EE-445AAAC8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5804" y="7630290"/>
            <a:ext cx="286589" cy="19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(8.2,</a:t>
            </a:r>
          </a:p>
        </p:txBody>
      </p:sp>
      <p:sp>
        <p:nvSpPr>
          <p:cNvPr id="531" name="text-382 −1.3,">
            <a:extLst xmlns:a="http://schemas.openxmlformats.org/drawingml/2006/main">
              <a:ext uri="{FF2B5EF4-FFF2-40B4-BE49-F238E27FC236}">
                <a16:creationId xmlns:a16="http://schemas.microsoft.com/office/drawing/2014/main" id="{7DF971FC-F6CD-4106-829B-0715D964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85" y="7801161"/>
            <a:ext cx="325325" cy="199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−1.3,</a:t>
            </a:r>
          </a:p>
        </p:txBody>
      </p:sp>
      <p:sp>
        <p:nvSpPr>
          <p:cNvPr id="532" name="text-382 0.0)">
            <a:extLst xmlns:a="http://schemas.openxmlformats.org/drawingml/2006/main">
              <a:ext uri="{FF2B5EF4-FFF2-40B4-BE49-F238E27FC236}">
                <a16:creationId xmlns:a16="http://schemas.microsoft.com/office/drawing/2014/main" id="{569FF143-5C4C-42F7-9C35-2BEF0887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9471" y="7801147"/>
            <a:ext cx="250948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533" name="text-383 at">
            <a:extLst xmlns:a="http://schemas.openxmlformats.org/drawingml/2006/main">
              <a:ext uri="{FF2B5EF4-FFF2-40B4-BE49-F238E27FC236}">
                <a16:creationId xmlns:a16="http://schemas.microsoft.com/office/drawing/2014/main" id="{E107C4D4-46B0-458E-A8E1-E707D890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23" y="7801004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34" name="text-384 t=2.0s">
            <a:extLst xmlns:a="http://schemas.openxmlformats.org/drawingml/2006/main">
              <a:ext uri="{FF2B5EF4-FFF2-40B4-BE49-F238E27FC236}">
                <a16:creationId xmlns:a16="http://schemas.microsoft.com/office/drawing/2014/main" id="{A6D3B0BC-CE0B-4B82-AE6B-229EF7F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8807" y="7801002"/>
            <a:ext cx="379955" cy="19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t=2.0s</a:t>
            </a:r>
          </a:p>
        </p:txBody>
      </p:sp>
      <p:sp>
        <p:nvSpPr>
          <p:cNvPr id="535" name="text-385 .">
            <a:extLst xmlns:a="http://schemas.openxmlformats.org/drawingml/2006/main">
              <a:ext uri="{FF2B5EF4-FFF2-40B4-BE49-F238E27FC236}">
                <a16:creationId xmlns:a16="http://schemas.microsoft.com/office/drawing/2014/main" id="{4FE305D7-4E18-4BEF-A7A7-BE15569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070" y="7800959"/>
            <a:ext cx="61245" cy="19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536" name="path-386">
            <a:extLst xmlns:a="http://schemas.openxmlformats.org/drawingml/2006/main">
              <a:ext uri="{FF2B5EF4-FFF2-40B4-BE49-F238E27FC236}">
                <a16:creationId xmlns:a16="http://schemas.microsoft.com/office/drawing/2014/main" id="{1884EE9D-2180-479B-B24B-0F1CF3D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999" y="6769233"/>
            <a:ext cx="4615700" cy="1274713"/>
          </a:xfrm>
          <a:custGeom xmlns:a="http://schemas.openxmlformats.org/drawingml/2006/main">
            <a:pathLst>
              <a:path w="4615700" h="1274713">
                <a:moveTo>
                  <a:pt x="0" y="1169384"/>
                </a:moveTo>
                <a:lnTo>
                  <a:pt x="0" y="1074493"/>
                </a:lnTo>
                <a:lnTo>
                  <a:pt x="23723" y="1074493"/>
                </a:lnTo>
                <a:lnTo>
                  <a:pt x="23723" y="1169384"/>
                </a:lnTo>
                <a:lnTo>
                  <a:pt x="0" y="1169384"/>
                </a:lnTo>
                <a:moveTo>
                  <a:pt x="0" y="1003322"/>
                </a:moveTo>
                <a:lnTo>
                  <a:pt x="0" y="908431"/>
                </a:lnTo>
                <a:lnTo>
                  <a:pt x="23723" y="908431"/>
                </a:lnTo>
                <a:lnTo>
                  <a:pt x="23723" y="1003322"/>
                </a:lnTo>
                <a:lnTo>
                  <a:pt x="0" y="1003322"/>
                </a:lnTo>
                <a:moveTo>
                  <a:pt x="0" y="837263"/>
                </a:moveTo>
                <a:lnTo>
                  <a:pt x="0" y="742371"/>
                </a:lnTo>
                <a:lnTo>
                  <a:pt x="23723" y="742371"/>
                </a:lnTo>
                <a:lnTo>
                  <a:pt x="23723" y="837263"/>
                </a:lnTo>
                <a:lnTo>
                  <a:pt x="0" y="837263"/>
                </a:lnTo>
                <a:moveTo>
                  <a:pt x="0" y="671201"/>
                </a:moveTo>
                <a:lnTo>
                  <a:pt x="0" y="576309"/>
                </a:lnTo>
                <a:lnTo>
                  <a:pt x="23723" y="576309"/>
                </a:lnTo>
                <a:lnTo>
                  <a:pt x="23723" y="671201"/>
                </a:lnTo>
                <a:lnTo>
                  <a:pt x="0" y="671201"/>
                </a:lnTo>
                <a:moveTo>
                  <a:pt x="0" y="505141"/>
                </a:moveTo>
                <a:lnTo>
                  <a:pt x="0" y="410249"/>
                </a:lnTo>
                <a:lnTo>
                  <a:pt x="23723" y="410249"/>
                </a:lnTo>
                <a:lnTo>
                  <a:pt x="23723" y="505141"/>
                </a:lnTo>
                <a:lnTo>
                  <a:pt x="0" y="505141"/>
                </a:lnTo>
                <a:moveTo>
                  <a:pt x="0" y="339079"/>
                </a:moveTo>
                <a:lnTo>
                  <a:pt x="0" y="244188"/>
                </a:lnTo>
                <a:lnTo>
                  <a:pt x="23723" y="244188"/>
                </a:lnTo>
                <a:lnTo>
                  <a:pt x="23723" y="339079"/>
                </a:lnTo>
                <a:lnTo>
                  <a:pt x="0" y="339079"/>
                </a:lnTo>
                <a:moveTo>
                  <a:pt x="0" y="173019"/>
                </a:moveTo>
                <a:lnTo>
                  <a:pt x="0" y="105171"/>
                </a:lnTo>
                <a:lnTo>
                  <a:pt x="127" y="99921"/>
                </a:lnTo>
                <a:lnTo>
                  <a:pt x="538" y="94575"/>
                </a:lnTo>
                <a:lnTo>
                  <a:pt x="1202" y="89293"/>
                </a:lnTo>
                <a:lnTo>
                  <a:pt x="2136" y="84105"/>
                </a:lnTo>
                <a:lnTo>
                  <a:pt x="3306" y="79013"/>
                </a:lnTo>
                <a:lnTo>
                  <a:pt x="4366" y="75280"/>
                </a:lnTo>
                <a:lnTo>
                  <a:pt x="27187" y="81748"/>
                </a:lnTo>
                <a:lnTo>
                  <a:pt x="26223" y="85213"/>
                </a:lnTo>
                <a:lnTo>
                  <a:pt x="26365" y="84627"/>
                </a:lnTo>
                <a:lnTo>
                  <a:pt x="25321" y="89150"/>
                </a:lnTo>
                <a:lnTo>
                  <a:pt x="25432" y="88565"/>
                </a:lnTo>
                <a:lnTo>
                  <a:pt x="24610" y="93168"/>
                </a:lnTo>
                <a:lnTo>
                  <a:pt x="24704" y="92582"/>
                </a:lnTo>
                <a:lnTo>
                  <a:pt x="24119" y="97264"/>
                </a:lnTo>
                <a:lnTo>
                  <a:pt x="24167" y="96663"/>
                </a:lnTo>
                <a:lnTo>
                  <a:pt x="23819" y="101407"/>
                </a:lnTo>
                <a:lnTo>
                  <a:pt x="23835" y="100807"/>
                </a:lnTo>
                <a:lnTo>
                  <a:pt x="23723" y="105630"/>
                </a:lnTo>
                <a:lnTo>
                  <a:pt x="23723" y="105330"/>
                </a:lnTo>
                <a:lnTo>
                  <a:pt x="23723" y="173019"/>
                </a:lnTo>
                <a:lnTo>
                  <a:pt x="0" y="173019"/>
                </a:lnTo>
                <a:moveTo>
                  <a:pt x="53108" y="13870"/>
                </a:moveTo>
                <a:lnTo>
                  <a:pt x="55116" y="12715"/>
                </a:lnTo>
                <a:lnTo>
                  <a:pt x="59657" y="10390"/>
                </a:lnTo>
                <a:lnTo>
                  <a:pt x="64322" y="8271"/>
                </a:lnTo>
                <a:lnTo>
                  <a:pt x="69113" y="6389"/>
                </a:lnTo>
                <a:lnTo>
                  <a:pt x="74000" y="4728"/>
                </a:lnTo>
                <a:lnTo>
                  <a:pt x="79015" y="3305"/>
                </a:lnTo>
                <a:lnTo>
                  <a:pt x="84106" y="2135"/>
                </a:lnTo>
                <a:lnTo>
                  <a:pt x="89293" y="1202"/>
                </a:lnTo>
                <a:lnTo>
                  <a:pt x="94577" y="537"/>
                </a:lnTo>
                <a:lnTo>
                  <a:pt x="99907" y="126"/>
                </a:lnTo>
                <a:lnTo>
                  <a:pt x="105173" y="0"/>
                </a:lnTo>
                <a:lnTo>
                  <a:pt x="151764" y="0"/>
                </a:lnTo>
                <a:lnTo>
                  <a:pt x="151764" y="23723"/>
                </a:lnTo>
                <a:lnTo>
                  <a:pt x="105331" y="23723"/>
                </a:lnTo>
                <a:lnTo>
                  <a:pt x="105631" y="23723"/>
                </a:lnTo>
                <a:lnTo>
                  <a:pt x="100808" y="23833"/>
                </a:lnTo>
                <a:lnTo>
                  <a:pt x="101408" y="23817"/>
                </a:lnTo>
                <a:lnTo>
                  <a:pt x="96664" y="24165"/>
                </a:lnTo>
                <a:lnTo>
                  <a:pt x="97265" y="24118"/>
                </a:lnTo>
                <a:lnTo>
                  <a:pt x="92584" y="24703"/>
                </a:lnTo>
                <a:lnTo>
                  <a:pt x="93169" y="24608"/>
                </a:lnTo>
                <a:lnTo>
                  <a:pt x="88567" y="25431"/>
                </a:lnTo>
                <a:lnTo>
                  <a:pt x="89152" y="25320"/>
                </a:lnTo>
                <a:lnTo>
                  <a:pt x="84629" y="26364"/>
                </a:lnTo>
                <a:lnTo>
                  <a:pt x="85213" y="26222"/>
                </a:lnTo>
                <a:lnTo>
                  <a:pt x="80769" y="27471"/>
                </a:lnTo>
                <a:lnTo>
                  <a:pt x="81339" y="27297"/>
                </a:lnTo>
                <a:lnTo>
                  <a:pt x="76991" y="28768"/>
                </a:lnTo>
                <a:lnTo>
                  <a:pt x="77543" y="28562"/>
                </a:lnTo>
                <a:lnTo>
                  <a:pt x="73290" y="30238"/>
                </a:lnTo>
                <a:lnTo>
                  <a:pt x="73827" y="30017"/>
                </a:lnTo>
                <a:lnTo>
                  <a:pt x="69683" y="31884"/>
                </a:lnTo>
                <a:lnTo>
                  <a:pt x="70205" y="31631"/>
                </a:lnTo>
                <a:lnTo>
                  <a:pt x="66188" y="33702"/>
                </a:lnTo>
                <a:lnTo>
                  <a:pt x="66695" y="33417"/>
                </a:lnTo>
                <a:lnTo>
                  <a:pt x="64923" y="34430"/>
                </a:lnTo>
                <a:lnTo>
                  <a:pt x="53108" y="13870"/>
                </a:lnTo>
                <a:moveTo>
                  <a:pt x="222933" y="0"/>
                </a:moveTo>
                <a:lnTo>
                  <a:pt x="317825" y="0"/>
                </a:lnTo>
                <a:lnTo>
                  <a:pt x="317825" y="23723"/>
                </a:lnTo>
                <a:lnTo>
                  <a:pt x="222933" y="23723"/>
                </a:lnTo>
                <a:lnTo>
                  <a:pt x="222933" y="0"/>
                </a:lnTo>
                <a:moveTo>
                  <a:pt x="388994" y="0"/>
                </a:moveTo>
                <a:lnTo>
                  <a:pt x="483886" y="0"/>
                </a:lnTo>
                <a:lnTo>
                  <a:pt x="483886" y="23723"/>
                </a:lnTo>
                <a:lnTo>
                  <a:pt x="388994" y="23723"/>
                </a:lnTo>
                <a:lnTo>
                  <a:pt x="388994" y="0"/>
                </a:lnTo>
                <a:moveTo>
                  <a:pt x="555054" y="0"/>
                </a:moveTo>
                <a:lnTo>
                  <a:pt x="649946" y="0"/>
                </a:lnTo>
                <a:lnTo>
                  <a:pt x="649946" y="23723"/>
                </a:lnTo>
                <a:lnTo>
                  <a:pt x="555054" y="23723"/>
                </a:lnTo>
                <a:lnTo>
                  <a:pt x="555054" y="0"/>
                </a:lnTo>
                <a:moveTo>
                  <a:pt x="721115" y="0"/>
                </a:moveTo>
                <a:lnTo>
                  <a:pt x="816007" y="0"/>
                </a:lnTo>
                <a:lnTo>
                  <a:pt x="816007" y="23723"/>
                </a:lnTo>
                <a:lnTo>
                  <a:pt x="721115" y="23723"/>
                </a:lnTo>
                <a:lnTo>
                  <a:pt x="721115" y="0"/>
                </a:lnTo>
                <a:moveTo>
                  <a:pt x="887176" y="0"/>
                </a:moveTo>
                <a:lnTo>
                  <a:pt x="982068" y="0"/>
                </a:lnTo>
                <a:lnTo>
                  <a:pt x="982068" y="23723"/>
                </a:lnTo>
                <a:lnTo>
                  <a:pt x="887176" y="23723"/>
                </a:lnTo>
                <a:lnTo>
                  <a:pt x="887176" y="0"/>
                </a:lnTo>
                <a:moveTo>
                  <a:pt x="1053237" y="0"/>
                </a:moveTo>
                <a:lnTo>
                  <a:pt x="1148129" y="0"/>
                </a:lnTo>
                <a:lnTo>
                  <a:pt x="1148129" y="23723"/>
                </a:lnTo>
                <a:lnTo>
                  <a:pt x="1053237" y="23723"/>
                </a:lnTo>
                <a:lnTo>
                  <a:pt x="1053237" y="0"/>
                </a:lnTo>
                <a:moveTo>
                  <a:pt x="1219298" y="0"/>
                </a:moveTo>
                <a:lnTo>
                  <a:pt x="1314190" y="0"/>
                </a:lnTo>
                <a:lnTo>
                  <a:pt x="1314190" y="23723"/>
                </a:lnTo>
                <a:lnTo>
                  <a:pt x="1219298" y="23723"/>
                </a:lnTo>
                <a:lnTo>
                  <a:pt x="1219298" y="0"/>
                </a:lnTo>
                <a:moveTo>
                  <a:pt x="1385358" y="0"/>
                </a:moveTo>
                <a:lnTo>
                  <a:pt x="1480250" y="0"/>
                </a:lnTo>
                <a:lnTo>
                  <a:pt x="1480250" y="23723"/>
                </a:lnTo>
                <a:lnTo>
                  <a:pt x="1385358" y="23723"/>
                </a:lnTo>
                <a:lnTo>
                  <a:pt x="1385358" y="0"/>
                </a:lnTo>
                <a:moveTo>
                  <a:pt x="1551419" y="0"/>
                </a:moveTo>
                <a:lnTo>
                  <a:pt x="1646311" y="0"/>
                </a:lnTo>
                <a:lnTo>
                  <a:pt x="1646311" y="23723"/>
                </a:lnTo>
                <a:lnTo>
                  <a:pt x="1551419" y="23723"/>
                </a:lnTo>
                <a:lnTo>
                  <a:pt x="1551419" y="0"/>
                </a:lnTo>
                <a:moveTo>
                  <a:pt x="1717480" y="0"/>
                </a:moveTo>
                <a:lnTo>
                  <a:pt x="1812372" y="0"/>
                </a:lnTo>
                <a:lnTo>
                  <a:pt x="1812372" y="23723"/>
                </a:lnTo>
                <a:lnTo>
                  <a:pt x="1717480" y="23723"/>
                </a:lnTo>
                <a:lnTo>
                  <a:pt x="1717480" y="0"/>
                </a:lnTo>
                <a:moveTo>
                  <a:pt x="1883541" y="0"/>
                </a:moveTo>
                <a:lnTo>
                  <a:pt x="1978433" y="0"/>
                </a:lnTo>
                <a:lnTo>
                  <a:pt x="1978433" y="23723"/>
                </a:lnTo>
                <a:lnTo>
                  <a:pt x="1883541" y="23723"/>
                </a:lnTo>
                <a:lnTo>
                  <a:pt x="1883541" y="0"/>
                </a:lnTo>
                <a:moveTo>
                  <a:pt x="2049602" y="0"/>
                </a:moveTo>
                <a:lnTo>
                  <a:pt x="2144494" y="0"/>
                </a:lnTo>
                <a:lnTo>
                  <a:pt x="2144494" y="23723"/>
                </a:lnTo>
                <a:lnTo>
                  <a:pt x="2049602" y="23723"/>
                </a:lnTo>
                <a:lnTo>
                  <a:pt x="2049602" y="0"/>
                </a:lnTo>
                <a:moveTo>
                  <a:pt x="2215662" y="0"/>
                </a:moveTo>
                <a:lnTo>
                  <a:pt x="2310554" y="0"/>
                </a:lnTo>
                <a:lnTo>
                  <a:pt x="2310554" y="23723"/>
                </a:lnTo>
                <a:lnTo>
                  <a:pt x="2215662" y="23723"/>
                </a:lnTo>
                <a:lnTo>
                  <a:pt x="2215662" y="0"/>
                </a:lnTo>
                <a:moveTo>
                  <a:pt x="2381723" y="0"/>
                </a:moveTo>
                <a:lnTo>
                  <a:pt x="2476615" y="0"/>
                </a:lnTo>
                <a:lnTo>
                  <a:pt x="2476615" y="23723"/>
                </a:lnTo>
                <a:lnTo>
                  <a:pt x="2381723" y="23723"/>
                </a:lnTo>
                <a:lnTo>
                  <a:pt x="2381723" y="0"/>
                </a:lnTo>
                <a:moveTo>
                  <a:pt x="2547784" y="0"/>
                </a:moveTo>
                <a:lnTo>
                  <a:pt x="2642676" y="0"/>
                </a:lnTo>
                <a:lnTo>
                  <a:pt x="2642676" y="23723"/>
                </a:lnTo>
                <a:lnTo>
                  <a:pt x="2547784" y="23723"/>
                </a:lnTo>
                <a:lnTo>
                  <a:pt x="2547784" y="0"/>
                </a:lnTo>
                <a:moveTo>
                  <a:pt x="2713845" y="0"/>
                </a:moveTo>
                <a:lnTo>
                  <a:pt x="2808737" y="0"/>
                </a:lnTo>
                <a:lnTo>
                  <a:pt x="2808737" y="23723"/>
                </a:lnTo>
                <a:lnTo>
                  <a:pt x="2713845" y="23723"/>
                </a:lnTo>
                <a:lnTo>
                  <a:pt x="2713845" y="0"/>
                </a:lnTo>
                <a:moveTo>
                  <a:pt x="2879906" y="0"/>
                </a:moveTo>
                <a:lnTo>
                  <a:pt x="2974797" y="0"/>
                </a:lnTo>
                <a:lnTo>
                  <a:pt x="2974797" y="23723"/>
                </a:lnTo>
                <a:lnTo>
                  <a:pt x="2879906" y="23723"/>
                </a:lnTo>
                <a:lnTo>
                  <a:pt x="2879906" y="0"/>
                </a:lnTo>
                <a:moveTo>
                  <a:pt x="3045966" y="0"/>
                </a:moveTo>
                <a:lnTo>
                  <a:pt x="3140858" y="0"/>
                </a:lnTo>
                <a:lnTo>
                  <a:pt x="3140858" y="23723"/>
                </a:lnTo>
                <a:lnTo>
                  <a:pt x="3045966" y="23723"/>
                </a:lnTo>
                <a:lnTo>
                  <a:pt x="3045966" y="0"/>
                </a:lnTo>
                <a:moveTo>
                  <a:pt x="3212027" y="0"/>
                </a:moveTo>
                <a:lnTo>
                  <a:pt x="3306919" y="0"/>
                </a:lnTo>
                <a:lnTo>
                  <a:pt x="3306919" y="23723"/>
                </a:lnTo>
                <a:lnTo>
                  <a:pt x="3212027" y="23723"/>
                </a:lnTo>
                <a:lnTo>
                  <a:pt x="3212027" y="0"/>
                </a:lnTo>
                <a:moveTo>
                  <a:pt x="3378088" y="0"/>
                </a:moveTo>
                <a:lnTo>
                  <a:pt x="3472980" y="0"/>
                </a:lnTo>
                <a:lnTo>
                  <a:pt x="3472980" y="23723"/>
                </a:lnTo>
                <a:lnTo>
                  <a:pt x="3378088" y="23723"/>
                </a:lnTo>
                <a:lnTo>
                  <a:pt x="3378088" y="0"/>
                </a:lnTo>
                <a:moveTo>
                  <a:pt x="3544149" y="0"/>
                </a:moveTo>
                <a:lnTo>
                  <a:pt x="3639041" y="0"/>
                </a:lnTo>
                <a:lnTo>
                  <a:pt x="3639041" y="23723"/>
                </a:lnTo>
                <a:lnTo>
                  <a:pt x="3544149" y="23723"/>
                </a:lnTo>
                <a:lnTo>
                  <a:pt x="3544149" y="0"/>
                </a:lnTo>
                <a:moveTo>
                  <a:pt x="3710210" y="0"/>
                </a:moveTo>
                <a:lnTo>
                  <a:pt x="3805101" y="0"/>
                </a:lnTo>
                <a:lnTo>
                  <a:pt x="3805101" y="23723"/>
                </a:lnTo>
                <a:lnTo>
                  <a:pt x="3710210" y="23723"/>
                </a:lnTo>
                <a:lnTo>
                  <a:pt x="3710210" y="0"/>
                </a:lnTo>
                <a:moveTo>
                  <a:pt x="3876270" y="0"/>
                </a:moveTo>
                <a:lnTo>
                  <a:pt x="3971162" y="0"/>
                </a:lnTo>
                <a:lnTo>
                  <a:pt x="3971162" y="23723"/>
                </a:lnTo>
                <a:lnTo>
                  <a:pt x="3876270" y="23723"/>
                </a:lnTo>
                <a:lnTo>
                  <a:pt x="3876270" y="0"/>
                </a:lnTo>
                <a:moveTo>
                  <a:pt x="4042331" y="0"/>
                </a:moveTo>
                <a:lnTo>
                  <a:pt x="4137223" y="0"/>
                </a:lnTo>
                <a:lnTo>
                  <a:pt x="4137223" y="23723"/>
                </a:lnTo>
                <a:lnTo>
                  <a:pt x="4042331" y="23723"/>
                </a:lnTo>
                <a:lnTo>
                  <a:pt x="4042331" y="0"/>
                </a:lnTo>
                <a:moveTo>
                  <a:pt x="4208392" y="0"/>
                </a:moveTo>
                <a:lnTo>
                  <a:pt x="4303284" y="0"/>
                </a:lnTo>
                <a:lnTo>
                  <a:pt x="4303284" y="23723"/>
                </a:lnTo>
                <a:lnTo>
                  <a:pt x="4208392" y="23723"/>
                </a:lnTo>
                <a:lnTo>
                  <a:pt x="4208392" y="0"/>
                </a:lnTo>
                <a:moveTo>
                  <a:pt x="4374453" y="0"/>
                </a:moveTo>
                <a:lnTo>
                  <a:pt x="4469345" y="0"/>
                </a:lnTo>
                <a:lnTo>
                  <a:pt x="4469345" y="23723"/>
                </a:lnTo>
                <a:lnTo>
                  <a:pt x="4374453" y="23723"/>
                </a:lnTo>
                <a:lnTo>
                  <a:pt x="4374453" y="0"/>
                </a:lnTo>
                <a:moveTo>
                  <a:pt x="4543788" y="5440"/>
                </a:moveTo>
                <a:lnTo>
                  <a:pt x="4546586" y="6389"/>
                </a:lnTo>
                <a:lnTo>
                  <a:pt x="4551378" y="8271"/>
                </a:lnTo>
                <a:lnTo>
                  <a:pt x="4556044" y="10390"/>
                </a:lnTo>
                <a:lnTo>
                  <a:pt x="4560582" y="12715"/>
                </a:lnTo>
                <a:lnTo>
                  <a:pt x="4564995" y="15246"/>
                </a:lnTo>
                <a:lnTo>
                  <a:pt x="4569265" y="17998"/>
                </a:lnTo>
                <a:lnTo>
                  <a:pt x="4573393" y="20923"/>
                </a:lnTo>
                <a:lnTo>
                  <a:pt x="4577379" y="24055"/>
                </a:lnTo>
                <a:lnTo>
                  <a:pt x="4581190" y="27360"/>
                </a:lnTo>
                <a:lnTo>
                  <a:pt x="4584860" y="30839"/>
                </a:lnTo>
                <a:lnTo>
                  <a:pt x="4588339" y="34508"/>
                </a:lnTo>
                <a:lnTo>
                  <a:pt x="4591644" y="38320"/>
                </a:lnTo>
                <a:lnTo>
                  <a:pt x="4594775" y="42306"/>
                </a:lnTo>
                <a:lnTo>
                  <a:pt x="4597702" y="46433"/>
                </a:lnTo>
                <a:lnTo>
                  <a:pt x="4600453" y="50703"/>
                </a:lnTo>
                <a:lnTo>
                  <a:pt x="4602984" y="55116"/>
                </a:lnTo>
                <a:lnTo>
                  <a:pt x="4605308" y="59654"/>
                </a:lnTo>
                <a:lnTo>
                  <a:pt x="4607428" y="64320"/>
                </a:lnTo>
                <a:lnTo>
                  <a:pt x="4609309" y="69113"/>
                </a:lnTo>
                <a:lnTo>
                  <a:pt x="4610971" y="74000"/>
                </a:lnTo>
                <a:lnTo>
                  <a:pt x="4612378" y="79013"/>
                </a:lnTo>
                <a:lnTo>
                  <a:pt x="4612852" y="81069"/>
                </a:lnTo>
                <a:lnTo>
                  <a:pt x="4589745" y="86399"/>
                </a:lnTo>
                <a:lnTo>
                  <a:pt x="4589335" y="84627"/>
                </a:lnTo>
                <a:lnTo>
                  <a:pt x="4589477" y="85213"/>
                </a:lnTo>
                <a:lnTo>
                  <a:pt x="4588228" y="80768"/>
                </a:lnTo>
                <a:lnTo>
                  <a:pt x="4588402" y="81337"/>
                </a:lnTo>
                <a:lnTo>
                  <a:pt x="4586930" y="76988"/>
                </a:lnTo>
                <a:lnTo>
                  <a:pt x="4587136" y="77542"/>
                </a:lnTo>
                <a:lnTo>
                  <a:pt x="4585460" y="73288"/>
                </a:lnTo>
                <a:lnTo>
                  <a:pt x="4585682" y="73826"/>
                </a:lnTo>
                <a:lnTo>
                  <a:pt x="4583816" y="69697"/>
                </a:lnTo>
                <a:lnTo>
                  <a:pt x="4584069" y="70204"/>
                </a:lnTo>
                <a:lnTo>
                  <a:pt x="4581996" y="66187"/>
                </a:lnTo>
                <a:lnTo>
                  <a:pt x="4582281" y="66692"/>
                </a:lnTo>
                <a:lnTo>
                  <a:pt x="4580019" y="62771"/>
                </a:lnTo>
                <a:lnTo>
                  <a:pt x="4580320" y="63261"/>
                </a:lnTo>
                <a:lnTo>
                  <a:pt x="4577885" y="59465"/>
                </a:lnTo>
                <a:lnTo>
                  <a:pt x="4578201" y="59939"/>
                </a:lnTo>
                <a:lnTo>
                  <a:pt x="4575607" y="56270"/>
                </a:lnTo>
                <a:lnTo>
                  <a:pt x="4575939" y="56729"/>
                </a:lnTo>
                <a:lnTo>
                  <a:pt x="4573172" y="53202"/>
                </a:lnTo>
                <a:lnTo>
                  <a:pt x="4573536" y="53646"/>
                </a:lnTo>
                <a:lnTo>
                  <a:pt x="4570593" y="50245"/>
                </a:lnTo>
                <a:lnTo>
                  <a:pt x="4570973" y="50672"/>
                </a:lnTo>
                <a:lnTo>
                  <a:pt x="4567874" y="47414"/>
                </a:lnTo>
                <a:lnTo>
                  <a:pt x="4568284" y="47825"/>
                </a:lnTo>
                <a:lnTo>
                  <a:pt x="4565026" y="44726"/>
                </a:lnTo>
                <a:lnTo>
                  <a:pt x="4565454" y="45105"/>
                </a:lnTo>
                <a:lnTo>
                  <a:pt x="4562053" y="42163"/>
                </a:lnTo>
                <a:lnTo>
                  <a:pt x="4562497" y="42527"/>
                </a:lnTo>
                <a:lnTo>
                  <a:pt x="4558969" y="39759"/>
                </a:lnTo>
                <a:lnTo>
                  <a:pt x="4559428" y="40091"/>
                </a:lnTo>
                <a:lnTo>
                  <a:pt x="4555759" y="37482"/>
                </a:lnTo>
                <a:lnTo>
                  <a:pt x="4556234" y="37814"/>
                </a:lnTo>
                <a:lnTo>
                  <a:pt x="4552438" y="35379"/>
                </a:lnTo>
                <a:lnTo>
                  <a:pt x="4552929" y="35679"/>
                </a:lnTo>
                <a:lnTo>
                  <a:pt x="4549006" y="33417"/>
                </a:lnTo>
                <a:lnTo>
                  <a:pt x="4549513" y="33702"/>
                </a:lnTo>
                <a:lnTo>
                  <a:pt x="4545495" y="31631"/>
                </a:lnTo>
                <a:lnTo>
                  <a:pt x="4546000" y="31884"/>
                </a:lnTo>
                <a:lnTo>
                  <a:pt x="4541873" y="30017"/>
                </a:lnTo>
                <a:lnTo>
                  <a:pt x="4542411" y="30238"/>
                </a:lnTo>
                <a:lnTo>
                  <a:pt x="4538157" y="28562"/>
                </a:lnTo>
                <a:lnTo>
                  <a:pt x="4538710" y="28768"/>
                </a:lnTo>
                <a:lnTo>
                  <a:pt x="4536180" y="27913"/>
                </a:lnTo>
                <a:lnTo>
                  <a:pt x="4543788" y="5440"/>
                </a:lnTo>
                <a:moveTo>
                  <a:pt x="4615700" y="154705"/>
                </a:moveTo>
                <a:lnTo>
                  <a:pt x="4615700" y="249597"/>
                </a:lnTo>
                <a:lnTo>
                  <a:pt x="4591977" y="249597"/>
                </a:lnTo>
                <a:lnTo>
                  <a:pt x="4591977" y="154705"/>
                </a:lnTo>
                <a:lnTo>
                  <a:pt x="4615700" y="154705"/>
                </a:lnTo>
                <a:moveTo>
                  <a:pt x="4615700" y="320766"/>
                </a:moveTo>
                <a:lnTo>
                  <a:pt x="4615700" y="415658"/>
                </a:lnTo>
                <a:lnTo>
                  <a:pt x="4591977" y="415658"/>
                </a:lnTo>
                <a:lnTo>
                  <a:pt x="4591977" y="320766"/>
                </a:lnTo>
                <a:lnTo>
                  <a:pt x="4615700" y="320766"/>
                </a:lnTo>
                <a:moveTo>
                  <a:pt x="4615700" y="486826"/>
                </a:moveTo>
                <a:lnTo>
                  <a:pt x="4615700" y="581718"/>
                </a:lnTo>
                <a:lnTo>
                  <a:pt x="4591977" y="581718"/>
                </a:lnTo>
                <a:lnTo>
                  <a:pt x="4591977" y="486826"/>
                </a:lnTo>
                <a:lnTo>
                  <a:pt x="4615700" y="486826"/>
                </a:lnTo>
                <a:moveTo>
                  <a:pt x="4615700" y="652887"/>
                </a:moveTo>
                <a:lnTo>
                  <a:pt x="4615700" y="747779"/>
                </a:lnTo>
                <a:lnTo>
                  <a:pt x="4591977" y="747779"/>
                </a:lnTo>
                <a:lnTo>
                  <a:pt x="4591977" y="652887"/>
                </a:lnTo>
                <a:lnTo>
                  <a:pt x="4615700" y="652887"/>
                </a:lnTo>
                <a:moveTo>
                  <a:pt x="4615700" y="818948"/>
                </a:moveTo>
                <a:lnTo>
                  <a:pt x="4615700" y="913840"/>
                </a:lnTo>
                <a:lnTo>
                  <a:pt x="4591977" y="913840"/>
                </a:lnTo>
                <a:lnTo>
                  <a:pt x="4591977" y="818948"/>
                </a:lnTo>
                <a:lnTo>
                  <a:pt x="4615700" y="818948"/>
                </a:lnTo>
                <a:moveTo>
                  <a:pt x="4615700" y="985008"/>
                </a:moveTo>
                <a:lnTo>
                  <a:pt x="4615700" y="1079900"/>
                </a:lnTo>
                <a:lnTo>
                  <a:pt x="4591977" y="1079900"/>
                </a:lnTo>
                <a:lnTo>
                  <a:pt x="4591977" y="985008"/>
                </a:lnTo>
                <a:lnTo>
                  <a:pt x="4615700" y="985008"/>
                </a:lnTo>
                <a:moveTo>
                  <a:pt x="4615700" y="1151069"/>
                </a:moveTo>
                <a:lnTo>
                  <a:pt x="4615700" y="1169543"/>
                </a:lnTo>
                <a:lnTo>
                  <a:pt x="4615573" y="1174792"/>
                </a:lnTo>
                <a:lnTo>
                  <a:pt x="4615161" y="1180138"/>
                </a:lnTo>
                <a:lnTo>
                  <a:pt x="4614481" y="1185421"/>
                </a:lnTo>
                <a:lnTo>
                  <a:pt x="4613564" y="1190608"/>
                </a:lnTo>
                <a:lnTo>
                  <a:pt x="4612378" y="1195700"/>
                </a:lnTo>
                <a:lnTo>
                  <a:pt x="4610971" y="1200714"/>
                </a:lnTo>
                <a:lnTo>
                  <a:pt x="4609309" y="1205601"/>
                </a:lnTo>
                <a:lnTo>
                  <a:pt x="4607428" y="1210394"/>
                </a:lnTo>
                <a:lnTo>
                  <a:pt x="4605308" y="1215058"/>
                </a:lnTo>
                <a:lnTo>
                  <a:pt x="4602984" y="1219598"/>
                </a:lnTo>
                <a:lnTo>
                  <a:pt x="4600453" y="1224009"/>
                </a:lnTo>
                <a:lnTo>
                  <a:pt x="4597702" y="1228295"/>
                </a:lnTo>
                <a:lnTo>
                  <a:pt x="4594775" y="1232424"/>
                </a:lnTo>
                <a:lnTo>
                  <a:pt x="4591644" y="1236393"/>
                </a:lnTo>
                <a:lnTo>
                  <a:pt x="4588339" y="1240205"/>
                </a:lnTo>
                <a:lnTo>
                  <a:pt x="4584860" y="1243874"/>
                </a:lnTo>
                <a:lnTo>
                  <a:pt x="4582360" y="1246246"/>
                </a:lnTo>
                <a:lnTo>
                  <a:pt x="4565992" y="1229071"/>
                </a:lnTo>
                <a:lnTo>
                  <a:pt x="4568284" y="1226888"/>
                </a:lnTo>
                <a:lnTo>
                  <a:pt x="4567874" y="1227300"/>
                </a:lnTo>
                <a:lnTo>
                  <a:pt x="4570973" y="1224042"/>
                </a:lnTo>
                <a:lnTo>
                  <a:pt x="4570593" y="1224468"/>
                </a:lnTo>
                <a:lnTo>
                  <a:pt x="4573536" y="1221067"/>
                </a:lnTo>
                <a:lnTo>
                  <a:pt x="4573172" y="1221511"/>
                </a:lnTo>
                <a:lnTo>
                  <a:pt x="4575939" y="1217984"/>
                </a:lnTo>
                <a:lnTo>
                  <a:pt x="4575607" y="1218443"/>
                </a:lnTo>
                <a:lnTo>
                  <a:pt x="4578201" y="1214774"/>
                </a:lnTo>
                <a:lnTo>
                  <a:pt x="4577885" y="1215248"/>
                </a:lnTo>
                <a:lnTo>
                  <a:pt x="4580320" y="1211452"/>
                </a:lnTo>
                <a:lnTo>
                  <a:pt x="4580019" y="1211942"/>
                </a:lnTo>
                <a:lnTo>
                  <a:pt x="4582281" y="1208020"/>
                </a:lnTo>
                <a:lnTo>
                  <a:pt x="4581996" y="1208526"/>
                </a:lnTo>
                <a:lnTo>
                  <a:pt x="4584069" y="1204510"/>
                </a:lnTo>
                <a:lnTo>
                  <a:pt x="4583816" y="1205031"/>
                </a:lnTo>
                <a:lnTo>
                  <a:pt x="4585682" y="1200887"/>
                </a:lnTo>
                <a:lnTo>
                  <a:pt x="4585460" y="1201426"/>
                </a:lnTo>
                <a:lnTo>
                  <a:pt x="4587136" y="1197171"/>
                </a:lnTo>
                <a:lnTo>
                  <a:pt x="4586930" y="1197725"/>
                </a:lnTo>
                <a:lnTo>
                  <a:pt x="4588402" y="1193376"/>
                </a:lnTo>
                <a:lnTo>
                  <a:pt x="4588228" y="1193945"/>
                </a:lnTo>
                <a:lnTo>
                  <a:pt x="4589477" y="1189501"/>
                </a:lnTo>
                <a:lnTo>
                  <a:pt x="4589335" y="1190085"/>
                </a:lnTo>
                <a:lnTo>
                  <a:pt x="4590379" y="1185563"/>
                </a:lnTo>
                <a:lnTo>
                  <a:pt x="4590267" y="1186149"/>
                </a:lnTo>
                <a:lnTo>
                  <a:pt x="4591091" y="1181545"/>
                </a:lnTo>
                <a:lnTo>
                  <a:pt x="4590995" y="1182130"/>
                </a:lnTo>
                <a:lnTo>
                  <a:pt x="4591580" y="1177449"/>
                </a:lnTo>
                <a:lnTo>
                  <a:pt x="4591534" y="1178050"/>
                </a:lnTo>
                <a:lnTo>
                  <a:pt x="4591881" y="1173305"/>
                </a:lnTo>
                <a:lnTo>
                  <a:pt x="4591865" y="1173907"/>
                </a:lnTo>
                <a:lnTo>
                  <a:pt x="4591977" y="1169083"/>
                </a:lnTo>
                <a:lnTo>
                  <a:pt x="4591977" y="1169384"/>
                </a:lnTo>
                <a:lnTo>
                  <a:pt x="4591977" y="1151069"/>
                </a:lnTo>
                <a:lnTo>
                  <a:pt x="4615700" y="1151069"/>
                </a:lnTo>
                <a:moveTo>
                  <a:pt x="4509451" y="1274713"/>
                </a:moveTo>
                <a:lnTo>
                  <a:pt x="4414560" y="1274713"/>
                </a:lnTo>
                <a:lnTo>
                  <a:pt x="4414560" y="1250991"/>
                </a:lnTo>
                <a:lnTo>
                  <a:pt x="4509451" y="1250991"/>
                </a:lnTo>
                <a:lnTo>
                  <a:pt x="4509451" y="1274713"/>
                </a:lnTo>
                <a:moveTo>
                  <a:pt x="4343391" y="1274713"/>
                </a:moveTo>
                <a:lnTo>
                  <a:pt x="4248499" y="1274713"/>
                </a:lnTo>
                <a:lnTo>
                  <a:pt x="4248499" y="1250991"/>
                </a:lnTo>
                <a:lnTo>
                  <a:pt x="4343391" y="1250991"/>
                </a:lnTo>
                <a:lnTo>
                  <a:pt x="4343391" y="1274713"/>
                </a:lnTo>
                <a:moveTo>
                  <a:pt x="4177330" y="1274713"/>
                </a:moveTo>
                <a:lnTo>
                  <a:pt x="4082438" y="1274713"/>
                </a:lnTo>
                <a:lnTo>
                  <a:pt x="4082438" y="1250991"/>
                </a:lnTo>
                <a:lnTo>
                  <a:pt x="4177330" y="1250991"/>
                </a:lnTo>
                <a:lnTo>
                  <a:pt x="4177330" y="1274713"/>
                </a:lnTo>
                <a:moveTo>
                  <a:pt x="4011269" y="1274713"/>
                </a:moveTo>
                <a:lnTo>
                  <a:pt x="3916377" y="1274713"/>
                </a:lnTo>
                <a:lnTo>
                  <a:pt x="3916377" y="1250991"/>
                </a:lnTo>
                <a:lnTo>
                  <a:pt x="4011269" y="1250991"/>
                </a:lnTo>
                <a:lnTo>
                  <a:pt x="4011269" y="1274713"/>
                </a:lnTo>
                <a:moveTo>
                  <a:pt x="3845209" y="1274713"/>
                </a:moveTo>
                <a:lnTo>
                  <a:pt x="3750318" y="1274713"/>
                </a:lnTo>
                <a:lnTo>
                  <a:pt x="3750318" y="1250991"/>
                </a:lnTo>
                <a:lnTo>
                  <a:pt x="3845209" y="1250991"/>
                </a:lnTo>
                <a:lnTo>
                  <a:pt x="3845209" y="1274713"/>
                </a:lnTo>
                <a:moveTo>
                  <a:pt x="3679149" y="1274713"/>
                </a:moveTo>
                <a:lnTo>
                  <a:pt x="3584257" y="1274713"/>
                </a:lnTo>
                <a:lnTo>
                  <a:pt x="3584257" y="1250991"/>
                </a:lnTo>
                <a:lnTo>
                  <a:pt x="3679149" y="1250991"/>
                </a:lnTo>
                <a:lnTo>
                  <a:pt x="3679149" y="1274713"/>
                </a:lnTo>
                <a:moveTo>
                  <a:pt x="3513088" y="1274713"/>
                </a:moveTo>
                <a:lnTo>
                  <a:pt x="3418196" y="1274713"/>
                </a:lnTo>
                <a:lnTo>
                  <a:pt x="3418196" y="1250991"/>
                </a:lnTo>
                <a:lnTo>
                  <a:pt x="3513088" y="1250991"/>
                </a:lnTo>
                <a:lnTo>
                  <a:pt x="3513088" y="1274713"/>
                </a:lnTo>
                <a:moveTo>
                  <a:pt x="3347027" y="1274713"/>
                </a:moveTo>
                <a:lnTo>
                  <a:pt x="3252135" y="1274713"/>
                </a:lnTo>
                <a:lnTo>
                  <a:pt x="3252135" y="1250991"/>
                </a:lnTo>
                <a:lnTo>
                  <a:pt x="3347027" y="1250991"/>
                </a:lnTo>
                <a:lnTo>
                  <a:pt x="3347027" y="1274713"/>
                </a:lnTo>
                <a:moveTo>
                  <a:pt x="3180966" y="1274713"/>
                </a:moveTo>
                <a:lnTo>
                  <a:pt x="3086074" y="1274713"/>
                </a:lnTo>
                <a:lnTo>
                  <a:pt x="3086074" y="1250991"/>
                </a:lnTo>
                <a:lnTo>
                  <a:pt x="3180966" y="1250991"/>
                </a:lnTo>
                <a:lnTo>
                  <a:pt x="3180966" y="1274713"/>
                </a:lnTo>
                <a:moveTo>
                  <a:pt x="3014906" y="1274713"/>
                </a:moveTo>
                <a:lnTo>
                  <a:pt x="2920014" y="1274713"/>
                </a:lnTo>
                <a:lnTo>
                  <a:pt x="2920014" y="1250991"/>
                </a:lnTo>
                <a:lnTo>
                  <a:pt x="3014906" y="1250991"/>
                </a:lnTo>
                <a:lnTo>
                  <a:pt x="3014906" y="1274713"/>
                </a:lnTo>
                <a:moveTo>
                  <a:pt x="2848845" y="1274713"/>
                </a:moveTo>
                <a:lnTo>
                  <a:pt x="2753953" y="1274713"/>
                </a:lnTo>
                <a:lnTo>
                  <a:pt x="2753953" y="1250991"/>
                </a:lnTo>
                <a:lnTo>
                  <a:pt x="2848845" y="1250991"/>
                </a:lnTo>
                <a:lnTo>
                  <a:pt x="2848845" y="1274713"/>
                </a:lnTo>
                <a:moveTo>
                  <a:pt x="2682784" y="1274713"/>
                </a:moveTo>
                <a:lnTo>
                  <a:pt x="2587892" y="1274713"/>
                </a:lnTo>
                <a:lnTo>
                  <a:pt x="2587892" y="1250991"/>
                </a:lnTo>
                <a:lnTo>
                  <a:pt x="2682784" y="1250991"/>
                </a:lnTo>
                <a:lnTo>
                  <a:pt x="2682784" y="1274713"/>
                </a:lnTo>
                <a:moveTo>
                  <a:pt x="2516723" y="1274713"/>
                </a:moveTo>
                <a:lnTo>
                  <a:pt x="2421831" y="1274713"/>
                </a:lnTo>
                <a:lnTo>
                  <a:pt x="2421831" y="1250991"/>
                </a:lnTo>
                <a:lnTo>
                  <a:pt x="2516723" y="1250991"/>
                </a:lnTo>
                <a:lnTo>
                  <a:pt x="2516723" y="1274713"/>
                </a:lnTo>
                <a:moveTo>
                  <a:pt x="2350662" y="1274713"/>
                </a:moveTo>
                <a:lnTo>
                  <a:pt x="2255770" y="1274713"/>
                </a:lnTo>
                <a:lnTo>
                  <a:pt x="2255770" y="1250991"/>
                </a:lnTo>
                <a:lnTo>
                  <a:pt x="2350662" y="1250991"/>
                </a:lnTo>
                <a:lnTo>
                  <a:pt x="2350662" y="1274713"/>
                </a:lnTo>
                <a:moveTo>
                  <a:pt x="2184602" y="1274713"/>
                </a:moveTo>
                <a:lnTo>
                  <a:pt x="2089710" y="1274713"/>
                </a:lnTo>
                <a:lnTo>
                  <a:pt x="2089710" y="1250991"/>
                </a:lnTo>
                <a:lnTo>
                  <a:pt x="2184602" y="1250991"/>
                </a:lnTo>
                <a:lnTo>
                  <a:pt x="2184602" y="1274713"/>
                </a:lnTo>
                <a:moveTo>
                  <a:pt x="2018541" y="1274713"/>
                </a:moveTo>
                <a:lnTo>
                  <a:pt x="1923649" y="1274713"/>
                </a:lnTo>
                <a:lnTo>
                  <a:pt x="1923649" y="1250991"/>
                </a:lnTo>
                <a:lnTo>
                  <a:pt x="2018541" y="1250991"/>
                </a:lnTo>
                <a:lnTo>
                  <a:pt x="2018541" y="1274713"/>
                </a:lnTo>
                <a:moveTo>
                  <a:pt x="1852480" y="1274713"/>
                </a:moveTo>
                <a:lnTo>
                  <a:pt x="1757588" y="1274713"/>
                </a:lnTo>
                <a:lnTo>
                  <a:pt x="1757588" y="1250991"/>
                </a:lnTo>
                <a:lnTo>
                  <a:pt x="1852480" y="1250991"/>
                </a:lnTo>
                <a:lnTo>
                  <a:pt x="1852480" y="1274713"/>
                </a:lnTo>
                <a:moveTo>
                  <a:pt x="1686419" y="1274713"/>
                </a:moveTo>
                <a:lnTo>
                  <a:pt x="1591527" y="1274713"/>
                </a:lnTo>
                <a:lnTo>
                  <a:pt x="1591527" y="1250991"/>
                </a:lnTo>
                <a:lnTo>
                  <a:pt x="1686419" y="1250991"/>
                </a:lnTo>
                <a:lnTo>
                  <a:pt x="1686419" y="1274713"/>
                </a:lnTo>
                <a:moveTo>
                  <a:pt x="1520358" y="1274713"/>
                </a:moveTo>
                <a:lnTo>
                  <a:pt x="1425466" y="1274713"/>
                </a:lnTo>
                <a:lnTo>
                  <a:pt x="1425466" y="1250991"/>
                </a:lnTo>
                <a:lnTo>
                  <a:pt x="1520358" y="1250991"/>
                </a:lnTo>
                <a:lnTo>
                  <a:pt x="1520358" y="1274713"/>
                </a:lnTo>
                <a:moveTo>
                  <a:pt x="1354298" y="1274713"/>
                </a:moveTo>
                <a:lnTo>
                  <a:pt x="1259406" y="1274713"/>
                </a:lnTo>
                <a:lnTo>
                  <a:pt x="1259406" y="1250991"/>
                </a:lnTo>
                <a:lnTo>
                  <a:pt x="1354298" y="1250991"/>
                </a:lnTo>
                <a:lnTo>
                  <a:pt x="1354298" y="1274713"/>
                </a:lnTo>
                <a:moveTo>
                  <a:pt x="1188237" y="1274713"/>
                </a:moveTo>
                <a:lnTo>
                  <a:pt x="1093345" y="1274713"/>
                </a:lnTo>
                <a:lnTo>
                  <a:pt x="1093345" y="1250991"/>
                </a:lnTo>
                <a:lnTo>
                  <a:pt x="1188237" y="1250991"/>
                </a:lnTo>
                <a:lnTo>
                  <a:pt x="1188237" y="1274713"/>
                </a:lnTo>
                <a:moveTo>
                  <a:pt x="1022176" y="1274713"/>
                </a:moveTo>
                <a:lnTo>
                  <a:pt x="927284" y="1274713"/>
                </a:lnTo>
                <a:lnTo>
                  <a:pt x="927284" y="1250991"/>
                </a:lnTo>
                <a:lnTo>
                  <a:pt x="1022176" y="1250991"/>
                </a:lnTo>
                <a:lnTo>
                  <a:pt x="1022176" y="1274713"/>
                </a:lnTo>
                <a:moveTo>
                  <a:pt x="856115" y="1274713"/>
                </a:moveTo>
                <a:lnTo>
                  <a:pt x="761223" y="1274713"/>
                </a:lnTo>
                <a:lnTo>
                  <a:pt x="761223" y="1250991"/>
                </a:lnTo>
                <a:lnTo>
                  <a:pt x="856115" y="1250991"/>
                </a:lnTo>
                <a:lnTo>
                  <a:pt x="856115" y="1274713"/>
                </a:lnTo>
                <a:moveTo>
                  <a:pt x="690054" y="1274713"/>
                </a:moveTo>
                <a:lnTo>
                  <a:pt x="595163" y="1274713"/>
                </a:lnTo>
                <a:lnTo>
                  <a:pt x="595163" y="1250991"/>
                </a:lnTo>
                <a:lnTo>
                  <a:pt x="690054" y="1250991"/>
                </a:lnTo>
                <a:lnTo>
                  <a:pt x="690054" y="1274713"/>
                </a:lnTo>
                <a:moveTo>
                  <a:pt x="523994" y="1274713"/>
                </a:moveTo>
                <a:lnTo>
                  <a:pt x="429102" y="1274713"/>
                </a:lnTo>
                <a:lnTo>
                  <a:pt x="429102" y="1250991"/>
                </a:lnTo>
                <a:lnTo>
                  <a:pt x="523994" y="1250991"/>
                </a:lnTo>
                <a:lnTo>
                  <a:pt x="523994" y="1274713"/>
                </a:lnTo>
                <a:moveTo>
                  <a:pt x="357933" y="1274713"/>
                </a:moveTo>
                <a:lnTo>
                  <a:pt x="263041" y="1274713"/>
                </a:lnTo>
                <a:lnTo>
                  <a:pt x="263041" y="1250991"/>
                </a:lnTo>
                <a:lnTo>
                  <a:pt x="357933" y="1250991"/>
                </a:lnTo>
                <a:lnTo>
                  <a:pt x="357933" y="1274713"/>
                </a:lnTo>
                <a:moveTo>
                  <a:pt x="191872" y="1274713"/>
                </a:moveTo>
                <a:lnTo>
                  <a:pt x="105173" y="1274713"/>
                </a:lnTo>
                <a:lnTo>
                  <a:pt x="99907" y="1274587"/>
                </a:lnTo>
                <a:lnTo>
                  <a:pt x="96094" y="1274287"/>
                </a:lnTo>
                <a:lnTo>
                  <a:pt x="97898" y="1250642"/>
                </a:lnTo>
                <a:lnTo>
                  <a:pt x="101408" y="1250896"/>
                </a:lnTo>
                <a:lnTo>
                  <a:pt x="100808" y="1250879"/>
                </a:lnTo>
                <a:lnTo>
                  <a:pt x="105631" y="1250991"/>
                </a:lnTo>
                <a:lnTo>
                  <a:pt x="105331" y="1250991"/>
                </a:lnTo>
                <a:lnTo>
                  <a:pt x="191872" y="1250991"/>
                </a:lnTo>
                <a:lnTo>
                  <a:pt x="191872" y="1274713"/>
                </a:lnTo>
                <a:moveTo>
                  <a:pt x="26111" y="1238781"/>
                </a:moveTo>
                <a:lnTo>
                  <a:pt x="24056" y="1236393"/>
                </a:lnTo>
                <a:lnTo>
                  <a:pt x="20924" y="1232424"/>
                </a:lnTo>
                <a:lnTo>
                  <a:pt x="17999" y="1228295"/>
                </a:lnTo>
                <a:lnTo>
                  <a:pt x="15247" y="1224009"/>
                </a:lnTo>
                <a:lnTo>
                  <a:pt x="12717" y="1219598"/>
                </a:lnTo>
                <a:lnTo>
                  <a:pt x="10391" y="1215058"/>
                </a:lnTo>
                <a:lnTo>
                  <a:pt x="8272" y="1210394"/>
                </a:lnTo>
                <a:lnTo>
                  <a:pt x="6390" y="1205601"/>
                </a:lnTo>
                <a:lnTo>
                  <a:pt x="4730" y="1200714"/>
                </a:lnTo>
                <a:lnTo>
                  <a:pt x="3306" y="1195700"/>
                </a:lnTo>
                <a:lnTo>
                  <a:pt x="2136" y="1190608"/>
                </a:lnTo>
                <a:lnTo>
                  <a:pt x="1202" y="1185421"/>
                </a:lnTo>
                <a:lnTo>
                  <a:pt x="538" y="1180138"/>
                </a:lnTo>
                <a:lnTo>
                  <a:pt x="127" y="1174792"/>
                </a:lnTo>
                <a:lnTo>
                  <a:pt x="0" y="1169684"/>
                </a:lnTo>
                <a:lnTo>
                  <a:pt x="23723" y="1169083"/>
                </a:lnTo>
                <a:lnTo>
                  <a:pt x="23835" y="1173907"/>
                </a:lnTo>
                <a:lnTo>
                  <a:pt x="23819" y="1173305"/>
                </a:lnTo>
                <a:lnTo>
                  <a:pt x="24167" y="1178050"/>
                </a:lnTo>
                <a:lnTo>
                  <a:pt x="24119" y="1177449"/>
                </a:lnTo>
                <a:lnTo>
                  <a:pt x="24704" y="1182130"/>
                </a:lnTo>
                <a:lnTo>
                  <a:pt x="24610" y="1181545"/>
                </a:lnTo>
                <a:lnTo>
                  <a:pt x="25432" y="1186149"/>
                </a:lnTo>
                <a:lnTo>
                  <a:pt x="25321" y="1185563"/>
                </a:lnTo>
                <a:lnTo>
                  <a:pt x="26365" y="1190085"/>
                </a:lnTo>
                <a:lnTo>
                  <a:pt x="26223" y="1189501"/>
                </a:lnTo>
                <a:lnTo>
                  <a:pt x="27472" y="1193945"/>
                </a:lnTo>
                <a:lnTo>
                  <a:pt x="27298" y="1193376"/>
                </a:lnTo>
                <a:lnTo>
                  <a:pt x="28769" y="1197725"/>
                </a:lnTo>
                <a:lnTo>
                  <a:pt x="28563" y="1197171"/>
                </a:lnTo>
                <a:lnTo>
                  <a:pt x="30239" y="1201426"/>
                </a:lnTo>
                <a:lnTo>
                  <a:pt x="30018" y="1200887"/>
                </a:lnTo>
                <a:lnTo>
                  <a:pt x="31884" y="1205031"/>
                </a:lnTo>
                <a:lnTo>
                  <a:pt x="31631" y="1204510"/>
                </a:lnTo>
                <a:lnTo>
                  <a:pt x="33704" y="1208526"/>
                </a:lnTo>
                <a:lnTo>
                  <a:pt x="33419" y="1208020"/>
                </a:lnTo>
                <a:lnTo>
                  <a:pt x="35680" y="1211942"/>
                </a:lnTo>
                <a:lnTo>
                  <a:pt x="35379" y="1211452"/>
                </a:lnTo>
                <a:lnTo>
                  <a:pt x="37815" y="1215248"/>
                </a:lnTo>
                <a:lnTo>
                  <a:pt x="37483" y="1214774"/>
                </a:lnTo>
                <a:lnTo>
                  <a:pt x="40093" y="1218443"/>
                </a:lnTo>
                <a:lnTo>
                  <a:pt x="39760" y="1217984"/>
                </a:lnTo>
                <a:lnTo>
                  <a:pt x="42529" y="1221511"/>
                </a:lnTo>
                <a:lnTo>
                  <a:pt x="42165" y="1221067"/>
                </a:lnTo>
                <a:lnTo>
                  <a:pt x="44047" y="1223251"/>
                </a:lnTo>
                <a:lnTo>
                  <a:pt x="26111" y="12387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193B362-46AA-418C-91BC-A63B332645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0a0c2bd2b4239"/>
          <a:stretch xmlns:a="http://schemas.openxmlformats.org/drawingml/2006/main"/>
        </p:blipFill>
        <p:spPr>
          <a:xfrm xmlns:a="http://schemas.openxmlformats.org/drawingml/2006/main">
            <a:off x="10515600" y="6781800"/>
            <a:ext cx="4572000" cy="647700"/>
          </a:xfrm>
          <a:prstGeom xmlns:a="http://schemas.openxmlformats.org/drawingml/2006/main" prst="rect">
            <a:avLst/>
          </a:prstGeom>
        </p:spPr>
      </p:pic>
      <p:pic>
        <p:nvPic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E9B1EF4-32D0-4998-BC37-40C988090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26f37a44a4d8b"/>
          <a:stretch xmlns:a="http://schemas.openxmlformats.org/drawingml/2006/main"/>
        </p:blipFill>
        <p:spPr>
          <a:xfrm xmlns:a="http://schemas.openxmlformats.org/drawingml/2006/main">
            <a:off x="10515600" y="7391400"/>
            <a:ext cx="4572000" cy="647700"/>
          </a:xfrm>
          <a:prstGeom xmlns:a="http://schemas.openxmlformats.org/drawingml/2006/main" prst="rect">
            <a:avLst/>
          </a:prstGeom>
        </p:spPr>
      </p:pic>
      <p:sp>
        <p:nvSpPr>
          <p:cNvPr id="539" name="path-389">
            <a:extLst xmlns:a="http://schemas.openxmlformats.org/drawingml/2006/main">
              <a:ext uri="{FF2B5EF4-FFF2-40B4-BE49-F238E27FC236}">
                <a16:creationId xmlns:a16="http://schemas.microsoft.com/office/drawing/2014/main" id="{31E108F1-C48D-4409-ABF7-29535F69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026" y="6798476"/>
            <a:ext cx="25304" cy="1209903"/>
          </a:xfrm>
          <a:custGeom xmlns:a="http://schemas.openxmlformats.org/drawingml/2006/main">
            <a:pathLst>
              <a:path w="25304" h="1209903">
                <a:moveTo>
                  <a:pt x="23723" y="0"/>
                </a:moveTo>
                <a:lnTo>
                  <a:pt x="23850" y="94892"/>
                </a:lnTo>
                <a:lnTo>
                  <a:pt x="127" y="94923"/>
                </a:lnTo>
                <a:lnTo>
                  <a:pt x="0" y="31"/>
                </a:lnTo>
                <a:lnTo>
                  <a:pt x="23723" y="0"/>
                </a:lnTo>
                <a:moveTo>
                  <a:pt x="23945" y="166061"/>
                </a:moveTo>
                <a:lnTo>
                  <a:pt x="24071" y="260953"/>
                </a:lnTo>
                <a:lnTo>
                  <a:pt x="348" y="260984"/>
                </a:lnTo>
                <a:lnTo>
                  <a:pt x="222" y="166092"/>
                </a:lnTo>
                <a:lnTo>
                  <a:pt x="23945" y="166061"/>
                </a:lnTo>
                <a:moveTo>
                  <a:pt x="24151" y="332122"/>
                </a:moveTo>
                <a:lnTo>
                  <a:pt x="24276" y="427013"/>
                </a:lnTo>
                <a:lnTo>
                  <a:pt x="553" y="427045"/>
                </a:lnTo>
                <a:lnTo>
                  <a:pt x="428" y="332153"/>
                </a:lnTo>
                <a:lnTo>
                  <a:pt x="24151" y="332122"/>
                </a:lnTo>
                <a:moveTo>
                  <a:pt x="24372" y="498182"/>
                </a:moveTo>
                <a:lnTo>
                  <a:pt x="24497" y="593074"/>
                </a:lnTo>
                <a:lnTo>
                  <a:pt x="774" y="593106"/>
                </a:lnTo>
                <a:lnTo>
                  <a:pt x="649" y="498214"/>
                </a:lnTo>
                <a:lnTo>
                  <a:pt x="24372" y="498182"/>
                </a:lnTo>
                <a:moveTo>
                  <a:pt x="24593" y="664243"/>
                </a:moveTo>
                <a:lnTo>
                  <a:pt x="24719" y="759135"/>
                </a:lnTo>
                <a:lnTo>
                  <a:pt x="996" y="759165"/>
                </a:lnTo>
                <a:lnTo>
                  <a:pt x="870" y="664275"/>
                </a:lnTo>
                <a:lnTo>
                  <a:pt x="24593" y="664243"/>
                </a:lnTo>
                <a:moveTo>
                  <a:pt x="24815" y="830304"/>
                </a:moveTo>
                <a:lnTo>
                  <a:pt x="24924" y="925195"/>
                </a:lnTo>
                <a:lnTo>
                  <a:pt x="1201" y="925227"/>
                </a:lnTo>
                <a:lnTo>
                  <a:pt x="1092" y="830335"/>
                </a:lnTo>
                <a:lnTo>
                  <a:pt x="24815" y="830304"/>
                </a:lnTo>
                <a:moveTo>
                  <a:pt x="25021" y="996365"/>
                </a:moveTo>
                <a:lnTo>
                  <a:pt x="25146" y="1091257"/>
                </a:lnTo>
                <a:lnTo>
                  <a:pt x="1423" y="1091287"/>
                </a:lnTo>
                <a:lnTo>
                  <a:pt x="1298" y="996395"/>
                </a:lnTo>
                <a:lnTo>
                  <a:pt x="25021" y="996365"/>
                </a:lnTo>
                <a:moveTo>
                  <a:pt x="25241" y="1162424"/>
                </a:moveTo>
                <a:lnTo>
                  <a:pt x="25304" y="1209870"/>
                </a:lnTo>
                <a:lnTo>
                  <a:pt x="1581" y="1209903"/>
                </a:lnTo>
                <a:lnTo>
                  <a:pt x="1519" y="1162457"/>
                </a:lnTo>
                <a:lnTo>
                  <a:pt x="25241" y="116242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text-390 4D">
            <a:extLst xmlns:a="http://schemas.openxmlformats.org/drawingml/2006/main">
              <a:ext uri="{FF2B5EF4-FFF2-40B4-BE49-F238E27FC236}">
                <a16:creationId xmlns:a16="http://schemas.microsoft.com/office/drawing/2014/main" id="{569B6640-36B6-4FA3-8EDF-D5B99B89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1618" y="6984633"/>
            <a:ext cx="311117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541" name="text-390 LMM">
            <a:extLst xmlns:a="http://schemas.openxmlformats.org/drawingml/2006/main">
              <a:ext uri="{FF2B5EF4-FFF2-40B4-BE49-F238E27FC236}">
                <a16:creationId xmlns:a16="http://schemas.microsoft.com/office/drawing/2014/main" id="{1E61E1E2-0E94-488E-BD75-74622825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7413" y="6984794"/>
            <a:ext cx="569610" cy="31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</a:t>
            </a:r>
          </a:p>
        </p:txBody>
      </p:sp>
      <p:sp>
        <p:nvSpPr>
          <p:cNvPr id="542" name="text-391 Ours">
            <a:extLst xmlns:a="http://schemas.openxmlformats.org/drawingml/2006/main">
              <a:ext uri="{FF2B5EF4-FFF2-40B4-BE49-F238E27FC236}">
                <a16:creationId xmlns:a16="http://schemas.microsoft.com/office/drawing/2014/main" id="{1AB5D146-0A77-4C19-B8D5-D268B56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029" y="7596933"/>
            <a:ext cx="520171" cy="310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Ours</a:t>
            </a:r>
          </a:p>
        </p:txBody>
      </p:sp>
      <p:sp>
        <p:nvSpPr>
          <p:cNvPr id="543" name="text-392 ✗">
            <a:extLst xmlns:a="http://schemas.openxmlformats.org/drawingml/2006/main">
              <a:ext uri="{FF2B5EF4-FFF2-40B4-BE49-F238E27FC236}">
                <a16:creationId xmlns:a16="http://schemas.microsoft.com/office/drawing/2014/main" id="{D6519622-718E-44F2-A6A0-7658CAB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05362" y="6762024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✗</a:t>
            </a:r>
          </a:p>
        </p:txBody>
      </p:sp>
      <p:sp>
        <p:nvSpPr>
          <p:cNvPr id="544" name="text-393 ✓">
            <a:extLst xmlns:a="http://schemas.openxmlformats.org/drawingml/2006/main">
              <a:ext uri="{FF2B5EF4-FFF2-40B4-BE49-F238E27FC236}">
                <a16:creationId xmlns:a16="http://schemas.microsoft.com/office/drawing/2014/main" id="{0870B8A1-4AA4-4F2E-A5CD-B595CC3D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05362" y="7385148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75BD4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45" name="text-394 T1:">
            <a:extLst xmlns:a="http://schemas.openxmlformats.org/drawingml/2006/main">
              <a:ext uri="{FF2B5EF4-FFF2-40B4-BE49-F238E27FC236}">
                <a16:creationId xmlns:a16="http://schemas.microsoft.com/office/drawing/2014/main" id="{AE0414D0-6051-4432-9785-FFCCBEC5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2776" y="6863504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546" name="text-394 Three">
            <a:extLst xmlns:a="http://schemas.openxmlformats.org/drawingml/2006/main">
              <a:ext uri="{FF2B5EF4-FFF2-40B4-BE49-F238E27FC236}">
                <a16:creationId xmlns:a16="http://schemas.microsoft.com/office/drawing/2014/main" id="{BB1B72E0-8F94-4CDA-8392-329091F5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2147" y="6863290"/>
            <a:ext cx="397229" cy="221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</a:t>
            </a:r>
          </a:p>
        </p:txBody>
      </p:sp>
      <p:sp>
        <p:nvSpPr>
          <p:cNvPr id="547" name="text-394 pedestrians">
            <a:extLst xmlns:a="http://schemas.openxmlformats.org/drawingml/2006/main">
              <a:ext uri="{FF2B5EF4-FFF2-40B4-BE49-F238E27FC236}">
                <a16:creationId xmlns:a16="http://schemas.microsoft.com/office/drawing/2014/main" id="{76CAA100-A015-40E5-AC8C-6538FF4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0972" y="6862986"/>
            <a:ext cx="741360" cy="22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pedestrians</a:t>
            </a:r>
          </a:p>
        </p:txBody>
      </p:sp>
      <p:sp>
        <p:nvSpPr>
          <p:cNvPr id="548" name="text-394 at">
            <a:extLst xmlns:a="http://schemas.openxmlformats.org/drawingml/2006/main">
              <a:ext uri="{FF2B5EF4-FFF2-40B4-BE49-F238E27FC236}">
                <a16:creationId xmlns:a16="http://schemas.microsoft.com/office/drawing/2014/main" id="{E59DD405-169C-4D21-8A4B-E9108169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3782" y="6863347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49" name="text-394 t=0.5s.">
            <a:extLst xmlns:a="http://schemas.openxmlformats.org/drawingml/2006/main">
              <a:ext uri="{FF2B5EF4-FFF2-40B4-BE49-F238E27FC236}">
                <a16:creationId xmlns:a16="http://schemas.microsoft.com/office/drawing/2014/main" id="{2E848BC4-C624-4713-B798-D939F8C5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7981" y="6863109"/>
            <a:ext cx="460860" cy="221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t=0.5s.</a:t>
            </a:r>
          </a:p>
        </p:txBody>
      </p:sp>
      <p:sp>
        <p:nvSpPr>
          <p:cNvPr id="550" name="text-395 T2:">
            <a:extLst xmlns:a="http://schemas.openxmlformats.org/drawingml/2006/main">
              <a:ext uri="{FF2B5EF4-FFF2-40B4-BE49-F238E27FC236}">
                <a16:creationId xmlns:a16="http://schemas.microsoft.com/office/drawing/2014/main" id="{A3565F2A-071B-4D3E-9D33-C494F771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2776" y="7053288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551" name="text-395 ID">
            <a:extLst xmlns:a="http://schemas.openxmlformats.org/drawingml/2006/main">
              <a:ext uri="{FF2B5EF4-FFF2-40B4-BE49-F238E27FC236}">
                <a16:creationId xmlns:a16="http://schemas.microsoft.com/office/drawing/2014/main" id="{9185431F-EB1F-4C86-94F4-07E928D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2147" y="7053339"/>
            <a:ext cx="195050" cy="221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</p:txBody>
      </p:sp>
      <p:sp>
        <p:nvSpPr>
          <p:cNvPr id="552" name="text-395 lost">
            <a:extLst xmlns:a="http://schemas.openxmlformats.org/drawingml/2006/main">
              <a:ext uri="{FF2B5EF4-FFF2-40B4-BE49-F238E27FC236}">
                <a16:creationId xmlns:a16="http://schemas.microsoft.com/office/drawing/2014/main" id="{90D00C1E-5AD6-40B2-887E-9F0E25C0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8537" y="7052875"/>
            <a:ext cx="257271" cy="221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lost</a:t>
            </a:r>
          </a:p>
        </p:txBody>
      </p:sp>
      <p:sp>
        <p:nvSpPr>
          <p:cNvPr id="553" name="text-395 between">
            <a:extLst xmlns:a="http://schemas.openxmlformats.org/drawingml/2006/main">
              <a:ext uri="{FF2B5EF4-FFF2-40B4-BE49-F238E27FC236}">
                <a16:creationId xmlns:a16="http://schemas.microsoft.com/office/drawing/2014/main" id="{B4B06491-B87E-4A20-8419-EADB741F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7397" y="7053014"/>
            <a:ext cx="555532" cy="22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between</a:t>
            </a:r>
          </a:p>
        </p:txBody>
      </p:sp>
      <p:sp>
        <p:nvSpPr>
          <p:cNvPr id="554" name="text-395 turns.">
            <a:extLst xmlns:a="http://schemas.openxmlformats.org/drawingml/2006/main">
              <a:ext uri="{FF2B5EF4-FFF2-40B4-BE49-F238E27FC236}">
                <a16:creationId xmlns:a16="http://schemas.microsoft.com/office/drawing/2014/main" id="{C135E8BC-761C-4298-882B-473541FE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4377" y="7052803"/>
            <a:ext cx="384962" cy="22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turns.</a:t>
            </a:r>
          </a:p>
        </p:txBody>
      </p:sp>
      <p:sp>
        <p:nvSpPr>
          <p:cNvPr id="555" name="text-396 T1:">
            <a:extLst xmlns:a="http://schemas.openxmlformats.org/drawingml/2006/main">
              <a:ext uri="{FF2B5EF4-FFF2-40B4-BE49-F238E27FC236}">
                <a16:creationId xmlns:a16="http://schemas.microsoft.com/office/drawing/2014/main" id="{B59182F9-082E-4127-8E30-970A5E1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1936" y="7400434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556" name="text-397 #1">
            <a:extLst xmlns:a="http://schemas.openxmlformats.org/drawingml/2006/main">
              <a:ext uri="{FF2B5EF4-FFF2-40B4-BE49-F238E27FC236}">
                <a16:creationId xmlns:a16="http://schemas.microsoft.com/office/drawing/2014/main" id="{05925DC3-56B0-4D42-AD32-7FF194F5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1307" y="7400651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57" name="text-398 (backpack),">
            <a:extLst xmlns:a="http://schemas.openxmlformats.org/drawingml/2006/main">
              <a:ext uri="{FF2B5EF4-FFF2-40B4-BE49-F238E27FC236}">
                <a16:creationId xmlns:a16="http://schemas.microsoft.com/office/drawing/2014/main" id="{1E555D90-73A3-4581-ABF7-ACD6C031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8999" y="7399963"/>
            <a:ext cx="771644" cy="221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(backpack),</a:t>
            </a:r>
          </a:p>
        </p:txBody>
      </p:sp>
      <p:sp>
        <p:nvSpPr>
          <p:cNvPr id="558" name="text-399 #2">
            <a:extLst xmlns:a="http://schemas.openxmlformats.org/drawingml/2006/main">
              <a:ext uri="{FF2B5EF4-FFF2-40B4-BE49-F238E27FC236}">
                <a16:creationId xmlns:a16="http://schemas.microsoft.com/office/drawing/2014/main" id="{64838BEE-D123-437B-8126-987067F9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1856" y="7400651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#2</a:t>
            </a:r>
          </a:p>
        </p:txBody>
      </p:sp>
      <p:sp>
        <p:nvSpPr>
          <p:cNvPr id="559" name="text-400 (dark">
            <a:extLst xmlns:a="http://schemas.openxmlformats.org/drawingml/2006/main">
              <a:ext uri="{FF2B5EF4-FFF2-40B4-BE49-F238E27FC236}">
                <a16:creationId xmlns:a16="http://schemas.microsoft.com/office/drawing/2014/main" id="{836410DC-2843-46D7-8636-257BF056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9547" y="7400035"/>
            <a:ext cx="362607" cy="22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(dark</a:t>
            </a:r>
          </a:p>
        </p:txBody>
      </p:sp>
      <p:sp>
        <p:nvSpPr>
          <p:cNvPr id="560" name="text-400 coat),">
            <a:extLst xmlns:a="http://schemas.openxmlformats.org/drawingml/2006/main">
              <a:ext uri="{FF2B5EF4-FFF2-40B4-BE49-F238E27FC236}">
                <a16:creationId xmlns:a16="http://schemas.microsoft.com/office/drawing/2014/main" id="{AD47377A-C2B1-490D-A61C-6195EB25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53579" y="7399864"/>
            <a:ext cx="384977" cy="221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coat),</a:t>
            </a:r>
          </a:p>
        </p:txBody>
      </p:sp>
      <p:sp>
        <p:nvSpPr>
          <p:cNvPr id="561" name="text-401 #3">
            <a:extLst xmlns:a="http://schemas.openxmlformats.org/drawingml/2006/main">
              <a:ext uri="{FF2B5EF4-FFF2-40B4-BE49-F238E27FC236}">
                <a16:creationId xmlns:a16="http://schemas.microsoft.com/office/drawing/2014/main" id="{A03F2580-B012-4BAC-B62D-CCF243F7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9753" y="7400651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#3</a:t>
            </a:r>
          </a:p>
        </p:txBody>
      </p:sp>
      <p:sp>
        <p:nvSpPr>
          <p:cNvPr id="562" name="text-402 (squatting).">
            <a:extLst xmlns:a="http://schemas.openxmlformats.org/drawingml/2006/main">
              <a:ext uri="{FF2B5EF4-FFF2-40B4-BE49-F238E27FC236}">
                <a16:creationId xmlns:a16="http://schemas.microsoft.com/office/drawing/2014/main" id="{95951247-74CC-4454-B63B-3AC5A72D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7445" y="7399819"/>
            <a:ext cx="755063" cy="222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(squatting).</a:t>
            </a:r>
          </a:p>
        </p:txBody>
      </p:sp>
      <p:sp>
        <p:nvSpPr>
          <p:cNvPr id="563" name="text-403 T2:">
            <a:extLst xmlns:a="http://schemas.openxmlformats.org/drawingml/2006/main">
              <a:ext uri="{FF2B5EF4-FFF2-40B4-BE49-F238E27FC236}">
                <a16:creationId xmlns:a16="http://schemas.microsoft.com/office/drawing/2014/main" id="{8FB4BADB-2EC7-45BD-932F-D66FD9DA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1936" y="7590218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564" name="text-404 #1">
            <a:extLst xmlns:a="http://schemas.openxmlformats.org/drawingml/2006/main">
              <a:ext uri="{FF2B5EF4-FFF2-40B4-BE49-F238E27FC236}">
                <a16:creationId xmlns:a16="http://schemas.microsoft.com/office/drawing/2014/main" id="{C35E9EB3-C2A8-4FCF-B9F3-1A9C347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1307" y="7590434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65" name="text-405 trajectory">
            <a:extLst xmlns:a="http://schemas.openxmlformats.org/drawingml/2006/main">
              <a:ext uri="{FF2B5EF4-FFF2-40B4-BE49-F238E27FC236}">
                <a16:creationId xmlns:a16="http://schemas.microsoft.com/office/drawing/2014/main" id="{64C1211C-EEEB-4436-959E-975C6B38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8999" y="7589519"/>
            <a:ext cx="636265" cy="222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566" name="text-405 0.5">
            <a:extLst xmlns:a="http://schemas.openxmlformats.org/drawingml/2006/main">
              <a:ext uri="{FF2B5EF4-FFF2-40B4-BE49-F238E27FC236}">
                <a16:creationId xmlns:a16="http://schemas.microsoft.com/office/drawing/2014/main" id="{1ABD197E-7AA3-4A8E-A236-33E99E56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6635" y="7590279"/>
            <a:ext cx="225722" cy="221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567" name="text-406 →">
            <a:extLst xmlns:a="http://schemas.openxmlformats.org/drawingml/2006/main">
              <a:ext uri="{FF2B5EF4-FFF2-40B4-BE49-F238E27FC236}">
                <a16:creationId xmlns:a16="http://schemas.microsoft.com/office/drawing/2014/main" id="{50818F72-0324-48E8-94F1-7515046A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327" y="7590830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568" name="text-407 2.0s:">
            <a:extLst xmlns:a="http://schemas.openxmlformats.org/drawingml/2006/main">
              <a:ext uri="{FF2B5EF4-FFF2-40B4-BE49-F238E27FC236}">
                <a16:creationId xmlns:a16="http://schemas.microsoft.com/office/drawing/2014/main" id="{1C306B49-53A3-418A-8A22-B2767034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2480" y="7590040"/>
            <a:ext cx="331561" cy="22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2.0s:</a:t>
            </a:r>
          </a:p>
        </p:txBody>
      </p:sp>
      <p:sp>
        <p:nvSpPr>
          <p:cNvPr id="569" name="text-407 smooth">
            <a:extLst xmlns:a="http://schemas.openxmlformats.org/drawingml/2006/main">
              <a:ext uri="{FF2B5EF4-FFF2-40B4-BE49-F238E27FC236}">
                <a16:creationId xmlns:a16="http://schemas.microsoft.com/office/drawing/2014/main" id="{3EE2B8ED-44E3-4648-8FA8-9AD44440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5672" y="7589868"/>
            <a:ext cx="494657" cy="22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</p:txBody>
      </p:sp>
      <p:sp>
        <p:nvSpPr>
          <p:cNvPr id="570" name="text-407 path">
            <a:extLst xmlns:a="http://schemas.openxmlformats.org/drawingml/2006/main">
              <a:ext uri="{FF2B5EF4-FFF2-40B4-BE49-F238E27FC236}">
                <a16:creationId xmlns:a16="http://schemas.microsoft.com/office/drawing/2014/main" id="{93010C96-1050-41D7-BB02-C3776F13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1762" y="7589896"/>
            <a:ext cx="300913" cy="221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path</a:t>
            </a:r>
          </a:p>
        </p:txBody>
      </p:sp>
      <p:sp>
        <p:nvSpPr>
          <p:cNvPr id="571" name="text-407 across">
            <a:extLst xmlns:a="http://schemas.openxmlformats.org/drawingml/2006/main">
              <a:ext uri="{FF2B5EF4-FFF2-40B4-BE49-F238E27FC236}">
                <a16:creationId xmlns:a16="http://schemas.microsoft.com/office/drawing/2014/main" id="{6113D764-7C15-452E-9A72-70A45297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4114" y="7589783"/>
            <a:ext cx="424249" cy="221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across</a:t>
            </a:r>
          </a:p>
        </p:txBody>
      </p:sp>
      <p:sp>
        <p:nvSpPr>
          <p:cNvPr id="572" name="text-408 plaza,">
            <a:extLst xmlns:a="http://schemas.openxmlformats.org/drawingml/2006/main">
              <a:ext uri="{FF2B5EF4-FFF2-40B4-BE49-F238E27FC236}">
                <a16:creationId xmlns:a16="http://schemas.microsoft.com/office/drawing/2014/main" id="{A54E6198-AD60-4853-B918-312B311A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1936" y="7779501"/>
            <a:ext cx="402362" cy="221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plaza,</a:t>
            </a:r>
          </a:p>
        </p:txBody>
      </p:sp>
      <p:sp>
        <p:nvSpPr>
          <p:cNvPr id="573" name="text-409 (1.2,">
            <a:extLst xmlns:a="http://schemas.openxmlformats.org/drawingml/2006/main">
              <a:ext uri="{FF2B5EF4-FFF2-40B4-BE49-F238E27FC236}">
                <a16:creationId xmlns:a16="http://schemas.microsoft.com/office/drawing/2014/main" id="{372C7C3B-5FEA-469A-8E10-38959850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5506" y="7779700"/>
            <a:ext cx="318504" cy="221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(1.2,</a:t>
            </a:r>
          </a:p>
        </p:txBody>
      </p:sp>
      <p:sp>
        <p:nvSpPr>
          <p:cNvPr id="574" name="text-409 3.4,">
            <a:extLst xmlns:a="http://schemas.openxmlformats.org/drawingml/2006/main">
              <a:ext uri="{FF2B5EF4-FFF2-40B4-BE49-F238E27FC236}">
                <a16:creationId xmlns:a16="http://schemas.microsoft.com/office/drawing/2014/main" id="{DE42469B-C6D0-4BA0-8339-E2C834FD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5254" y="7779891"/>
            <a:ext cx="265489" cy="22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3.4,</a:t>
            </a:r>
          </a:p>
        </p:txBody>
      </p:sp>
      <p:sp>
        <p:nvSpPr>
          <p:cNvPr id="575" name="text-409 0.0)">
            <a:extLst xmlns:a="http://schemas.openxmlformats.org/drawingml/2006/main">
              <a:ext uri="{FF2B5EF4-FFF2-40B4-BE49-F238E27FC236}">
                <a16:creationId xmlns:a16="http://schemas.microsoft.com/office/drawing/2014/main" id="{F8CF2BB6-AD7C-4B74-AB9A-B55BE13D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2022" y="7779921"/>
            <a:ext cx="278546" cy="22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576" name="text-410 →">
            <a:extLst xmlns:a="http://schemas.openxmlformats.org/drawingml/2006/main">
              <a:ext uri="{FF2B5EF4-FFF2-40B4-BE49-F238E27FC236}">
                <a16:creationId xmlns:a16="http://schemas.microsoft.com/office/drawing/2014/main" id="{11B14820-BC9B-4304-B252-52C43BF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2235" y="7780613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577" name="text-411 (3.0,">
            <a:extLst xmlns:a="http://schemas.openxmlformats.org/drawingml/2006/main">
              <a:ext uri="{FF2B5EF4-FFF2-40B4-BE49-F238E27FC236}">
                <a16:creationId xmlns:a16="http://schemas.microsoft.com/office/drawing/2014/main" id="{B5FC796E-E346-4B9B-B809-AF8BB1A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9926" y="7779700"/>
            <a:ext cx="318504" cy="221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(3.0,</a:t>
            </a:r>
          </a:p>
        </p:txBody>
      </p:sp>
      <p:sp>
        <p:nvSpPr>
          <p:cNvPr id="578" name="text-411 5.6,">
            <a:extLst xmlns:a="http://schemas.openxmlformats.org/drawingml/2006/main">
              <a:ext uri="{FF2B5EF4-FFF2-40B4-BE49-F238E27FC236}">
                <a16:creationId xmlns:a16="http://schemas.microsoft.com/office/drawing/2014/main" id="{F216C80C-672B-47F9-9E01-62E2073F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9675" y="7779891"/>
            <a:ext cx="265489" cy="22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5.6,</a:t>
            </a:r>
          </a:p>
        </p:txBody>
      </p:sp>
      <p:sp>
        <p:nvSpPr>
          <p:cNvPr id="579" name="text-411 0.0)">
            <a:extLst xmlns:a="http://schemas.openxmlformats.org/drawingml/2006/main">
              <a:ext uri="{FF2B5EF4-FFF2-40B4-BE49-F238E27FC236}">
                <a16:creationId xmlns:a16="http://schemas.microsoft.com/office/drawing/2014/main" id="{86EAAB69-7FB5-4015-A576-8AC51EFD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6443" y="7779921"/>
            <a:ext cx="278546" cy="22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580" name="text-412 .">
            <a:extLst xmlns:a="http://schemas.openxmlformats.org/drawingml/2006/main">
              <a:ext uri="{FF2B5EF4-FFF2-40B4-BE49-F238E27FC236}">
                <a16:creationId xmlns:a16="http://schemas.microsoft.com/office/drawing/2014/main" id="{76111A5E-874A-424B-A2C4-FA91AA1B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7116" y="7780613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581" name="path-413">
            <a:extLst xmlns:a="http://schemas.openxmlformats.org/drawingml/2006/main">
              <a:ext uri="{FF2B5EF4-FFF2-40B4-BE49-F238E27FC236}">
                <a16:creationId xmlns:a16="http://schemas.microsoft.com/office/drawing/2014/main" id="{929C47CD-C125-4D00-B80E-C1209D77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057" y="6086802"/>
            <a:ext cx="417525" cy="602563"/>
          </a:xfrm>
          <a:custGeom xmlns:a="http://schemas.openxmlformats.org/drawingml/2006/main">
            <a:pathLst>
              <a:path w="417525" h="602563">
                <a:moveTo>
                  <a:pt x="417525" y="0"/>
                </a:moveTo>
                <a:lnTo>
                  <a:pt x="417525" y="602563"/>
                </a:lnTo>
                <a:lnTo>
                  <a:pt x="0" y="602563"/>
                </a:lnTo>
                <a:lnTo>
                  <a:pt x="0" y="0"/>
                </a:lnTo>
                <a:lnTo>
                  <a:pt x="417525" y="0"/>
                </a:lnTo>
                <a:moveTo>
                  <a:pt x="11862" y="23723"/>
                </a:moveTo>
                <a:lnTo>
                  <a:pt x="23723" y="11861"/>
                </a:lnTo>
                <a:lnTo>
                  <a:pt x="23723" y="590702"/>
                </a:lnTo>
                <a:lnTo>
                  <a:pt x="11862" y="578840"/>
                </a:lnTo>
                <a:lnTo>
                  <a:pt x="405664" y="578840"/>
                </a:lnTo>
                <a:lnTo>
                  <a:pt x="393802" y="590702"/>
                </a:lnTo>
                <a:lnTo>
                  <a:pt x="393802" y="11861"/>
                </a:lnTo>
                <a:lnTo>
                  <a:pt x="405664" y="23723"/>
                </a:lnTo>
                <a:lnTo>
                  <a:pt x="11862" y="23723"/>
                </a:lnTo>
              </a:path>
            </a:pathLst>
          </a:custGeom>
          <a:solidFill xmlns:a="http://schemas.openxmlformats.org/drawingml/2006/main">
            <a:srgbClr val="7DD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text-414 #1">
            <a:extLst xmlns:a="http://schemas.openxmlformats.org/drawingml/2006/main">
              <a:ext uri="{FF2B5EF4-FFF2-40B4-BE49-F238E27FC236}">
                <a16:creationId xmlns:a16="http://schemas.microsoft.com/office/drawing/2014/main" id="{DFC4938E-35CD-4065-9889-1C42F30D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552" y="5804767"/>
            <a:ext cx="298150" cy="3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0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83" name="text-415 (c)">
            <a:extLst xmlns:a="http://schemas.openxmlformats.org/drawingml/2006/main">
              <a:ext uri="{FF2B5EF4-FFF2-40B4-BE49-F238E27FC236}">
                <a16:creationId xmlns:a16="http://schemas.microsoft.com/office/drawing/2014/main" id="{3AD9044B-316D-4B0E-9FFF-6979EA6E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3582" y="4935218"/>
            <a:ext cx="346993" cy="3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584" name="text-416 Perfor">
            <a:extLst xmlns:a="http://schemas.openxmlformats.org/drawingml/2006/main">
              <a:ext uri="{FF2B5EF4-FFF2-40B4-BE49-F238E27FC236}">
                <a16:creationId xmlns:a16="http://schemas.microsoft.com/office/drawing/2014/main" id="{8F5C8BDD-E9E2-40B5-80BE-7D7F21E2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8915" y="4932111"/>
            <a:ext cx="728959" cy="3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</a:t>
            </a:r>
          </a:p>
        </p:txBody>
      </p:sp>
      <p:sp>
        <p:nvSpPr>
          <p:cNvPr id="585" name="text-417 mance">
            <a:extLst xmlns:a="http://schemas.openxmlformats.org/drawingml/2006/main">
              <a:ext uri="{FF2B5EF4-FFF2-40B4-BE49-F238E27FC236}">
                <a16:creationId xmlns:a16="http://schemas.microsoft.com/office/drawing/2014/main" id="{DEF47B22-F6D4-48C3-9A87-4E1E94AA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2647" y="4931536"/>
            <a:ext cx="760618" cy="381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mance</a:t>
            </a:r>
          </a:p>
        </p:txBody>
      </p:sp>
      <p:sp>
        <p:nvSpPr>
          <p:cNvPr id="586" name="text-419 Radar">
            <a:extLst xmlns:a="http://schemas.openxmlformats.org/drawingml/2006/main">
              <a:ext uri="{FF2B5EF4-FFF2-40B4-BE49-F238E27FC236}">
                <a16:creationId xmlns:a16="http://schemas.microsoft.com/office/drawing/2014/main" id="{F596031C-DA97-4977-B652-270408E5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668" y="4932656"/>
            <a:ext cx="697232" cy="38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Radar</a:t>
            </a:r>
          </a:p>
        </p:txBody>
      </p:sp>
      <p:sp>
        <p:nvSpPr>
          <p:cNvPr id="587" name="text-420 (d)">
            <a:extLst xmlns:a="http://schemas.openxmlformats.org/drawingml/2006/main">
              <a:ext uri="{FF2B5EF4-FFF2-40B4-BE49-F238E27FC236}">
                <a16:creationId xmlns:a16="http://schemas.microsoft.com/office/drawing/2014/main" id="{D33726BB-2B77-42F6-9D20-760225BB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2290" y="8172607"/>
            <a:ext cx="362019" cy="376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</a:t>
            </a:r>
          </a:p>
        </p:txBody>
      </p:sp>
      <p:sp>
        <p:nvSpPr>
          <p:cNvPr id="588" name="text-421 Task">
            <a:extLst xmlns:a="http://schemas.openxmlformats.org/drawingml/2006/main">
              <a:ext uri="{FF2B5EF4-FFF2-40B4-BE49-F238E27FC236}">
                <a16:creationId xmlns:a16="http://schemas.microsoft.com/office/drawing/2014/main" id="{AC109EFB-B0E4-4151-BAB3-3CA8BBAA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2647" y="8156358"/>
            <a:ext cx="585920" cy="399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589" name="text-421 Showcases">
            <a:extLst xmlns:a="http://schemas.openxmlformats.org/drawingml/2006/main">
              <a:ext uri="{FF2B5EF4-FFF2-40B4-BE49-F238E27FC236}">
                <a16:creationId xmlns:a16="http://schemas.microsoft.com/office/drawing/2014/main" id="{D5F1310A-BFC4-4EA9-AB79-F12A368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5723" y="8168391"/>
            <a:ext cx="1248072" cy="382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Showcases</a:t>
            </a:r>
          </a:p>
        </p:txBody>
      </p:sp>
      <p:pic>
        <p:nvPic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DB2CCBE9-D624-462D-8178-64EB21F1DC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ab071424f4526"/>
          <a:stretch xmlns:a="http://schemas.openxmlformats.org/drawingml/2006/main"/>
        </p:blipFill>
        <p:spPr>
          <a:xfrm xmlns:a="http://schemas.openxmlformats.org/drawingml/2006/main">
            <a:off x="11458575" y="628650"/>
            <a:ext cx="3143250" cy="3381375"/>
          </a:xfrm>
          <a:prstGeom xmlns:a="http://schemas.openxmlformats.org/drawingml/2006/main" prst="rect">
            <a:avLst/>
          </a:prstGeom>
        </p:spPr>
      </p:pic>
      <p:sp>
        <p:nvSpPr>
          <p:cNvPr id="591" name="text-423 METEOR">
            <a:extLst xmlns:a="http://schemas.openxmlformats.org/drawingml/2006/main">
              <a:ext uri="{FF2B5EF4-FFF2-40B4-BE49-F238E27FC236}">
                <a16:creationId xmlns:a16="http://schemas.microsoft.com/office/drawing/2014/main" id="{87604D68-652E-46ED-83B3-985DE6F7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1562" y="336573"/>
            <a:ext cx="677434" cy="221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METEOR</a:t>
            </a:r>
          </a:p>
        </p:txBody>
      </p:sp>
      <p:sp>
        <p:nvSpPr>
          <p:cNvPr id="592" name="text-424 CIDEr">
            <a:extLst xmlns:a="http://schemas.openxmlformats.org/drawingml/2006/main">
              <a:ext uri="{FF2B5EF4-FFF2-40B4-BE49-F238E27FC236}">
                <a16:creationId xmlns:a16="http://schemas.microsoft.com/office/drawing/2014/main" id="{B3939065-C337-41A2-8C06-BF3F0DF8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0981" y="1055384"/>
            <a:ext cx="449326" cy="22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CIDEr</a:t>
            </a:r>
          </a:p>
        </p:txBody>
      </p:sp>
      <p:sp>
        <p:nvSpPr>
          <p:cNvPr id="593" name="text-425 (C@0.5)">
            <a:extLst xmlns:a="http://schemas.openxmlformats.org/drawingml/2006/main">
              <a:ext uri="{FF2B5EF4-FFF2-40B4-BE49-F238E27FC236}">
                <a16:creationId xmlns:a16="http://schemas.microsoft.com/office/drawing/2014/main" id="{C78858D2-5D15-4228-B926-32AA357C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4556" y="1245011"/>
            <a:ext cx="582204" cy="221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(C@0.5)</a:t>
            </a:r>
          </a:p>
        </p:txBody>
      </p:sp>
      <p:sp>
        <p:nvSpPr>
          <p:cNvPr id="594" name="text-426 45.3">
            <a:extLst xmlns:a="http://schemas.openxmlformats.org/drawingml/2006/main">
              <a:ext uri="{FF2B5EF4-FFF2-40B4-BE49-F238E27FC236}">
                <a16:creationId xmlns:a16="http://schemas.microsoft.com/office/drawing/2014/main" id="{9D4617BA-45FD-4708-BC5D-0BEAF600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2220" y="779690"/>
            <a:ext cx="244635" cy="177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45.3</a:t>
            </a:r>
          </a:p>
        </p:txBody>
      </p:sp>
      <p:sp>
        <p:nvSpPr>
          <p:cNvPr id="595" name="text-427 75.8">
            <a:extLst xmlns:a="http://schemas.openxmlformats.org/drawingml/2006/main">
              <a:ext uri="{FF2B5EF4-FFF2-40B4-BE49-F238E27FC236}">
                <a16:creationId xmlns:a16="http://schemas.microsoft.com/office/drawing/2014/main" id="{098ABAFD-D6CA-4CCA-9342-01E0B51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5810" y="3611421"/>
            <a:ext cx="244635" cy="177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75.8</a:t>
            </a:r>
          </a:p>
        </p:txBody>
      </p:sp>
      <p:sp>
        <p:nvSpPr>
          <p:cNvPr id="596" name="text-428 32.2">
            <a:extLst xmlns:a="http://schemas.openxmlformats.org/drawingml/2006/main">
              <a:ext uri="{FF2B5EF4-FFF2-40B4-BE49-F238E27FC236}">
                <a16:creationId xmlns:a16="http://schemas.microsoft.com/office/drawing/2014/main" id="{E3C69A0C-BD17-4E5C-B476-123C45F9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07180" y="2830145"/>
            <a:ext cx="244634" cy="177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32.2</a:t>
            </a:r>
          </a:p>
        </p:txBody>
      </p:sp>
      <p:sp>
        <p:nvSpPr>
          <p:cNvPr id="597" name="text-429 69.8">
            <a:extLst xmlns:a="http://schemas.openxmlformats.org/drawingml/2006/main">
              <a:ext uri="{FF2B5EF4-FFF2-40B4-BE49-F238E27FC236}">
                <a16:creationId xmlns:a16="http://schemas.microsoft.com/office/drawing/2014/main" id="{F78F8BD5-F054-4FE1-8787-17AB8F6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0196" y="1393325"/>
            <a:ext cx="244634" cy="177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69.8</a:t>
            </a:r>
          </a:p>
        </p:txBody>
      </p:sp>
      <p:sp>
        <p:nvSpPr>
          <p:cNvPr id="598" name="text-430 BLEU">
            <a:extLst xmlns:a="http://schemas.openxmlformats.org/drawingml/2006/main">
              <a:ext uri="{FF2B5EF4-FFF2-40B4-BE49-F238E27FC236}">
                <a16:creationId xmlns:a16="http://schemas.microsoft.com/office/drawing/2014/main" id="{782181AB-B9C9-48BB-9258-8FC488C2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0092" y="2982648"/>
            <a:ext cx="440158" cy="22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BLEU</a:t>
            </a:r>
          </a:p>
        </p:txBody>
      </p:sp>
      <p:sp>
        <p:nvSpPr>
          <p:cNvPr id="599" name="text-431 -4">
            <a:extLst xmlns:a="http://schemas.openxmlformats.org/drawingml/2006/main">
              <a:ext uri="{FF2B5EF4-FFF2-40B4-BE49-F238E27FC236}">
                <a16:creationId xmlns:a16="http://schemas.microsoft.com/office/drawing/2014/main" id="{99D715F2-A918-4E5B-A40A-7B14323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2080" y="2982329"/>
            <a:ext cx="160118" cy="221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-4</a:t>
            </a:r>
          </a:p>
        </p:txBody>
      </p:sp>
      <p:sp>
        <p:nvSpPr>
          <p:cNvPr id="600" name="text-432 (B@4)">
            <a:extLst xmlns:a="http://schemas.openxmlformats.org/drawingml/2006/main">
              <a:ext uri="{FF2B5EF4-FFF2-40B4-BE49-F238E27FC236}">
                <a16:creationId xmlns:a16="http://schemas.microsoft.com/office/drawing/2014/main" id="{F5DE7A21-CE80-4568-A2D9-03397F81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3864" y="3172128"/>
            <a:ext cx="463585" cy="221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(B@4)</a:t>
            </a:r>
          </a:p>
        </p:txBody>
      </p:sp>
      <p:sp>
        <p:nvSpPr>
          <p:cNvPr id="601" name="text-433 TAcc">
            <a:extLst xmlns:a="http://schemas.openxmlformats.org/drawingml/2006/main">
              <a:ext uri="{FF2B5EF4-FFF2-40B4-BE49-F238E27FC236}">
                <a16:creationId xmlns:a16="http://schemas.microsoft.com/office/drawing/2014/main" id="{18166298-85B4-458D-A4B3-2DEDB54F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3656" y="1184696"/>
            <a:ext cx="380058" cy="22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TAcc</a:t>
            </a:r>
          </a:p>
        </p:txBody>
      </p:sp>
      <p:sp>
        <p:nvSpPr>
          <p:cNvPr id="602" name="text-434 @0.5m">
            <a:extLst xmlns:a="http://schemas.openxmlformats.org/drawingml/2006/main">
              <a:ext uri="{FF2B5EF4-FFF2-40B4-BE49-F238E27FC236}">
                <a16:creationId xmlns:a16="http://schemas.microsoft.com/office/drawing/2014/main" id="{BB132E9B-E469-458D-8870-47EB9360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5929" y="1380371"/>
            <a:ext cx="494026" cy="221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@0.5m</a:t>
            </a:r>
          </a:p>
        </p:txBody>
      </p:sp>
      <p:sp>
        <p:nvSpPr>
          <p:cNvPr id="603" name="text-435 61.9">
            <a:extLst xmlns:a="http://schemas.openxmlformats.org/drawingml/2006/main">
              <a:ext uri="{FF2B5EF4-FFF2-40B4-BE49-F238E27FC236}">
                <a16:creationId xmlns:a16="http://schemas.microsoft.com/office/drawing/2014/main" id="{B485D0AF-3614-46C4-B5F6-1DFD033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9893" y="1421792"/>
            <a:ext cx="244635" cy="177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61.9</a:t>
            </a:r>
          </a:p>
        </p:txBody>
      </p:sp>
      <p:sp>
        <p:nvSpPr>
          <p:cNvPr id="604" name="text-436 SAcc">
            <a:extLst xmlns:a="http://schemas.openxmlformats.org/drawingml/2006/main">
              <a:ext uri="{FF2B5EF4-FFF2-40B4-BE49-F238E27FC236}">
                <a16:creationId xmlns:a16="http://schemas.microsoft.com/office/drawing/2014/main" id="{3DB2C0F1-4998-4143-BDF3-04993BCF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4690" y="3940920"/>
            <a:ext cx="370290" cy="221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SAcc</a:t>
            </a:r>
          </a:p>
        </p:txBody>
      </p:sp>
      <p:sp>
        <p:nvSpPr>
          <p:cNvPr id="605" name="text-437 @0.5m">
            <a:extLst xmlns:a="http://schemas.openxmlformats.org/drawingml/2006/main">
              <a:ext uri="{FF2B5EF4-FFF2-40B4-BE49-F238E27FC236}">
                <a16:creationId xmlns:a16="http://schemas.microsoft.com/office/drawing/2014/main" id="{53EC39FD-AEF1-4771-BD05-2A725B75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3010" y="4130653"/>
            <a:ext cx="494026" cy="221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@0.5m</a:t>
            </a:r>
          </a:p>
        </p:txBody>
      </p:sp>
      <p:sp>
        <p:nvSpPr>
          <p:cNvPr id="606" name="text-438 TrajAcc">
            <a:extLst xmlns:a="http://schemas.openxmlformats.org/drawingml/2006/main">
              <a:ext uri="{FF2B5EF4-FFF2-40B4-BE49-F238E27FC236}">
                <a16:creationId xmlns:a16="http://schemas.microsoft.com/office/drawing/2014/main" id="{F506F0CB-A092-407C-8754-79A5D13B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447" y="3093495"/>
            <a:ext cx="547007" cy="223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TrajAcc</a:t>
            </a:r>
          </a:p>
        </p:txBody>
      </p:sp>
      <p:sp>
        <p:nvSpPr>
          <p:cNvPr id="607" name="text-439 @1.0m">
            <a:extLst xmlns:a="http://schemas.openxmlformats.org/drawingml/2006/main">
              <a:ext uri="{FF2B5EF4-FFF2-40B4-BE49-F238E27FC236}">
                <a16:creationId xmlns:a16="http://schemas.microsoft.com/office/drawing/2014/main" id="{4AC4A175-6B47-42BB-8D94-F58A1A4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0542" y="3285325"/>
            <a:ext cx="494024" cy="221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@1.0m</a:t>
            </a:r>
          </a:p>
        </p:txBody>
      </p:sp>
      <p:sp>
        <p:nvSpPr>
          <p:cNvPr id="608" name="text-440 62.6">
            <a:extLst xmlns:a="http://schemas.openxmlformats.org/drawingml/2006/main">
              <a:ext uri="{FF2B5EF4-FFF2-40B4-BE49-F238E27FC236}">
                <a16:creationId xmlns:a16="http://schemas.microsoft.com/office/drawing/2014/main" id="{27FE6D7F-2DFF-4184-AD01-685132FA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1524" y="2964575"/>
            <a:ext cx="244635" cy="177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62.6</a:t>
            </a:r>
          </a:p>
        </p:txBody>
      </p:sp>
      <p:sp>
        <p:nvSpPr>
          <p:cNvPr id="609" name="path-441">
            <a:extLst xmlns:a="http://schemas.openxmlformats.org/drawingml/2006/main">
              <a:ext uri="{FF2B5EF4-FFF2-40B4-BE49-F238E27FC236}">
                <a16:creationId xmlns:a16="http://schemas.microsoft.com/office/drawing/2014/main" id="{A06BF4AF-E277-4EDC-AF66-17765F90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619" y="4359612"/>
            <a:ext cx="174600" cy="180295"/>
          </a:xfrm>
          <a:custGeom xmlns:a="http://schemas.openxmlformats.org/drawingml/2006/main">
            <a:pathLst>
              <a:path w="174600" h="180295">
                <a:moveTo>
                  <a:pt x="0" y="0"/>
                </a:moveTo>
                <a:lnTo>
                  <a:pt x="0" y="180295"/>
                </a:lnTo>
                <a:lnTo>
                  <a:pt x="174600" y="180295"/>
                </a:lnTo>
                <a:lnTo>
                  <a:pt x="174600" y="0"/>
                </a:lnTo>
                <a:close/>
              </a:path>
            </a:pathLst>
          </a:custGeom>
          <a:solidFill xmlns:a="http://schemas.openxmlformats.org/drawingml/2006/main">
            <a:srgbClr val="FED9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text-442 Video-3D-LLM">
            <a:extLst xmlns:a="http://schemas.openxmlformats.org/drawingml/2006/main">
              <a:ext uri="{FF2B5EF4-FFF2-40B4-BE49-F238E27FC236}">
                <a16:creationId xmlns:a16="http://schemas.microsoft.com/office/drawing/2014/main" id="{1279540A-7764-4330-ABBB-98880ABC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0556" y="4345662"/>
            <a:ext cx="1047190" cy="22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Video-3D-LLM</a:t>
            </a:r>
          </a:p>
        </p:txBody>
      </p:sp>
      <p:sp>
        <p:nvSpPr>
          <p:cNvPr id="611" name="path-443">
            <a:extLst xmlns:a="http://schemas.openxmlformats.org/drawingml/2006/main">
              <a:ext uri="{FF2B5EF4-FFF2-40B4-BE49-F238E27FC236}">
                <a16:creationId xmlns:a16="http://schemas.microsoft.com/office/drawing/2014/main" id="{F242EC34-F449-471D-9EE7-B2DFCA73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572" y="4359612"/>
            <a:ext cx="174601" cy="180295"/>
          </a:xfrm>
          <a:custGeom xmlns:a="http://schemas.openxmlformats.org/drawingml/2006/main">
            <a:pathLst>
              <a:path w="174601" h="180295">
                <a:moveTo>
                  <a:pt x="0" y="0"/>
                </a:moveTo>
                <a:lnTo>
                  <a:pt x="0" y="180295"/>
                </a:lnTo>
                <a:lnTo>
                  <a:pt x="174601" y="180295"/>
                </a:lnTo>
                <a:lnTo>
                  <a:pt x="174601" y="0"/>
                </a:lnTo>
                <a:close/>
              </a:path>
            </a:pathLst>
          </a:custGeom>
          <a:solidFill xmlns:a="http://schemas.openxmlformats.org/drawingml/2006/main">
            <a:srgbClr val="DCB4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text-444 Qwen2.5-VL-7B">
            <a:extLst xmlns:a="http://schemas.openxmlformats.org/drawingml/2006/main">
              <a:ext uri="{FF2B5EF4-FFF2-40B4-BE49-F238E27FC236}">
                <a16:creationId xmlns:a16="http://schemas.microsoft.com/office/drawing/2014/main" id="{793FC528-4D67-4AA3-89E8-0B5F133C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2485" y="4332178"/>
            <a:ext cx="1103681" cy="221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Qwen2.5-VL-7B</a:t>
            </a:r>
          </a:p>
        </p:txBody>
      </p:sp>
      <p:sp>
        <p:nvSpPr>
          <p:cNvPr id="613" name="path-445">
            <a:extLst xmlns:a="http://schemas.openxmlformats.org/drawingml/2006/main">
              <a:ext uri="{FF2B5EF4-FFF2-40B4-BE49-F238E27FC236}">
                <a16:creationId xmlns:a16="http://schemas.microsoft.com/office/drawing/2014/main" id="{DD371583-478E-4DD6-A867-0518CE52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0993" y="4359612"/>
            <a:ext cx="174601" cy="180295"/>
          </a:xfrm>
          <a:custGeom xmlns:a="http://schemas.openxmlformats.org/drawingml/2006/main">
            <a:pathLst>
              <a:path w="174601" h="180295">
                <a:moveTo>
                  <a:pt x="0" y="0"/>
                </a:moveTo>
                <a:lnTo>
                  <a:pt x="0" y="180295"/>
                </a:lnTo>
                <a:lnTo>
                  <a:pt x="174601" y="180295"/>
                </a:lnTo>
                <a:lnTo>
                  <a:pt x="174601" y="0"/>
                </a:lnTo>
                <a:close/>
              </a:path>
            </a:pathLst>
          </a:custGeom>
          <a:solidFill xmlns:a="http://schemas.openxmlformats.org/drawingml/2006/main">
            <a:srgbClr val="D83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text-446 LLaVA-Video">
            <a:extLst xmlns:a="http://schemas.openxmlformats.org/drawingml/2006/main">
              <a:ext uri="{FF2B5EF4-FFF2-40B4-BE49-F238E27FC236}">
                <a16:creationId xmlns:a16="http://schemas.microsoft.com/office/drawing/2014/main" id="{E440B722-606E-4BDA-95ED-D6024083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3212" y="4326909"/>
            <a:ext cx="959736" cy="22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LLaVA-Video</a:t>
            </a:r>
          </a:p>
        </p:txBody>
      </p:sp>
      <p:sp>
        <p:nvSpPr>
          <p:cNvPr id="615" name="path-447">
            <a:extLst xmlns:a="http://schemas.openxmlformats.org/drawingml/2006/main">
              <a:ext uri="{FF2B5EF4-FFF2-40B4-BE49-F238E27FC236}">
                <a16:creationId xmlns:a16="http://schemas.microsoft.com/office/drawing/2014/main" id="{782C0F6B-FF5A-483C-AB0E-AB5C78C0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140" y="4608229"/>
            <a:ext cx="176499" cy="180294"/>
          </a:xfrm>
          <a:custGeom xmlns:a="http://schemas.openxmlformats.org/drawingml/2006/main">
            <a:pathLst>
              <a:path w="176499" h="180294">
                <a:moveTo>
                  <a:pt x="0" y="0"/>
                </a:moveTo>
                <a:lnTo>
                  <a:pt x="0" y="180294"/>
                </a:lnTo>
                <a:lnTo>
                  <a:pt x="176499" y="180294"/>
                </a:lnTo>
                <a:lnTo>
                  <a:pt x="176499" y="0"/>
                </a:lnTo>
                <a:close/>
              </a:path>
            </a:pathLst>
          </a:custGeom>
          <a:solidFill xmlns:a="http://schemas.openxmlformats.org/drawingml/2006/main">
            <a:srgbClr val="48C2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text-448 Qwen3.5-9B">
            <a:extLst xmlns:a="http://schemas.openxmlformats.org/drawingml/2006/main">
              <a:ext uri="{FF2B5EF4-FFF2-40B4-BE49-F238E27FC236}">
                <a16:creationId xmlns:a16="http://schemas.microsoft.com/office/drawing/2014/main" id="{8BF46CBC-9265-467A-9E2E-B8653990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8900" y="4579690"/>
            <a:ext cx="840357" cy="221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Qwen3.5-9B</a:t>
            </a:r>
          </a:p>
        </p:txBody>
      </p:sp>
      <p:sp>
        <p:nvSpPr>
          <p:cNvPr id="617" name="path-449">
            <a:extLst xmlns:a="http://schemas.openxmlformats.org/drawingml/2006/main">
              <a:ext uri="{FF2B5EF4-FFF2-40B4-BE49-F238E27FC236}">
                <a16:creationId xmlns:a16="http://schemas.microsoft.com/office/drawing/2014/main" id="{525A26E5-B4CA-47F7-B2D2-D4521874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9449" y="4608229"/>
            <a:ext cx="176499" cy="180294"/>
          </a:xfrm>
          <a:custGeom xmlns:a="http://schemas.openxmlformats.org/drawingml/2006/main">
            <a:pathLst>
              <a:path w="176499" h="180294">
                <a:moveTo>
                  <a:pt x="0" y="0"/>
                </a:moveTo>
                <a:lnTo>
                  <a:pt x="0" y="180294"/>
                </a:lnTo>
                <a:lnTo>
                  <a:pt x="176499" y="180294"/>
                </a:lnTo>
                <a:lnTo>
                  <a:pt x="176499" y="0"/>
                </a:lnTo>
                <a:close/>
              </a:path>
            </a:pathLst>
          </a:custGeom>
          <a:solidFill xmlns:a="http://schemas.openxmlformats.org/drawingml/2006/main">
            <a:srgbClr val="7FB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text-450 LMM-Track4D">
            <a:extLst xmlns:a="http://schemas.openxmlformats.org/drawingml/2006/main">
              <a:ext uri="{FF2B5EF4-FFF2-40B4-BE49-F238E27FC236}">
                <a16:creationId xmlns:a16="http://schemas.microsoft.com/office/drawing/2014/main" id="{A3D75183-CDA9-43B5-B363-8DB8C9FD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8310" y="4578594"/>
            <a:ext cx="1021622" cy="222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LMM-Track4D</a:t>
            </a:r>
          </a:p>
        </p:txBody>
      </p:sp>
    </p:spTree>
    <p:extLst>
      <p:ext uri="{BB962C8B-B14F-4D97-AF65-F5344CB8AC3E}">
        <p14:creationId xmlns:p14="http://schemas.microsoft.com/office/powerpoint/2010/main" val="179671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2026-10-18T11:32:33.1780000Z</dcterms:created>
  <dcterms:modified xsi:type="dcterms:W3CDTF">2026-10-18T11:32:33.1780000Z</dcterms:modified>
</coreProperties>
</file>