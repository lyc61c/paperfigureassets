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fb5c1d3181418a" /><Relationship Type="http://schemas.openxmlformats.org/officeDocument/2006/relationships/extended-properties" Target="/docProps/app.xml" Id="R6566a206fa934f43" /><Relationship Type="http://schemas.openxmlformats.org/officeDocument/2006/relationships/officeDocument" Target="/ppt/presentation.xml" Id="R7cd39172b91d4e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872cb74e94437"/>
  </p:sldMasterIdLst>
  <p:notesMasterIdLst>
    <p:notesMasterId xmlns:r="http://schemas.openxmlformats.org/officeDocument/2006/relationships" r:id="R75bebac46acf48e8"/>
  </p:notesMasterIdLst>
  <p:sldIdLst>
    <p:sldId xmlns:r="http://schemas.openxmlformats.org/officeDocument/2006/relationships" id="256" r:id="R31e688b86ee44794"/>
  </p:sldIdLst>
  <p:sldSz cx="15240000" cy="7658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8c5cd13b5f4ceb" /><Relationship Type="http://schemas.openxmlformats.org/officeDocument/2006/relationships/slideMaster" Target="/ppt/slideMasters/slideMaster1.xml" Id="R53b872cb74e94437" /><Relationship Type="http://schemas.openxmlformats.org/officeDocument/2006/relationships/notesMaster" Target="/ppt/notesMasters/notesMaster1.xml" Id="R75bebac46acf48e8" /><Relationship Type="http://schemas.openxmlformats.org/officeDocument/2006/relationships/presProps" Target="/ppt/presProps.xml" Id="Re2b858ebcc3145df" /><Relationship Type="http://schemas.openxmlformats.org/officeDocument/2006/relationships/tableStyles" Target="/ppt/tableStyles.xml" Id="R43d35ce3485e4fd1" /><Relationship Type="http://schemas.openxmlformats.org/officeDocument/2006/relationships/slide" Target="/ppt/slides/slide1.xml" Id="R31e688b86ee447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3e2444994e44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4dc56f8b6446df" /><Relationship Type="http://schemas.openxmlformats.org/officeDocument/2006/relationships/notesMaster" Target="/ppt/notesMasters/notesMaster1.xml" Id="Re58e21bc686e43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2: fig2 track4d benchmark construction</a:t>
            </a:r>
          </a:p>
          <a:p xmlns:a="http://schemas.openxmlformats.org/drawingml/2006/main">
            <a:r>
              <a:t>Source: https://arxiv.org/abs/2605.19390v1</a:t>
            </a:r>
          </a:p>
          <a:p xmlns:a="http://schemas.openxmlformats.org/drawingml/2006/main">
            <a:r>
              <a:t>Approved image: fig2_track4d_benchmark_construction.png; SHA-256: ca7aac804626a9a0c8d0783ea40fb8395cf5b95918aae04154cf5657ace24897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(84), whose internal pixels are not editable.</a:t>
            </a:r>
          </a:p>
          <a:p xmlns:a="http://schemas.openxmlformats.org/drawingml/2006/main">
            <a:r>
              <a:t>Font substitution: source PDF families mapped to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39a82411848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7a627de0848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37f78d75040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15a4eaa5846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3dd7a843344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83774b89d4c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139A50-CFF2-4AD6-9BFD-0892CE45F9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893060"/>
            <a:ext cx="12192000" cy="1106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3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48DA3F-BECE-4A4A-866C-114966CEA8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211955"/>
            <a:ext cx="10668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B7902D-2BF1-4383-AE89-271132B56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190875"/>
            <a:ext cx="12192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C0F913-328D-4525-A848-4D61A9816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95630"/>
            <a:ext cx="13525500" cy="935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C13E62-A9AB-4D5B-8FDD-9337401EB9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127250"/>
            <a:ext cx="13525500" cy="47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527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1pPr>
            <a:lvl2pPr marL="59563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2pPr>
            <a:lvl3pPr marL="93599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3pPr>
            <a:lvl4pPr marL="127635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4pPr>
            <a:lvl5pPr marL="161671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5pPr>
            <a:lvl6pPr marL="195707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6pPr>
            <a:lvl7pPr marL="229743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7pPr>
            <a:lvl8pPr marL="263779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8pPr>
            <a:lvl9pPr marL="297815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D67DE8-5184-4FEC-9B4A-F58929A32F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95630"/>
            <a:ext cx="13525500" cy="935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05916B-7FD5-4791-894F-88D789DE37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127250"/>
            <a:ext cx="6286500" cy="47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527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1pPr>
            <a:lvl2pPr marL="59563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2pPr>
            <a:lvl3pPr marL="93599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3pPr>
            <a:lvl4pPr marL="127635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4pPr>
            <a:lvl5pPr marL="161671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5pPr>
            <a:lvl6pPr marL="195707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6pPr>
            <a:lvl7pPr marL="229743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7pPr>
            <a:lvl8pPr marL="263779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8pPr>
            <a:lvl9pPr marL="297815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5B049C-C04E-4434-AAAE-C001009DD4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127250"/>
            <a:ext cx="6286500" cy="47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527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1pPr>
            <a:lvl2pPr marL="59563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2pPr>
            <a:lvl3pPr marL="93599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3pPr>
            <a:lvl4pPr marL="127635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4pPr>
            <a:lvl5pPr marL="161671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5pPr>
            <a:lvl6pPr marL="195707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6pPr>
            <a:lvl7pPr marL="229743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7pPr>
            <a:lvl8pPr marL="263779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8pPr>
            <a:lvl9pPr marL="297815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30C486-4937-49D4-AD84-0B8E9BF1D2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95630"/>
            <a:ext cx="13525500" cy="935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60ED46-3275-4DEA-B024-F83539F2FF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127250"/>
            <a:ext cx="6286500" cy="47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527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1pPr>
            <a:lvl2pPr marL="59563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2pPr>
            <a:lvl3pPr marL="93599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3pPr>
            <a:lvl4pPr marL="127635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4pPr>
            <a:lvl5pPr marL="161671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5pPr>
            <a:lvl6pPr marL="195707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6pPr>
            <a:lvl7pPr marL="229743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7pPr>
            <a:lvl8pPr marL="263779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8pPr>
            <a:lvl9pPr marL="2978150" indent="-255270">
              <a:lnSpc>
                <a:spcPct val="110000"/>
              </a:lnSpc>
              <a:spcBef>
                <a:spcPts val="0"/>
              </a:spcBef>
              <a:spcAft>
                <a:spcPts val="13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c47208f7b44abd" /><Relationship Type="http://schemas.openxmlformats.org/officeDocument/2006/relationships/slideLayout" Target="/ppt/slideLayouts/slideLayout1.xml" Id="R926cda074f094ea4" /><Relationship Type="http://schemas.openxmlformats.org/officeDocument/2006/relationships/slideLayout" Target="/ppt/slideLayouts/slideLayout2.xml" Id="R63b5c3870999450f" /><Relationship Type="http://schemas.openxmlformats.org/officeDocument/2006/relationships/slideLayout" Target="/ppt/slideLayouts/slideLayout3.xml" Id="Rc237882096554e19" /><Relationship Type="http://schemas.openxmlformats.org/officeDocument/2006/relationships/slideLayout" Target="/ppt/slideLayouts/slideLayout4.xml" Id="R2e4b4fee79754bca" /><Relationship Type="http://schemas.openxmlformats.org/officeDocument/2006/relationships/slideLayout" Target="/ppt/slideLayouts/slideLayout5.xml" Id="R76bfb0269dbf4f5b" /><Relationship Type="http://schemas.openxmlformats.org/officeDocument/2006/relationships/slideLayout" Target="/ppt/slideLayouts/slideLayout6.xml" Id="R7e4734f2ed3e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6cda074f094ea4"/>
    <p:sldLayoutId xmlns:r="http://schemas.openxmlformats.org/officeDocument/2006/relationships" id="2147483650" r:id="R63b5c3870999450f"/>
    <p:sldLayoutId xmlns:r="http://schemas.openxmlformats.org/officeDocument/2006/relationships" id="2147483651" r:id="Rc237882096554e19"/>
    <p:sldLayoutId xmlns:r="http://schemas.openxmlformats.org/officeDocument/2006/relationships" id="2147483652" r:id="R2e4b4fee79754bca"/>
    <p:sldLayoutId xmlns:r="http://schemas.openxmlformats.org/officeDocument/2006/relationships" id="2147483653" r:id="R76bfb0269dbf4f5b"/>
    <p:sldLayoutId xmlns:r="http://schemas.openxmlformats.org/officeDocument/2006/relationships" id="2147483654" r:id="R7e4734f2ed3e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1c1da141b843e7" /><Relationship Type="http://schemas.openxmlformats.org/officeDocument/2006/relationships/image" Target="/ppt/media/image.png" Id="Re46286c160244de9" /><Relationship Type="http://schemas.openxmlformats.org/officeDocument/2006/relationships/image" Target="/ppt/media/image2.png" Id="Rfd02483a0f8040b7" /><Relationship Type="http://schemas.openxmlformats.org/officeDocument/2006/relationships/image" Target="/ppt/media/image3.png" Id="Rfb10eb9bab484b0f" /><Relationship Type="http://schemas.openxmlformats.org/officeDocument/2006/relationships/image" Target="/ppt/media/image4.png" Id="R5003b71c88394e99" /><Relationship Type="http://schemas.openxmlformats.org/officeDocument/2006/relationships/image" Target="/ppt/media/image5.png" Id="Rbe15dc9171c045a6" /><Relationship Type="http://schemas.openxmlformats.org/officeDocument/2006/relationships/image" Target="/ppt/media/image6.png" Id="R2b4a12d4fa5a4c87" /><Relationship Type="http://schemas.openxmlformats.org/officeDocument/2006/relationships/image" Target="/ppt/media/image7.png" Id="R0962b11fd6a04788" /><Relationship Type="http://schemas.openxmlformats.org/officeDocument/2006/relationships/image" Target="/ppt/media/image8.png" Id="R320c4d445de34da2" /><Relationship Type="http://schemas.openxmlformats.org/officeDocument/2006/relationships/image" Target="/ppt/media/image9.png" Id="Rb9bb29a691524683" /><Relationship Type="http://schemas.openxmlformats.org/officeDocument/2006/relationships/image" Target="/ppt/media/image10.png" Id="R143b31113ece4750" /><Relationship Type="http://schemas.openxmlformats.org/officeDocument/2006/relationships/image" Target="/ppt/media/image11.png" Id="Rb7515f56e63f4ab4" /><Relationship Type="http://schemas.openxmlformats.org/officeDocument/2006/relationships/image" Target="/ppt/media/image12.png" Id="R5661ba25a8024997" /><Relationship Type="http://schemas.openxmlformats.org/officeDocument/2006/relationships/image" Target="/ppt/media/image13.png" Id="R67c8953898634bc9" /><Relationship Type="http://schemas.openxmlformats.org/officeDocument/2006/relationships/image" Target="/ppt/media/image14.png" Id="Rcc537dd4fb794672" /><Relationship Type="http://schemas.openxmlformats.org/officeDocument/2006/relationships/image" Target="/ppt/media/image15.png" Id="R8ce941041a3643ed" /><Relationship Type="http://schemas.openxmlformats.org/officeDocument/2006/relationships/image" Target="/ppt/media/image16.png" Id="R3ae7b10312824187" /><Relationship Type="http://schemas.openxmlformats.org/officeDocument/2006/relationships/image" Target="/ppt/media/image17.png" Id="R2386d1a3c54d414c" /><Relationship Type="http://schemas.openxmlformats.org/officeDocument/2006/relationships/image" Target="/ppt/media/image18.png" Id="R2ef75c70280840f4" /><Relationship Type="http://schemas.openxmlformats.org/officeDocument/2006/relationships/image" Target="/ppt/media/image19.png" Id="R50b380ddb1414298" /><Relationship Type="http://schemas.openxmlformats.org/officeDocument/2006/relationships/image" Target="/ppt/media/image20.png" Id="Rb08e6f58edf748a4" /><Relationship Type="http://schemas.openxmlformats.org/officeDocument/2006/relationships/image" Target="/ppt/media/image21.png" Id="R072a08d7d43e4d8f" /><Relationship Type="http://schemas.openxmlformats.org/officeDocument/2006/relationships/image" Target="/ppt/media/image22.png" Id="Rab5f622bf9e64621" /><Relationship Type="http://schemas.openxmlformats.org/officeDocument/2006/relationships/image" Target="/ppt/media/image23.png" Id="Rd3e135c3a81a4695" /><Relationship Type="http://schemas.openxmlformats.org/officeDocument/2006/relationships/image" Target="/ppt/media/image24.png" Id="Rafcd508d36cd4e3f" /><Relationship Type="http://schemas.openxmlformats.org/officeDocument/2006/relationships/image" Target="/ppt/media/image25.png" Id="R703838d6834d48b0" /><Relationship Type="http://schemas.openxmlformats.org/officeDocument/2006/relationships/image" Target="/ppt/media/image26.png" Id="R473856526c8f4e0f" /><Relationship Type="http://schemas.openxmlformats.org/officeDocument/2006/relationships/image" Target="/ppt/media/image27.png" Id="R1987263554684453" /><Relationship Type="http://schemas.openxmlformats.org/officeDocument/2006/relationships/image" Target="/ppt/media/image28.png" Id="R50ade14d94c8485d" /><Relationship Type="http://schemas.openxmlformats.org/officeDocument/2006/relationships/image" Target="/ppt/media/image29.png" Id="R4bc4158f684e4e92" /><Relationship Type="http://schemas.openxmlformats.org/officeDocument/2006/relationships/image" Target="/ppt/media/image30.png" Id="Racdfc7e39d41468c" /><Relationship Type="http://schemas.openxmlformats.org/officeDocument/2006/relationships/image" Target="/ppt/media/image31.png" Id="R7f6e2e3c6d764ca5" /><Relationship Type="http://schemas.openxmlformats.org/officeDocument/2006/relationships/image" Target="/ppt/media/image32.png" Id="Rf4befaa7c1184149" /><Relationship Type="http://schemas.openxmlformats.org/officeDocument/2006/relationships/image" Target="/ppt/media/image33.png" Id="R783e8205f1c54126" /><Relationship Type="http://schemas.openxmlformats.org/officeDocument/2006/relationships/image" Target="/ppt/media/image34.png" Id="R9d59feeec2cf4f5a" /><Relationship Type="http://schemas.openxmlformats.org/officeDocument/2006/relationships/image" Target="/ppt/media/image35.png" Id="R602d155e49064253" /><Relationship Type="http://schemas.openxmlformats.org/officeDocument/2006/relationships/image" Target="/ppt/media/image36.png" Id="R82a335d684c14fdc" /><Relationship Type="http://schemas.openxmlformats.org/officeDocument/2006/relationships/image" Target="/ppt/media/image37.png" Id="R9f0307e63dc54822" /><Relationship Type="http://schemas.openxmlformats.org/officeDocument/2006/relationships/image" Target="/ppt/media/image38.png" Id="R3408fbc34d884b58" /><Relationship Type="http://schemas.openxmlformats.org/officeDocument/2006/relationships/image" Target="/ppt/media/image39.png" Id="Rd2e75ebd4ebc4b0d" /><Relationship Type="http://schemas.openxmlformats.org/officeDocument/2006/relationships/image" Target="/ppt/media/image40.png" Id="R02fc6d098566462d" /><Relationship Type="http://schemas.openxmlformats.org/officeDocument/2006/relationships/image" Target="/ppt/media/image41.png" Id="R18d0bc0c16474ec1" /><Relationship Type="http://schemas.openxmlformats.org/officeDocument/2006/relationships/image" Target="/ppt/media/image42.png" Id="R4ad8ecf5187948d4" /><Relationship Type="http://schemas.openxmlformats.org/officeDocument/2006/relationships/image" Target="/ppt/media/image43.png" Id="Rcd1b516b5ef8420a" /><Relationship Type="http://schemas.openxmlformats.org/officeDocument/2006/relationships/image" Target="/ppt/media/image44.png" Id="Rf3404a1580804783" /><Relationship Type="http://schemas.openxmlformats.org/officeDocument/2006/relationships/image" Target="/ppt/media/image45.png" Id="R028fcc0f09de4fd0" /><Relationship Type="http://schemas.openxmlformats.org/officeDocument/2006/relationships/image" Target="/ppt/media/image46.png" Id="Rc73d2ff9cffd455d" /><Relationship Type="http://schemas.openxmlformats.org/officeDocument/2006/relationships/image" Target="/ppt/media/image47.png" Id="R68083b985176408f" /><Relationship Type="http://schemas.openxmlformats.org/officeDocument/2006/relationships/image" Target="/ppt/media/image48.png" Id="Rb18c86ed71ba4773" /><Relationship Type="http://schemas.openxmlformats.org/officeDocument/2006/relationships/image" Target="/ppt/media/image49.png" Id="R36a76d21422b4e5f" /><Relationship Type="http://schemas.openxmlformats.org/officeDocument/2006/relationships/image" Target="/ppt/media/image50.png" Id="R38fa317e299b48b3" /><Relationship Type="http://schemas.openxmlformats.org/officeDocument/2006/relationships/image" Target="/ppt/media/image51.png" Id="Ra27d518f59b249a2" /><Relationship Type="http://schemas.openxmlformats.org/officeDocument/2006/relationships/image" Target="/ppt/media/image52.png" Id="R0bf28456357543e3" /><Relationship Type="http://schemas.openxmlformats.org/officeDocument/2006/relationships/image" Target="/ppt/media/image53.png" Id="R6993a05c9ef24fe5" /><Relationship Type="http://schemas.openxmlformats.org/officeDocument/2006/relationships/image" Target="/ppt/media/image54.png" Id="R8368c1ab2a644674" /><Relationship Type="http://schemas.openxmlformats.org/officeDocument/2006/relationships/image" Target="/ppt/media/image55.png" Id="R58a798ad242c42a9" /><Relationship Type="http://schemas.openxmlformats.org/officeDocument/2006/relationships/image" Target="/ppt/media/image56.png" Id="Rd905d2044d564b1f" /><Relationship Type="http://schemas.openxmlformats.org/officeDocument/2006/relationships/image" Target="/ppt/media/image57.png" Id="Rcc92ec318c654913" /><Relationship Type="http://schemas.openxmlformats.org/officeDocument/2006/relationships/image" Target="/ppt/media/image58.png" Id="R1861f2e5c5bb4105" /><Relationship Type="http://schemas.openxmlformats.org/officeDocument/2006/relationships/image" Target="/ppt/media/image59.png" Id="R3ef9d1472ede4362" /><Relationship Type="http://schemas.openxmlformats.org/officeDocument/2006/relationships/image" Target="/ppt/media/image60.png" Id="Rec8a7398af03454e" /><Relationship Type="http://schemas.openxmlformats.org/officeDocument/2006/relationships/image" Target="/ppt/media/image61.png" Id="R6892a729766b45db" /><Relationship Type="http://schemas.openxmlformats.org/officeDocument/2006/relationships/image" Target="/ppt/media/image62.png" Id="R5f567383bfde4c71" /><Relationship Type="http://schemas.openxmlformats.org/officeDocument/2006/relationships/image" Target="/ppt/media/image63.png" Id="R5bda914e155c47b0" /><Relationship Type="http://schemas.openxmlformats.org/officeDocument/2006/relationships/image" Target="/ppt/media/image64.png" Id="R066c30c25f634978" /><Relationship Type="http://schemas.openxmlformats.org/officeDocument/2006/relationships/image" Target="/ppt/media/image65.png" Id="R2060fdd8169740fb" /><Relationship Type="http://schemas.openxmlformats.org/officeDocument/2006/relationships/image" Target="/ppt/media/image66.png" Id="Re4245f4d0f8f4ce6" /><Relationship Type="http://schemas.openxmlformats.org/officeDocument/2006/relationships/image" Target="/ppt/media/image67.png" Id="Re3304f9d5aa34076" /><Relationship Type="http://schemas.openxmlformats.org/officeDocument/2006/relationships/image" Target="/ppt/media/image68.png" Id="R839db661e2214461" /><Relationship Type="http://schemas.openxmlformats.org/officeDocument/2006/relationships/image" Target="/ppt/media/image69.png" Id="Rd575834d5a1e4658" /><Relationship Type="http://schemas.openxmlformats.org/officeDocument/2006/relationships/image" Target="/ppt/media/image70.png" Id="R790bc5a9d3b04da5" /><Relationship Type="http://schemas.openxmlformats.org/officeDocument/2006/relationships/image" Target="/ppt/media/image71.png" Id="R44db4d3e808a4c74" /><Relationship Type="http://schemas.openxmlformats.org/officeDocument/2006/relationships/image" Target="/ppt/media/image72.png" Id="R38a4feb14b1741c7" /><Relationship Type="http://schemas.openxmlformats.org/officeDocument/2006/relationships/image" Target="/ppt/media/image73.png" Id="Refa36cfc2f304fb0" /><Relationship Type="http://schemas.openxmlformats.org/officeDocument/2006/relationships/image" Target="/ppt/media/image74.png" Id="Rff13ebe839ed43e1" /><Relationship Type="http://schemas.openxmlformats.org/officeDocument/2006/relationships/image" Target="/ppt/media/image75.png" Id="Re0fb48d27680465f" /><Relationship Type="http://schemas.openxmlformats.org/officeDocument/2006/relationships/image" Target="/ppt/media/image76.png" Id="Rea3499f7a4bd4338" /><Relationship Type="http://schemas.openxmlformats.org/officeDocument/2006/relationships/image" Target="/ppt/media/image77.png" Id="R2fc1854df2694880" /><Relationship Type="http://schemas.openxmlformats.org/officeDocument/2006/relationships/image" Target="/ppt/media/image78.png" Id="R71cf29402dfb450a" /><Relationship Type="http://schemas.openxmlformats.org/officeDocument/2006/relationships/image" Target="/ppt/media/image79.png" Id="Reb37692a943b4183" /><Relationship Type="http://schemas.openxmlformats.org/officeDocument/2006/relationships/image" Target="/ppt/media/image80.png" Id="Rdde6c4b59ee04065" /><Relationship Type="http://schemas.openxmlformats.org/officeDocument/2006/relationships/image" Target="/ppt/media/image81.png" Id="R405c35ea48054663" /><Relationship Type="http://schemas.openxmlformats.org/officeDocument/2006/relationships/image" Target="/ppt/media/image82.png" Id="R8705160934ad451e" /><Relationship Type="http://schemas.openxmlformats.org/officeDocument/2006/relationships/image" Target="/ppt/media/image83.png" Id="R3328686c4f6540aa" /><Relationship Type="http://schemas.openxmlformats.org/officeDocument/2006/relationships/image" Target="/ppt/media/image84.png" Id="R60abd35cec8740c3" /><Relationship Type="http://schemas.openxmlformats.org/officeDocument/2006/relationships/notesSlide" Target="/ppt/notesSlides/notesSlide1.xml" Id="Raa74fd49301a4e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0" name="path-1">
            <a:extLst xmlns:a="http://schemas.openxmlformats.org/drawingml/2006/main">
              <a:ext uri="{FF2B5EF4-FFF2-40B4-BE49-F238E27FC236}">
                <a16:creationId xmlns:a16="http://schemas.microsoft.com/office/drawing/2014/main" id="{4395FC5E-EEA0-47E6-B5EA-170AC925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888" y="5832813"/>
            <a:ext cx="1903142" cy="692458"/>
          </a:xfrm>
          <a:custGeom xmlns:a="http://schemas.openxmlformats.org/drawingml/2006/main">
            <a:pathLst>
              <a:path w="1903142" h="692458">
                <a:moveTo>
                  <a:pt x="223" y="115409"/>
                </a:moveTo>
                <a:cubicBezTo>
                  <a:pt x="0" y="51577"/>
                  <a:pt x="51576" y="0"/>
                  <a:pt x="115633" y="0"/>
                </a:cubicBezTo>
                <a:lnTo>
                  <a:pt x="1787732" y="0"/>
                </a:lnTo>
                <a:cubicBezTo>
                  <a:pt x="1850671" y="0"/>
                  <a:pt x="1902247" y="51577"/>
                  <a:pt x="1903142" y="115409"/>
                </a:cubicBezTo>
                <a:lnTo>
                  <a:pt x="1903142" y="577048"/>
                </a:lnTo>
                <a:cubicBezTo>
                  <a:pt x="1902247" y="639539"/>
                  <a:pt x="1850671" y="691116"/>
                  <a:pt x="1787732" y="692458"/>
                </a:cubicBezTo>
                <a:lnTo>
                  <a:pt x="115633" y="692458"/>
                </a:lnTo>
                <a:cubicBezTo>
                  <a:pt x="51576" y="691116"/>
                  <a:pt x="0" y="639539"/>
                  <a:pt x="223" y="577048"/>
                </a:cubicBezTo>
                <a:lnTo>
                  <a:pt x="223" y="115409"/>
                </a:lnTo>
              </a:path>
            </a:pathLst>
          </a:custGeom>
          <a:solidFill xmlns:a="http://schemas.openxmlformats.org/drawingml/2006/main">
            <a:srgbClr val="FBE5D6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88A76214-D875-4BFC-81C5-1279BAA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704" y="5821630"/>
            <a:ext cx="1924614" cy="713483"/>
          </a:xfrm>
          <a:custGeom xmlns:a="http://schemas.openxmlformats.org/drawingml/2006/main">
            <a:pathLst>
              <a:path w="1924614" h="713483">
                <a:moveTo>
                  <a:pt x="156" y="119883"/>
                </a:moveTo>
                <a:lnTo>
                  <a:pt x="648" y="113464"/>
                </a:lnTo>
                <a:lnTo>
                  <a:pt x="1454" y="107134"/>
                </a:lnTo>
                <a:lnTo>
                  <a:pt x="2572" y="100916"/>
                </a:lnTo>
                <a:lnTo>
                  <a:pt x="3981" y="94787"/>
                </a:lnTo>
                <a:lnTo>
                  <a:pt x="5681" y="88794"/>
                </a:lnTo>
                <a:lnTo>
                  <a:pt x="7672" y="82912"/>
                </a:lnTo>
                <a:lnTo>
                  <a:pt x="9976" y="77051"/>
                </a:lnTo>
                <a:lnTo>
                  <a:pt x="15254" y="66115"/>
                </a:lnTo>
                <a:lnTo>
                  <a:pt x="21584" y="55691"/>
                </a:lnTo>
                <a:lnTo>
                  <a:pt x="28852" y="45985"/>
                </a:lnTo>
                <a:lnTo>
                  <a:pt x="36994" y="36994"/>
                </a:lnTo>
                <a:lnTo>
                  <a:pt x="45985" y="28852"/>
                </a:lnTo>
                <a:lnTo>
                  <a:pt x="55692" y="21583"/>
                </a:lnTo>
                <a:lnTo>
                  <a:pt x="66115" y="15253"/>
                </a:lnTo>
                <a:lnTo>
                  <a:pt x="77052" y="9975"/>
                </a:lnTo>
                <a:lnTo>
                  <a:pt x="82912" y="7671"/>
                </a:lnTo>
                <a:lnTo>
                  <a:pt x="88794" y="5681"/>
                </a:lnTo>
                <a:lnTo>
                  <a:pt x="94788" y="3981"/>
                </a:lnTo>
                <a:lnTo>
                  <a:pt x="100917" y="2572"/>
                </a:lnTo>
                <a:lnTo>
                  <a:pt x="107134" y="1454"/>
                </a:lnTo>
                <a:lnTo>
                  <a:pt x="113464" y="648"/>
                </a:lnTo>
                <a:lnTo>
                  <a:pt x="119883" y="156"/>
                </a:lnTo>
                <a:lnTo>
                  <a:pt x="126235" y="0"/>
                </a:lnTo>
                <a:lnTo>
                  <a:pt x="1798379" y="0"/>
                </a:lnTo>
                <a:lnTo>
                  <a:pt x="1804731" y="156"/>
                </a:lnTo>
                <a:lnTo>
                  <a:pt x="1811149" y="648"/>
                </a:lnTo>
                <a:lnTo>
                  <a:pt x="1817479" y="1454"/>
                </a:lnTo>
                <a:lnTo>
                  <a:pt x="1823697" y="2572"/>
                </a:lnTo>
                <a:lnTo>
                  <a:pt x="1829826" y="3981"/>
                </a:lnTo>
                <a:lnTo>
                  <a:pt x="1835820" y="5681"/>
                </a:lnTo>
                <a:lnTo>
                  <a:pt x="1841702" y="7671"/>
                </a:lnTo>
                <a:lnTo>
                  <a:pt x="1847562" y="9975"/>
                </a:lnTo>
                <a:lnTo>
                  <a:pt x="1858499" y="15253"/>
                </a:lnTo>
                <a:lnTo>
                  <a:pt x="1868921" y="21583"/>
                </a:lnTo>
                <a:lnTo>
                  <a:pt x="1878629" y="28852"/>
                </a:lnTo>
                <a:lnTo>
                  <a:pt x="1887620" y="36994"/>
                </a:lnTo>
                <a:lnTo>
                  <a:pt x="1895762" y="45985"/>
                </a:lnTo>
                <a:lnTo>
                  <a:pt x="1903030" y="55691"/>
                </a:lnTo>
                <a:lnTo>
                  <a:pt x="1909360" y="66115"/>
                </a:lnTo>
                <a:lnTo>
                  <a:pt x="1914638" y="77051"/>
                </a:lnTo>
                <a:lnTo>
                  <a:pt x="1916942" y="82912"/>
                </a:lnTo>
                <a:lnTo>
                  <a:pt x="1918932" y="88794"/>
                </a:lnTo>
                <a:lnTo>
                  <a:pt x="1920632" y="94787"/>
                </a:lnTo>
                <a:lnTo>
                  <a:pt x="1922041" y="100916"/>
                </a:lnTo>
                <a:lnTo>
                  <a:pt x="1923160" y="107134"/>
                </a:lnTo>
                <a:lnTo>
                  <a:pt x="1923965" y="113464"/>
                </a:lnTo>
                <a:lnTo>
                  <a:pt x="1924458" y="119883"/>
                </a:lnTo>
                <a:lnTo>
                  <a:pt x="1924614" y="126235"/>
                </a:lnTo>
                <a:lnTo>
                  <a:pt x="1924614" y="587247"/>
                </a:lnTo>
                <a:lnTo>
                  <a:pt x="1924458" y="593599"/>
                </a:lnTo>
                <a:lnTo>
                  <a:pt x="1923965" y="600019"/>
                </a:lnTo>
                <a:lnTo>
                  <a:pt x="1923160" y="606348"/>
                </a:lnTo>
                <a:lnTo>
                  <a:pt x="1922041" y="612566"/>
                </a:lnTo>
                <a:lnTo>
                  <a:pt x="1920632" y="618694"/>
                </a:lnTo>
                <a:lnTo>
                  <a:pt x="1918932" y="624689"/>
                </a:lnTo>
                <a:lnTo>
                  <a:pt x="1916942" y="630571"/>
                </a:lnTo>
                <a:lnTo>
                  <a:pt x="1914638" y="636430"/>
                </a:lnTo>
                <a:lnTo>
                  <a:pt x="1909360" y="647368"/>
                </a:lnTo>
                <a:lnTo>
                  <a:pt x="1903030" y="657790"/>
                </a:lnTo>
                <a:lnTo>
                  <a:pt x="1895762" y="667498"/>
                </a:lnTo>
                <a:lnTo>
                  <a:pt x="1887620" y="676466"/>
                </a:lnTo>
                <a:lnTo>
                  <a:pt x="1878629" y="684630"/>
                </a:lnTo>
                <a:lnTo>
                  <a:pt x="1868921" y="691899"/>
                </a:lnTo>
                <a:lnTo>
                  <a:pt x="1858499" y="698228"/>
                </a:lnTo>
                <a:lnTo>
                  <a:pt x="1847562" y="703506"/>
                </a:lnTo>
                <a:lnTo>
                  <a:pt x="1841702" y="705810"/>
                </a:lnTo>
                <a:lnTo>
                  <a:pt x="1835820" y="707802"/>
                </a:lnTo>
                <a:lnTo>
                  <a:pt x="1829826" y="709501"/>
                </a:lnTo>
                <a:lnTo>
                  <a:pt x="1823697" y="710910"/>
                </a:lnTo>
                <a:lnTo>
                  <a:pt x="1817479" y="712029"/>
                </a:lnTo>
                <a:lnTo>
                  <a:pt x="1811149" y="712834"/>
                </a:lnTo>
                <a:lnTo>
                  <a:pt x="1804731" y="713326"/>
                </a:lnTo>
                <a:lnTo>
                  <a:pt x="1798379" y="713483"/>
                </a:lnTo>
                <a:lnTo>
                  <a:pt x="126235" y="713483"/>
                </a:lnTo>
                <a:lnTo>
                  <a:pt x="119883" y="713326"/>
                </a:lnTo>
                <a:lnTo>
                  <a:pt x="113464" y="712834"/>
                </a:lnTo>
                <a:lnTo>
                  <a:pt x="107134" y="712029"/>
                </a:lnTo>
                <a:lnTo>
                  <a:pt x="100917" y="710910"/>
                </a:lnTo>
                <a:lnTo>
                  <a:pt x="94788" y="709501"/>
                </a:lnTo>
                <a:lnTo>
                  <a:pt x="88794" y="707802"/>
                </a:lnTo>
                <a:lnTo>
                  <a:pt x="82912" y="705810"/>
                </a:lnTo>
                <a:lnTo>
                  <a:pt x="77052" y="703506"/>
                </a:lnTo>
                <a:lnTo>
                  <a:pt x="66115" y="698228"/>
                </a:lnTo>
                <a:lnTo>
                  <a:pt x="55692" y="691899"/>
                </a:lnTo>
                <a:lnTo>
                  <a:pt x="45985" y="684630"/>
                </a:lnTo>
                <a:lnTo>
                  <a:pt x="36994" y="676466"/>
                </a:lnTo>
                <a:lnTo>
                  <a:pt x="28852" y="667498"/>
                </a:lnTo>
                <a:lnTo>
                  <a:pt x="21584" y="657790"/>
                </a:lnTo>
                <a:lnTo>
                  <a:pt x="15254" y="647368"/>
                </a:lnTo>
                <a:lnTo>
                  <a:pt x="9976" y="636430"/>
                </a:lnTo>
                <a:lnTo>
                  <a:pt x="7672" y="630571"/>
                </a:lnTo>
                <a:lnTo>
                  <a:pt x="5681" y="624689"/>
                </a:lnTo>
                <a:lnTo>
                  <a:pt x="3981" y="618694"/>
                </a:lnTo>
                <a:lnTo>
                  <a:pt x="2572" y="612566"/>
                </a:lnTo>
                <a:lnTo>
                  <a:pt x="1454" y="606348"/>
                </a:lnTo>
                <a:lnTo>
                  <a:pt x="648" y="600019"/>
                </a:lnTo>
                <a:lnTo>
                  <a:pt x="156" y="593599"/>
                </a:lnTo>
                <a:lnTo>
                  <a:pt x="0" y="587247"/>
                </a:lnTo>
                <a:lnTo>
                  <a:pt x="0" y="126235"/>
                </a:lnTo>
                <a:lnTo>
                  <a:pt x="156" y="119883"/>
                </a:lnTo>
                <a:moveTo>
                  <a:pt x="22367" y="126660"/>
                </a:moveTo>
                <a:lnTo>
                  <a:pt x="22367" y="126369"/>
                </a:lnTo>
                <a:lnTo>
                  <a:pt x="22367" y="587114"/>
                </a:lnTo>
                <a:lnTo>
                  <a:pt x="22367" y="586822"/>
                </a:lnTo>
                <a:lnTo>
                  <a:pt x="22523" y="592749"/>
                </a:lnTo>
                <a:lnTo>
                  <a:pt x="22478" y="592190"/>
                </a:lnTo>
                <a:lnTo>
                  <a:pt x="22925" y="598050"/>
                </a:lnTo>
                <a:lnTo>
                  <a:pt x="22881" y="597469"/>
                </a:lnTo>
                <a:lnTo>
                  <a:pt x="23596" y="603239"/>
                </a:lnTo>
                <a:lnTo>
                  <a:pt x="23529" y="602680"/>
                </a:lnTo>
                <a:lnTo>
                  <a:pt x="24536" y="608361"/>
                </a:lnTo>
                <a:lnTo>
                  <a:pt x="24424" y="607802"/>
                </a:lnTo>
                <a:lnTo>
                  <a:pt x="25699" y="613393"/>
                </a:lnTo>
                <a:lnTo>
                  <a:pt x="25564" y="612834"/>
                </a:lnTo>
                <a:lnTo>
                  <a:pt x="27130" y="618314"/>
                </a:lnTo>
                <a:lnTo>
                  <a:pt x="26951" y="617777"/>
                </a:lnTo>
                <a:lnTo>
                  <a:pt x="28763" y="623122"/>
                </a:lnTo>
                <a:lnTo>
                  <a:pt x="28584" y="622608"/>
                </a:lnTo>
                <a:lnTo>
                  <a:pt x="30642" y="627842"/>
                </a:lnTo>
                <a:lnTo>
                  <a:pt x="30306" y="627104"/>
                </a:lnTo>
                <a:lnTo>
                  <a:pt x="35160" y="637169"/>
                </a:lnTo>
                <a:lnTo>
                  <a:pt x="34645" y="636207"/>
                </a:lnTo>
                <a:lnTo>
                  <a:pt x="40416" y="645713"/>
                </a:lnTo>
                <a:lnTo>
                  <a:pt x="39812" y="644818"/>
                </a:lnTo>
                <a:lnTo>
                  <a:pt x="46433" y="653675"/>
                </a:lnTo>
                <a:lnTo>
                  <a:pt x="45761" y="652870"/>
                </a:lnTo>
                <a:lnTo>
                  <a:pt x="53187" y="661033"/>
                </a:lnTo>
                <a:lnTo>
                  <a:pt x="52449" y="660295"/>
                </a:lnTo>
                <a:lnTo>
                  <a:pt x="60612" y="667721"/>
                </a:lnTo>
                <a:lnTo>
                  <a:pt x="59807" y="667049"/>
                </a:lnTo>
                <a:lnTo>
                  <a:pt x="68664" y="673671"/>
                </a:lnTo>
                <a:lnTo>
                  <a:pt x="67770" y="673066"/>
                </a:lnTo>
                <a:lnTo>
                  <a:pt x="77276" y="678837"/>
                </a:lnTo>
                <a:lnTo>
                  <a:pt x="76313" y="678323"/>
                </a:lnTo>
                <a:lnTo>
                  <a:pt x="86378" y="683176"/>
                </a:lnTo>
                <a:lnTo>
                  <a:pt x="85641" y="682841"/>
                </a:lnTo>
                <a:lnTo>
                  <a:pt x="90874" y="684898"/>
                </a:lnTo>
                <a:lnTo>
                  <a:pt x="90360" y="684719"/>
                </a:lnTo>
                <a:lnTo>
                  <a:pt x="95705" y="686531"/>
                </a:lnTo>
                <a:lnTo>
                  <a:pt x="95168" y="686352"/>
                </a:lnTo>
                <a:lnTo>
                  <a:pt x="100648" y="687918"/>
                </a:lnTo>
                <a:lnTo>
                  <a:pt x="100089" y="687783"/>
                </a:lnTo>
                <a:lnTo>
                  <a:pt x="105680" y="689058"/>
                </a:lnTo>
                <a:lnTo>
                  <a:pt x="105121" y="688946"/>
                </a:lnTo>
                <a:lnTo>
                  <a:pt x="110802" y="689953"/>
                </a:lnTo>
                <a:lnTo>
                  <a:pt x="110243" y="689886"/>
                </a:lnTo>
                <a:lnTo>
                  <a:pt x="116013" y="690601"/>
                </a:lnTo>
                <a:lnTo>
                  <a:pt x="115432" y="690557"/>
                </a:lnTo>
                <a:lnTo>
                  <a:pt x="121292" y="691004"/>
                </a:lnTo>
                <a:lnTo>
                  <a:pt x="120733" y="690959"/>
                </a:lnTo>
                <a:lnTo>
                  <a:pt x="126660" y="691116"/>
                </a:lnTo>
                <a:lnTo>
                  <a:pt x="126369" y="691116"/>
                </a:lnTo>
                <a:lnTo>
                  <a:pt x="1798244" y="691116"/>
                </a:lnTo>
                <a:lnTo>
                  <a:pt x="1797954" y="691116"/>
                </a:lnTo>
                <a:lnTo>
                  <a:pt x="1803881" y="690959"/>
                </a:lnTo>
                <a:lnTo>
                  <a:pt x="1803322" y="691004"/>
                </a:lnTo>
                <a:lnTo>
                  <a:pt x="1809181" y="690557"/>
                </a:lnTo>
                <a:lnTo>
                  <a:pt x="1808600" y="690601"/>
                </a:lnTo>
                <a:lnTo>
                  <a:pt x="1814371" y="689886"/>
                </a:lnTo>
                <a:lnTo>
                  <a:pt x="1813811" y="689953"/>
                </a:lnTo>
                <a:lnTo>
                  <a:pt x="1819492" y="688946"/>
                </a:lnTo>
                <a:lnTo>
                  <a:pt x="1818933" y="689058"/>
                </a:lnTo>
                <a:lnTo>
                  <a:pt x="1824525" y="687783"/>
                </a:lnTo>
                <a:lnTo>
                  <a:pt x="1823966" y="687918"/>
                </a:lnTo>
                <a:lnTo>
                  <a:pt x="1829445" y="686352"/>
                </a:lnTo>
                <a:lnTo>
                  <a:pt x="1828909" y="686531"/>
                </a:lnTo>
                <a:lnTo>
                  <a:pt x="1834254" y="684719"/>
                </a:lnTo>
                <a:lnTo>
                  <a:pt x="1833740" y="684898"/>
                </a:lnTo>
                <a:lnTo>
                  <a:pt x="1838973" y="682841"/>
                </a:lnTo>
                <a:lnTo>
                  <a:pt x="1838235" y="683176"/>
                </a:lnTo>
                <a:lnTo>
                  <a:pt x="1848301" y="678323"/>
                </a:lnTo>
                <a:lnTo>
                  <a:pt x="1847338" y="678837"/>
                </a:lnTo>
                <a:lnTo>
                  <a:pt x="1856844" y="673066"/>
                </a:lnTo>
                <a:lnTo>
                  <a:pt x="1855949" y="673671"/>
                </a:lnTo>
                <a:lnTo>
                  <a:pt x="1864807" y="667049"/>
                </a:lnTo>
                <a:lnTo>
                  <a:pt x="1864001" y="667721"/>
                </a:lnTo>
                <a:lnTo>
                  <a:pt x="1872165" y="660295"/>
                </a:lnTo>
                <a:lnTo>
                  <a:pt x="1871427" y="661033"/>
                </a:lnTo>
                <a:lnTo>
                  <a:pt x="1878852" y="652870"/>
                </a:lnTo>
                <a:lnTo>
                  <a:pt x="1878181" y="653675"/>
                </a:lnTo>
                <a:lnTo>
                  <a:pt x="1884802" y="644818"/>
                </a:lnTo>
                <a:lnTo>
                  <a:pt x="1884198" y="645713"/>
                </a:lnTo>
                <a:lnTo>
                  <a:pt x="1889968" y="636207"/>
                </a:lnTo>
                <a:lnTo>
                  <a:pt x="1889454" y="637169"/>
                </a:lnTo>
                <a:lnTo>
                  <a:pt x="1894307" y="627104"/>
                </a:lnTo>
                <a:lnTo>
                  <a:pt x="1893972" y="627842"/>
                </a:lnTo>
                <a:lnTo>
                  <a:pt x="1896030" y="622608"/>
                </a:lnTo>
                <a:lnTo>
                  <a:pt x="1895851" y="623122"/>
                </a:lnTo>
                <a:lnTo>
                  <a:pt x="1897663" y="617777"/>
                </a:lnTo>
                <a:lnTo>
                  <a:pt x="1897484" y="618314"/>
                </a:lnTo>
                <a:lnTo>
                  <a:pt x="1899049" y="612834"/>
                </a:lnTo>
                <a:lnTo>
                  <a:pt x="1898915" y="613393"/>
                </a:lnTo>
                <a:lnTo>
                  <a:pt x="1900189" y="607802"/>
                </a:lnTo>
                <a:lnTo>
                  <a:pt x="1900078" y="608361"/>
                </a:lnTo>
                <a:lnTo>
                  <a:pt x="1901085" y="602680"/>
                </a:lnTo>
                <a:lnTo>
                  <a:pt x="1901017" y="603239"/>
                </a:lnTo>
                <a:lnTo>
                  <a:pt x="1901733" y="597469"/>
                </a:lnTo>
                <a:lnTo>
                  <a:pt x="1901688" y="598050"/>
                </a:lnTo>
                <a:lnTo>
                  <a:pt x="1902136" y="592190"/>
                </a:lnTo>
                <a:lnTo>
                  <a:pt x="1902091" y="592749"/>
                </a:lnTo>
                <a:lnTo>
                  <a:pt x="1902247" y="586822"/>
                </a:lnTo>
                <a:lnTo>
                  <a:pt x="1902247" y="587114"/>
                </a:lnTo>
                <a:lnTo>
                  <a:pt x="1902247" y="126369"/>
                </a:lnTo>
                <a:lnTo>
                  <a:pt x="1902247" y="126660"/>
                </a:lnTo>
                <a:lnTo>
                  <a:pt x="1902091" y="120732"/>
                </a:lnTo>
                <a:lnTo>
                  <a:pt x="1902136" y="121291"/>
                </a:lnTo>
                <a:lnTo>
                  <a:pt x="1901688" y="115431"/>
                </a:lnTo>
                <a:lnTo>
                  <a:pt x="1901733" y="116013"/>
                </a:lnTo>
                <a:lnTo>
                  <a:pt x="1901017" y="110243"/>
                </a:lnTo>
                <a:lnTo>
                  <a:pt x="1901085" y="110802"/>
                </a:lnTo>
                <a:lnTo>
                  <a:pt x="1900078" y="105121"/>
                </a:lnTo>
                <a:lnTo>
                  <a:pt x="1900189" y="105680"/>
                </a:lnTo>
                <a:lnTo>
                  <a:pt x="1898915" y="100088"/>
                </a:lnTo>
                <a:lnTo>
                  <a:pt x="1899049" y="100648"/>
                </a:lnTo>
                <a:lnTo>
                  <a:pt x="1897484" y="95167"/>
                </a:lnTo>
                <a:lnTo>
                  <a:pt x="1897663" y="95705"/>
                </a:lnTo>
                <a:lnTo>
                  <a:pt x="1895851" y="90359"/>
                </a:lnTo>
                <a:lnTo>
                  <a:pt x="1896030" y="90874"/>
                </a:lnTo>
                <a:lnTo>
                  <a:pt x="1893972" y="85640"/>
                </a:lnTo>
                <a:lnTo>
                  <a:pt x="1894307" y="86378"/>
                </a:lnTo>
                <a:lnTo>
                  <a:pt x="1889454" y="76313"/>
                </a:lnTo>
                <a:lnTo>
                  <a:pt x="1889968" y="77275"/>
                </a:lnTo>
                <a:lnTo>
                  <a:pt x="1884198" y="67770"/>
                </a:lnTo>
                <a:lnTo>
                  <a:pt x="1884802" y="68664"/>
                </a:lnTo>
                <a:lnTo>
                  <a:pt x="1878181" y="59807"/>
                </a:lnTo>
                <a:lnTo>
                  <a:pt x="1878852" y="60612"/>
                </a:lnTo>
                <a:lnTo>
                  <a:pt x="1871427" y="52449"/>
                </a:lnTo>
                <a:lnTo>
                  <a:pt x="1872165" y="53187"/>
                </a:lnTo>
                <a:lnTo>
                  <a:pt x="1864001" y="45761"/>
                </a:lnTo>
                <a:lnTo>
                  <a:pt x="1864807" y="46432"/>
                </a:lnTo>
                <a:lnTo>
                  <a:pt x="1855949" y="39812"/>
                </a:lnTo>
                <a:lnTo>
                  <a:pt x="1856844" y="40415"/>
                </a:lnTo>
                <a:lnTo>
                  <a:pt x="1847338" y="34645"/>
                </a:lnTo>
                <a:lnTo>
                  <a:pt x="1848301" y="35159"/>
                </a:lnTo>
                <a:lnTo>
                  <a:pt x="1838235" y="30306"/>
                </a:lnTo>
                <a:lnTo>
                  <a:pt x="1838973" y="30642"/>
                </a:lnTo>
                <a:lnTo>
                  <a:pt x="1833740" y="28584"/>
                </a:lnTo>
                <a:lnTo>
                  <a:pt x="1834254" y="28762"/>
                </a:lnTo>
                <a:lnTo>
                  <a:pt x="1828909" y="26951"/>
                </a:lnTo>
                <a:lnTo>
                  <a:pt x="1829445" y="27130"/>
                </a:lnTo>
                <a:lnTo>
                  <a:pt x="1823966" y="25564"/>
                </a:lnTo>
                <a:lnTo>
                  <a:pt x="1824525" y="25698"/>
                </a:lnTo>
                <a:lnTo>
                  <a:pt x="1818933" y="24424"/>
                </a:lnTo>
                <a:lnTo>
                  <a:pt x="1819492" y="24535"/>
                </a:lnTo>
                <a:lnTo>
                  <a:pt x="1813811" y="23529"/>
                </a:lnTo>
                <a:lnTo>
                  <a:pt x="1814371" y="23596"/>
                </a:lnTo>
                <a:lnTo>
                  <a:pt x="1808600" y="22880"/>
                </a:lnTo>
                <a:lnTo>
                  <a:pt x="1809181" y="22925"/>
                </a:lnTo>
                <a:lnTo>
                  <a:pt x="1803322" y="22478"/>
                </a:lnTo>
                <a:lnTo>
                  <a:pt x="1803881" y="22522"/>
                </a:lnTo>
                <a:lnTo>
                  <a:pt x="1797954" y="22366"/>
                </a:lnTo>
                <a:lnTo>
                  <a:pt x="1798244" y="22366"/>
                </a:lnTo>
                <a:lnTo>
                  <a:pt x="126369" y="22366"/>
                </a:lnTo>
                <a:lnTo>
                  <a:pt x="126660" y="22366"/>
                </a:lnTo>
                <a:lnTo>
                  <a:pt x="120733" y="22522"/>
                </a:lnTo>
                <a:lnTo>
                  <a:pt x="121292" y="22478"/>
                </a:lnTo>
                <a:lnTo>
                  <a:pt x="115432" y="22925"/>
                </a:lnTo>
                <a:lnTo>
                  <a:pt x="116013" y="22880"/>
                </a:lnTo>
                <a:lnTo>
                  <a:pt x="110243" y="23596"/>
                </a:lnTo>
                <a:lnTo>
                  <a:pt x="110802" y="23529"/>
                </a:lnTo>
                <a:lnTo>
                  <a:pt x="105121" y="24535"/>
                </a:lnTo>
                <a:lnTo>
                  <a:pt x="105680" y="24424"/>
                </a:lnTo>
                <a:lnTo>
                  <a:pt x="100089" y="25698"/>
                </a:lnTo>
                <a:lnTo>
                  <a:pt x="100648" y="25564"/>
                </a:lnTo>
                <a:lnTo>
                  <a:pt x="95168" y="27130"/>
                </a:lnTo>
                <a:lnTo>
                  <a:pt x="95705" y="26951"/>
                </a:lnTo>
                <a:lnTo>
                  <a:pt x="90360" y="28762"/>
                </a:lnTo>
                <a:lnTo>
                  <a:pt x="90874" y="28584"/>
                </a:lnTo>
                <a:lnTo>
                  <a:pt x="85641" y="30642"/>
                </a:lnTo>
                <a:lnTo>
                  <a:pt x="86378" y="30306"/>
                </a:lnTo>
                <a:lnTo>
                  <a:pt x="76313" y="35159"/>
                </a:lnTo>
                <a:lnTo>
                  <a:pt x="77276" y="34645"/>
                </a:lnTo>
                <a:lnTo>
                  <a:pt x="67770" y="40415"/>
                </a:lnTo>
                <a:lnTo>
                  <a:pt x="68664" y="39812"/>
                </a:lnTo>
                <a:lnTo>
                  <a:pt x="59807" y="46432"/>
                </a:lnTo>
                <a:lnTo>
                  <a:pt x="60612" y="45761"/>
                </a:lnTo>
                <a:lnTo>
                  <a:pt x="52449" y="53187"/>
                </a:lnTo>
                <a:lnTo>
                  <a:pt x="53187" y="52449"/>
                </a:lnTo>
                <a:lnTo>
                  <a:pt x="45761" y="60612"/>
                </a:lnTo>
                <a:lnTo>
                  <a:pt x="46433" y="59807"/>
                </a:lnTo>
                <a:lnTo>
                  <a:pt x="39812" y="68664"/>
                </a:lnTo>
                <a:lnTo>
                  <a:pt x="40416" y="67770"/>
                </a:lnTo>
                <a:lnTo>
                  <a:pt x="34645" y="77275"/>
                </a:lnTo>
                <a:lnTo>
                  <a:pt x="35160" y="76313"/>
                </a:lnTo>
                <a:lnTo>
                  <a:pt x="30306" y="86378"/>
                </a:lnTo>
                <a:lnTo>
                  <a:pt x="30642" y="85640"/>
                </a:lnTo>
                <a:lnTo>
                  <a:pt x="28584" y="90874"/>
                </a:lnTo>
                <a:lnTo>
                  <a:pt x="28763" y="90359"/>
                </a:lnTo>
                <a:lnTo>
                  <a:pt x="26951" y="95705"/>
                </a:lnTo>
                <a:lnTo>
                  <a:pt x="27130" y="95167"/>
                </a:lnTo>
                <a:lnTo>
                  <a:pt x="25564" y="100648"/>
                </a:lnTo>
                <a:lnTo>
                  <a:pt x="25699" y="100088"/>
                </a:lnTo>
                <a:lnTo>
                  <a:pt x="24424" y="105680"/>
                </a:lnTo>
                <a:lnTo>
                  <a:pt x="24536" y="105121"/>
                </a:lnTo>
                <a:lnTo>
                  <a:pt x="23529" y="110802"/>
                </a:lnTo>
                <a:lnTo>
                  <a:pt x="23596" y="110243"/>
                </a:lnTo>
                <a:lnTo>
                  <a:pt x="22881" y="116013"/>
                </a:lnTo>
                <a:lnTo>
                  <a:pt x="22925" y="115431"/>
                </a:lnTo>
                <a:lnTo>
                  <a:pt x="22478" y="121291"/>
                </a:lnTo>
                <a:lnTo>
                  <a:pt x="22523" y="120732"/>
                </a:lnTo>
                <a:lnTo>
                  <a:pt x="22367" y="1266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09A8907C-57D1-4F4C-AF8D-EFA5941A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62" y="6712923"/>
            <a:ext cx="1902918" cy="691118"/>
          </a:xfrm>
          <a:custGeom xmlns:a="http://schemas.openxmlformats.org/drawingml/2006/main">
            <a:pathLst>
              <a:path w="1902918" h="691118">
                <a:moveTo>
                  <a:pt x="0" y="115634"/>
                </a:moveTo>
                <a:cubicBezTo>
                  <a:pt x="671" y="51577"/>
                  <a:pt x="52248" y="0"/>
                  <a:pt x="115410" y="224"/>
                </a:cubicBezTo>
                <a:lnTo>
                  <a:pt x="1787509" y="224"/>
                </a:lnTo>
                <a:cubicBezTo>
                  <a:pt x="1851342" y="0"/>
                  <a:pt x="1902918" y="51577"/>
                  <a:pt x="1902918" y="115634"/>
                </a:cubicBezTo>
                <a:lnTo>
                  <a:pt x="1902918" y="574589"/>
                </a:lnTo>
                <a:cubicBezTo>
                  <a:pt x="1902918" y="639541"/>
                  <a:pt x="1851342" y="691118"/>
                  <a:pt x="1787509" y="689999"/>
                </a:cubicBezTo>
                <a:lnTo>
                  <a:pt x="115410" y="689999"/>
                </a:lnTo>
                <a:cubicBezTo>
                  <a:pt x="52248" y="691118"/>
                  <a:pt x="671" y="639541"/>
                  <a:pt x="0" y="574589"/>
                </a:cubicBezTo>
                <a:lnTo>
                  <a:pt x="0" y="115634"/>
                </a:lnTo>
              </a:path>
            </a:pathLst>
          </a:custGeom>
          <a:solidFill xmlns:a="http://schemas.openxmlformats.org/drawingml/2006/main">
            <a:srgbClr val="FBE5D6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ADF44FA1-A91E-45F9-AD99-0A1B0F26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50" y="6701740"/>
            <a:ext cx="1924614" cy="713484"/>
          </a:xfrm>
          <a:custGeom xmlns:a="http://schemas.openxmlformats.org/drawingml/2006/main">
            <a:pathLst>
              <a:path w="1924614" h="713484">
                <a:moveTo>
                  <a:pt x="157" y="119883"/>
                </a:moveTo>
                <a:lnTo>
                  <a:pt x="649" y="113464"/>
                </a:lnTo>
                <a:lnTo>
                  <a:pt x="1454" y="107135"/>
                </a:lnTo>
                <a:lnTo>
                  <a:pt x="2572" y="100917"/>
                </a:lnTo>
                <a:lnTo>
                  <a:pt x="3981" y="94788"/>
                </a:lnTo>
                <a:lnTo>
                  <a:pt x="5681" y="88794"/>
                </a:lnTo>
                <a:lnTo>
                  <a:pt x="7672" y="82912"/>
                </a:lnTo>
                <a:lnTo>
                  <a:pt x="9976" y="77052"/>
                </a:lnTo>
                <a:lnTo>
                  <a:pt x="15254" y="66115"/>
                </a:lnTo>
                <a:lnTo>
                  <a:pt x="21584" y="55693"/>
                </a:lnTo>
                <a:lnTo>
                  <a:pt x="28853" y="45985"/>
                </a:lnTo>
                <a:lnTo>
                  <a:pt x="36994" y="36994"/>
                </a:lnTo>
                <a:lnTo>
                  <a:pt x="45985" y="28853"/>
                </a:lnTo>
                <a:lnTo>
                  <a:pt x="55692" y="21584"/>
                </a:lnTo>
                <a:lnTo>
                  <a:pt x="66115" y="15254"/>
                </a:lnTo>
                <a:lnTo>
                  <a:pt x="77052" y="9976"/>
                </a:lnTo>
                <a:lnTo>
                  <a:pt x="82912" y="7672"/>
                </a:lnTo>
                <a:lnTo>
                  <a:pt x="88794" y="5681"/>
                </a:lnTo>
                <a:lnTo>
                  <a:pt x="94788" y="3982"/>
                </a:lnTo>
                <a:lnTo>
                  <a:pt x="100917" y="2573"/>
                </a:lnTo>
                <a:lnTo>
                  <a:pt x="107134" y="1454"/>
                </a:lnTo>
                <a:lnTo>
                  <a:pt x="113464" y="649"/>
                </a:lnTo>
                <a:lnTo>
                  <a:pt x="119883" y="157"/>
                </a:lnTo>
                <a:lnTo>
                  <a:pt x="126235" y="0"/>
                </a:lnTo>
                <a:lnTo>
                  <a:pt x="1798379" y="0"/>
                </a:lnTo>
                <a:lnTo>
                  <a:pt x="1804731" y="157"/>
                </a:lnTo>
                <a:lnTo>
                  <a:pt x="1811150" y="649"/>
                </a:lnTo>
                <a:lnTo>
                  <a:pt x="1817479" y="1454"/>
                </a:lnTo>
                <a:lnTo>
                  <a:pt x="1823697" y="2573"/>
                </a:lnTo>
                <a:lnTo>
                  <a:pt x="1829826" y="3982"/>
                </a:lnTo>
                <a:lnTo>
                  <a:pt x="1835820" y="5681"/>
                </a:lnTo>
                <a:lnTo>
                  <a:pt x="1841702" y="7672"/>
                </a:lnTo>
                <a:lnTo>
                  <a:pt x="1847562" y="9976"/>
                </a:lnTo>
                <a:lnTo>
                  <a:pt x="1858499" y="15254"/>
                </a:lnTo>
                <a:lnTo>
                  <a:pt x="1868921" y="21584"/>
                </a:lnTo>
                <a:lnTo>
                  <a:pt x="1878629" y="28853"/>
                </a:lnTo>
                <a:lnTo>
                  <a:pt x="1887620" y="36994"/>
                </a:lnTo>
                <a:lnTo>
                  <a:pt x="1895762" y="45985"/>
                </a:lnTo>
                <a:lnTo>
                  <a:pt x="1903030" y="55693"/>
                </a:lnTo>
                <a:lnTo>
                  <a:pt x="1909360" y="66115"/>
                </a:lnTo>
                <a:lnTo>
                  <a:pt x="1914638" y="77052"/>
                </a:lnTo>
                <a:lnTo>
                  <a:pt x="1916942" y="82912"/>
                </a:lnTo>
                <a:lnTo>
                  <a:pt x="1918933" y="88794"/>
                </a:lnTo>
                <a:lnTo>
                  <a:pt x="1920632" y="94788"/>
                </a:lnTo>
                <a:lnTo>
                  <a:pt x="1922041" y="100917"/>
                </a:lnTo>
                <a:lnTo>
                  <a:pt x="1923160" y="107135"/>
                </a:lnTo>
                <a:lnTo>
                  <a:pt x="1923965" y="113464"/>
                </a:lnTo>
                <a:lnTo>
                  <a:pt x="1924458" y="119883"/>
                </a:lnTo>
                <a:lnTo>
                  <a:pt x="1924614" y="126235"/>
                </a:lnTo>
                <a:lnTo>
                  <a:pt x="1924614" y="587247"/>
                </a:lnTo>
                <a:lnTo>
                  <a:pt x="1924458" y="593600"/>
                </a:lnTo>
                <a:lnTo>
                  <a:pt x="1923965" y="600019"/>
                </a:lnTo>
                <a:lnTo>
                  <a:pt x="1923160" y="606348"/>
                </a:lnTo>
                <a:lnTo>
                  <a:pt x="1922041" y="612567"/>
                </a:lnTo>
                <a:lnTo>
                  <a:pt x="1920632" y="618694"/>
                </a:lnTo>
                <a:lnTo>
                  <a:pt x="1918933" y="624689"/>
                </a:lnTo>
                <a:lnTo>
                  <a:pt x="1916942" y="630571"/>
                </a:lnTo>
                <a:lnTo>
                  <a:pt x="1914638" y="636432"/>
                </a:lnTo>
                <a:lnTo>
                  <a:pt x="1909360" y="647368"/>
                </a:lnTo>
                <a:lnTo>
                  <a:pt x="1903030" y="657791"/>
                </a:lnTo>
                <a:lnTo>
                  <a:pt x="1895762" y="667498"/>
                </a:lnTo>
                <a:lnTo>
                  <a:pt x="1887620" y="676488"/>
                </a:lnTo>
                <a:lnTo>
                  <a:pt x="1878629" y="684630"/>
                </a:lnTo>
                <a:lnTo>
                  <a:pt x="1868921" y="691899"/>
                </a:lnTo>
                <a:lnTo>
                  <a:pt x="1858499" y="698229"/>
                </a:lnTo>
                <a:lnTo>
                  <a:pt x="1847562" y="703508"/>
                </a:lnTo>
                <a:lnTo>
                  <a:pt x="1841702" y="705811"/>
                </a:lnTo>
                <a:lnTo>
                  <a:pt x="1835820" y="707803"/>
                </a:lnTo>
                <a:lnTo>
                  <a:pt x="1829826" y="709503"/>
                </a:lnTo>
                <a:lnTo>
                  <a:pt x="1823697" y="710911"/>
                </a:lnTo>
                <a:lnTo>
                  <a:pt x="1817479" y="712029"/>
                </a:lnTo>
                <a:lnTo>
                  <a:pt x="1811150" y="712834"/>
                </a:lnTo>
                <a:lnTo>
                  <a:pt x="1804731" y="713326"/>
                </a:lnTo>
                <a:lnTo>
                  <a:pt x="1798379" y="713484"/>
                </a:lnTo>
                <a:lnTo>
                  <a:pt x="126235" y="713484"/>
                </a:lnTo>
                <a:lnTo>
                  <a:pt x="119883" y="713326"/>
                </a:lnTo>
                <a:lnTo>
                  <a:pt x="113464" y="712834"/>
                </a:lnTo>
                <a:lnTo>
                  <a:pt x="107134" y="712029"/>
                </a:lnTo>
                <a:lnTo>
                  <a:pt x="100917" y="710911"/>
                </a:lnTo>
                <a:lnTo>
                  <a:pt x="94788" y="709503"/>
                </a:lnTo>
                <a:lnTo>
                  <a:pt x="88794" y="707803"/>
                </a:lnTo>
                <a:lnTo>
                  <a:pt x="82912" y="705811"/>
                </a:lnTo>
                <a:lnTo>
                  <a:pt x="77052" y="703508"/>
                </a:lnTo>
                <a:lnTo>
                  <a:pt x="66115" y="698229"/>
                </a:lnTo>
                <a:lnTo>
                  <a:pt x="55692" y="691899"/>
                </a:lnTo>
                <a:lnTo>
                  <a:pt x="45985" y="684630"/>
                </a:lnTo>
                <a:lnTo>
                  <a:pt x="36994" y="676488"/>
                </a:lnTo>
                <a:lnTo>
                  <a:pt x="28853" y="667498"/>
                </a:lnTo>
                <a:lnTo>
                  <a:pt x="21584" y="657791"/>
                </a:lnTo>
                <a:lnTo>
                  <a:pt x="15254" y="647368"/>
                </a:lnTo>
                <a:lnTo>
                  <a:pt x="9976" y="636432"/>
                </a:lnTo>
                <a:lnTo>
                  <a:pt x="7672" y="630571"/>
                </a:lnTo>
                <a:lnTo>
                  <a:pt x="5681" y="624689"/>
                </a:lnTo>
                <a:lnTo>
                  <a:pt x="3981" y="618694"/>
                </a:lnTo>
                <a:lnTo>
                  <a:pt x="2572" y="612567"/>
                </a:lnTo>
                <a:lnTo>
                  <a:pt x="1454" y="606348"/>
                </a:lnTo>
                <a:lnTo>
                  <a:pt x="649" y="600019"/>
                </a:lnTo>
                <a:lnTo>
                  <a:pt x="157" y="593600"/>
                </a:lnTo>
                <a:lnTo>
                  <a:pt x="0" y="587247"/>
                </a:lnTo>
                <a:lnTo>
                  <a:pt x="0" y="126235"/>
                </a:lnTo>
                <a:lnTo>
                  <a:pt x="157" y="119883"/>
                </a:lnTo>
                <a:moveTo>
                  <a:pt x="22366" y="126660"/>
                </a:moveTo>
                <a:lnTo>
                  <a:pt x="22366" y="126370"/>
                </a:lnTo>
                <a:lnTo>
                  <a:pt x="22366" y="587114"/>
                </a:lnTo>
                <a:lnTo>
                  <a:pt x="22366" y="586823"/>
                </a:lnTo>
                <a:lnTo>
                  <a:pt x="22523" y="592749"/>
                </a:lnTo>
                <a:lnTo>
                  <a:pt x="22478" y="592191"/>
                </a:lnTo>
                <a:lnTo>
                  <a:pt x="22926" y="598051"/>
                </a:lnTo>
                <a:lnTo>
                  <a:pt x="22881" y="597470"/>
                </a:lnTo>
                <a:lnTo>
                  <a:pt x="23597" y="603239"/>
                </a:lnTo>
                <a:lnTo>
                  <a:pt x="23529" y="602681"/>
                </a:lnTo>
                <a:lnTo>
                  <a:pt x="24536" y="608362"/>
                </a:lnTo>
                <a:lnTo>
                  <a:pt x="24424" y="607802"/>
                </a:lnTo>
                <a:lnTo>
                  <a:pt x="25699" y="613395"/>
                </a:lnTo>
                <a:lnTo>
                  <a:pt x="25565" y="612835"/>
                </a:lnTo>
                <a:lnTo>
                  <a:pt x="27130" y="618315"/>
                </a:lnTo>
                <a:lnTo>
                  <a:pt x="26952" y="617778"/>
                </a:lnTo>
                <a:lnTo>
                  <a:pt x="28763" y="623124"/>
                </a:lnTo>
                <a:lnTo>
                  <a:pt x="28584" y="622608"/>
                </a:lnTo>
                <a:lnTo>
                  <a:pt x="30642" y="627842"/>
                </a:lnTo>
                <a:lnTo>
                  <a:pt x="30306" y="627105"/>
                </a:lnTo>
                <a:lnTo>
                  <a:pt x="35160" y="637170"/>
                </a:lnTo>
                <a:lnTo>
                  <a:pt x="34646" y="636207"/>
                </a:lnTo>
                <a:lnTo>
                  <a:pt x="40416" y="645713"/>
                </a:lnTo>
                <a:lnTo>
                  <a:pt x="39812" y="644818"/>
                </a:lnTo>
                <a:lnTo>
                  <a:pt x="46432" y="653676"/>
                </a:lnTo>
                <a:lnTo>
                  <a:pt x="45761" y="652870"/>
                </a:lnTo>
                <a:lnTo>
                  <a:pt x="53187" y="661033"/>
                </a:lnTo>
                <a:lnTo>
                  <a:pt x="52449" y="660296"/>
                </a:lnTo>
                <a:lnTo>
                  <a:pt x="60613" y="667721"/>
                </a:lnTo>
                <a:lnTo>
                  <a:pt x="59807" y="667051"/>
                </a:lnTo>
                <a:lnTo>
                  <a:pt x="68664" y="673671"/>
                </a:lnTo>
                <a:lnTo>
                  <a:pt x="67770" y="673068"/>
                </a:lnTo>
                <a:lnTo>
                  <a:pt x="77276" y="678837"/>
                </a:lnTo>
                <a:lnTo>
                  <a:pt x="76314" y="678323"/>
                </a:lnTo>
                <a:lnTo>
                  <a:pt x="86378" y="683176"/>
                </a:lnTo>
                <a:lnTo>
                  <a:pt x="85640" y="682841"/>
                </a:lnTo>
                <a:lnTo>
                  <a:pt x="90874" y="684899"/>
                </a:lnTo>
                <a:lnTo>
                  <a:pt x="90360" y="684720"/>
                </a:lnTo>
                <a:lnTo>
                  <a:pt x="95705" y="686532"/>
                </a:lnTo>
                <a:lnTo>
                  <a:pt x="95169" y="686353"/>
                </a:lnTo>
                <a:lnTo>
                  <a:pt x="100648" y="687918"/>
                </a:lnTo>
                <a:lnTo>
                  <a:pt x="100089" y="687784"/>
                </a:lnTo>
                <a:lnTo>
                  <a:pt x="105680" y="689060"/>
                </a:lnTo>
                <a:lnTo>
                  <a:pt x="105121" y="688947"/>
                </a:lnTo>
                <a:lnTo>
                  <a:pt x="110803" y="689954"/>
                </a:lnTo>
                <a:lnTo>
                  <a:pt x="110243" y="689886"/>
                </a:lnTo>
                <a:lnTo>
                  <a:pt x="116014" y="690601"/>
                </a:lnTo>
                <a:lnTo>
                  <a:pt x="115432" y="690557"/>
                </a:lnTo>
                <a:lnTo>
                  <a:pt x="121292" y="691005"/>
                </a:lnTo>
                <a:lnTo>
                  <a:pt x="120733" y="690960"/>
                </a:lnTo>
                <a:lnTo>
                  <a:pt x="126660" y="691118"/>
                </a:lnTo>
                <a:lnTo>
                  <a:pt x="126369" y="691118"/>
                </a:lnTo>
                <a:lnTo>
                  <a:pt x="1798244" y="691118"/>
                </a:lnTo>
                <a:lnTo>
                  <a:pt x="1797954" y="691118"/>
                </a:lnTo>
                <a:lnTo>
                  <a:pt x="1803881" y="690960"/>
                </a:lnTo>
                <a:lnTo>
                  <a:pt x="1803322" y="691005"/>
                </a:lnTo>
                <a:lnTo>
                  <a:pt x="1809182" y="690557"/>
                </a:lnTo>
                <a:lnTo>
                  <a:pt x="1808600" y="690601"/>
                </a:lnTo>
                <a:lnTo>
                  <a:pt x="1814371" y="689886"/>
                </a:lnTo>
                <a:lnTo>
                  <a:pt x="1813811" y="689954"/>
                </a:lnTo>
                <a:lnTo>
                  <a:pt x="1819492" y="688947"/>
                </a:lnTo>
                <a:lnTo>
                  <a:pt x="1818933" y="689060"/>
                </a:lnTo>
                <a:lnTo>
                  <a:pt x="1824525" y="687784"/>
                </a:lnTo>
                <a:lnTo>
                  <a:pt x="1823966" y="687918"/>
                </a:lnTo>
                <a:lnTo>
                  <a:pt x="1829445" y="686353"/>
                </a:lnTo>
                <a:lnTo>
                  <a:pt x="1828909" y="686532"/>
                </a:lnTo>
                <a:lnTo>
                  <a:pt x="1834254" y="684720"/>
                </a:lnTo>
                <a:lnTo>
                  <a:pt x="1833740" y="684899"/>
                </a:lnTo>
                <a:lnTo>
                  <a:pt x="1838973" y="682841"/>
                </a:lnTo>
                <a:lnTo>
                  <a:pt x="1838235" y="683176"/>
                </a:lnTo>
                <a:lnTo>
                  <a:pt x="1848301" y="678323"/>
                </a:lnTo>
                <a:lnTo>
                  <a:pt x="1847338" y="678837"/>
                </a:lnTo>
                <a:lnTo>
                  <a:pt x="1856844" y="673068"/>
                </a:lnTo>
                <a:lnTo>
                  <a:pt x="1855950" y="673671"/>
                </a:lnTo>
                <a:lnTo>
                  <a:pt x="1864807" y="667051"/>
                </a:lnTo>
                <a:lnTo>
                  <a:pt x="1864001" y="667721"/>
                </a:lnTo>
                <a:lnTo>
                  <a:pt x="1872165" y="660296"/>
                </a:lnTo>
                <a:lnTo>
                  <a:pt x="1871427" y="661033"/>
                </a:lnTo>
                <a:lnTo>
                  <a:pt x="1878852" y="652870"/>
                </a:lnTo>
                <a:lnTo>
                  <a:pt x="1878181" y="653676"/>
                </a:lnTo>
                <a:lnTo>
                  <a:pt x="1884802" y="644818"/>
                </a:lnTo>
                <a:lnTo>
                  <a:pt x="1884198" y="645713"/>
                </a:lnTo>
                <a:lnTo>
                  <a:pt x="1889968" y="636207"/>
                </a:lnTo>
                <a:lnTo>
                  <a:pt x="1889454" y="637170"/>
                </a:lnTo>
                <a:lnTo>
                  <a:pt x="1894308" y="627105"/>
                </a:lnTo>
                <a:lnTo>
                  <a:pt x="1893972" y="627842"/>
                </a:lnTo>
                <a:lnTo>
                  <a:pt x="1896030" y="622608"/>
                </a:lnTo>
                <a:lnTo>
                  <a:pt x="1895851" y="623124"/>
                </a:lnTo>
                <a:lnTo>
                  <a:pt x="1897663" y="617778"/>
                </a:lnTo>
                <a:lnTo>
                  <a:pt x="1897484" y="618315"/>
                </a:lnTo>
                <a:lnTo>
                  <a:pt x="1899049" y="612835"/>
                </a:lnTo>
                <a:lnTo>
                  <a:pt x="1898915" y="613395"/>
                </a:lnTo>
                <a:lnTo>
                  <a:pt x="1900190" y="607802"/>
                </a:lnTo>
                <a:lnTo>
                  <a:pt x="1900078" y="608362"/>
                </a:lnTo>
                <a:lnTo>
                  <a:pt x="1901085" y="602681"/>
                </a:lnTo>
                <a:lnTo>
                  <a:pt x="1901017" y="603239"/>
                </a:lnTo>
                <a:lnTo>
                  <a:pt x="1901733" y="597470"/>
                </a:lnTo>
                <a:lnTo>
                  <a:pt x="1901688" y="598051"/>
                </a:lnTo>
                <a:lnTo>
                  <a:pt x="1902136" y="592191"/>
                </a:lnTo>
                <a:lnTo>
                  <a:pt x="1902091" y="592749"/>
                </a:lnTo>
                <a:lnTo>
                  <a:pt x="1902247" y="586823"/>
                </a:lnTo>
                <a:lnTo>
                  <a:pt x="1902247" y="587114"/>
                </a:lnTo>
                <a:lnTo>
                  <a:pt x="1902247" y="126370"/>
                </a:lnTo>
                <a:lnTo>
                  <a:pt x="1902247" y="126660"/>
                </a:lnTo>
                <a:lnTo>
                  <a:pt x="1902091" y="120733"/>
                </a:lnTo>
                <a:lnTo>
                  <a:pt x="1902136" y="121292"/>
                </a:lnTo>
                <a:lnTo>
                  <a:pt x="1901688" y="115432"/>
                </a:lnTo>
                <a:lnTo>
                  <a:pt x="1901733" y="116014"/>
                </a:lnTo>
                <a:lnTo>
                  <a:pt x="1901017" y="110243"/>
                </a:lnTo>
                <a:lnTo>
                  <a:pt x="1901085" y="110803"/>
                </a:lnTo>
                <a:lnTo>
                  <a:pt x="1900078" y="105121"/>
                </a:lnTo>
                <a:lnTo>
                  <a:pt x="1900190" y="105681"/>
                </a:lnTo>
                <a:lnTo>
                  <a:pt x="1898915" y="100089"/>
                </a:lnTo>
                <a:lnTo>
                  <a:pt x="1899049" y="100648"/>
                </a:lnTo>
                <a:lnTo>
                  <a:pt x="1897484" y="95169"/>
                </a:lnTo>
                <a:lnTo>
                  <a:pt x="1897663" y="95706"/>
                </a:lnTo>
                <a:lnTo>
                  <a:pt x="1895851" y="90360"/>
                </a:lnTo>
                <a:lnTo>
                  <a:pt x="1896030" y="90875"/>
                </a:lnTo>
                <a:lnTo>
                  <a:pt x="1893972" y="85641"/>
                </a:lnTo>
                <a:lnTo>
                  <a:pt x="1894308" y="86378"/>
                </a:lnTo>
                <a:lnTo>
                  <a:pt x="1889454" y="76314"/>
                </a:lnTo>
                <a:lnTo>
                  <a:pt x="1889968" y="77276"/>
                </a:lnTo>
                <a:lnTo>
                  <a:pt x="1884198" y="67770"/>
                </a:lnTo>
                <a:lnTo>
                  <a:pt x="1884802" y="68664"/>
                </a:lnTo>
                <a:lnTo>
                  <a:pt x="1878181" y="59807"/>
                </a:lnTo>
                <a:lnTo>
                  <a:pt x="1878852" y="60613"/>
                </a:lnTo>
                <a:lnTo>
                  <a:pt x="1871427" y="52449"/>
                </a:lnTo>
                <a:lnTo>
                  <a:pt x="1872165" y="53187"/>
                </a:lnTo>
                <a:lnTo>
                  <a:pt x="1864001" y="45762"/>
                </a:lnTo>
                <a:lnTo>
                  <a:pt x="1864807" y="46433"/>
                </a:lnTo>
                <a:lnTo>
                  <a:pt x="1855950" y="39812"/>
                </a:lnTo>
                <a:lnTo>
                  <a:pt x="1856844" y="40416"/>
                </a:lnTo>
                <a:lnTo>
                  <a:pt x="1847338" y="34646"/>
                </a:lnTo>
                <a:lnTo>
                  <a:pt x="1848301" y="35160"/>
                </a:lnTo>
                <a:lnTo>
                  <a:pt x="1838235" y="30306"/>
                </a:lnTo>
                <a:lnTo>
                  <a:pt x="1838973" y="30642"/>
                </a:lnTo>
                <a:lnTo>
                  <a:pt x="1833740" y="28584"/>
                </a:lnTo>
                <a:lnTo>
                  <a:pt x="1834254" y="28763"/>
                </a:lnTo>
                <a:lnTo>
                  <a:pt x="1828909" y="26952"/>
                </a:lnTo>
                <a:lnTo>
                  <a:pt x="1829445" y="27130"/>
                </a:lnTo>
                <a:lnTo>
                  <a:pt x="1823966" y="25565"/>
                </a:lnTo>
                <a:lnTo>
                  <a:pt x="1824525" y="25699"/>
                </a:lnTo>
                <a:lnTo>
                  <a:pt x="1818933" y="24424"/>
                </a:lnTo>
                <a:lnTo>
                  <a:pt x="1819492" y="24536"/>
                </a:lnTo>
                <a:lnTo>
                  <a:pt x="1813811" y="23529"/>
                </a:lnTo>
                <a:lnTo>
                  <a:pt x="1814371" y="23597"/>
                </a:lnTo>
                <a:lnTo>
                  <a:pt x="1808600" y="22881"/>
                </a:lnTo>
                <a:lnTo>
                  <a:pt x="1809182" y="22926"/>
                </a:lnTo>
                <a:lnTo>
                  <a:pt x="1803322" y="22478"/>
                </a:lnTo>
                <a:lnTo>
                  <a:pt x="1803881" y="22523"/>
                </a:lnTo>
                <a:lnTo>
                  <a:pt x="1797954" y="22366"/>
                </a:lnTo>
                <a:lnTo>
                  <a:pt x="1798244" y="22366"/>
                </a:lnTo>
                <a:lnTo>
                  <a:pt x="126369" y="22366"/>
                </a:lnTo>
                <a:lnTo>
                  <a:pt x="126660" y="22366"/>
                </a:lnTo>
                <a:lnTo>
                  <a:pt x="120733" y="22523"/>
                </a:lnTo>
                <a:lnTo>
                  <a:pt x="121292" y="22478"/>
                </a:lnTo>
                <a:lnTo>
                  <a:pt x="115432" y="22926"/>
                </a:lnTo>
                <a:lnTo>
                  <a:pt x="116014" y="22881"/>
                </a:lnTo>
                <a:lnTo>
                  <a:pt x="110243" y="23597"/>
                </a:lnTo>
                <a:lnTo>
                  <a:pt x="110803" y="23529"/>
                </a:lnTo>
                <a:lnTo>
                  <a:pt x="105121" y="24536"/>
                </a:lnTo>
                <a:lnTo>
                  <a:pt x="105680" y="24424"/>
                </a:lnTo>
                <a:lnTo>
                  <a:pt x="100089" y="25699"/>
                </a:lnTo>
                <a:lnTo>
                  <a:pt x="100648" y="25565"/>
                </a:lnTo>
                <a:lnTo>
                  <a:pt x="95169" y="27130"/>
                </a:lnTo>
                <a:lnTo>
                  <a:pt x="95705" y="26952"/>
                </a:lnTo>
                <a:lnTo>
                  <a:pt x="90360" y="28763"/>
                </a:lnTo>
                <a:lnTo>
                  <a:pt x="90874" y="28584"/>
                </a:lnTo>
                <a:lnTo>
                  <a:pt x="85640" y="30642"/>
                </a:lnTo>
                <a:lnTo>
                  <a:pt x="86378" y="30306"/>
                </a:lnTo>
                <a:lnTo>
                  <a:pt x="76314" y="35160"/>
                </a:lnTo>
                <a:lnTo>
                  <a:pt x="77276" y="34646"/>
                </a:lnTo>
                <a:lnTo>
                  <a:pt x="67770" y="40416"/>
                </a:lnTo>
                <a:lnTo>
                  <a:pt x="68664" y="39812"/>
                </a:lnTo>
                <a:lnTo>
                  <a:pt x="59807" y="46433"/>
                </a:lnTo>
                <a:lnTo>
                  <a:pt x="60613" y="45762"/>
                </a:lnTo>
                <a:lnTo>
                  <a:pt x="52449" y="53187"/>
                </a:lnTo>
                <a:lnTo>
                  <a:pt x="53187" y="52449"/>
                </a:lnTo>
                <a:lnTo>
                  <a:pt x="45761" y="60613"/>
                </a:lnTo>
                <a:lnTo>
                  <a:pt x="46432" y="59807"/>
                </a:lnTo>
                <a:lnTo>
                  <a:pt x="39812" y="68664"/>
                </a:lnTo>
                <a:lnTo>
                  <a:pt x="40416" y="67770"/>
                </a:lnTo>
                <a:lnTo>
                  <a:pt x="34646" y="77276"/>
                </a:lnTo>
                <a:lnTo>
                  <a:pt x="35160" y="76314"/>
                </a:lnTo>
                <a:lnTo>
                  <a:pt x="30306" y="86378"/>
                </a:lnTo>
                <a:lnTo>
                  <a:pt x="30642" y="85641"/>
                </a:lnTo>
                <a:lnTo>
                  <a:pt x="28584" y="90875"/>
                </a:lnTo>
                <a:lnTo>
                  <a:pt x="28763" y="90360"/>
                </a:lnTo>
                <a:lnTo>
                  <a:pt x="26952" y="95706"/>
                </a:lnTo>
                <a:lnTo>
                  <a:pt x="27130" y="95169"/>
                </a:lnTo>
                <a:lnTo>
                  <a:pt x="25565" y="100648"/>
                </a:lnTo>
                <a:lnTo>
                  <a:pt x="25699" y="100089"/>
                </a:lnTo>
                <a:lnTo>
                  <a:pt x="24424" y="105681"/>
                </a:lnTo>
                <a:lnTo>
                  <a:pt x="24536" y="105121"/>
                </a:lnTo>
                <a:lnTo>
                  <a:pt x="23529" y="110803"/>
                </a:lnTo>
                <a:lnTo>
                  <a:pt x="23597" y="110243"/>
                </a:lnTo>
                <a:lnTo>
                  <a:pt x="22881" y="116014"/>
                </a:lnTo>
                <a:lnTo>
                  <a:pt x="22926" y="115432"/>
                </a:lnTo>
                <a:lnTo>
                  <a:pt x="22478" y="121292"/>
                </a:lnTo>
                <a:lnTo>
                  <a:pt x="22523" y="120733"/>
                </a:lnTo>
                <a:lnTo>
                  <a:pt x="22366" y="1266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60A06A2B-15C5-4E3E-84FB-3B275FD4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888" y="6699504"/>
            <a:ext cx="1903142" cy="691117"/>
          </a:xfrm>
          <a:custGeom xmlns:a="http://schemas.openxmlformats.org/drawingml/2006/main">
            <a:pathLst>
              <a:path w="1903142" h="691117">
                <a:moveTo>
                  <a:pt x="223" y="115633"/>
                </a:moveTo>
                <a:cubicBezTo>
                  <a:pt x="0" y="51577"/>
                  <a:pt x="51576" y="0"/>
                  <a:pt x="115633" y="223"/>
                </a:cubicBezTo>
                <a:lnTo>
                  <a:pt x="1787732" y="223"/>
                </a:lnTo>
                <a:cubicBezTo>
                  <a:pt x="1850671" y="0"/>
                  <a:pt x="1902247" y="51577"/>
                  <a:pt x="1903142" y="115633"/>
                </a:cubicBezTo>
                <a:lnTo>
                  <a:pt x="1903142" y="574589"/>
                </a:lnTo>
                <a:cubicBezTo>
                  <a:pt x="1902247" y="639539"/>
                  <a:pt x="1850671" y="691117"/>
                  <a:pt x="1787732" y="689998"/>
                </a:cubicBezTo>
                <a:lnTo>
                  <a:pt x="115633" y="689998"/>
                </a:lnTo>
                <a:cubicBezTo>
                  <a:pt x="51576" y="691117"/>
                  <a:pt x="0" y="639539"/>
                  <a:pt x="223" y="574589"/>
                </a:cubicBezTo>
                <a:lnTo>
                  <a:pt x="223" y="115633"/>
                </a:lnTo>
              </a:path>
            </a:pathLst>
          </a:custGeom>
          <a:solidFill xmlns:a="http://schemas.openxmlformats.org/drawingml/2006/main">
            <a:srgbClr val="FBE5D6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746B42A5-2086-4AB2-B8E3-09E40B80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704" y="6688321"/>
            <a:ext cx="1924614" cy="713483"/>
          </a:xfrm>
          <a:custGeom xmlns:a="http://schemas.openxmlformats.org/drawingml/2006/main">
            <a:pathLst>
              <a:path w="1924614" h="713483">
                <a:moveTo>
                  <a:pt x="156" y="119882"/>
                </a:moveTo>
                <a:lnTo>
                  <a:pt x="648" y="113463"/>
                </a:lnTo>
                <a:lnTo>
                  <a:pt x="1454" y="107134"/>
                </a:lnTo>
                <a:lnTo>
                  <a:pt x="2572" y="100916"/>
                </a:lnTo>
                <a:lnTo>
                  <a:pt x="3981" y="94787"/>
                </a:lnTo>
                <a:lnTo>
                  <a:pt x="5681" y="88794"/>
                </a:lnTo>
                <a:lnTo>
                  <a:pt x="7672" y="82911"/>
                </a:lnTo>
                <a:lnTo>
                  <a:pt x="9976" y="77051"/>
                </a:lnTo>
                <a:lnTo>
                  <a:pt x="15254" y="66114"/>
                </a:lnTo>
                <a:lnTo>
                  <a:pt x="21584" y="55691"/>
                </a:lnTo>
                <a:lnTo>
                  <a:pt x="28852" y="45985"/>
                </a:lnTo>
                <a:lnTo>
                  <a:pt x="36994" y="36994"/>
                </a:lnTo>
                <a:lnTo>
                  <a:pt x="45985" y="28852"/>
                </a:lnTo>
                <a:lnTo>
                  <a:pt x="55692" y="21583"/>
                </a:lnTo>
                <a:lnTo>
                  <a:pt x="66115" y="15253"/>
                </a:lnTo>
                <a:lnTo>
                  <a:pt x="77052" y="9975"/>
                </a:lnTo>
                <a:lnTo>
                  <a:pt x="82912" y="7671"/>
                </a:lnTo>
                <a:lnTo>
                  <a:pt x="88794" y="5681"/>
                </a:lnTo>
                <a:lnTo>
                  <a:pt x="94788" y="3981"/>
                </a:lnTo>
                <a:lnTo>
                  <a:pt x="100917" y="2572"/>
                </a:lnTo>
                <a:lnTo>
                  <a:pt x="107134" y="1454"/>
                </a:lnTo>
                <a:lnTo>
                  <a:pt x="113464" y="648"/>
                </a:lnTo>
                <a:lnTo>
                  <a:pt x="119883" y="156"/>
                </a:lnTo>
                <a:lnTo>
                  <a:pt x="126235" y="0"/>
                </a:lnTo>
                <a:lnTo>
                  <a:pt x="1798379" y="0"/>
                </a:lnTo>
                <a:lnTo>
                  <a:pt x="1804731" y="156"/>
                </a:lnTo>
                <a:lnTo>
                  <a:pt x="1811149" y="648"/>
                </a:lnTo>
                <a:lnTo>
                  <a:pt x="1817479" y="1454"/>
                </a:lnTo>
                <a:lnTo>
                  <a:pt x="1823697" y="2572"/>
                </a:lnTo>
                <a:lnTo>
                  <a:pt x="1829826" y="3981"/>
                </a:lnTo>
                <a:lnTo>
                  <a:pt x="1835820" y="5681"/>
                </a:lnTo>
                <a:lnTo>
                  <a:pt x="1841702" y="7671"/>
                </a:lnTo>
                <a:lnTo>
                  <a:pt x="1847562" y="9975"/>
                </a:lnTo>
                <a:lnTo>
                  <a:pt x="1858499" y="15253"/>
                </a:lnTo>
                <a:lnTo>
                  <a:pt x="1868921" y="21583"/>
                </a:lnTo>
                <a:lnTo>
                  <a:pt x="1878629" y="28852"/>
                </a:lnTo>
                <a:lnTo>
                  <a:pt x="1887620" y="36994"/>
                </a:lnTo>
                <a:lnTo>
                  <a:pt x="1895762" y="45985"/>
                </a:lnTo>
                <a:lnTo>
                  <a:pt x="1903030" y="55691"/>
                </a:lnTo>
                <a:lnTo>
                  <a:pt x="1909360" y="66114"/>
                </a:lnTo>
                <a:lnTo>
                  <a:pt x="1914638" y="77051"/>
                </a:lnTo>
                <a:lnTo>
                  <a:pt x="1916942" y="82911"/>
                </a:lnTo>
                <a:lnTo>
                  <a:pt x="1918932" y="88794"/>
                </a:lnTo>
                <a:lnTo>
                  <a:pt x="1920632" y="94787"/>
                </a:lnTo>
                <a:lnTo>
                  <a:pt x="1922041" y="100916"/>
                </a:lnTo>
                <a:lnTo>
                  <a:pt x="1923160" y="107134"/>
                </a:lnTo>
                <a:lnTo>
                  <a:pt x="1923965" y="113463"/>
                </a:lnTo>
                <a:lnTo>
                  <a:pt x="1924458" y="119882"/>
                </a:lnTo>
                <a:lnTo>
                  <a:pt x="1924614" y="126234"/>
                </a:lnTo>
                <a:lnTo>
                  <a:pt x="1924614" y="587247"/>
                </a:lnTo>
                <a:lnTo>
                  <a:pt x="1924458" y="593599"/>
                </a:lnTo>
                <a:lnTo>
                  <a:pt x="1923965" y="600019"/>
                </a:lnTo>
                <a:lnTo>
                  <a:pt x="1923160" y="606347"/>
                </a:lnTo>
                <a:lnTo>
                  <a:pt x="1922041" y="612566"/>
                </a:lnTo>
                <a:lnTo>
                  <a:pt x="1920632" y="618694"/>
                </a:lnTo>
                <a:lnTo>
                  <a:pt x="1918932" y="624688"/>
                </a:lnTo>
                <a:lnTo>
                  <a:pt x="1916942" y="630571"/>
                </a:lnTo>
                <a:lnTo>
                  <a:pt x="1914638" y="636430"/>
                </a:lnTo>
                <a:lnTo>
                  <a:pt x="1909360" y="647368"/>
                </a:lnTo>
                <a:lnTo>
                  <a:pt x="1903030" y="657791"/>
                </a:lnTo>
                <a:lnTo>
                  <a:pt x="1895762" y="667497"/>
                </a:lnTo>
                <a:lnTo>
                  <a:pt x="1887620" y="676490"/>
                </a:lnTo>
                <a:lnTo>
                  <a:pt x="1878629" y="684630"/>
                </a:lnTo>
                <a:lnTo>
                  <a:pt x="1868921" y="691899"/>
                </a:lnTo>
                <a:lnTo>
                  <a:pt x="1858499" y="698228"/>
                </a:lnTo>
                <a:lnTo>
                  <a:pt x="1847562" y="703506"/>
                </a:lnTo>
                <a:lnTo>
                  <a:pt x="1841702" y="705811"/>
                </a:lnTo>
                <a:lnTo>
                  <a:pt x="1835820" y="707802"/>
                </a:lnTo>
                <a:lnTo>
                  <a:pt x="1829826" y="709501"/>
                </a:lnTo>
                <a:lnTo>
                  <a:pt x="1823697" y="710910"/>
                </a:lnTo>
                <a:lnTo>
                  <a:pt x="1817479" y="712029"/>
                </a:lnTo>
                <a:lnTo>
                  <a:pt x="1811149" y="712834"/>
                </a:lnTo>
                <a:lnTo>
                  <a:pt x="1804731" y="713324"/>
                </a:lnTo>
                <a:lnTo>
                  <a:pt x="1798379" y="713483"/>
                </a:lnTo>
                <a:lnTo>
                  <a:pt x="126235" y="713483"/>
                </a:lnTo>
                <a:lnTo>
                  <a:pt x="119883" y="713324"/>
                </a:lnTo>
                <a:lnTo>
                  <a:pt x="113464" y="712834"/>
                </a:lnTo>
                <a:lnTo>
                  <a:pt x="107134" y="712029"/>
                </a:lnTo>
                <a:lnTo>
                  <a:pt x="100917" y="710910"/>
                </a:lnTo>
                <a:lnTo>
                  <a:pt x="94788" y="709501"/>
                </a:lnTo>
                <a:lnTo>
                  <a:pt x="88794" y="707802"/>
                </a:lnTo>
                <a:lnTo>
                  <a:pt x="82912" y="705811"/>
                </a:lnTo>
                <a:lnTo>
                  <a:pt x="77052" y="703506"/>
                </a:lnTo>
                <a:lnTo>
                  <a:pt x="66115" y="698228"/>
                </a:lnTo>
                <a:lnTo>
                  <a:pt x="55692" y="691899"/>
                </a:lnTo>
                <a:lnTo>
                  <a:pt x="45985" y="684630"/>
                </a:lnTo>
                <a:lnTo>
                  <a:pt x="36994" y="676490"/>
                </a:lnTo>
                <a:lnTo>
                  <a:pt x="28852" y="667497"/>
                </a:lnTo>
                <a:lnTo>
                  <a:pt x="21584" y="657791"/>
                </a:lnTo>
                <a:lnTo>
                  <a:pt x="15254" y="647368"/>
                </a:lnTo>
                <a:lnTo>
                  <a:pt x="9976" y="636430"/>
                </a:lnTo>
                <a:lnTo>
                  <a:pt x="7672" y="630571"/>
                </a:lnTo>
                <a:lnTo>
                  <a:pt x="5681" y="624688"/>
                </a:lnTo>
                <a:lnTo>
                  <a:pt x="3981" y="618694"/>
                </a:lnTo>
                <a:lnTo>
                  <a:pt x="2572" y="612566"/>
                </a:lnTo>
                <a:lnTo>
                  <a:pt x="1454" y="606347"/>
                </a:lnTo>
                <a:lnTo>
                  <a:pt x="648" y="600019"/>
                </a:lnTo>
                <a:lnTo>
                  <a:pt x="156" y="593599"/>
                </a:lnTo>
                <a:lnTo>
                  <a:pt x="0" y="587247"/>
                </a:lnTo>
                <a:lnTo>
                  <a:pt x="0" y="126234"/>
                </a:lnTo>
                <a:lnTo>
                  <a:pt x="156" y="119882"/>
                </a:lnTo>
                <a:moveTo>
                  <a:pt x="22367" y="126660"/>
                </a:moveTo>
                <a:lnTo>
                  <a:pt x="22367" y="126369"/>
                </a:lnTo>
                <a:lnTo>
                  <a:pt x="22367" y="587114"/>
                </a:lnTo>
                <a:lnTo>
                  <a:pt x="22367" y="586823"/>
                </a:lnTo>
                <a:lnTo>
                  <a:pt x="22523" y="592749"/>
                </a:lnTo>
                <a:lnTo>
                  <a:pt x="22478" y="592190"/>
                </a:lnTo>
                <a:lnTo>
                  <a:pt x="22925" y="598050"/>
                </a:lnTo>
                <a:lnTo>
                  <a:pt x="22881" y="597469"/>
                </a:lnTo>
                <a:lnTo>
                  <a:pt x="23596" y="603238"/>
                </a:lnTo>
                <a:lnTo>
                  <a:pt x="23529" y="602680"/>
                </a:lnTo>
                <a:lnTo>
                  <a:pt x="24536" y="608361"/>
                </a:lnTo>
                <a:lnTo>
                  <a:pt x="24424" y="607802"/>
                </a:lnTo>
                <a:lnTo>
                  <a:pt x="25699" y="613393"/>
                </a:lnTo>
                <a:lnTo>
                  <a:pt x="25564" y="612834"/>
                </a:lnTo>
                <a:lnTo>
                  <a:pt x="27130" y="618314"/>
                </a:lnTo>
                <a:lnTo>
                  <a:pt x="26951" y="617777"/>
                </a:lnTo>
                <a:lnTo>
                  <a:pt x="28763" y="623123"/>
                </a:lnTo>
                <a:lnTo>
                  <a:pt x="28584" y="622608"/>
                </a:lnTo>
                <a:lnTo>
                  <a:pt x="30642" y="627841"/>
                </a:lnTo>
                <a:lnTo>
                  <a:pt x="30306" y="627104"/>
                </a:lnTo>
                <a:lnTo>
                  <a:pt x="35160" y="637169"/>
                </a:lnTo>
                <a:lnTo>
                  <a:pt x="34645" y="636206"/>
                </a:lnTo>
                <a:lnTo>
                  <a:pt x="40416" y="645712"/>
                </a:lnTo>
                <a:lnTo>
                  <a:pt x="39812" y="644817"/>
                </a:lnTo>
                <a:lnTo>
                  <a:pt x="46433" y="653675"/>
                </a:lnTo>
                <a:lnTo>
                  <a:pt x="45761" y="652870"/>
                </a:lnTo>
                <a:lnTo>
                  <a:pt x="53187" y="661033"/>
                </a:lnTo>
                <a:lnTo>
                  <a:pt x="52449" y="660295"/>
                </a:lnTo>
                <a:lnTo>
                  <a:pt x="60612" y="667720"/>
                </a:lnTo>
                <a:lnTo>
                  <a:pt x="59807" y="667049"/>
                </a:lnTo>
                <a:lnTo>
                  <a:pt x="68664" y="673671"/>
                </a:lnTo>
                <a:lnTo>
                  <a:pt x="67770" y="673066"/>
                </a:lnTo>
                <a:lnTo>
                  <a:pt x="77276" y="678836"/>
                </a:lnTo>
                <a:lnTo>
                  <a:pt x="76313" y="678322"/>
                </a:lnTo>
                <a:lnTo>
                  <a:pt x="86378" y="683175"/>
                </a:lnTo>
                <a:lnTo>
                  <a:pt x="85641" y="682840"/>
                </a:lnTo>
                <a:lnTo>
                  <a:pt x="90874" y="684898"/>
                </a:lnTo>
                <a:lnTo>
                  <a:pt x="90360" y="684719"/>
                </a:lnTo>
                <a:lnTo>
                  <a:pt x="95705" y="686531"/>
                </a:lnTo>
                <a:lnTo>
                  <a:pt x="95168" y="686352"/>
                </a:lnTo>
                <a:lnTo>
                  <a:pt x="100648" y="687917"/>
                </a:lnTo>
                <a:lnTo>
                  <a:pt x="100089" y="687783"/>
                </a:lnTo>
                <a:lnTo>
                  <a:pt x="105680" y="689059"/>
                </a:lnTo>
                <a:lnTo>
                  <a:pt x="105121" y="688947"/>
                </a:lnTo>
                <a:lnTo>
                  <a:pt x="110802" y="689954"/>
                </a:lnTo>
                <a:lnTo>
                  <a:pt x="110243" y="689886"/>
                </a:lnTo>
                <a:lnTo>
                  <a:pt x="116013" y="690601"/>
                </a:lnTo>
                <a:lnTo>
                  <a:pt x="115432" y="690557"/>
                </a:lnTo>
                <a:lnTo>
                  <a:pt x="121292" y="691005"/>
                </a:lnTo>
                <a:lnTo>
                  <a:pt x="120733" y="690958"/>
                </a:lnTo>
                <a:lnTo>
                  <a:pt x="126660" y="691117"/>
                </a:lnTo>
                <a:lnTo>
                  <a:pt x="126369" y="691117"/>
                </a:lnTo>
                <a:lnTo>
                  <a:pt x="1798244" y="691117"/>
                </a:lnTo>
                <a:lnTo>
                  <a:pt x="1797954" y="691117"/>
                </a:lnTo>
                <a:lnTo>
                  <a:pt x="1803881" y="690958"/>
                </a:lnTo>
                <a:lnTo>
                  <a:pt x="1803322" y="691005"/>
                </a:lnTo>
                <a:lnTo>
                  <a:pt x="1809181" y="690557"/>
                </a:lnTo>
                <a:lnTo>
                  <a:pt x="1808600" y="690601"/>
                </a:lnTo>
                <a:lnTo>
                  <a:pt x="1814371" y="689886"/>
                </a:lnTo>
                <a:lnTo>
                  <a:pt x="1813811" y="689954"/>
                </a:lnTo>
                <a:lnTo>
                  <a:pt x="1819492" y="688947"/>
                </a:lnTo>
                <a:lnTo>
                  <a:pt x="1818933" y="689059"/>
                </a:lnTo>
                <a:lnTo>
                  <a:pt x="1824525" y="687783"/>
                </a:lnTo>
                <a:lnTo>
                  <a:pt x="1823966" y="687917"/>
                </a:lnTo>
                <a:lnTo>
                  <a:pt x="1829445" y="686352"/>
                </a:lnTo>
                <a:lnTo>
                  <a:pt x="1828909" y="686531"/>
                </a:lnTo>
                <a:lnTo>
                  <a:pt x="1834254" y="684719"/>
                </a:lnTo>
                <a:lnTo>
                  <a:pt x="1833740" y="684898"/>
                </a:lnTo>
                <a:lnTo>
                  <a:pt x="1838973" y="682840"/>
                </a:lnTo>
                <a:lnTo>
                  <a:pt x="1838235" y="683175"/>
                </a:lnTo>
                <a:lnTo>
                  <a:pt x="1848301" y="678322"/>
                </a:lnTo>
                <a:lnTo>
                  <a:pt x="1847338" y="678836"/>
                </a:lnTo>
                <a:lnTo>
                  <a:pt x="1856844" y="673066"/>
                </a:lnTo>
                <a:lnTo>
                  <a:pt x="1855949" y="673671"/>
                </a:lnTo>
                <a:lnTo>
                  <a:pt x="1864807" y="667049"/>
                </a:lnTo>
                <a:lnTo>
                  <a:pt x="1864001" y="667720"/>
                </a:lnTo>
                <a:lnTo>
                  <a:pt x="1872165" y="660295"/>
                </a:lnTo>
                <a:lnTo>
                  <a:pt x="1871427" y="661033"/>
                </a:lnTo>
                <a:lnTo>
                  <a:pt x="1878852" y="652870"/>
                </a:lnTo>
                <a:lnTo>
                  <a:pt x="1878181" y="653675"/>
                </a:lnTo>
                <a:lnTo>
                  <a:pt x="1884802" y="644817"/>
                </a:lnTo>
                <a:lnTo>
                  <a:pt x="1884198" y="645712"/>
                </a:lnTo>
                <a:lnTo>
                  <a:pt x="1889968" y="636206"/>
                </a:lnTo>
                <a:lnTo>
                  <a:pt x="1889454" y="637169"/>
                </a:lnTo>
                <a:lnTo>
                  <a:pt x="1894307" y="627104"/>
                </a:lnTo>
                <a:lnTo>
                  <a:pt x="1893972" y="627841"/>
                </a:lnTo>
                <a:lnTo>
                  <a:pt x="1896030" y="622608"/>
                </a:lnTo>
                <a:lnTo>
                  <a:pt x="1895851" y="623123"/>
                </a:lnTo>
                <a:lnTo>
                  <a:pt x="1897663" y="617777"/>
                </a:lnTo>
                <a:lnTo>
                  <a:pt x="1897484" y="618314"/>
                </a:lnTo>
                <a:lnTo>
                  <a:pt x="1899049" y="612834"/>
                </a:lnTo>
                <a:lnTo>
                  <a:pt x="1898915" y="613393"/>
                </a:lnTo>
                <a:lnTo>
                  <a:pt x="1900189" y="607802"/>
                </a:lnTo>
                <a:lnTo>
                  <a:pt x="1900078" y="608361"/>
                </a:lnTo>
                <a:lnTo>
                  <a:pt x="1901085" y="602680"/>
                </a:lnTo>
                <a:lnTo>
                  <a:pt x="1901017" y="603238"/>
                </a:lnTo>
                <a:lnTo>
                  <a:pt x="1901733" y="597469"/>
                </a:lnTo>
                <a:lnTo>
                  <a:pt x="1901688" y="598050"/>
                </a:lnTo>
                <a:lnTo>
                  <a:pt x="1902136" y="592190"/>
                </a:lnTo>
                <a:lnTo>
                  <a:pt x="1902091" y="592749"/>
                </a:lnTo>
                <a:lnTo>
                  <a:pt x="1902247" y="586823"/>
                </a:lnTo>
                <a:lnTo>
                  <a:pt x="1902247" y="587114"/>
                </a:lnTo>
                <a:lnTo>
                  <a:pt x="1902247" y="126369"/>
                </a:lnTo>
                <a:lnTo>
                  <a:pt x="1902247" y="126660"/>
                </a:lnTo>
                <a:lnTo>
                  <a:pt x="1902091" y="120732"/>
                </a:lnTo>
                <a:lnTo>
                  <a:pt x="1902136" y="121291"/>
                </a:lnTo>
                <a:lnTo>
                  <a:pt x="1901688" y="115431"/>
                </a:lnTo>
                <a:lnTo>
                  <a:pt x="1901733" y="116013"/>
                </a:lnTo>
                <a:lnTo>
                  <a:pt x="1901017" y="110243"/>
                </a:lnTo>
                <a:lnTo>
                  <a:pt x="1901085" y="110801"/>
                </a:lnTo>
                <a:lnTo>
                  <a:pt x="1900078" y="105121"/>
                </a:lnTo>
                <a:lnTo>
                  <a:pt x="1900189" y="105680"/>
                </a:lnTo>
                <a:lnTo>
                  <a:pt x="1898915" y="100088"/>
                </a:lnTo>
                <a:lnTo>
                  <a:pt x="1899049" y="100648"/>
                </a:lnTo>
                <a:lnTo>
                  <a:pt x="1897484" y="95167"/>
                </a:lnTo>
                <a:lnTo>
                  <a:pt x="1897663" y="95705"/>
                </a:lnTo>
                <a:lnTo>
                  <a:pt x="1895851" y="90359"/>
                </a:lnTo>
                <a:lnTo>
                  <a:pt x="1896030" y="90874"/>
                </a:lnTo>
                <a:lnTo>
                  <a:pt x="1893972" y="85640"/>
                </a:lnTo>
                <a:lnTo>
                  <a:pt x="1894307" y="86378"/>
                </a:lnTo>
                <a:lnTo>
                  <a:pt x="1889454" y="76313"/>
                </a:lnTo>
                <a:lnTo>
                  <a:pt x="1889968" y="77275"/>
                </a:lnTo>
                <a:lnTo>
                  <a:pt x="1884198" y="67770"/>
                </a:lnTo>
                <a:lnTo>
                  <a:pt x="1884802" y="68664"/>
                </a:lnTo>
                <a:lnTo>
                  <a:pt x="1878181" y="59807"/>
                </a:lnTo>
                <a:lnTo>
                  <a:pt x="1878852" y="60612"/>
                </a:lnTo>
                <a:lnTo>
                  <a:pt x="1871427" y="52449"/>
                </a:lnTo>
                <a:lnTo>
                  <a:pt x="1872165" y="53186"/>
                </a:lnTo>
                <a:lnTo>
                  <a:pt x="1864001" y="45761"/>
                </a:lnTo>
                <a:lnTo>
                  <a:pt x="1864807" y="46432"/>
                </a:lnTo>
                <a:lnTo>
                  <a:pt x="1855949" y="39812"/>
                </a:lnTo>
                <a:lnTo>
                  <a:pt x="1856844" y="40415"/>
                </a:lnTo>
                <a:lnTo>
                  <a:pt x="1847338" y="34645"/>
                </a:lnTo>
                <a:lnTo>
                  <a:pt x="1848301" y="35159"/>
                </a:lnTo>
                <a:lnTo>
                  <a:pt x="1838235" y="30306"/>
                </a:lnTo>
                <a:lnTo>
                  <a:pt x="1838973" y="30642"/>
                </a:lnTo>
                <a:lnTo>
                  <a:pt x="1833740" y="28584"/>
                </a:lnTo>
                <a:lnTo>
                  <a:pt x="1834254" y="28762"/>
                </a:lnTo>
                <a:lnTo>
                  <a:pt x="1828909" y="26951"/>
                </a:lnTo>
                <a:lnTo>
                  <a:pt x="1829445" y="27130"/>
                </a:lnTo>
                <a:lnTo>
                  <a:pt x="1823966" y="25564"/>
                </a:lnTo>
                <a:lnTo>
                  <a:pt x="1824525" y="25698"/>
                </a:lnTo>
                <a:lnTo>
                  <a:pt x="1818933" y="24424"/>
                </a:lnTo>
                <a:lnTo>
                  <a:pt x="1819492" y="24535"/>
                </a:lnTo>
                <a:lnTo>
                  <a:pt x="1813811" y="23529"/>
                </a:lnTo>
                <a:lnTo>
                  <a:pt x="1814371" y="23596"/>
                </a:lnTo>
                <a:lnTo>
                  <a:pt x="1808600" y="22880"/>
                </a:lnTo>
                <a:lnTo>
                  <a:pt x="1809181" y="22925"/>
                </a:lnTo>
                <a:lnTo>
                  <a:pt x="1803322" y="22477"/>
                </a:lnTo>
                <a:lnTo>
                  <a:pt x="1803881" y="22522"/>
                </a:lnTo>
                <a:lnTo>
                  <a:pt x="1797954" y="22366"/>
                </a:lnTo>
                <a:lnTo>
                  <a:pt x="1798244" y="22366"/>
                </a:lnTo>
                <a:lnTo>
                  <a:pt x="126369" y="22366"/>
                </a:lnTo>
                <a:lnTo>
                  <a:pt x="126660" y="22366"/>
                </a:lnTo>
                <a:lnTo>
                  <a:pt x="120733" y="22522"/>
                </a:lnTo>
                <a:lnTo>
                  <a:pt x="121292" y="22477"/>
                </a:lnTo>
                <a:lnTo>
                  <a:pt x="115432" y="22925"/>
                </a:lnTo>
                <a:lnTo>
                  <a:pt x="116013" y="22880"/>
                </a:lnTo>
                <a:lnTo>
                  <a:pt x="110243" y="23596"/>
                </a:lnTo>
                <a:lnTo>
                  <a:pt x="110802" y="23529"/>
                </a:lnTo>
                <a:lnTo>
                  <a:pt x="105121" y="24535"/>
                </a:lnTo>
                <a:lnTo>
                  <a:pt x="105680" y="24424"/>
                </a:lnTo>
                <a:lnTo>
                  <a:pt x="100089" y="25698"/>
                </a:lnTo>
                <a:lnTo>
                  <a:pt x="100648" y="25564"/>
                </a:lnTo>
                <a:lnTo>
                  <a:pt x="95168" y="27130"/>
                </a:lnTo>
                <a:lnTo>
                  <a:pt x="95705" y="26951"/>
                </a:lnTo>
                <a:lnTo>
                  <a:pt x="90360" y="28762"/>
                </a:lnTo>
                <a:lnTo>
                  <a:pt x="90874" y="28584"/>
                </a:lnTo>
                <a:lnTo>
                  <a:pt x="85641" y="30642"/>
                </a:lnTo>
                <a:lnTo>
                  <a:pt x="86378" y="30306"/>
                </a:lnTo>
                <a:lnTo>
                  <a:pt x="76313" y="35159"/>
                </a:lnTo>
                <a:lnTo>
                  <a:pt x="77276" y="34645"/>
                </a:lnTo>
                <a:lnTo>
                  <a:pt x="67770" y="40415"/>
                </a:lnTo>
                <a:lnTo>
                  <a:pt x="68664" y="39812"/>
                </a:lnTo>
                <a:lnTo>
                  <a:pt x="59807" y="46432"/>
                </a:lnTo>
                <a:lnTo>
                  <a:pt x="60612" y="45761"/>
                </a:lnTo>
                <a:lnTo>
                  <a:pt x="52449" y="53186"/>
                </a:lnTo>
                <a:lnTo>
                  <a:pt x="53187" y="52449"/>
                </a:lnTo>
                <a:lnTo>
                  <a:pt x="45761" y="60612"/>
                </a:lnTo>
                <a:lnTo>
                  <a:pt x="46433" y="59807"/>
                </a:lnTo>
                <a:lnTo>
                  <a:pt x="39812" y="68664"/>
                </a:lnTo>
                <a:lnTo>
                  <a:pt x="40416" y="67770"/>
                </a:lnTo>
                <a:lnTo>
                  <a:pt x="34645" y="77275"/>
                </a:lnTo>
                <a:lnTo>
                  <a:pt x="35160" y="76313"/>
                </a:lnTo>
                <a:lnTo>
                  <a:pt x="30306" y="86378"/>
                </a:lnTo>
                <a:lnTo>
                  <a:pt x="30642" y="85640"/>
                </a:lnTo>
                <a:lnTo>
                  <a:pt x="28584" y="90874"/>
                </a:lnTo>
                <a:lnTo>
                  <a:pt x="28763" y="90359"/>
                </a:lnTo>
                <a:lnTo>
                  <a:pt x="26951" y="95705"/>
                </a:lnTo>
                <a:lnTo>
                  <a:pt x="27130" y="95167"/>
                </a:lnTo>
                <a:lnTo>
                  <a:pt x="25564" y="100648"/>
                </a:lnTo>
                <a:lnTo>
                  <a:pt x="25699" y="100088"/>
                </a:lnTo>
                <a:lnTo>
                  <a:pt x="24424" y="105680"/>
                </a:lnTo>
                <a:lnTo>
                  <a:pt x="24536" y="105121"/>
                </a:lnTo>
                <a:lnTo>
                  <a:pt x="23529" y="110801"/>
                </a:lnTo>
                <a:lnTo>
                  <a:pt x="23596" y="110243"/>
                </a:lnTo>
                <a:lnTo>
                  <a:pt x="22881" y="116013"/>
                </a:lnTo>
                <a:lnTo>
                  <a:pt x="22925" y="115431"/>
                </a:lnTo>
                <a:lnTo>
                  <a:pt x="22478" y="121291"/>
                </a:lnTo>
                <a:lnTo>
                  <a:pt x="22523" y="120732"/>
                </a:lnTo>
                <a:lnTo>
                  <a:pt x="22367" y="1266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6A616748-17D4-419D-8C9B-81BF9EFE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62" y="5829458"/>
            <a:ext cx="1902918" cy="691117"/>
          </a:xfrm>
          <a:custGeom xmlns:a="http://schemas.openxmlformats.org/drawingml/2006/main">
            <a:pathLst>
              <a:path w="1902918" h="691117">
                <a:moveTo>
                  <a:pt x="0" y="116081"/>
                </a:moveTo>
                <a:cubicBezTo>
                  <a:pt x="671" y="51577"/>
                  <a:pt x="52248" y="0"/>
                  <a:pt x="115410" y="671"/>
                </a:cubicBezTo>
                <a:lnTo>
                  <a:pt x="1787509" y="671"/>
                </a:lnTo>
                <a:cubicBezTo>
                  <a:pt x="1851342" y="0"/>
                  <a:pt x="1902918" y="51577"/>
                  <a:pt x="1902918" y="116081"/>
                </a:cubicBezTo>
                <a:lnTo>
                  <a:pt x="1902918" y="575036"/>
                </a:lnTo>
                <a:cubicBezTo>
                  <a:pt x="1902918" y="639541"/>
                  <a:pt x="1851342" y="691117"/>
                  <a:pt x="1787509" y="690446"/>
                </a:cubicBezTo>
                <a:lnTo>
                  <a:pt x="115410" y="690446"/>
                </a:lnTo>
                <a:cubicBezTo>
                  <a:pt x="52248" y="691117"/>
                  <a:pt x="671" y="639541"/>
                  <a:pt x="0" y="575036"/>
                </a:cubicBezTo>
                <a:lnTo>
                  <a:pt x="0" y="116081"/>
                </a:lnTo>
              </a:path>
            </a:pathLst>
          </a:custGeom>
          <a:solidFill xmlns:a="http://schemas.openxmlformats.org/drawingml/2006/main">
            <a:srgbClr val="FBE5D6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49835194-A13F-4F0D-B125-0519B4FA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50" y="5818275"/>
            <a:ext cx="1924614" cy="713483"/>
          </a:xfrm>
          <a:custGeom xmlns:a="http://schemas.openxmlformats.org/drawingml/2006/main">
            <a:pathLst>
              <a:path w="1924614" h="713483">
                <a:moveTo>
                  <a:pt x="157" y="119883"/>
                </a:moveTo>
                <a:lnTo>
                  <a:pt x="649" y="113464"/>
                </a:lnTo>
                <a:lnTo>
                  <a:pt x="1454" y="107135"/>
                </a:lnTo>
                <a:lnTo>
                  <a:pt x="2572" y="100917"/>
                </a:lnTo>
                <a:lnTo>
                  <a:pt x="3981" y="94788"/>
                </a:lnTo>
                <a:lnTo>
                  <a:pt x="5681" y="88794"/>
                </a:lnTo>
                <a:lnTo>
                  <a:pt x="7672" y="82912"/>
                </a:lnTo>
                <a:lnTo>
                  <a:pt x="9976" y="77052"/>
                </a:lnTo>
                <a:lnTo>
                  <a:pt x="15254" y="66115"/>
                </a:lnTo>
                <a:lnTo>
                  <a:pt x="21584" y="55693"/>
                </a:lnTo>
                <a:lnTo>
                  <a:pt x="28853" y="45985"/>
                </a:lnTo>
                <a:lnTo>
                  <a:pt x="36994" y="36994"/>
                </a:lnTo>
                <a:lnTo>
                  <a:pt x="45985" y="28853"/>
                </a:lnTo>
                <a:lnTo>
                  <a:pt x="55692" y="21584"/>
                </a:lnTo>
                <a:lnTo>
                  <a:pt x="66115" y="15254"/>
                </a:lnTo>
                <a:lnTo>
                  <a:pt x="77052" y="9976"/>
                </a:lnTo>
                <a:lnTo>
                  <a:pt x="82912" y="7672"/>
                </a:lnTo>
                <a:lnTo>
                  <a:pt x="88794" y="5681"/>
                </a:lnTo>
                <a:lnTo>
                  <a:pt x="94788" y="3982"/>
                </a:lnTo>
                <a:lnTo>
                  <a:pt x="100917" y="2573"/>
                </a:lnTo>
                <a:lnTo>
                  <a:pt x="107134" y="1454"/>
                </a:lnTo>
                <a:lnTo>
                  <a:pt x="113464" y="649"/>
                </a:lnTo>
                <a:lnTo>
                  <a:pt x="119883" y="157"/>
                </a:lnTo>
                <a:lnTo>
                  <a:pt x="126235" y="0"/>
                </a:lnTo>
                <a:lnTo>
                  <a:pt x="1798379" y="0"/>
                </a:lnTo>
                <a:lnTo>
                  <a:pt x="1804731" y="157"/>
                </a:lnTo>
                <a:lnTo>
                  <a:pt x="1811150" y="649"/>
                </a:lnTo>
                <a:lnTo>
                  <a:pt x="1817479" y="1454"/>
                </a:lnTo>
                <a:lnTo>
                  <a:pt x="1823697" y="2573"/>
                </a:lnTo>
                <a:lnTo>
                  <a:pt x="1829826" y="3982"/>
                </a:lnTo>
                <a:lnTo>
                  <a:pt x="1835820" y="5681"/>
                </a:lnTo>
                <a:lnTo>
                  <a:pt x="1841702" y="7672"/>
                </a:lnTo>
                <a:lnTo>
                  <a:pt x="1847562" y="9976"/>
                </a:lnTo>
                <a:lnTo>
                  <a:pt x="1858499" y="15254"/>
                </a:lnTo>
                <a:lnTo>
                  <a:pt x="1868921" y="21584"/>
                </a:lnTo>
                <a:lnTo>
                  <a:pt x="1878629" y="28853"/>
                </a:lnTo>
                <a:lnTo>
                  <a:pt x="1887620" y="36994"/>
                </a:lnTo>
                <a:lnTo>
                  <a:pt x="1895762" y="45985"/>
                </a:lnTo>
                <a:lnTo>
                  <a:pt x="1903030" y="55693"/>
                </a:lnTo>
                <a:lnTo>
                  <a:pt x="1909360" y="66115"/>
                </a:lnTo>
                <a:lnTo>
                  <a:pt x="1914638" y="77052"/>
                </a:lnTo>
                <a:lnTo>
                  <a:pt x="1916942" y="82912"/>
                </a:lnTo>
                <a:lnTo>
                  <a:pt x="1918933" y="88794"/>
                </a:lnTo>
                <a:lnTo>
                  <a:pt x="1920632" y="94788"/>
                </a:lnTo>
                <a:lnTo>
                  <a:pt x="1922041" y="100917"/>
                </a:lnTo>
                <a:lnTo>
                  <a:pt x="1923160" y="107135"/>
                </a:lnTo>
                <a:lnTo>
                  <a:pt x="1923965" y="113464"/>
                </a:lnTo>
                <a:lnTo>
                  <a:pt x="1924458" y="119883"/>
                </a:lnTo>
                <a:lnTo>
                  <a:pt x="1924614" y="126235"/>
                </a:lnTo>
                <a:lnTo>
                  <a:pt x="1924614" y="587248"/>
                </a:lnTo>
                <a:lnTo>
                  <a:pt x="1924458" y="593600"/>
                </a:lnTo>
                <a:lnTo>
                  <a:pt x="1923965" y="600019"/>
                </a:lnTo>
                <a:lnTo>
                  <a:pt x="1923160" y="606349"/>
                </a:lnTo>
                <a:lnTo>
                  <a:pt x="1922041" y="612566"/>
                </a:lnTo>
                <a:lnTo>
                  <a:pt x="1920632" y="618695"/>
                </a:lnTo>
                <a:lnTo>
                  <a:pt x="1918933" y="624689"/>
                </a:lnTo>
                <a:lnTo>
                  <a:pt x="1916942" y="630571"/>
                </a:lnTo>
                <a:lnTo>
                  <a:pt x="1914638" y="636432"/>
                </a:lnTo>
                <a:lnTo>
                  <a:pt x="1909360" y="647368"/>
                </a:lnTo>
                <a:lnTo>
                  <a:pt x="1903030" y="657791"/>
                </a:lnTo>
                <a:lnTo>
                  <a:pt x="1895762" y="667498"/>
                </a:lnTo>
                <a:lnTo>
                  <a:pt x="1887620" y="676489"/>
                </a:lnTo>
                <a:lnTo>
                  <a:pt x="1878629" y="684630"/>
                </a:lnTo>
                <a:lnTo>
                  <a:pt x="1868921" y="691899"/>
                </a:lnTo>
                <a:lnTo>
                  <a:pt x="1858499" y="698229"/>
                </a:lnTo>
                <a:lnTo>
                  <a:pt x="1847562" y="703508"/>
                </a:lnTo>
                <a:lnTo>
                  <a:pt x="1841702" y="705811"/>
                </a:lnTo>
                <a:lnTo>
                  <a:pt x="1835820" y="707802"/>
                </a:lnTo>
                <a:lnTo>
                  <a:pt x="1829826" y="709502"/>
                </a:lnTo>
                <a:lnTo>
                  <a:pt x="1823697" y="710911"/>
                </a:lnTo>
                <a:lnTo>
                  <a:pt x="1817479" y="712029"/>
                </a:lnTo>
                <a:lnTo>
                  <a:pt x="1811150" y="712834"/>
                </a:lnTo>
                <a:lnTo>
                  <a:pt x="1804731" y="713326"/>
                </a:lnTo>
                <a:lnTo>
                  <a:pt x="1798379" y="713483"/>
                </a:lnTo>
                <a:lnTo>
                  <a:pt x="126235" y="713483"/>
                </a:lnTo>
                <a:lnTo>
                  <a:pt x="119883" y="713326"/>
                </a:lnTo>
                <a:lnTo>
                  <a:pt x="113464" y="712834"/>
                </a:lnTo>
                <a:lnTo>
                  <a:pt x="107134" y="712029"/>
                </a:lnTo>
                <a:lnTo>
                  <a:pt x="100917" y="710911"/>
                </a:lnTo>
                <a:lnTo>
                  <a:pt x="94788" y="709502"/>
                </a:lnTo>
                <a:lnTo>
                  <a:pt x="88794" y="707802"/>
                </a:lnTo>
                <a:lnTo>
                  <a:pt x="82912" y="705811"/>
                </a:lnTo>
                <a:lnTo>
                  <a:pt x="77052" y="703508"/>
                </a:lnTo>
                <a:lnTo>
                  <a:pt x="66115" y="698229"/>
                </a:lnTo>
                <a:lnTo>
                  <a:pt x="55692" y="691899"/>
                </a:lnTo>
                <a:lnTo>
                  <a:pt x="45985" y="684630"/>
                </a:lnTo>
                <a:lnTo>
                  <a:pt x="36994" y="676489"/>
                </a:lnTo>
                <a:lnTo>
                  <a:pt x="28853" y="667498"/>
                </a:lnTo>
                <a:lnTo>
                  <a:pt x="21584" y="657791"/>
                </a:lnTo>
                <a:lnTo>
                  <a:pt x="15254" y="647368"/>
                </a:lnTo>
                <a:lnTo>
                  <a:pt x="9976" y="636432"/>
                </a:lnTo>
                <a:lnTo>
                  <a:pt x="7672" y="630571"/>
                </a:lnTo>
                <a:lnTo>
                  <a:pt x="5681" y="624689"/>
                </a:lnTo>
                <a:lnTo>
                  <a:pt x="3981" y="618695"/>
                </a:lnTo>
                <a:lnTo>
                  <a:pt x="2572" y="612566"/>
                </a:lnTo>
                <a:lnTo>
                  <a:pt x="1454" y="606349"/>
                </a:lnTo>
                <a:lnTo>
                  <a:pt x="649" y="600019"/>
                </a:lnTo>
                <a:lnTo>
                  <a:pt x="157" y="593600"/>
                </a:lnTo>
                <a:lnTo>
                  <a:pt x="0" y="587248"/>
                </a:lnTo>
                <a:lnTo>
                  <a:pt x="0" y="126235"/>
                </a:lnTo>
                <a:lnTo>
                  <a:pt x="157" y="119883"/>
                </a:lnTo>
                <a:moveTo>
                  <a:pt x="22366" y="126660"/>
                </a:moveTo>
                <a:lnTo>
                  <a:pt x="22366" y="126370"/>
                </a:lnTo>
                <a:lnTo>
                  <a:pt x="22366" y="587114"/>
                </a:lnTo>
                <a:lnTo>
                  <a:pt x="22366" y="586823"/>
                </a:lnTo>
                <a:lnTo>
                  <a:pt x="22523" y="592750"/>
                </a:lnTo>
                <a:lnTo>
                  <a:pt x="22478" y="592191"/>
                </a:lnTo>
                <a:lnTo>
                  <a:pt x="22926" y="598051"/>
                </a:lnTo>
                <a:lnTo>
                  <a:pt x="22881" y="597469"/>
                </a:lnTo>
                <a:lnTo>
                  <a:pt x="23597" y="603240"/>
                </a:lnTo>
                <a:lnTo>
                  <a:pt x="23529" y="602681"/>
                </a:lnTo>
                <a:lnTo>
                  <a:pt x="24536" y="608362"/>
                </a:lnTo>
                <a:lnTo>
                  <a:pt x="24424" y="607802"/>
                </a:lnTo>
                <a:lnTo>
                  <a:pt x="25699" y="613394"/>
                </a:lnTo>
                <a:lnTo>
                  <a:pt x="25565" y="612835"/>
                </a:lnTo>
                <a:lnTo>
                  <a:pt x="27130" y="618315"/>
                </a:lnTo>
                <a:lnTo>
                  <a:pt x="26952" y="617777"/>
                </a:lnTo>
                <a:lnTo>
                  <a:pt x="28763" y="623124"/>
                </a:lnTo>
                <a:lnTo>
                  <a:pt x="28584" y="622609"/>
                </a:lnTo>
                <a:lnTo>
                  <a:pt x="30642" y="627842"/>
                </a:lnTo>
                <a:lnTo>
                  <a:pt x="30306" y="627105"/>
                </a:lnTo>
                <a:lnTo>
                  <a:pt x="35160" y="637169"/>
                </a:lnTo>
                <a:lnTo>
                  <a:pt x="34646" y="636208"/>
                </a:lnTo>
                <a:lnTo>
                  <a:pt x="40416" y="645713"/>
                </a:lnTo>
                <a:lnTo>
                  <a:pt x="39812" y="644819"/>
                </a:lnTo>
                <a:lnTo>
                  <a:pt x="46432" y="653676"/>
                </a:lnTo>
                <a:lnTo>
                  <a:pt x="45761" y="652870"/>
                </a:lnTo>
                <a:lnTo>
                  <a:pt x="53187" y="661034"/>
                </a:lnTo>
                <a:lnTo>
                  <a:pt x="52449" y="660296"/>
                </a:lnTo>
                <a:lnTo>
                  <a:pt x="60613" y="667721"/>
                </a:lnTo>
                <a:lnTo>
                  <a:pt x="59807" y="667051"/>
                </a:lnTo>
                <a:lnTo>
                  <a:pt x="68664" y="673671"/>
                </a:lnTo>
                <a:lnTo>
                  <a:pt x="67770" y="673067"/>
                </a:lnTo>
                <a:lnTo>
                  <a:pt x="77276" y="678838"/>
                </a:lnTo>
                <a:lnTo>
                  <a:pt x="76314" y="678323"/>
                </a:lnTo>
                <a:lnTo>
                  <a:pt x="86378" y="683177"/>
                </a:lnTo>
                <a:lnTo>
                  <a:pt x="85640" y="682841"/>
                </a:lnTo>
                <a:lnTo>
                  <a:pt x="90874" y="684899"/>
                </a:lnTo>
                <a:lnTo>
                  <a:pt x="90360" y="684720"/>
                </a:lnTo>
                <a:lnTo>
                  <a:pt x="95705" y="686531"/>
                </a:lnTo>
                <a:lnTo>
                  <a:pt x="95169" y="686353"/>
                </a:lnTo>
                <a:lnTo>
                  <a:pt x="100648" y="687918"/>
                </a:lnTo>
                <a:lnTo>
                  <a:pt x="100089" y="687784"/>
                </a:lnTo>
                <a:lnTo>
                  <a:pt x="105680" y="689059"/>
                </a:lnTo>
                <a:lnTo>
                  <a:pt x="105121" y="688947"/>
                </a:lnTo>
                <a:lnTo>
                  <a:pt x="110803" y="689954"/>
                </a:lnTo>
                <a:lnTo>
                  <a:pt x="110243" y="689886"/>
                </a:lnTo>
                <a:lnTo>
                  <a:pt x="116014" y="690602"/>
                </a:lnTo>
                <a:lnTo>
                  <a:pt x="115432" y="690557"/>
                </a:lnTo>
                <a:lnTo>
                  <a:pt x="121292" y="691005"/>
                </a:lnTo>
                <a:lnTo>
                  <a:pt x="120733" y="690960"/>
                </a:lnTo>
                <a:lnTo>
                  <a:pt x="126660" y="691117"/>
                </a:lnTo>
                <a:lnTo>
                  <a:pt x="126369" y="691117"/>
                </a:lnTo>
                <a:lnTo>
                  <a:pt x="1798244" y="691117"/>
                </a:lnTo>
                <a:lnTo>
                  <a:pt x="1797954" y="691117"/>
                </a:lnTo>
                <a:lnTo>
                  <a:pt x="1803881" y="690960"/>
                </a:lnTo>
                <a:lnTo>
                  <a:pt x="1803322" y="691005"/>
                </a:lnTo>
                <a:lnTo>
                  <a:pt x="1809182" y="690557"/>
                </a:lnTo>
                <a:lnTo>
                  <a:pt x="1808600" y="690602"/>
                </a:lnTo>
                <a:lnTo>
                  <a:pt x="1814371" y="689886"/>
                </a:lnTo>
                <a:lnTo>
                  <a:pt x="1813811" y="689954"/>
                </a:lnTo>
                <a:lnTo>
                  <a:pt x="1819492" y="688947"/>
                </a:lnTo>
                <a:lnTo>
                  <a:pt x="1818933" y="689059"/>
                </a:lnTo>
                <a:lnTo>
                  <a:pt x="1824525" y="687784"/>
                </a:lnTo>
                <a:lnTo>
                  <a:pt x="1823966" y="687918"/>
                </a:lnTo>
                <a:lnTo>
                  <a:pt x="1829445" y="686353"/>
                </a:lnTo>
                <a:lnTo>
                  <a:pt x="1828909" y="686531"/>
                </a:lnTo>
                <a:lnTo>
                  <a:pt x="1834254" y="684720"/>
                </a:lnTo>
                <a:lnTo>
                  <a:pt x="1833740" y="684899"/>
                </a:lnTo>
                <a:lnTo>
                  <a:pt x="1838973" y="682841"/>
                </a:lnTo>
                <a:lnTo>
                  <a:pt x="1838235" y="683177"/>
                </a:lnTo>
                <a:lnTo>
                  <a:pt x="1848301" y="678323"/>
                </a:lnTo>
                <a:lnTo>
                  <a:pt x="1847338" y="678838"/>
                </a:lnTo>
                <a:lnTo>
                  <a:pt x="1856844" y="673067"/>
                </a:lnTo>
                <a:lnTo>
                  <a:pt x="1855950" y="673671"/>
                </a:lnTo>
                <a:lnTo>
                  <a:pt x="1864807" y="667051"/>
                </a:lnTo>
                <a:lnTo>
                  <a:pt x="1864001" y="667721"/>
                </a:lnTo>
                <a:lnTo>
                  <a:pt x="1872165" y="660296"/>
                </a:lnTo>
                <a:lnTo>
                  <a:pt x="1871427" y="661034"/>
                </a:lnTo>
                <a:lnTo>
                  <a:pt x="1878852" y="652870"/>
                </a:lnTo>
                <a:lnTo>
                  <a:pt x="1878181" y="653676"/>
                </a:lnTo>
                <a:lnTo>
                  <a:pt x="1884802" y="644819"/>
                </a:lnTo>
                <a:lnTo>
                  <a:pt x="1884198" y="645713"/>
                </a:lnTo>
                <a:lnTo>
                  <a:pt x="1889968" y="636208"/>
                </a:lnTo>
                <a:lnTo>
                  <a:pt x="1889454" y="637169"/>
                </a:lnTo>
                <a:lnTo>
                  <a:pt x="1894308" y="627105"/>
                </a:lnTo>
                <a:lnTo>
                  <a:pt x="1893972" y="627842"/>
                </a:lnTo>
                <a:lnTo>
                  <a:pt x="1896030" y="622609"/>
                </a:lnTo>
                <a:lnTo>
                  <a:pt x="1895851" y="623124"/>
                </a:lnTo>
                <a:lnTo>
                  <a:pt x="1897663" y="617777"/>
                </a:lnTo>
                <a:lnTo>
                  <a:pt x="1897484" y="618315"/>
                </a:lnTo>
                <a:lnTo>
                  <a:pt x="1899049" y="612835"/>
                </a:lnTo>
                <a:lnTo>
                  <a:pt x="1898915" y="613394"/>
                </a:lnTo>
                <a:lnTo>
                  <a:pt x="1900190" y="607802"/>
                </a:lnTo>
                <a:lnTo>
                  <a:pt x="1900078" y="608362"/>
                </a:lnTo>
                <a:lnTo>
                  <a:pt x="1901085" y="602681"/>
                </a:lnTo>
                <a:lnTo>
                  <a:pt x="1901017" y="603240"/>
                </a:lnTo>
                <a:lnTo>
                  <a:pt x="1901733" y="597469"/>
                </a:lnTo>
                <a:lnTo>
                  <a:pt x="1901688" y="598051"/>
                </a:lnTo>
                <a:lnTo>
                  <a:pt x="1902136" y="592191"/>
                </a:lnTo>
                <a:lnTo>
                  <a:pt x="1902091" y="592750"/>
                </a:lnTo>
                <a:lnTo>
                  <a:pt x="1902247" y="586823"/>
                </a:lnTo>
                <a:lnTo>
                  <a:pt x="1902247" y="587114"/>
                </a:lnTo>
                <a:lnTo>
                  <a:pt x="1902247" y="126370"/>
                </a:lnTo>
                <a:lnTo>
                  <a:pt x="1902247" y="126660"/>
                </a:lnTo>
                <a:lnTo>
                  <a:pt x="1902091" y="120733"/>
                </a:lnTo>
                <a:lnTo>
                  <a:pt x="1902136" y="121292"/>
                </a:lnTo>
                <a:lnTo>
                  <a:pt x="1901688" y="115432"/>
                </a:lnTo>
                <a:lnTo>
                  <a:pt x="1901733" y="116014"/>
                </a:lnTo>
                <a:lnTo>
                  <a:pt x="1901017" y="110243"/>
                </a:lnTo>
                <a:lnTo>
                  <a:pt x="1901085" y="110803"/>
                </a:lnTo>
                <a:lnTo>
                  <a:pt x="1900078" y="105121"/>
                </a:lnTo>
                <a:lnTo>
                  <a:pt x="1900190" y="105681"/>
                </a:lnTo>
                <a:lnTo>
                  <a:pt x="1898915" y="100089"/>
                </a:lnTo>
                <a:lnTo>
                  <a:pt x="1899049" y="100648"/>
                </a:lnTo>
                <a:lnTo>
                  <a:pt x="1897484" y="95169"/>
                </a:lnTo>
                <a:lnTo>
                  <a:pt x="1897663" y="95706"/>
                </a:lnTo>
                <a:lnTo>
                  <a:pt x="1895851" y="90360"/>
                </a:lnTo>
                <a:lnTo>
                  <a:pt x="1896030" y="90875"/>
                </a:lnTo>
                <a:lnTo>
                  <a:pt x="1893972" y="85641"/>
                </a:lnTo>
                <a:lnTo>
                  <a:pt x="1894308" y="86378"/>
                </a:lnTo>
                <a:lnTo>
                  <a:pt x="1889454" y="76314"/>
                </a:lnTo>
                <a:lnTo>
                  <a:pt x="1889968" y="77276"/>
                </a:lnTo>
                <a:lnTo>
                  <a:pt x="1884198" y="67770"/>
                </a:lnTo>
                <a:lnTo>
                  <a:pt x="1884802" y="68664"/>
                </a:lnTo>
                <a:lnTo>
                  <a:pt x="1878181" y="59807"/>
                </a:lnTo>
                <a:lnTo>
                  <a:pt x="1878852" y="60613"/>
                </a:lnTo>
                <a:lnTo>
                  <a:pt x="1871427" y="52449"/>
                </a:lnTo>
                <a:lnTo>
                  <a:pt x="1872165" y="53187"/>
                </a:lnTo>
                <a:lnTo>
                  <a:pt x="1864001" y="45762"/>
                </a:lnTo>
                <a:lnTo>
                  <a:pt x="1864807" y="46433"/>
                </a:lnTo>
                <a:lnTo>
                  <a:pt x="1855950" y="39812"/>
                </a:lnTo>
                <a:lnTo>
                  <a:pt x="1856844" y="40416"/>
                </a:lnTo>
                <a:lnTo>
                  <a:pt x="1847338" y="34646"/>
                </a:lnTo>
                <a:lnTo>
                  <a:pt x="1848301" y="35160"/>
                </a:lnTo>
                <a:lnTo>
                  <a:pt x="1838235" y="30306"/>
                </a:lnTo>
                <a:lnTo>
                  <a:pt x="1838973" y="30642"/>
                </a:lnTo>
                <a:lnTo>
                  <a:pt x="1833740" y="28584"/>
                </a:lnTo>
                <a:lnTo>
                  <a:pt x="1834254" y="28763"/>
                </a:lnTo>
                <a:lnTo>
                  <a:pt x="1828909" y="26952"/>
                </a:lnTo>
                <a:lnTo>
                  <a:pt x="1829445" y="27130"/>
                </a:lnTo>
                <a:lnTo>
                  <a:pt x="1823966" y="25565"/>
                </a:lnTo>
                <a:lnTo>
                  <a:pt x="1824525" y="25699"/>
                </a:lnTo>
                <a:lnTo>
                  <a:pt x="1818933" y="24424"/>
                </a:lnTo>
                <a:lnTo>
                  <a:pt x="1819492" y="24536"/>
                </a:lnTo>
                <a:lnTo>
                  <a:pt x="1813811" y="23529"/>
                </a:lnTo>
                <a:lnTo>
                  <a:pt x="1814371" y="23597"/>
                </a:lnTo>
                <a:lnTo>
                  <a:pt x="1808600" y="22881"/>
                </a:lnTo>
                <a:lnTo>
                  <a:pt x="1809182" y="22926"/>
                </a:lnTo>
                <a:lnTo>
                  <a:pt x="1803322" y="22478"/>
                </a:lnTo>
                <a:lnTo>
                  <a:pt x="1803881" y="22523"/>
                </a:lnTo>
                <a:lnTo>
                  <a:pt x="1797954" y="22366"/>
                </a:lnTo>
                <a:lnTo>
                  <a:pt x="1798244" y="22366"/>
                </a:lnTo>
                <a:lnTo>
                  <a:pt x="126369" y="22366"/>
                </a:lnTo>
                <a:lnTo>
                  <a:pt x="126660" y="22366"/>
                </a:lnTo>
                <a:lnTo>
                  <a:pt x="120733" y="22523"/>
                </a:lnTo>
                <a:lnTo>
                  <a:pt x="121292" y="22478"/>
                </a:lnTo>
                <a:lnTo>
                  <a:pt x="115432" y="22926"/>
                </a:lnTo>
                <a:lnTo>
                  <a:pt x="116014" y="22881"/>
                </a:lnTo>
                <a:lnTo>
                  <a:pt x="110243" y="23597"/>
                </a:lnTo>
                <a:lnTo>
                  <a:pt x="110803" y="23529"/>
                </a:lnTo>
                <a:lnTo>
                  <a:pt x="105121" y="24536"/>
                </a:lnTo>
                <a:lnTo>
                  <a:pt x="105680" y="24424"/>
                </a:lnTo>
                <a:lnTo>
                  <a:pt x="100089" y="25699"/>
                </a:lnTo>
                <a:lnTo>
                  <a:pt x="100648" y="25565"/>
                </a:lnTo>
                <a:lnTo>
                  <a:pt x="95169" y="27130"/>
                </a:lnTo>
                <a:lnTo>
                  <a:pt x="95705" y="26952"/>
                </a:lnTo>
                <a:lnTo>
                  <a:pt x="90360" y="28763"/>
                </a:lnTo>
                <a:lnTo>
                  <a:pt x="90874" y="28584"/>
                </a:lnTo>
                <a:lnTo>
                  <a:pt x="85640" y="30642"/>
                </a:lnTo>
                <a:lnTo>
                  <a:pt x="86378" y="30306"/>
                </a:lnTo>
                <a:lnTo>
                  <a:pt x="76314" y="35160"/>
                </a:lnTo>
                <a:lnTo>
                  <a:pt x="77276" y="34646"/>
                </a:lnTo>
                <a:lnTo>
                  <a:pt x="67770" y="40416"/>
                </a:lnTo>
                <a:lnTo>
                  <a:pt x="68664" y="39812"/>
                </a:lnTo>
                <a:lnTo>
                  <a:pt x="59807" y="46433"/>
                </a:lnTo>
                <a:lnTo>
                  <a:pt x="60613" y="45762"/>
                </a:lnTo>
                <a:lnTo>
                  <a:pt x="52449" y="53187"/>
                </a:lnTo>
                <a:lnTo>
                  <a:pt x="53187" y="52449"/>
                </a:lnTo>
                <a:lnTo>
                  <a:pt x="45761" y="60613"/>
                </a:lnTo>
                <a:lnTo>
                  <a:pt x="46432" y="59807"/>
                </a:lnTo>
                <a:lnTo>
                  <a:pt x="39812" y="68664"/>
                </a:lnTo>
                <a:lnTo>
                  <a:pt x="40416" y="67770"/>
                </a:lnTo>
                <a:lnTo>
                  <a:pt x="34646" y="77276"/>
                </a:lnTo>
                <a:lnTo>
                  <a:pt x="35160" y="76314"/>
                </a:lnTo>
                <a:lnTo>
                  <a:pt x="30306" y="86378"/>
                </a:lnTo>
                <a:lnTo>
                  <a:pt x="30642" y="85641"/>
                </a:lnTo>
                <a:lnTo>
                  <a:pt x="28584" y="90875"/>
                </a:lnTo>
                <a:lnTo>
                  <a:pt x="28763" y="90360"/>
                </a:lnTo>
                <a:lnTo>
                  <a:pt x="26952" y="95706"/>
                </a:lnTo>
                <a:lnTo>
                  <a:pt x="27130" y="95169"/>
                </a:lnTo>
                <a:lnTo>
                  <a:pt x="25565" y="100648"/>
                </a:lnTo>
                <a:lnTo>
                  <a:pt x="25699" y="100089"/>
                </a:lnTo>
                <a:lnTo>
                  <a:pt x="24424" y="105681"/>
                </a:lnTo>
                <a:lnTo>
                  <a:pt x="24536" y="105121"/>
                </a:lnTo>
                <a:lnTo>
                  <a:pt x="23529" y="110803"/>
                </a:lnTo>
                <a:lnTo>
                  <a:pt x="23597" y="110243"/>
                </a:lnTo>
                <a:lnTo>
                  <a:pt x="22881" y="116014"/>
                </a:lnTo>
                <a:lnTo>
                  <a:pt x="22926" y="115432"/>
                </a:lnTo>
                <a:lnTo>
                  <a:pt x="22478" y="121292"/>
                </a:lnTo>
                <a:lnTo>
                  <a:pt x="22523" y="120733"/>
                </a:lnTo>
                <a:lnTo>
                  <a:pt x="22366" y="1266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679528B9-DACA-4877-9964-245BD492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673" y="5011525"/>
            <a:ext cx="4157433" cy="225452"/>
          </a:xfrm>
          <a:custGeom xmlns:a="http://schemas.openxmlformats.org/drawingml/2006/main">
            <a:pathLst>
              <a:path w="4157433" h="225452">
                <a:moveTo>
                  <a:pt x="0" y="0"/>
                </a:moveTo>
                <a:lnTo>
                  <a:pt x="0" y="225452"/>
                </a:lnTo>
                <a:lnTo>
                  <a:pt x="4157433" y="225452"/>
                </a:lnTo>
                <a:lnTo>
                  <a:pt x="4157433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8FEE54A7-292D-48E3-A7FC-A0A989D7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634" y="5004144"/>
            <a:ext cx="4171300" cy="240437"/>
          </a:xfrm>
          <a:custGeom xmlns:a="http://schemas.openxmlformats.org/drawingml/2006/main">
            <a:pathLst>
              <a:path w="4171300" h="240437">
                <a:moveTo>
                  <a:pt x="0" y="233728"/>
                </a:moveTo>
                <a:lnTo>
                  <a:pt x="0" y="193468"/>
                </a:lnTo>
                <a:lnTo>
                  <a:pt x="13420" y="193468"/>
                </a:lnTo>
                <a:lnTo>
                  <a:pt x="13420" y="233728"/>
                </a:lnTo>
                <a:lnTo>
                  <a:pt x="0" y="233728"/>
                </a:lnTo>
                <a:moveTo>
                  <a:pt x="0" y="180048"/>
                </a:moveTo>
                <a:lnTo>
                  <a:pt x="0" y="139789"/>
                </a:lnTo>
                <a:lnTo>
                  <a:pt x="13420" y="139789"/>
                </a:lnTo>
                <a:lnTo>
                  <a:pt x="13420" y="180048"/>
                </a:lnTo>
                <a:lnTo>
                  <a:pt x="0" y="180048"/>
                </a:lnTo>
                <a:moveTo>
                  <a:pt x="0" y="126370"/>
                </a:moveTo>
                <a:lnTo>
                  <a:pt x="0" y="86110"/>
                </a:lnTo>
                <a:lnTo>
                  <a:pt x="13420" y="86110"/>
                </a:lnTo>
                <a:lnTo>
                  <a:pt x="13420" y="126370"/>
                </a:lnTo>
                <a:lnTo>
                  <a:pt x="0" y="126370"/>
                </a:lnTo>
                <a:moveTo>
                  <a:pt x="0" y="72690"/>
                </a:moveTo>
                <a:lnTo>
                  <a:pt x="0" y="32432"/>
                </a:lnTo>
                <a:lnTo>
                  <a:pt x="13420" y="32432"/>
                </a:lnTo>
                <a:lnTo>
                  <a:pt x="13420" y="72690"/>
                </a:lnTo>
                <a:lnTo>
                  <a:pt x="0" y="72690"/>
                </a:lnTo>
                <a:moveTo>
                  <a:pt x="0" y="19012"/>
                </a:moveTo>
                <a:lnTo>
                  <a:pt x="0" y="0"/>
                </a:lnTo>
                <a:lnTo>
                  <a:pt x="34668" y="0"/>
                </a:lnTo>
                <a:lnTo>
                  <a:pt x="34668" y="13420"/>
                </a:lnTo>
                <a:lnTo>
                  <a:pt x="6710" y="13420"/>
                </a:lnTo>
                <a:lnTo>
                  <a:pt x="13420" y="6710"/>
                </a:lnTo>
                <a:lnTo>
                  <a:pt x="13420" y="19012"/>
                </a:lnTo>
                <a:lnTo>
                  <a:pt x="0" y="19012"/>
                </a:lnTo>
                <a:moveTo>
                  <a:pt x="48088" y="0"/>
                </a:moveTo>
                <a:lnTo>
                  <a:pt x="88346" y="0"/>
                </a:lnTo>
                <a:lnTo>
                  <a:pt x="88346" y="13420"/>
                </a:lnTo>
                <a:lnTo>
                  <a:pt x="48088" y="13420"/>
                </a:lnTo>
                <a:lnTo>
                  <a:pt x="48088" y="0"/>
                </a:lnTo>
                <a:moveTo>
                  <a:pt x="101766" y="0"/>
                </a:moveTo>
                <a:lnTo>
                  <a:pt x="142026" y="0"/>
                </a:lnTo>
                <a:lnTo>
                  <a:pt x="142026" y="13420"/>
                </a:lnTo>
                <a:lnTo>
                  <a:pt x="101766" y="13420"/>
                </a:lnTo>
                <a:lnTo>
                  <a:pt x="101766" y="0"/>
                </a:lnTo>
                <a:moveTo>
                  <a:pt x="155445" y="0"/>
                </a:moveTo>
                <a:lnTo>
                  <a:pt x="195704" y="0"/>
                </a:lnTo>
                <a:lnTo>
                  <a:pt x="195704" y="13420"/>
                </a:lnTo>
                <a:lnTo>
                  <a:pt x="155445" y="13420"/>
                </a:lnTo>
                <a:lnTo>
                  <a:pt x="155445" y="0"/>
                </a:lnTo>
                <a:moveTo>
                  <a:pt x="209124" y="0"/>
                </a:moveTo>
                <a:lnTo>
                  <a:pt x="249382" y="0"/>
                </a:lnTo>
                <a:lnTo>
                  <a:pt x="249382" y="13420"/>
                </a:lnTo>
                <a:lnTo>
                  <a:pt x="209124" y="13420"/>
                </a:lnTo>
                <a:lnTo>
                  <a:pt x="209124" y="0"/>
                </a:lnTo>
                <a:moveTo>
                  <a:pt x="262803" y="0"/>
                </a:moveTo>
                <a:lnTo>
                  <a:pt x="303062" y="0"/>
                </a:lnTo>
                <a:lnTo>
                  <a:pt x="303062" y="13420"/>
                </a:lnTo>
                <a:lnTo>
                  <a:pt x="262803" y="13420"/>
                </a:lnTo>
                <a:lnTo>
                  <a:pt x="262803" y="0"/>
                </a:lnTo>
                <a:moveTo>
                  <a:pt x="316482" y="0"/>
                </a:moveTo>
                <a:lnTo>
                  <a:pt x="356741" y="0"/>
                </a:lnTo>
                <a:lnTo>
                  <a:pt x="356741" y="13420"/>
                </a:lnTo>
                <a:lnTo>
                  <a:pt x="316482" y="13420"/>
                </a:lnTo>
                <a:lnTo>
                  <a:pt x="316482" y="0"/>
                </a:lnTo>
                <a:moveTo>
                  <a:pt x="370160" y="0"/>
                </a:moveTo>
                <a:lnTo>
                  <a:pt x="410420" y="0"/>
                </a:lnTo>
                <a:lnTo>
                  <a:pt x="410420" y="13420"/>
                </a:lnTo>
                <a:lnTo>
                  <a:pt x="370160" y="13420"/>
                </a:lnTo>
                <a:lnTo>
                  <a:pt x="370160" y="0"/>
                </a:lnTo>
                <a:moveTo>
                  <a:pt x="423839" y="0"/>
                </a:moveTo>
                <a:lnTo>
                  <a:pt x="464098" y="0"/>
                </a:lnTo>
                <a:lnTo>
                  <a:pt x="464098" y="13420"/>
                </a:lnTo>
                <a:lnTo>
                  <a:pt x="423839" y="13420"/>
                </a:lnTo>
                <a:lnTo>
                  <a:pt x="423839" y="0"/>
                </a:lnTo>
                <a:moveTo>
                  <a:pt x="477519" y="0"/>
                </a:moveTo>
                <a:lnTo>
                  <a:pt x="517778" y="0"/>
                </a:lnTo>
                <a:lnTo>
                  <a:pt x="517778" y="13420"/>
                </a:lnTo>
                <a:lnTo>
                  <a:pt x="477519" y="13420"/>
                </a:lnTo>
                <a:lnTo>
                  <a:pt x="477519" y="0"/>
                </a:lnTo>
                <a:moveTo>
                  <a:pt x="531198" y="0"/>
                </a:moveTo>
                <a:lnTo>
                  <a:pt x="571457" y="0"/>
                </a:lnTo>
                <a:lnTo>
                  <a:pt x="571457" y="13420"/>
                </a:lnTo>
                <a:lnTo>
                  <a:pt x="531198" y="13420"/>
                </a:lnTo>
                <a:lnTo>
                  <a:pt x="531198" y="0"/>
                </a:lnTo>
                <a:moveTo>
                  <a:pt x="584876" y="0"/>
                </a:moveTo>
                <a:lnTo>
                  <a:pt x="625135" y="0"/>
                </a:lnTo>
                <a:lnTo>
                  <a:pt x="625135" y="13420"/>
                </a:lnTo>
                <a:lnTo>
                  <a:pt x="584876" y="13420"/>
                </a:lnTo>
                <a:lnTo>
                  <a:pt x="584876" y="0"/>
                </a:lnTo>
                <a:moveTo>
                  <a:pt x="638555" y="0"/>
                </a:moveTo>
                <a:lnTo>
                  <a:pt x="678814" y="0"/>
                </a:lnTo>
                <a:lnTo>
                  <a:pt x="678814" y="13420"/>
                </a:lnTo>
                <a:lnTo>
                  <a:pt x="638555" y="13420"/>
                </a:lnTo>
                <a:lnTo>
                  <a:pt x="638555" y="0"/>
                </a:lnTo>
                <a:moveTo>
                  <a:pt x="692234" y="0"/>
                </a:moveTo>
                <a:lnTo>
                  <a:pt x="732494" y="0"/>
                </a:lnTo>
                <a:lnTo>
                  <a:pt x="732494" y="13420"/>
                </a:lnTo>
                <a:lnTo>
                  <a:pt x="692234" y="13420"/>
                </a:lnTo>
                <a:lnTo>
                  <a:pt x="692234" y="0"/>
                </a:lnTo>
                <a:moveTo>
                  <a:pt x="745914" y="0"/>
                </a:moveTo>
                <a:lnTo>
                  <a:pt x="786173" y="0"/>
                </a:lnTo>
                <a:lnTo>
                  <a:pt x="786173" y="13420"/>
                </a:lnTo>
                <a:lnTo>
                  <a:pt x="745914" y="13420"/>
                </a:lnTo>
                <a:lnTo>
                  <a:pt x="745914" y="0"/>
                </a:lnTo>
                <a:moveTo>
                  <a:pt x="799592" y="0"/>
                </a:moveTo>
                <a:lnTo>
                  <a:pt x="839851" y="0"/>
                </a:lnTo>
                <a:lnTo>
                  <a:pt x="839851" y="13420"/>
                </a:lnTo>
                <a:lnTo>
                  <a:pt x="799592" y="13420"/>
                </a:lnTo>
                <a:lnTo>
                  <a:pt x="799592" y="0"/>
                </a:lnTo>
                <a:moveTo>
                  <a:pt x="853271" y="0"/>
                </a:moveTo>
                <a:lnTo>
                  <a:pt x="893530" y="0"/>
                </a:lnTo>
                <a:lnTo>
                  <a:pt x="893530" y="13420"/>
                </a:lnTo>
                <a:lnTo>
                  <a:pt x="853271" y="13420"/>
                </a:lnTo>
                <a:lnTo>
                  <a:pt x="853271" y="0"/>
                </a:lnTo>
                <a:moveTo>
                  <a:pt x="906949" y="0"/>
                </a:moveTo>
                <a:lnTo>
                  <a:pt x="947210" y="0"/>
                </a:lnTo>
                <a:lnTo>
                  <a:pt x="947210" y="13420"/>
                </a:lnTo>
                <a:lnTo>
                  <a:pt x="906949" y="13420"/>
                </a:lnTo>
                <a:lnTo>
                  <a:pt x="906949" y="0"/>
                </a:lnTo>
                <a:moveTo>
                  <a:pt x="960629" y="0"/>
                </a:moveTo>
                <a:lnTo>
                  <a:pt x="1000888" y="0"/>
                </a:lnTo>
                <a:lnTo>
                  <a:pt x="1000888" y="13420"/>
                </a:lnTo>
                <a:lnTo>
                  <a:pt x="960629" y="13420"/>
                </a:lnTo>
                <a:lnTo>
                  <a:pt x="960629" y="0"/>
                </a:lnTo>
                <a:moveTo>
                  <a:pt x="1014308" y="0"/>
                </a:moveTo>
                <a:lnTo>
                  <a:pt x="1054567" y="0"/>
                </a:lnTo>
                <a:lnTo>
                  <a:pt x="1054567" y="13420"/>
                </a:lnTo>
                <a:lnTo>
                  <a:pt x="1014308" y="13420"/>
                </a:lnTo>
                <a:lnTo>
                  <a:pt x="1014308" y="0"/>
                </a:lnTo>
                <a:moveTo>
                  <a:pt x="1067987" y="0"/>
                </a:moveTo>
                <a:lnTo>
                  <a:pt x="1108246" y="0"/>
                </a:lnTo>
                <a:lnTo>
                  <a:pt x="1108246" y="13420"/>
                </a:lnTo>
                <a:lnTo>
                  <a:pt x="1067987" y="13420"/>
                </a:lnTo>
                <a:lnTo>
                  <a:pt x="1067987" y="0"/>
                </a:lnTo>
                <a:moveTo>
                  <a:pt x="1121665" y="0"/>
                </a:moveTo>
                <a:lnTo>
                  <a:pt x="1161924" y="0"/>
                </a:lnTo>
                <a:lnTo>
                  <a:pt x="1161924" y="13420"/>
                </a:lnTo>
                <a:lnTo>
                  <a:pt x="1121665" y="13420"/>
                </a:lnTo>
                <a:lnTo>
                  <a:pt x="1121665" y="0"/>
                </a:lnTo>
                <a:moveTo>
                  <a:pt x="1175345" y="0"/>
                </a:moveTo>
                <a:lnTo>
                  <a:pt x="1215604" y="0"/>
                </a:lnTo>
                <a:lnTo>
                  <a:pt x="1215604" y="13420"/>
                </a:lnTo>
                <a:lnTo>
                  <a:pt x="1175345" y="13420"/>
                </a:lnTo>
                <a:lnTo>
                  <a:pt x="1175345" y="0"/>
                </a:lnTo>
                <a:moveTo>
                  <a:pt x="1229024" y="0"/>
                </a:moveTo>
                <a:lnTo>
                  <a:pt x="1269283" y="0"/>
                </a:lnTo>
                <a:lnTo>
                  <a:pt x="1269283" y="13420"/>
                </a:lnTo>
                <a:lnTo>
                  <a:pt x="1229024" y="13420"/>
                </a:lnTo>
                <a:lnTo>
                  <a:pt x="1229024" y="0"/>
                </a:lnTo>
                <a:moveTo>
                  <a:pt x="1282703" y="0"/>
                </a:moveTo>
                <a:lnTo>
                  <a:pt x="1322962" y="0"/>
                </a:lnTo>
                <a:lnTo>
                  <a:pt x="1322962" y="13420"/>
                </a:lnTo>
                <a:lnTo>
                  <a:pt x="1282703" y="13420"/>
                </a:lnTo>
                <a:lnTo>
                  <a:pt x="1282703" y="0"/>
                </a:lnTo>
                <a:moveTo>
                  <a:pt x="1336381" y="0"/>
                </a:moveTo>
                <a:lnTo>
                  <a:pt x="1376640" y="0"/>
                </a:lnTo>
                <a:lnTo>
                  <a:pt x="1376640" y="13420"/>
                </a:lnTo>
                <a:lnTo>
                  <a:pt x="1336381" y="13420"/>
                </a:lnTo>
                <a:lnTo>
                  <a:pt x="1336381" y="0"/>
                </a:lnTo>
                <a:moveTo>
                  <a:pt x="1390061" y="0"/>
                </a:moveTo>
                <a:lnTo>
                  <a:pt x="1430320" y="0"/>
                </a:lnTo>
                <a:lnTo>
                  <a:pt x="1430320" y="13420"/>
                </a:lnTo>
                <a:lnTo>
                  <a:pt x="1390061" y="13420"/>
                </a:lnTo>
                <a:lnTo>
                  <a:pt x="1390061" y="0"/>
                </a:lnTo>
                <a:moveTo>
                  <a:pt x="1443740" y="0"/>
                </a:moveTo>
                <a:lnTo>
                  <a:pt x="1483999" y="0"/>
                </a:lnTo>
                <a:lnTo>
                  <a:pt x="1483999" y="13420"/>
                </a:lnTo>
                <a:lnTo>
                  <a:pt x="1443740" y="13420"/>
                </a:lnTo>
                <a:lnTo>
                  <a:pt x="1443740" y="0"/>
                </a:lnTo>
                <a:moveTo>
                  <a:pt x="1497418" y="0"/>
                </a:moveTo>
                <a:lnTo>
                  <a:pt x="1537678" y="0"/>
                </a:lnTo>
                <a:lnTo>
                  <a:pt x="1537678" y="13420"/>
                </a:lnTo>
                <a:lnTo>
                  <a:pt x="1497418" y="13420"/>
                </a:lnTo>
                <a:lnTo>
                  <a:pt x="1497418" y="0"/>
                </a:lnTo>
                <a:moveTo>
                  <a:pt x="1551097" y="0"/>
                </a:moveTo>
                <a:lnTo>
                  <a:pt x="1591356" y="0"/>
                </a:lnTo>
                <a:lnTo>
                  <a:pt x="1591356" y="13420"/>
                </a:lnTo>
                <a:lnTo>
                  <a:pt x="1551097" y="13420"/>
                </a:lnTo>
                <a:lnTo>
                  <a:pt x="1551097" y="0"/>
                </a:lnTo>
                <a:moveTo>
                  <a:pt x="1604776" y="0"/>
                </a:moveTo>
                <a:lnTo>
                  <a:pt x="1645036" y="0"/>
                </a:lnTo>
                <a:lnTo>
                  <a:pt x="1645036" y="13420"/>
                </a:lnTo>
                <a:lnTo>
                  <a:pt x="1604776" y="13420"/>
                </a:lnTo>
                <a:lnTo>
                  <a:pt x="1604776" y="0"/>
                </a:lnTo>
                <a:moveTo>
                  <a:pt x="1658455" y="0"/>
                </a:moveTo>
                <a:lnTo>
                  <a:pt x="1698714" y="0"/>
                </a:lnTo>
                <a:lnTo>
                  <a:pt x="1698714" y="13420"/>
                </a:lnTo>
                <a:lnTo>
                  <a:pt x="1658455" y="13420"/>
                </a:lnTo>
                <a:lnTo>
                  <a:pt x="1658455" y="0"/>
                </a:lnTo>
                <a:moveTo>
                  <a:pt x="1712134" y="0"/>
                </a:moveTo>
                <a:lnTo>
                  <a:pt x="1752393" y="0"/>
                </a:lnTo>
                <a:lnTo>
                  <a:pt x="1752393" y="13420"/>
                </a:lnTo>
                <a:lnTo>
                  <a:pt x="1712134" y="13420"/>
                </a:lnTo>
                <a:lnTo>
                  <a:pt x="1712134" y="0"/>
                </a:lnTo>
                <a:moveTo>
                  <a:pt x="1765813" y="0"/>
                </a:moveTo>
                <a:lnTo>
                  <a:pt x="1806072" y="0"/>
                </a:lnTo>
                <a:lnTo>
                  <a:pt x="1806072" y="13420"/>
                </a:lnTo>
                <a:lnTo>
                  <a:pt x="1765813" y="13420"/>
                </a:lnTo>
                <a:lnTo>
                  <a:pt x="1765813" y="0"/>
                </a:lnTo>
                <a:moveTo>
                  <a:pt x="1819492" y="0"/>
                </a:moveTo>
                <a:lnTo>
                  <a:pt x="1859752" y="0"/>
                </a:lnTo>
                <a:lnTo>
                  <a:pt x="1859752" y="13420"/>
                </a:lnTo>
                <a:lnTo>
                  <a:pt x="1819492" y="13420"/>
                </a:lnTo>
                <a:lnTo>
                  <a:pt x="1819492" y="0"/>
                </a:lnTo>
                <a:moveTo>
                  <a:pt x="1873171" y="0"/>
                </a:moveTo>
                <a:lnTo>
                  <a:pt x="1913430" y="0"/>
                </a:lnTo>
                <a:lnTo>
                  <a:pt x="1913430" y="13420"/>
                </a:lnTo>
                <a:lnTo>
                  <a:pt x="1873171" y="13420"/>
                </a:lnTo>
                <a:lnTo>
                  <a:pt x="1873171" y="0"/>
                </a:lnTo>
                <a:moveTo>
                  <a:pt x="1926850" y="0"/>
                </a:moveTo>
                <a:lnTo>
                  <a:pt x="1967109" y="0"/>
                </a:lnTo>
                <a:lnTo>
                  <a:pt x="1967109" y="13420"/>
                </a:lnTo>
                <a:lnTo>
                  <a:pt x="1926850" y="13420"/>
                </a:lnTo>
                <a:lnTo>
                  <a:pt x="1926850" y="0"/>
                </a:lnTo>
                <a:moveTo>
                  <a:pt x="1980529" y="0"/>
                </a:moveTo>
                <a:lnTo>
                  <a:pt x="2020788" y="0"/>
                </a:lnTo>
                <a:lnTo>
                  <a:pt x="2020788" y="13420"/>
                </a:lnTo>
                <a:lnTo>
                  <a:pt x="1980529" y="13420"/>
                </a:lnTo>
                <a:lnTo>
                  <a:pt x="1980529" y="0"/>
                </a:lnTo>
                <a:moveTo>
                  <a:pt x="2034207" y="0"/>
                </a:moveTo>
                <a:lnTo>
                  <a:pt x="2074466" y="0"/>
                </a:lnTo>
                <a:lnTo>
                  <a:pt x="2074466" y="13420"/>
                </a:lnTo>
                <a:lnTo>
                  <a:pt x="2034207" y="13420"/>
                </a:lnTo>
                <a:lnTo>
                  <a:pt x="2034207" y="0"/>
                </a:lnTo>
                <a:moveTo>
                  <a:pt x="2087887" y="0"/>
                </a:moveTo>
                <a:lnTo>
                  <a:pt x="2128146" y="0"/>
                </a:lnTo>
                <a:lnTo>
                  <a:pt x="2128146" y="13420"/>
                </a:lnTo>
                <a:lnTo>
                  <a:pt x="2087887" y="13420"/>
                </a:lnTo>
                <a:lnTo>
                  <a:pt x="2087887" y="0"/>
                </a:lnTo>
                <a:moveTo>
                  <a:pt x="2141565" y="0"/>
                </a:moveTo>
                <a:lnTo>
                  <a:pt x="2181825" y="0"/>
                </a:lnTo>
                <a:lnTo>
                  <a:pt x="2181825" y="13420"/>
                </a:lnTo>
                <a:lnTo>
                  <a:pt x="2141565" y="13420"/>
                </a:lnTo>
                <a:lnTo>
                  <a:pt x="2141565" y="0"/>
                </a:lnTo>
                <a:moveTo>
                  <a:pt x="2195245" y="0"/>
                </a:moveTo>
                <a:lnTo>
                  <a:pt x="2235503" y="0"/>
                </a:lnTo>
                <a:lnTo>
                  <a:pt x="2235503" y="13420"/>
                </a:lnTo>
                <a:lnTo>
                  <a:pt x="2195245" y="13420"/>
                </a:lnTo>
                <a:lnTo>
                  <a:pt x="2195245" y="0"/>
                </a:lnTo>
                <a:moveTo>
                  <a:pt x="2248924" y="0"/>
                </a:moveTo>
                <a:lnTo>
                  <a:pt x="2289182" y="0"/>
                </a:lnTo>
                <a:lnTo>
                  <a:pt x="2289182" y="13420"/>
                </a:lnTo>
                <a:lnTo>
                  <a:pt x="2248924" y="13420"/>
                </a:lnTo>
                <a:lnTo>
                  <a:pt x="2248924" y="0"/>
                </a:lnTo>
                <a:moveTo>
                  <a:pt x="2302602" y="0"/>
                </a:moveTo>
                <a:lnTo>
                  <a:pt x="2342860" y="0"/>
                </a:lnTo>
                <a:lnTo>
                  <a:pt x="2342860" y="13420"/>
                </a:lnTo>
                <a:lnTo>
                  <a:pt x="2302602" y="13420"/>
                </a:lnTo>
                <a:lnTo>
                  <a:pt x="2302602" y="0"/>
                </a:lnTo>
                <a:moveTo>
                  <a:pt x="2356282" y="0"/>
                </a:moveTo>
                <a:lnTo>
                  <a:pt x="2396541" y="0"/>
                </a:lnTo>
                <a:lnTo>
                  <a:pt x="2396541" y="13420"/>
                </a:lnTo>
                <a:lnTo>
                  <a:pt x="2356282" y="13420"/>
                </a:lnTo>
                <a:lnTo>
                  <a:pt x="2356282" y="0"/>
                </a:lnTo>
                <a:moveTo>
                  <a:pt x="2409960" y="0"/>
                </a:moveTo>
                <a:lnTo>
                  <a:pt x="2450220" y="0"/>
                </a:lnTo>
                <a:lnTo>
                  <a:pt x="2450220" y="13420"/>
                </a:lnTo>
                <a:lnTo>
                  <a:pt x="2409960" y="13420"/>
                </a:lnTo>
                <a:lnTo>
                  <a:pt x="2409960" y="0"/>
                </a:lnTo>
                <a:moveTo>
                  <a:pt x="2463639" y="0"/>
                </a:moveTo>
                <a:lnTo>
                  <a:pt x="2503898" y="0"/>
                </a:lnTo>
                <a:lnTo>
                  <a:pt x="2503898" y="13420"/>
                </a:lnTo>
                <a:lnTo>
                  <a:pt x="2463639" y="13420"/>
                </a:lnTo>
                <a:lnTo>
                  <a:pt x="2463639" y="0"/>
                </a:lnTo>
                <a:moveTo>
                  <a:pt x="2517318" y="0"/>
                </a:moveTo>
                <a:lnTo>
                  <a:pt x="2557578" y="0"/>
                </a:lnTo>
                <a:lnTo>
                  <a:pt x="2557578" y="13420"/>
                </a:lnTo>
                <a:lnTo>
                  <a:pt x="2517318" y="13420"/>
                </a:lnTo>
                <a:lnTo>
                  <a:pt x="2517318" y="0"/>
                </a:lnTo>
                <a:moveTo>
                  <a:pt x="2570997" y="0"/>
                </a:moveTo>
                <a:lnTo>
                  <a:pt x="2611256" y="0"/>
                </a:lnTo>
                <a:lnTo>
                  <a:pt x="2611256" y="13420"/>
                </a:lnTo>
                <a:lnTo>
                  <a:pt x="2570997" y="13420"/>
                </a:lnTo>
                <a:lnTo>
                  <a:pt x="2570997" y="0"/>
                </a:lnTo>
                <a:moveTo>
                  <a:pt x="2624676" y="0"/>
                </a:moveTo>
                <a:lnTo>
                  <a:pt x="2664935" y="0"/>
                </a:lnTo>
                <a:lnTo>
                  <a:pt x="2664935" y="13420"/>
                </a:lnTo>
                <a:lnTo>
                  <a:pt x="2624676" y="13420"/>
                </a:lnTo>
                <a:lnTo>
                  <a:pt x="2624676" y="0"/>
                </a:lnTo>
                <a:moveTo>
                  <a:pt x="2678354" y="0"/>
                </a:moveTo>
                <a:lnTo>
                  <a:pt x="2718614" y="0"/>
                </a:lnTo>
                <a:lnTo>
                  <a:pt x="2718614" y="13420"/>
                </a:lnTo>
                <a:lnTo>
                  <a:pt x="2678354" y="13420"/>
                </a:lnTo>
                <a:lnTo>
                  <a:pt x="2678354" y="0"/>
                </a:lnTo>
                <a:moveTo>
                  <a:pt x="2732034" y="0"/>
                </a:moveTo>
                <a:lnTo>
                  <a:pt x="2772292" y="0"/>
                </a:lnTo>
                <a:lnTo>
                  <a:pt x="2772292" y="13420"/>
                </a:lnTo>
                <a:lnTo>
                  <a:pt x="2732034" y="13420"/>
                </a:lnTo>
                <a:lnTo>
                  <a:pt x="2732034" y="0"/>
                </a:lnTo>
                <a:moveTo>
                  <a:pt x="2785714" y="0"/>
                </a:moveTo>
                <a:lnTo>
                  <a:pt x="2825973" y="0"/>
                </a:lnTo>
                <a:lnTo>
                  <a:pt x="2825973" y="13420"/>
                </a:lnTo>
                <a:lnTo>
                  <a:pt x="2785714" y="13420"/>
                </a:lnTo>
                <a:lnTo>
                  <a:pt x="2785714" y="0"/>
                </a:lnTo>
                <a:moveTo>
                  <a:pt x="2839392" y="0"/>
                </a:moveTo>
                <a:lnTo>
                  <a:pt x="2879651" y="0"/>
                </a:lnTo>
                <a:lnTo>
                  <a:pt x="2879651" y="13420"/>
                </a:lnTo>
                <a:lnTo>
                  <a:pt x="2839392" y="13420"/>
                </a:lnTo>
                <a:lnTo>
                  <a:pt x="2839392" y="0"/>
                </a:lnTo>
                <a:moveTo>
                  <a:pt x="2893071" y="0"/>
                </a:moveTo>
                <a:lnTo>
                  <a:pt x="2933330" y="0"/>
                </a:lnTo>
                <a:lnTo>
                  <a:pt x="2933330" y="13420"/>
                </a:lnTo>
                <a:lnTo>
                  <a:pt x="2893071" y="13420"/>
                </a:lnTo>
                <a:lnTo>
                  <a:pt x="2893071" y="0"/>
                </a:lnTo>
                <a:moveTo>
                  <a:pt x="2946749" y="0"/>
                </a:moveTo>
                <a:lnTo>
                  <a:pt x="2987010" y="0"/>
                </a:lnTo>
                <a:lnTo>
                  <a:pt x="2987010" y="13420"/>
                </a:lnTo>
                <a:lnTo>
                  <a:pt x="2946749" y="13420"/>
                </a:lnTo>
                <a:lnTo>
                  <a:pt x="2946749" y="0"/>
                </a:lnTo>
                <a:moveTo>
                  <a:pt x="3000428" y="0"/>
                </a:moveTo>
                <a:lnTo>
                  <a:pt x="3040688" y="0"/>
                </a:lnTo>
                <a:lnTo>
                  <a:pt x="3040688" y="13420"/>
                </a:lnTo>
                <a:lnTo>
                  <a:pt x="3000428" y="13420"/>
                </a:lnTo>
                <a:lnTo>
                  <a:pt x="3000428" y="0"/>
                </a:lnTo>
                <a:moveTo>
                  <a:pt x="3054108" y="0"/>
                </a:moveTo>
                <a:lnTo>
                  <a:pt x="3094367" y="0"/>
                </a:lnTo>
                <a:lnTo>
                  <a:pt x="3094367" y="13420"/>
                </a:lnTo>
                <a:lnTo>
                  <a:pt x="3054108" y="13420"/>
                </a:lnTo>
                <a:lnTo>
                  <a:pt x="3054108" y="0"/>
                </a:lnTo>
                <a:moveTo>
                  <a:pt x="3107786" y="0"/>
                </a:moveTo>
                <a:lnTo>
                  <a:pt x="3148045" y="0"/>
                </a:lnTo>
                <a:lnTo>
                  <a:pt x="3148045" y="13420"/>
                </a:lnTo>
                <a:lnTo>
                  <a:pt x="3107786" y="13420"/>
                </a:lnTo>
                <a:lnTo>
                  <a:pt x="3107786" y="0"/>
                </a:lnTo>
                <a:moveTo>
                  <a:pt x="3161465" y="0"/>
                </a:moveTo>
                <a:lnTo>
                  <a:pt x="3201724" y="0"/>
                </a:lnTo>
                <a:lnTo>
                  <a:pt x="3201724" y="13420"/>
                </a:lnTo>
                <a:lnTo>
                  <a:pt x="3161465" y="13420"/>
                </a:lnTo>
                <a:lnTo>
                  <a:pt x="3161465" y="0"/>
                </a:lnTo>
                <a:moveTo>
                  <a:pt x="3215143" y="0"/>
                </a:moveTo>
                <a:lnTo>
                  <a:pt x="3255404" y="0"/>
                </a:lnTo>
                <a:lnTo>
                  <a:pt x="3255404" y="13420"/>
                </a:lnTo>
                <a:lnTo>
                  <a:pt x="3215143" y="13420"/>
                </a:lnTo>
                <a:lnTo>
                  <a:pt x="3215143" y="0"/>
                </a:lnTo>
                <a:moveTo>
                  <a:pt x="3268824" y="0"/>
                </a:moveTo>
                <a:lnTo>
                  <a:pt x="3309082" y="0"/>
                </a:lnTo>
                <a:lnTo>
                  <a:pt x="3309082" y="13420"/>
                </a:lnTo>
                <a:lnTo>
                  <a:pt x="3268824" y="13420"/>
                </a:lnTo>
                <a:lnTo>
                  <a:pt x="3268824" y="0"/>
                </a:lnTo>
                <a:moveTo>
                  <a:pt x="3322503" y="0"/>
                </a:moveTo>
                <a:lnTo>
                  <a:pt x="3362762" y="0"/>
                </a:lnTo>
                <a:lnTo>
                  <a:pt x="3362762" y="13420"/>
                </a:lnTo>
                <a:lnTo>
                  <a:pt x="3322503" y="13420"/>
                </a:lnTo>
                <a:lnTo>
                  <a:pt x="3322503" y="0"/>
                </a:lnTo>
                <a:moveTo>
                  <a:pt x="3376181" y="0"/>
                </a:moveTo>
                <a:lnTo>
                  <a:pt x="3416440" y="0"/>
                </a:lnTo>
                <a:lnTo>
                  <a:pt x="3416440" y="13420"/>
                </a:lnTo>
                <a:lnTo>
                  <a:pt x="3376181" y="13420"/>
                </a:lnTo>
                <a:lnTo>
                  <a:pt x="3376181" y="0"/>
                </a:lnTo>
                <a:moveTo>
                  <a:pt x="3429860" y="0"/>
                </a:moveTo>
                <a:lnTo>
                  <a:pt x="3470120" y="0"/>
                </a:lnTo>
                <a:lnTo>
                  <a:pt x="3470120" y="13420"/>
                </a:lnTo>
                <a:lnTo>
                  <a:pt x="3429860" y="13420"/>
                </a:lnTo>
                <a:lnTo>
                  <a:pt x="3429860" y="0"/>
                </a:lnTo>
                <a:moveTo>
                  <a:pt x="3483539" y="0"/>
                </a:moveTo>
                <a:lnTo>
                  <a:pt x="3523799" y="0"/>
                </a:lnTo>
                <a:lnTo>
                  <a:pt x="3523799" y="13420"/>
                </a:lnTo>
                <a:lnTo>
                  <a:pt x="3483539" y="13420"/>
                </a:lnTo>
                <a:lnTo>
                  <a:pt x="3483539" y="0"/>
                </a:lnTo>
                <a:moveTo>
                  <a:pt x="3537218" y="0"/>
                </a:moveTo>
                <a:lnTo>
                  <a:pt x="3577477" y="0"/>
                </a:lnTo>
                <a:lnTo>
                  <a:pt x="3577477" y="13420"/>
                </a:lnTo>
                <a:lnTo>
                  <a:pt x="3537218" y="13420"/>
                </a:lnTo>
                <a:lnTo>
                  <a:pt x="3537218" y="0"/>
                </a:lnTo>
                <a:moveTo>
                  <a:pt x="3590897" y="0"/>
                </a:moveTo>
                <a:lnTo>
                  <a:pt x="3631156" y="0"/>
                </a:lnTo>
                <a:lnTo>
                  <a:pt x="3631156" y="13420"/>
                </a:lnTo>
                <a:lnTo>
                  <a:pt x="3590897" y="13420"/>
                </a:lnTo>
                <a:lnTo>
                  <a:pt x="3590897" y="0"/>
                </a:lnTo>
                <a:moveTo>
                  <a:pt x="3644575" y="0"/>
                </a:moveTo>
                <a:lnTo>
                  <a:pt x="3684834" y="0"/>
                </a:lnTo>
                <a:lnTo>
                  <a:pt x="3684834" y="13420"/>
                </a:lnTo>
                <a:lnTo>
                  <a:pt x="3644575" y="13420"/>
                </a:lnTo>
                <a:lnTo>
                  <a:pt x="3644575" y="0"/>
                </a:lnTo>
                <a:moveTo>
                  <a:pt x="3698254" y="0"/>
                </a:moveTo>
                <a:lnTo>
                  <a:pt x="3738514" y="0"/>
                </a:lnTo>
                <a:lnTo>
                  <a:pt x="3738514" y="13420"/>
                </a:lnTo>
                <a:lnTo>
                  <a:pt x="3698254" y="13420"/>
                </a:lnTo>
                <a:lnTo>
                  <a:pt x="3698254" y="0"/>
                </a:lnTo>
                <a:moveTo>
                  <a:pt x="3751933" y="0"/>
                </a:moveTo>
                <a:lnTo>
                  <a:pt x="3792193" y="0"/>
                </a:lnTo>
                <a:lnTo>
                  <a:pt x="3792193" y="13420"/>
                </a:lnTo>
                <a:lnTo>
                  <a:pt x="3751933" y="13420"/>
                </a:lnTo>
                <a:lnTo>
                  <a:pt x="3751933" y="0"/>
                </a:lnTo>
                <a:moveTo>
                  <a:pt x="3805613" y="0"/>
                </a:moveTo>
                <a:lnTo>
                  <a:pt x="3845871" y="0"/>
                </a:lnTo>
                <a:lnTo>
                  <a:pt x="3845871" y="13420"/>
                </a:lnTo>
                <a:lnTo>
                  <a:pt x="3805613" y="13420"/>
                </a:lnTo>
                <a:lnTo>
                  <a:pt x="3805613" y="0"/>
                </a:lnTo>
                <a:moveTo>
                  <a:pt x="3859292" y="0"/>
                </a:moveTo>
                <a:lnTo>
                  <a:pt x="3899552" y="0"/>
                </a:lnTo>
                <a:lnTo>
                  <a:pt x="3899552" y="13420"/>
                </a:lnTo>
                <a:lnTo>
                  <a:pt x="3859292" y="13420"/>
                </a:lnTo>
                <a:lnTo>
                  <a:pt x="3859292" y="0"/>
                </a:lnTo>
                <a:moveTo>
                  <a:pt x="3912970" y="0"/>
                </a:moveTo>
                <a:lnTo>
                  <a:pt x="3953230" y="0"/>
                </a:lnTo>
                <a:lnTo>
                  <a:pt x="3953230" y="13420"/>
                </a:lnTo>
                <a:lnTo>
                  <a:pt x="3912970" y="13420"/>
                </a:lnTo>
                <a:lnTo>
                  <a:pt x="3912970" y="0"/>
                </a:lnTo>
                <a:moveTo>
                  <a:pt x="3966650" y="0"/>
                </a:moveTo>
                <a:lnTo>
                  <a:pt x="4006909" y="0"/>
                </a:lnTo>
                <a:lnTo>
                  <a:pt x="4006909" y="13420"/>
                </a:lnTo>
                <a:lnTo>
                  <a:pt x="3966650" y="13420"/>
                </a:lnTo>
                <a:lnTo>
                  <a:pt x="3966650" y="0"/>
                </a:lnTo>
                <a:moveTo>
                  <a:pt x="4020328" y="0"/>
                </a:moveTo>
                <a:lnTo>
                  <a:pt x="4060588" y="0"/>
                </a:lnTo>
                <a:lnTo>
                  <a:pt x="4060588" y="13420"/>
                </a:lnTo>
                <a:lnTo>
                  <a:pt x="4020328" y="13420"/>
                </a:lnTo>
                <a:lnTo>
                  <a:pt x="4020328" y="0"/>
                </a:lnTo>
                <a:moveTo>
                  <a:pt x="4074007" y="0"/>
                </a:moveTo>
                <a:lnTo>
                  <a:pt x="4114266" y="0"/>
                </a:lnTo>
                <a:lnTo>
                  <a:pt x="4114266" y="13420"/>
                </a:lnTo>
                <a:lnTo>
                  <a:pt x="4074007" y="13420"/>
                </a:lnTo>
                <a:lnTo>
                  <a:pt x="4074007" y="0"/>
                </a:lnTo>
                <a:moveTo>
                  <a:pt x="4127686" y="0"/>
                </a:moveTo>
                <a:lnTo>
                  <a:pt x="4171300" y="0"/>
                </a:lnTo>
                <a:lnTo>
                  <a:pt x="4171300" y="10065"/>
                </a:lnTo>
                <a:lnTo>
                  <a:pt x="4157881" y="10065"/>
                </a:lnTo>
                <a:lnTo>
                  <a:pt x="4157881" y="13420"/>
                </a:lnTo>
                <a:lnTo>
                  <a:pt x="4157881" y="6710"/>
                </a:lnTo>
                <a:lnTo>
                  <a:pt x="4164590" y="13420"/>
                </a:lnTo>
                <a:lnTo>
                  <a:pt x="4127686" y="13420"/>
                </a:lnTo>
                <a:lnTo>
                  <a:pt x="4127686" y="0"/>
                </a:lnTo>
                <a:moveTo>
                  <a:pt x="4171300" y="23485"/>
                </a:moveTo>
                <a:lnTo>
                  <a:pt x="4171300" y="63744"/>
                </a:lnTo>
                <a:lnTo>
                  <a:pt x="4157881" y="63744"/>
                </a:lnTo>
                <a:lnTo>
                  <a:pt x="4157881" y="23485"/>
                </a:lnTo>
                <a:lnTo>
                  <a:pt x="4171300" y="23485"/>
                </a:lnTo>
                <a:moveTo>
                  <a:pt x="4171300" y="77164"/>
                </a:moveTo>
                <a:lnTo>
                  <a:pt x="4171300" y="117423"/>
                </a:lnTo>
                <a:lnTo>
                  <a:pt x="4157881" y="117423"/>
                </a:lnTo>
                <a:lnTo>
                  <a:pt x="4157881" y="77164"/>
                </a:lnTo>
                <a:lnTo>
                  <a:pt x="4171300" y="77164"/>
                </a:lnTo>
                <a:moveTo>
                  <a:pt x="4171300" y="130843"/>
                </a:moveTo>
                <a:lnTo>
                  <a:pt x="4171300" y="171102"/>
                </a:lnTo>
                <a:lnTo>
                  <a:pt x="4157881" y="171102"/>
                </a:lnTo>
                <a:lnTo>
                  <a:pt x="4157881" y="130843"/>
                </a:lnTo>
                <a:lnTo>
                  <a:pt x="4171300" y="130843"/>
                </a:lnTo>
                <a:moveTo>
                  <a:pt x="4171300" y="184521"/>
                </a:moveTo>
                <a:lnTo>
                  <a:pt x="4171300" y="224781"/>
                </a:lnTo>
                <a:lnTo>
                  <a:pt x="4157881" y="224781"/>
                </a:lnTo>
                <a:lnTo>
                  <a:pt x="4157881" y="184521"/>
                </a:lnTo>
                <a:lnTo>
                  <a:pt x="4171300" y="184521"/>
                </a:lnTo>
                <a:moveTo>
                  <a:pt x="4160117" y="240437"/>
                </a:moveTo>
                <a:lnTo>
                  <a:pt x="4119858" y="240437"/>
                </a:lnTo>
                <a:lnTo>
                  <a:pt x="4119858" y="227018"/>
                </a:lnTo>
                <a:lnTo>
                  <a:pt x="4160117" y="227018"/>
                </a:lnTo>
                <a:lnTo>
                  <a:pt x="4160117" y="240437"/>
                </a:lnTo>
                <a:moveTo>
                  <a:pt x="4106439" y="240437"/>
                </a:moveTo>
                <a:lnTo>
                  <a:pt x="4066180" y="240437"/>
                </a:lnTo>
                <a:lnTo>
                  <a:pt x="4066180" y="227018"/>
                </a:lnTo>
                <a:lnTo>
                  <a:pt x="4106439" y="227018"/>
                </a:lnTo>
                <a:lnTo>
                  <a:pt x="4106439" y="240437"/>
                </a:lnTo>
                <a:moveTo>
                  <a:pt x="4052760" y="240437"/>
                </a:moveTo>
                <a:lnTo>
                  <a:pt x="4012500" y="240437"/>
                </a:lnTo>
                <a:lnTo>
                  <a:pt x="4012500" y="227018"/>
                </a:lnTo>
                <a:lnTo>
                  <a:pt x="4052760" y="227018"/>
                </a:lnTo>
                <a:lnTo>
                  <a:pt x="4052760" y="240437"/>
                </a:lnTo>
                <a:moveTo>
                  <a:pt x="3999081" y="240437"/>
                </a:moveTo>
                <a:lnTo>
                  <a:pt x="3958821" y="240437"/>
                </a:lnTo>
                <a:lnTo>
                  <a:pt x="3958821" y="227018"/>
                </a:lnTo>
                <a:lnTo>
                  <a:pt x="3999081" y="227018"/>
                </a:lnTo>
                <a:lnTo>
                  <a:pt x="3999081" y="240437"/>
                </a:lnTo>
                <a:moveTo>
                  <a:pt x="3945401" y="240437"/>
                </a:moveTo>
                <a:lnTo>
                  <a:pt x="3905143" y="240437"/>
                </a:lnTo>
                <a:lnTo>
                  <a:pt x="3905143" y="227018"/>
                </a:lnTo>
                <a:lnTo>
                  <a:pt x="3945401" y="227018"/>
                </a:lnTo>
                <a:lnTo>
                  <a:pt x="3945401" y="240437"/>
                </a:lnTo>
                <a:moveTo>
                  <a:pt x="3891722" y="240437"/>
                </a:moveTo>
                <a:lnTo>
                  <a:pt x="3851463" y="240437"/>
                </a:lnTo>
                <a:lnTo>
                  <a:pt x="3851463" y="227018"/>
                </a:lnTo>
                <a:lnTo>
                  <a:pt x="3891722" y="227018"/>
                </a:lnTo>
                <a:lnTo>
                  <a:pt x="3891722" y="240437"/>
                </a:lnTo>
                <a:moveTo>
                  <a:pt x="3838044" y="240437"/>
                </a:moveTo>
                <a:lnTo>
                  <a:pt x="3797784" y="240437"/>
                </a:lnTo>
                <a:lnTo>
                  <a:pt x="3797784" y="227018"/>
                </a:lnTo>
                <a:lnTo>
                  <a:pt x="3838044" y="227018"/>
                </a:lnTo>
                <a:lnTo>
                  <a:pt x="3838044" y="240437"/>
                </a:lnTo>
                <a:moveTo>
                  <a:pt x="3784364" y="240437"/>
                </a:moveTo>
                <a:lnTo>
                  <a:pt x="3744105" y="240437"/>
                </a:lnTo>
                <a:lnTo>
                  <a:pt x="3744105" y="227018"/>
                </a:lnTo>
                <a:lnTo>
                  <a:pt x="3784364" y="227018"/>
                </a:lnTo>
                <a:lnTo>
                  <a:pt x="3784364" y="240437"/>
                </a:lnTo>
                <a:moveTo>
                  <a:pt x="3730686" y="240437"/>
                </a:moveTo>
                <a:lnTo>
                  <a:pt x="3690426" y="240437"/>
                </a:lnTo>
                <a:lnTo>
                  <a:pt x="3690426" y="227018"/>
                </a:lnTo>
                <a:lnTo>
                  <a:pt x="3730686" y="227018"/>
                </a:lnTo>
                <a:lnTo>
                  <a:pt x="3730686" y="240437"/>
                </a:lnTo>
                <a:moveTo>
                  <a:pt x="3677007" y="240437"/>
                </a:moveTo>
                <a:lnTo>
                  <a:pt x="3636748" y="240437"/>
                </a:lnTo>
                <a:lnTo>
                  <a:pt x="3636748" y="227018"/>
                </a:lnTo>
                <a:lnTo>
                  <a:pt x="3677007" y="227018"/>
                </a:lnTo>
                <a:lnTo>
                  <a:pt x="3677007" y="240437"/>
                </a:lnTo>
                <a:moveTo>
                  <a:pt x="3623328" y="240437"/>
                </a:moveTo>
                <a:lnTo>
                  <a:pt x="3583069" y="240437"/>
                </a:lnTo>
                <a:lnTo>
                  <a:pt x="3583069" y="227018"/>
                </a:lnTo>
                <a:lnTo>
                  <a:pt x="3623328" y="227018"/>
                </a:lnTo>
                <a:lnTo>
                  <a:pt x="3623328" y="240437"/>
                </a:lnTo>
                <a:moveTo>
                  <a:pt x="3569650" y="240437"/>
                </a:moveTo>
                <a:lnTo>
                  <a:pt x="3529390" y="240437"/>
                </a:lnTo>
                <a:lnTo>
                  <a:pt x="3529390" y="227018"/>
                </a:lnTo>
                <a:lnTo>
                  <a:pt x="3569650" y="227018"/>
                </a:lnTo>
                <a:lnTo>
                  <a:pt x="3569650" y="240437"/>
                </a:lnTo>
                <a:moveTo>
                  <a:pt x="3515970" y="240437"/>
                </a:moveTo>
                <a:lnTo>
                  <a:pt x="3475711" y="240437"/>
                </a:lnTo>
                <a:lnTo>
                  <a:pt x="3475711" y="227018"/>
                </a:lnTo>
                <a:lnTo>
                  <a:pt x="3515970" y="227018"/>
                </a:lnTo>
                <a:lnTo>
                  <a:pt x="3515970" y="240437"/>
                </a:lnTo>
                <a:moveTo>
                  <a:pt x="3462292" y="240437"/>
                </a:moveTo>
                <a:lnTo>
                  <a:pt x="3422032" y="240437"/>
                </a:lnTo>
                <a:lnTo>
                  <a:pt x="3422032" y="227018"/>
                </a:lnTo>
                <a:lnTo>
                  <a:pt x="3462292" y="227018"/>
                </a:lnTo>
                <a:lnTo>
                  <a:pt x="3462292" y="240437"/>
                </a:lnTo>
                <a:moveTo>
                  <a:pt x="3408612" y="240437"/>
                </a:moveTo>
                <a:lnTo>
                  <a:pt x="3368354" y="240437"/>
                </a:lnTo>
                <a:lnTo>
                  <a:pt x="3368354" y="227018"/>
                </a:lnTo>
                <a:lnTo>
                  <a:pt x="3408612" y="227018"/>
                </a:lnTo>
                <a:lnTo>
                  <a:pt x="3408612" y="240437"/>
                </a:lnTo>
                <a:moveTo>
                  <a:pt x="3354932" y="240437"/>
                </a:moveTo>
                <a:lnTo>
                  <a:pt x="3314673" y="240437"/>
                </a:lnTo>
                <a:lnTo>
                  <a:pt x="3314673" y="227018"/>
                </a:lnTo>
                <a:lnTo>
                  <a:pt x="3354932" y="227018"/>
                </a:lnTo>
                <a:lnTo>
                  <a:pt x="3354932" y="240437"/>
                </a:lnTo>
                <a:moveTo>
                  <a:pt x="3301254" y="240437"/>
                </a:moveTo>
                <a:lnTo>
                  <a:pt x="3260995" y="240437"/>
                </a:lnTo>
                <a:lnTo>
                  <a:pt x="3260995" y="227018"/>
                </a:lnTo>
                <a:lnTo>
                  <a:pt x="3301254" y="227018"/>
                </a:lnTo>
                <a:lnTo>
                  <a:pt x="3301254" y="240437"/>
                </a:lnTo>
                <a:moveTo>
                  <a:pt x="3247575" y="240437"/>
                </a:moveTo>
                <a:lnTo>
                  <a:pt x="3207316" y="240437"/>
                </a:lnTo>
                <a:lnTo>
                  <a:pt x="3207316" y="227018"/>
                </a:lnTo>
                <a:lnTo>
                  <a:pt x="3247575" y="227018"/>
                </a:lnTo>
                <a:lnTo>
                  <a:pt x="3247575" y="240437"/>
                </a:lnTo>
                <a:moveTo>
                  <a:pt x="3193897" y="240437"/>
                </a:moveTo>
                <a:lnTo>
                  <a:pt x="3153637" y="240437"/>
                </a:lnTo>
                <a:lnTo>
                  <a:pt x="3153637" y="227018"/>
                </a:lnTo>
                <a:lnTo>
                  <a:pt x="3193897" y="227018"/>
                </a:lnTo>
                <a:lnTo>
                  <a:pt x="3193897" y="240437"/>
                </a:lnTo>
                <a:moveTo>
                  <a:pt x="3140218" y="240437"/>
                </a:moveTo>
                <a:lnTo>
                  <a:pt x="3099958" y="240437"/>
                </a:lnTo>
                <a:lnTo>
                  <a:pt x="3099958" y="227018"/>
                </a:lnTo>
                <a:lnTo>
                  <a:pt x="3140218" y="227018"/>
                </a:lnTo>
                <a:lnTo>
                  <a:pt x="3140218" y="240437"/>
                </a:lnTo>
                <a:moveTo>
                  <a:pt x="3086538" y="240437"/>
                </a:moveTo>
                <a:lnTo>
                  <a:pt x="3046279" y="240437"/>
                </a:lnTo>
                <a:lnTo>
                  <a:pt x="3046279" y="227018"/>
                </a:lnTo>
                <a:lnTo>
                  <a:pt x="3086538" y="227018"/>
                </a:lnTo>
                <a:lnTo>
                  <a:pt x="3086538" y="240437"/>
                </a:lnTo>
                <a:moveTo>
                  <a:pt x="3032860" y="240437"/>
                </a:moveTo>
                <a:lnTo>
                  <a:pt x="2992601" y="240437"/>
                </a:lnTo>
                <a:lnTo>
                  <a:pt x="2992601" y="227018"/>
                </a:lnTo>
                <a:lnTo>
                  <a:pt x="3032860" y="227018"/>
                </a:lnTo>
                <a:lnTo>
                  <a:pt x="3032860" y="240437"/>
                </a:lnTo>
                <a:moveTo>
                  <a:pt x="2979181" y="240437"/>
                </a:moveTo>
                <a:lnTo>
                  <a:pt x="2938922" y="240437"/>
                </a:lnTo>
                <a:lnTo>
                  <a:pt x="2938922" y="227018"/>
                </a:lnTo>
                <a:lnTo>
                  <a:pt x="2979181" y="227018"/>
                </a:lnTo>
                <a:lnTo>
                  <a:pt x="2979181" y="240437"/>
                </a:lnTo>
                <a:moveTo>
                  <a:pt x="2925503" y="240437"/>
                </a:moveTo>
                <a:lnTo>
                  <a:pt x="2885242" y="240437"/>
                </a:lnTo>
                <a:lnTo>
                  <a:pt x="2885242" y="227018"/>
                </a:lnTo>
                <a:lnTo>
                  <a:pt x="2925503" y="227018"/>
                </a:lnTo>
                <a:lnTo>
                  <a:pt x="2925503" y="240437"/>
                </a:lnTo>
                <a:moveTo>
                  <a:pt x="2871822" y="240437"/>
                </a:moveTo>
                <a:lnTo>
                  <a:pt x="2831564" y="240437"/>
                </a:lnTo>
                <a:lnTo>
                  <a:pt x="2831564" y="227018"/>
                </a:lnTo>
                <a:lnTo>
                  <a:pt x="2871822" y="227018"/>
                </a:lnTo>
                <a:lnTo>
                  <a:pt x="2871822" y="240437"/>
                </a:lnTo>
                <a:moveTo>
                  <a:pt x="2818143" y="240437"/>
                </a:moveTo>
                <a:lnTo>
                  <a:pt x="2777884" y="240437"/>
                </a:lnTo>
                <a:lnTo>
                  <a:pt x="2777884" y="227018"/>
                </a:lnTo>
                <a:lnTo>
                  <a:pt x="2818143" y="227018"/>
                </a:lnTo>
                <a:lnTo>
                  <a:pt x="2818143" y="240437"/>
                </a:lnTo>
                <a:moveTo>
                  <a:pt x="2764465" y="240437"/>
                </a:moveTo>
                <a:lnTo>
                  <a:pt x="2724206" y="240437"/>
                </a:lnTo>
                <a:lnTo>
                  <a:pt x="2724206" y="227018"/>
                </a:lnTo>
                <a:lnTo>
                  <a:pt x="2764465" y="227018"/>
                </a:lnTo>
                <a:lnTo>
                  <a:pt x="2764465" y="240437"/>
                </a:lnTo>
                <a:moveTo>
                  <a:pt x="2710786" y="240437"/>
                </a:moveTo>
                <a:lnTo>
                  <a:pt x="2670527" y="240437"/>
                </a:lnTo>
                <a:lnTo>
                  <a:pt x="2670527" y="227018"/>
                </a:lnTo>
                <a:lnTo>
                  <a:pt x="2710786" y="227018"/>
                </a:lnTo>
                <a:lnTo>
                  <a:pt x="2710786" y="240437"/>
                </a:lnTo>
                <a:moveTo>
                  <a:pt x="2657108" y="240437"/>
                </a:moveTo>
                <a:lnTo>
                  <a:pt x="2616847" y="240437"/>
                </a:lnTo>
                <a:lnTo>
                  <a:pt x="2616847" y="227018"/>
                </a:lnTo>
                <a:lnTo>
                  <a:pt x="2657108" y="227018"/>
                </a:lnTo>
                <a:lnTo>
                  <a:pt x="2657108" y="240437"/>
                </a:lnTo>
                <a:moveTo>
                  <a:pt x="2603428" y="240437"/>
                </a:moveTo>
                <a:lnTo>
                  <a:pt x="2563169" y="240437"/>
                </a:lnTo>
                <a:lnTo>
                  <a:pt x="2563169" y="227018"/>
                </a:lnTo>
                <a:lnTo>
                  <a:pt x="2603428" y="227018"/>
                </a:lnTo>
                <a:lnTo>
                  <a:pt x="2603428" y="240437"/>
                </a:lnTo>
                <a:moveTo>
                  <a:pt x="2549749" y="240437"/>
                </a:moveTo>
                <a:lnTo>
                  <a:pt x="2509490" y="240437"/>
                </a:lnTo>
                <a:lnTo>
                  <a:pt x="2509490" y="227018"/>
                </a:lnTo>
                <a:lnTo>
                  <a:pt x="2549749" y="227018"/>
                </a:lnTo>
                <a:lnTo>
                  <a:pt x="2549749" y="240437"/>
                </a:lnTo>
                <a:moveTo>
                  <a:pt x="2496071" y="240437"/>
                </a:moveTo>
                <a:lnTo>
                  <a:pt x="2455812" y="240437"/>
                </a:lnTo>
                <a:lnTo>
                  <a:pt x="2455812" y="227018"/>
                </a:lnTo>
                <a:lnTo>
                  <a:pt x="2496071" y="227018"/>
                </a:lnTo>
                <a:lnTo>
                  <a:pt x="2496071" y="240437"/>
                </a:lnTo>
                <a:moveTo>
                  <a:pt x="2442390" y="240437"/>
                </a:moveTo>
                <a:lnTo>
                  <a:pt x="2402132" y="240437"/>
                </a:lnTo>
                <a:lnTo>
                  <a:pt x="2402132" y="227018"/>
                </a:lnTo>
                <a:lnTo>
                  <a:pt x="2442390" y="227018"/>
                </a:lnTo>
                <a:lnTo>
                  <a:pt x="2442390" y="240437"/>
                </a:lnTo>
                <a:moveTo>
                  <a:pt x="2388712" y="240437"/>
                </a:moveTo>
                <a:lnTo>
                  <a:pt x="2348453" y="240437"/>
                </a:lnTo>
                <a:lnTo>
                  <a:pt x="2348453" y="227018"/>
                </a:lnTo>
                <a:lnTo>
                  <a:pt x="2388712" y="227018"/>
                </a:lnTo>
                <a:lnTo>
                  <a:pt x="2388712" y="240437"/>
                </a:lnTo>
                <a:moveTo>
                  <a:pt x="2335033" y="240437"/>
                </a:moveTo>
                <a:lnTo>
                  <a:pt x="2294775" y="240437"/>
                </a:lnTo>
                <a:lnTo>
                  <a:pt x="2294775" y="227018"/>
                </a:lnTo>
                <a:lnTo>
                  <a:pt x="2335033" y="227018"/>
                </a:lnTo>
                <a:lnTo>
                  <a:pt x="2335033" y="240437"/>
                </a:lnTo>
                <a:moveTo>
                  <a:pt x="2281354" y="240437"/>
                </a:moveTo>
                <a:lnTo>
                  <a:pt x="2241095" y="240437"/>
                </a:lnTo>
                <a:lnTo>
                  <a:pt x="2241095" y="227018"/>
                </a:lnTo>
                <a:lnTo>
                  <a:pt x="2281354" y="227018"/>
                </a:lnTo>
                <a:lnTo>
                  <a:pt x="2281354" y="240437"/>
                </a:lnTo>
                <a:moveTo>
                  <a:pt x="2227676" y="240437"/>
                </a:moveTo>
                <a:lnTo>
                  <a:pt x="2187416" y="240437"/>
                </a:lnTo>
                <a:lnTo>
                  <a:pt x="2187416" y="227018"/>
                </a:lnTo>
                <a:lnTo>
                  <a:pt x="2227676" y="227018"/>
                </a:lnTo>
                <a:lnTo>
                  <a:pt x="2227676" y="240437"/>
                </a:lnTo>
                <a:moveTo>
                  <a:pt x="2173996" y="240437"/>
                </a:moveTo>
                <a:lnTo>
                  <a:pt x="2133737" y="240437"/>
                </a:lnTo>
                <a:lnTo>
                  <a:pt x="2133737" y="227018"/>
                </a:lnTo>
                <a:lnTo>
                  <a:pt x="2173996" y="227018"/>
                </a:lnTo>
                <a:lnTo>
                  <a:pt x="2173996" y="240437"/>
                </a:lnTo>
                <a:moveTo>
                  <a:pt x="2120318" y="240437"/>
                </a:moveTo>
                <a:lnTo>
                  <a:pt x="2080058" y="240437"/>
                </a:lnTo>
                <a:lnTo>
                  <a:pt x="2080058" y="227018"/>
                </a:lnTo>
                <a:lnTo>
                  <a:pt x="2120318" y="227018"/>
                </a:lnTo>
                <a:lnTo>
                  <a:pt x="2120318" y="240437"/>
                </a:lnTo>
                <a:moveTo>
                  <a:pt x="2066639" y="240437"/>
                </a:moveTo>
                <a:lnTo>
                  <a:pt x="2026380" y="240437"/>
                </a:lnTo>
                <a:lnTo>
                  <a:pt x="2026380" y="227018"/>
                </a:lnTo>
                <a:lnTo>
                  <a:pt x="2066639" y="227018"/>
                </a:lnTo>
                <a:lnTo>
                  <a:pt x="2066639" y="240437"/>
                </a:lnTo>
                <a:moveTo>
                  <a:pt x="2012960" y="240437"/>
                </a:moveTo>
                <a:lnTo>
                  <a:pt x="1972701" y="240437"/>
                </a:lnTo>
                <a:lnTo>
                  <a:pt x="1972701" y="227018"/>
                </a:lnTo>
                <a:lnTo>
                  <a:pt x="2012960" y="227018"/>
                </a:lnTo>
                <a:lnTo>
                  <a:pt x="2012960" y="240437"/>
                </a:lnTo>
                <a:moveTo>
                  <a:pt x="1959282" y="240437"/>
                </a:moveTo>
                <a:lnTo>
                  <a:pt x="1919021" y="240437"/>
                </a:lnTo>
                <a:lnTo>
                  <a:pt x="1919021" y="227018"/>
                </a:lnTo>
                <a:lnTo>
                  <a:pt x="1959282" y="227018"/>
                </a:lnTo>
                <a:lnTo>
                  <a:pt x="1959282" y="240437"/>
                </a:lnTo>
                <a:moveTo>
                  <a:pt x="1905601" y="240437"/>
                </a:moveTo>
                <a:lnTo>
                  <a:pt x="1865343" y="240437"/>
                </a:lnTo>
                <a:lnTo>
                  <a:pt x="1865343" y="227018"/>
                </a:lnTo>
                <a:lnTo>
                  <a:pt x="1905601" y="227018"/>
                </a:lnTo>
                <a:lnTo>
                  <a:pt x="1905601" y="240437"/>
                </a:lnTo>
                <a:moveTo>
                  <a:pt x="1851923" y="240437"/>
                </a:moveTo>
                <a:lnTo>
                  <a:pt x="1811664" y="240437"/>
                </a:lnTo>
                <a:lnTo>
                  <a:pt x="1811664" y="227018"/>
                </a:lnTo>
                <a:lnTo>
                  <a:pt x="1851923" y="227018"/>
                </a:lnTo>
                <a:lnTo>
                  <a:pt x="1851923" y="240437"/>
                </a:lnTo>
                <a:moveTo>
                  <a:pt x="1798244" y="240437"/>
                </a:moveTo>
                <a:lnTo>
                  <a:pt x="1757985" y="240437"/>
                </a:lnTo>
                <a:lnTo>
                  <a:pt x="1757985" y="227018"/>
                </a:lnTo>
                <a:lnTo>
                  <a:pt x="1798244" y="227018"/>
                </a:lnTo>
                <a:lnTo>
                  <a:pt x="1798244" y="240437"/>
                </a:lnTo>
                <a:moveTo>
                  <a:pt x="1744566" y="240437"/>
                </a:moveTo>
                <a:lnTo>
                  <a:pt x="1704305" y="240437"/>
                </a:lnTo>
                <a:lnTo>
                  <a:pt x="1704305" y="227018"/>
                </a:lnTo>
                <a:lnTo>
                  <a:pt x="1744566" y="227018"/>
                </a:lnTo>
                <a:lnTo>
                  <a:pt x="1744566" y="240437"/>
                </a:lnTo>
                <a:moveTo>
                  <a:pt x="1690886" y="240437"/>
                </a:moveTo>
                <a:lnTo>
                  <a:pt x="1650627" y="240437"/>
                </a:lnTo>
                <a:lnTo>
                  <a:pt x="1650627" y="227018"/>
                </a:lnTo>
                <a:lnTo>
                  <a:pt x="1690886" y="227018"/>
                </a:lnTo>
                <a:lnTo>
                  <a:pt x="1690886" y="240437"/>
                </a:lnTo>
                <a:moveTo>
                  <a:pt x="1637207" y="240437"/>
                </a:moveTo>
                <a:lnTo>
                  <a:pt x="1596948" y="240437"/>
                </a:lnTo>
                <a:lnTo>
                  <a:pt x="1596948" y="227018"/>
                </a:lnTo>
                <a:lnTo>
                  <a:pt x="1637207" y="227018"/>
                </a:lnTo>
                <a:lnTo>
                  <a:pt x="1637207" y="240437"/>
                </a:lnTo>
                <a:moveTo>
                  <a:pt x="1583528" y="240437"/>
                </a:moveTo>
                <a:lnTo>
                  <a:pt x="1543270" y="240437"/>
                </a:lnTo>
                <a:lnTo>
                  <a:pt x="1543270" y="227018"/>
                </a:lnTo>
                <a:lnTo>
                  <a:pt x="1583528" y="227018"/>
                </a:lnTo>
                <a:lnTo>
                  <a:pt x="1583528" y="240437"/>
                </a:lnTo>
                <a:moveTo>
                  <a:pt x="1529850" y="240437"/>
                </a:moveTo>
                <a:lnTo>
                  <a:pt x="1489590" y="240437"/>
                </a:lnTo>
                <a:lnTo>
                  <a:pt x="1489590" y="227018"/>
                </a:lnTo>
                <a:lnTo>
                  <a:pt x="1529850" y="227018"/>
                </a:lnTo>
                <a:lnTo>
                  <a:pt x="1529850" y="240437"/>
                </a:lnTo>
                <a:moveTo>
                  <a:pt x="1476170" y="240437"/>
                </a:moveTo>
                <a:lnTo>
                  <a:pt x="1435911" y="240437"/>
                </a:lnTo>
                <a:lnTo>
                  <a:pt x="1435911" y="227018"/>
                </a:lnTo>
                <a:lnTo>
                  <a:pt x="1476170" y="227018"/>
                </a:lnTo>
                <a:lnTo>
                  <a:pt x="1476170" y="240437"/>
                </a:lnTo>
                <a:moveTo>
                  <a:pt x="1422492" y="240437"/>
                </a:moveTo>
                <a:lnTo>
                  <a:pt x="1382232" y="240437"/>
                </a:lnTo>
                <a:lnTo>
                  <a:pt x="1382232" y="227018"/>
                </a:lnTo>
                <a:lnTo>
                  <a:pt x="1422492" y="227018"/>
                </a:lnTo>
                <a:lnTo>
                  <a:pt x="1422492" y="240437"/>
                </a:lnTo>
                <a:moveTo>
                  <a:pt x="1368812" y="240437"/>
                </a:moveTo>
                <a:lnTo>
                  <a:pt x="1328554" y="240437"/>
                </a:lnTo>
                <a:lnTo>
                  <a:pt x="1328554" y="227018"/>
                </a:lnTo>
                <a:lnTo>
                  <a:pt x="1368812" y="227018"/>
                </a:lnTo>
                <a:lnTo>
                  <a:pt x="1368812" y="240437"/>
                </a:lnTo>
                <a:moveTo>
                  <a:pt x="1315134" y="240437"/>
                </a:moveTo>
                <a:lnTo>
                  <a:pt x="1274875" y="240437"/>
                </a:lnTo>
                <a:lnTo>
                  <a:pt x="1274875" y="227018"/>
                </a:lnTo>
                <a:lnTo>
                  <a:pt x="1315134" y="227018"/>
                </a:lnTo>
                <a:lnTo>
                  <a:pt x="1315134" y="240437"/>
                </a:lnTo>
                <a:moveTo>
                  <a:pt x="1261454" y="240437"/>
                </a:moveTo>
                <a:lnTo>
                  <a:pt x="1221195" y="240437"/>
                </a:lnTo>
                <a:lnTo>
                  <a:pt x="1221195" y="227018"/>
                </a:lnTo>
                <a:lnTo>
                  <a:pt x="1261454" y="227018"/>
                </a:lnTo>
                <a:lnTo>
                  <a:pt x="1261454" y="240437"/>
                </a:lnTo>
                <a:moveTo>
                  <a:pt x="1207776" y="240437"/>
                </a:moveTo>
                <a:lnTo>
                  <a:pt x="1167516" y="240437"/>
                </a:lnTo>
                <a:lnTo>
                  <a:pt x="1167516" y="227018"/>
                </a:lnTo>
                <a:lnTo>
                  <a:pt x="1207776" y="227018"/>
                </a:lnTo>
                <a:lnTo>
                  <a:pt x="1207776" y="240437"/>
                </a:lnTo>
                <a:moveTo>
                  <a:pt x="1154097" y="240437"/>
                </a:moveTo>
                <a:lnTo>
                  <a:pt x="1113838" y="240437"/>
                </a:lnTo>
                <a:lnTo>
                  <a:pt x="1113838" y="227018"/>
                </a:lnTo>
                <a:lnTo>
                  <a:pt x="1154097" y="227018"/>
                </a:lnTo>
                <a:lnTo>
                  <a:pt x="1154097" y="240437"/>
                </a:lnTo>
                <a:moveTo>
                  <a:pt x="1100418" y="240437"/>
                </a:moveTo>
                <a:lnTo>
                  <a:pt x="1060159" y="240437"/>
                </a:lnTo>
                <a:lnTo>
                  <a:pt x="1060159" y="227018"/>
                </a:lnTo>
                <a:lnTo>
                  <a:pt x="1100418" y="227018"/>
                </a:lnTo>
                <a:lnTo>
                  <a:pt x="1100418" y="240437"/>
                </a:lnTo>
                <a:moveTo>
                  <a:pt x="1046738" y="240437"/>
                </a:moveTo>
                <a:lnTo>
                  <a:pt x="1006479" y="240437"/>
                </a:lnTo>
                <a:lnTo>
                  <a:pt x="1006479" y="227018"/>
                </a:lnTo>
                <a:lnTo>
                  <a:pt x="1046738" y="227018"/>
                </a:lnTo>
                <a:lnTo>
                  <a:pt x="1046738" y="240437"/>
                </a:lnTo>
                <a:moveTo>
                  <a:pt x="993060" y="240437"/>
                </a:moveTo>
                <a:lnTo>
                  <a:pt x="952801" y="240437"/>
                </a:lnTo>
                <a:lnTo>
                  <a:pt x="952801" y="227018"/>
                </a:lnTo>
                <a:lnTo>
                  <a:pt x="993060" y="227018"/>
                </a:lnTo>
                <a:lnTo>
                  <a:pt x="993060" y="240437"/>
                </a:lnTo>
                <a:moveTo>
                  <a:pt x="939381" y="240437"/>
                </a:moveTo>
                <a:lnTo>
                  <a:pt x="899122" y="240437"/>
                </a:lnTo>
                <a:lnTo>
                  <a:pt x="899122" y="227018"/>
                </a:lnTo>
                <a:lnTo>
                  <a:pt x="939381" y="227018"/>
                </a:lnTo>
                <a:lnTo>
                  <a:pt x="939381" y="240437"/>
                </a:lnTo>
                <a:moveTo>
                  <a:pt x="885703" y="240437"/>
                </a:moveTo>
                <a:lnTo>
                  <a:pt x="845443" y="240437"/>
                </a:lnTo>
                <a:lnTo>
                  <a:pt x="845443" y="227018"/>
                </a:lnTo>
                <a:lnTo>
                  <a:pt x="885703" y="227018"/>
                </a:lnTo>
                <a:lnTo>
                  <a:pt x="885703" y="240437"/>
                </a:lnTo>
                <a:moveTo>
                  <a:pt x="832022" y="240437"/>
                </a:moveTo>
                <a:lnTo>
                  <a:pt x="791764" y="240437"/>
                </a:lnTo>
                <a:lnTo>
                  <a:pt x="791764" y="227018"/>
                </a:lnTo>
                <a:lnTo>
                  <a:pt x="832022" y="227018"/>
                </a:lnTo>
                <a:lnTo>
                  <a:pt x="832022" y="240437"/>
                </a:lnTo>
                <a:moveTo>
                  <a:pt x="778344" y="240437"/>
                </a:moveTo>
                <a:lnTo>
                  <a:pt x="738085" y="240437"/>
                </a:lnTo>
                <a:lnTo>
                  <a:pt x="738085" y="227018"/>
                </a:lnTo>
                <a:lnTo>
                  <a:pt x="778344" y="227018"/>
                </a:lnTo>
                <a:lnTo>
                  <a:pt x="778344" y="240437"/>
                </a:lnTo>
                <a:moveTo>
                  <a:pt x="724665" y="240437"/>
                </a:moveTo>
                <a:lnTo>
                  <a:pt x="684406" y="240437"/>
                </a:lnTo>
                <a:lnTo>
                  <a:pt x="684406" y="227018"/>
                </a:lnTo>
                <a:lnTo>
                  <a:pt x="724665" y="227018"/>
                </a:lnTo>
                <a:lnTo>
                  <a:pt x="724665" y="240437"/>
                </a:lnTo>
                <a:moveTo>
                  <a:pt x="670987" y="240437"/>
                </a:moveTo>
                <a:lnTo>
                  <a:pt x="630727" y="240437"/>
                </a:lnTo>
                <a:lnTo>
                  <a:pt x="630727" y="227018"/>
                </a:lnTo>
                <a:lnTo>
                  <a:pt x="670987" y="227018"/>
                </a:lnTo>
                <a:lnTo>
                  <a:pt x="670987" y="240437"/>
                </a:lnTo>
                <a:moveTo>
                  <a:pt x="617308" y="240437"/>
                </a:moveTo>
                <a:lnTo>
                  <a:pt x="577048" y="240437"/>
                </a:lnTo>
                <a:lnTo>
                  <a:pt x="577048" y="227018"/>
                </a:lnTo>
                <a:lnTo>
                  <a:pt x="617308" y="227018"/>
                </a:lnTo>
                <a:lnTo>
                  <a:pt x="617308" y="240437"/>
                </a:lnTo>
                <a:moveTo>
                  <a:pt x="563628" y="240437"/>
                </a:moveTo>
                <a:lnTo>
                  <a:pt x="523369" y="240437"/>
                </a:lnTo>
                <a:lnTo>
                  <a:pt x="523369" y="227018"/>
                </a:lnTo>
                <a:lnTo>
                  <a:pt x="563628" y="227018"/>
                </a:lnTo>
                <a:lnTo>
                  <a:pt x="563628" y="240437"/>
                </a:lnTo>
                <a:moveTo>
                  <a:pt x="509949" y="240437"/>
                </a:moveTo>
                <a:lnTo>
                  <a:pt x="469690" y="240437"/>
                </a:lnTo>
                <a:lnTo>
                  <a:pt x="469690" y="227018"/>
                </a:lnTo>
                <a:lnTo>
                  <a:pt x="509949" y="227018"/>
                </a:lnTo>
                <a:lnTo>
                  <a:pt x="509949" y="240437"/>
                </a:lnTo>
                <a:moveTo>
                  <a:pt x="456271" y="240437"/>
                </a:moveTo>
                <a:lnTo>
                  <a:pt x="416012" y="240437"/>
                </a:lnTo>
                <a:lnTo>
                  <a:pt x="416012" y="227018"/>
                </a:lnTo>
                <a:lnTo>
                  <a:pt x="456271" y="227018"/>
                </a:lnTo>
                <a:lnTo>
                  <a:pt x="456271" y="240437"/>
                </a:lnTo>
                <a:moveTo>
                  <a:pt x="402592" y="240437"/>
                </a:moveTo>
                <a:lnTo>
                  <a:pt x="362333" y="240437"/>
                </a:lnTo>
                <a:lnTo>
                  <a:pt x="362333" y="227018"/>
                </a:lnTo>
                <a:lnTo>
                  <a:pt x="402592" y="227018"/>
                </a:lnTo>
                <a:lnTo>
                  <a:pt x="402592" y="240437"/>
                </a:lnTo>
                <a:moveTo>
                  <a:pt x="348912" y="240437"/>
                </a:moveTo>
                <a:lnTo>
                  <a:pt x="308653" y="240437"/>
                </a:lnTo>
                <a:lnTo>
                  <a:pt x="308653" y="227018"/>
                </a:lnTo>
                <a:lnTo>
                  <a:pt x="348912" y="227018"/>
                </a:lnTo>
                <a:lnTo>
                  <a:pt x="348912" y="240437"/>
                </a:lnTo>
                <a:moveTo>
                  <a:pt x="295233" y="240437"/>
                </a:moveTo>
                <a:lnTo>
                  <a:pt x="254975" y="240437"/>
                </a:lnTo>
                <a:lnTo>
                  <a:pt x="254975" y="227018"/>
                </a:lnTo>
                <a:lnTo>
                  <a:pt x="295233" y="227018"/>
                </a:lnTo>
                <a:lnTo>
                  <a:pt x="295233" y="240437"/>
                </a:lnTo>
                <a:moveTo>
                  <a:pt x="241555" y="240437"/>
                </a:moveTo>
                <a:lnTo>
                  <a:pt x="201296" y="240437"/>
                </a:lnTo>
                <a:lnTo>
                  <a:pt x="201296" y="227018"/>
                </a:lnTo>
                <a:lnTo>
                  <a:pt x="241555" y="227018"/>
                </a:lnTo>
                <a:lnTo>
                  <a:pt x="241555" y="240437"/>
                </a:lnTo>
                <a:moveTo>
                  <a:pt x="187876" y="240437"/>
                </a:moveTo>
                <a:lnTo>
                  <a:pt x="147618" y="240437"/>
                </a:lnTo>
                <a:lnTo>
                  <a:pt x="147618" y="227018"/>
                </a:lnTo>
                <a:lnTo>
                  <a:pt x="187876" y="227018"/>
                </a:lnTo>
                <a:lnTo>
                  <a:pt x="187876" y="240437"/>
                </a:lnTo>
                <a:moveTo>
                  <a:pt x="134198" y="240437"/>
                </a:moveTo>
                <a:lnTo>
                  <a:pt x="93937" y="240437"/>
                </a:lnTo>
                <a:lnTo>
                  <a:pt x="93937" y="227018"/>
                </a:lnTo>
                <a:lnTo>
                  <a:pt x="134198" y="227018"/>
                </a:lnTo>
                <a:lnTo>
                  <a:pt x="134198" y="240437"/>
                </a:lnTo>
                <a:moveTo>
                  <a:pt x="80518" y="240437"/>
                </a:moveTo>
                <a:lnTo>
                  <a:pt x="40259" y="240437"/>
                </a:lnTo>
                <a:lnTo>
                  <a:pt x="40259" y="227018"/>
                </a:lnTo>
                <a:lnTo>
                  <a:pt x="80518" y="227018"/>
                </a:lnTo>
                <a:lnTo>
                  <a:pt x="80518" y="240437"/>
                </a:lnTo>
                <a:moveTo>
                  <a:pt x="26839" y="240437"/>
                </a:moveTo>
                <a:lnTo>
                  <a:pt x="6710" y="240437"/>
                </a:lnTo>
                <a:lnTo>
                  <a:pt x="6710" y="227018"/>
                </a:lnTo>
                <a:lnTo>
                  <a:pt x="26839" y="227018"/>
                </a:lnTo>
                <a:lnTo>
                  <a:pt x="26839" y="240437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1 Object-Centric">
            <a:extLst xmlns:a="http://schemas.openxmlformats.org/drawingml/2006/main">
              <a:ext uri="{FF2B5EF4-FFF2-40B4-BE49-F238E27FC236}">
                <a16:creationId xmlns:a16="http://schemas.microsoft.com/office/drawing/2014/main" id="{DDEA918B-F792-453C-AC9C-81FC3C3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624" y="5036591"/>
            <a:ext cx="887781" cy="187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Object-Centric</a:t>
            </a:r>
          </a:p>
        </p:txBody>
      </p:sp>
      <p:sp>
        <p:nvSpPr>
          <p:cNvPr id="12" name="text-11 Visual">
            <a:extLst xmlns:a="http://schemas.openxmlformats.org/drawingml/2006/main">
              <a:ext uri="{FF2B5EF4-FFF2-40B4-BE49-F238E27FC236}">
                <a16:creationId xmlns:a16="http://schemas.microsoft.com/office/drawing/2014/main" id="{0F45BDBA-7295-4959-9DFA-AB5FFC7C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5510" y="5034367"/>
            <a:ext cx="390619" cy="19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13" name="text-11 Evidence">
            <a:extLst xmlns:a="http://schemas.openxmlformats.org/drawingml/2006/main">
              <a:ext uri="{FF2B5EF4-FFF2-40B4-BE49-F238E27FC236}">
                <a16:creationId xmlns:a16="http://schemas.microsoft.com/office/drawing/2014/main" id="{D73CA712-ACDB-47CA-B87A-C114A7A8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4747" y="5036593"/>
            <a:ext cx="545577" cy="187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14" name="path-12">
            <a:extLst xmlns:a="http://schemas.openxmlformats.org/drawingml/2006/main">
              <a:ext uri="{FF2B5EF4-FFF2-40B4-BE49-F238E27FC236}">
                <a16:creationId xmlns:a16="http://schemas.microsoft.com/office/drawing/2014/main" id="{1B2E4F12-1D77-43A5-AE16-E95EFD0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467156"/>
            <a:ext cx="3484658" cy="1254745"/>
          </a:xfrm>
          <a:custGeom xmlns:a="http://schemas.openxmlformats.org/drawingml/2006/main">
            <a:pathLst>
              <a:path w="3484658" h="1254745">
                <a:moveTo>
                  <a:pt x="0" y="92216"/>
                </a:moveTo>
                <a:cubicBezTo>
                  <a:pt x="0" y="3713"/>
                  <a:pt x="13464" y="0"/>
                  <a:pt x="333839" y="0"/>
                </a:cubicBezTo>
                <a:lnTo>
                  <a:pt x="3116712" y="984"/>
                </a:lnTo>
                <a:cubicBezTo>
                  <a:pt x="3437084" y="984"/>
                  <a:pt x="3483763" y="0"/>
                  <a:pt x="3483763" y="88481"/>
                </a:cubicBezTo>
                <a:lnTo>
                  <a:pt x="3484658" y="1165012"/>
                </a:lnTo>
                <a:cubicBezTo>
                  <a:pt x="3484658" y="1253515"/>
                  <a:pt x="3480163" y="1254745"/>
                  <a:pt x="3159789" y="1254745"/>
                </a:cubicBezTo>
                <a:lnTo>
                  <a:pt x="333839" y="1250026"/>
                </a:lnTo>
                <a:cubicBezTo>
                  <a:pt x="13464" y="1250026"/>
                  <a:pt x="895" y="1246559"/>
                  <a:pt x="895" y="1158078"/>
                </a:cubicBezTo>
                <a:lnTo>
                  <a:pt x="0" y="922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3">
            <a:extLst xmlns:a="http://schemas.openxmlformats.org/drawingml/2006/main">
              <a:ext uri="{FF2B5EF4-FFF2-40B4-BE49-F238E27FC236}">
                <a16:creationId xmlns:a16="http://schemas.microsoft.com/office/drawing/2014/main" id="{936FC68D-0FA1-4CBF-8CC5-14685413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455972"/>
            <a:ext cx="3507024" cy="1277112"/>
          </a:xfrm>
          <a:custGeom xmlns:a="http://schemas.openxmlformats.org/drawingml/2006/main">
            <a:pathLst>
              <a:path w="3507024" h="1277112">
                <a:moveTo>
                  <a:pt x="224" y="87407"/>
                </a:moveTo>
                <a:lnTo>
                  <a:pt x="627" y="79870"/>
                </a:lnTo>
                <a:lnTo>
                  <a:pt x="1276" y="72713"/>
                </a:lnTo>
                <a:lnTo>
                  <a:pt x="2281" y="65824"/>
                </a:lnTo>
                <a:lnTo>
                  <a:pt x="3713" y="59204"/>
                </a:lnTo>
                <a:lnTo>
                  <a:pt x="5659" y="52829"/>
                </a:lnTo>
                <a:lnTo>
                  <a:pt x="8253" y="46701"/>
                </a:lnTo>
                <a:lnTo>
                  <a:pt x="11519" y="40908"/>
                </a:lnTo>
                <a:lnTo>
                  <a:pt x="15566" y="35518"/>
                </a:lnTo>
                <a:lnTo>
                  <a:pt x="20353" y="30597"/>
                </a:lnTo>
                <a:lnTo>
                  <a:pt x="25855" y="26191"/>
                </a:lnTo>
                <a:lnTo>
                  <a:pt x="32074" y="22299"/>
                </a:lnTo>
                <a:lnTo>
                  <a:pt x="38963" y="18900"/>
                </a:lnTo>
                <a:lnTo>
                  <a:pt x="46589" y="15925"/>
                </a:lnTo>
                <a:lnTo>
                  <a:pt x="54977" y="13330"/>
                </a:lnTo>
                <a:lnTo>
                  <a:pt x="64169" y="11049"/>
                </a:lnTo>
                <a:lnTo>
                  <a:pt x="74256" y="9081"/>
                </a:lnTo>
                <a:lnTo>
                  <a:pt x="85305" y="7381"/>
                </a:lnTo>
                <a:lnTo>
                  <a:pt x="97405" y="5905"/>
                </a:lnTo>
                <a:lnTo>
                  <a:pt x="110556" y="4652"/>
                </a:lnTo>
                <a:lnTo>
                  <a:pt x="124894" y="3579"/>
                </a:lnTo>
                <a:lnTo>
                  <a:pt x="140438" y="2707"/>
                </a:lnTo>
                <a:lnTo>
                  <a:pt x="157302" y="1968"/>
                </a:lnTo>
                <a:lnTo>
                  <a:pt x="195011" y="939"/>
                </a:lnTo>
                <a:lnTo>
                  <a:pt x="238581" y="336"/>
                </a:lnTo>
                <a:lnTo>
                  <a:pt x="288435" y="67"/>
                </a:lnTo>
                <a:lnTo>
                  <a:pt x="345022" y="0"/>
                </a:lnTo>
                <a:lnTo>
                  <a:pt x="3127916" y="984"/>
                </a:lnTo>
                <a:lnTo>
                  <a:pt x="3235699" y="1118"/>
                </a:lnTo>
                <a:lnTo>
                  <a:pt x="3280880" y="1476"/>
                </a:lnTo>
                <a:lnTo>
                  <a:pt x="3320714" y="2214"/>
                </a:lnTo>
                <a:lnTo>
                  <a:pt x="3355493" y="3467"/>
                </a:lnTo>
                <a:lnTo>
                  <a:pt x="3371194" y="4339"/>
                </a:lnTo>
                <a:lnTo>
                  <a:pt x="3385732" y="5390"/>
                </a:lnTo>
                <a:lnTo>
                  <a:pt x="3399241" y="6621"/>
                </a:lnTo>
                <a:lnTo>
                  <a:pt x="3411722" y="8097"/>
                </a:lnTo>
                <a:lnTo>
                  <a:pt x="3423240" y="9819"/>
                </a:lnTo>
                <a:lnTo>
                  <a:pt x="3433865" y="11787"/>
                </a:lnTo>
                <a:lnTo>
                  <a:pt x="3443637" y="14091"/>
                </a:lnTo>
                <a:lnTo>
                  <a:pt x="3452629" y="16708"/>
                </a:lnTo>
                <a:lnTo>
                  <a:pt x="3460861" y="19705"/>
                </a:lnTo>
                <a:lnTo>
                  <a:pt x="3468376" y="23127"/>
                </a:lnTo>
                <a:lnTo>
                  <a:pt x="3475219" y="27041"/>
                </a:lnTo>
                <a:lnTo>
                  <a:pt x="3481392" y="31447"/>
                </a:lnTo>
                <a:lnTo>
                  <a:pt x="3486850" y="36412"/>
                </a:lnTo>
                <a:lnTo>
                  <a:pt x="3491569" y="41892"/>
                </a:lnTo>
                <a:lnTo>
                  <a:pt x="3495551" y="47842"/>
                </a:lnTo>
                <a:lnTo>
                  <a:pt x="3498771" y="54216"/>
                </a:lnTo>
                <a:lnTo>
                  <a:pt x="3501321" y="60970"/>
                </a:lnTo>
                <a:lnTo>
                  <a:pt x="3503221" y="68016"/>
                </a:lnTo>
                <a:lnTo>
                  <a:pt x="3504586" y="75419"/>
                </a:lnTo>
                <a:lnTo>
                  <a:pt x="3505481" y="83135"/>
                </a:lnTo>
                <a:lnTo>
                  <a:pt x="3505973" y="91187"/>
                </a:lnTo>
                <a:lnTo>
                  <a:pt x="3506129" y="99574"/>
                </a:lnTo>
                <a:lnTo>
                  <a:pt x="3507024" y="1176240"/>
                </a:lnTo>
                <a:lnTo>
                  <a:pt x="3506889" y="1192030"/>
                </a:lnTo>
                <a:lnTo>
                  <a:pt x="3506644" y="1199433"/>
                </a:lnTo>
                <a:lnTo>
                  <a:pt x="3506152" y="1206457"/>
                </a:lnTo>
                <a:lnTo>
                  <a:pt x="3505392" y="1213211"/>
                </a:lnTo>
                <a:lnTo>
                  <a:pt x="3504251" y="1219720"/>
                </a:lnTo>
                <a:lnTo>
                  <a:pt x="3502619" y="1225982"/>
                </a:lnTo>
                <a:lnTo>
                  <a:pt x="3500404" y="1232021"/>
                </a:lnTo>
                <a:lnTo>
                  <a:pt x="3497496" y="1237770"/>
                </a:lnTo>
                <a:lnTo>
                  <a:pt x="3493851" y="1243137"/>
                </a:lnTo>
                <a:lnTo>
                  <a:pt x="3489400" y="1248058"/>
                </a:lnTo>
                <a:lnTo>
                  <a:pt x="3484233" y="1252442"/>
                </a:lnTo>
                <a:lnTo>
                  <a:pt x="3478350" y="1256311"/>
                </a:lnTo>
                <a:lnTo>
                  <a:pt x="3471797" y="1259644"/>
                </a:lnTo>
                <a:lnTo>
                  <a:pt x="3464551" y="1262529"/>
                </a:lnTo>
                <a:lnTo>
                  <a:pt x="3456544" y="1265034"/>
                </a:lnTo>
                <a:lnTo>
                  <a:pt x="3447731" y="1267181"/>
                </a:lnTo>
                <a:lnTo>
                  <a:pt x="3438046" y="1269037"/>
                </a:lnTo>
                <a:lnTo>
                  <a:pt x="3427378" y="1270625"/>
                </a:lnTo>
                <a:lnTo>
                  <a:pt x="3415703" y="1271990"/>
                </a:lnTo>
                <a:lnTo>
                  <a:pt x="3402910" y="1273153"/>
                </a:lnTo>
                <a:lnTo>
                  <a:pt x="3388930" y="1274114"/>
                </a:lnTo>
                <a:lnTo>
                  <a:pt x="3357282" y="1275524"/>
                </a:lnTo>
                <a:lnTo>
                  <a:pt x="3320110" y="1276418"/>
                </a:lnTo>
                <a:lnTo>
                  <a:pt x="3276987" y="1276888"/>
                </a:lnTo>
                <a:lnTo>
                  <a:pt x="3170972" y="1277112"/>
                </a:lnTo>
                <a:lnTo>
                  <a:pt x="344999" y="1272392"/>
                </a:lnTo>
                <a:lnTo>
                  <a:pt x="288457" y="1272348"/>
                </a:lnTo>
                <a:lnTo>
                  <a:pt x="238625" y="1272079"/>
                </a:lnTo>
                <a:lnTo>
                  <a:pt x="195101" y="1271498"/>
                </a:lnTo>
                <a:lnTo>
                  <a:pt x="157414" y="1270469"/>
                </a:lnTo>
                <a:lnTo>
                  <a:pt x="125162" y="1268881"/>
                </a:lnTo>
                <a:lnTo>
                  <a:pt x="110825" y="1267830"/>
                </a:lnTo>
                <a:lnTo>
                  <a:pt x="97673" y="1266577"/>
                </a:lnTo>
                <a:lnTo>
                  <a:pt x="85640" y="1265123"/>
                </a:lnTo>
                <a:lnTo>
                  <a:pt x="74636" y="1263423"/>
                </a:lnTo>
                <a:lnTo>
                  <a:pt x="64572" y="1261455"/>
                </a:lnTo>
                <a:lnTo>
                  <a:pt x="55423" y="1259196"/>
                </a:lnTo>
                <a:lnTo>
                  <a:pt x="47081" y="1256624"/>
                </a:lnTo>
                <a:lnTo>
                  <a:pt x="39499" y="1253649"/>
                </a:lnTo>
                <a:lnTo>
                  <a:pt x="32633" y="1250250"/>
                </a:lnTo>
                <a:lnTo>
                  <a:pt x="26459" y="1246358"/>
                </a:lnTo>
                <a:lnTo>
                  <a:pt x="20980" y="1241952"/>
                </a:lnTo>
                <a:lnTo>
                  <a:pt x="16215" y="1237031"/>
                </a:lnTo>
                <a:lnTo>
                  <a:pt x="12234" y="1231641"/>
                </a:lnTo>
                <a:lnTo>
                  <a:pt x="8969" y="1225871"/>
                </a:lnTo>
                <a:lnTo>
                  <a:pt x="6441" y="1219765"/>
                </a:lnTo>
                <a:lnTo>
                  <a:pt x="4518" y="1213390"/>
                </a:lnTo>
                <a:lnTo>
                  <a:pt x="3109" y="1206770"/>
                </a:lnTo>
                <a:lnTo>
                  <a:pt x="2125" y="1199903"/>
                </a:lnTo>
                <a:lnTo>
                  <a:pt x="1499" y="1192746"/>
                </a:lnTo>
                <a:lnTo>
                  <a:pt x="1119" y="1185231"/>
                </a:lnTo>
                <a:lnTo>
                  <a:pt x="895" y="1169351"/>
                </a:lnTo>
                <a:lnTo>
                  <a:pt x="0" y="103310"/>
                </a:lnTo>
                <a:lnTo>
                  <a:pt x="224" y="87407"/>
                </a:lnTo>
                <a:moveTo>
                  <a:pt x="22366" y="103556"/>
                </a:moveTo>
                <a:lnTo>
                  <a:pt x="22366" y="103377"/>
                </a:lnTo>
                <a:lnTo>
                  <a:pt x="23261" y="1169239"/>
                </a:lnTo>
                <a:lnTo>
                  <a:pt x="23261" y="1169105"/>
                </a:lnTo>
                <a:lnTo>
                  <a:pt x="23485" y="1184717"/>
                </a:lnTo>
                <a:lnTo>
                  <a:pt x="23463" y="1184314"/>
                </a:lnTo>
                <a:lnTo>
                  <a:pt x="23821" y="1191404"/>
                </a:lnTo>
                <a:lnTo>
                  <a:pt x="23799" y="1190979"/>
                </a:lnTo>
                <a:lnTo>
                  <a:pt x="24379" y="1197622"/>
                </a:lnTo>
                <a:lnTo>
                  <a:pt x="24312" y="1197041"/>
                </a:lnTo>
                <a:lnTo>
                  <a:pt x="25207" y="1203258"/>
                </a:lnTo>
                <a:lnTo>
                  <a:pt x="25073" y="1202498"/>
                </a:lnTo>
                <a:lnTo>
                  <a:pt x="26303" y="1208290"/>
                </a:lnTo>
                <a:lnTo>
                  <a:pt x="26057" y="1207374"/>
                </a:lnTo>
                <a:lnTo>
                  <a:pt x="27690" y="1212742"/>
                </a:lnTo>
                <a:lnTo>
                  <a:pt x="27287" y="1211668"/>
                </a:lnTo>
                <a:lnTo>
                  <a:pt x="29367" y="1216656"/>
                </a:lnTo>
                <a:lnTo>
                  <a:pt x="28808" y="1215492"/>
                </a:lnTo>
                <a:lnTo>
                  <a:pt x="31379" y="1220100"/>
                </a:lnTo>
                <a:lnTo>
                  <a:pt x="30619" y="1218892"/>
                </a:lnTo>
                <a:lnTo>
                  <a:pt x="33750" y="1223142"/>
                </a:lnTo>
                <a:lnTo>
                  <a:pt x="32812" y="1222023"/>
                </a:lnTo>
                <a:lnTo>
                  <a:pt x="36569" y="1225915"/>
                </a:lnTo>
                <a:lnTo>
                  <a:pt x="35540" y="1224976"/>
                </a:lnTo>
                <a:lnTo>
                  <a:pt x="39946" y="1228532"/>
                </a:lnTo>
                <a:lnTo>
                  <a:pt x="38895" y="1227772"/>
                </a:lnTo>
                <a:lnTo>
                  <a:pt x="44039" y="1231015"/>
                </a:lnTo>
                <a:lnTo>
                  <a:pt x="43056" y="1230456"/>
                </a:lnTo>
                <a:lnTo>
                  <a:pt x="48982" y="1233385"/>
                </a:lnTo>
                <a:lnTo>
                  <a:pt x="48088" y="1233005"/>
                </a:lnTo>
                <a:lnTo>
                  <a:pt x="54842" y="1235645"/>
                </a:lnTo>
                <a:lnTo>
                  <a:pt x="54082" y="1235376"/>
                </a:lnTo>
                <a:lnTo>
                  <a:pt x="61731" y="1237747"/>
                </a:lnTo>
                <a:lnTo>
                  <a:pt x="61082" y="1237568"/>
                </a:lnTo>
                <a:lnTo>
                  <a:pt x="69648" y="1239671"/>
                </a:lnTo>
                <a:lnTo>
                  <a:pt x="69134" y="1239559"/>
                </a:lnTo>
                <a:lnTo>
                  <a:pt x="78685" y="1241415"/>
                </a:lnTo>
                <a:lnTo>
                  <a:pt x="78259" y="1241348"/>
                </a:lnTo>
                <a:lnTo>
                  <a:pt x="88883" y="1242981"/>
                </a:lnTo>
                <a:lnTo>
                  <a:pt x="88526" y="1242936"/>
                </a:lnTo>
                <a:lnTo>
                  <a:pt x="100223" y="1244345"/>
                </a:lnTo>
                <a:lnTo>
                  <a:pt x="99932" y="1244323"/>
                </a:lnTo>
                <a:lnTo>
                  <a:pt x="112815" y="1245553"/>
                </a:lnTo>
                <a:lnTo>
                  <a:pt x="112570" y="1245530"/>
                </a:lnTo>
                <a:lnTo>
                  <a:pt x="126660" y="1246559"/>
                </a:lnTo>
                <a:lnTo>
                  <a:pt x="126391" y="1246537"/>
                </a:lnTo>
                <a:lnTo>
                  <a:pt x="158397" y="1248125"/>
                </a:lnTo>
                <a:lnTo>
                  <a:pt x="158152" y="1248125"/>
                </a:lnTo>
                <a:lnTo>
                  <a:pt x="195638" y="1249132"/>
                </a:lnTo>
                <a:lnTo>
                  <a:pt x="195481" y="1249132"/>
                </a:lnTo>
                <a:lnTo>
                  <a:pt x="238871" y="1249713"/>
                </a:lnTo>
                <a:lnTo>
                  <a:pt x="238782" y="1249713"/>
                </a:lnTo>
                <a:lnTo>
                  <a:pt x="288546" y="1249981"/>
                </a:lnTo>
                <a:lnTo>
                  <a:pt x="288502" y="1249981"/>
                </a:lnTo>
                <a:lnTo>
                  <a:pt x="345044" y="1250026"/>
                </a:lnTo>
                <a:lnTo>
                  <a:pt x="3170995" y="1254745"/>
                </a:lnTo>
                <a:lnTo>
                  <a:pt x="3170949" y="1254745"/>
                </a:lnTo>
                <a:lnTo>
                  <a:pt x="3276898" y="1254522"/>
                </a:lnTo>
                <a:lnTo>
                  <a:pt x="3276786" y="1254522"/>
                </a:lnTo>
                <a:lnTo>
                  <a:pt x="3319796" y="1254052"/>
                </a:lnTo>
                <a:lnTo>
                  <a:pt x="3319662" y="1254052"/>
                </a:lnTo>
                <a:lnTo>
                  <a:pt x="3356633" y="1253180"/>
                </a:lnTo>
                <a:lnTo>
                  <a:pt x="3356388" y="1253180"/>
                </a:lnTo>
                <a:lnTo>
                  <a:pt x="3387790" y="1251770"/>
                </a:lnTo>
                <a:lnTo>
                  <a:pt x="3387521" y="1251793"/>
                </a:lnTo>
                <a:lnTo>
                  <a:pt x="3401277" y="1250831"/>
                </a:lnTo>
                <a:lnTo>
                  <a:pt x="3401031" y="1250854"/>
                </a:lnTo>
                <a:lnTo>
                  <a:pt x="3413556" y="1249735"/>
                </a:lnTo>
                <a:lnTo>
                  <a:pt x="3413265" y="1249758"/>
                </a:lnTo>
                <a:lnTo>
                  <a:pt x="3424627" y="1248438"/>
                </a:lnTo>
                <a:lnTo>
                  <a:pt x="3424247" y="1248483"/>
                </a:lnTo>
                <a:lnTo>
                  <a:pt x="3434512" y="1246962"/>
                </a:lnTo>
                <a:lnTo>
                  <a:pt x="3434043" y="1247029"/>
                </a:lnTo>
                <a:lnTo>
                  <a:pt x="3443257" y="1245262"/>
                </a:lnTo>
                <a:lnTo>
                  <a:pt x="3442699" y="1245396"/>
                </a:lnTo>
                <a:lnTo>
                  <a:pt x="3450885" y="1243383"/>
                </a:lnTo>
                <a:lnTo>
                  <a:pt x="3450214" y="1243562"/>
                </a:lnTo>
                <a:lnTo>
                  <a:pt x="3457483" y="1241303"/>
                </a:lnTo>
                <a:lnTo>
                  <a:pt x="3456677" y="1241594"/>
                </a:lnTo>
                <a:lnTo>
                  <a:pt x="3463053" y="1239044"/>
                </a:lnTo>
                <a:lnTo>
                  <a:pt x="3462113" y="1239469"/>
                </a:lnTo>
                <a:lnTo>
                  <a:pt x="3467659" y="1236651"/>
                </a:lnTo>
                <a:lnTo>
                  <a:pt x="3466608" y="1237255"/>
                </a:lnTo>
                <a:lnTo>
                  <a:pt x="3471395" y="1234124"/>
                </a:lnTo>
                <a:lnTo>
                  <a:pt x="3470299" y="1234951"/>
                </a:lnTo>
                <a:lnTo>
                  <a:pt x="3474369" y="1231484"/>
                </a:lnTo>
                <a:lnTo>
                  <a:pt x="3473296" y="1232536"/>
                </a:lnTo>
                <a:lnTo>
                  <a:pt x="3476718" y="1228733"/>
                </a:lnTo>
                <a:lnTo>
                  <a:pt x="3475779" y="1229919"/>
                </a:lnTo>
                <a:lnTo>
                  <a:pt x="3478597" y="1225781"/>
                </a:lnTo>
                <a:lnTo>
                  <a:pt x="3477859" y="1227034"/>
                </a:lnTo>
                <a:lnTo>
                  <a:pt x="3480163" y="1222493"/>
                </a:lnTo>
                <a:lnTo>
                  <a:pt x="3479648" y="1223701"/>
                </a:lnTo>
                <a:lnTo>
                  <a:pt x="3481437" y="1218781"/>
                </a:lnTo>
                <a:lnTo>
                  <a:pt x="3481101" y="1219832"/>
                </a:lnTo>
                <a:lnTo>
                  <a:pt x="3482489" y="1214531"/>
                </a:lnTo>
                <a:lnTo>
                  <a:pt x="3482310" y="1215403"/>
                </a:lnTo>
                <a:lnTo>
                  <a:pt x="3483316" y="1209678"/>
                </a:lnTo>
                <a:lnTo>
                  <a:pt x="3483204" y="1210349"/>
                </a:lnTo>
                <a:lnTo>
                  <a:pt x="3483920" y="1204198"/>
                </a:lnTo>
                <a:lnTo>
                  <a:pt x="3483875" y="1204712"/>
                </a:lnTo>
                <a:lnTo>
                  <a:pt x="3484300" y="1198114"/>
                </a:lnTo>
                <a:lnTo>
                  <a:pt x="3484300" y="1198472"/>
                </a:lnTo>
                <a:lnTo>
                  <a:pt x="3484545" y="1191404"/>
                </a:lnTo>
                <a:lnTo>
                  <a:pt x="3484523" y="1191695"/>
                </a:lnTo>
                <a:lnTo>
                  <a:pt x="3484658" y="1176106"/>
                </a:lnTo>
                <a:lnTo>
                  <a:pt x="3484658" y="1176217"/>
                </a:lnTo>
                <a:lnTo>
                  <a:pt x="3483763" y="99686"/>
                </a:lnTo>
                <a:lnTo>
                  <a:pt x="3483763" y="99865"/>
                </a:lnTo>
                <a:lnTo>
                  <a:pt x="3483629" y="91836"/>
                </a:lnTo>
                <a:lnTo>
                  <a:pt x="3483629" y="92328"/>
                </a:lnTo>
                <a:lnTo>
                  <a:pt x="3483182" y="84790"/>
                </a:lnTo>
                <a:lnTo>
                  <a:pt x="3483227" y="85394"/>
                </a:lnTo>
                <a:lnTo>
                  <a:pt x="3482421" y="78349"/>
                </a:lnTo>
                <a:lnTo>
                  <a:pt x="3482533" y="79109"/>
                </a:lnTo>
                <a:lnTo>
                  <a:pt x="3481326" y="72534"/>
                </a:lnTo>
                <a:lnTo>
                  <a:pt x="3481526" y="73428"/>
                </a:lnTo>
                <a:lnTo>
                  <a:pt x="3479871" y="67322"/>
                </a:lnTo>
                <a:lnTo>
                  <a:pt x="3480184" y="68351"/>
                </a:lnTo>
                <a:lnTo>
                  <a:pt x="3478060" y="62693"/>
                </a:lnTo>
                <a:lnTo>
                  <a:pt x="3478552" y="63789"/>
                </a:lnTo>
                <a:lnTo>
                  <a:pt x="3475890" y="58555"/>
                </a:lnTo>
                <a:lnTo>
                  <a:pt x="3476561" y="59695"/>
                </a:lnTo>
                <a:lnTo>
                  <a:pt x="3473340" y="54887"/>
                </a:lnTo>
                <a:lnTo>
                  <a:pt x="3474168" y="55983"/>
                </a:lnTo>
                <a:lnTo>
                  <a:pt x="3470343" y="51532"/>
                </a:lnTo>
                <a:lnTo>
                  <a:pt x="3471306" y="52516"/>
                </a:lnTo>
                <a:lnTo>
                  <a:pt x="3466833" y="48445"/>
                </a:lnTo>
                <a:lnTo>
                  <a:pt x="3467816" y="49250"/>
                </a:lnTo>
                <a:lnTo>
                  <a:pt x="3462649" y="45560"/>
                </a:lnTo>
                <a:lnTo>
                  <a:pt x="3463634" y="46186"/>
                </a:lnTo>
                <a:lnTo>
                  <a:pt x="3457752" y="42809"/>
                </a:lnTo>
                <a:lnTo>
                  <a:pt x="3458646" y="43279"/>
                </a:lnTo>
                <a:lnTo>
                  <a:pt x="3451981" y="40237"/>
                </a:lnTo>
                <a:lnTo>
                  <a:pt x="3452786" y="40573"/>
                </a:lnTo>
                <a:lnTo>
                  <a:pt x="3445293" y="37844"/>
                </a:lnTo>
                <a:lnTo>
                  <a:pt x="3446009" y="38067"/>
                </a:lnTo>
                <a:lnTo>
                  <a:pt x="3437666" y="35630"/>
                </a:lnTo>
                <a:lnTo>
                  <a:pt x="3438248" y="35786"/>
                </a:lnTo>
                <a:lnTo>
                  <a:pt x="3429010" y="33639"/>
                </a:lnTo>
                <a:lnTo>
                  <a:pt x="3429502" y="33728"/>
                </a:lnTo>
                <a:lnTo>
                  <a:pt x="3419326" y="31827"/>
                </a:lnTo>
                <a:lnTo>
                  <a:pt x="3419751" y="31894"/>
                </a:lnTo>
                <a:lnTo>
                  <a:pt x="3408591" y="30239"/>
                </a:lnTo>
                <a:lnTo>
                  <a:pt x="3408926" y="30284"/>
                </a:lnTo>
                <a:lnTo>
                  <a:pt x="3396759" y="28853"/>
                </a:lnTo>
                <a:lnTo>
                  <a:pt x="3397028" y="28875"/>
                </a:lnTo>
                <a:lnTo>
                  <a:pt x="3383809" y="27667"/>
                </a:lnTo>
                <a:lnTo>
                  <a:pt x="3384033" y="27689"/>
                </a:lnTo>
                <a:lnTo>
                  <a:pt x="3369673" y="26661"/>
                </a:lnTo>
                <a:lnTo>
                  <a:pt x="3369875" y="26661"/>
                </a:lnTo>
                <a:lnTo>
                  <a:pt x="3354374" y="25811"/>
                </a:lnTo>
                <a:lnTo>
                  <a:pt x="3354599" y="25811"/>
                </a:lnTo>
                <a:lnTo>
                  <a:pt x="3319997" y="24580"/>
                </a:lnTo>
                <a:lnTo>
                  <a:pt x="3320200" y="24580"/>
                </a:lnTo>
                <a:lnTo>
                  <a:pt x="3280544" y="23842"/>
                </a:lnTo>
                <a:lnTo>
                  <a:pt x="3280656" y="23842"/>
                </a:lnTo>
                <a:lnTo>
                  <a:pt x="3235565" y="23485"/>
                </a:lnTo>
                <a:lnTo>
                  <a:pt x="3235633" y="23485"/>
                </a:lnTo>
                <a:lnTo>
                  <a:pt x="3127895" y="23351"/>
                </a:lnTo>
                <a:lnTo>
                  <a:pt x="345022" y="22366"/>
                </a:lnTo>
                <a:lnTo>
                  <a:pt x="345044" y="22366"/>
                </a:lnTo>
                <a:lnTo>
                  <a:pt x="288480" y="22434"/>
                </a:lnTo>
                <a:lnTo>
                  <a:pt x="288546" y="22434"/>
                </a:lnTo>
                <a:lnTo>
                  <a:pt x="238760" y="22702"/>
                </a:lnTo>
                <a:lnTo>
                  <a:pt x="238849" y="22702"/>
                </a:lnTo>
                <a:lnTo>
                  <a:pt x="195392" y="23283"/>
                </a:lnTo>
                <a:lnTo>
                  <a:pt x="195547" y="23283"/>
                </a:lnTo>
                <a:lnTo>
                  <a:pt x="158017" y="24335"/>
                </a:lnTo>
                <a:lnTo>
                  <a:pt x="158174" y="24312"/>
                </a:lnTo>
                <a:lnTo>
                  <a:pt x="141489" y="25050"/>
                </a:lnTo>
                <a:lnTo>
                  <a:pt x="141646" y="25028"/>
                </a:lnTo>
                <a:lnTo>
                  <a:pt x="126257" y="25900"/>
                </a:lnTo>
                <a:lnTo>
                  <a:pt x="126459" y="25900"/>
                </a:lnTo>
                <a:lnTo>
                  <a:pt x="112345" y="26952"/>
                </a:lnTo>
                <a:lnTo>
                  <a:pt x="112570" y="26929"/>
                </a:lnTo>
                <a:lnTo>
                  <a:pt x="99664" y="28159"/>
                </a:lnTo>
                <a:lnTo>
                  <a:pt x="99956" y="28137"/>
                </a:lnTo>
                <a:lnTo>
                  <a:pt x="88190" y="29568"/>
                </a:lnTo>
                <a:lnTo>
                  <a:pt x="88548" y="29501"/>
                </a:lnTo>
                <a:lnTo>
                  <a:pt x="77902" y="31156"/>
                </a:lnTo>
                <a:lnTo>
                  <a:pt x="78327" y="31089"/>
                </a:lnTo>
                <a:lnTo>
                  <a:pt x="68732" y="32968"/>
                </a:lnTo>
                <a:lnTo>
                  <a:pt x="69246" y="32834"/>
                </a:lnTo>
                <a:lnTo>
                  <a:pt x="60635" y="34959"/>
                </a:lnTo>
                <a:lnTo>
                  <a:pt x="61261" y="34780"/>
                </a:lnTo>
                <a:lnTo>
                  <a:pt x="53590" y="37173"/>
                </a:lnTo>
                <a:lnTo>
                  <a:pt x="54350" y="36904"/>
                </a:lnTo>
                <a:lnTo>
                  <a:pt x="47551" y="39566"/>
                </a:lnTo>
                <a:lnTo>
                  <a:pt x="48446" y="39163"/>
                </a:lnTo>
                <a:lnTo>
                  <a:pt x="42474" y="42116"/>
                </a:lnTo>
                <a:lnTo>
                  <a:pt x="43458" y="41556"/>
                </a:lnTo>
                <a:lnTo>
                  <a:pt x="38269" y="44800"/>
                </a:lnTo>
                <a:lnTo>
                  <a:pt x="39320" y="44062"/>
                </a:lnTo>
                <a:lnTo>
                  <a:pt x="34847" y="47640"/>
                </a:lnTo>
                <a:lnTo>
                  <a:pt x="35898" y="46701"/>
                </a:lnTo>
                <a:lnTo>
                  <a:pt x="32096" y="50593"/>
                </a:lnTo>
                <a:lnTo>
                  <a:pt x="33035" y="49497"/>
                </a:lnTo>
                <a:lnTo>
                  <a:pt x="29859" y="53746"/>
                </a:lnTo>
                <a:lnTo>
                  <a:pt x="30642" y="52561"/>
                </a:lnTo>
                <a:lnTo>
                  <a:pt x="28025" y="57168"/>
                </a:lnTo>
                <a:lnTo>
                  <a:pt x="28606" y="56005"/>
                </a:lnTo>
                <a:lnTo>
                  <a:pt x="26482" y="60993"/>
                </a:lnTo>
                <a:lnTo>
                  <a:pt x="26884" y="59919"/>
                </a:lnTo>
                <a:lnTo>
                  <a:pt x="25230" y="65310"/>
                </a:lnTo>
                <a:lnTo>
                  <a:pt x="25475" y="64370"/>
                </a:lnTo>
                <a:lnTo>
                  <a:pt x="24223" y="70163"/>
                </a:lnTo>
                <a:lnTo>
                  <a:pt x="24357" y="69425"/>
                </a:lnTo>
                <a:lnTo>
                  <a:pt x="23463" y="75620"/>
                </a:lnTo>
                <a:lnTo>
                  <a:pt x="23530" y="75039"/>
                </a:lnTo>
                <a:lnTo>
                  <a:pt x="22925" y="81682"/>
                </a:lnTo>
                <a:lnTo>
                  <a:pt x="22947" y="81257"/>
                </a:lnTo>
                <a:lnTo>
                  <a:pt x="22590" y="88347"/>
                </a:lnTo>
                <a:lnTo>
                  <a:pt x="22590" y="87944"/>
                </a:lnTo>
                <a:lnTo>
                  <a:pt x="22366" y="103556"/>
                </a:lnTo>
              </a:path>
            </a:pathLst>
          </a:custGeom>
          <a:solidFill xmlns:a="http://schemas.openxmlformats.org/drawingml/2006/main">
            <a:srgbClr val="FC8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4">
            <a:extLst xmlns:a="http://schemas.openxmlformats.org/drawingml/2006/main">
              <a:ext uri="{FF2B5EF4-FFF2-40B4-BE49-F238E27FC236}">
                <a16:creationId xmlns:a16="http://schemas.microsoft.com/office/drawing/2014/main" id="{3E732970-AF19-4B0C-A51E-D140C09A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535" y="439198"/>
            <a:ext cx="6157422" cy="1468343"/>
          </a:xfrm>
          <a:custGeom xmlns:a="http://schemas.openxmlformats.org/drawingml/2006/main">
            <a:pathLst>
              <a:path w="6157422" h="1468343">
                <a:moveTo>
                  <a:pt x="201" y="144911"/>
                </a:moveTo>
                <a:lnTo>
                  <a:pt x="783" y="137172"/>
                </a:lnTo>
                <a:lnTo>
                  <a:pt x="1766" y="129523"/>
                </a:lnTo>
                <a:lnTo>
                  <a:pt x="3109" y="121985"/>
                </a:lnTo>
                <a:lnTo>
                  <a:pt x="4808" y="114605"/>
                </a:lnTo>
                <a:lnTo>
                  <a:pt x="6866" y="107358"/>
                </a:lnTo>
                <a:lnTo>
                  <a:pt x="9259" y="100245"/>
                </a:lnTo>
                <a:lnTo>
                  <a:pt x="12010" y="93312"/>
                </a:lnTo>
                <a:lnTo>
                  <a:pt x="15073" y="86535"/>
                </a:lnTo>
                <a:lnTo>
                  <a:pt x="18451" y="79937"/>
                </a:lnTo>
                <a:lnTo>
                  <a:pt x="22120" y="73540"/>
                </a:lnTo>
                <a:lnTo>
                  <a:pt x="26101" y="67345"/>
                </a:lnTo>
                <a:lnTo>
                  <a:pt x="30350" y="61351"/>
                </a:lnTo>
                <a:lnTo>
                  <a:pt x="34891" y="55580"/>
                </a:lnTo>
                <a:lnTo>
                  <a:pt x="39677" y="50056"/>
                </a:lnTo>
                <a:lnTo>
                  <a:pt x="44754" y="44755"/>
                </a:lnTo>
                <a:lnTo>
                  <a:pt x="50055" y="39678"/>
                </a:lnTo>
                <a:lnTo>
                  <a:pt x="55579" y="34891"/>
                </a:lnTo>
                <a:lnTo>
                  <a:pt x="61350" y="30351"/>
                </a:lnTo>
                <a:lnTo>
                  <a:pt x="67344" y="26101"/>
                </a:lnTo>
                <a:lnTo>
                  <a:pt x="73540" y="22120"/>
                </a:lnTo>
                <a:lnTo>
                  <a:pt x="79937" y="18452"/>
                </a:lnTo>
                <a:lnTo>
                  <a:pt x="86534" y="15075"/>
                </a:lnTo>
                <a:lnTo>
                  <a:pt x="93312" y="12011"/>
                </a:lnTo>
                <a:lnTo>
                  <a:pt x="100245" y="9260"/>
                </a:lnTo>
                <a:lnTo>
                  <a:pt x="107357" y="6866"/>
                </a:lnTo>
                <a:lnTo>
                  <a:pt x="114603" y="4809"/>
                </a:lnTo>
                <a:lnTo>
                  <a:pt x="121984" y="3109"/>
                </a:lnTo>
                <a:lnTo>
                  <a:pt x="129522" y="1767"/>
                </a:lnTo>
                <a:lnTo>
                  <a:pt x="137172" y="783"/>
                </a:lnTo>
                <a:lnTo>
                  <a:pt x="144911" y="201"/>
                </a:lnTo>
                <a:lnTo>
                  <a:pt x="152627" y="0"/>
                </a:lnTo>
                <a:lnTo>
                  <a:pt x="6004793" y="0"/>
                </a:lnTo>
                <a:lnTo>
                  <a:pt x="6012511" y="201"/>
                </a:lnTo>
                <a:lnTo>
                  <a:pt x="6020249" y="783"/>
                </a:lnTo>
                <a:lnTo>
                  <a:pt x="6027898" y="1767"/>
                </a:lnTo>
                <a:lnTo>
                  <a:pt x="6035413" y="3109"/>
                </a:lnTo>
                <a:lnTo>
                  <a:pt x="6042816" y="4809"/>
                </a:lnTo>
                <a:lnTo>
                  <a:pt x="6050062" y="6866"/>
                </a:lnTo>
                <a:lnTo>
                  <a:pt x="6057176" y="9260"/>
                </a:lnTo>
                <a:lnTo>
                  <a:pt x="6064109" y="12011"/>
                </a:lnTo>
                <a:lnTo>
                  <a:pt x="6070886" y="15075"/>
                </a:lnTo>
                <a:lnTo>
                  <a:pt x="6077484" y="18452"/>
                </a:lnTo>
                <a:lnTo>
                  <a:pt x="6083881" y="22120"/>
                </a:lnTo>
                <a:lnTo>
                  <a:pt x="6090076" y="26101"/>
                </a:lnTo>
                <a:lnTo>
                  <a:pt x="6096070" y="30351"/>
                </a:lnTo>
                <a:lnTo>
                  <a:pt x="6101840" y="34891"/>
                </a:lnTo>
                <a:lnTo>
                  <a:pt x="6107364" y="39678"/>
                </a:lnTo>
                <a:lnTo>
                  <a:pt x="6112665" y="44755"/>
                </a:lnTo>
                <a:lnTo>
                  <a:pt x="6117743" y="50056"/>
                </a:lnTo>
                <a:lnTo>
                  <a:pt x="6122530" y="55580"/>
                </a:lnTo>
                <a:lnTo>
                  <a:pt x="6127070" y="61351"/>
                </a:lnTo>
                <a:lnTo>
                  <a:pt x="6131319" y="67345"/>
                </a:lnTo>
                <a:lnTo>
                  <a:pt x="6135301" y="73540"/>
                </a:lnTo>
                <a:lnTo>
                  <a:pt x="6138968" y="79937"/>
                </a:lnTo>
                <a:lnTo>
                  <a:pt x="6142346" y="86535"/>
                </a:lnTo>
                <a:lnTo>
                  <a:pt x="6145410" y="93312"/>
                </a:lnTo>
                <a:lnTo>
                  <a:pt x="6148162" y="100245"/>
                </a:lnTo>
                <a:lnTo>
                  <a:pt x="6150555" y="107358"/>
                </a:lnTo>
                <a:lnTo>
                  <a:pt x="6152612" y="114605"/>
                </a:lnTo>
                <a:lnTo>
                  <a:pt x="6154312" y="121985"/>
                </a:lnTo>
                <a:lnTo>
                  <a:pt x="6155653" y="129523"/>
                </a:lnTo>
                <a:lnTo>
                  <a:pt x="6156638" y="137172"/>
                </a:lnTo>
                <a:lnTo>
                  <a:pt x="6157220" y="144911"/>
                </a:lnTo>
                <a:lnTo>
                  <a:pt x="6157422" y="152627"/>
                </a:lnTo>
                <a:lnTo>
                  <a:pt x="6157422" y="1315715"/>
                </a:lnTo>
                <a:lnTo>
                  <a:pt x="6157220" y="1323432"/>
                </a:lnTo>
                <a:lnTo>
                  <a:pt x="6156638" y="1331171"/>
                </a:lnTo>
                <a:lnTo>
                  <a:pt x="6155653" y="1338820"/>
                </a:lnTo>
                <a:lnTo>
                  <a:pt x="6154312" y="1346357"/>
                </a:lnTo>
                <a:lnTo>
                  <a:pt x="6152612" y="1353738"/>
                </a:lnTo>
                <a:lnTo>
                  <a:pt x="6150555" y="1360985"/>
                </a:lnTo>
                <a:lnTo>
                  <a:pt x="6148162" y="1368097"/>
                </a:lnTo>
                <a:lnTo>
                  <a:pt x="6145410" y="1375031"/>
                </a:lnTo>
                <a:lnTo>
                  <a:pt x="6142346" y="1381808"/>
                </a:lnTo>
                <a:lnTo>
                  <a:pt x="6138968" y="1388406"/>
                </a:lnTo>
                <a:lnTo>
                  <a:pt x="6135301" y="1394802"/>
                </a:lnTo>
                <a:lnTo>
                  <a:pt x="6131319" y="1400998"/>
                </a:lnTo>
                <a:lnTo>
                  <a:pt x="6127070" y="1406992"/>
                </a:lnTo>
                <a:lnTo>
                  <a:pt x="6122530" y="1412762"/>
                </a:lnTo>
                <a:lnTo>
                  <a:pt x="6117743" y="1418287"/>
                </a:lnTo>
                <a:lnTo>
                  <a:pt x="6112665" y="1423588"/>
                </a:lnTo>
                <a:lnTo>
                  <a:pt x="6107364" y="1428665"/>
                </a:lnTo>
                <a:lnTo>
                  <a:pt x="6101840" y="1433451"/>
                </a:lnTo>
                <a:lnTo>
                  <a:pt x="6096070" y="1437992"/>
                </a:lnTo>
                <a:lnTo>
                  <a:pt x="6090076" y="1442241"/>
                </a:lnTo>
                <a:lnTo>
                  <a:pt x="6083881" y="1446222"/>
                </a:lnTo>
                <a:lnTo>
                  <a:pt x="6077484" y="1449890"/>
                </a:lnTo>
                <a:lnTo>
                  <a:pt x="6070886" y="1453268"/>
                </a:lnTo>
                <a:lnTo>
                  <a:pt x="6064109" y="1456332"/>
                </a:lnTo>
                <a:lnTo>
                  <a:pt x="6057176" y="1459083"/>
                </a:lnTo>
                <a:lnTo>
                  <a:pt x="6050062" y="1461476"/>
                </a:lnTo>
                <a:lnTo>
                  <a:pt x="6042816" y="1463534"/>
                </a:lnTo>
                <a:lnTo>
                  <a:pt x="6035413" y="1465234"/>
                </a:lnTo>
                <a:lnTo>
                  <a:pt x="6027898" y="1466576"/>
                </a:lnTo>
                <a:lnTo>
                  <a:pt x="6020249" y="1467560"/>
                </a:lnTo>
                <a:lnTo>
                  <a:pt x="6012511" y="1468141"/>
                </a:lnTo>
                <a:lnTo>
                  <a:pt x="6004793" y="1468343"/>
                </a:lnTo>
                <a:lnTo>
                  <a:pt x="152627" y="1468343"/>
                </a:lnTo>
                <a:lnTo>
                  <a:pt x="144911" y="1468141"/>
                </a:lnTo>
                <a:lnTo>
                  <a:pt x="137172" y="1467560"/>
                </a:lnTo>
                <a:lnTo>
                  <a:pt x="129522" y="1466576"/>
                </a:lnTo>
                <a:lnTo>
                  <a:pt x="121984" y="1465234"/>
                </a:lnTo>
                <a:lnTo>
                  <a:pt x="114603" y="1463534"/>
                </a:lnTo>
                <a:lnTo>
                  <a:pt x="107357" y="1461476"/>
                </a:lnTo>
                <a:lnTo>
                  <a:pt x="100245" y="1459083"/>
                </a:lnTo>
                <a:lnTo>
                  <a:pt x="93312" y="1456332"/>
                </a:lnTo>
                <a:lnTo>
                  <a:pt x="86534" y="1453268"/>
                </a:lnTo>
                <a:lnTo>
                  <a:pt x="79937" y="1449890"/>
                </a:lnTo>
                <a:lnTo>
                  <a:pt x="73540" y="1446222"/>
                </a:lnTo>
                <a:lnTo>
                  <a:pt x="67344" y="1442241"/>
                </a:lnTo>
                <a:lnTo>
                  <a:pt x="61350" y="1437992"/>
                </a:lnTo>
                <a:lnTo>
                  <a:pt x="55579" y="1433451"/>
                </a:lnTo>
                <a:lnTo>
                  <a:pt x="50055" y="1428665"/>
                </a:lnTo>
                <a:lnTo>
                  <a:pt x="44754" y="1423588"/>
                </a:lnTo>
                <a:lnTo>
                  <a:pt x="39677" y="1418287"/>
                </a:lnTo>
                <a:lnTo>
                  <a:pt x="34891" y="1412762"/>
                </a:lnTo>
                <a:lnTo>
                  <a:pt x="30350" y="1406992"/>
                </a:lnTo>
                <a:lnTo>
                  <a:pt x="26101" y="1400998"/>
                </a:lnTo>
                <a:lnTo>
                  <a:pt x="22120" y="1394802"/>
                </a:lnTo>
                <a:lnTo>
                  <a:pt x="18451" y="1388406"/>
                </a:lnTo>
                <a:lnTo>
                  <a:pt x="15073" y="1381808"/>
                </a:lnTo>
                <a:lnTo>
                  <a:pt x="12010" y="1375031"/>
                </a:lnTo>
                <a:lnTo>
                  <a:pt x="9259" y="1368097"/>
                </a:lnTo>
                <a:lnTo>
                  <a:pt x="6866" y="1360985"/>
                </a:lnTo>
                <a:lnTo>
                  <a:pt x="4808" y="1353738"/>
                </a:lnTo>
                <a:lnTo>
                  <a:pt x="3109" y="1346357"/>
                </a:lnTo>
                <a:lnTo>
                  <a:pt x="1766" y="1338820"/>
                </a:lnTo>
                <a:lnTo>
                  <a:pt x="783" y="1331171"/>
                </a:lnTo>
                <a:lnTo>
                  <a:pt x="201" y="1323432"/>
                </a:lnTo>
                <a:lnTo>
                  <a:pt x="0" y="1315715"/>
                </a:lnTo>
                <a:lnTo>
                  <a:pt x="0" y="152627"/>
                </a:lnTo>
                <a:lnTo>
                  <a:pt x="201" y="144911"/>
                </a:lnTo>
                <a:moveTo>
                  <a:pt x="22366" y="153052"/>
                </a:moveTo>
                <a:lnTo>
                  <a:pt x="22366" y="152784"/>
                </a:lnTo>
                <a:lnTo>
                  <a:pt x="22366" y="1315559"/>
                </a:lnTo>
                <a:lnTo>
                  <a:pt x="22366" y="1315291"/>
                </a:lnTo>
                <a:lnTo>
                  <a:pt x="22545" y="1322582"/>
                </a:lnTo>
                <a:lnTo>
                  <a:pt x="22522" y="1322000"/>
                </a:lnTo>
                <a:lnTo>
                  <a:pt x="23059" y="1329202"/>
                </a:lnTo>
                <a:lnTo>
                  <a:pt x="23014" y="1328643"/>
                </a:lnTo>
                <a:lnTo>
                  <a:pt x="23909" y="1335733"/>
                </a:lnTo>
                <a:lnTo>
                  <a:pt x="23819" y="1335174"/>
                </a:lnTo>
                <a:lnTo>
                  <a:pt x="25072" y="1342130"/>
                </a:lnTo>
                <a:lnTo>
                  <a:pt x="24960" y="1341593"/>
                </a:lnTo>
                <a:lnTo>
                  <a:pt x="26526" y="1348437"/>
                </a:lnTo>
                <a:lnTo>
                  <a:pt x="26391" y="1347901"/>
                </a:lnTo>
                <a:lnTo>
                  <a:pt x="28315" y="1354610"/>
                </a:lnTo>
                <a:lnTo>
                  <a:pt x="28137" y="1354096"/>
                </a:lnTo>
                <a:lnTo>
                  <a:pt x="30373" y="1360672"/>
                </a:lnTo>
                <a:lnTo>
                  <a:pt x="30171" y="1360157"/>
                </a:lnTo>
                <a:lnTo>
                  <a:pt x="32721" y="1366576"/>
                </a:lnTo>
                <a:lnTo>
                  <a:pt x="32498" y="1366084"/>
                </a:lnTo>
                <a:lnTo>
                  <a:pt x="35337" y="1372347"/>
                </a:lnTo>
                <a:lnTo>
                  <a:pt x="35092" y="1371855"/>
                </a:lnTo>
                <a:lnTo>
                  <a:pt x="38223" y="1377961"/>
                </a:lnTo>
                <a:lnTo>
                  <a:pt x="37978" y="1377491"/>
                </a:lnTo>
                <a:lnTo>
                  <a:pt x="41378" y="1383418"/>
                </a:lnTo>
                <a:lnTo>
                  <a:pt x="41087" y="1382948"/>
                </a:lnTo>
                <a:lnTo>
                  <a:pt x="44776" y="1388696"/>
                </a:lnTo>
                <a:lnTo>
                  <a:pt x="44486" y="1388249"/>
                </a:lnTo>
                <a:lnTo>
                  <a:pt x="48423" y="1393796"/>
                </a:lnTo>
                <a:lnTo>
                  <a:pt x="48110" y="1393371"/>
                </a:lnTo>
                <a:lnTo>
                  <a:pt x="52314" y="1398717"/>
                </a:lnTo>
                <a:lnTo>
                  <a:pt x="51979" y="1398314"/>
                </a:lnTo>
                <a:lnTo>
                  <a:pt x="56407" y="1403458"/>
                </a:lnTo>
                <a:lnTo>
                  <a:pt x="56049" y="1403056"/>
                </a:lnTo>
                <a:lnTo>
                  <a:pt x="60746" y="1407976"/>
                </a:lnTo>
                <a:lnTo>
                  <a:pt x="60366" y="1407596"/>
                </a:lnTo>
                <a:lnTo>
                  <a:pt x="65287" y="1412293"/>
                </a:lnTo>
                <a:lnTo>
                  <a:pt x="64884" y="1411935"/>
                </a:lnTo>
                <a:lnTo>
                  <a:pt x="70028" y="1416364"/>
                </a:lnTo>
                <a:lnTo>
                  <a:pt x="69626" y="1416028"/>
                </a:lnTo>
                <a:lnTo>
                  <a:pt x="74971" y="1420233"/>
                </a:lnTo>
                <a:lnTo>
                  <a:pt x="74547" y="1419920"/>
                </a:lnTo>
                <a:lnTo>
                  <a:pt x="80093" y="1423856"/>
                </a:lnTo>
                <a:lnTo>
                  <a:pt x="79646" y="1423565"/>
                </a:lnTo>
                <a:lnTo>
                  <a:pt x="85394" y="1427256"/>
                </a:lnTo>
                <a:lnTo>
                  <a:pt x="84924" y="1426965"/>
                </a:lnTo>
                <a:lnTo>
                  <a:pt x="90850" y="1430365"/>
                </a:lnTo>
                <a:lnTo>
                  <a:pt x="90382" y="1430119"/>
                </a:lnTo>
                <a:lnTo>
                  <a:pt x="96487" y="1433250"/>
                </a:lnTo>
                <a:lnTo>
                  <a:pt x="95995" y="1433004"/>
                </a:lnTo>
                <a:lnTo>
                  <a:pt x="102258" y="1435845"/>
                </a:lnTo>
                <a:lnTo>
                  <a:pt x="101766" y="1435621"/>
                </a:lnTo>
                <a:lnTo>
                  <a:pt x="108185" y="1438171"/>
                </a:lnTo>
                <a:lnTo>
                  <a:pt x="107670" y="1437969"/>
                </a:lnTo>
                <a:lnTo>
                  <a:pt x="114247" y="1440206"/>
                </a:lnTo>
                <a:lnTo>
                  <a:pt x="113731" y="1440027"/>
                </a:lnTo>
                <a:lnTo>
                  <a:pt x="120441" y="1441950"/>
                </a:lnTo>
                <a:lnTo>
                  <a:pt x="119904" y="1441816"/>
                </a:lnTo>
                <a:lnTo>
                  <a:pt x="126749" y="1443382"/>
                </a:lnTo>
                <a:lnTo>
                  <a:pt x="126212" y="1443270"/>
                </a:lnTo>
                <a:lnTo>
                  <a:pt x="133167" y="1444523"/>
                </a:lnTo>
                <a:lnTo>
                  <a:pt x="132608" y="1444433"/>
                </a:lnTo>
                <a:lnTo>
                  <a:pt x="139700" y="1445328"/>
                </a:lnTo>
                <a:lnTo>
                  <a:pt x="139140" y="1445283"/>
                </a:lnTo>
                <a:lnTo>
                  <a:pt x="146342" y="1445820"/>
                </a:lnTo>
                <a:lnTo>
                  <a:pt x="145760" y="1445798"/>
                </a:lnTo>
                <a:lnTo>
                  <a:pt x="153051" y="1445976"/>
                </a:lnTo>
                <a:lnTo>
                  <a:pt x="152784" y="1445976"/>
                </a:lnTo>
                <a:lnTo>
                  <a:pt x="6004636" y="1445976"/>
                </a:lnTo>
                <a:lnTo>
                  <a:pt x="6004368" y="1445976"/>
                </a:lnTo>
                <a:lnTo>
                  <a:pt x="6011660" y="1445798"/>
                </a:lnTo>
                <a:lnTo>
                  <a:pt x="6011078" y="1445820"/>
                </a:lnTo>
                <a:lnTo>
                  <a:pt x="6018280" y="1445283"/>
                </a:lnTo>
                <a:lnTo>
                  <a:pt x="6017721" y="1445328"/>
                </a:lnTo>
                <a:lnTo>
                  <a:pt x="6024811" y="1444433"/>
                </a:lnTo>
                <a:lnTo>
                  <a:pt x="6024252" y="1444523"/>
                </a:lnTo>
                <a:lnTo>
                  <a:pt x="6031209" y="1443270"/>
                </a:lnTo>
                <a:lnTo>
                  <a:pt x="6030670" y="1443382"/>
                </a:lnTo>
                <a:lnTo>
                  <a:pt x="6037515" y="1441816"/>
                </a:lnTo>
                <a:lnTo>
                  <a:pt x="6036979" y="1441950"/>
                </a:lnTo>
                <a:lnTo>
                  <a:pt x="6043688" y="1440027"/>
                </a:lnTo>
                <a:lnTo>
                  <a:pt x="6043174" y="1440206"/>
                </a:lnTo>
                <a:lnTo>
                  <a:pt x="6049749" y="1437969"/>
                </a:lnTo>
                <a:lnTo>
                  <a:pt x="6049235" y="1438171"/>
                </a:lnTo>
                <a:lnTo>
                  <a:pt x="6055654" y="1435621"/>
                </a:lnTo>
                <a:lnTo>
                  <a:pt x="6055163" y="1435845"/>
                </a:lnTo>
                <a:lnTo>
                  <a:pt x="6061424" y="1433004"/>
                </a:lnTo>
                <a:lnTo>
                  <a:pt x="6060932" y="1433250"/>
                </a:lnTo>
                <a:lnTo>
                  <a:pt x="6067039" y="1430119"/>
                </a:lnTo>
                <a:lnTo>
                  <a:pt x="6066569" y="1430365"/>
                </a:lnTo>
                <a:lnTo>
                  <a:pt x="6072497" y="1426965"/>
                </a:lnTo>
                <a:lnTo>
                  <a:pt x="6072026" y="1427256"/>
                </a:lnTo>
                <a:lnTo>
                  <a:pt x="6077774" y="1423565"/>
                </a:lnTo>
                <a:lnTo>
                  <a:pt x="6077327" y="1423856"/>
                </a:lnTo>
                <a:lnTo>
                  <a:pt x="6082874" y="1419920"/>
                </a:lnTo>
                <a:lnTo>
                  <a:pt x="6082449" y="1420233"/>
                </a:lnTo>
                <a:lnTo>
                  <a:pt x="6087795" y="1416028"/>
                </a:lnTo>
                <a:lnTo>
                  <a:pt x="6087391" y="1416364"/>
                </a:lnTo>
                <a:lnTo>
                  <a:pt x="6092536" y="1411935"/>
                </a:lnTo>
                <a:lnTo>
                  <a:pt x="6092134" y="1412293"/>
                </a:lnTo>
                <a:lnTo>
                  <a:pt x="6097055" y="1407596"/>
                </a:lnTo>
                <a:lnTo>
                  <a:pt x="6096674" y="1407976"/>
                </a:lnTo>
                <a:lnTo>
                  <a:pt x="6101371" y="1403056"/>
                </a:lnTo>
                <a:lnTo>
                  <a:pt x="6101012" y="1403458"/>
                </a:lnTo>
                <a:lnTo>
                  <a:pt x="6105441" y="1398314"/>
                </a:lnTo>
                <a:lnTo>
                  <a:pt x="6105105" y="1398717"/>
                </a:lnTo>
                <a:lnTo>
                  <a:pt x="6109312" y="1393371"/>
                </a:lnTo>
                <a:lnTo>
                  <a:pt x="6108998" y="1393796"/>
                </a:lnTo>
                <a:lnTo>
                  <a:pt x="6112935" y="1388249"/>
                </a:lnTo>
                <a:lnTo>
                  <a:pt x="6112644" y="1388696"/>
                </a:lnTo>
                <a:lnTo>
                  <a:pt x="6116334" y="1382948"/>
                </a:lnTo>
                <a:lnTo>
                  <a:pt x="6116043" y="1383418"/>
                </a:lnTo>
                <a:lnTo>
                  <a:pt x="6119444" y="1377491"/>
                </a:lnTo>
                <a:lnTo>
                  <a:pt x="6119196" y="1377961"/>
                </a:lnTo>
                <a:lnTo>
                  <a:pt x="6122327" y="1371855"/>
                </a:lnTo>
                <a:lnTo>
                  <a:pt x="6122082" y="1372347"/>
                </a:lnTo>
                <a:lnTo>
                  <a:pt x="6124923" y="1366084"/>
                </a:lnTo>
                <a:lnTo>
                  <a:pt x="6124699" y="1366576"/>
                </a:lnTo>
                <a:lnTo>
                  <a:pt x="6127249" y="1360157"/>
                </a:lnTo>
                <a:lnTo>
                  <a:pt x="6127047" y="1360672"/>
                </a:lnTo>
                <a:lnTo>
                  <a:pt x="6129285" y="1354096"/>
                </a:lnTo>
                <a:lnTo>
                  <a:pt x="6129105" y="1354610"/>
                </a:lnTo>
                <a:lnTo>
                  <a:pt x="6131028" y="1347901"/>
                </a:lnTo>
                <a:lnTo>
                  <a:pt x="6130894" y="1348437"/>
                </a:lnTo>
                <a:lnTo>
                  <a:pt x="6132459" y="1341593"/>
                </a:lnTo>
                <a:lnTo>
                  <a:pt x="6132348" y="1342130"/>
                </a:lnTo>
                <a:lnTo>
                  <a:pt x="6133601" y="1335174"/>
                </a:lnTo>
                <a:lnTo>
                  <a:pt x="6133511" y="1335733"/>
                </a:lnTo>
                <a:lnTo>
                  <a:pt x="6134406" y="1328643"/>
                </a:lnTo>
                <a:lnTo>
                  <a:pt x="6134362" y="1329202"/>
                </a:lnTo>
                <a:lnTo>
                  <a:pt x="6134898" y="1322000"/>
                </a:lnTo>
                <a:lnTo>
                  <a:pt x="6134877" y="1322582"/>
                </a:lnTo>
                <a:lnTo>
                  <a:pt x="6135055" y="1315291"/>
                </a:lnTo>
                <a:lnTo>
                  <a:pt x="6135055" y="1315559"/>
                </a:lnTo>
                <a:lnTo>
                  <a:pt x="6135055" y="152784"/>
                </a:lnTo>
                <a:lnTo>
                  <a:pt x="6135055" y="153052"/>
                </a:lnTo>
                <a:lnTo>
                  <a:pt x="6134877" y="145761"/>
                </a:lnTo>
                <a:lnTo>
                  <a:pt x="6134898" y="146342"/>
                </a:lnTo>
                <a:lnTo>
                  <a:pt x="6134362" y="139140"/>
                </a:lnTo>
                <a:lnTo>
                  <a:pt x="6134406" y="139699"/>
                </a:lnTo>
                <a:lnTo>
                  <a:pt x="6133511" y="132609"/>
                </a:lnTo>
                <a:lnTo>
                  <a:pt x="6133601" y="133169"/>
                </a:lnTo>
                <a:lnTo>
                  <a:pt x="6132348" y="126213"/>
                </a:lnTo>
                <a:lnTo>
                  <a:pt x="6132459" y="126750"/>
                </a:lnTo>
                <a:lnTo>
                  <a:pt x="6130894" y="119905"/>
                </a:lnTo>
                <a:lnTo>
                  <a:pt x="6131028" y="120442"/>
                </a:lnTo>
                <a:lnTo>
                  <a:pt x="6129105" y="113732"/>
                </a:lnTo>
                <a:lnTo>
                  <a:pt x="6129285" y="114247"/>
                </a:lnTo>
                <a:lnTo>
                  <a:pt x="6127047" y="107671"/>
                </a:lnTo>
                <a:lnTo>
                  <a:pt x="6127249" y="108186"/>
                </a:lnTo>
                <a:lnTo>
                  <a:pt x="6124699" y="101766"/>
                </a:lnTo>
                <a:lnTo>
                  <a:pt x="6124923" y="102259"/>
                </a:lnTo>
                <a:lnTo>
                  <a:pt x="6122082" y="95996"/>
                </a:lnTo>
                <a:lnTo>
                  <a:pt x="6122327" y="96488"/>
                </a:lnTo>
                <a:lnTo>
                  <a:pt x="6119196" y="90382"/>
                </a:lnTo>
                <a:lnTo>
                  <a:pt x="6119444" y="90852"/>
                </a:lnTo>
                <a:lnTo>
                  <a:pt x="6116043" y="84924"/>
                </a:lnTo>
                <a:lnTo>
                  <a:pt x="6116334" y="85394"/>
                </a:lnTo>
                <a:lnTo>
                  <a:pt x="6112644" y="79646"/>
                </a:lnTo>
                <a:lnTo>
                  <a:pt x="6112935" y="80093"/>
                </a:lnTo>
                <a:lnTo>
                  <a:pt x="6108998" y="74547"/>
                </a:lnTo>
                <a:lnTo>
                  <a:pt x="6109312" y="74972"/>
                </a:lnTo>
                <a:lnTo>
                  <a:pt x="6105105" y="69626"/>
                </a:lnTo>
                <a:lnTo>
                  <a:pt x="6105441" y="70029"/>
                </a:lnTo>
                <a:lnTo>
                  <a:pt x="6101012" y="64884"/>
                </a:lnTo>
                <a:lnTo>
                  <a:pt x="6101371" y="65287"/>
                </a:lnTo>
                <a:lnTo>
                  <a:pt x="6096674" y="60366"/>
                </a:lnTo>
                <a:lnTo>
                  <a:pt x="6097055" y="60747"/>
                </a:lnTo>
                <a:lnTo>
                  <a:pt x="6092134" y="56050"/>
                </a:lnTo>
                <a:lnTo>
                  <a:pt x="6092536" y="56408"/>
                </a:lnTo>
                <a:lnTo>
                  <a:pt x="6087391" y="51979"/>
                </a:lnTo>
                <a:lnTo>
                  <a:pt x="6087795" y="52315"/>
                </a:lnTo>
                <a:lnTo>
                  <a:pt x="6082449" y="48110"/>
                </a:lnTo>
                <a:lnTo>
                  <a:pt x="6082874" y="48423"/>
                </a:lnTo>
                <a:lnTo>
                  <a:pt x="6077327" y="44487"/>
                </a:lnTo>
                <a:lnTo>
                  <a:pt x="6077774" y="44777"/>
                </a:lnTo>
                <a:lnTo>
                  <a:pt x="6072026" y="41087"/>
                </a:lnTo>
                <a:lnTo>
                  <a:pt x="6072497" y="41377"/>
                </a:lnTo>
                <a:lnTo>
                  <a:pt x="6066569" y="37978"/>
                </a:lnTo>
                <a:lnTo>
                  <a:pt x="6067039" y="38224"/>
                </a:lnTo>
                <a:lnTo>
                  <a:pt x="6060932" y="35093"/>
                </a:lnTo>
                <a:lnTo>
                  <a:pt x="6061424" y="35339"/>
                </a:lnTo>
                <a:lnTo>
                  <a:pt x="6055163" y="32498"/>
                </a:lnTo>
                <a:lnTo>
                  <a:pt x="6055654" y="32722"/>
                </a:lnTo>
                <a:lnTo>
                  <a:pt x="6049235" y="30172"/>
                </a:lnTo>
                <a:lnTo>
                  <a:pt x="6049749" y="30373"/>
                </a:lnTo>
                <a:lnTo>
                  <a:pt x="6043174" y="28137"/>
                </a:lnTo>
                <a:lnTo>
                  <a:pt x="6043688" y="28316"/>
                </a:lnTo>
                <a:lnTo>
                  <a:pt x="6036979" y="26392"/>
                </a:lnTo>
                <a:lnTo>
                  <a:pt x="6037515" y="26526"/>
                </a:lnTo>
                <a:lnTo>
                  <a:pt x="6030670" y="24961"/>
                </a:lnTo>
                <a:lnTo>
                  <a:pt x="6031209" y="25073"/>
                </a:lnTo>
                <a:lnTo>
                  <a:pt x="6024252" y="23820"/>
                </a:lnTo>
                <a:lnTo>
                  <a:pt x="6024811" y="23910"/>
                </a:lnTo>
                <a:lnTo>
                  <a:pt x="6017721" y="23015"/>
                </a:lnTo>
                <a:lnTo>
                  <a:pt x="6018280" y="23060"/>
                </a:lnTo>
                <a:lnTo>
                  <a:pt x="6011078" y="22523"/>
                </a:lnTo>
                <a:lnTo>
                  <a:pt x="6011660" y="22545"/>
                </a:lnTo>
                <a:lnTo>
                  <a:pt x="6004368" y="22366"/>
                </a:lnTo>
                <a:lnTo>
                  <a:pt x="6004636" y="22366"/>
                </a:lnTo>
                <a:lnTo>
                  <a:pt x="152784" y="22366"/>
                </a:lnTo>
                <a:lnTo>
                  <a:pt x="153051" y="22366"/>
                </a:lnTo>
                <a:lnTo>
                  <a:pt x="145760" y="22545"/>
                </a:lnTo>
                <a:lnTo>
                  <a:pt x="146342" y="22523"/>
                </a:lnTo>
                <a:lnTo>
                  <a:pt x="139140" y="23060"/>
                </a:lnTo>
                <a:lnTo>
                  <a:pt x="139700" y="23015"/>
                </a:lnTo>
                <a:lnTo>
                  <a:pt x="132608" y="23910"/>
                </a:lnTo>
                <a:lnTo>
                  <a:pt x="133167" y="23820"/>
                </a:lnTo>
                <a:lnTo>
                  <a:pt x="126212" y="25073"/>
                </a:lnTo>
                <a:lnTo>
                  <a:pt x="126749" y="24961"/>
                </a:lnTo>
                <a:lnTo>
                  <a:pt x="119904" y="26526"/>
                </a:lnTo>
                <a:lnTo>
                  <a:pt x="120441" y="26392"/>
                </a:lnTo>
                <a:lnTo>
                  <a:pt x="113731" y="28316"/>
                </a:lnTo>
                <a:lnTo>
                  <a:pt x="114247" y="28137"/>
                </a:lnTo>
                <a:lnTo>
                  <a:pt x="107670" y="30373"/>
                </a:lnTo>
                <a:lnTo>
                  <a:pt x="108185" y="30172"/>
                </a:lnTo>
                <a:lnTo>
                  <a:pt x="101766" y="32722"/>
                </a:lnTo>
                <a:lnTo>
                  <a:pt x="102258" y="32498"/>
                </a:lnTo>
                <a:lnTo>
                  <a:pt x="95995" y="35339"/>
                </a:lnTo>
                <a:lnTo>
                  <a:pt x="96487" y="35093"/>
                </a:lnTo>
                <a:lnTo>
                  <a:pt x="90382" y="38224"/>
                </a:lnTo>
                <a:lnTo>
                  <a:pt x="90850" y="37978"/>
                </a:lnTo>
                <a:lnTo>
                  <a:pt x="84924" y="41377"/>
                </a:lnTo>
                <a:lnTo>
                  <a:pt x="85394" y="41087"/>
                </a:lnTo>
                <a:lnTo>
                  <a:pt x="79646" y="44777"/>
                </a:lnTo>
                <a:lnTo>
                  <a:pt x="80093" y="44487"/>
                </a:lnTo>
                <a:lnTo>
                  <a:pt x="74547" y="48423"/>
                </a:lnTo>
                <a:lnTo>
                  <a:pt x="74971" y="48110"/>
                </a:lnTo>
                <a:lnTo>
                  <a:pt x="69626" y="52315"/>
                </a:lnTo>
                <a:lnTo>
                  <a:pt x="70028" y="51979"/>
                </a:lnTo>
                <a:lnTo>
                  <a:pt x="64884" y="56408"/>
                </a:lnTo>
                <a:lnTo>
                  <a:pt x="65287" y="56050"/>
                </a:lnTo>
                <a:lnTo>
                  <a:pt x="60366" y="60747"/>
                </a:lnTo>
                <a:lnTo>
                  <a:pt x="60746" y="60366"/>
                </a:lnTo>
                <a:lnTo>
                  <a:pt x="56049" y="65287"/>
                </a:lnTo>
                <a:lnTo>
                  <a:pt x="56407" y="64884"/>
                </a:lnTo>
                <a:lnTo>
                  <a:pt x="51979" y="70029"/>
                </a:lnTo>
                <a:lnTo>
                  <a:pt x="52314" y="69626"/>
                </a:lnTo>
                <a:lnTo>
                  <a:pt x="48110" y="74972"/>
                </a:lnTo>
                <a:lnTo>
                  <a:pt x="48423" y="74547"/>
                </a:lnTo>
                <a:lnTo>
                  <a:pt x="44486" y="80093"/>
                </a:lnTo>
                <a:lnTo>
                  <a:pt x="44776" y="79646"/>
                </a:lnTo>
                <a:lnTo>
                  <a:pt x="41087" y="85394"/>
                </a:lnTo>
                <a:lnTo>
                  <a:pt x="41378" y="84924"/>
                </a:lnTo>
                <a:lnTo>
                  <a:pt x="37978" y="90852"/>
                </a:lnTo>
                <a:lnTo>
                  <a:pt x="38223" y="90382"/>
                </a:lnTo>
                <a:lnTo>
                  <a:pt x="35092" y="96488"/>
                </a:lnTo>
                <a:lnTo>
                  <a:pt x="35337" y="95996"/>
                </a:lnTo>
                <a:lnTo>
                  <a:pt x="32498" y="102259"/>
                </a:lnTo>
                <a:lnTo>
                  <a:pt x="32721" y="101766"/>
                </a:lnTo>
                <a:lnTo>
                  <a:pt x="30171" y="108186"/>
                </a:lnTo>
                <a:lnTo>
                  <a:pt x="30373" y="107671"/>
                </a:lnTo>
                <a:lnTo>
                  <a:pt x="28137" y="114247"/>
                </a:lnTo>
                <a:lnTo>
                  <a:pt x="28315" y="113732"/>
                </a:lnTo>
                <a:lnTo>
                  <a:pt x="26391" y="120442"/>
                </a:lnTo>
                <a:lnTo>
                  <a:pt x="26526" y="119905"/>
                </a:lnTo>
                <a:lnTo>
                  <a:pt x="24960" y="126750"/>
                </a:lnTo>
                <a:lnTo>
                  <a:pt x="25072" y="126213"/>
                </a:lnTo>
                <a:lnTo>
                  <a:pt x="23819" y="133169"/>
                </a:lnTo>
                <a:lnTo>
                  <a:pt x="23909" y="132609"/>
                </a:lnTo>
                <a:lnTo>
                  <a:pt x="23014" y="139699"/>
                </a:lnTo>
                <a:lnTo>
                  <a:pt x="23059" y="139140"/>
                </a:lnTo>
                <a:lnTo>
                  <a:pt x="22522" y="146342"/>
                </a:lnTo>
                <a:lnTo>
                  <a:pt x="22545" y="145761"/>
                </a:lnTo>
                <a:lnTo>
                  <a:pt x="22366" y="15305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5 Type">
            <a:extLst xmlns:a="http://schemas.openxmlformats.org/drawingml/2006/main">
              <a:ext uri="{FF2B5EF4-FFF2-40B4-BE49-F238E27FC236}">
                <a16:creationId xmlns:a16="http://schemas.microsoft.com/office/drawing/2014/main" id="{B12842A1-C194-4636-96DE-1CD535C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492177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18" name="text-16 1-">
            <a:extLst xmlns:a="http://schemas.openxmlformats.org/drawingml/2006/main">
              <a:ext uri="{FF2B5EF4-FFF2-40B4-BE49-F238E27FC236}">
                <a16:creationId xmlns:a16="http://schemas.microsoft.com/office/drawing/2014/main" id="{96DE536F-092D-4A62-A5D4-B2D5C997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504026"/>
            <a:ext cx="285491" cy="39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9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9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19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1-</a:t>
            </a:r>
          </a:p>
        </p:txBody>
      </p:sp>
      <p:sp>
        <p:nvSpPr>
          <p:cNvPr id="19" name="text-17 Identity">
            <a:extLst xmlns:a="http://schemas.openxmlformats.org/drawingml/2006/main">
              <a:ext uri="{FF2B5EF4-FFF2-40B4-BE49-F238E27FC236}">
                <a16:creationId xmlns:a16="http://schemas.microsoft.com/office/drawing/2014/main" id="{49420027-787C-4BDE-BD5B-F4E86559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517556"/>
            <a:ext cx="957485" cy="375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20" name="text-18 Who">
            <a:extLst xmlns:a="http://schemas.openxmlformats.org/drawingml/2006/main">
              <a:ext uri="{FF2B5EF4-FFF2-40B4-BE49-F238E27FC236}">
                <a16:creationId xmlns:a16="http://schemas.microsoft.com/office/drawing/2014/main" id="{2AABDA69-C571-494D-A888-260FFDA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356" y="876296"/>
            <a:ext cx="427672" cy="28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</a:t>
            </a:r>
          </a:p>
        </p:txBody>
      </p:sp>
      <p:sp>
        <p:nvSpPr>
          <p:cNvPr id="21" name="text-18 is">
            <a:extLst xmlns:a="http://schemas.openxmlformats.org/drawingml/2006/main">
              <a:ext uri="{FF2B5EF4-FFF2-40B4-BE49-F238E27FC236}">
                <a16:creationId xmlns:a16="http://schemas.microsoft.com/office/drawing/2014/main" id="{1FE739E0-9C03-4557-A60E-65C5892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9088" y="876390"/>
            <a:ext cx="170498" cy="281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2" name="text-18 near">
            <a:extLst xmlns:a="http://schemas.openxmlformats.org/drawingml/2006/main">
              <a:ext uri="{FF2B5EF4-FFF2-40B4-BE49-F238E27FC236}">
                <a16:creationId xmlns:a16="http://schemas.microsoft.com/office/drawing/2014/main" id="{8C8B4760-F12A-4937-A1C8-28594C98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3610" y="876238"/>
            <a:ext cx="382884" cy="282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</a:t>
            </a:r>
          </a:p>
        </p:txBody>
      </p:sp>
      <p:sp>
        <p:nvSpPr>
          <p:cNvPr id="23" name="text-18 (18.2,">
            <a:extLst xmlns:a="http://schemas.openxmlformats.org/drawingml/2006/main">
              <a:ext uri="{FF2B5EF4-FFF2-40B4-BE49-F238E27FC236}">
                <a16:creationId xmlns:a16="http://schemas.microsoft.com/office/drawing/2014/main" id="{2F42F5EF-07B1-48CE-9378-FF81E26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0611" y="876330"/>
            <a:ext cx="505946" cy="28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(18.2,</a:t>
            </a:r>
          </a:p>
        </p:txBody>
      </p:sp>
      <p:sp>
        <p:nvSpPr>
          <p:cNvPr id="24" name="text-18 4.5,">
            <a:extLst xmlns:a="http://schemas.openxmlformats.org/drawingml/2006/main">
              <a:ext uri="{FF2B5EF4-FFF2-40B4-BE49-F238E27FC236}">
                <a16:creationId xmlns:a16="http://schemas.microsoft.com/office/drawing/2014/main" id="{511B309A-939C-4147-A81F-3179A78C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0626" y="876393"/>
            <a:ext cx="338188" cy="281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4.5,</a:t>
            </a:r>
          </a:p>
        </p:txBody>
      </p:sp>
      <p:sp>
        <p:nvSpPr>
          <p:cNvPr id="25" name="text-18 0.3)">
            <a:extLst xmlns:a="http://schemas.openxmlformats.org/drawingml/2006/main">
              <a:ext uri="{FF2B5EF4-FFF2-40B4-BE49-F238E27FC236}">
                <a16:creationId xmlns:a16="http://schemas.microsoft.com/office/drawing/2014/main" id="{73A5B783-0EFE-4687-A6EE-61654954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2894" y="876371"/>
            <a:ext cx="354901" cy="28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0.3)</a:t>
            </a:r>
          </a:p>
        </p:txBody>
      </p:sp>
      <p:sp>
        <p:nvSpPr>
          <p:cNvPr id="26" name="text-18 ?">
            <a:extLst xmlns:a="http://schemas.openxmlformats.org/drawingml/2006/main">
              <a:ext uri="{FF2B5EF4-FFF2-40B4-BE49-F238E27FC236}">
                <a16:creationId xmlns:a16="http://schemas.microsoft.com/office/drawing/2014/main" id="{82B5A4CE-3D19-4E6A-81BE-130F5718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1937" y="876457"/>
            <a:ext cx="125578" cy="281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27" name="text-19 A">
            <a:extLst xmlns:a="http://schemas.openxmlformats.org/drawingml/2006/main">
              <a:ext uri="{FF2B5EF4-FFF2-40B4-BE49-F238E27FC236}">
                <a16:creationId xmlns:a16="http://schemas.microsoft.com/office/drawing/2014/main" id="{F3A6AF72-9F94-428B-98D4-611FE5FA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73" y="1117988"/>
            <a:ext cx="181607" cy="28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8" name="text-19 young">
            <a:extLst xmlns:a="http://schemas.openxmlformats.org/drawingml/2006/main">
              <a:ext uri="{FF2B5EF4-FFF2-40B4-BE49-F238E27FC236}">
                <a16:creationId xmlns:a16="http://schemas.microsoft.com/office/drawing/2014/main" id="{8C7DB3C3-8A7F-4FE8-B521-EE403DBA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1877" y="1117923"/>
            <a:ext cx="53949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young</a:t>
            </a:r>
          </a:p>
        </p:txBody>
      </p:sp>
      <p:sp>
        <p:nvSpPr>
          <p:cNvPr id="29" name="text-19 man">
            <a:extLst xmlns:a="http://schemas.openxmlformats.org/drawingml/2006/main">
              <a:ext uri="{FF2B5EF4-FFF2-40B4-BE49-F238E27FC236}">
                <a16:creationId xmlns:a16="http://schemas.microsoft.com/office/drawing/2014/main" id="{EE6DE17E-498C-4DA2-A723-E3F175AB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441" y="1117866"/>
            <a:ext cx="382937" cy="28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</a:t>
            </a:r>
          </a:p>
        </p:txBody>
      </p:sp>
      <p:sp>
        <p:nvSpPr>
          <p:cNvPr id="30" name="text-19 in">
            <a:extLst xmlns:a="http://schemas.openxmlformats.org/drawingml/2006/main">
              <a:ext uri="{FF2B5EF4-FFF2-40B4-BE49-F238E27FC236}">
                <a16:creationId xmlns:a16="http://schemas.microsoft.com/office/drawing/2014/main" id="{BFD480FF-B433-4A25-866D-686BD81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2442" y="1117924"/>
            <a:ext cx="192814" cy="28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1" name="text-19 a">
            <a:extLst xmlns:a="http://schemas.openxmlformats.org/drawingml/2006/main">
              <a:ext uri="{FF2B5EF4-FFF2-40B4-BE49-F238E27FC236}">
                <a16:creationId xmlns:a16="http://schemas.microsoft.com/office/drawing/2014/main" id="{178C4116-706F-4151-846B-54227597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9330" y="1118013"/>
            <a:ext cx="125578" cy="281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2" name="text-19 light">
            <a:extLst xmlns:a="http://schemas.openxmlformats.org/drawingml/2006/main">
              <a:ext uri="{FF2B5EF4-FFF2-40B4-BE49-F238E27FC236}">
                <a16:creationId xmlns:a16="http://schemas.microsoft.com/office/drawing/2014/main" id="{573BCC8B-EFA0-4F31-8498-592216B9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9118" y="1117931"/>
            <a:ext cx="405302" cy="28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light</a:t>
            </a:r>
          </a:p>
        </p:txBody>
      </p:sp>
      <p:sp>
        <p:nvSpPr>
          <p:cNvPr id="33" name="text-19 blue">
            <a:extLst xmlns:a="http://schemas.openxmlformats.org/drawingml/2006/main">
              <a:ext uri="{FF2B5EF4-FFF2-40B4-BE49-F238E27FC236}">
                <a16:creationId xmlns:a16="http://schemas.microsoft.com/office/drawing/2014/main" id="{F94E9C82-8428-4F72-A8B5-3117D8C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485" y="1117937"/>
            <a:ext cx="382803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blue</a:t>
            </a:r>
          </a:p>
        </p:txBody>
      </p:sp>
      <p:sp>
        <p:nvSpPr>
          <p:cNvPr id="34" name="text-20 shirt,">
            <a:extLst xmlns:a="http://schemas.openxmlformats.org/drawingml/2006/main">
              <a:ext uri="{FF2B5EF4-FFF2-40B4-BE49-F238E27FC236}">
                <a16:creationId xmlns:a16="http://schemas.microsoft.com/office/drawing/2014/main" id="{5FE6A324-D01E-4406-A5F3-F05692A0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1359502"/>
            <a:ext cx="444429" cy="281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shirt,</a:t>
            </a:r>
          </a:p>
        </p:txBody>
      </p:sp>
      <p:sp>
        <p:nvSpPr>
          <p:cNvPr id="35" name="text-20 standing">
            <a:extLst xmlns:a="http://schemas.openxmlformats.org/drawingml/2006/main">
              <a:ext uri="{FF2B5EF4-FFF2-40B4-BE49-F238E27FC236}">
                <a16:creationId xmlns:a16="http://schemas.microsoft.com/office/drawing/2014/main" id="{F61A09BA-ABBA-439B-B429-CAA5458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1877" y="1359487"/>
            <a:ext cx="718418" cy="28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standing</a:t>
            </a:r>
          </a:p>
        </p:txBody>
      </p:sp>
      <p:sp>
        <p:nvSpPr>
          <p:cNvPr id="36" name="text-20 nearly">
            <a:extLst xmlns:a="http://schemas.openxmlformats.org/drawingml/2006/main">
              <a:ext uri="{FF2B5EF4-FFF2-40B4-BE49-F238E27FC236}">
                <a16:creationId xmlns:a16="http://schemas.microsoft.com/office/drawing/2014/main" id="{D7B1B345-E67D-4F5D-8943-CF33F1BB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4371" y="1359364"/>
            <a:ext cx="539510" cy="282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nearly</a:t>
            </a:r>
          </a:p>
        </p:txBody>
      </p:sp>
      <p:sp>
        <p:nvSpPr>
          <p:cNvPr id="37" name="text-20 still.">
            <a:extLst xmlns:a="http://schemas.openxmlformats.org/drawingml/2006/main">
              <a:ext uri="{FF2B5EF4-FFF2-40B4-BE49-F238E27FC236}">
                <a16:creationId xmlns:a16="http://schemas.microsoft.com/office/drawing/2014/main" id="{6469BC41-0B85-4318-ADB5-5DD24C44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7935" y="1359549"/>
            <a:ext cx="388505" cy="281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still.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7893DE-A0F3-49EF-A575-D37D0DF44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286c160244de9"/>
          <a:stretch xmlns:a="http://schemas.openxmlformats.org/drawingml/2006/main"/>
        </p:blipFill>
        <p:spPr>
          <a:xfrm xmlns:a="http://schemas.openxmlformats.org/drawingml/2006/main">
            <a:off x="5248275" y="904875"/>
            <a:ext cx="285750" cy="26670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FA125E-3F78-4D7F-8663-E4AF0DBC1E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2483a0f8040b7"/>
          <a:stretch xmlns:a="http://schemas.openxmlformats.org/drawingml/2006/main"/>
        </p:blipFill>
        <p:spPr>
          <a:xfrm xmlns:a="http://schemas.openxmlformats.org/drawingml/2006/main">
            <a:off x="5238750" y="1152525"/>
            <a:ext cx="285750" cy="228600"/>
          </a:xfrm>
          <a:prstGeom xmlns:a="http://schemas.openxmlformats.org/drawingml/2006/main" prst="rect">
            <a:avLst/>
          </a:prstGeom>
        </p:spPr>
      </p:pic>
      <p:sp>
        <p:nvSpPr>
          <p:cNvPr id="40" name="text-24 Stage">
            <a:extLst xmlns:a="http://schemas.openxmlformats.org/drawingml/2006/main">
              <a:ext uri="{FF2B5EF4-FFF2-40B4-BE49-F238E27FC236}">
                <a16:creationId xmlns:a16="http://schemas.microsoft.com/office/drawing/2014/main" id="{AEE94076-51D2-4A11-8DE1-B8186B6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1171" y="499510"/>
            <a:ext cx="505817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41" name="text-24 1">
            <a:extLst xmlns:a="http://schemas.openxmlformats.org/drawingml/2006/main">
              <a:ext uri="{FF2B5EF4-FFF2-40B4-BE49-F238E27FC236}">
                <a16:creationId xmlns:a16="http://schemas.microsoft.com/office/drawing/2014/main" id="{BF1EB264-A2F3-4CBE-8557-A425E517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1186" y="499458"/>
            <a:ext cx="136905" cy="28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2" name="text-25 :">
            <a:extLst xmlns:a="http://schemas.openxmlformats.org/drawingml/2006/main">
              <a:ext uri="{FF2B5EF4-FFF2-40B4-BE49-F238E27FC236}">
                <a16:creationId xmlns:a16="http://schemas.microsoft.com/office/drawing/2014/main" id="{2FF46992-F036-409B-8CD9-2294F672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1834" y="499369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43" name="text-25 State">
            <a:extLst xmlns:a="http://schemas.openxmlformats.org/drawingml/2006/main">
              <a:ext uri="{FF2B5EF4-FFF2-40B4-BE49-F238E27FC236}">
                <a16:creationId xmlns:a16="http://schemas.microsoft.com/office/drawing/2014/main" id="{15BB52FD-BC3E-4B46-8DF3-FDE6A90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9256" y="499514"/>
            <a:ext cx="472267" cy="281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44" name="text-25 Preparation">
            <a:extLst xmlns:a="http://schemas.openxmlformats.org/drawingml/2006/main">
              <a:ext uri="{FF2B5EF4-FFF2-40B4-BE49-F238E27FC236}">
                <a16:creationId xmlns:a16="http://schemas.microsoft.com/office/drawing/2014/main" id="{F1E66018-7F65-497A-9B3F-7042F4E1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5722" y="498731"/>
            <a:ext cx="1076537" cy="283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Preparation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09502D-4116-4E0C-A9D6-8FCDC6718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0eb9bab484b0f"/>
          <a:stretch xmlns:a="http://schemas.openxmlformats.org/drawingml/2006/main"/>
        </p:blipFill>
        <p:spPr>
          <a:xfrm xmlns:a="http://schemas.openxmlformats.org/drawingml/2006/main">
            <a:off x="152400" y="885825"/>
            <a:ext cx="4191000" cy="4162425"/>
          </a:xfrm>
          <a:prstGeom xmlns:a="http://schemas.openxmlformats.org/drawingml/2006/main" prst="rect">
            <a:avLst/>
          </a:prstGeom>
        </p:spPr>
      </p:pic>
      <p:sp>
        <p:nvSpPr>
          <p:cNvPr id="46" name="text-27 APIDIS(14.6%)">
            <a:extLst xmlns:a="http://schemas.openxmlformats.org/drawingml/2006/main">
              <a:ext uri="{FF2B5EF4-FFF2-40B4-BE49-F238E27FC236}">
                <a16:creationId xmlns:a16="http://schemas.microsoft.com/office/drawing/2014/main" id="{3DA6099A-3163-488B-B1B0-BA60177C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516" y="633661"/>
            <a:ext cx="1250777" cy="250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1" i="0">
                <a:solidFill>
                  <a:srgbClr val="F9951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1" i="0">
                <a:solidFill>
                  <a:srgbClr val="F9951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1" i="0">
                <a:solidFill>
                  <a:srgbClr val="F9951C"/>
                </a:solidFill>
                <a:latin typeface="Times New Roman"/>
                <a:ea typeface="Times New Roman"/>
                <a:cs typeface="Times New Roman"/>
              </a:rPr>
              <a:t>APIDIS(14.6%)</a:t>
            </a:r>
          </a:p>
        </p:txBody>
      </p:sp>
      <p:sp>
        <p:nvSpPr>
          <p:cNvPr id="47" name="text-28 77">
            <a:extLst xmlns:a="http://schemas.openxmlformats.org/drawingml/2006/main">
              <a:ext uri="{FF2B5EF4-FFF2-40B4-BE49-F238E27FC236}">
                <a16:creationId xmlns:a16="http://schemas.microsoft.com/office/drawing/2014/main" id="{C4C86232-4D8E-4A1A-9DE0-BDD96CC0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50" y="851881"/>
            <a:ext cx="158369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77</a:t>
            </a:r>
          </a:p>
        </p:txBody>
      </p:sp>
      <p:sp>
        <p:nvSpPr>
          <p:cNvPr id="48" name="text-28 dialogue">
            <a:extLst xmlns:a="http://schemas.openxmlformats.org/drawingml/2006/main">
              <a:ext uri="{FF2B5EF4-FFF2-40B4-BE49-F238E27FC236}">
                <a16:creationId xmlns:a16="http://schemas.microsoft.com/office/drawing/2014/main" id="{AEFE1D14-7245-4CE8-9DE3-5F25CCAA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697" y="851918"/>
            <a:ext cx="508686" cy="187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49" name="text-28 groups">
            <a:extLst xmlns:a="http://schemas.openxmlformats.org/drawingml/2006/main">
              <a:ext uri="{FF2B5EF4-FFF2-40B4-BE49-F238E27FC236}">
                <a16:creationId xmlns:a16="http://schemas.microsoft.com/office/drawing/2014/main" id="{C1A96D5A-5768-4931-8439-48921C41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475" y="850934"/>
            <a:ext cx="419887" cy="189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groups</a:t>
            </a:r>
          </a:p>
        </p:txBody>
      </p:sp>
      <p:sp>
        <p:nvSpPr>
          <p:cNvPr id="50" name="text-29 336">
            <a:extLst xmlns:a="http://schemas.openxmlformats.org/drawingml/2006/main">
              <a:ext uri="{FF2B5EF4-FFF2-40B4-BE49-F238E27FC236}">
                <a16:creationId xmlns:a16="http://schemas.microsoft.com/office/drawing/2014/main" id="{54FB4C0D-4B9B-4DE2-B6CF-49E47B51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809" y="1012918"/>
            <a:ext cx="225467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336</a:t>
            </a:r>
          </a:p>
        </p:txBody>
      </p:sp>
      <p:sp>
        <p:nvSpPr>
          <p:cNvPr id="51" name="text-29 QA">
            <a:extLst xmlns:a="http://schemas.openxmlformats.org/drawingml/2006/main">
              <a:ext uri="{FF2B5EF4-FFF2-40B4-BE49-F238E27FC236}">
                <a16:creationId xmlns:a16="http://schemas.microsoft.com/office/drawing/2014/main" id="{2710A538-7B17-4CD3-B27D-89F1B007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55" y="1012613"/>
            <a:ext cx="218432" cy="188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52" name="text-29 pairs">
            <a:extLst xmlns:a="http://schemas.openxmlformats.org/drawingml/2006/main">
              <a:ext uri="{FF2B5EF4-FFF2-40B4-BE49-F238E27FC236}">
                <a16:creationId xmlns:a16="http://schemas.microsoft.com/office/drawing/2014/main" id="{7170C5B1-7801-4825-8DE7-7C26C003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790" y="1013245"/>
            <a:ext cx="284342" cy="187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pairs</a:t>
            </a:r>
          </a:p>
        </p:txBody>
      </p:sp>
      <p:sp>
        <p:nvSpPr>
          <p:cNvPr id="53" name="text-30 WildTrack(12.5%)">
            <a:extLst xmlns:a="http://schemas.openxmlformats.org/drawingml/2006/main">
              <a:ext uri="{FF2B5EF4-FFF2-40B4-BE49-F238E27FC236}">
                <a16:creationId xmlns:a16="http://schemas.microsoft.com/office/drawing/2014/main" id="{12B9B626-89AA-4D4C-A71C-EB69DDA3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5809" y="631806"/>
            <a:ext cx="1488193" cy="25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7E57C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7E57C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7E57C2"/>
                </a:solidFill>
                <a:latin typeface="Times New Roman"/>
                <a:ea typeface="Times New Roman"/>
                <a:cs typeface="Times New Roman"/>
              </a:rPr>
              <a:t>WildTrack(12.5%)</a:t>
            </a:r>
          </a:p>
        </p:txBody>
      </p:sp>
      <p:sp>
        <p:nvSpPr>
          <p:cNvPr id="54" name="text-31 66">
            <a:extLst xmlns:a="http://schemas.openxmlformats.org/drawingml/2006/main">
              <a:ext uri="{FF2B5EF4-FFF2-40B4-BE49-F238E27FC236}">
                <a16:creationId xmlns:a16="http://schemas.microsoft.com/office/drawing/2014/main" id="{6B130CE1-30C5-4215-A972-BF93C2B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325" y="851880"/>
            <a:ext cx="158369" cy="187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66</a:t>
            </a:r>
          </a:p>
        </p:txBody>
      </p:sp>
      <p:sp>
        <p:nvSpPr>
          <p:cNvPr id="55" name="text-31 dialogue">
            <a:extLst xmlns:a="http://schemas.openxmlformats.org/drawingml/2006/main">
              <a:ext uri="{FF2B5EF4-FFF2-40B4-BE49-F238E27FC236}">
                <a16:creationId xmlns:a16="http://schemas.microsoft.com/office/drawing/2014/main" id="{520601C9-14CC-45E3-8662-42080441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7071" y="851918"/>
            <a:ext cx="508686" cy="187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56" name="text-31 groups">
            <a:extLst xmlns:a="http://schemas.openxmlformats.org/drawingml/2006/main">
              <a:ext uri="{FF2B5EF4-FFF2-40B4-BE49-F238E27FC236}">
                <a16:creationId xmlns:a16="http://schemas.microsoft.com/office/drawing/2014/main" id="{646C72CA-3DF3-485B-9B7F-B12460A5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4850" y="850934"/>
            <a:ext cx="419887" cy="189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groups</a:t>
            </a:r>
          </a:p>
        </p:txBody>
      </p:sp>
      <p:sp>
        <p:nvSpPr>
          <p:cNvPr id="57" name="text-32 274">
            <a:extLst xmlns:a="http://schemas.openxmlformats.org/drawingml/2006/main">
              <a:ext uri="{FF2B5EF4-FFF2-40B4-BE49-F238E27FC236}">
                <a16:creationId xmlns:a16="http://schemas.microsoft.com/office/drawing/2014/main" id="{BB0FD87A-D339-43DE-B7EF-169E4D4C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7184" y="1012918"/>
            <a:ext cx="225467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274</a:t>
            </a:r>
          </a:p>
        </p:txBody>
      </p:sp>
      <p:sp>
        <p:nvSpPr>
          <p:cNvPr id="58" name="text-32 QA">
            <a:extLst xmlns:a="http://schemas.openxmlformats.org/drawingml/2006/main">
              <a:ext uri="{FF2B5EF4-FFF2-40B4-BE49-F238E27FC236}">
                <a16:creationId xmlns:a16="http://schemas.microsoft.com/office/drawing/2014/main" id="{71FD1DF9-25FB-49EC-9C08-0FFA8A22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2030" y="1012613"/>
            <a:ext cx="218432" cy="188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59" name="text-32 pairs">
            <a:extLst xmlns:a="http://schemas.openxmlformats.org/drawingml/2006/main">
              <a:ext uri="{FF2B5EF4-FFF2-40B4-BE49-F238E27FC236}">
                <a16:creationId xmlns:a16="http://schemas.microsoft.com/office/drawing/2014/main" id="{DB8E798D-2F70-4386-A6BA-3A69C05C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0166" y="1013245"/>
            <a:ext cx="284341" cy="187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pairs</a:t>
            </a:r>
          </a:p>
        </p:txBody>
      </p:sp>
      <p:sp>
        <p:nvSpPr>
          <p:cNvPr id="60" name="text-33 KITTI(72.8%)">
            <a:extLst xmlns:a="http://schemas.openxmlformats.org/drawingml/2006/main">
              <a:ext uri="{FF2B5EF4-FFF2-40B4-BE49-F238E27FC236}">
                <a16:creationId xmlns:a16="http://schemas.microsoft.com/office/drawing/2014/main" id="{FE2A81DF-AE6C-49D3-B543-05A45250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8660" y="4759033"/>
            <a:ext cx="1160160" cy="250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18B7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18B7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9" b="1" i="0">
                <a:solidFill>
                  <a:srgbClr val="18B7C9"/>
                </a:solidFill>
                <a:latin typeface="Times New Roman"/>
                <a:ea typeface="Times New Roman"/>
                <a:cs typeface="Times New Roman"/>
              </a:rPr>
              <a:t>KITTI(72.8%)</a:t>
            </a:r>
          </a:p>
        </p:txBody>
      </p:sp>
      <p:sp>
        <p:nvSpPr>
          <p:cNvPr id="61" name="text-34 383">
            <a:extLst xmlns:a="http://schemas.openxmlformats.org/drawingml/2006/main">
              <a:ext uri="{FF2B5EF4-FFF2-40B4-BE49-F238E27FC236}">
                <a16:creationId xmlns:a16="http://schemas.microsoft.com/office/drawing/2014/main" id="{D11BA2E7-A84D-4709-9431-F0E3350C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7412" y="4977063"/>
            <a:ext cx="225467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383</a:t>
            </a:r>
          </a:p>
        </p:txBody>
      </p:sp>
      <p:sp>
        <p:nvSpPr>
          <p:cNvPr id="62" name="text-34 dialogue">
            <a:extLst xmlns:a="http://schemas.openxmlformats.org/drawingml/2006/main">
              <a:ext uri="{FF2B5EF4-FFF2-40B4-BE49-F238E27FC236}">
                <a16:creationId xmlns:a16="http://schemas.microsoft.com/office/drawing/2014/main" id="{D6458E9B-827F-41ED-92EC-FD7BECFF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2257" y="4977100"/>
            <a:ext cx="508686" cy="187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63" name="text-34 groups">
            <a:extLst xmlns:a="http://schemas.openxmlformats.org/drawingml/2006/main">
              <a:ext uri="{FF2B5EF4-FFF2-40B4-BE49-F238E27FC236}">
                <a16:creationId xmlns:a16="http://schemas.microsoft.com/office/drawing/2014/main" id="{6E98EC5C-F2A0-4E2F-BE81-46E96724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0036" y="4976116"/>
            <a:ext cx="419887" cy="189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groups</a:t>
            </a:r>
          </a:p>
        </p:txBody>
      </p:sp>
      <p:sp>
        <p:nvSpPr>
          <p:cNvPr id="64" name="text-35 1585">
            <a:extLst xmlns:a="http://schemas.openxmlformats.org/drawingml/2006/main">
              <a:ext uri="{FF2B5EF4-FFF2-40B4-BE49-F238E27FC236}">
                <a16:creationId xmlns:a16="http://schemas.microsoft.com/office/drawing/2014/main" id="{C8876081-12EA-44B4-BD27-5096BAED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272" y="5138100"/>
            <a:ext cx="292566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1585</a:t>
            </a:r>
          </a:p>
        </p:txBody>
      </p:sp>
      <p:sp>
        <p:nvSpPr>
          <p:cNvPr id="65" name="text-35 QA">
            <a:extLst xmlns:a="http://schemas.openxmlformats.org/drawingml/2006/main">
              <a:ext uri="{FF2B5EF4-FFF2-40B4-BE49-F238E27FC236}">
                <a16:creationId xmlns:a16="http://schemas.microsoft.com/office/drawing/2014/main" id="{6A11A1DC-1116-4838-8461-C193C267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7216" y="5137794"/>
            <a:ext cx="218433" cy="188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66" name="text-35 pairs">
            <a:extLst xmlns:a="http://schemas.openxmlformats.org/drawingml/2006/main">
              <a:ext uri="{FF2B5EF4-FFF2-40B4-BE49-F238E27FC236}">
                <a16:creationId xmlns:a16="http://schemas.microsoft.com/office/drawing/2014/main" id="{09DBF4E0-739D-444B-AF3B-1F014ACC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5351" y="5138426"/>
            <a:ext cx="284342" cy="187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pairs</a:t>
            </a:r>
          </a:p>
        </p:txBody>
      </p:sp>
      <p:sp>
        <p:nvSpPr>
          <p:cNvPr id="67" name="path-36">
            <a:extLst xmlns:a="http://schemas.openxmlformats.org/drawingml/2006/main">
              <a:ext uri="{FF2B5EF4-FFF2-40B4-BE49-F238E27FC236}">
                <a16:creationId xmlns:a16="http://schemas.microsoft.com/office/drawing/2014/main" id="{D74DCD0E-8227-4192-810B-B388E30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9" y="63445"/>
            <a:ext cx="4396081" cy="5307505"/>
          </a:xfrm>
          <a:custGeom xmlns:a="http://schemas.openxmlformats.org/drawingml/2006/main">
            <a:pathLst>
              <a:path w="4396081" h="5307505">
                <a:moveTo>
                  <a:pt x="4396081" y="0"/>
                </a:moveTo>
                <a:lnTo>
                  <a:pt x="4396081" y="5307505"/>
                </a:lnTo>
                <a:lnTo>
                  <a:pt x="0" y="5307505"/>
                </a:lnTo>
                <a:lnTo>
                  <a:pt x="0" y="0"/>
                </a:lnTo>
                <a:lnTo>
                  <a:pt x="4396081" y="0"/>
                </a:lnTo>
                <a:moveTo>
                  <a:pt x="16775" y="33549"/>
                </a:moveTo>
                <a:lnTo>
                  <a:pt x="33549" y="16775"/>
                </a:lnTo>
                <a:lnTo>
                  <a:pt x="33549" y="5290730"/>
                </a:lnTo>
                <a:lnTo>
                  <a:pt x="16775" y="5273956"/>
                </a:lnTo>
                <a:lnTo>
                  <a:pt x="4379307" y="5273956"/>
                </a:lnTo>
                <a:lnTo>
                  <a:pt x="4362532" y="5290730"/>
                </a:lnTo>
                <a:lnTo>
                  <a:pt x="4362532" y="16775"/>
                </a:lnTo>
                <a:lnTo>
                  <a:pt x="4379307" y="33549"/>
                </a:lnTo>
                <a:lnTo>
                  <a:pt x="16775" y="33549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ext-37 (">
            <a:extLst xmlns:a="http://schemas.openxmlformats.org/drawingml/2006/main">
              <a:ext uri="{FF2B5EF4-FFF2-40B4-BE49-F238E27FC236}">
                <a16:creationId xmlns:a16="http://schemas.microsoft.com/office/drawing/2014/main" id="{ED468E3A-D642-461E-A59A-9D0FE2CE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047" y="12138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69" name="text-38 a">
            <a:extLst xmlns:a="http://schemas.openxmlformats.org/drawingml/2006/main">
              <a:ext uri="{FF2B5EF4-FFF2-40B4-BE49-F238E27FC236}">
                <a16:creationId xmlns:a16="http://schemas.microsoft.com/office/drawing/2014/main" id="{34AC139F-2A54-4584-A291-143C7BD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145" y="121470"/>
            <a:ext cx="136904" cy="28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70" name="text-39 )">
            <a:extLst xmlns:a="http://schemas.openxmlformats.org/drawingml/2006/main">
              <a:ext uri="{FF2B5EF4-FFF2-40B4-BE49-F238E27FC236}">
                <a16:creationId xmlns:a16="http://schemas.microsoft.com/office/drawing/2014/main" id="{069BC9D0-52A5-4F93-B3A7-CE7A6CC7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793" y="12138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1" name="text-41 Track4D-Bench">
            <a:extLst xmlns:a="http://schemas.openxmlformats.org/drawingml/2006/main">
              <a:ext uri="{FF2B5EF4-FFF2-40B4-BE49-F238E27FC236}">
                <a16:creationId xmlns:a16="http://schemas.microsoft.com/office/drawing/2014/main" id="{0AD4F2FA-4ACB-4682-93D8-1FE40EBD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6" y="119279"/>
            <a:ext cx="1412294" cy="28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Track4D-Bench</a:t>
            </a:r>
          </a:p>
        </p:txBody>
      </p:sp>
      <p:sp>
        <p:nvSpPr>
          <p:cNvPr id="72" name="text-42 Statistics">
            <a:extLst xmlns:a="http://schemas.openxmlformats.org/drawingml/2006/main">
              <a:ext uri="{FF2B5EF4-FFF2-40B4-BE49-F238E27FC236}">
                <a16:creationId xmlns:a16="http://schemas.microsoft.com/office/drawing/2014/main" id="{AE8C3FDC-930B-4AB6-9684-95156989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5063" y="121480"/>
            <a:ext cx="807944" cy="281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Statistics</a:t>
            </a:r>
          </a:p>
        </p:txBody>
      </p:sp>
      <p:sp>
        <p:nvSpPr>
          <p:cNvPr id="73" name="text-43 (">
            <a:extLst xmlns:a="http://schemas.openxmlformats.org/drawingml/2006/main">
              <a:ext uri="{FF2B5EF4-FFF2-40B4-BE49-F238E27FC236}">
                <a16:creationId xmlns:a16="http://schemas.microsoft.com/office/drawing/2014/main" id="{9DAB858D-A367-4C9B-AEF5-1522FEA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3647" y="12138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4" name="text-44 c">
            <a:extLst xmlns:a="http://schemas.openxmlformats.org/drawingml/2006/main">
              <a:ext uri="{FF2B5EF4-FFF2-40B4-BE49-F238E27FC236}">
                <a16:creationId xmlns:a16="http://schemas.microsoft.com/office/drawing/2014/main" id="{32B030D4-8A56-497F-8FFF-C45CB9CC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0745" y="121598"/>
            <a:ext cx="125578" cy="281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75" name="text-45 )">
            <a:extLst xmlns:a="http://schemas.openxmlformats.org/drawingml/2006/main">
              <a:ext uri="{FF2B5EF4-FFF2-40B4-BE49-F238E27FC236}">
                <a16:creationId xmlns:a16="http://schemas.microsoft.com/office/drawing/2014/main" id="{1C93F268-0260-4210-9D46-279EB094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0211" y="12138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6" name="text-46 Track4D-Bench">
            <a:extLst xmlns:a="http://schemas.openxmlformats.org/drawingml/2006/main">
              <a:ext uri="{FF2B5EF4-FFF2-40B4-BE49-F238E27FC236}">
                <a16:creationId xmlns:a16="http://schemas.microsoft.com/office/drawing/2014/main" id="{F1373CFF-7354-465B-ACE1-74F01D20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7309" y="119279"/>
            <a:ext cx="1412293" cy="28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Track4D-Bench</a:t>
            </a:r>
          </a:p>
        </p:txBody>
      </p:sp>
      <p:sp>
        <p:nvSpPr>
          <p:cNvPr id="77" name="text-48 Construction">
            <a:extLst xmlns:a="http://schemas.openxmlformats.org/drawingml/2006/main">
              <a:ext uri="{FF2B5EF4-FFF2-40B4-BE49-F238E27FC236}">
                <a16:creationId xmlns:a16="http://schemas.microsoft.com/office/drawing/2014/main" id="{D9CD394E-5F7D-47D2-8831-989FB012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156" y="121505"/>
            <a:ext cx="1165865" cy="28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Construction</a:t>
            </a:r>
          </a:p>
        </p:txBody>
      </p:sp>
      <p:sp>
        <p:nvSpPr>
          <p:cNvPr id="78" name="text-49 (">
            <a:extLst xmlns:a="http://schemas.openxmlformats.org/drawingml/2006/main">
              <a:ext uri="{FF2B5EF4-FFF2-40B4-BE49-F238E27FC236}">
                <a16:creationId xmlns:a16="http://schemas.microsoft.com/office/drawing/2014/main" id="{D621AA74-B599-44EC-B5A0-FB7E1F76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2764" y="121223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9" name="text-50 b">
            <a:extLst xmlns:a="http://schemas.openxmlformats.org/drawingml/2006/main">
              <a:ext uri="{FF2B5EF4-FFF2-40B4-BE49-F238E27FC236}">
                <a16:creationId xmlns:a16="http://schemas.microsoft.com/office/drawing/2014/main" id="{283264FA-14FE-43FA-91A4-9A96F12A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9863" y="121382"/>
            <a:ext cx="148195" cy="281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80" name="text-51 )">
            <a:extLst xmlns:a="http://schemas.openxmlformats.org/drawingml/2006/main">
              <a:ext uri="{FF2B5EF4-FFF2-40B4-BE49-F238E27FC236}">
                <a16:creationId xmlns:a16="http://schemas.microsoft.com/office/drawing/2014/main" id="{596889AA-6C5C-489B-B183-49FFC7ED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1694" y="121223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81" name="text-53 Type">
            <a:extLst xmlns:a="http://schemas.openxmlformats.org/drawingml/2006/main">
              <a:ext uri="{FF2B5EF4-FFF2-40B4-BE49-F238E27FC236}">
                <a16:creationId xmlns:a16="http://schemas.microsoft.com/office/drawing/2014/main" id="{05BD4F29-7ED1-48F9-9252-D8427A4A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9117" y="114308"/>
            <a:ext cx="473538" cy="29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82" name="text-53 of">
            <a:extLst xmlns:a="http://schemas.openxmlformats.org/drawingml/2006/main">
              <a:ext uri="{FF2B5EF4-FFF2-40B4-BE49-F238E27FC236}">
                <a16:creationId xmlns:a16="http://schemas.microsoft.com/office/drawing/2014/main" id="{DF7AC367-3403-4D2F-8704-31910921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582" y="121391"/>
            <a:ext cx="203924" cy="28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83" name="text-53 Dialogue">
            <a:extLst xmlns:a="http://schemas.openxmlformats.org/drawingml/2006/main">
              <a:ext uri="{FF2B5EF4-FFF2-40B4-BE49-F238E27FC236}">
                <a16:creationId xmlns:a16="http://schemas.microsoft.com/office/drawing/2014/main" id="{76B2F2FC-EDCF-46FA-8601-7DD5921A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3653" y="121404"/>
            <a:ext cx="796570" cy="281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84" name="text-53 Questions">
            <a:extLst xmlns:a="http://schemas.openxmlformats.org/drawingml/2006/main">
              <a:ext uri="{FF2B5EF4-FFF2-40B4-BE49-F238E27FC236}">
                <a16:creationId xmlns:a16="http://schemas.microsoft.com/office/drawing/2014/main" id="{C09CFEFC-852B-45E6-95DF-6080322E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4428" y="121383"/>
            <a:ext cx="886215" cy="281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29A1495-7EAF-4DF3-9A86-02F416DBB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3b71c88394e99"/>
          <a:stretch xmlns:a="http://schemas.openxmlformats.org/drawingml/2006/main"/>
        </p:blipFill>
        <p:spPr>
          <a:xfrm xmlns:a="http://schemas.openxmlformats.org/drawingml/2006/main">
            <a:off x="4924425" y="8477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90EC122-88E9-4867-8750-5D5532802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5dc9171c045a6"/>
          <a:stretch xmlns:a="http://schemas.openxmlformats.org/drawingml/2006/main"/>
        </p:blipFill>
        <p:spPr>
          <a:xfrm xmlns:a="http://schemas.openxmlformats.org/drawingml/2006/main">
            <a:off x="4867275" y="1038225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87" name="path-56">
            <a:extLst xmlns:a="http://schemas.openxmlformats.org/drawingml/2006/main">
              <a:ext uri="{FF2B5EF4-FFF2-40B4-BE49-F238E27FC236}">
                <a16:creationId xmlns:a16="http://schemas.microsoft.com/office/drawing/2014/main" id="{48300B78-B0C9-49C5-9C0C-3BE47D7C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1801301"/>
            <a:ext cx="3485776" cy="1254745"/>
          </a:xfrm>
          <a:custGeom xmlns:a="http://schemas.openxmlformats.org/drawingml/2006/main">
            <a:pathLst>
              <a:path w="3485776" h="1254745">
                <a:moveTo>
                  <a:pt x="0" y="92216"/>
                </a:moveTo>
                <a:cubicBezTo>
                  <a:pt x="0" y="3713"/>
                  <a:pt x="13464" y="0"/>
                  <a:pt x="333951" y="0"/>
                </a:cubicBezTo>
                <a:lnTo>
                  <a:pt x="3117718" y="984"/>
                </a:lnTo>
                <a:cubicBezTo>
                  <a:pt x="3438203" y="984"/>
                  <a:pt x="3484881" y="0"/>
                  <a:pt x="3484881" y="88481"/>
                </a:cubicBezTo>
                <a:lnTo>
                  <a:pt x="3485776" y="1165012"/>
                </a:lnTo>
                <a:cubicBezTo>
                  <a:pt x="3485776" y="1253515"/>
                  <a:pt x="3481281" y="1254745"/>
                  <a:pt x="3160818" y="1254745"/>
                </a:cubicBezTo>
                <a:lnTo>
                  <a:pt x="333951" y="1250026"/>
                </a:lnTo>
                <a:cubicBezTo>
                  <a:pt x="13464" y="1250026"/>
                  <a:pt x="895" y="1246559"/>
                  <a:pt x="895" y="1158078"/>
                </a:cubicBezTo>
                <a:lnTo>
                  <a:pt x="0" y="922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57">
            <a:extLst xmlns:a="http://schemas.openxmlformats.org/drawingml/2006/main">
              <a:ext uri="{FF2B5EF4-FFF2-40B4-BE49-F238E27FC236}">
                <a16:creationId xmlns:a16="http://schemas.microsoft.com/office/drawing/2014/main" id="{D8A32824-59CB-4F43-A266-B3877E8E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1790118"/>
            <a:ext cx="3508142" cy="1277111"/>
          </a:xfrm>
          <a:custGeom xmlns:a="http://schemas.openxmlformats.org/drawingml/2006/main">
            <a:pathLst>
              <a:path w="3508142" h="1277111">
                <a:moveTo>
                  <a:pt x="224" y="87407"/>
                </a:moveTo>
                <a:lnTo>
                  <a:pt x="627" y="79870"/>
                </a:lnTo>
                <a:lnTo>
                  <a:pt x="1276" y="72713"/>
                </a:lnTo>
                <a:lnTo>
                  <a:pt x="2281" y="65824"/>
                </a:lnTo>
                <a:lnTo>
                  <a:pt x="3713" y="59204"/>
                </a:lnTo>
                <a:lnTo>
                  <a:pt x="5659" y="52807"/>
                </a:lnTo>
                <a:lnTo>
                  <a:pt x="8253" y="46701"/>
                </a:lnTo>
                <a:lnTo>
                  <a:pt x="11541" y="40908"/>
                </a:lnTo>
                <a:lnTo>
                  <a:pt x="15566" y="35518"/>
                </a:lnTo>
                <a:lnTo>
                  <a:pt x="20353" y="30597"/>
                </a:lnTo>
                <a:lnTo>
                  <a:pt x="25855" y="26191"/>
                </a:lnTo>
                <a:lnTo>
                  <a:pt x="32074" y="22299"/>
                </a:lnTo>
                <a:lnTo>
                  <a:pt x="38985" y="18900"/>
                </a:lnTo>
                <a:lnTo>
                  <a:pt x="46589" y="15925"/>
                </a:lnTo>
                <a:lnTo>
                  <a:pt x="54977" y="13330"/>
                </a:lnTo>
                <a:lnTo>
                  <a:pt x="64191" y="11049"/>
                </a:lnTo>
                <a:lnTo>
                  <a:pt x="74278" y="9081"/>
                </a:lnTo>
                <a:lnTo>
                  <a:pt x="85349" y="7381"/>
                </a:lnTo>
                <a:lnTo>
                  <a:pt x="97428" y="5905"/>
                </a:lnTo>
                <a:lnTo>
                  <a:pt x="110601" y="4652"/>
                </a:lnTo>
                <a:lnTo>
                  <a:pt x="124938" y="3579"/>
                </a:lnTo>
                <a:lnTo>
                  <a:pt x="140482" y="2707"/>
                </a:lnTo>
                <a:lnTo>
                  <a:pt x="157346" y="1968"/>
                </a:lnTo>
                <a:lnTo>
                  <a:pt x="195079" y="939"/>
                </a:lnTo>
                <a:lnTo>
                  <a:pt x="238670" y="335"/>
                </a:lnTo>
                <a:lnTo>
                  <a:pt x="288524" y="67"/>
                </a:lnTo>
                <a:lnTo>
                  <a:pt x="345134" y="0"/>
                </a:lnTo>
                <a:lnTo>
                  <a:pt x="3128901" y="984"/>
                </a:lnTo>
                <a:lnTo>
                  <a:pt x="3236750" y="1118"/>
                </a:lnTo>
                <a:lnTo>
                  <a:pt x="3281931" y="1476"/>
                </a:lnTo>
                <a:lnTo>
                  <a:pt x="3321787" y="2214"/>
                </a:lnTo>
                <a:lnTo>
                  <a:pt x="3356567" y="3467"/>
                </a:lnTo>
                <a:lnTo>
                  <a:pt x="3372267" y="4339"/>
                </a:lnTo>
                <a:lnTo>
                  <a:pt x="3386828" y="5390"/>
                </a:lnTo>
                <a:lnTo>
                  <a:pt x="3400315" y="6621"/>
                </a:lnTo>
                <a:lnTo>
                  <a:pt x="3412795" y="8097"/>
                </a:lnTo>
                <a:lnTo>
                  <a:pt x="3424336" y="9819"/>
                </a:lnTo>
                <a:lnTo>
                  <a:pt x="3434960" y="11787"/>
                </a:lnTo>
                <a:lnTo>
                  <a:pt x="3444734" y="14091"/>
                </a:lnTo>
                <a:lnTo>
                  <a:pt x="3453725" y="16707"/>
                </a:lnTo>
                <a:lnTo>
                  <a:pt x="3461956" y="19705"/>
                </a:lnTo>
                <a:lnTo>
                  <a:pt x="3469493" y="23127"/>
                </a:lnTo>
                <a:lnTo>
                  <a:pt x="3476338" y="27041"/>
                </a:lnTo>
                <a:lnTo>
                  <a:pt x="3482489" y="31447"/>
                </a:lnTo>
                <a:lnTo>
                  <a:pt x="3487946" y="36412"/>
                </a:lnTo>
                <a:lnTo>
                  <a:pt x="3492688" y="41892"/>
                </a:lnTo>
                <a:lnTo>
                  <a:pt x="3496647" y="47842"/>
                </a:lnTo>
                <a:lnTo>
                  <a:pt x="3499890" y="54216"/>
                </a:lnTo>
                <a:lnTo>
                  <a:pt x="3502440" y="60970"/>
                </a:lnTo>
                <a:lnTo>
                  <a:pt x="3504341" y="68016"/>
                </a:lnTo>
                <a:lnTo>
                  <a:pt x="3505705" y="75419"/>
                </a:lnTo>
                <a:lnTo>
                  <a:pt x="3506599" y="83135"/>
                </a:lnTo>
                <a:lnTo>
                  <a:pt x="3507091" y="91187"/>
                </a:lnTo>
                <a:lnTo>
                  <a:pt x="3507248" y="99574"/>
                </a:lnTo>
                <a:lnTo>
                  <a:pt x="3508142" y="1176240"/>
                </a:lnTo>
                <a:lnTo>
                  <a:pt x="3508008" y="1192030"/>
                </a:lnTo>
                <a:lnTo>
                  <a:pt x="3507761" y="1199433"/>
                </a:lnTo>
                <a:lnTo>
                  <a:pt x="3507270" y="1206456"/>
                </a:lnTo>
                <a:lnTo>
                  <a:pt x="3506509" y="1213211"/>
                </a:lnTo>
                <a:lnTo>
                  <a:pt x="3505369" y="1219719"/>
                </a:lnTo>
                <a:lnTo>
                  <a:pt x="3503736" y="1225982"/>
                </a:lnTo>
                <a:lnTo>
                  <a:pt x="3501522" y="1232021"/>
                </a:lnTo>
                <a:lnTo>
                  <a:pt x="3498614" y="1237770"/>
                </a:lnTo>
                <a:lnTo>
                  <a:pt x="3494946" y="1243137"/>
                </a:lnTo>
                <a:lnTo>
                  <a:pt x="3490517" y="1248058"/>
                </a:lnTo>
                <a:lnTo>
                  <a:pt x="3485351" y="1252442"/>
                </a:lnTo>
                <a:lnTo>
                  <a:pt x="3479469" y="1256311"/>
                </a:lnTo>
                <a:lnTo>
                  <a:pt x="3472916" y="1259644"/>
                </a:lnTo>
                <a:lnTo>
                  <a:pt x="3465647" y="1262528"/>
                </a:lnTo>
                <a:lnTo>
                  <a:pt x="3457639" y="1265034"/>
                </a:lnTo>
                <a:lnTo>
                  <a:pt x="3448828" y="1267181"/>
                </a:lnTo>
                <a:lnTo>
                  <a:pt x="3439142" y="1269037"/>
                </a:lnTo>
                <a:lnTo>
                  <a:pt x="3428474" y="1270625"/>
                </a:lnTo>
                <a:lnTo>
                  <a:pt x="3416798" y="1271990"/>
                </a:lnTo>
                <a:lnTo>
                  <a:pt x="3404006" y="1273153"/>
                </a:lnTo>
                <a:lnTo>
                  <a:pt x="3390005" y="1274114"/>
                </a:lnTo>
                <a:lnTo>
                  <a:pt x="3358355" y="1275524"/>
                </a:lnTo>
                <a:lnTo>
                  <a:pt x="3321183" y="1276418"/>
                </a:lnTo>
                <a:lnTo>
                  <a:pt x="3278038" y="1276888"/>
                </a:lnTo>
                <a:lnTo>
                  <a:pt x="3172001" y="1277111"/>
                </a:lnTo>
                <a:lnTo>
                  <a:pt x="345111" y="1272392"/>
                </a:lnTo>
                <a:lnTo>
                  <a:pt x="288546" y="1272348"/>
                </a:lnTo>
                <a:lnTo>
                  <a:pt x="238692" y="1272079"/>
                </a:lnTo>
                <a:lnTo>
                  <a:pt x="195168" y="1271498"/>
                </a:lnTo>
                <a:lnTo>
                  <a:pt x="157459" y="1270469"/>
                </a:lnTo>
                <a:lnTo>
                  <a:pt x="125184" y="1268881"/>
                </a:lnTo>
                <a:lnTo>
                  <a:pt x="110848" y="1267829"/>
                </a:lnTo>
                <a:lnTo>
                  <a:pt x="97718" y="1266577"/>
                </a:lnTo>
                <a:lnTo>
                  <a:pt x="85663" y="1265124"/>
                </a:lnTo>
                <a:lnTo>
                  <a:pt x="74658" y="1263424"/>
                </a:lnTo>
                <a:lnTo>
                  <a:pt x="64594" y="1261455"/>
                </a:lnTo>
                <a:lnTo>
                  <a:pt x="55423" y="1259196"/>
                </a:lnTo>
                <a:lnTo>
                  <a:pt x="47081" y="1256624"/>
                </a:lnTo>
                <a:lnTo>
                  <a:pt x="39499" y="1253649"/>
                </a:lnTo>
                <a:lnTo>
                  <a:pt x="32633" y="1250250"/>
                </a:lnTo>
                <a:lnTo>
                  <a:pt x="26459" y="1246358"/>
                </a:lnTo>
                <a:lnTo>
                  <a:pt x="20980" y="1241974"/>
                </a:lnTo>
                <a:lnTo>
                  <a:pt x="16215" y="1237053"/>
                </a:lnTo>
                <a:lnTo>
                  <a:pt x="12234" y="1231641"/>
                </a:lnTo>
                <a:lnTo>
                  <a:pt x="8991" y="1225870"/>
                </a:lnTo>
                <a:lnTo>
                  <a:pt x="6441" y="1219764"/>
                </a:lnTo>
                <a:lnTo>
                  <a:pt x="4518" y="1213390"/>
                </a:lnTo>
                <a:lnTo>
                  <a:pt x="3109" y="1206770"/>
                </a:lnTo>
                <a:lnTo>
                  <a:pt x="2125" y="1199903"/>
                </a:lnTo>
                <a:lnTo>
                  <a:pt x="1499" y="1192746"/>
                </a:lnTo>
                <a:lnTo>
                  <a:pt x="1119" y="1185231"/>
                </a:lnTo>
                <a:lnTo>
                  <a:pt x="895" y="1169351"/>
                </a:lnTo>
                <a:lnTo>
                  <a:pt x="0" y="103310"/>
                </a:lnTo>
                <a:lnTo>
                  <a:pt x="224" y="87407"/>
                </a:lnTo>
                <a:moveTo>
                  <a:pt x="22366" y="103556"/>
                </a:moveTo>
                <a:lnTo>
                  <a:pt x="22366" y="103377"/>
                </a:lnTo>
                <a:lnTo>
                  <a:pt x="23261" y="1169239"/>
                </a:lnTo>
                <a:lnTo>
                  <a:pt x="23261" y="1169105"/>
                </a:lnTo>
                <a:lnTo>
                  <a:pt x="23485" y="1184717"/>
                </a:lnTo>
                <a:lnTo>
                  <a:pt x="23463" y="1184314"/>
                </a:lnTo>
                <a:lnTo>
                  <a:pt x="23821" y="1191404"/>
                </a:lnTo>
                <a:lnTo>
                  <a:pt x="23799" y="1190979"/>
                </a:lnTo>
                <a:lnTo>
                  <a:pt x="24379" y="1197622"/>
                </a:lnTo>
                <a:lnTo>
                  <a:pt x="24312" y="1197041"/>
                </a:lnTo>
                <a:lnTo>
                  <a:pt x="25207" y="1203258"/>
                </a:lnTo>
                <a:lnTo>
                  <a:pt x="25073" y="1202498"/>
                </a:lnTo>
                <a:lnTo>
                  <a:pt x="26303" y="1208291"/>
                </a:lnTo>
                <a:lnTo>
                  <a:pt x="26057" y="1207374"/>
                </a:lnTo>
                <a:lnTo>
                  <a:pt x="27690" y="1212741"/>
                </a:lnTo>
                <a:lnTo>
                  <a:pt x="27310" y="1211668"/>
                </a:lnTo>
                <a:lnTo>
                  <a:pt x="29367" y="1216656"/>
                </a:lnTo>
                <a:lnTo>
                  <a:pt x="28808" y="1215492"/>
                </a:lnTo>
                <a:lnTo>
                  <a:pt x="31379" y="1220078"/>
                </a:lnTo>
                <a:lnTo>
                  <a:pt x="30619" y="1218893"/>
                </a:lnTo>
                <a:lnTo>
                  <a:pt x="33750" y="1223141"/>
                </a:lnTo>
                <a:lnTo>
                  <a:pt x="32812" y="1222024"/>
                </a:lnTo>
                <a:lnTo>
                  <a:pt x="36569" y="1225916"/>
                </a:lnTo>
                <a:lnTo>
                  <a:pt x="35540" y="1224976"/>
                </a:lnTo>
                <a:lnTo>
                  <a:pt x="39968" y="1228532"/>
                </a:lnTo>
                <a:lnTo>
                  <a:pt x="38917" y="1227771"/>
                </a:lnTo>
                <a:lnTo>
                  <a:pt x="44061" y="1231015"/>
                </a:lnTo>
                <a:lnTo>
                  <a:pt x="43056" y="1230456"/>
                </a:lnTo>
                <a:lnTo>
                  <a:pt x="48982" y="1233385"/>
                </a:lnTo>
                <a:lnTo>
                  <a:pt x="48110" y="1233005"/>
                </a:lnTo>
                <a:lnTo>
                  <a:pt x="54864" y="1235645"/>
                </a:lnTo>
                <a:lnTo>
                  <a:pt x="54104" y="1235377"/>
                </a:lnTo>
                <a:lnTo>
                  <a:pt x="61731" y="1237747"/>
                </a:lnTo>
                <a:lnTo>
                  <a:pt x="61104" y="1237568"/>
                </a:lnTo>
                <a:lnTo>
                  <a:pt x="69671" y="1239671"/>
                </a:lnTo>
                <a:lnTo>
                  <a:pt x="69134" y="1239559"/>
                </a:lnTo>
                <a:lnTo>
                  <a:pt x="78707" y="1241415"/>
                </a:lnTo>
                <a:lnTo>
                  <a:pt x="78282" y="1241348"/>
                </a:lnTo>
                <a:lnTo>
                  <a:pt x="88906" y="1242981"/>
                </a:lnTo>
                <a:lnTo>
                  <a:pt x="88548" y="1242936"/>
                </a:lnTo>
                <a:lnTo>
                  <a:pt x="100268" y="1244345"/>
                </a:lnTo>
                <a:lnTo>
                  <a:pt x="99978" y="1244323"/>
                </a:lnTo>
                <a:lnTo>
                  <a:pt x="112837" y="1245553"/>
                </a:lnTo>
                <a:lnTo>
                  <a:pt x="112614" y="1245531"/>
                </a:lnTo>
                <a:lnTo>
                  <a:pt x="126705" y="1246560"/>
                </a:lnTo>
                <a:lnTo>
                  <a:pt x="126436" y="1246536"/>
                </a:lnTo>
                <a:lnTo>
                  <a:pt x="158443" y="1248125"/>
                </a:lnTo>
                <a:lnTo>
                  <a:pt x="158196" y="1248125"/>
                </a:lnTo>
                <a:lnTo>
                  <a:pt x="195682" y="1249132"/>
                </a:lnTo>
                <a:lnTo>
                  <a:pt x="195525" y="1249132"/>
                </a:lnTo>
                <a:lnTo>
                  <a:pt x="238961" y="1249713"/>
                </a:lnTo>
                <a:lnTo>
                  <a:pt x="238871" y="1249713"/>
                </a:lnTo>
                <a:lnTo>
                  <a:pt x="288636" y="1249982"/>
                </a:lnTo>
                <a:lnTo>
                  <a:pt x="288592" y="1249982"/>
                </a:lnTo>
                <a:lnTo>
                  <a:pt x="345134" y="1250026"/>
                </a:lnTo>
                <a:lnTo>
                  <a:pt x="3172001" y="1254745"/>
                </a:lnTo>
                <a:lnTo>
                  <a:pt x="3171977" y="1254745"/>
                </a:lnTo>
                <a:lnTo>
                  <a:pt x="3277949" y="1254521"/>
                </a:lnTo>
                <a:lnTo>
                  <a:pt x="3277837" y="1254521"/>
                </a:lnTo>
                <a:lnTo>
                  <a:pt x="3320871" y="1254052"/>
                </a:lnTo>
                <a:lnTo>
                  <a:pt x="3320714" y="1254052"/>
                </a:lnTo>
                <a:lnTo>
                  <a:pt x="3357708" y="1253180"/>
                </a:lnTo>
                <a:lnTo>
                  <a:pt x="3357461" y="1253180"/>
                </a:lnTo>
                <a:lnTo>
                  <a:pt x="3388864" y="1251771"/>
                </a:lnTo>
                <a:lnTo>
                  <a:pt x="3388594" y="1251793"/>
                </a:lnTo>
                <a:lnTo>
                  <a:pt x="3402350" y="1250831"/>
                </a:lnTo>
                <a:lnTo>
                  <a:pt x="3402126" y="1250854"/>
                </a:lnTo>
                <a:lnTo>
                  <a:pt x="3414652" y="1249735"/>
                </a:lnTo>
                <a:lnTo>
                  <a:pt x="3414360" y="1249757"/>
                </a:lnTo>
                <a:lnTo>
                  <a:pt x="3425722" y="1248438"/>
                </a:lnTo>
                <a:lnTo>
                  <a:pt x="3425342" y="1248483"/>
                </a:lnTo>
                <a:lnTo>
                  <a:pt x="3435609" y="1246962"/>
                </a:lnTo>
                <a:lnTo>
                  <a:pt x="3435161" y="1247029"/>
                </a:lnTo>
                <a:lnTo>
                  <a:pt x="3444354" y="1245262"/>
                </a:lnTo>
                <a:lnTo>
                  <a:pt x="3443794" y="1245396"/>
                </a:lnTo>
                <a:lnTo>
                  <a:pt x="3452003" y="1243383"/>
                </a:lnTo>
                <a:lnTo>
                  <a:pt x="3451332" y="1243562"/>
                </a:lnTo>
                <a:lnTo>
                  <a:pt x="3458580" y="1241303"/>
                </a:lnTo>
                <a:lnTo>
                  <a:pt x="3457774" y="1241594"/>
                </a:lnTo>
                <a:lnTo>
                  <a:pt x="3464171" y="1239044"/>
                </a:lnTo>
                <a:lnTo>
                  <a:pt x="3463230" y="1239469"/>
                </a:lnTo>
                <a:lnTo>
                  <a:pt x="3468778" y="1236651"/>
                </a:lnTo>
                <a:lnTo>
                  <a:pt x="3467727" y="1237255"/>
                </a:lnTo>
                <a:lnTo>
                  <a:pt x="3472514" y="1234124"/>
                </a:lnTo>
                <a:lnTo>
                  <a:pt x="3471395" y="1234951"/>
                </a:lnTo>
                <a:lnTo>
                  <a:pt x="3475488" y="1231484"/>
                </a:lnTo>
                <a:lnTo>
                  <a:pt x="3474414" y="1232536"/>
                </a:lnTo>
                <a:lnTo>
                  <a:pt x="3477837" y="1228733"/>
                </a:lnTo>
                <a:lnTo>
                  <a:pt x="3476897" y="1229919"/>
                </a:lnTo>
                <a:lnTo>
                  <a:pt x="3479714" y="1225781"/>
                </a:lnTo>
                <a:lnTo>
                  <a:pt x="3478977" y="1227034"/>
                </a:lnTo>
                <a:lnTo>
                  <a:pt x="3481281" y="1222493"/>
                </a:lnTo>
                <a:lnTo>
                  <a:pt x="3480745" y="1223701"/>
                </a:lnTo>
                <a:lnTo>
                  <a:pt x="3482556" y="1218781"/>
                </a:lnTo>
                <a:lnTo>
                  <a:pt x="3482220" y="1219832"/>
                </a:lnTo>
                <a:lnTo>
                  <a:pt x="3483607" y="1214531"/>
                </a:lnTo>
                <a:lnTo>
                  <a:pt x="3483428" y="1215403"/>
                </a:lnTo>
                <a:lnTo>
                  <a:pt x="3484434" y="1209677"/>
                </a:lnTo>
                <a:lnTo>
                  <a:pt x="3484322" y="1210349"/>
                </a:lnTo>
                <a:lnTo>
                  <a:pt x="3485038" y="1204197"/>
                </a:lnTo>
                <a:lnTo>
                  <a:pt x="3484971" y="1204712"/>
                </a:lnTo>
                <a:lnTo>
                  <a:pt x="3485419" y="1198114"/>
                </a:lnTo>
                <a:lnTo>
                  <a:pt x="3485419" y="1198472"/>
                </a:lnTo>
                <a:lnTo>
                  <a:pt x="3485665" y="1191404"/>
                </a:lnTo>
                <a:lnTo>
                  <a:pt x="3485642" y="1191695"/>
                </a:lnTo>
                <a:lnTo>
                  <a:pt x="3485776" y="1176106"/>
                </a:lnTo>
                <a:lnTo>
                  <a:pt x="3485776" y="1176217"/>
                </a:lnTo>
                <a:lnTo>
                  <a:pt x="3484881" y="99686"/>
                </a:lnTo>
                <a:lnTo>
                  <a:pt x="3484881" y="99865"/>
                </a:lnTo>
                <a:lnTo>
                  <a:pt x="3484748" y="91836"/>
                </a:lnTo>
                <a:lnTo>
                  <a:pt x="3484748" y="92328"/>
                </a:lnTo>
                <a:lnTo>
                  <a:pt x="3484300" y="84790"/>
                </a:lnTo>
                <a:lnTo>
                  <a:pt x="3484344" y="85394"/>
                </a:lnTo>
                <a:lnTo>
                  <a:pt x="3483540" y="78349"/>
                </a:lnTo>
                <a:lnTo>
                  <a:pt x="3483651" y="79109"/>
                </a:lnTo>
                <a:lnTo>
                  <a:pt x="3482443" y="72534"/>
                </a:lnTo>
                <a:lnTo>
                  <a:pt x="3482646" y="73428"/>
                </a:lnTo>
                <a:lnTo>
                  <a:pt x="3480990" y="67322"/>
                </a:lnTo>
                <a:lnTo>
                  <a:pt x="3481303" y="68351"/>
                </a:lnTo>
                <a:lnTo>
                  <a:pt x="3479178" y="62692"/>
                </a:lnTo>
                <a:lnTo>
                  <a:pt x="3479670" y="63789"/>
                </a:lnTo>
                <a:lnTo>
                  <a:pt x="3477009" y="58555"/>
                </a:lnTo>
                <a:lnTo>
                  <a:pt x="3477680" y="59718"/>
                </a:lnTo>
                <a:lnTo>
                  <a:pt x="3474459" y="54887"/>
                </a:lnTo>
                <a:lnTo>
                  <a:pt x="3475287" y="55983"/>
                </a:lnTo>
                <a:lnTo>
                  <a:pt x="3471463" y="51532"/>
                </a:lnTo>
                <a:lnTo>
                  <a:pt x="3472424" y="52516"/>
                </a:lnTo>
                <a:lnTo>
                  <a:pt x="3467928" y="48445"/>
                </a:lnTo>
                <a:lnTo>
                  <a:pt x="3468935" y="49250"/>
                </a:lnTo>
                <a:lnTo>
                  <a:pt x="3463768" y="45560"/>
                </a:lnTo>
                <a:lnTo>
                  <a:pt x="3464751" y="46186"/>
                </a:lnTo>
                <a:lnTo>
                  <a:pt x="3458847" y="42809"/>
                </a:lnTo>
                <a:lnTo>
                  <a:pt x="3459764" y="43279"/>
                </a:lnTo>
                <a:lnTo>
                  <a:pt x="3453078" y="40237"/>
                </a:lnTo>
                <a:lnTo>
                  <a:pt x="3453882" y="40572"/>
                </a:lnTo>
                <a:lnTo>
                  <a:pt x="3446412" y="37844"/>
                </a:lnTo>
                <a:lnTo>
                  <a:pt x="3447106" y="38067"/>
                </a:lnTo>
                <a:lnTo>
                  <a:pt x="3438762" y="35630"/>
                </a:lnTo>
                <a:lnTo>
                  <a:pt x="3439344" y="35786"/>
                </a:lnTo>
                <a:lnTo>
                  <a:pt x="3430107" y="33639"/>
                </a:lnTo>
                <a:lnTo>
                  <a:pt x="3430599" y="33728"/>
                </a:lnTo>
                <a:lnTo>
                  <a:pt x="3420421" y="31827"/>
                </a:lnTo>
                <a:lnTo>
                  <a:pt x="3420847" y="31894"/>
                </a:lnTo>
                <a:lnTo>
                  <a:pt x="3409686" y="30239"/>
                </a:lnTo>
                <a:lnTo>
                  <a:pt x="3410022" y="30284"/>
                </a:lnTo>
                <a:lnTo>
                  <a:pt x="3397854" y="28853"/>
                </a:lnTo>
                <a:lnTo>
                  <a:pt x="3398123" y="28875"/>
                </a:lnTo>
                <a:lnTo>
                  <a:pt x="3384882" y="27667"/>
                </a:lnTo>
                <a:lnTo>
                  <a:pt x="3385106" y="27690"/>
                </a:lnTo>
                <a:lnTo>
                  <a:pt x="3370769" y="26661"/>
                </a:lnTo>
                <a:lnTo>
                  <a:pt x="3370948" y="26661"/>
                </a:lnTo>
                <a:lnTo>
                  <a:pt x="3355448" y="25811"/>
                </a:lnTo>
                <a:lnTo>
                  <a:pt x="3355672" y="25811"/>
                </a:lnTo>
                <a:lnTo>
                  <a:pt x="3321072" y="24581"/>
                </a:lnTo>
                <a:lnTo>
                  <a:pt x="3321273" y="24581"/>
                </a:lnTo>
                <a:lnTo>
                  <a:pt x="3281595" y="23842"/>
                </a:lnTo>
                <a:lnTo>
                  <a:pt x="3281707" y="23842"/>
                </a:lnTo>
                <a:lnTo>
                  <a:pt x="3236594" y="23485"/>
                </a:lnTo>
                <a:lnTo>
                  <a:pt x="3236684" y="23485"/>
                </a:lnTo>
                <a:lnTo>
                  <a:pt x="3128878" y="23351"/>
                </a:lnTo>
                <a:lnTo>
                  <a:pt x="3128901" y="23351"/>
                </a:lnTo>
                <a:lnTo>
                  <a:pt x="345134" y="22366"/>
                </a:lnTo>
                <a:lnTo>
                  <a:pt x="288570" y="22434"/>
                </a:lnTo>
                <a:lnTo>
                  <a:pt x="288614" y="22434"/>
                </a:lnTo>
                <a:lnTo>
                  <a:pt x="238827" y="22702"/>
                </a:lnTo>
                <a:lnTo>
                  <a:pt x="238917" y="22702"/>
                </a:lnTo>
                <a:lnTo>
                  <a:pt x="195459" y="23283"/>
                </a:lnTo>
                <a:lnTo>
                  <a:pt x="195615" y="23283"/>
                </a:lnTo>
                <a:lnTo>
                  <a:pt x="158062" y="24335"/>
                </a:lnTo>
                <a:lnTo>
                  <a:pt x="158242" y="24312"/>
                </a:lnTo>
                <a:lnTo>
                  <a:pt x="141533" y="25050"/>
                </a:lnTo>
                <a:lnTo>
                  <a:pt x="141690" y="25028"/>
                </a:lnTo>
                <a:lnTo>
                  <a:pt x="126303" y="25900"/>
                </a:lnTo>
                <a:lnTo>
                  <a:pt x="126504" y="25900"/>
                </a:lnTo>
                <a:lnTo>
                  <a:pt x="112368" y="26952"/>
                </a:lnTo>
                <a:lnTo>
                  <a:pt x="112614" y="26929"/>
                </a:lnTo>
                <a:lnTo>
                  <a:pt x="99687" y="28159"/>
                </a:lnTo>
                <a:lnTo>
                  <a:pt x="99978" y="28137"/>
                </a:lnTo>
                <a:lnTo>
                  <a:pt x="88212" y="29568"/>
                </a:lnTo>
                <a:lnTo>
                  <a:pt x="88570" y="29501"/>
                </a:lnTo>
                <a:lnTo>
                  <a:pt x="77924" y="31156"/>
                </a:lnTo>
                <a:lnTo>
                  <a:pt x="78349" y="31089"/>
                </a:lnTo>
                <a:lnTo>
                  <a:pt x="68732" y="32968"/>
                </a:lnTo>
                <a:lnTo>
                  <a:pt x="69268" y="32834"/>
                </a:lnTo>
                <a:lnTo>
                  <a:pt x="60658" y="34959"/>
                </a:lnTo>
                <a:lnTo>
                  <a:pt x="61283" y="34780"/>
                </a:lnTo>
                <a:lnTo>
                  <a:pt x="53612" y="37173"/>
                </a:lnTo>
                <a:lnTo>
                  <a:pt x="54372" y="36904"/>
                </a:lnTo>
                <a:lnTo>
                  <a:pt x="47573" y="39566"/>
                </a:lnTo>
                <a:lnTo>
                  <a:pt x="48446" y="39163"/>
                </a:lnTo>
                <a:lnTo>
                  <a:pt x="42474" y="42116"/>
                </a:lnTo>
                <a:lnTo>
                  <a:pt x="43458" y="41556"/>
                </a:lnTo>
                <a:lnTo>
                  <a:pt x="38269" y="44800"/>
                </a:lnTo>
                <a:lnTo>
                  <a:pt x="39320" y="44062"/>
                </a:lnTo>
                <a:lnTo>
                  <a:pt x="34869" y="47640"/>
                </a:lnTo>
                <a:lnTo>
                  <a:pt x="35898" y="46701"/>
                </a:lnTo>
                <a:lnTo>
                  <a:pt x="32096" y="50593"/>
                </a:lnTo>
                <a:lnTo>
                  <a:pt x="33035" y="49497"/>
                </a:lnTo>
                <a:lnTo>
                  <a:pt x="29859" y="53746"/>
                </a:lnTo>
                <a:lnTo>
                  <a:pt x="30642" y="52561"/>
                </a:lnTo>
                <a:lnTo>
                  <a:pt x="28025" y="57168"/>
                </a:lnTo>
                <a:lnTo>
                  <a:pt x="28606" y="56005"/>
                </a:lnTo>
                <a:lnTo>
                  <a:pt x="26482" y="60993"/>
                </a:lnTo>
                <a:lnTo>
                  <a:pt x="26884" y="59919"/>
                </a:lnTo>
                <a:lnTo>
                  <a:pt x="25230" y="65310"/>
                </a:lnTo>
                <a:lnTo>
                  <a:pt x="25475" y="64392"/>
                </a:lnTo>
                <a:lnTo>
                  <a:pt x="24223" y="70163"/>
                </a:lnTo>
                <a:lnTo>
                  <a:pt x="24357" y="69425"/>
                </a:lnTo>
                <a:lnTo>
                  <a:pt x="23463" y="75620"/>
                </a:lnTo>
                <a:lnTo>
                  <a:pt x="23530" y="75039"/>
                </a:lnTo>
                <a:lnTo>
                  <a:pt x="22925" y="81681"/>
                </a:lnTo>
                <a:lnTo>
                  <a:pt x="22947" y="81256"/>
                </a:lnTo>
                <a:lnTo>
                  <a:pt x="22590" y="88347"/>
                </a:lnTo>
                <a:lnTo>
                  <a:pt x="22590" y="87944"/>
                </a:lnTo>
                <a:lnTo>
                  <a:pt x="22366" y="10355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text-58 Type">
            <a:extLst xmlns:a="http://schemas.openxmlformats.org/drawingml/2006/main">
              <a:ext uri="{FF2B5EF4-FFF2-40B4-BE49-F238E27FC236}">
                <a16:creationId xmlns:a16="http://schemas.microsoft.com/office/drawing/2014/main" id="{14D8B123-8195-47BF-A6FD-DA86045D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1826322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90" name="text-59 2">
            <a:extLst xmlns:a="http://schemas.openxmlformats.org/drawingml/2006/main">
              <a:ext uri="{FF2B5EF4-FFF2-40B4-BE49-F238E27FC236}">
                <a16:creationId xmlns:a16="http://schemas.microsoft.com/office/drawing/2014/main" id="{65AF6CA9-3559-471A-B2AF-0290924B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1851644"/>
            <a:ext cx="182505" cy="37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1" name="text-60 -">
            <a:extLst xmlns:a="http://schemas.openxmlformats.org/drawingml/2006/main">
              <a:ext uri="{FF2B5EF4-FFF2-40B4-BE49-F238E27FC236}">
                <a16:creationId xmlns:a16="http://schemas.microsoft.com/office/drawing/2014/main" id="{36FA9D11-E936-43D7-8639-EE73EBFC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248" y="1851527"/>
            <a:ext cx="137706" cy="37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92" name="text-61 Trajectory">
            <a:extLst xmlns:a="http://schemas.openxmlformats.org/drawingml/2006/main">
              <a:ext uri="{FF2B5EF4-FFF2-40B4-BE49-F238E27FC236}">
                <a16:creationId xmlns:a16="http://schemas.microsoft.com/office/drawing/2014/main" id="{98F775C7-4796-4547-86BE-2ABA1013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1851132"/>
            <a:ext cx="1267360" cy="376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93" name="text-62 Track">
            <a:extLst xmlns:a="http://schemas.openxmlformats.org/drawingml/2006/main">
              <a:ext uri="{FF2B5EF4-FFF2-40B4-BE49-F238E27FC236}">
                <a16:creationId xmlns:a16="http://schemas.microsoft.com/office/drawing/2014/main" id="{F743DE5D-1EB5-4099-8980-27A24061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356" y="2207278"/>
            <a:ext cx="506523" cy="286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</a:t>
            </a:r>
          </a:p>
        </p:txBody>
      </p:sp>
      <p:sp>
        <p:nvSpPr>
          <p:cNvPr id="94" name="text-62 that">
            <a:extLst xmlns:a="http://schemas.openxmlformats.org/drawingml/2006/main">
              <a:ext uri="{FF2B5EF4-FFF2-40B4-BE49-F238E27FC236}">
                <a16:creationId xmlns:a16="http://schemas.microsoft.com/office/drawing/2014/main" id="{30E7A077-0A13-4889-959F-08C23A13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7371" y="2210468"/>
            <a:ext cx="338212" cy="282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that</a:t>
            </a:r>
          </a:p>
        </p:txBody>
      </p:sp>
      <p:sp>
        <p:nvSpPr>
          <p:cNvPr id="95" name="text-62 man">
            <a:extLst xmlns:a="http://schemas.openxmlformats.org/drawingml/2006/main">
              <a:ext uri="{FF2B5EF4-FFF2-40B4-BE49-F238E27FC236}">
                <a16:creationId xmlns:a16="http://schemas.microsoft.com/office/drawing/2014/main" id="{11B3B46A-D39D-471A-91B4-BE22CC6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639" y="2210457"/>
            <a:ext cx="382936" cy="28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</a:t>
            </a:r>
          </a:p>
        </p:txBody>
      </p:sp>
      <p:sp>
        <p:nvSpPr>
          <p:cNvPr id="96" name="text-62 from">
            <a:extLst xmlns:a="http://schemas.openxmlformats.org/drawingml/2006/main">
              <a:ext uri="{FF2B5EF4-FFF2-40B4-BE49-F238E27FC236}">
                <a16:creationId xmlns:a16="http://schemas.microsoft.com/office/drawing/2014/main" id="{4A1AAF1B-6D6D-490A-A02A-09B40517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639" y="2210437"/>
            <a:ext cx="427682" cy="282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97" name="text-62 10s">
            <a:extLst xmlns:a="http://schemas.openxmlformats.org/drawingml/2006/main">
              <a:ext uri="{FF2B5EF4-FFF2-40B4-BE49-F238E27FC236}">
                <a16:creationId xmlns:a16="http://schemas.microsoft.com/office/drawing/2014/main" id="{C13B3667-5771-4EF2-ACCB-88A726C5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8373" y="2210551"/>
            <a:ext cx="315875" cy="281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10s</a:t>
            </a:r>
          </a:p>
        </p:txBody>
      </p:sp>
      <p:sp>
        <p:nvSpPr>
          <p:cNvPr id="98" name="text-62 to">
            <a:extLst xmlns:a="http://schemas.openxmlformats.org/drawingml/2006/main">
              <a:ext uri="{FF2B5EF4-FFF2-40B4-BE49-F238E27FC236}">
                <a16:creationId xmlns:a16="http://schemas.microsoft.com/office/drawing/2014/main" id="{9F548142-CC6C-4D6C-880F-232DC108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8275" y="2210516"/>
            <a:ext cx="192813" cy="28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99" name="text-62 15s?">
            <a:extLst xmlns:a="http://schemas.openxmlformats.org/drawingml/2006/main">
              <a:ext uri="{FF2B5EF4-FFF2-40B4-BE49-F238E27FC236}">
                <a16:creationId xmlns:a16="http://schemas.microsoft.com/office/drawing/2014/main" id="{6434DFB8-4F4A-462A-A5EA-69D3087C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5162" y="2210541"/>
            <a:ext cx="405166" cy="28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15s?</a:t>
            </a:r>
          </a:p>
        </p:txBody>
      </p:sp>
      <p:sp>
        <p:nvSpPr>
          <p:cNvPr id="100" name="text-63 Here">
            <a:extLst xmlns:a="http://schemas.openxmlformats.org/drawingml/2006/main">
              <a:ext uri="{FF2B5EF4-FFF2-40B4-BE49-F238E27FC236}">
                <a16:creationId xmlns:a16="http://schemas.microsoft.com/office/drawing/2014/main" id="{9AD7E408-7DB8-4C9E-85B8-70854551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73" y="2451961"/>
            <a:ext cx="427558" cy="282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Here</a:t>
            </a:r>
          </a:p>
        </p:txBody>
      </p:sp>
      <p:sp>
        <p:nvSpPr>
          <p:cNvPr id="101" name="text-63 is">
            <a:extLst xmlns:a="http://schemas.openxmlformats.org/drawingml/2006/main">
              <a:ext uri="{FF2B5EF4-FFF2-40B4-BE49-F238E27FC236}">
                <a16:creationId xmlns:a16="http://schemas.microsoft.com/office/drawing/2014/main" id="{506E09AE-6927-46F3-B63A-5A21CC0A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7905" y="2452091"/>
            <a:ext cx="170498" cy="281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02" name="text-63 the">
            <a:extLst xmlns:a="http://schemas.openxmlformats.org/drawingml/2006/main">
              <a:ext uri="{FF2B5EF4-FFF2-40B4-BE49-F238E27FC236}">
                <a16:creationId xmlns:a16="http://schemas.microsoft.com/office/drawing/2014/main" id="{702FDA9B-8F6D-4866-A245-7875448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427" y="2452103"/>
            <a:ext cx="282152" cy="281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03" name="text-63 track:">
            <a:extLst xmlns:a="http://schemas.openxmlformats.org/drawingml/2006/main">
              <a:ext uri="{FF2B5EF4-FFF2-40B4-BE49-F238E27FC236}">
                <a16:creationId xmlns:a16="http://schemas.microsoft.com/office/drawing/2014/main" id="{47FD205E-2367-4C6B-8F3E-2FC2214C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8780" y="2451956"/>
            <a:ext cx="494788" cy="282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track:</a:t>
            </a:r>
          </a:p>
        </p:txBody>
      </p:sp>
      <p:sp>
        <p:nvSpPr>
          <p:cNvPr id="104" name="text-64 [Trajectory]">
            <a:extLst xmlns:a="http://schemas.openxmlformats.org/drawingml/2006/main">
              <a:ext uri="{FF2B5EF4-FFF2-40B4-BE49-F238E27FC236}">
                <a16:creationId xmlns:a16="http://schemas.microsoft.com/office/drawing/2014/main" id="{A3F096D4-177A-41A0-BD6F-5773B5DB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7611" y="2449078"/>
            <a:ext cx="1099118" cy="286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[Trajectory]</a:t>
            </a:r>
          </a:p>
        </p:txBody>
      </p:sp>
      <p:sp>
        <p:nvSpPr>
          <p:cNvPr id="105" name="text-65 .">
            <a:extLst xmlns:a="http://schemas.openxmlformats.org/drawingml/2006/main">
              <a:ext uri="{FF2B5EF4-FFF2-40B4-BE49-F238E27FC236}">
                <a16:creationId xmlns:a16="http://schemas.microsoft.com/office/drawing/2014/main" id="{B3661BD8-BE63-40DE-8EE0-E450EB0F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0007" y="2452032"/>
            <a:ext cx="86580" cy="281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06" name="text-66 The">
            <a:extLst xmlns:a="http://schemas.openxmlformats.org/drawingml/2006/main">
              <a:ext uri="{FF2B5EF4-FFF2-40B4-BE49-F238E27FC236}">
                <a16:creationId xmlns:a16="http://schemas.microsoft.com/office/drawing/2014/main" id="{A6CDD901-75B5-4FB6-963F-01BE864D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2693580"/>
            <a:ext cx="349265" cy="28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07" name="text-66 man">
            <a:extLst xmlns:a="http://schemas.openxmlformats.org/drawingml/2006/main">
              <a:ext uri="{FF2B5EF4-FFF2-40B4-BE49-F238E27FC236}">
                <a16:creationId xmlns:a16="http://schemas.microsoft.com/office/drawing/2014/main" id="{09EE1701-010D-4CE3-A490-508EEE36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820" y="2693566"/>
            <a:ext cx="382937" cy="28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</a:t>
            </a:r>
          </a:p>
        </p:txBody>
      </p:sp>
      <p:sp>
        <p:nvSpPr>
          <p:cNvPr id="108" name="text-66 stays">
            <a:extLst xmlns:a="http://schemas.openxmlformats.org/drawingml/2006/main">
              <a:ext uri="{FF2B5EF4-FFF2-40B4-BE49-F238E27FC236}">
                <a16:creationId xmlns:a16="http://schemas.microsoft.com/office/drawing/2014/main" id="{86ADE947-50A3-41D2-8FE7-2FEE0F27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822" y="2693606"/>
            <a:ext cx="438899" cy="2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stays</a:t>
            </a:r>
          </a:p>
        </p:txBody>
      </p:sp>
      <p:sp>
        <p:nvSpPr>
          <p:cNvPr id="109" name="text-66 nearly">
            <a:extLst xmlns:a="http://schemas.openxmlformats.org/drawingml/2006/main">
              <a:ext uri="{FF2B5EF4-FFF2-40B4-BE49-F238E27FC236}">
                <a16:creationId xmlns:a16="http://schemas.microsoft.com/office/drawing/2014/main" id="{7EC228AE-9519-427B-9888-A0911C7F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737" y="2693508"/>
            <a:ext cx="539512" cy="282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nearly</a:t>
            </a:r>
          </a:p>
        </p:txBody>
      </p:sp>
      <p:sp>
        <p:nvSpPr>
          <p:cNvPr id="110" name="text-66 in">
            <a:extLst xmlns:a="http://schemas.openxmlformats.org/drawingml/2006/main">
              <a:ext uri="{FF2B5EF4-FFF2-40B4-BE49-F238E27FC236}">
                <a16:creationId xmlns:a16="http://schemas.microsoft.com/office/drawing/2014/main" id="{28A2A67E-3593-4C9C-B3A2-82EE19D5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0301" y="2693624"/>
            <a:ext cx="192814" cy="28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11" name="text-66 place">
            <a:extLst xmlns:a="http://schemas.openxmlformats.org/drawingml/2006/main">
              <a:ext uri="{FF2B5EF4-FFF2-40B4-BE49-F238E27FC236}">
                <a16:creationId xmlns:a16="http://schemas.microsoft.com/office/drawing/2014/main" id="{005315B7-9617-40FF-8C43-ED71D9F2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7190" y="2693522"/>
            <a:ext cx="461105" cy="282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</a:t>
            </a:r>
          </a:p>
        </p:txBody>
      </p:sp>
      <p:sp>
        <p:nvSpPr>
          <p:cNvPr id="112" name="text-67 .">
            <a:extLst xmlns:a="http://schemas.openxmlformats.org/drawingml/2006/main">
              <a:ext uri="{FF2B5EF4-FFF2-40B4-BE49-F238E27FC236}">
                <a16:creationId xmlns:a16="http://schemas.microsoft.com/office/drawing/2014/main" id="{FA4E9C29-75B1-4AB3-A408-C4FACCD1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2147" y="2693587"/>
            <a:ext cx="86580" cy="281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C05EB5-3048-4C50-A52A-7343CD96D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a12d4fa5a4c87"/>
          <a:stretch xmlns:a="http://schemas.openxmlformats.org/drawingml/2006/main"/>
        </p:blipFill>
        <p:spPr>
          <a:xfrm xmlns:a="http://schemas.openxmlformats.org/drawingml/2006/main">
            <a:off x="5248275" y="2238375"/>
            <a:ext cx="285750" cy="266700"/>
          </a:xfrm>
          <a:prstGeom xmlns:a="http://schemas.openxmlformats.org/drawingml/2006/main" prst="rect">
            <a:avLst/>
          </a:prstGeom>
        </p:spPr>
      </p:pic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2D6A99A-B550-4B33-870B-6C7E62A7E5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2b11fd6a04788"/>
          <a:stretch xmlns:a="http://schemas.openxmlformats.org/drawingml/2006/main"/>
        </p:blipFill>
        <p:spPr>
          <a:xfrm xmlns:a="http://schemas.openxmlformats.org/drawingml/2006/main">
            <a:off x="5238750" y="2486025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F4304B3-45D5-452A-BA52-7546623CAD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c4d445de34da2"/>
          <a:stretch xmlns:a="http://schemas.openxmlformats.org/drawingml/2006/main"/>
        </p:blipFill>
        <p:spPr>
          <a:xfrm xmlns:a="http://schemas.openxmlformats.org/drawingml/2006/main">
            <a:off x="4924425" y="21812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C0C98ED-67FD-476A-817C-441445C03D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b29a691524683"/>
          <a:stretch xmlns:a="http://schemas.openxmlformats.org/drawingml/2006/main"/>
        </p:blipFill>
        <p:spPr>
          <a:xfrm xmlns:a="http://schemas.openxmlformats.org/drawingml/2006/main">
            <a:off x="4867275" y="2381250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117" name="path-73">
            <a:extLst xmlns:a="http://schemas.openxmlformats.org/drawingml/2006/main">
              <a:ext uri="{FF2B5EF4-FFF2-40B4-BE49-F238E27FC236}">
                <a16:creationId xmlns:a16="http://schemas.microsoft.com/office/drawing/2014/main" id="{8309F995-6DA9-498C-8E9C-1551D267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3137683"/>
            <a:ext cx="3485776" cy="1424728"/>
          </a:xfrm>
          <a:custGeom xmlns:a="http://schemas.openxmlformats.org/drawingml/2006/main">
            <a:pathLst>
              <a:path w="3485776" h="1424728">
                <a:moveTo>
                  <a:pt x="0" y="104696"/>
                </a:moveTo>
                <a:cubicBezTo>
                  <a:pt x="0" y="4228"/>
                  <a:pt x="13464" y="0"/>
                  <a:pt x="333951" y="0"/>
                </a:cubicBezTo>
                <a:lnTo>
                  <a:pt x="3117718" y="1119"/>
                </a:lnTo>
                <a:cubicBezTo>
                  <a:pt x="3438203" y="1119"/>
                  <a:pt x="3484881" y="0"/>
                  <a:pt x="3484881" y="100469"/>
                </a:cubicBezTo>
                <a:lnTo>
                  <a:pt x="3485776" y="1322850"/>
                </a:lnTo>
                <a:cubicBezTo>
                  <a:pt x="3485776" y="1423320"/>
                  <a:pt x="3481281" y="1424728"/>
                  <a:pt x="3160818" y="1424728"/>
                </a:cubicBezTo>
                <a:lnTo>
                  <a:pt x="333951" y="1419383"/>
                </a:lnTo>
                <a:cubicBezTo>
                  <a:pt x="13464" y="1419383"/>
                  <a:pt x="895" y="1415447"/>
                  <a:pt x="895" y="1314955"/>
                </a:cubicBezTo>
                <a:lnTo>
                  <a:pt x="0" y="1046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74">
            <a:extLst xmlns:a="http://schemas.openxmlformats.org/drawingml/2006/main">
              <a:ext uri="{FF2B5EF4-FFF2-40B4-BE49-F238E27FC236}">
                <a16:creationId xmlns:a16="http://schemas.microsoft.com/office/drawing/2014/main" id="{ED39D50E-6C1F-43CC-9DA9-2B2F95BC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3126500"/>
            <a:ext cx="3508142" cy="1447094"/>
          </a:xfrm>
          <a:custGeom xmlns:a="http://schemas.openxmlformats.org/drawingml/2006/main">
            <a:pathLst>
              <a:path w="3508142" h="1447094">
                <a:moveTo>
                  <a:pt x="224" y="97830"/>
                </a:moveTo>
                <a:lnTo>
                  <a:pt x="627" y="89375"/>
                </a:lnTo>
                <a:lnTo>
                  <a:pt x="1252" y="81368"/>
                </a:lnTo>
                <a:lnTo>
                  <a:pt x="2237" y="73719"/>
                </a:lnTo>
                <a:lnTo>
                  <a:pt x="3623" y="66405"/>
                </a:lnTo>
                <a:lnTo>
                  <a:pt x="5525" y="59382"/>
                </a:lnTo>
                <a:lnTo>
                  <a:pt x="8030" y="52672"/>
                </a:lnTo>
                <a:lnTo>
                  <a:pt x="11206" y="46298"/>
                </a:lnTo>
                <a:lnTo>
                  <a:pt x="15142" y="40327"/>
                </a:lnTo>
                <a:lnTo>
                  <a:pt x="19839" y="34847"/>
                </a:lnTo>
                <a:lnTo>
                  <a:pt x="25318" y="29881"/>
                </a:lnTo>
                <a:lnTo>
                  <a:pt x="31536" y="25453"/>
                </a:lnTo>
                <a:lnTo>
                  <a:pt x="38493" y="21561"/>
                </a:lnTo>
                <a:lnTo>
                  <a:pt x="46165" y="18161"/>
                </a:lnTo>
                <a:lnTo>
                  <a:pt x="54619" y="15186"/>
                </a:lnTo>
                <a:lnTo>
                  <a:pt x="63879" y="12592"/>
                </a:lnTo>
                <a:lnTo>
                  <a:pt x="74033" y="10333"/>
                </a:lnTo>
                <a:lnTo>
                  <a:pt x="85148" y="8387"/>
                </a:lnTo>
                <a:lnTo>
                  <a:pt x="97271" y="6710"/>
                </a:lnTo>
                <a:lnTo>
                  <a:pt x="110468" y="5279"/>
                </a:lnTo>
                <a:lnTo>
                  <a:pt x="124826" y="4071"/>
                </a:lnTo>
                <a:lnTo>
                  <a:pt x="140416" y="3064"/>
                </a:lnTo>
                <a:lnTo>
                  <a:pt x="157302" y="2236"/>
                </a:lnTo>
                <a:lnTo>
                  <a:pt x="195033" y="1051"/>
                </a:lnTo>
                <a:lnTo>
                  <a:pt x="238648" y="380"/>
                </a:lnTo>
                <a:lnTo>
                  <a:pt x="288524" y="67"/>
                </a:lnTo>
                <a:lnTo>
                  <a:pt x="345134" y="0"/>
                </a:lnTo>
                <a:lnTo>
                  <a:pt x="3128901" y="1119"/>
                </a:lnTo>
                <a:lnTo>
                  <a:pt x="3236750" y="1275"/>
                </a:lnTo>
                <a:lnTo>
                  <a:pt x="3281953" y="1677"/>
                </a:lnTo>
                <a:lnTo>
                  <a:pt x="3321809" y="2528"/>
                </a:lnTo>
                <a:lnTo>
                  <a:pt x="3356633" y="3936"/>
                </a:lnTo>
                <a:lnTo>
                  <a:pt x="3372357" y="4921"/>
                </a:lnTo>
                <a:lnTo>
                  <a:pt x="3386940" y="6106"/>
                </a:lnTo>
                <a:lnTo>
                  <a:pt x="3400472" y="7537"/>
                </a:lnTo>
                <a:lnTo>
                  <a:pt x="3412996" y="9215"/>
                </a:lnTo>
                <a:lnTo>
                  <a:pt x="3424582" y="11161"/>
                </a:lnTo>
                <a:lnTo>
                  <a:pt x="3435251" y="13420"/>
                </a:lnTo>
                <a:lnTo>
                  <a:pt x="3445092" y="16036"/>
                </a:lnTo>
                <a:lnTo>
                  <a:pt x="3454150" y="19034"/>
                </a:lnTo>
                <a:lnTo>
                  <a:pt x="3462426" y="22478"/>
                </a:lnTo>
                <a:lnTo>
                  <a:pt x="3470008" y="26393"/>
                </a:lnTo>
                <a:lnTo>
                  <a:pt x="3476875" y="30843"/>
                </a:lnTo>
                <a:lnTo>
                  <a:pt x="3483026" y="35830"/>
                </a:lnTo>
                <a:lnTo>
                  <a:pt x="3488438" y="41400"/>
                </a:lnTo>
                <a:lnTo>
                  <a:pt x="3493068" y="47506"/>
                </a:lnTo>
                <a:lnTo>
                  <a:pt x="3496938" y="54104"/>
                </a:lnTo>
                <a:lnTo>
                  <a:pt x="3500068" y="61127"/>
                </a:lnTo>
                <a:lnTo>
                  <a:pt x="3502550" y="68553"/>
                </a:lnTo>
                <a:lnTo>
                  <a:pt x="3504407" y="76336"/>
                </a:lnTo>
                <a:lnTo>
                  <a:pt x="3505727" y="84522"/>
                </a:lnTo>
                <a:lnTo>
                  <a:pt x="3506622" y="93111"/>
                </a:lnTo>
                <a:lnTo>
                  <a:pt x="3507091" y="102146"/>
                </a:lnTo>
                <a:lnTo>
                  <a:pt x="3507248" y="111563"/>
                </a:lnTo>
                <a:lnTo>
                  <a:pt x="3508142" y="1334056"/>
                </a:lnTo>
                <a:lnTo>
                  <a:pt x="3508008" y="1351949"/>
                </a:lnTo>
                <a:lnTo>
                  <a:pt x="3507761" y="1360247"/>
                </a:lnTo>
                <a:lnTo>
                  <a:pt x="3507293" y="1368141"/>
                </a:lnTo>
                <a:lnTo>
                  <a:pt x="3506532" y="1375657"/>
                </a:lnTo>
                <a:lnTo>
                  <a:pt x="3505414" y="1382837"/>
                </a:lnTo>
                <a:lnTo>
                  <a:pt x="3503848" y="1389748"/>
                </a:lnTo>
                <a:lnTo>
                  <a:pt x="3501701" y="1396346"/>
                </a:lnTo>
                <a:lnTo>
                  <a:pt x="3498905" y="1402631"/>
                </a:lnTo>
                <a:lnTo>
                  <a:pt x="3495349" y="1408558"/>
                </a:lnTo>
                <a:lnTo>
                  <a:pt x="3491010" y="1414038"/>
                </a:lnTo>
                <a:lnTo>
                  <a:pt x="3485888" y="1418958"/>
                </a:lnTo>
                <a:lnTo>
                  <a:pt x="3480005" y="1423342"/>
                </a:lnTo>
                <a:lnTo>
                  <a:pt x="3473408" y="1427144"/>
                </a:lnTo>
                <a:lnTo>
                  <a:pt x="3466094" y="1430455"/>
                </a:lnTo>
                <a:lnTo>
                  <a:pt x="3458019" y="1433317"/>
                </a:lnTo>
                <a:lnTo>
                  <a:pt x="3449141" y="1435777"/>
                </a:lnTo>
                <a:lnTo>
                  <a:pt x="3439389" y="1437902"/>
                </a:lnTo>
                <a:lnTo>
                  <a:pt x="3428676" y="1439736"/>
                </a:lnTo>
                <a:lnTo>
                  <a:pt x="3416955" y="1441279"/>
                </a:lnTo>
                <a:lnTo>
                  <a:pt x="3404117" y="1442576"/>
                </a:lnTo>
                <a:lnTo>
                  <a:pt x="3390138" y="1443672"/>
                </a:lnTo>
                <a:lnTo>
                  <a:pt x="3374907" y="1444567"/>
                </a:lnTo>
                <a:lnTo>
                  <a:pt x="3358355" y="1445305"/>
                </a:lnTo>
                <a:lnTo>
                  <a:pt x="3321205" y="1446290"/>
                </a:lnTo>
                <a:lnTo>
                  <a:pt x="3278062" y="1446849"/>
                </a:lnTo>
                <a:lnTo>
                  <a:pt x="3172001" y="1447094"/>
                </a:lnTo>
                <a:lnTo>
                  <a:pt x="345111" y="1441749"/>
                </a:lnTo>
                <a:lnTo>
                  <a:pt x="288524" y="1441682"/>
                </a:lnTo>
                <a:lnTo>
                  <a:pt x="238692" y="1441391"/>
                </a:lnTo>
                <a:lnTo>
                  <a:pt x="195123" y="1440720"/>
                </a:lnTo>
                <a:lnTo>
                  <a:pt x="157436" y="1439557"/>
                </a:lnTo>
                <a:lnTo>
                  <a:pt x="140594" y="1438730"/>
                </a:lnTo>
                <a:lnTo>
                  <a:pt x="125049" y="1437745"/>
                </a:lnTo>
                <a:lnTo>
                  <a:pt x="110735" y="1436538"/>
                </a:lnTo>
                <a:lnTo>
                  <a:pt x="97561" y="1435129"/>
                </a:lnTo>
                <a:lnTo>
                  <a:pt x="85461" y="1433451"/>
                </a:lnTo>
                <a:lnTo>
                  <a:pt x="74413" y="1431528"/>
                </a:lnTo>
                <a:lnTo>
                  <a:pt x="64281" y="1429291"/>
                </a:lnTo>
                <a:lnTo>
                  <a:pt x="55066" y="1426697"/>
                </a:lnTo>
                <a:lnTo>
                  <a:pt x="46656" y="1423744"/>
                </a:lnTo>
                <a:lnTo>
                  <a:pt x="39007" y="1420345"/>
                </a:lnTo>
                <a:lnTo>
                  <a:pt x="32096" y="1416475"/>
                </a:lnTo>
                <a:lnTo>
                  <a:pt x="25923" y="1412046"/>
                </a:lnTo>
                <a:lnTo>
                  <a:pt x="20465" y="1407081"/>
                </a:lnTo>
                <a:lnTo>
                  <a:pt x="15791" y="1401602"/>
                </a:lnTo>
                <a:lnTo>
                  <a:pt x="11899" y="1395630"/>
                </a:lnTo>
                <a:lnTo>
                  <a:pt x="8768" y="1389255"/>
                </a:lnTo>
                <a:lnTo>
                  <a:pt x="6308" y="1382568"/>
                </a:lnTo>
                <a:lnTo>
                  <a:pt x="4429" y="1375567"/>
                </a:lnTo>
                <a:lnTo>
                  <a:pt x="3065" y="1368254"/>
                </a:lnTo>
                <a:lnTo>
                  <a:pt x="2125" y="1360605"/>
                </a:lnTo>
                <a:lnTo>
                  <a:pt x="1499" y="1352620"/>
                </a:lnTo>
                <a:lnTo>
                  <a:pt x="1119" y="1344188"/>
                </a:lnTo>
                <a:lnTo>
                  <a:pt x="895" y="1326228"/>
                </a:lnTo>
                <a:lnTo>
                  <a:pt x="0" y="115813"/>
                </a:lnTo>
                <a:lnTo>
                  <a:pt x="224" y="97830"/>
                </a:lnTo>
                <a:moveTo>
                  <a:pt x="22366" y="116036"/>
                </a:moveTo>
                <a:lnTo>
                  <a:pt x="22366" y="115879"/>
                </a:lnTo>
                <a:lnTo>
                  <a:pt x="23261" y="1326138"/>
                </a:lnTo>
                <a:lnTo>
                  <a:pt x="23261" y="1326004"/>
                </a:lnTo>
                <a:lnTo>
                  <a:pt x="23485" y="1343741"/>
                </a:lnTo>
                <a:lnTo>
                  <a:pt x="23463" y="1343383"/>
                </a:lnTo>
                <a:lnTo>
                  <a:pt x="23821" y="1351434"/>
                </a:lnTo>
                <a:lnTo>
                  <a:pt x="23799" y="1351054"/>
                </a:lnTo>
                <a:lnTo>
                  <a:pt x="24402" y="1358614"/>
                </a:lnTo>
                <a:lnTo>
                  <a:pt x="24335" y="1358100"/>
                </a:lnTo>
                <a:lnTo>
                  <a:pt x="25230" y="1365145"/>
                </a:lnTo>
                <a:lnTo>
                  <a:pt x="25117" y="1364474"/>
                </a:lnTo>
                <a:lnTo>
                  <a:pt x="26347" y="1371049"/>
                </a:lnTo>
                <a:lnTo>
                  <a:pt x="26168" y="1370222"/>
                </a:lnTo>
                <a:lnTo>
                  <a:pt x="27779" y="1376328"/>
                </a:lnTo>
                <a:lnTo>
                  <a:pt x="27466" y="1375344"/>
                </a:lnTo>
                <a:lnTo>
                  <a:pt x="29546" y="1381002"/>
                </a:lnTo>
                <a:lnTo>
                  <a:pt x="29076" y="1379884"/>
                </a:lnTo>
                <a:lnTo>
                  <a:pt x="31670" y="1385118"/>
                </a:lnTo>
                <a:lnTo>
                  <a:pt x="30999" y="1383954"/>
                </a:lnTo>
                <a:lnTo>
                  <a:pt x="34130" y="1388763"/>
                </a:lnTo>
                <a:lnTo>
                  <a:pt x="33304" y="1387646"/>
                </a:lnTo>
                <a:lnTo>
                  <a:pt x="37061" y="1392051"/>
                </a:lnTo>
                <a:lnTo>
                  <a:pt x="36077" y="1391045"/>
                </a:lnTo>
                <a:lnTo>
                  <a:pt x="40506" y="1395071"/>
                </a:lnTo>
                <a:lnTo>
                  <a:pt x="39455" y="1394243"/>
                </a:lnTo>
                <a:lnTo>
                  <a:pt x="44598" y="1397911"/>
                </a:lnTo>
                <a:lnTo>
                  <a:pt x="43592" y="1397262"/>
                </a:lnTo>
                <a:lnTo>
                  <a:pt x="49519" y="1400595"/>
                </a:lnTo>
                <a:lnTo>
                  <a:pt x="48580" y="1400126"/>
                </a:lnTo>
                <a:lnTo>
                  <a:pt x="55334" y="1403122"/>
                </a:lnTo>
                <a:lnTo>
                  <a:pt x="54506" y="1402787"/>
                </a:lnTo>
                <a:lnTo>
                  <a:pt x="62133" y="1405493"/>
                </a:lnTo>
                <a:lnTo>
                  <a:pt x="61440" y="1405269"/>
                </a:lnTo>
                <a:lnTo>
                  <a:pt x="70006" y="1407663"/>
                </a:lnTo>
                <a:lnTo>
                  <a:pt x="69425" y="1407507"/>
                </a:lnTo>
                <a:lnTo>
                  <a:pt x="78998" y="1409631"/>
                </a:lnTo>
                <a:lnTo>
                  <a:pt x="78506" y="1409541"/>
                </a:lnTo>
                <a:lnTo>
                  <a:pt x="89129" y="1411398"/>
                </a:lnTo>
                <a:lnTo>
                  <a:pt x="88727" y="1411331"/>
                </a:lnTo>
                <a:lnTo>
                  <a:pt x="100447" y="1412942"/>
                </a:lnTo>
                <a:lnTo>
                  <a:pt x="100111" y="1412897"/>
                </a:lnTo>
                <a:lnTo>
                  <a:pt x="112994" y="1414283"/>
                </a:lnTo>
                <a:lnTo>
                  <a:pt x="112726" y="1414261"/>
                </a:lnTo>
                <a:lnTo>
                  <a:pt x="126817" y="1415446"/>
                </a:lnTo>
                <a:lnTo>
                  <a:pt x="126593" y="1415424"/>
                </a:lnTo>
                <a:lnTo>
                  <a:pt x="141937" y="1416408"/>
                </a:lnTo>
                <a:lnTo>
                  <a:pt x="141758" y="1416408"/>
                </a:lnTo>
                <a:lnTo>
                  <a:pt x="158421" y="1417213"/>
                </a:lnTo>
                <a:lnTo>
                  <a:pt x="158242" y="1417191"/>
                </a:lnTo>
                <a:lnTo>
                  <a:pt x="195728" y="1418354"/>
                </a:lnTo>
                <a:lnTo>
                  <a:pt x="195547" y="1418354"/>
                </a:lnTo>
                <a:lnTo>
                  <a:pt x="238983" y="1419025"/>
                </a:lnTo>
                <a:lnTo>
                  <a:pt x="238871" y="1419025"/>
                </a:lnTo>
                <a:lnTo>
                  <a:pt x="288636" y="1419316"/>
                </a:lnTo>
                <a:lnTo>
                  <a:pt x="288592" y="1419316"/>
                </a:lnTo>
                <a:lnTo>
                  <a:pt x="345156" y="1419383"/>
                </a:lnTo>
                <a:lnTo>
                  <a:pt x="3172023" y="1424728"/>
                </a:lnTo>
                <a:lnTo>
                  <a:pt x="3171956" y="1424728"/>
                </a:lnTo>
                <a:lnTo>
                  <a:pt x="3277949" y="1424482"/>
                </a:lnTo>
                <a:lnTo>
                  <a:pt x="3277837" y="1424482"/>
                </a:lnTo>
                <a:lnTo>
                  <a:pt x="3320847" y="1423946"/>
                </a:lnTo>
                <a:lnTo>
                  <a:pt x="3320691" y="1423946"/>
                </a:lnTo>
                <a:lnTo>
                  <a:pt x="3357662" y="1422939"/>
                </a:lnTo>
                <a:lnTo>
                  <a:pt x="3357483" y="1422939"/>
                </a:lnTo>
                <a:lnTo>
                  <a:pt x="3373856" y="1422223"/>
                </a:lnTo>
                <a:lnTo>
                  <a:pt x="3373677" y="1422246"/>
                </a:lnTo>
                <a:lnTo>
                  <a:pt x="3388707" y="1421351"/>
                </a:lnTo>
                <a:lnTo>
                  <a:pt x="3388505" y="1421374"/>
                </a:lnTo>
                <a:lnTo>
                  <a:pt x="3402261" y="1420300"/>
                </a:lnTo>
                <a:lnTo>
                  <a:pt x="3401992" y="1420322"/>
                </a:lnTo>
                <a:lnTo>
                  <a:pt x="3414518" y="1419047"/>
                </a:lnTo>
                <a:lnTo>
                  <a:pt x="3414182" y="1419070"/>
                </a:lnTo>
                <a:lnTo>
                  <a:pt x="3425544" y="1417571"/>
                </a:lnTo>
                <a:lnTo>
                  <a:pt x="3425141" y="1417638"/>
                </a:lnTo>
                <a:lnTo>
                  <a:pt x="3435386" y="1415894"/>
                </a:lnTo>
                <a:lnTo>
                  <a:pt x="3434871" y="1416005"/>
                </a:lnTo>
                <a:lnTo>
                  <a:pt x="3444086" y="1413993"/>
                </a:lnTo>
                <a:lnTo>
                  <a:pt x="3443460" y="1414149"/>
                </a:lnTo>
                <a:lnTo>
                  <a:pt x="3451667" y="1411868"/>
                </a:lnTo>
                <a:lnTo>
                  <a:pt x="3450930" y="1412114"/>
                </a:lnTo>
                <a:lnTo>
                  <a:pt x="3458176" y="1409541"/>
                </a:lnTo>
                <a:lnTo>
                  <a:pt x="3457304" y="1409877"/>
                </a:lnTo>
                <a:lnTo>
                  <a:pt x="3463700" y="1406992"/>
                </a:lnTo>
                <a:lnTo>
                  <a:pt x="3462694" y="1407507"/>
                </a:lnTo>
                <a:lnTo>
                  <a:pt x="3468241" y="1404308"/>
                </a:lnTo>
                <a:lnTo>
                  <a:pt x="3467167" y="1405001"/>
                </a:lnTo>
                <a:lnTo>
                  <a:pt x="3471954" y="1401445"/>
                </a:lnTo>
                <a:lnTo>
                  <a:pt x="3470880" y="1402362"/>
                </a:lnTo>
                <a:lnTo>
                  <a:pt x="3474951" y="1398448"/>
                </a:lnTo>
                <a:lnTo>
                  <a:pt x="3473967" y="1399544"/>
                </a:lnTo>
                <a:lnTo>
                  <a:pt x="3477389" y="1395227"/>
                </a:lnTo>
                <a:lnTo>
                  <a:pt x="3476539" y="1396435"/>
                </a:lnTo>
                <a:lnTo>
                  <a:pt x="3479379" y="1391716"/>
                </a:lnTo>
                <a:lnTo>
                  <a:pt x="3478753" y="1392924"/>
                </a:lnTo>
                <a:lnTo>
                  <a:pt x="3481035" y="1387779"/>
                </a:lnTo>
                <a:lnTo>
                  <a:pt x="3480610" y="1388898"/>
                </a:lnTo>
                <a:lnTo>
                  <a:pt x="3482421" y="1383328"/>
                </a:lnTo>
                <a:lnTo>
                  <a:pt x="3482153" y="1384268"/>
                </a:lnTo>
                <a:lnTo>
                  <a:pt x="3483540" y="1378251"/>
                </a:lnTo>
                <a:lnTo>
                  <a:pt x="3483383" y="1379012"/>
                </a:lnTo>
                <a:lnTo>
                  <a:pt x="3484390" y="1372526"/>
                </a:lnTo>
                <a:lnTo>
                  <a:pt x="3484322" y="1373130"/>
                </a:lnTo>
                <a:lnTo>
                  <a:pt x="3485015" y="1366129"/>
                </a:lnTo>
                <a:lnTo>
                  <a:pt x="3484971" y="1366599"/>
                </a:lnTo>
                <a:lnTo>
                  <a:pt x="3485419" y="1359083"/>
                </a:lnTo>
                <a:lnTo>
                  <a:pt x="3485395" y="1359419"/>
                </a:lnTo>
                <a:lnTo>
                  <a:pt x="3485642" y="1351390"/>
                </a:lnTo>
                <a:lnTo>
                  <a:pt x="3485642" y="1351636"/>
                </a:lnTo>
                <a:lnTo>
                  <a:pt x="3485776" y="1333944"/>
                </a:lnTo>
                <a:lnTo>
                  <a:pt x="3485776" y="1334033"/>
                </a:lnTo>
                <a:lnTo>
                  <a:pt x="3484881" y="111675"/>
                </a:lnTo>
                <a:lnTo>
                  <a:pt x="3484881" y="111831"/>
                </a:lnTo>
                <a:lnTo>
                  <a:pt x="3484725" y="102705"/>
                </a:lnTo>
                <a:lnTo>
                  <a:pt x="3484748" y="103131"/>
                </a:lnTo>
                <a:lnTo>
                  <a:pt x="3484300" y="94587"/>
                </a:lnTo>
                <a:lnTo>
                  <a:pt x="3484344" y="95123"/>
                </a:lnTo>
                <a:lnTo>
                  <a:pt x="3483518" y="87139"/>
                </a:lnTo>
                <a:lnTo>
                  <a:pt x="3483607" y="87788"/>
                </a:lnTo>
                <a:lnTo>
                  <a:pt x="3482399" y="80339"/>
                </a:lnTo>
                <a:lnTo>
                  <a:pt x="3482556" y="81145"/>
                </a:lnTo>
                <a:lnTo>
                  <a:pt x="3480900" y="74211"/>
                </a:lnTo>
                <a:lnTo>
                  <a:pt x="3481169" y="75128"/>
                </a:lnTo>
                <a:lnTo>
                  <a:pt x="3479021" y="68709"/>
                </a:lnTo>
                <a:lnTo>
                  <a:pt x="3479424" y="69738"/>
                </a:lnTo>
                <a:lnTo>
                  <a:pt x="3476762" y="63789"/>
                </a:lnTo>
                <a:lnTo>
                  <a:pt x="3477345" y="64907"/>
                </a:lnTo>
                <a:lnTo>
                  <a:pt x="3474123" y="59405"/>
                </a:lnTo>
                <a:lnTo>
                  <a:pt x="3474862" y="60523"/>
                </a:lnTo>
                <a:lnTo>
                  <a:pt x="3471037" y="55468"/>
                </a:lnTo>
                <a:lnTo>
                  <a:pt x="3471909" y="56497"/>
                </a:lnTo>
                <a:lnTo>
                  <a:pt x="3467436" y="51890"/>
                </a:lnTo>
                <a:lnTo>
                  <a:pt x="3468398" y="52762"/>
                </a:lnTo>
                <a:lnTo>
                  <a:pt x="3463230" y="48557"/>
                </a:lnTo>
                <a:lnTo>
                  <a:pt x="3464215" y="49273"/>
                </a:lnTo>
                <a:lnTo>
                  <a:pt x="3458310" y="45448"/>
                </a:lnTo>
                <a:lnTo>
                  <a:pt x="3459250" y="46008"/>
                </a:lnTo>
                <a:lnTo>
                  <a:pt x="3452585" y="42563"/>
                </a:lnTo>
                <a:lnTo>
                  <a:pt x="3453435" y="42965"/>
                </a:lnTo>
                <a:lnTo>
                  <a:pt x="3445964" y="39856"/>
                </a:lnTo>
                <a:lnTo>
                  <a:pt x="3446724" y="40148"/>
                </a:lnTo>
                <a:lnTo>
                  <a:pt x="3438382" y="37374"/>
                </a:lnTo>
                <a:lnTo>
                  <a:pt x="3439031" y="37576"/>
                </a:lnTo>
                <a:lnTo>
                  <a:pt x="3429793" y="35115"/>
                </a:lnTo>
                <a:lnTo>
                  <a:pt x="3430330" y="35249"/>
                </a:lnTo>
                <a:lnTo>
                  <a:pt x="3420176" y="33079"/>
                </a:lnTo>
                <a:lnTo>
                  <a:pt x="3420624" y="33169"/>
                </a:lnTo>
                <a:lnTo>
                  <a:pt x="3409463" y="31290"/>
                </a:lnTo>
                <a:lnTo>
                  <a:pt x="3409843" y="31357"/>
                </a:lnTo>
                <a:lnTo>
                  <a:pt x="3397675" y="29725"/>
                </a:lnTo>
                <a:lnTo>
                  <a:pt x="3397989" y="29769"/>
                </a:lnTo>
                <a:lnTo>
                  <a:pt x="3384748" y="28383"/>
                </a:lnTo>
                <a:lnTo>
                  <a:pt x="3384995" y="28405"/>
                </a:lnTo>
                <a:lnTo>
                  <a:pt x="3370657" y="27220"/>
                </a:lnTo>
                <a:lnTo>
                  <a:pt x="3370858" y="27242"/>
                </a:lnTo>
                <a:lnTo>
                  <a:pt x="3355359" y="26280"/>
                </a:lnTo>
                <a:lnTo>
                  <a:pt x="3355606" y="26280"/>
                </a:lnTo>
                <a:lnTo>
                  <a:pt x="3321026" y="24871"/>
                </a:lnTo>
                <a:lnTo>
                  <a:pt x="3321228" y="24894"/>
                </a:lnTo>
                <a:lnTo>
                  <a:pt x="3281551" y="24044"/>
                </a:lnTo>
                <a:lnTo>
                  <a:pt x="3281685" y="24044"/>
                </a:lnTo>
                <a:lnTo>
                  <a:pt x="3236594" y="23641"/>
                </a:lnTo>
                <a:lnTo>
                  <a:pt x="3236684" y="23641"/>
                </a:lnTo>
                <a:lnTo>
                  <a:pt x="3128878" y="23485"/>
                </a:lnTo>
                <a:lnTo>
                  <a:pt x="3128901" y="23485"/>
                </a:lnTo>
                <a:lnTo>
                  <a:pt x="345134" y="22366"/>
                </a:lnTo>
                <a:lnTo>
                  <a:pt x="288570" y="22434"/>
                </a:lnTo>
                <a:lnTo>
                  <a:pt x="288636" y="22434"/>
                </a:lnTo>
                <a:lnTo>
                  <a:pt x="238827" y="22746"/>
                </a:lnTo>
                <a:lnTo>
                  <a:pt x="238939" y="22746"/>
                </a:lnTo>
                <a:lnTo>
                  <a:pt x="195481" y="23417"/>
                </a:lnTo>
                <a:lnTo>
                  <a:pt x="195660" y="23417"/>
                </a:lnTo>
                <a:lnTo>
                  <a:pt x="158107" y="24580"/>
                </a:lnTo>
                <a:lnTo>
                  <a:pt x="158286" y="24580"/>
                </a:lnTo>
                <a:lnTo>
                  <a:pt x="141601" y="25408"/>
                </a:lnTo>
                <a:lnTo>
                  <a:pt x="141780" y="25386"/>
                </a:lnTo>
                <a:lnTo>
                  <a:pt x="126391" y="26393"/>
                </a:lnTo>
                <a:lnTo>
                  <a:pt x="126616" y="26369"/>
                </a:lnTo>
                <a:lnTo>
                  <a:pt x="112480" y="27555"/>
                </a:lnTo>
                <a:lnTo>
                  <a:pt x="112748" y="27533"/>
                </a:lnTo>
                <a:lnTo>
                  <a:pt x="99843" y="28942"/>
                </a:lnTo>
                <a:lnTo>
                  <a:pt x="100156" y="28897"/>
                </a:lnTo>
                <a:lnTo>
                  <a:pt x="88391" y="30530"/>
                </a:lnTo>
                <a:lnTo>
                  <a:pt x="88795" y="30463"/>
                </a:lnTo>
                <a:lnTo>
                  <a:pt x="78148" y="32319"/>
                </a:lnTo>
                <a:lnTo>
                  <a:pt x="78639" y="32229"/>
                </a:lnTo>
                <a:lnTo>
                  <a:pt x="69023" y="34354"/>
                </a:lnTo>
                <a:lnTo>
                  <a:pt x="69604" y="34220"/>
                </a:lnTo>
                <a:lnTo>
                  <a:pt x="60993" y="36613"/>
                </a:lnTo>
                <a:lnTo>
                  <a:pt x="61686" y="36412"/>
                </a:lnTo>
                <a:lnTo>
                  <a:pt x="54015" y="39096"/>
                </a:lnTo>
                <a:lnTo>
                  <a:pt x="54820" y="38783"/>
                </a:lnTo>
                <a:lnTo>
                  <a:pt x="48020" y="41802"/>
                </a:lnTo>
                <a:lnTo>
                  <a:pt x="48960" y="41332"/>
                </a:lnTo>
                <a:lnTo>
                  <a:pt x="42988" y="44665"/>
                </a:lnTo>
                <a:lnTo>
                  <a:pt x="44017" y="44039"/>
                </a:lnTo>
                <a:lnTo>
                  <a:pt x="38828" y="47707"/>
                </a:lnTo>
                <a:lnTo>
                  <a:pt x="39857" y="46880"/>
                </a:lnTo>
                <a:lnTo>
                  <a:pt x="35384" y="50928"/>
                </a:lnTo>
                <a:lnTo>
                  <a:pt x="36368" y="49921"/>
                </a:lnTo>
                <a:lnTo>
                  <a:pt x="32588" y="54350"/>
                </a:lnTo>
                <a:lnTo>
                  <a:pt x="33415" y="53232"/>
                </a:lnTo>
                <a:lnTo>
                  <a:pt x="30239" y="58063"/>
                </a:lnTo>
                <a:lnTo>
                  <a:pt x="30911" y="56900"/>
                </a:lnTo>
                <a:lnTo>
                  <a:pt x="28294" y="62133"/>
                </a:lnTo>
                <a:lnTo>
                  <a:pt x="28785" y="61037"/>
                </a:lnTo>
                <a:lnTo>
                  <a:pt x="26661" y="66696"/>
                </a:lnTo>
                <a:lnTo>
                  <a:pt x="26996" y="65712"/>
                </a:lnTo>
                <a:lnTo>
                  <a:pt x="25341" y="71818"/>
                </a:lnTo>
                <a:lnTo>
                  <a:pt x="25521" y="70990"/>
                </a:lnTo>
                <a:lnTo>
                  <a:pt x="24267" y="77566"/>
                </a:lnTo>
                <a:lnTo>
                  <a:pt x="24379" y="76895"/>
                </a:lnTo>
                <a:lnTo>
                  <a:pt x="23485" y="83962"/>
                </a:lnTo>
                <a:lnTo>
                  <a:pt x="23530" y="83426"/>
                </a:lnTo>
                <a:lnTo>
                  <a:pt x="22925" y="90986"/>
                </a:lnTo>
                <a:lnTo>
                  <a:pt x="22947" y="90606"/>
                </a:lnTo>
                <a:lnTo>
                  <a:pt x="22590" y="98657"/>
                </a:lnTo>
                <a:lnTo>
                  <a:pt x="22590" y="98300"/>
                </a:lnTo>
                <a:lnTo>
                  <a:pt x="22366" y="116036"/>
                </a:lnTo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ext-75 Type">
            <a:extLst xmlns:a="http://schemas.openxmlformats.org/drawingml/2006/main">
              <a:ext uri="{FF2B5EF4-FFF2-40B4-BE49-F238E27FC236}">
                <a16:creationId xmlns:a16="http://schemas.microsoft.com/office/drawing/2014/main" id="{167EECF6-9A66-403B-A0D5-11260BF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3162704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120" name="text-76 3">
            <a:extLst xmlns:a="http://schemas.openxmlformats.org/drawingml/2006/main">
              <a:ext uri="{FF2B5EF4-FFF2-40B4-BE49-F238E27FC236}">
                <a16:creationId xmlns:a16="http://schemas.microsoft.com/office/drawing/2014/main" id="{C630C237-A38E-4AF6-855D-D5040956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3188026"/>
            <a:ext cx="182505" cy="37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1" name="text-77 -">
            <a:extLst xmlns:a="http://schemas.openxmlformats.org/drawingml/2006/main">
              <a:ext uri="{FF2B5EF4-FFF2-40B4-BE49-F238E27FC236}">
                <a16:creationId xmlns:a16="http://schemas.microsoft.com/office/drawing/2014/main" id="{FB5C5996-0D4F-40C0-8695-FA59EA59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248" y="3187909"/>
            <a:ext cx="137706" cy="37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22" name="text-78 Relation">
            <a:extLst xmlns:a="http://schemas.openxmlformats.org/drawingml/2006/main">
              <a:ext uri="{FF2B5EF4-FFF2-40B4-BE49-F238E27FC236}">
                <a16:creationId xmlns:a16="http://schemas.microsoft.com/office/drawing/2014/main" id="{F7DB61AF-F014-4199-8A0E-8A0BFDDA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3187667"/>
            <a:ext cx="1018482" cy="376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6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Relation</a:t>
            </a:r>
          </a:p>
        </p:txBody>
      </p:sp>
      <p:sp>
        <p:nvSpPr>
          <p:cNvPr id="123" name="text-79 How">
            <a:extLst xmlns:a="http://schemas.openxmlformats.org/drawingml/2006/main">
              <a:ext uri="{FF2B5EF4-FFF2-40B4-BE49-F238E27FC236}">
                <a16:creationId xmlns:a16="http://schemas.microsoft.com/office/drawing/2014/main" id="{4FE44511-3F71-4717-B8D7-D87D7164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356" y="3546879"/>
            <a:ext cx="427649" cy="281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</a:t>
            </a:r>
          </a:p>
        </p:txBody>
      </p:sp>
      <p:sp>
        <p:nvSpPr>
          <p:cNvPr id="124" name="text-79 do">
            <a:extLst xmlns:a="http://schemas.openxmlformats.org/drawingml/2006/main">
              <a:ext uri="{FF2B5EF4-FFF2-40B4-BE49-F238E27FC236}">
                <a16:creationId xmlns:a16="http://schemas.microsoft.com/office/drawing/2014/main" id="{2BE25A6A-F22B-4B93-9560-1E7511D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9088" y="3546951"/>
            <a:ext cx="237536" cy="2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125" name="text-79 the">
            <a:extLst xmlns:a="http://schemas.openxmlformats.org/drawingml/2006/main">
              <a:ext uri="{FF2B5EF4-FFF2-40B4-BE49-F238E27FC236}">
                <a16:creationId xmlns:a16="http://schemas.microsoft.com/office/drawing/2014/main" id="{DA0F3DA4-BAD1-41EC-B95E-638E89AF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0709" y="3546929"/>
            <a:ext cx="282152" cy="281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26" name="text-79 two">
            <a:extLst xmlns:a="http://schemas.openxmlformats.org/drawingml/2006/main">
              <a:ext uri="{FF2B5EF4-FFF2-40B4-BE49-F238E27FC236}">
                <a16:creationId xmlns:a16="http://schemas.microsoft.com/office/drawing/2014/main" id="{D8389577-2101-4F69-86B1-843BB64E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062" y="3546920"/>
            <a:ext cx="338189" cy="28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two</a:t>
            </a:r>
          </a:p>
        </p:txBody>
      </p:sp>
      <p:sp>
        <p:nvSpPr>
          <p:cNvPr id="127" name="text-79 people">
            <a:extLst xmlns:a="http://schemas.openxmlformats.org/drawingml/2006/main">
              <a:ext uri="{FF2B5EF4-FFF2-40B4-BE49-F238E27FC236}">
                <a16:creationId xmlns:a16="http://schemas.microsoft.com/office/drawing/2014/main" id="{50B45C67-2901-4904-BF12-63B040FA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9330" y="3546866"/>
            <a:ext cx="572923" cy="28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people</a:t>
            </a:r>
          </a:p>
        </p:txBody>
      </p:sp>
      <p:sp>
        <p:nvSpPr>
          <p:cNvPr id="128" name="text-79 near">
            <a:extLst xmlns:a="http://schemas.openxmlformats.org/drawingml/2006/main">
              <a:ext uri="{FF2B5EF4-FFF2-40B4-BE49-F238E27FC236}">
                <a16:creationId xmlns:a16="http://schemas.microsoft.com/office/drawing/2014/main" id="{92DA31D6-8B34-476F-93FA-74530240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443" y="3546766"/>
            <a:ext cx="382883" cy="282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</a:t>
            </a:r>
          </a:p>
        </p:txBody>
      </p:sp>
      <p:sp>
        <p:nvSpPr>
          <p:cNvPr id="129" name="text-80 (">
            <a:extLst xmlns:a="http://schemas.openxmlformats.org/drawingml/2006/main">
              <a:ext uri="{FF2B5EF4-FFF2-40B4-BE49-F238E27FC236}">
                <a16:creationId xmlns:a16="http://schemas.microsoft.com/office/drawing/2014/main" id="{AD0C6E8B-DDB9-4CDE-BD6D-B6EFBA17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3788323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30" name="text-81 18.2,">
            <a:extLst xmlns:a="http://schemas.openxmlformats.org/drawingml/2006/main">
              <a:ext uri="{FF2B5EF4-FFF2-40B4-BE49-F238E27FC236}">
                <a16:creationId xmlns:a16="http://schemas.microsoft.com/office/drawing/2014/main" id="{663585FA-8666-473E-93CE-38087B27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0469" y="3788460"/>
            <a:ext cx="438839" cy="281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18.2,</a:t>
            </a:r>
          </a:p>
        </p:txBody>
      </p:sp>
      <p:sp>
        <p:nvSpPr>
          <p:cNvPr id="131" name="text-81 4.5,">
            <a:extLst xmlns:a="http://schemas.openxmlformats.org/drawingml/2006/main">
              <a:ext uri="{FF2B5EF4-FFF2-40B4-BE49-F238E27FC236}">
                <a16:creationId xmlns:a16="http://schemas.microsoft.com/office/drawing/2014/main" id="{C4380A99-1FE5-4257-A058-164E69BD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3384" y="3788475"/>
            <a:ext cx="338189" cy="28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4.5,</a:t>
            </a:r>
          </a:p>
        </p:txBody>
      </p:sp>
      <p:sp>
        <p:nvSpPr>
          <p:cNvPr id="132" name="text-81 0.3)">
            <a:extLst xmlns:a="http://schemas.openxmlformats.org/drawingml/2006/main">
              <a:ext uri="{FF2B5EF4-FFF2-40B4-BE49-F238E27FC236}">
                <a16:creationId xmlns:a16="http://schemas.microsoft.com/office/drawing/2014/main" id="{FDA601DE-8BD1-4DB3-952E-ED41BC78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5652" y="3788453"/>
            <a:ext cx="354903" cy="28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0.3)</a:t>
            </a:r>
          </a:p>
        </p:txBody>
      </p:sp>
      <p:sp>
        <p:nvSpPr>
          <p:cNvPr id="133" name="text-82 relate?">
            <a:extLst xmlns:a="http://schemas.openxmlformats.org/drawingml/2006/main">
              <a:ext uri="{FF2B5EF4-FFF2-40B4-BE49-F238E27FC236}">
                <a16:creationId xmlns:a16="http://schemas.microsoft.com/office/drawing/2014/main" id="{8F510D0F-938C-4B39-AA6C-6898CECF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95" y="3788314"/>
            <a:ext cx="572944" cy="282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relate?</a:t>
            </a:r>
          </a:p>
        </p:txBody>
      </p:sp>
      <p:sp>
        <p:nvSpPr>
          <p:cNvPr id="134" name="text-83 They">
            <a:extLst xmlns:a="http://schemas.openxmlformats.org/drawingml/2006/main">
              <a:ext uri="{FF2B5EF4-FFF2-40B4-BE49-F238E27FC236}">
                <a16:creationId xmlns:a16="http://schemas.microsoft.com/office/drawing/2014/main" id="{22C77C00-75F9-4199-8525-99A9E9DB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73" y="4029952"/>
            <a:ext cx="450035" cy="282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They</a:t>
            </a:r>
          </a:p>
        </p:txBody>
      </p:sp>
      <p:sp>
        <p:nvSpPr>
          <p:cNvPr id="135" name="text-83 stay">
            <a:extLst xmlns:a="http://schemas.openxmlformats.org/drawingml/2006/main">
              <a:ext uri="{FF2B5EF4-FFF2-40B4-BE49-F238E27FC236}">
                <a16:creationId xmlns:a16="http://schemas.microsoft.com/office/drawing/2014/main" id="{5D526C92-6301-468A-9D8A-31D0681F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272" y="4029986"/>
            <a:ext cx="360565" cy="28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stay</a:t>
            </a:r>
          </a:p>
        </p:txBody>
      </p:sp>
      <p:sp>
        <p:nvSpPr>
          <p:cNvPr id="136" name="text-83 very">
            <a:extLst xmlns:a="http://schemas.openxmlformats.org/drawingml/2006/main">
              <a:ext uri="{FF2B5EF4-FFF2-40B4-BE49-F238E27FC236}">
                <a16:creationId xmlns:a16="http://schemas.microsoft.com/office/drawing/2014/main" id="{9732746B-4B1C-4215-B822-6AD79753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4907" y="4029932"/>
            <a:ext cx="394122" cy="28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very</a:t>
            </a:r>
          </a:p>
        </p:txBody>
      </p:sp>
      <p:sp>
        <p:nvSpPr>
          <p:cNvPr id="137" name="text-83 close">
            <a:extLst xmlns:a="http://schemas.openxmlformats.org/drawingml/2006/main">
              <a:ext uri="{FF2B5EF4-FFF2-40B4-BE49-F238E27FC236}">
                <a16:creationId xmlns:a16="http://schemas.microsoft.com/office/drawing/2014/main" id="{DEE67110-C815-4079-A728-3F19A114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3090" y="4030011"/>
            <a:ext cx="449904" cy="28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close</a:t>
            </a:r>
          </a:p>
        </p:txBody>
      </p:sp>
      <p:sp>
        <p:nvSpPr>
          <p:cNvPr id="138" name="text-83 but">
            <a:extLst xmlns:a="http://schemas.openxmlformats.org/drawingml/2006/main">
              <a:ext uri="{FF2B5EF4-FFF2-40B4-BE49-F238E27FC236}">
                <a16:creationId xmlns:a16="http://schemas.microsoft.com/office/drawing/2014/main" id="{974222FC-295C-4800-A32A-B20BE11B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7190" y="4029984"/>
            <a:ext cx="293476" cy="281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but</a:t>
            </a:r>
          </a:p>
        </p:txBody>
      </p:sp>
      <p:sp>
        <p:nvSpPr>
          <p:cNvPr id="139" name="text-83 do">
            <a:extLst xmlns:a="http://schemas.openxmlformats.org/drawingml/2006/main">
              <a:ext uri="{FF2B5EF4-FFF2-40B4-BE49-F238E27FC236}">
                <a16:creationId xmlns:a16="http://schemas.microsoft.com/office/drawing/2014/main" id="{B6A57D93-2A3F-43D8-9935-51F9337F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4724" y="4030062"/>
            <a:ext cx="237536" cy="2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140" name="text-83 not">
            <a:extLst xmlns:a="http://schemas.openxmlformats.org/drawingml/2006/main">
              <a:ext uri="{FF2B5EF4-FFF2-40B4-BE49-F238E27FC236}">
                <a16:creationId xmlns:a16="http://schemas.microsoft.com/office/drawing/2014/main" id="{D1666E4A-9ECD-4131-AC07-16959C0B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6345" y="4029984"/>
            <a:ext cx="293476" cy="281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</a:t>
            </a:r>
          </a:p>
        </p:txBody>
      </p:sp>
      <p:sp>
        <p:nvSpPr>
          <p:cNvPr id="141" name="text-84 move">
            <a:extLst xmlns:a="http://schemas.openxmlformats.org/drawingml/2006/main">
              <a:ext uri="{FF2B5EF4-FFF2-40B4-BE49-F238E27FC236}">
                <a16:creationId xmlns:a16="http://schemas.microsoft.com/office/drawing/2014/main" id="{8321DF02-B1C1-4746-9F97-5FF975C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4271562"/>
            <a:ext cx="483453" cy="28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</a:t>
            </a:r>
          </a:p>
        </p:txBody>
      </p:sp>
      <p:sp>
        <p:nvSpPr>
          <p:cNvPr id="142" name="text-84 together.">
            <a:extLst xmlns:a="http://schemas.openxmlformats.org/drawingml/2006/main">
              <a:ext uri="{FF2B5EF4-FFF2-40B4-BE49-F238E27FC236}">
                <a16:creationId xmlns:a16="http://schemas.microsoft.com/office/drawing/2014/main" id="{B60FA2AE-8D39-4E2D-A5A5-8E8E4C29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018" y="4268290"/>
            <a:ext cx="746966" cy="286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together.</a:t>
            </a:r>
          </a:p>
        </p:txBody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E6AB197-3E7A-406B-B553-67A6FA5AE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b31113ece4750"/>
          <a:stretch xmlns:a="http://schemas.openxmlformats.org/drawingml/2006/main"/>
        </p:blipFill>
        <p:spPr>
          <a:xfrm xmlns:a="http://schemas.openxmlformats.org/drawingml/2006/main">
            <a:off x="5248275" y="3581400"/>
            <a:ext cx="285750" cy="257175"/>
          </a:xfrm>
          <a:prstGeom xmlns:a="http://schemas.openxmlformats.org/drawingml/2006/main" prst="rect">
            <a:avLst/>
          </a:prstGeom>
        </p:spPr>
      </p:pic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698BEC3-7A45-4D49-AE9D-2213FC452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15f56e63f4ab4"/>
          <a:stretch xmlns:a="http://schemas.openxmlformats.org/drawingml/2006/main"/>
        </p:blipFill>
        <p:spPr>
          <a:xfrm xmlns:a="http://schemas.openxmlformats.org/drawingml/2006/main">
            <a:off x="5238750" y="4057650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0F538AA-742F-45B8-AEB2-727D98F13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1ba25a8024997"/>
          <a:stretch xmlns:a="http://schemas.openxmlformats.org/drawingml/2006/main"/>
        </p:blipFill>
        <p:spPr>
          <a:xfrm xmlns:a="http://schemas.openxmlformats.org/drawingml/2006/main">
            <a:off x="4924425" y="3524250"/>
            <a:ext cx="276225" cy="266700"/>
          </a:xfrm>
          <a:prstGeom xmlns:a="http://schemas.openxmlformats.org/drawingml/2006/main" prst="rect">
            <a:avLst/>
          </a:prstGeom>
        </p:spPr>
      </p:pic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1562387-8981-4EC0-9D2F-DBBBC0B51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8953898634bc9"/>
          <a:stretch xmlns:a="http://schemas.openxmlformats.org/drawingml/2006/main"/>
        </p:blipFill>
        <p:spPr>
          <a:xfrm xmlns:a="http://schemas.openxmlformats.org/drawingml/2006/main">
            <a:off x="4867275" y="3962400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147" name="path-90">
            <a:extLst xmlns:a="http://schemas.openxmlformats.org/drawingml/2006/main">
              <a:ext uri="{FF2B5EF4-FFF2-40B4-BE49-F238E27FC236}">
                <a16:creationId xmlns:a16="http://schemas.microsoft.com/office/drawing/2014/main" id="{9C5E1398-FD4E-4EC0-A06B-EEA159BB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4638456"/>
            <a:ext cx="3485776" cy="1404599"/>
          </a:xfrm>
          <a:custGeom xmlns:a="http://schemas.openxmlformats.org/drawingml/2006/main">
            <a:pathLst>
              <a:path w="3485776" h="1404599">
                <a:moveTo>
                  <a:pt x="0" y="103220"/>
                </a:moveTo>
                <a:cubicBezTo>
                  <a:pt x="0" y="4160"/>
                  <a:pt x="13464" y="0"/>
                  <a:pt x="333951" y="0"/>
                </a:cubicBezTo>
                <a:lnTo>
                  <a:pt x="3117718" y="1119"/>
                </a:lnTo>
                <a:cubicBezTo>
                  <a:pt x="3438203" y="1119"/>
                  <a:pt x="3484881" y="0"/>
                  <a:pt x="3484881" y="99060"/>
                </a:cubicBezTo>
                <a:lnTo>
                  <a:pt x="3485776" y="1304152"/>
                </a:lnTo>
                <a:cubicBezTo>
                  <a:pt x="3485776" y="1403212"/>
                  <a:pt x="3481281" y="1404599"/>
                  <a:pt x="3160818" y="1404599"/>
                </a:cubicBezTo>
                <a:lnTo>
                  <a:pt x="333951" y="1399321"/>
                </a:lnTo>
                <a:cubicBezTo>
                  <a:pt x="13464" y="1399321"/>
                  <a:pt x="895" y="1395451"/>
                  <a:pt x="895" y="1296391"/>
                </a:cubicBezTo>
                <a:lnTo>
                  <a:pt x="0" y="10322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91">
            <a:extLst xmlns:a="http://schemas.openxmlformats.org/drawingml/2006/main">
              <a:ext uri="{FF2B5EF4-FFF2-40B4-BE49-F238E27FC236}">
                <a16:creationId xmlns:a16="http://schemas.microsoft.com/office/drawing/2014/main" id="{2D90FCB5-855A-4C0C-802A-82DFC0D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4627273"/>
            <a:ext cx="3508142" cy="1426965"/>
          </a:xfrm>
          <a:custGeom xmlns:a="http://schemas.openxmlformats.org/drawingml/2006/main">
            <a:pathLst>
              <a:path w="3508142" h="1426965">
                <a:moveTo>
                  <a:pt x="224" y="96600"/>
                </a:moveTo>
                <a:lnTo>
                  <a:pt x="627" y="88257"/>
                </a:lnTo>
                <a:lnTo>
                  <a:pt x="1252" y="80362"/>
                </a:lnTo>
                <a:lnTo>
                  <a:pt x="2237" y="72802"/>
                </a:lnTo>
                <a:lnTo>
                  <a:pt x="3646" y="65555"/>
                </a:lnTo>
                <a:lnTo>
                  <a:pt x="5547" y="58622"/>
                </a:lnTo>
                <a:lnTo>
                  <a:pt x="8052" y="51979"/>
                </a:lnTo>
                <a:lnTo>
                  <a:pt x="11228" y="45672"/>
                </a:lnTo>
                <a:lnTo>
                  <a:pt x="15186" y="39767"/>
                </a:lnTo>
                <a:lnTo>
                  <a:pt x="19906" y="34332"/>
                </a:lnTo>
                <a:lnTo>
                  <a:pt x="25386" y="29434"/>
                </a:lnTo>
                <a:lnTo>
                  <a:pt x="31604" y="25073"/>
                </a:lnTo>
                <a:lnTo>
                  <a:pt x="38537" y="21248"/>
                </a:lnTo>
                <a:lnTo>
                  <a:pt x="46209" y="17893"/>
                </a:lnTo>
                <a:lnTo>
                  <a:pt x="54663" y="14963"/>
                </a:lnTo>
                <a:lnTo>
                  <a:pt x="63923" y="12413"/>
                </a:lnTo>
                <a:lnTo>
                  <a:pt x="74055" y="10199"/>
                </a:lnTo>
                <a:lnTo>
                  <a:pt x="85170" y="8276"/>
                </a:lnTo>
                <a:lnTo>
                  <a:pt x="97271" y="6621"/>
                </a:lnTo>
                <a:lnTo>
                  <a:pt x="110490" y="5211"/>
                </a:lnTo>
                <a:lnTo>
                  <a:pt x="124848" y="4026"/>
                </a:lnTo>
                <a:lnTo>
                  <a:pt x="140416" y="3020"/>
                </a:lnTo>
                <a:lnTo>
                  <a:pt x="157302" y="2214"/>
                </a:lnTo>
                <a:lnTo>
                  <a:pt x="195057" y="1029"/>
                </a:lnTo>
                <a:lnTo>
                  <a:pt x="238648" y="380"/>
                </a:lnTo>
                <a:lnTo>
                  <a:pt x="288524" y="67"/>
                </a:lnTo>
                <a:lnTo>
                  <a:pt x="345134" y="0"/>
                </a:lnTo>
                <a:lnTo>
                  <a:pt x="3128901" y="1119"/>
                </a:lnTo>
                <a:lnTo>
                  <a:pt x="3236750" y="1253"/>
                </a:lnTo>
                <a:lnTo>
                  <a:pt x="3281953" y="1655"/>
                </a:lnTo>
                <a:lnTo>
                  <a:pt x="3321809" y="2482"/>
                </a:lnTo>
                <a:lnTo>
                  <a:pt x="3356633" y="3892"/>
                </a:lnTo>
                <a:lnTo>
                  <a:pt x="3372357" y="4853"/>
                </a:lnTo>
                <a:lnTo>
                  <a:pt x="3386940" y="6039"/>
                </a:lnTo>
                <a:lnTo>
                  <a:pt x="3400448" y="7426"/>
                </a:lnTo>
                <a:lnTo>
                  <a:pt x="3412974" y="9081"/>
                </a:lnTo>
                <a:lnTo>
                  <a:pt x="3424537" y="11005"/>
                </a:lnTo>
                <a:lnTo>
                  <a:pt x="3435229" y="13241"/>
                </a:lnTo>
                <a:lnTo>
                  <a:pt x="3445048" y="15813"/>
                </a:lnTo>
                <a:lnTo>
                  <a:pt x="3454083" y="18766"/>
                </a:lnTo>
                <a:lnTo>
                  <a:pt x="3462382" y="22142"/>
                </a:lnTo>
                <a:lnTo>
                  <a:pt x="3469942" y="26012"/>
                </a:lnTo>
                <a:lnTo>
                  <a:pt x="3476808" y="30374"/>
                </a:lnTo>
                <a:lnTo>
                  <a:pt x="3482958" y="35316"/>
                </a:lnTo>
                <a:lnTo>
                  <a:pt x="3488371" y="40818"/>
                </a:lnTo>
                <a:lnTo>
                  <a:pt x="3493023" y="46858"/>
                </a:lnTo>
                <a:lnTo>
                  <a:pt x="3496914" y="53366"/>
                </a:lnTo>
                <a:lnTo>
                  <a:pt x="3500068" y="60321"/>
                </a:lnTo>
                <a:lnTo>
                  <a:pt x="3502529" y="67658"/>
                </a:lnTo>
                <a:lnTo>
                  <a:pt x="3504407" y="75374"/>
                </a:lnTo>
                <a:lnTo>
                  <a:pt x="3505727" y="83448"/>
                </a:lnTo>
                <a:lnTo>
                  <a:pt x="3506622" y="91947"/>
                </a:lnTo>
                <a:lnTo>
                  <a:pt x="3507091" y="100850"/>
                </a:lnTo>
                <a:lnTo>
                  <a:pt x="3507248" y="110154"/>
                </a:lnTo>
                <a:lnTo>
                  <a:pt x="3508142" y="1315380"/>
                </a:lnTo>
                <a:lnTo>
                  <a:pt x="3508008" y="1333004"/>
                </a:lnTo>
                <a:lnTo>
                  <a:pt x="3507761" y="1341213"/>
                </a:lnTo>
                <a:lnTo>
                  <a:pt x="3507293" y="1348997"/>
                </a:lnTo>
                <a:lnTo>
                  <a:pt x="3506532" y="1356422"/>
                </a:lnTo>
                <a:lnTo>
                  <a:pt x="3505414" y="1363535"/>
                </a:lnTo>
                <a:lnTo>
                  <a:pt x="3503826" y="1370334"/>
                </a:lnTo>
                <a:lnTo>
                  <a:pt x="3501678" y="1376887"/>
                </a:lnTo>
                <a:lnTo>
                  <a:pt x="3498883" y="1383105"/>
                </a:lnTo>
                <a:lnTo>
                  <a:pt x="3495304" y="1388965"/>
                </a:lnTo>
                <a:lnTo>
                  <a:pt x="3490966" y="1394378"/>
                </a:lnTo>
                <a:lnTo>
                  <a:pt x="3485821" y="1399253"/>
                </a:lnTo>
                <a:lnTo>
                  <a:pt x="3479939" y="1403548"/>
                </a:lnTo>
                <a:lnTo>
                  <a:pt x="3473362" y="1407327"/>
                </a:lnTo>
                <a:lnTo>
                  <a:pt x="3466049" y="1410571"/>
                </a:lnTo>
                <a:lnTo>
                  <a:pt x="3457975" y="1413389"/>
                </a:lnTo>
                <a:lnTo>
                  <a:pt x="3449095" y="1415826"/>
                </a:lnTo>
                <a:lnTo>
                  <a:pt x="3439344" y="1417907"/>
                </a:lnTo>
                <a:lnTo>
                  <a:pt x="3428654" y="1419696"/>
                </a:lnTo>
                <a:lnTo>
                  <a:pt x="3416932" y="1421239"/>
                </a:lnTo>
                <a:lnTo>
                  <a:pt x="3404117" y="1422514"/>
                </a:lnTo>
                <a:lnTo>
                  <a:pt x="3390116" y="1423588"/>
                </a:lnTo>
                <a:lnTo>
                  <a:pt x="3374907" y="1424483"/>
                </a:lnTo>
                <a:lnTo>
                  <a:pt x="3358355" y="1425198"/>
                </a:lnTo>
                <a:lnTo>
                  <a:pt x="3321205" y="1426182"/>
                </a:lnTo>
                <a:lnTo>
                  <a:pt x="3278038" y="1426719"/>
                </a:lnTo>
                <a:lnTo>
                  <a:pt x="3172001" y="1426965"/>
                </a:lnTo>
                <a:lnTo>
                  <a:pt x="345111" y="1421687"/>
                </a:lnTo>
                <a:lnTo>
                  <a:pt x="288524" y="1421620"/>
                </a:lnTo>
                <a:lnTo>
                  <a:pt x="238692" y="1421329"/>
                </a:lnTo>
                <a:lnTo>
                  <a:pt x="195123" y="1420680"/>
                </a:lnTo>
                <a:lnTo>
                  <a:pt x="157459" y="1419540"/>
                </a:lnTo>
                <a:lnTo>
                  <a:pt x="140594" y="1418712"/>
                </a:lnTo>
                <a:lnTo>
                  <a:pt x="125073" y="1417750"/>
                </a:lnTo>
                <a:lnTo>
                  <a:pt x="110735" y="1416565"/>
                </a:lnTo>
                <a:lnTo>
                  <a:pt x="97561" y="1415155"/>
                </a:lnTo>
                <a:lnTo>
                  <a:pt x="85484" y="1413523"/>
                </a:lnTo>
                <a:lnTo>
                  <a:pt x="74435" y="1411622"/>
                </a:lnTo>
                <a:lnTo>
                  <a:pt x="64325" y="1409408"/>
                </a:lnTo>
                <a:lnTo>
                  <a:pt x="55111" y="1406880"/>
                </a:lnTo>
                <a:lnTo>
                  <a:pt x="46701" y="1403950"/>
                </a:lnTo>
                <a:lnTo>
                  <a:pt x="39074" y="1400617"/>
                </a:lnTo>
                <a:lnTo>
                  <a:pt x="32163" y="1396793"/>
                </a:lnTo>
                <a:lnTo>
                  <a:pt x="25967" y="1392432"/>
                </a:lnTo>
                <a:lnTo>
                  <a:pt x="20532" y="1387533"/>
                </a:lnTo>
                <a:lnTo>
                  <a:pt x="15835" y="1382098"/>
                </a:lnTo>
                <a:lnTo>
                  <a:pt x="11943" y="1376216"/>
                </a:lnTo>
                <a:lnTo>
                  <a:pt x="8790" y="1369909"/>
                </a:lnTo>
                <a:lnTo>
                  <a:pt x="6308" y="1363288"/>
                </a:lnTo>
                <a:lnTo>
                  <a:pt x="4451" y="1356355"/>
                </a:lnTo>
                <a:lnTo>
                  <a:pt x="3087" y="1349130"/>
                </a:lnTo>
                <a:lnTo>
                  <a:pt x="2125" y="1341571"/>
                </a:lnTo>
                <a:lnTo>
                  <a:pt x="1499" y="1333676"/>
                </a:lnTo>
                <a:lnTo>
                  <a:pt x="1119" y="1325356"/>
                </a:lnTo>
                <a:lnTo>
                  <a:pt x="895" y="1307642"/>
                </a:lnTo>
                <a:lnTo>
                  <a:pt x="0" y="114336"/>
                </a:lnTo>
                <a:lnTo>
                  <a:pt x="224" y="96600"/>
                </a:lnTo>
                <a:moveTo>
                  <a:pt x="22366" y="114560"/>
                </a:moveTo>
                <a:lnTo>
                  <a:pt x="22366" y="114403"/>
                </a:lnTo>
                <a:lnTo>
                  <a:pt x="23261" y="1307552"/>
                </a:lnTo>
                <a:lnTo>
                  <a:pt x="23261" y="1307418"/>
                </a:lnTo>
                <a:lnTo>
                  <a:pt x="23485" y="1324908"/>
                </a:lnTo>
                <a:lnTo>
                  <a:pt x="23463" y="1324550"/>
                </a:lnTo>
                <a:lnTo>
                  <a:pt x="23821" y="1332490"/>
                </a:lnTo>
                <a:lnTo>
                  <a:pt x="23799" y="1332110"/>
                </a:lnTo>
                <a:lnTo>
                  <a:pt x="24402" y="1339536"/>
                </a:lnTo>
                <a:lnTo>
                  <a:pt x="24335" y="1339021"/>
                </a:lnTo>
                <a:lnTo>
                  <a:pt x="25230" y="1345977"/>
                </a:lnTo>
                <a:lnTo>
                  <a:pt x="25117" y="1345306"/>
                </a:lnTo>
                <a:lnTo>
                  <a:pt x="26347" y="1351770"/>
                </a:lnTo>
                <a:lnTo>
                  <a:pt x="26146" y="1350942"/>
                </a:lnTo>
                <a:lnTo>
                  <a:pt x="27779" y="1356959"/>
                </a:lnTo>
                <a:lnTo>
                  <a:pt x="27466" y="1355975"/>
                </a:lnTo>
                <a:lnTo>
                  <a:pt x="29524" y="1361544"/>
                </a:lnTo>
                <a:lnTo>
                  <a:pt x="29054" y="1360426"/>
                </a:lnTo>
                <a:lnTo>
                  <a:pt x="31626" y="1365570"/>
                </a:lnTo>
                <a:lnTo>
                  <a:pt x="30955" y="1364407"/>
                </a:lnTo>
                <a:lnTo>
                  <a:pt x="34108" y="1369170"/>
                </a:lnTo>
                <a:lnTo>
                  <a:pt x="33236" y="1368030"/>
                </a:lnTo>
                <a:lnTo>
                  <a:pt x="36994" y="1372392"/>
                </a:lnTo>
                <a:lnTo>
                  <a:pt x="36009" y="1371385"/>
                </a:lnTo>
                <a:lnTo>
                  <a:pt x="40438" y="1375344"/>
                </a:lnTo>
                <a:lnTo>
                  <a:pt x="39387" y="1374517"/>
                </a:lnTo>
                <a:lnTo>
                  <a:pt x="44531" y="1378140"/>
                </a:lnTo>
                <a:lnTo>
                  <a:pt x="43525" y="1377514"/>
                </a:lnTo>
                <a:lnTo>
                  <a:pt x="49452" y="1380802"/>
                </a:lnTo>
                <a:lnTo>
                  <a:pt x="48512" y="1380332"/>
                </a:lnTo>
                <a:lnTo>
                  <a:pt x="55268" y="1383284"/>
                </a:lnTo>
                <a:lnTo>
                  <a:pt x="54462" y="1382971"/>
                </a:lnTo>
                <a:lnTo>
                  <a:pt x="62089" y="1385610"/>
                </a:lnTo>
                <a:lnTo>
                  <a:pt x="61395" y="1385409"/>
                </a:lnTo>
                <a:lnTo>
                  <a:pt x="69962" y="1387757"/>
                </a:lnTo>
                <a:lnTo>
                  <a:pt x="69381" y="1387623"/>
                </a:lnTo>
                <a:lnTo>
                  <a:pt x="78953" y="1389703"/>
                </a:lnTo>
                <a:lnTo>
                  <a:pt x="78484" y="1389613"/>
                </a:lnTo>
                <a:lnTo>
                  <a:pt x="89085" y="1391448"/>
                </a:lnTo>
                <a:lnTo>
                  <a:pt x="88705" y="1391381"/>
                </a:lnTo>
                <a:lnTo>
                  <a:pt x="100424" y="1392968"/>
                </a:lnTo>
                <a:lnTo>
                  <a:pt x="100089" y="1392946"/>
                </a:lnTo>
                <a:lnTo>
                  <a:pt x="112972" y="1394311"/>
                </a:lnTo>
                <a:lnTo>
                  <a:pt x="112704" y="1394288"/>
                </a:lnTo>
                <a:lnTo>
                  <a:pt x="126795" y="1395451"/>
                </a:lnTo>
                <a:lnTo>
                  <a:pt x="126570" y="1395429"/>
                </a:lnTo>
                <a:lnTo>
                  <a:pt x="141937" y="1396390"/>
                </a:lnTo>
                <a:lnTo>
                  <a:pt x="141758" y="1396390"/>
                </a:lnTo>
                <a:lnTo>
                  <a:pt x="158421" y="1397173"/>
                </a:lnTo>
                <a:lnTo>
                  <a:pt x="158219" y="1397173"/>
                </a:lnTo>
                <a:lnTo>
                  <a:pt x="195728" y="1398314"/>
                </a:lnTo>
                <a:lnTo>
                  <a:pt x="195547" y="1398314"/>
                </a:lnTo>
                <a:lnTo>
                  <a:pt x="238983" y="1398962"/>
                </a:lnTo>
                <a:lnTo>
                  <a:pt x="238871" y="1398962"/>
                </a:lnTo>
                <a:lnTo>
                  <a:pt x="288636" y="1399253"/>
                </a:lnTo>
                <a:lnTo>
                  <a:pt x="288592" y="1399253"/>
                </a:lnTo>
                <a:lnTo>
                  <a:pt x="345156" y="1399321"/>
                </a:lnTo>
                <a:lnTo>
                  <a:pt x="3172023" y="1404599"/>
                </a:lnTo>
                <a:lnTo>
                  <a:pt x="3171956" y="1404599"/>
                </a:lnTo>
                <a:lnTo>
                  <a:pt x="3277949" y="1404353"/>
                </a:lnTo>
                <a:lnTo>
                  <a:pt x="3277837" y="1404353"/>
                </a:lnTo>
                <a:lnTo>
                  <a:pt x="3320847" y="1403816"/>
                </a:lnTo>
                <a:lnTo>
                  <a:pt x="3320691" y="1403816"/>
                </a:lnTo>
                <a:lnTo>
                  <a:pt x="3357662" y="1402832"/>
                </a:lnTo>
                <a:lnTo>
                  <a:pt x="3357483" y="1402854"/>
                </a:lnTo>
                <a:lnTo>
                  <a:pt x="3373856" y="1402138"/>
                </a:lnTo>
                <a:lnTo>
                  <a:pt x="3373699" y="1402138"/>
                </a:lnTo>
                <a:lnTo>
                  <a:pt x="3388729" y="1401266"/>
                </a:lnTo>
                <a:lnTo>
                  <a:pt x="3388505" y="1401289"/>
                </a:lnTo>
                <a:lnTo>
                  <a:pt x="3402261" y="1400237"/>
                </a:lnTo>
                <a:lnTo>
                  <a:pt x="3401992" y="1400260"/>
                </a:lnTo>
                <a:lnTo>
                  <a:pt x="3414539" y="1398985"/>
                </a:lnTo>
                <a:lnTo>
                  <a:pt x="3414204" y="1399030"/>
                </a:lnTo>
                <a:lnTo>
                  <a:pt x="3425566" y="1397554"/>
                </a:lnTo>
                <a:lnTo>
                  <a:pt x="3425164" y="1397621"/>
                </a:lnTo>
                <a:lnTo>
                  <a:pt x="3435408" y="1395899"/>
                </a:lnTo>
                <a:lnTo>
                  <a:pt x="3434916" y="1395988"/>
                </a:lnTo>
                <a:lnTo>
                  <a:pt x="3444108" y="1394020"/>
                </a:lnTo>
                <a:lnTo>
                  <a:pt x="3443504" y="1394154"/>
                </a:lnTo>
                <a:lnTo>
                  <a:pt x="3451713" y="1391917"/>
                </a:lnTo>
                <a:lnTo>
                  <a:pt x="3450974" y="1392141"/>
                </a:lnTo>
                <a:lnTo>
                  <a:pt x="3458221" y="1389613"/>
                </a:lnTo>
                <a:lnTo>
                  <a:pt x="3457372" y="1389949"/>
                </a:lnTo>
                <a:lnTo>
                  <a:pt x="3463746" y="1387108"/>
                </a:lnTo>
                <a:lnTo>
                  <a:pt x="3462762" y="1387623"/>
                </a:lnTo>
                <a:lnTo>
                  <a:pt x="3468308" y="1384447"/>
                </a:lnTo>
                <a:lnTo>
                  <a:pt x="3467235" y="1385140"/>
                </a:lnTo>
                <a:lnTo>
                  <a:pt x="3472021" y="1381629"/>
                </a:lnTo>
                <a:lnTo>
                  <a:pt x="3470947" y="1382546"/>
                </a:lnTo>
                <a:lnTo>
                  <a:pt x="3475018" y="1378677"/>
                </a:lnTo>
                <a:lnTo>
                  <a:pt x="3474011" y="1379772"/>
                </a:lnTo>
                <a:lnTo>
                  <a:pt x="3477434" y="1375522"/>
                </a:lnTo>
                <a:lnTo>
                  <a:pt x="3476584" y="1376708"/>
                </a:lnTo>
                <a:lnTo>
                  <a:pt x="3479403" y="1372078"/>
                </a:lnTo>
                <a:lnTo>
                  <a:pt x="3478776" y="1373264"/>
                </a:lnTo>
                <a:lnTo>
                  <a:pt x="3481057" y="1368209"/>
                </a:lnTo>
                <a:lnTo>
                  <a:pt x="3480632" y="1369327"/>
                </a:lnTo>
                <a:lnTo>
                  <a:pt x="3482421" y="1363848"/>
                </a:lnTo>
                <a:lnTo>
                  <a:pt x="3482153" y="1364810"/>
                </a:lnTo>
                <a:lnTo>
                  <a:pt x="3483540" y="1358860"/>
                </a:lnTo>
                <a:lnTo>
                  <a:pt x="3483383" y="1359643"/>
                </a:lnTo>
                <a:lnTo>
                  <a:pt x="3484390" y="1353246"/>
                </a:lnTo>
                <a:lnTo>
                  <a:pt x="3484322" y="1353850"/>
                </a:lnTo>
                <a:lnTo>
                  <a:pt x="3485015" y="1346961"/>
                </a:lnTo>
                <a:lnTo>
                  <a:pt x="3484971" y="1347431"/>
                </a:lnTo>
                <a:lnTo>
                  <a:pt x="3485419" y="1340028"/>
                </a:lnTo>
                <a:lnTo>
                  <a:pt x="3485395" y="1340340"/>
                </a:lnTo>
                <a:lnTo>
                  <a:pt x="3485642" y="1332445"/>
                </a:lnTo>
                <a:lnTo>
                  <a:pt x="3485642" y="1332713"/>
                </a:lnTo>
                <a:lnTo>
                  <a:pt x="3485776" y="1315246"/>
                </a:lnTo>
                <a:lnTo>
                  <a:pt x="3485776" y="1315335"/>
                </a:lnTo>
                <a:lnTo>
                  <a:pt x="3484881" y="110243"/>
                </a:lnTo>
                <a:lnTo>
                  <a:pt x="3484881" y="110422"/>
                </a:lnTo>
                <a:lnTo>
                  <a:pt x="3484725" y="101431"/>
                </a:lnTo>
                <a:lnTo>
                  <a:pt x="3484748" y="101856"/>
                </a:lnTo>
                <a:lnTo>
                  <a:pt x="3484300" y="93424"/>
                </a:lnTo>
                <a:lnTo>
                  <a:pt x="3484344" y="93961"/>
                </a:lnTo>
                <a:lnTo>
                  <a:pt x="3483518" y="86088"/>
                </a:lnTo>
                <a:lnTo>
                  <a:pt x="3483607" y="86759"/>
                </a:lnTo>
                <a:lnTo>
                  <a:pt x="3482399" y="79422"/>
                </a:lnTo>
                <a:lnTo>
                  <a:pt x="3482556" y="80228"/>
                </a:lnTo>
                <a:lnTo>
                  <a:pt x="3480900" y="73383"/>
                </a:lnTo>
                <a:lnTo>
                  <a:pt x="3481169" y="74323"/>
                </a:lnTo>
                <a:lnTo>
                  <a:pt x="3479043" y="67994"/>
                </a:lnTo>
                <a:lnTo>
                  <a:pt x="3479447" y="69045"/>
                </a:lnTo>
                <a:lnTo>
                  <a:pt x="3476808" y="63162"/>
                </a:lnTo>
                <a:lnTo>
                  <a:pt x="3477367" y="64280"/>
                </a:lnTo>
                <a:lnTo>
                  <a:pt x="3474146" y="58868"/>
                </a:lnTo>
                <a:lnTo>
                  <a:pt x="3474907" y="59964"/>
                </a:lnTo>
                <a:lnTo>
                  <a:pt x="3471082" y="54998"/>
                </a:lnTo>
                <a:lnTo>
                  <a:pt x="3471954" y="56027"/>
                </a:lnTo>
                <a:lnTo>
                  <a:pt x="3467480" y="51465"/>
                </a:lnTo>
                <a:lnTo>
                  <a:pt x="3468465" y="52360"/>
                </a:lnTo>
                <a:lnTo>
                  <a:pt x="3463299" y="48199"/>
                </a:lnTo>
                <a:lnTo>
                  <a:pt x="3464282" y="48915"/>
                </a:lnTo>
                <a:lnTo>
                  <a:pt x="3458378" y="45135"/>
                </a:lnTo>
                <a:lnTo>
                  <a:pt x="3459317" y="45672"/>
                </a:lnTo>
                <a:lnTo>
                  <a:pt x="3452652" y="42272"/>
                </a:lnTo>
                <a:lnTo>
                  <a:pt x="3453502" y="42675"/>
                </a:lnTo>
                <a:lnTo>
                  <a:pt x="3446009" y="39610"/>
                </a:lnTo>
                <a:lnTo>
                  <a:pt x="3446770" y="39902"/>
                </a:lnTo>
                <a:lnTo>
                  <a:pt x="3438427" y="37173"/>
                </a:lnTo>
                <a:lnTo>
                  <a:pt x="3439076" y="37352"/>
                </a:lnTo>
                <a:lnTo>
                  <a:pt x="3429838" y="34936"/>
                </a:lnTo>
                <a:lnTo>
                  <a:pt x="3430375" y="35070"/>
                </a:lnTo>
                <a:lnTo>
                  <a:pt x="3420198" y="32945"/>
                </a:lnTo>
                <a:lnTo>
                  <a:pt x="3420646" y="33035"/>
                </a:lnTo>
                <a:lnTo>
                  <a:pt x="3409485" y="31178"/>
                </a:lnTo>
                <a:lnTo>
                  <a:pt x="3409865" y="31223"/>
                </a:lnTo>
                <a:lnTo>
                  <a:pt x="3397698" y="29613"/>
                </a:lnTo>
                <a:lnTo>
                  <a:pt x="3398011" y="29658"/>
                </a:lnTo>
                <a:lnTo>
                  <a:pt x="3384770" y="28294"/>
                </a:lnTo>
                <a:lnTo>
                  <a:pt x="3385017" y="28316"/>
                </a:lnTo>
                <a:lnTo>
                  <a:pt x="3370657" y="27153"/>
                </a:lnTo>
                <a:lnTo>
                  <a:pt x="3370880" y="27175"/>
                </a:lnTo>
                <a:lnTo>
                  <a:pt x="3355381" y="26214"/>
                </a:lnTo>
                <a:lnTo>
                  <a:pt x="3355627" y="26236"/>
                </a:lnTo>
                <a:lnTo>
                  <a:pt x="3321026" y="24849"/>
                </a:lnTo>
                <a:lnTo>
                  <a:pt x="3321251" y="24849"/>
                </a:lnTo>
                <a:lnTo>
                  <a:pt x="3281551" y="24021"/>
                </a:lnTo>
                <a:lnTo>
                  <a:pt x="3281685" y="24021"/>
                </a:lnTo>
                <a:lnTo>
                  <a:pt x="3236594" y="23619"/>
                </a:lnTo>
                <a:lnTo>
                  <a:pt x="3236684" y="23619"/>
                </a:lnTo>
                <a:lnTo>
                  <a:pt x="3128878" y="23485"/>
                </a:lnTo>
                <a:lnTo>
                  <a:pt x="3128901" y="23485"/>
                </a:lnTo>
                <a:lnTo>
                  <a:pt x="345134" y="22366"/>
                </a:lnTo>
                <a:lnTo>
                  <a:pt x="288570" y="22433"/>
                </a:lnTo>
                <a:lnTo>
                  <a:pt x="288636" y="22433"/>
                </a:lnTo>
                <a:lnTo>
                  <a:pt x="238827" y="22746"/>
                </a:lnTo>
                <a:lnTo>
                  <a:pt x="238939" y="22746"/>
                </a:lnTo>
                <a:lnTo>
                  <a:pt x="195481" y="23395"/>
                </a:lnTo>
                <a:lnTo>
                  <a:pt x="195660" y="23395"/>
                </a:lnTo>
                <a:lnTo>
                  <a:pt x="158085" y="24558"/>
                </a:lnTo>
                <a:lnTo>
                  <a:pt x="158286" y="24558"/>
                </a:lnTo>
                <a:lnTo>
                  <a:pt x="141601" y="25364"/>
                </a:lnTo>
                <a:lnTo>
                  <a:pt x="141758" y="25341"/>
                </a:lnTo>
                <a:lnTo>
                  <a:pt x="126369" y="26325"/>
                </a:lnTo>
                <a:lnTo>
                  <a:pt x="126593" y="26325"/>
                </a:lnTo>
                <a:lnTo>
                  <a:pt x="112480" y="27488"/>
                </a:lnTo>
                <a:lnTo>
                  <a:pt x="112726" y="27466"/>
                </a:lnTo>
                <a:lnTo>
                  <a:pt x="99821" y="28852"/>
                </a:lnTo>
                <a:lnTo>
                  <a:pt x="100133" y="28808"/>
                </a:lnTo>
                <a:lnTo>
                  <a:pt x="88391" y="30418"/>
                </a:lnTo>
                <a:lnTo>
                  <a:pt x="88771" y="30351"/>
                </a:lnTo>
                <a:lnTo>
                  <a:pt x="78125" y="32185"/>
                </a:lnTo>
                <a:lnTo>
                  <a:pt x="78595" y="32096"/>
                </a:lnTo>
                <a:lnTo>
                  <a:pt x="68977" y="34198"/>
                </a:lnTo>
                <a:lnTo>
                  <a:pt x="69559" y="34064"/>
                </a:lnTo>
                <a:lnTo>
                  <a:pt x="60949" y="36434"/>
                </a:lnTo>
                <a:lnTo>
                  <a:pt x="61642" y="36211"/>
                </a:lnTo>
                <a:lnTo>
                  <a:pt x="53970" y="38873"/>
                </a:lnTo>
                <a:lnTo>
                  <a:pt x="54775" y="38559"/>
                </a:lnTo>
                <a:lnTo>
                  <a:pt x="47976" y="41534"/>
                </a:lnTo>
                <a:lnTo>
                  <a:pt x="48914" y="41064"/>
                </a:lnTo>
                <a:lnTo>
                  <a:pt x="42943" y="44375"/>
                </a:lnTo>
                <a:lnTo>
                  <a:pt x="43950" y="43726"/>
                </a:lnTo>
                <a:lnTo>
                  <a:pt x="38760" y="47372"/>
                </a:lnTo>
                <a:lnTo>
                  <a:pt x="39789" y="46544"/>
                </a:lnTo>
                <a:lnTo>
                  <a:pt x="35339" y="50547"/>
                </a:lnTo>
                <a:lnTo>
                  <a:pt x="36323" y="49541"/>
                </a:lnTo>
                <a:lnTo>
                  <a:pt x="32521" y="53903"/>
                </a:lnTo>
                <a:lnTo>
                  <a:pt x="33393" y="52785"/>
                </a:lnTo>
                <a:lnTo>
                  <a:pt x="30217" y="57548"/>
                </a:lnTo>
                <a:lnTo>
                  <a:pt x="30888" y="56386"/>
                </a:lnTo>
                <a:lnTo>
                  <a:pt x="28272" y="61529"/>
                </a:lnTo>
                <a:lnTo>
                  <a:pt x="28763" y="60434"/>
                </a:lnTo>
                <a:lnTo>
                  <a:pt x="26661" y="66025"/>
                </a:lnTo>
                <a:lnTo>
                  <a:pt x="26974" y="65019"/>
                </a:lnTo>
                <a:lnTo>
                  <a:pt x="25318" y="71058"/>
                </a:lnTo>
                <a:lnTo>
                  <a:pt x="25521" y="70207"/>
                </a:lnTo>
                <a:lnTo>
                  <a:pt x="24267" y="76694"/>
                </a:lnTo>
                <a:lnTo>
                  <a:pt x="24379" y="76023"/>
                </a:lnTo>
                <a:lnTo>
                  <a:pt x="23485" y="82957"/>
                </a:lnTo>
                <a:lnTo>
                  <a:pt x="23530" y="82441"/>
                </a:lnTo>
                <a:lnTo>
                  <a:pt x="22925" y="89890"/>
                </a:lnTo>
                <a:lnTo>
                  <a:pt x="22947" y="89487"/>
                </a:lnTo>
                <a:lnTo>
                  <a:pt x="22590" y="97427"/>
                </a:lnTo>
                <a:lnTo>
                  <a:pt x="22590" y="97070"/>
                </a:lnTo>
                <a:lnTo>
                  <a:pt x="22366" y="114560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text-92 Type">
            <a:extLst xmlns:a="http://schemas.openxmlformats.org/drawingml/2006/main">
              <a:ext uri="{FF2B5EF4-FFF2-40B4-BE49-F238E27FC236}">
                <a16:creationId xmlns:a16="http://schemas.microsoft.com/office/drawing/2014/main" id="{290DDFBA-5B1E-4034-8A0F-92CADABA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4663478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150" name="text-93 4">
            <a:extLst xmlns:a="http://schemas.openxmlformats.org/drawingml/2006/main">
              <a:ext uri="{FF2B5EF4-FFF2-40B4-BE49-F238E27FC236}">
                <a16:creationId xmlns:a16="http://schemas.microsoft.com/office/drawing/2014/main" id="{D24F16C2-2B5D-4136-8E5D-A9ACCA32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4688800"/>
            <a:ext cx="182505" cy="37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1" name="text-94 -">
            <a:extLst xmlns:a="http://schemas.openxmlformats.org/drawingml/2006/main">
              <a:ext uri="{FF2B5EF4-FFF2-40B4-BE49-F238E27FC236}">
                <a16:creationId xmlns:a16="http://schemas.microsoft.com/office/drawing/2014/main" id="{029E8B20-6AF3-4AB0-96E1-B347751F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248" y="4688683"/>
            <a:ext cx="137706" cy="37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52" name="text-95 Motion">
            <a:extLst xmlns:a="http://schemas.openxmlformats.org/drawingml/2006/main">
              <a:ext uri="{FF2B5EF4-FFF2-40B4-BE49-F238E27FC236}">
                <a16:creationId xmlns:a16="http://schemas.microsoft.com/office/drawing/2014/main" id="{AC0E6ADA-9CE3-4EF8-A695-10FA7935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4688414"/>
            <a:ext cx="884289" cy="376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6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Motion</a:t>
            </a:r>
          </a:p>
        </p:txBody>
      </p:sp>
      <p:sp>
        <p:nvSpPr>
          <p:cNvPr id="153" name="text-95 Trend">
            <a:extLst xmlns:a="http://schemas.openxmlformats.org/drawingml/2006/main">
              <a:ext uri="{FF2B5EF4-FFF2-40B4-BE49-F238E27FC236}">
                <a16:creationId xmlns:a16="http://schemas.microsoft.com/office/drawing/2014/main" id="{423A8325-D8A6-4DF2-BA71-6ED288D0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5781" y="4688904"/>
            <a:ext cx="738820" cy="37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2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2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2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Trend</a:t>
            </a:r>
          </a:p>
        </p:txBody>
      </p:sp>
      <p:sp>
        <p:nvSpPr>
          <p:cNvPr id="154" name="text-96 How">
            <a:extLst xmlns:a="http://schemas.openxmlformats.org/drawingml/2006/main">
              <a:ext uri="{FF2B5EF4-FFF2-40B4-BE49-F238E27FC236}">
                <a16:creationId xmlns:a16="http://schemas.microsoft.com/office/drawing/2014/main" id="{81520072-464E-4192-8C57-7A789C3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356" y="5047653"/>
            <a:ext cx="427649" cy="281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</a:t>
            </a:r>
          </a:p>
        </p:txBody>
      </p:sp>
      <p:sp>
        <p:nvSpPr>
          <p:cNvPr id="155" name="text-96 does">
            <a:extLst xmlns:a="http://schemas.openxmlformats.org/drawingml/2006/main">
              <a:ext uri="{FF2B5EF4-FFF2-40B4-BE49-F238E27FC236}">
                <a16:creationId xmlns:a16="http://schemas.microsoft.com/office/drawing/2014/main" id="{362C7B55-EC9F-4AF0-B6F3-0D23C040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9088" y="5047601"/>
            <a:ext cx="405359" cy="282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does</a:t>
            </a:r>
          </a:p>
        </p:txBody>
      </p:sp>
      <p:sp>
        <p:nvSpPr>
          <p:cNvPr id="156" name="text-96 the">
            <a:extLst xmlns:a="http://schemas.openxmlformats.org/drawingml/2006/main">
              <a:ext uri="{FF2B5EF4-FFF2-40B4-BE49-F238E27FC236}">
                <a16:creationId xmlns:a16="http://schemas.microsoft.com/office/drawing/2014/main" id="{A93CFF3D-B624-4C71-95D8-A4B87A79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8456" y="5047703"/>
            <a:ext cx="282152" cy="281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57" name="text-96 silver">
            <a:extLst xmlns:a="http://schemas.openxmlformats.org/drawingml/2006/main">
              <a:ext uri="{FF2B5EF4-FFF2-40B4-BE49-F238E27FC236}">
                <a16:creationId xmlns:a16="http://schemas.microsoft.com/office/drawing/2014/main" id="{66511A47-9D24-494F-9AF7-DF7D628B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808" y="5047645"/>
            <a:ext cx="483514" cy="281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silver</a:t>
            </a:r>
          </a:p>
        </p:txBody>
      </p:sp>
      <p:sp>
        <p:nvSpPr>
          <p:cNvPr id="158" name="text-96 car">
            <a:extLst xmlns:a="http://schemas.openxmlformats.org/drawingml/2006/main">
              <a:ext uri="{FF2B5EF4-FFF2-40B4-BE49-F238E27FC236}">
                <a16:creationId xmlns:a16="http://schemas.microsoft.com/office/drawing/2014/main" id="{B58AD23C-026D-4354-94A6-183C27B2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2456" y="5047502"/>
            <a:ext cx="282242" cy="282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</a:t>
            </a:r>
          </a:p>
        </p:txBody>
      </p:sp>
      <p:sp>
        <p:nvSpPr>
          <p:cNvPr id="159" name="text-96 move">
            <a:extLst xmlns:a="http://schemas.openxmlformats.org/drawingml/2006/main">
              <a:ext uri="{FF2B5EF4-FFF2-40B4-BE49-F238E27FC236}">
                <a16:creationId xmlns:a16="http://schemas.microsoft.com/office/drawing/2014/main" id="{FB049F6F-8BB0-489B-AB82-45520CA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8809" y="5047670"/>
            <a:ext cx="483453" cy="28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</a:t>
            </a:r>
          </a:p>
        </p:txBody>
      </p:sp>
      <p:sp>
        <p:nvSpPr>
          <p:cNvPr id="160" name="text-97 over">
            <a:extLst xmlns:a="http://schemas.openxmlformats.org/drawingml/2006/main">
              <a:ext uri="{FF2B5EF4-FFF2-40B4-BE49-F238E27FC236}">
                <a16:creationId xmlns:a16="http://schemas.microsoft.com/office/drawing/2014/main" id="{15CDB80D-BA40-4D5A-A2D4-DA32DF1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5289186"/>
            <a:ext cx="394051" cy="281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</a:t>
            </a:r>
          </a:p>
        </p:txBody>
      </p:sp>
      <p:sp>
        <p:nvSpPr>
          <p:cNvPr id="161" name="text-97 the">
            <a:extLst xmlns:a="http://schemas.openxmlformats.org/drawingml/2006/main">
              <a:ext uri="{FF2B5EF4-FFF2-40B4-BE49-F238E27FC236}">
                <a16:creationId xmlns:a16="http://schemas.microsoft.com/office/drawing/2014/main" id="{15D508B3-9A79-41CC-85A6-EADF6B10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1554" y="5289258"/>
            <a:ext cx="282152" cy="281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62" name="text-97 clip?">
            <a:extLst xmlns:a="http://schemas.openxmlformats.org/drawingml/2006/main">
              <a:ext uri="{FF2B5EF4-FFF2-40B4-BE49-F238E27FC236}">
                <a16:creationId xmlns:a16="http://schemas.microsoft.com/office/drawing/2014/main" id="{815333C6-54F8-445E-8841-2A69C6C4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7905" y="5289166"/>
            <a:ext cx="427549" cy="282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clip?</a:t>
            </a:r>
          </a:p>
        </p:txBody>
      </p:sp>
      <p:sp>
        <p:nvSpPr>
          <p:cNvPr id="163" name="text-98 It">
            <a:extLst xmlns:a="http://schemas.openxmlformats.org/drawingml/2006/main">
              <a:ext uri="{FF2B5EF4-FFF2-40B4-BE49-F238E27FC236}">
                <a16:creationId xmlns:a16="http://schemas.microsoft.com/office/drawing/2014/main" id="{3134FE6D-32A3-412B-9E6E-E08E02EB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73" y="5530620"/>
            <a:ext cx="159303" cy="28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</a:t>
            </a:r>
          </a:p>
        </p:txBody>
      </p:sp>
      <p:sp>
        <p:nvSpPr>
          <p:cNvPr id="164" name="text-98 moves">
            <a:extLst xmlns:a="http://schemas.openxmlformats.org/drawingml/2006/main">
              <a:ext uri="{FF2B5EF4-FFF2-40B4-BE49-F238E27FC236}">
                <a16:creationId xmlns:a16="http://schemas.microsoft.com/office/drawing/2014/main" id="{332D8A7E-6AB4-48A8-9059-7F36F33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9511" y="5530733"/>
            <a:ext cx="561918" cy="282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moves</a:t>
            </a:r>
          </a:p>
        </p:txBody>
      </p:sp>
      <p:sp>
        <p:nvSpPr>
          <p:cNvPr id="165" name="text-98 steadily">
            <a:extLst xmlns:a="http://schemas.openxmlformats.org/drawingml/2006/main">
              <a:ext uri="{FF2B5EF4-FFF2-40B4-BE49-F238E27FC236}">
                <a16:creationId xmlns:a16="http://schemas.microsoft.com/office/drawing/2014/main" id="{0232E3F1-D397-4BC0-BFEF-3E42A5DF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441" y="5530751"/>
            <a:ext cx="662509" cy="28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steadily</a:t>
            </a:r>
          </a:p>
        </p:txBody>
      </p:sp>
      <p:sp>
        <p:nvSpPr>
          <p:cNvPr id="166" name="text-98 forward">
            <a:extLst xmlns:a="http://schemas.openxmlformats.org/drawingml/2006/main">
              <a:ext uri="{FF2B5EF4-FFF2-40B4-BE49-F238E27FC236}">
                <a16:creationId xmlns:a16="http://schemas.microsoft.com/office/drawing/2014/main" id="{84D5089A-AED4-4D6E-AE40-700C341C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020" y="5530681"/>
            <a:ext cx="673705" cy="282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</p:txBody>
      </p:sp>
      <p:sp>
        <p:nvSpPr>
          <p:cNvPr id="167" name="text-98 with">
            <a:extLst xmlns:a="http://schemas.openxmlformats.org/drawingml/2006/main">
              <a:ext uri="{FF2B5EF4-FFF2-40B4-BE49-F238E27FC236}">
                <a16:creationId xmlns:a16="http://schemas.microsoft.com/office/drawing/2014/main" id="{D2F48B3A-A651-40D4-96BC-CAFFD765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781" y="5530813"/>
            <a:ext cx="394103" cy="281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168" name="text-99 a">
            <a:extLst xmlns:a="http://schemas.openxmlformats.org/drawingml/2006/main">
              <a:ext uri="{FF2B5EF4-FFF2-40B4-BE49-F238E27FC236}">
                <a16:creationId xmlns:a16="http://schemas.microsoft.com/office/drawing/2014/main" id="{9CDB0D7E-EFF8-4E7C-8EE9-E573670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5772424"/>
            <a:ext cx="125578" cy="281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69" name="text-99 slight">
            <a:extLst xmlns:a="http://schemas.openxmlformats.org/drawingml/2006/main">
              <a:ext uri="{FF2B5EF4-FFF2-40B4-BE49-F238E27FC236}">
                <a16:creationId xmlns:a16="http://schemas.microsoft.com/office/drawing/2014/main" id="{AC733934-C0F0-4DD8-A979-03EC5669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3159" y="5772363"/>
            <a:ext cx="483580" cy="28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slight</a:t>
            </a:r>
          </a:p>
        </p:txBody>
      </p:sp>
      <p:sp>
        <p:nvSpPr>
          <p:cNvPr id="170" name="text-99 leftward">
            <a:extLst xmlns:a="http://schemas.openxmlformats.org/drawingml/2006/main">
              <a:ext uri="{FF2B5EF4-FFF2-40B4-BE49-F238E27FC236}">
                <a16:creationId xmlns:a16="http://schemas.microsoft.com/office/drawing/2014/main" id="{68543931-0775-460F-85DF-CC679D7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0807" y="5772239"/>
            <a:ext cx="707254" cy="28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leftward</a:t>
            </a:r>
          </a:p>
        </p:txBody>
      </p:sp>
      <p:sp>
        <p:nvSpPr>
          <p:cNvPr id="171" name="text-99 drift">
            <a:extLst xmlns:a="http://schemas.openxmlformats.org/drawingml/2006/main">
              <a:ext uri="{FF2B5EF4-FFF2-40B4-BE49-F238E27FC236}">
                <a16:creationId xmlns:a16="http://schemas.microsoft.com/office/drawing/2014/main" id="{EBF2B3B9-3E93-4036-ADD1-E065A284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2118" y="5772271"/>
            <a:ext cx="382949" cy="28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drift</a:t>
            </a:r>
          </a:p>
        </p:txBody>
      </p:sp>
      <p:sp>
        <p:nvSpPr>
          <p:cNvPr id="172" name="text-100 .">
            <a:extLst xmlns:a="http://schemas.openxmlformats.org/drawingml/2006/main">
              <a:ext uri="{FF2B5EF4-FFF2-40B4-BE49-F238E27FC236}">
                <a16:creationId xmlns:a16="http://schemas.microsoft.com/office/drawing/2014/main" id="{91B68CBA-93A0-4C33-A204-1723D95F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794" y="5772297"/>
            <a:ext cx="86580" cy="281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0ACC33F-B423-4EDA-BB35-886A0A2A93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37dd4fb794672"/>
          <a:stretch xmlns:a="http://schemas.openxmlformats.org/drawingml/2006/main"/>
        </p:blipFill>
        <p:spPr>
          <a:xfrm xmlns:a="http://schemas.openxmlformats.org/drawingml/2006/main">
            <a:off x="5248275" y="5076825"/>
            <a:ext cx="285750" cy="266700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6B96CE1-E265-46CF-BC18-C7E9A2E694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941041a3643ed"/>
          <a:stretch xmlns:a="http://schemas.openxmlformats.org/drawingml/2006/main"/>
        </p:blipFill>
        <p:spPr>
          <a:xfrm xmlns:a="http://schemas.openxmlformats.org/drawingml/2006/main">
            <a:off x="5238750" y="5562600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B2A0D97-17F3-470C-A84F-8AAC19F9E0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7b10312824187"/>
          <a:stretch xmlns:a="http://schemas.openxmlformats.org/drawingml/2006/main"/>
        </p:blipFill>
        <p:spPr>
          <a:xfrm xmlns:a="http://schemas.openxmlformats.org/drawingml/2006/main">
            <a:off x="4924425" y="501967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6D16832-1189-45A2-B6D2-AFBFBBF5E5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6d1a3c54d414c"/>
          <a:stretch xmlns:a="http://schemas.openxmlformats.org/drawingml/2006/main"/>
        </p:blipFill>
        <p:spPr>
          <a:xfrm xmlns:a="http://schemas.openxmlformats.org/drawingml/2006/main">
            <a:off x="4867275" y="5476875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177" name="path-106">
            <a:extLst xmlns:a="http://schemas.openxmlformats.org/drawingml/2006/main">
              <a:ext uri="{FF2B5EF4-FFF2-40B4-BE49-F238E27FC236}">
                <a16:creationId xmlns:a16="http://schemas.microsoft.com/office/drawing/2014/main" id="{82E599DA-03EB-4542-BBF0-807CE08D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6149295"/>
            <a:ext cx="3485776" cy="1254746"/>
          </a:xfrm>
          <a:custGeom xmlns:a="http://schemas.openxmlformats.org/drawingml/2006/main">
            <a:pathLst>
              <a:path w="3485776" h="1254746">
                <a:moveTo>
                  <a:pt x="0" y="92216"/>
                </a:moveTo>
                <a:cubicBezTo>
                  <a:pt x="0" y="3713"/>
                  <a:pt x="13464" y="0"/>
                  <a:pt x="333951" y="0"/>
                </a:cubicBezTo>
                <a:lnTo>
                  <a:pt x="3117718" y="984"/>
                </a:lnTo>
                <a:cubicBezTo>
                  <a:pt x="3438203" y="984"/>
                  <a:pt x="3484881" y="0"/>
                  <a:pt x="3484881" y="88481"/>
                </a:cubicBezTo>
                <a:lnTo>
                  <a:pt x="3485776" y="1165012"/>
                </a:lnTo>
                <a:cubicBezTo>
                  <a:pt x="3485776" y="1253515"/>
                  <a:pt x="3481281" y="1254746"/>
                  <a:pt x="3160818" y="1254746"/>
                </a:cubicBezTo>
                <a:lnTo>
                  <a:pt x="333951" y="1250025"/>
                </a:lnTo>
                <a:cubicBezTo>
                  <a:pt x="13464" y="1250025"/>
                  <a:pt x="895" y="1246559"/>
                  <a:pt x="895" y="1158078"/>
                </a:cubicBezTo>
                <a:lnTo>
                  <a:pt x="0" y="922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07">
            <a:extLst xmlns:a="http://schemas.openxmlformats.org/drawingml/2006/main">
              <a:ext uri="{FF2B5EF4-FFF2-40B4-BE49-F238E27FC236}">
                <a16:creationId xmlns:a16="http://schemas.microsoft.com/office/drawing/2014/main" id="{D8DB1BA5-B81E-47EB-8406-45B2478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6138112"/>
            <a:ext cx="3508142" cy="1277112"/>
          </a:xfrm>
          <a:custGeom xmlns:a="http://schemas.openxmlformats.org/drawingml/2006/main">
            <a:pathLst>
              <a:path w="3508142" h="1277112">
                <a:moveTo>
                  <a:pt x="224" y="87407"/>
                </a:moveTo>
                <a:lnTo>
                  <a:pt x="627" y="79870"/>
                </a:lnTo>
                <a:lnTo>
                  <a:pt x="1276" y="72713"/>
                </a:lnTo>
                <a:lnTo>
                  <a:pt x="2281" y="65824"/>
                </a:lnTo>
                <a:lnTo>
                  <a:pt x="3713" y="59203"/>
                </a:lnTo>
                <a:lnTo>
                  <a:pt x="5659" y="52807"/>
                </a:lnTo>
                <a:lnTo>
                  <a:pt x="8253" y="46700"/>
                </a:lnTo>
                <a:lnTo>
                  <a:pt x="11541" y="40907"/>
                </a:lnTo>
                <a:lnTo>
                  <a:pt x="15566" y="35517"/>
                </a:lnTo>
                <a:lnTo>
                  <a:pt x="20353" y="30596"/>
                </a:lnTo>
                <a:lnTo>
                  <a:pt x="25855" y="26191"/>
                </a:lnTo>
                <a:lnTo>
                  <a:pt x="32074" y="22299"/>
                </a:lnTo>
                <a:lnTo>
                  <a:pt x="38985" y="18899"/>
                </a:lnTo>
                <a:lnTo>
                  <a:pt x="46589" y="15925"/>
                </a:lnTo>
                <a:lnTo>
                  <a:pt x="54977" y="13331"/>
                </a:lnTo>
                <a:lnTo>
                  <a:pt x="64191" y="11049"/>
                </a:lnTo>
                <a:lnTo>
                  <a:pt x="74278" y="9081"/>
                </a:lnTo>
                <a:lnTo>
                  <a:pt x="85349" y="7380"/>
                </a:lnTo>
                <a:lnTo>
                  <a:pt x="97428" y="5905"/>
                </a:lnTo>
                <a:lnTo>
                  <a:pt x="110601" y="4653"/>
                </a:lnTo>
                <a:lnTo>
                  <a:pt x="124938" y="3579"/>
                </a:lnTo>
                <a:lnTo>
                  <a:pt x="140482" y="2706"/>
                </a:lnTo>
                <a:lnTo>
                  <a:pt x="157346" y="1968"/>
                </a:lnTo>
                <a:lnTo>
                  <a:pt x="195079" y="939"/>
                </a:lnTo>
                <a:lnTo>
                  <a:pt x="238670" y="335"/>
                </a:lnTo>
                <a:lnTo>
                  <a:pt x="288524" y="67"/>
                </a:lnTo>
                <a:lnTo>
                  <a:pt x="345134" y="0"/>
                </a:lnTo>
                <a:lnTo>
                  <a:pt x="3128901" y="984"/>
                </a:lnTo>
                <a:lnTo>
                  <a:pt x="3236750" y="1118"/>
                </a:lnTo>
                <a:lnTo>
                  <a:pt x="3281931" y="1475"/>
                </a:lnTo>
                <a:lnTo>
                  <a:pt x="3321787" y="2214"/>
                </a:lnTo>
                <a:lnTo>
                  <a:pt x="3356567" y="3467"/>
                </a:lnTo>
                <a:lnTo>
                  <a:pt x="3372267" y="4339"/>
                </a:lnTo>
                <a:lnTo>
                  <a:pt x="3386828" y="5390"/>
                </a:lnTo>
                <a:lnTo>
                  <a:pt x="3400315" y="6620"/>
                </a:lnTo>
                <a:lnTo>
                  <a:pt x="3412795" y="8097"/>
                </a:lnTo>
                <a:lnTo>
                  <a:pt x="3424336" y="9819"/>
                </a:lnTo>
                <a:lnTo>
                  <a:pt x="3434960" y="11787"/>
                </a:lnTo>
                <a:lnTo>
                  <a:pt x="3444734" y="14091"/>
                </a:lnTo>
                <a:lnTo>
                  <a:pt x="3453725" y="16707"/>
                </a:lnTo>
                <a:lnTo>
                  <a:pt x="3461956" y="19704"/>
                </a:lnTo>
                <a:lnTo>
                  <a:pt x="3469493" y="23126"/>
                </a:lnTo>
                <a:lnTo>
                  <a:pt x="3476338" y="27040"/>
                </a:lnTo>
                <a:lnTo>
                  <a:pt x="3482489" y="31447"/>
                </a:lnTo>
                <a:lnTo>
                  <a:pt x="3487946" y="36412"/>
                </a:lnTo>
                <a:lnTo>
                  <a:pt x="3492688" y="41892"/>
                </a:lnTo>
                <a:lnTo>
                  <a:pt x="3496647" y="47841"/>
                </a:lnTo>
                <a:lnTo>
                  <a:pt x="3499890" y="54215"/>
                </a:lnTo>
                <a:lnTo>
                  <a:pt x="3502440" y="60970"/>
                </a:lnTo>
                <a:lnTo>
                  <a:pt x="3504341" y="68016"/>
                </a:lnTo>
                <a:lnTo>
                  <a:pt x="3505705" y="75419"/>
                </a:lnTo>
                <a:lnTo>
                  <a:pt x="3506599" y="83135"/>
                </a:lnTo>
                <a:lnTo>
                  <a:pt x="3507091" y="91187"/>
                </a:lnTo>
                <a:lnTo>
                  <a:pt x="3507248" y="99574"/>
                </a:lnTo>
                <a:lnTo>
                  <a:pt x="3508142" y="1176239"/>
                </a:lnTo>
                <a:lnTo>
                  <a:pt x="3508008" y="1192030"/>
                </a:lnTo>
                <a:lnTo>
                  <a:pt x="3507761" y="1199433"/>
                </a:lnTo>
                <a:lnTo>
                  <a:pt x="3507270" y="1206456"/>
                </a:lnTo>
                <a:lnTo>
                  <a:pt x="3506509" y="1213211"/>
                </a:lnTo>
                <a:lnTo>
                  <a:pt x="3505369" y="1219720"/>
                </a:lnTo>
                <a:lnTo>
                  <a:pt x="3503736" y="1225983"/>
                </a:lnTo>
                <a:lnTo>
                  <a:pt x="3501522" y="1232021"/>
                </a:lnTo>
                <a:lnTo>
                  <a:pt x="3498614" y="1237769"/>
                </a:lnTo>
                <a:lnTo>
                  <a:pt x="3494946" y="1243137"/>
                </a:lnTo>
                <a:lnTo>
                  <a:pt x="3490517" y="1248058"/>
                </a:lnTo>
                <a:lnTo>
                  <a:pt x="3485351" y="1252442"/>
                </a:lnTo>
                <a:lnTo>
                  <a:pt x="3479469" y="1256311"/>
                </a:lnTo>
                <a:lnTo>
                  <a:pt x="3472916" y="1259643"/>
                </a:lnTo>
                <a:lnTo>
                  <a:pt x="3465647" y="1262529"/>
                </a:lnTo>
                <a:lnTo>
                  <a:pt x="3457639" y="1265034"/>
                </a:lnTo>
                <a:lnTo>
                  <a:pt x="3448828" y="1267180"/>
                </a:lnTo>
                <a:lnTo>
                  <a:pt x="3439142" y="1269037"/>
                </a:lnTo>
                <a:lnTo>
                  <a:pt x="3428474" y="1270625"/>
                </a:lnTo>
                <a:lnTo>
                  <a:pt x="3416798" y="1271989"/>
                </a:lnTo>
                <a:lnTo>
                  <a:pt x="3404006" y="1273152"/>
                </a:lnTo>
                <a:lnTo>
                  <a:pt x="3390005" y="1274115"/>
                </a:lnTo>
                <a:lnTo>
                  <a:pt x="3358355" y="1275524"/>
                </a:lnTo>
                <a:lnTo>
                  <a:pt x="3321183" y="1276418"/>
                </a:lnTo>
                <a:lnTo>
                  <a:pt x="3278038" y="1276888"/>
                </a:lnTo>
                <a:lnTo>
                  <a:pt x="3172001" y="1277112"/>
                </a:lnTo>
                <a:lnTo>
                  <a:pt x="345111" y="1272392"/>
                </a:lnTo>
                <a:lnTo>
                  <a:pt x="288546" y="1272347"/>
                </a:lnTo>
                <a:lnTo>
                  <a:pt x="238692" y="1272079"/>
                </a:lnTo>
                <a:lnTo>
                  <a:pt x="195168" y="1271497"/>
                </a:lnTo>
                <a:lnTo>
                  <a:pt x="157459" y="1270468"/>
                </a:lnTo>
                <a:lnTo>
                  <a:pt x="125184" y="1268880"/>
                </a:lnTo>
                <a:lnTo>
                  <a:pt x="110848" y="1267829"/>
                </a:lnTo>
                <a:lnTo>
                  <a:pt x="97718" y="1266577"/>
                </a:lnTo>
                <a:lnTo>
                  <a:pt x="85663" y="1265122"/>
                </a:lnTo>
                <a:lnTo>
                  <a:pt x="74658" y="1263423"/>
                </a:lnTo>
                <a:lnTo>
                  <a:pt x="64594" y="1261455"/>
                </a:lnTo>
                <a:lnTo>
                  <a:pt x="55423" y="1259196"/>
                </a:lnTo>
                <a:lnTo>
                  <a:pt x="47081" y="1256624"/>
                </a:lnTo>
                <a:lnTo>
                  <a:pt x="39499" y="1253648"/>
                </a:lnTo>
                <a:lnTo>
                  <a:pt x="32633" y="1250249"/>
                </a:lnTo>
                <a:lnTo>
                  <a:pt x="26459" y="1246358"/>
                </a:lnTo>
                <a:lnTo>
                  <a:pt x="20980" y="1241975"/>
                </a:lnTo>
                <a:lnTo>
                  <a:pt x="16215" y="1237054"/>
                </a:lnTo>
                <a:lnTo>
                  <a:pt x="12234" y="1231641"/>
                </a:lnTo>
                <a:lnTo>
                  <a:pt x="8991" y="1225870"/>
                </a:lnTo>
                <a:lnTo>
                  <a:pt x="6441" y="1219765"/>
                </a:lnTo>
                <a:lnTo>
                  <a:pt x="4518" y="1213390"/>
                </a:lnTo>
                <a:lnTo>
                  <a:pt x="3109" y="1206770"/>
                </a:lnTo>
                <a:lnTo>
                  <a:pt x="2125" y="1199903"/>
                </a:lnTo>
                <a:lnTo>
                  <a:pt x="1499" y="1192746"/>
                </a:lnTo>
                <a:lnTo>
                  <a:pt x="1119" y="1185232"/>
                </a:lnTo>
                <a:lnTo>
                  <a:pt x="895" y="1169351"/>
                </a:lnTo>
                <a:lnTo>
                  <a:pt x="0" y="103309"/>
                </a:lnTo>
                <a:lnTo>
                  <a:pt x="224" y="87407"/>
                </a:lnTo>
                <a:moveTo>
                  <a:pt x="22366" y="103556"/>
                </a:moveTo>
                <a:lnTo>
                  <a:pt x="22366" y="103376"/>
                </a:lnTo>
                <a:lnTo>
                  <a:pt x="23261" y="1169240"/>
                </a:lnTo>
                <a:lnTo>
                  <a:pt x="23261" y="1169105"/>
                </a:lnTo>
                <a:lnTo>
                  <a:pt x="23485" y="1184717"/>
                </a:lnTo>
                <a:lnTo>
                  <a:pt x="23463" y="1184313"/>
                </a:lnTo>
                <a:lnTo>
                  <a:pt x="23821" y="1191403"/>
                </a:lnTo>
                <a:lnTo>
                  <a:pt x="23799" y="1190979"/>
                </a:lnTo>
                <a:lnTo>
                  <a:pt x="24379" y="1197622"/>
                </a:lnTo>
                <a:lnTo>
                  <a:pt x="24312" y="1197040"/>
                </a:lnTo>
                <a:lnTo>
                  <a:pt x="25207" y="1203259"/>
                </a:lnTo>
                <a:lnTo>
                  <a:pt x="25073" y="1202498"/>
                </a:lnTo>
                <a:lnTo>
                  <a:pt x="26303" y="1208291"/>
                </a:lnTo>
                <a:lnTo>
                  <a:pt x="26057" y="1207373"/>
                </a:lnTo>
                <a:lnTo>
                  <a:pt x="27690" y="1212742"/>
                </a:lnTo>
                <a:lnTo>
                  <a:pt x="27310" y="1211667"/>
                </a:lnTo>
                <a:lnTo>
                  <a:pt x="29367" y="1216655"/>
                </a:lnTo>
                <a:lnTo>
                  <a:pt x="28808" y="1215493"/>
                </a:lnTo>
                <a:lnTo>
                  <a:pt x="31379" y="1220077"/>
                </a:lnTo>
                <a:lnTo>
                  <a:pt x="30619" y="1218892"/>
                </a:lnTo>
                <a:lnTo>
                  <a:pt x="33750" y="1223141"/>
                </a:lnTo>
                <a:lnTo>
                  <a:pt x="32812" y="1222023"/>
                </a:lnTo>
                <a:lnTo>
                  <a:pt x="36569" y="1225915"/>
                </a:lnTo>
                <a:lnTo>
                  <a:pt x="35540" y="1224976"/>
                </a:lnTo>
                <a:lnTo>
                  <a:pt x="39968" y="1228531"/>
                </a:lnTo>
                <a:lnTo>
                  <a:pt x="38917" y="1227771"/>
                </a:lnTo>
                <a:lnTo>
                  <a:pt x="44061" y="1231015"/>
                </a:lnTo>
                <a:lnTo>
                  <a:pt x="43056" y="1230456"/>
                </a:lnTo>
                <a:lnTo>
                  <a:pt x="48982" y="1233385"/>
                </a:lnTo>
                <a:lnTo>
                  <a:pt x="48110" y="1233006"/>
                </a:lnTo>
                <a:lnTo>
                  <a:pt x="54864" y="1235645"/>
                </a:lnTo>
                <a:lnTo>
                  <a:pt x="54104" y="1235376"/>
                </a:lnTo>
                <a:lnTo>
                  <a:pt x="61731" y="1237747"/>
                </a:lnTo>
                <a:lnTo>
                  <a:pt x="61104" y="1237568"/>
                </a:lnTo>
                <a:lnTo>
                  <a:pt x="69671" y="1239670"/>
                </a:lnTo>
                <a:lnTo>
                  <a:pt x="69134" y="1239559"/>
                </a:lnTo>
                <a:lnTo>
                  <a:pt x="78707" y="1241414"/>
                </a:lnTo>
                <a:lnTo>
                  <a:pt x="78282" y="1241348"/>
                </a:lnTo>
                <a:lnTo>
                  <a:pt x="88906" y="1242981"/>
                </a:lnTo>
                <a:lnTo>
                  <a:pt x="88548" y="1242935"/>
                </a:lnTo>
                <a:lnTo>
                  <a:pt x="100268" y="1244344"/>
                </a:lnTo>
                <a:lnTo>
                  <a:pt x="99978" y="1244323"/>
                </a:lnTo>
                <a:lnTo>
                  <a:pt x="112837" y="1245552"/>
                </a:lnTo>
                <a:lnTo>
                  <a:pt x="112614" y="1245530"/>
                </a:lnTo>
                <a:lnTo>
                  <a:pt x="126705" y="1246559"/>
                </a:lnTo>
                <a:lnTo>
                  <a:pt x="126436" y="1246537"/>
                </a:lnTo>
                <a:lnTo>
                  <a:pt x="158443" y="1248124"/>
                </a:lnTo>
                <a:lnTo>
                  <a:pt x="158196" y="1248124"/>
                </a:lnTo>
                <a:lnTo>
                  <a:pt x="195682" y="1249131"/>
                </a:lnTo>
                <a:lnTo>
                  <a:pt x="195525" y="1249131"/>
                </a:lnTo>
                <a:lnTo>
                  <a:pt x="238961" y="1249713"/>
                </a:lnTo>
                <a:lnTo>
                  <a:pt x="238871" y="1249713"/>
                </a:lnTo>
                <a:lnTo>
                  <a:pt x="288636" y="1249981"/>
                </a:lnTo>
                <a:lnTo>
                  <a:pt x="288592" y="1249981"/>
                </a:lnTo>
                <a:lnTo>
                  <a:pt x="345134" y="1250025"/>
                </a:lnTo>
                <a:lnTo>
                  <a:pt x="3172001" y="1254746"/>
                </a:lnTo>
                <a:lnTo>
                  <a:pt x="3171977" y="1254746"/>
                </a:lnTo>
                <a:lnTo>
                  <a:pt x="3277949" y="1254522"/>
                </a:lnTo>
                <a:lnTo>
                  <a:pt x="3277837" y="1254522"/>
                </a:lnTo>
                <a:lnTo>
                  <a:pt x="3320871" y="1254052"/>
                </a:lnTo>
                <a:lnTo>
                  <a:pt x="3320714" y="1254052"/>
                </a:lnTo>
                <a:lnTo>
                  <a:pt x="3357708" y="1253179"/>
                </a:lnTo>
                <a:lnTo>
                  <a:pt x="3357461" y="1253179"/>
                </a:lnTo>
                <a:lnTo>
                  <a:pt x="3388864" y="1251770"/>
                </a:lnTo>
                <a:lnTo>
                  <a:pt x="3388594" y="1251793"/>
                </a:lnTo>
                <a:lnTo>
                  <a:pt x="3402350" y="1250830"/>
                </a:lnTo>
                <a:lnTo>
                  <a:pt x="3402126" y="1250853"/>
                </a:lnTo>
                <a:lnTo>
                  <a:pt x="3414652" y="1249735"/>
                </a:lnTo>
                <a:lnTo>
                  <a:pt x="3414360" y="1249758"/>
                </a:lnTo>
                <a:lnTo>
                  <a:pt x="3425722" y="1248437"/>
                </a:lnTo>
                <a:lnTo>
                  <a:pt x="3425342" y="1248484"/>
                </a:lnTo>
                <a:lnTo>
                  <a:pt x="3435609" y="1246962"/>
                </a:lnTo>
                <a:lnTo>
                  <a:pt x="3435161" y="1247029"/>
                </a:lnTo>
                <a:lnTo>
                  <a:pt x="3444354" y="1245262"/>
                </a:lnTo>
                <a:lnTo>
                  <a:pt x="3443794" y="1245395"/>
                </a:lnTo>
                <a:lnTo>
                  <a:pt x="3452003" y="1243383"/>
                </a:lnTo>
                <a:lnTo>
                  <a:pt x="3451332" y="1243563"/>
                </a:lnTo>
                <a:lnTo>
                  <a:pt x="3458580" y="1241303"/>
                </a:lnTo>
                <a:lnTo>
                  <a:pt x="3457774" y="1241593"/>
                </a:lnTo>
                <a:lnTo>
                  <a:pt x="3464171" y="1239044"/>
                </a:lnTo>
                <a:lnTo>
                  <a:pt x="3463230" y="1239469"/>
                </a:lnTo>
                <a:lnTo>
                  <a:pt x="3468778" y="1236651"/>
                </a:lnTo>
                <a:lnTo>
                  <a:pt x="3467727" y="1237254"/>
                </a:lnTo>
                <a:lnTo>
                  <a:pt x="3472514" y="1234124"/>
                </a:lnTo>
                <a:lnTo>
                  <a:pt x="3471395" y="1234951"/>
                </a:lnTo>
                <a:lnTo>
                  <a:pt x="3475488" y="1231485"/>
                </a:lnTo>
                <a:lnTo>
                  <a:pt x="3474414" y="1232536"/>
                </a:lnTo>
                <a:lnTo>
                  <a:pt x="3477837" y="1228734"/>
                </a:lnTo>
                <a:lnTo>
                  <a:pt x="3476897" y="1229919"/>
                </a:lnTo>
                <a:lnTo>
                  <a:pt x="3479714" y="1225780"/>
                </a:lnTo>
                <a:lnTo>
                  <a:pt x="3478977" y="1227034"/>
                </a:lnTo>
                <a:lnTo>
                  <a:pt x="3481281" y="1222492"/>
                </a:lnTo>
                <a:lnTo>
                  <a:pt x="3480745" y="1223701"/>
                </a:lnTo>
                <a:lnTo>
                  <a:pt x="3482556" y="1218781"/>
                </a:lnTo>
                <a:lnTo>
                  <a:pt x="3482220" y="1219832"/>
                </a:lnTo>
                <a:lnTo>
                  <a:pt x="3483607" y="1214530"/>
                </a:lnTo>
                <a:lnTo>
                  <a:pt x="3483428" y="1215403"/>
                </a:lnTo>
                <a:lnTo>
                  <a:pt x="3484434" y="1209677"/>
                </a:lnTo>
                <a:lnTo>
                  <a:pt x="3484322" y="1210349"/>
                </a:lnTo>
                <a:lnTo>
                  <a:pt x="3485038" y="1204198"/>
                </a:lnTo>
                <a:lnTo>
                  <a:pt x="3484971" y="1204712"/>
                </a:lnTo>
                <a:lnTo>
                  <a:pt x="3485419" y="1198113"/>
                </a:lnTo>
                <a:lnTo>
                  <a:pt x="3485419" y="1198472"/>
                </a:lnTo>
                <a:lnTo>
                  <a:pt x="3485665" y="1191403"/>
                </a:lnTo>
                <a:lnTo>
                  <a:pt x="3485642" y="1191694"/>
                </a:lnTo>
                <a:lnTo>
                  <a:pt x="3485776" y="1176104"/>
                </a:lnTo>
                <a:lnTo>
                  <a:pt x="3485776" y="1176217"/>
                </a:lnTo>
                <a:lnTo>
                  <a:pt x="3484881" y="99686"/>
                </a:lnTo>
                <a:lnTo>
                  <a:pt x="3484881" y="99865"/>
                </a:lnTo>
                <a:lnTo>
                  <a:pt x="3484748" y="91836"/>
                </a:lnTo>
                <a:lnTo>
                  <a:pt x="3484748" y="92328"/>
                </a:lnTo>
                <a:lnTo>
                  <a:pt x="3484300" y="84790"/>
                </a:lnTo>
                <a:lnTo>
                  <a:pt x="3484344" y="85394"/>
                </a:lnTo>
                <a:lnTo>
                  <a:pt x="3483540" y="78349"/>
                </a:lnTo>
                <a:lnTo>
                  <a:pt x="3483651" y="79109"/>
                </a:lnTo>
                <a:lnTo>
                  <a:pt x="3482443" y="72533"/>
                </a:lnTo>
                <a:lnTo>
                  <a:pt x="3482646" y="73428"/>
                </a:lnTo>
                <a:lnTo>
                  <a:pt x="3480990" y="67322"/>
                </a:lnTo>
                <a:lnTo>
                  <a:pt x="3481303" y="68351"/>
                </a:lnTo>
                <a:lnTo>
                  <a:pt x="3479178" y="62693"/>
                </a:lnTo>
                <a:lnTo>
                  <a:pt x="3479670" y="63811"/>
                </a:lnTo>
                <a:lnTo>
                  <a:pt x="3477009" y="58555"/>
                </a:lnTo>
                <a:lnTo>
                  <a:pt x="3477680" y="59717"/>
                </a:lnTo>
                <a:lnTo>
                  <a:pt x="3474459" y="54886"/>
                </a:lnTo>
                <a:lnTo>
                  <a:pt x="3475287" y="55983"/>
                </a:lnTo>
                <a:lnTo>
                  <a:pt x="3471463" y="51532"/>
                </a:lnTo>
                <a:lnTo>
                  <a:pt x="3472424" y="52516"/>
                </a:lnTo>
                <a:lnTo>
                  <a:pt x="3467928" y="48445"/>
                </a:lnTo>
                <a:lnTo>
                  <a:pt x="3468935" y="49250"/>
                </a:lnTo>
                <a:lnTo>
                  <a:pt x="3463768" y="45560"/>
                </a:lnTo>
                <a:lnTo>
                  <a:pt x="3464751" y="46186"/>
                </a:lnTo>
                <a:lnTo>
                  <a:pt x="3458847" y="42809"/>
                </a:lnTo>
                <a:lnTo>
                  <a:pt x="3459764" y="43279"/>
                </a:lnTo>
                <a:lnTo>
                  <a:pt x="3453078" y="40236"/>
                </a:lnTo>
                <a:lnTo>
                  <a:pt x="3453882" y="40573"/>
                </a:lnTo>
                <a:lnTo>
                  <a:pt x="3446412" y="37844"/>
                </a:lnTo>
                <a:lnTo>
                  <a:pt x="3447106" y="38067"/>
                </a:lnTo>
                <a:lnTo>
                  <a:pt x="3438762" y="35629"/>
                </a:lnTo>
                <a:lnTo>
                  <a:pt x="3439344" y="35786"/>
                </a:lnTo>
                <a:lnTo>
                  <a:pt x="3430107" y="33639"/>
                </a:lnTo>
                <a:lnTo>
                  <a:pt x="3430599" y="33728"/>
                </a:lnTo>
                <a:lnTo>
                  <a:pt x="3420421" y="31827"/>
                </a:lnTo>
                <a:lnTo>
                  <a:pt x="3420847" y="31894"/>
                </a:lnTo>
                <a:lnTo>
                  <a:pt x="3409686" y="30239"/>
                </a:lnTo>
                <a:lnTo>
                  <a:pt x="3410022" y="30284"/>
                </a:lnTo>
                <a:lnTo>
                  <a:pt x="3397854" y="28853"/>
                </a:lnTo>
                <a:lnTo>
                  <a:pt x="3398123" y="28874"/>
                </a:lnTo>
                <a:lnTo>
                  <a:pt x="3384882" y="27667"/>
                </a:lnTo>
                <a:lnTo>
                  <a:pt x="3385106" y="27690"/>
                </a:lnTo>
                <a:lnTo>
                  <a:pt x="3370769" y="26660"/>
                </a:lnTo>
                <a:lnTo>
                  <a:pt x="3370948" y="26660"/>
                </a:lnTo>
                <a:lnTo>
                  <a:pt x="3355448" y="25811"/>
                </a:lnTo>
                <a:lnTo>
                  <a:pt x="3355672" y="25811"/>
                </a:lnTo>
                <a:lnTo>
                  <a:pt x="3321072" y="24580"/>
                </a:lnTo>
                <a:lnTo>
                  <a:pt x="3321273" y="24580"/>
                </a:lnTo>
                <a:lnTo>
                  <a:pt x="3281595" y="23842"/>
                </a:lnTo>
                <a:lnTo>
                  <a:pt x="3281707" y="23842"/>
                </a:lnTo>
                <a:lnTo>
                  <a:pt x="3236594" y="23484"/>
                </a:lnTo>
                <a:lnTo>
                  <a:pt x="3236684" y="23484"/>
                </a:lnTo>
                <a:lnTo>
                  <a:pt x="3128878" y="23350"/>
                </a:lnTo>
                <a:lnTo>
                  <a:pt x="3128901" y="23350"/>
                </a:lnTo>
                <a:lnTo>
                  <a:pt x="345134" y="22366"/>
                </a:lnTo>
                <a:lnTo>
                  <a:pt x="288570" y="22433"/>
                </a:lnTo>
                <a:lnTo>
                  <a:pt x="288614" y="22433"/>
                </a:lnTo>
                <a:lnTo>
                  <a:pt x="238827" y="22702"/>
                </a:lnTo>
                <a:lnTo>
                  <a:pt x="238917" y="22702"/>
                </a:lnTo>
                <a:lnTo>
                  <a:pt x="195459" y="23283"/>
                </a:lnTo>
                <a:lnTo>
                  <a:pt x="195615" y="23283"/>
                </a:lnTo>
                <a:lnTo>
                  <a:pt x="158062" y="24334"/>
                </a:lnTo>
                <a:lnTo>
                  <a:pt x="158242" y="24312"/>
                </a:lnTo>
                <a:lnTo>
                  <a:pt x="141533" y="25050"/>
                </a:lnTo>
                <a:lnTo>
                  <a:pt x="141690" y="25028"/>
                </a:lnTo>
                <a:lnTo>
                  <a:pt x="126303" y="25900"/>
                </a:lnTo>
                <a:lnTo>
                  <a:pt x="126504" y="25900"/>
                </a:lnTo>
                <a:lnTo>
                  <a:pt x="112368" y="26951"/>
                </a:lnTo>
                <a:lnTo>
                  <a:pt x="112614" y="26929"/>
                </a:lnTo>
                <a:lnTo>
                  <a:pt x="99687" y="28159"/>
                </a:lnTo>
                <a:lnTo>
                  <a:pt x="99978" y="28137"/>
                </a:lnTo>
                <a:lnTo>
                  <a:pt x="88212" y="29568"/>
                </a:lnTo>
                <a:lnTo>
                  <a:pt x="88570" y="29501"/>
                </a:lnTo>
                <a:lnTo>
                  <a:pt x="77924" y="31156"/>
                </a:lnTo>
                <a:lnTo>
                  <a:pt x="78349" y="31089"/>
                </a:lnTo>
                <a:lnTo>
                  <a:pt x="68732" y="32968"/>
                </a:lnTo>
                <a:lnTo>
                  <a:pt x="69268" y="32833"/>
                </a:lnTo>
                <a:lnTo>
                  <a:pt x="60658" y="34958"/>
                </a:lnTo>
                <a:lnTo>
                  <a:pt x="61283" y="34779"/>
                </a:lnTo>
                <a:lnTo>
                  <a:pt x="53612" y="37172"/>
                </a:lnTo>
                <a:lnTo>
                  <a:pt x="54372" y="36904"/>
                </a:lnTo>
                <a:lnTo>
                  <a:pt x="47573" y="39566"/>
                </a:lnTo>
                <a:lnTo>
                  <a:pt x="48446" y="39163"/>
                </a:lnTo>
                <a:lnTo>
                  <a:pt x="42474" y="42115"/>
                </a:lnTo>
                <a:lnTo>
                  <a:pt x="43458" y="41557"/>
                </a:lnTo>
                <a:lnTo>
                  <a:pt x="38269" y="44800"/>
                </a:lnTo>
                <a:lnTo>
                  <a:pt x="39320" y="44061"/>
                </a:lnTo>
                <a:lnTo>
                  <a:pt x="34869" y="47640"/>
                </a:lnTo>
                <a:lnTo>
                  <a:pt x="35898" y="46700"/>
                </a:lnTo>
                <a:lnTo>
                  <a:pt x="32096" y="50592"/>
                </a:lnTo>
                <a:lnTo>
                  <a:pt x="33035" y="49496"/>
                </a:lnTo>
                <a:lnTo>
                  <a:pt x="29859" y="53746"/>
                </a:lnTo>
                <a:lnTo>
                  <a:pt x="30642" y="52561"/>
                </a:lnTo>
                <a:lnTo>
                  <a:pt x="28025" y="57168"/>
                </a:lnTo>
                <a:lnTo>
                  <a:pt x="28606" y="56005"/>
                </a:lnTo>
                <a:lnTo>
                  <a:pt x="26482" y="60992"/>
                </a:lnTo>
                <a:lnTo>
                  <a:pt x="26884" y="59919"/>
                </a:lnTo>
                <a:lnTo>
                  <a:pt x="25230" y="65309"/>
                </a:lnTo>
                <a:lnTo>
                  <a:pt x="25475" y="64393"/>
                </a:lnTo>
                <a:lnTo>
                  <a:pt x="24223" y="70163"/>
                </a:lnTo>
                <a:lnTo>
                  <a:pt x="24357" y="69425"/>
                </a:lnTo>
                <a:lnTo>
                  <a:pt x="23463" y="75620"/>
                </a:lnTo>
                <a:lnTo>
                  <a:pt x="23530" y="75038"/>
                </a:lnTo>
                <a:lnTo>
                  <a:pt x="22925" y="81682"/>
                </a:lnTo>
                <a:lnTo>
                  <a:pt x="22947" y="81257"/>
                </a:lnTo>
                <a:lnTo>
                  <a:pt x="22590" y="88346"/>
                </a:lnTo>
                <a:lnTo>
                  <a:pt x="22590" y="87944"/>
                </a:lnTo>
                <a:lnTo>
                  <a:pt x="22366" y="103556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text-108 Type">
            <a:extLst xmlns:a="http://schemas.openxmlformats.org/drawingml/2006/main">
              <a:ext uri="{FF2B5EF4-FFF2-40B4-BE49-F238E27FC236}">
                <a16:creationId xmlns:a16="http://schemas.microsoft.com/office/drawing/2014/main" id="{0893DA24-39CA-4031-B608-680A052D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6174316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180" name="text-109 5">
            <a:extLst xmlns:a="http://schemas.openxmlformats.org/drawingml/2006/main">
              <a:ext uri="{FF2B5EF4-FFF2-40B4-BE49-F238E27FC236}">
                <a16:creationId xmlns:a16="http://schemas.microsoft.com/office/drawing/2014/main" id="{23F5308C-7CE3-4CF1-9CFD-29AB1E8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6199638"/>
            <a:ext cx="182505" cy="37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81" name="text-110 -">
            <a:extLst xmlns:a="http://schemas.openxmlformats.org/drawingml/2006/main">
              <a:ext uri="{FF2B5EF4-FFF2-40B4-BE49-F238E27FC236}">
                <a16:creationId xmlns:a16="http://schemas.microsoft.com/office/drawing/2014/main" id="{E07DB432-361C-4CAD-99FA-47935E89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248" y="6199521"/>
            <a:ext cx="137706" cy="37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82" name="text-111 Scene">
            <a:extLst xmlns:a="http://schemas.openxmlformats.org/drawingml/2006/main">
              <a:ext uri="{FF2B5EF4-FFF2-40B4-BE49-F238E27FC236}">
                <a16:creationId xmlns:a16="http://schemas.microsoft.com/office/drawing/2014/main" id="{599F0D04-B826-491D-9F47-96F629F3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6199570"/>
            <a:ext cx="704236" cy="375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Scene</a:t>
            </a:r>
          </a:p>
        </p:txBody>
      </p:sp>
      <p:sp>
        <p:nvSpPr>
          <p:cNvPr id="183" name="text-111 Level">
            <a:extLst xmlns:a="http://schemas.openxmlformats.org/drawingml/2006/main">
              <a:ext uri="{FF2B5EF4-FFF2-40B4-BE49-F238E27FC236}">
                <a16:creationId xmlns:a16="http://schemas.microsoft.com/office/drawing/2014/main" id="{FE56CB5E-3077-40F6-82AF-3A02FAD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2443" y="6199136"/>
            <a:ext cx="675413" cy="376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Level</a:t>
            </a:r>
          </a:p>
        </p:txBody>
      </p:sp>
      <p:sp>
        <p:nvSpPr>
          <p:cNvPr id="184" name="text-112 Can">
            <a:extLst xmlns:a="http://schemas.openxmlformats.org/drawingml/2006/main">
              <a:ext uri="{FF2B5EF4-FFF2-40B4-BE49-F238E27FC236}">
                <a16:creationId xmlns:a16="http://schemas.microsoft.com/office/drawing/2014/main" id="{4508F9EE-2DE1-4D6E-AF11-1561B25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9463" y="6558487"/>
            <a:ext cx="360565" cy="28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Can</a:t>
            </a:r>
          </a:p>
        </p:txBody>
      </p:sp>
      <p:sp>
        <p:nvSpPr>
          <p:cNvPr id="185" name="text-112 you">
            <a:extLst xmlns:a="http://schemas.openxmlformats.org/drawingml/2006/main">
              <a:ext uri="{FF2B5EF4-FFF2-40B4-BE49-F238E27FC236}">
                <a16:creationId xmlns:a16="http://schemas.microsoft.com/office/drawing/2014/main" id="{FB58D20C-442D-4074-AC8B-E2EA4055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4097" y="6558531"/>
            <a:ext cx="338191" cy="281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</a:t>
            </a:r>
          </a:p>
        </p:txBody>
      </p:sp>
      <p:sp>
        <p:nvSpPr>
          <p:cNvPr id="186" name="text-112 sum">
            <a:extLst xmlns:a="http://schemas.openxmlformats.org/drawingml/2006/main">
              <a:ext uri="{FF2B5EF4-FFF2-40B4-BE49-F238E27FC236}">
                <a16:creationId xmlns:a16="http://schemas.microsoft.com/office/drawing/2014/main" id="{EF8F6B7F-833C-4A2A-BF0C-F2832D32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6365" y="6558577"/>
            <a:ext cx="371741" cy="281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sum</a:t>
            </a:r>
          </a:p>
        </p:txBody>
      </p:sp>
      <p:sp>
        <p:nvSpPr>
          <p:cNvPr id="187" name="text-112 the">
            <a:extLst xmlns:a="http://schemas.openxmlformats.org/drawingml/2006/main">
              <a:ext uri="{FF2B5EF4-FFF2-40B4-BE49-F238E27FC236}">
                <a16:creationId xmlns:a16="http://schemas.microsoft.com/office/drawing/2014/main" id="{64EBCA71-419A-4A12-9322-B38A730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2183" y="6558542"/>
            <a:ext cx="282150" cy="281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88" name="text-112 traffic">
            <a:extLst xmlns:a="http://schemas.openxmlformats.org/drawingml/2006/main">
              <a:ext uri="{FF2B5EF4-FFF2-40B4-BE49-F238E27FC236}">
                <a16:creationId xmlns:a16="http://schemas.microsoft.com/office/drawing/2014/main" id="{5457B3E6-9737-40B2-886D-7500FB7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8535" y="6556879"/>
            <a:ext cx="528480" cy="284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traffic</a:t>
            </a:r>
          </a:p>
        </p:txBody>
      </p:sp>
      <p:sp>
        <p:nvSpPr>
          <p:cNvPr id="189" name="text-112 scene?">
            <a:extLst xmlns:a="http://schemas.openxmlformats.org/drawingml/2006/main">
              <a:ext uri="{FF2B5EF4-FFF2-40B4-BE49-F238E27FC236}">
                <a16:creationId xmlns:a16="http://schemas.microsoft.com/office/drawing/2014/main" id="{3FA81630-C209-46C4-9E01-AFD8B52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0916" y="6558406"/>
            <a:ext cx="572937" cy="282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scene?</a:t>
            </a:r>
          </a:p>
        </p:txBody>
      </p:sp>
      <p:sp>
        <p:nvSpPr>
          <p:cNvPr id="190" name="text-113 A">
            <a:extLst xmlns:a="http://schemas.openxmlformats.org/drawingml/2006/main">
              <a:ext uri="{FF2B5EF4-FFF2-40B4-BE49-F238E27FC236}">
                <a16:creationId xmlns:a16="http://schemas.microsoft.com/office/drawing/2014/main" id="{08F7EEE7-B61D-4B9B-86CC-C9B663E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280" y="6800127"/>
            <a:ext cx="181607" cy="28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1" name="text-113 multi-lane">
            <a:extLst xmlns:a="http://schemas.openxmlformats.org/drawingml/2006/main">
              <a:ext uri="{FF2B5EF4-FFF2-40B4-BE49-F238E27FC236}">
                <a16:creationId xmlns:a16="http://schemas.microsoft.com/office/drawing/2014/main" id="{7062FD14-4E23-4DB4-B6DD-0945EC40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3984" y="6800038"/>
            <a:ext cx="863684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multi-lane</a:t>
            </a:r>
          </a:p>
        </p:txBody>
      </p:sp>
      <p:sp>
        <p:nvSpPr>
          <p:cNvPr id="192" name="text-113 highway">
            <a:extLst xmlns:a="http://schemas.openxmlformats.org/drawingml/2006/main">
              <a:ext uri="{FF2B5EF4-FFF2-40B4-BE49-F238E27FC236}">
                <a16:creationId xmlns:a16="http://schemas.microsoft.com/office/drawing/2014/main" id="{4FFA332B-4104-42F9-B2C1-521644C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1859" y="6800033"/>
            <a:ext cx="729609" cy="281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highway</a:t>
            </a:r>
          </a:p>
        </p:txBody>
      </p:sp>
      <p:sp>
        <p:nvSpPr>
          <p:cNvPr id="193" name="text-113 with">
            <a:extLst xmlns:a="http://schemas.openxmlformats.org/drawingml/2006/main">
              <a:ext uri="{FF2B5EF4-FFF2-40B4-BE49-F238E27FC236}">
                <a16:creationId xmlns:a16="http://schemas.microsoft.com/office/drawing/2014/main" id="{CBC21EB4-CA22-47E2-BFE2-230F3BE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5537" y="6800096"/>
            <a:ext cx="394103" cy="281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194" name="text-113 steady">
            <a:extLst xmlns:a="http://schemas.openxmlformats.org/drawingml/2006/main">
              <a:ext uri="{FF2B5EF4-FFF2-40B4-BE49-F238E27FC236}">
                <a16:creationId xmlns:a16="http://schemas.microsoft.com/office/drawing/2014/main" id="{DEC825E0-0108-4796-A6FC-0A5690D6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720" y="6800012"/>
            <a:ext cx="550682" cy="282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steady</a:t>
            </a:r>
          </a:p>
        </p:txBody>
      </p:sp>
      <p:sp>
        <p:nvSpPr>
          <p:cNvPr id="195" name="text-114 traffic">
            <a:extLst xmlns:a="http://schemas.openxmlformats.org/drawingml/2006/main">
              <a:ext uri="{FF2B5EF4-FFF2-40B4-BE49-F238E27FC236}">
                <a16:creationId xmlns:a16="http://schemas.microsoft.com/office/drawing/2014/main" id="{BA058F6B-9E87-45B6-B404-CA128AFD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5477" y="7039990"/>
            <a:ext cx="528479" cy="284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traffic</a:t>
            </a:r>
          </a:p>
        </p:txBody>
      </p:sp>
      <p:sp>
        <p:nvSpPr>
          <p:cNvPr id="196" name="text-114 flow.">
            <a:extLst xmlns:a="http://schemas.openxmlformats.org/drawingml/2006/main">
              <a:ext uri="{FF2B5EF4-FFF2-40B4-BE49-F238E27FC236}">
                <a16:creationId xmlns:a16="http://schemas.microsoft.com/office/drawing/2014/main" id="{D8466553-0126-40DE-ACF4-2AF1759F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7858" y="7035106"/>
            <a:ext cx="456788" cy="291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flow.</a:t>
            </a:r>
          </a:p>
        </p:txBody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51190DF-2F2C-465C-AEEE-6A6374D07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75c70280840f4"/>
          <a:stretch xmlns:a="http://schemas.openxmlformats.org/drawingml/2006/main"/>
        </p:blipFill>
        <p:spPr>
          <a:xfrm xmlns:a="http://schemas.openxmlformats.org/drawingml/2006/main">
            <a:off x="5229225" y="6591300"/>
            <a:ext cx="285750" cy="257175"/>
          </a:xfrm>
          <a:prstGeom xmlns:a="http://schemas.openxmlformats.org/drawingml/2006/main" prst="rect">
            <a:avLst/>
          </a:prstGeom>
        </p:spPr>
      </p:pic>
      <p:pic>
        <p:nvPic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5203368-FF34-473E-9445-83F6C0133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380ddb1414298"/>
          <a:stretch xmlns:a="http://schemas.openxmlformats.org/drawingml/2006/main"/>
        </p:blipFill>
        <p:spPr>
          <a:xfrm xmlns:a="http://schemas.openxmlformats.org/drawingml/2006/main">
            <a:off x="5219700" y="6829425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C981D98-0860-4F47-B967-5352A3692B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e6f58edf748a4"/>
          <a:stretch xmlns:a="http://schemas.openxmlformats.org/drawingml/2006/main"/>
        </p:blipFill>
        <p:spPr>
          <a:xfrm xmlns:a="http://schemas.openxmlformats.org/drawingml/2006/main">
            <a:off x="4924425" y="6534150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A028A57-CC72-4615-9FF1-B8FE94681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a08d7d43e4d8f"/>
          <a:stretch xmlns:a="http://schemas.openxmlformats.org/drawingml/2006/main"/>
        </p:blipFill>
        <p:spPr>
          <a:xfrm xmlns:a="http://schemas.openxmlformats.org/drawingml/2006/main">
            <a:off x="4867275" y="6724650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201" name="path-120">
            <a:extLst xmlns:a="http://schemas.openxmlformats.org/drawingml/2006/main">
              <a:ext uri="{FF2B5EF4-FFF2-40B4-BE49-F238E27FC236}">
                <a16:creationId xmlns:a16="http://schemas.microsoft.com/office/drawing/2014/main" id="{C6411588-5684-4891-86A1-CFE3A204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62" y="63445"/>
            <a:ext cx="3908497" cy="7526235"/>
          </a:xfrm>
          <a:custGeom xmlns:a="http://schemas.openxmlformats.org/drawingml/2006/main">
            <a:pathLst>
              <a:path w="3908497" h="7526235">
                <a:moveTo>
                  <a:pt x="3908497" y="0"/>
                </a:moveTo>
                <a:lnTo>
                  <a:pt x="3908497" y="7526235"/>
                </a:lnTo>
                <a:lnTo>
                  <a:pt x="0" y="7526235"/>
                </a:lnTo>
                <a:lnTo>
                  <a:pt x="0" y="0"/>
                </a:lnTo>
                <a:lnTo>
                  <a:pt x="3908497" y="0"/>
                </a:lnTo>
                <a:moveTo>
                  <a:pt x="16775" y="33549"/>
                </a:moveTo>
                <a:lnTo>
                  <a:pt x="33549" y="16775"/>
                </a:lnTo>
                <a:lnTo>
                  <a:pt x="33549" y="7509460"/>
                </a:lnTo>
                <a:lnTo>
                  <a:pt x="16775" y="7492685"/>
                </a:lnTo>
                <a:lnTo>
                  <a:pt x="3891723" y="7492685"/>
                </a:lnTo>
                <a:lnTo>
                  <a:pt x="3874948" y="7509460"/>
                </a:lnTo>
                <a:lnTo>
                  <a:pt x="3874948" y="16775"/>
                </a:lnTo>
                <a:lnTo>
                  <a:pt x="3891723" y="33549"/>
                </a:lnTo>
                <a:lnTo>
                  <a:pt x="16775" y="33549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21">
            <a:extLst xmlns:a="http://schemas.openxmlformats.org/drawingml/2006/main">
              <a:ext uri="{FF2B5EF4-FFF2-40B4-BE49-F238E27FC236}">
                <a16:creationId xmlns:a16="http://schemas.microsoft.com/office/drawing/2014/main" id="{673C1F07-752E-499E-A82E-56DF33D9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535" y="1961219"/>
            <a:ext cx="6158539" cy="1468343"/>
          </a:xfrm>
          <a:custGeom xmlns:a="http://schemas.openxmlformats.org/drawingml/2006/main">
            <a:pathLst>
              <a:path w="6158539" h="1468343">
                <a:moveTo>
                  <a:pt x="201" y="144911"/>
                </a:moveTo>
                <a:lnTo>
                  <a:pt x="783" y="137172"/>
                </a:lnTo>
                <a:lnTo>
                  <a:pt x="1766" y="129523"/>
                </a:lnTo>
                <a:lnTo>
                  <a:pt x="3109" y="121986"/>
                </a:lnTo>
                <a:lnTo>
                  <a:pt x="4808" y="114605"/>
                </a:lnTo>
                <a:lnTo>
                  <a:pt x="6866" y="107358"/>
                </a:lnTo>
                <a:lnTo>
                  <a:pt x="9259" y="100246"/>
                </a:lnTo>
                <a:lnTo>
                  <a:pt x="12010" y="93312"/>
                </a:lnTo>
                <a:lnTo>
                  <a:pt x="15073" y="86535"/>
                </a:lnTo>
                <a:lnTo>
                  <a:pt x="18451" y="79937"/>
                </a:lnTo>
                <a:lnTo>
                  <a:pt x="22120" y="73540"/>
                </a:lnTo>
                <a:lnTo>
                  <a:pt x="26101" y="67345"/>
                </a:lnTo>
                <a:lnTo>
                  <a:pt x="30350" y="61351"/>
                </a:lnTo>
                <a:lnTo>
                  <a:pt x="34891" y="55580"/>
                </a:lnTo>
                <a:lnTo>
                  <a:pt x="39677" y="50056"/>
                </a:lnTo>
                <a:lnTo>
                  <a:pt x="44754" y="44755"/>
                </a:lnTo>
                <a:lnTo>
                  <a:pt x="50055" y="39678"/>
                </a:lnTo>
                <a:lnTo>
                  <a:pt x="55579" y="34891"/>
                </a:lnTo>
                <a:lnTo>
                  <a:pt x="61350" y="30351"/>
                </a:lnTo>
                <a:lnTo>
                  <a:pt x="67344" y="26102"/>
                </a:lnTo>
                <a:lnTo>
                  <a:pt x="73540" y="22120"/>
                </a:lnTo>
                <a:lnTo>
                  <a:pt x="79937" y="18452"/>
                </a:lnTo>
                <a:lnTo>
                  <a:pt x="86534" y="15075"/>
                </a:lnTo>
                <a:lnTo>
                  <a:pt x="93312" y="12011"/>
                </a:lnTo>
                <a:lnTo>
                  <a:pt x="100245" y="9260"/>
                </a:lnTo>
                <a:lnTo>
                  <a:pt x="107357" y="6866"/>
                </a:lnTo>
                <a:lnTo>
                  <a:pt x="114603" y="4809"/>
                </a:lnTo>
                <a:lnTo>
                  <a:pt x="121984" y="3109"/>
                </a:lnTo>
                <a:lnTo>
                  <a:pt x="129522" y="1767"/>
                </a:lnTo>
                <a:lnTo>
                  <a:pt x="137172" y="783"/>
                </a:lnTo>
                <a:lnTo>
                  <a:pt x="144911" y="202"/>
                </a:lnTo>
                <a:lnTo>
                  <a:pt x="152627" y="0"/>
                </a:lnTo>
                <a:lnTo>
                  <a:pt x="6005911" y="0"/>
                </a:lnTo>
                <a:lnTo>
                  <a:pt x="6013628" y="202"/>
                </a:lnTo>
                <a:lnTo>
                  <a:pt x="6021367" y="783"/>
                </a:lnTo>
                <a:lnTo>
                  <a:pt x="6029016" y="1767"/>
                </a:lnTo>
                <a:lnTo>
                  <a:pt x="6036552" y="3109"/>
                </a:lnTo>
                <a:lnTo>
                  <a:pt x="6043935" y="4809"/>
                </a:lnTo>
                <a:lnTo>
                  <a:pt x="6051182" y="6866"/>
                </a:lnTo>
                <a:lnTo>
                  <a:pt x="6058294" y="9260"/>
                </a:lnTo>
                <a:lnTo>
                  <a:pt x="6065227" y="12011"/>
                </a:lnTo>
                <a:lnTo>
                  <a:pt x="6072004" y="15075"/>
                </a:lnTo>
                <a:lnTo>
                  <a:pt x="6078601" y="18452"/>
                </a:lnTo>
                <a:lnTo>
                  <a:pt x="6084998" y="22120"/>
                </a:lnTo>
                <a:lnTo>
                  <a:pt x="6091194" y="26102"/>
                </a:lnTo>
                <a:lnTo>
                  <a:pt x="6097188" y="30351"/>
                </a:lnTo>
                <a:lnTo>
                  <a:pt x="6102960" y="34891"/>
                </a:lnTo>
                <a:lnTo>
                  <a:pt x="6108483" y="39678"/>
                </a:lnTo>
                <a:lnTo>
                  <a:pt x="6113784" y="44755"/>
                </a:lnTo>
                <a:lnTo>
                  <a:pt x="6118861" y="50056"/>
                </a:lnTo>
                <a:lnTo>
                  <a:pt x="6123648" y="55580"/>
                </a:lnTo>
                <a:lnTo>
                  <a:pt x="6128189" y="61351"/>
                </a:lnTo>
                <a:lnTo>
                  <a:pt x="6132438" y="67345"/>
                </a:lnTo>
                <a:lnTo>
                  <a:pt x="6136418" y="73540"/>
                </a:lnTo>
                <a:lnTo>
                  <a:pt x="6140087" y="79937"/>
                </a:lnTo>
                <a:lnTo>
                  <a:pt x="6143465" y="86535"/>
                </a:lnTo>
                <a:lnTo>
                  <a:pt x="6146529" y="93312"/>
                </a:lnTo>
                <a:lnTo>
                  <a:pt x="6149279" y="100246"/>
                </a:lnTo>
                <a:lnTo>
                  <a:pt x="6151672" y="107358"/>
                </a:lnTo>
                <a:lnTo>
                  <a:pt x="6153730" y="114605"/>
                </a:lnTo>
                <a:lnTo>
                  <a:pt x="6155430" y="121986"/>
                </a:lnTo>
                <a:lnTo>
                  <a:pt x="6156772" y="129523"/>
                </a:lnTo>
                <a:lnTo>
                  <a:pt x="6157756" y="137172"/>
                </a:lnTo>
                <a:lnTo>
                  <a:pt x="6158337" y="144911"/>
                </a:lnTo>
                <a:lnTo>
                  <a:pt x="6158539" y="152627"/>
                </a:lnTo>
                <a:lnTo>
                  <a:pt x="6158539" y="1315716"/>
                </a:lnTo>
                <a:lnTo>
                  <a:pt x="6158337" y="1323432"/>
                </a:lnTo>
                <a:lnTo>
                  <a:pt x="6157756" y="1331170"/>
                </a:lnTo>
                <a:lnTo>
                  <a:pt x="6156772" y="1338820"/>
                </a:lnTo>
                <a:lnTo>
                  <a:pt x="6155430" y="1346358"/>
                </a:lnTo>
                <a:lnTo>
                  <a:pt x="6153730" y="1353739"/>
                </a:lnTo>
                <a:lnTo>
                  <a:pt x="6151672" y="1360985"/>
                </a:lnTo>
                <a:lnTo>
                  <a:pt x="6149279" y="1368097"/>
                </a:lnTo>
                <a:lnTo>
                  <a:pt x="6146529" y="1375031"/>
                </a:lnTo>
                <a:lnTo>
                  <a:pt x="6143465" y="1381808"/>
                </a:lnTo>
                <a:lnTo>
                  <a:pt x="6140087" y="1388406"/>
                </a:lnTo>
                <a:lnTo>
                  <a:pt x="6136418" y="1394803"/>
                </a:lnTo>
                <a:lnTo>
                  <a:pt x="6132438" y="1400998"/>
                </a:lnTo>
                <a:lnTo>
                  <a:pt x="6128189" y="1406993"/>
                </a:lnTo>
                <a:lnTo>
                  <a:pt x="6123648" y="1412763"/>
                </a:lnTo>
                <a:lnTo>
                  <a:pt x="6118861" y="1418287"/>
                </a:lnTo>
                <a:lnTo>
                  <a:pt x="6113784" y="1423588"/>
                </a:lnTo>
                <a:lnTo>
                  <a:pt x="6108483" y="1428665"/>
                </a:lnTo>
                <a:lnTo>
                  <a:pt x="6102960" y="1433451"/>
                </a:lnTo>
                <a:lnTo>
                  <a:pt x="6097188" y="1437992"/>
                </a:lnTo>
                <a:lnTo>
                  <a:pt x="6091194" y="1442242"/>
                </a:lnTo>
                <a:lnTo>
                  <a:pt x="6084998" y="1446223"/>
                </a:lnTo>
                <a:lnTo>
                  <a:pt x="6078601" y="1449891"/>
                </a:lnTo>
                <a:lnTo>
                  <a:pt x="6072004" y="1453268"/>
                </a:lnTo>
                <a:lnTo>
                  <a:pt x="6065227" y="1456332"/>
                </a:lnTo>
                <a:lnTo>
                  <a:pt x="6058294" y="1459084"/>
                </a:lnTo>
                <a:lnTo>
                  <a:pt x="6051182" y="1461476"/>
                </a:lnTo>
                <a:lnTo>
                  <a:pt x="6043935" y="1463535"/>
                </a:lnTo>
                <a:lnTo>
                  <a:pt x="6036552" y="1465234"/>
                </a:lnTo>
                <a:lnTo>
                  <a:pt x="6029016" y="1466576"/>
                </a:lnTo>
                <a:lnTo>
                  <a:pt x="6021367" y="1467560"/>
                </a:lnTo>
                <a:lnTo>
                  <a:pt x="6013628" y="1468141"/>
                </a:lnTo>
                <a:lnTo>
                  <a:pt x="6005911" y="1468343"/>
                </a:lnTo>
                <a:lnTo>
                  <a:pt x="152627" y="1468343"/>
                </a:lnTo>
                <a:lnTo>
                  <a:pt x="144911" y="1468141"/>
                </a:lnTo>
                <a:lnTo>
                  <a:pt x="137172" y="1467560"/>
                </a:lnTo>
                <a:lnTo>
                  <a:pt x="129522" y="1466576"/>
                </a:lnTo>
                <a:lnTo>
                  <a:pt x="121984" y="1465234"/>
                </a:lnTo>
                <a:lnTo>
                  <a:pt x="114603" y="1463535"/>
                </a:lnTo>
                <a:lnTo>
                  <a:pt x="107357" y="1461476"/>
                </a:lnTo>
                <a:lnTo>
                  <a:pt x="100245" y="1459084"/>
                </a:lnTo>
                <a:lnTo>
                  <a:pt x="93312" y="1456332"/>
                </a:lnTo>
                <a:lnTo>
                  <a:pt x="86534" y="1453268"/>
                </a:lnTo>
                <a:lnTo>
                  <a:pt x="79937" y="1449891"/>
                </a:lnTo>
                <a:lnTo>
                  <a:pt x="73540" y="1446223"/>
                </a:lnTo>
                <a:lnTo>
                  <a:pt x="67344" y="1442242"/>
                </a:lnTo>
                <a:lnTo>
                  <a:pt x="61350" y="1437992"/>
                </a:lnTo>
                <a:lnTo>
                  <a:pt x="55579" y="1433451"/>
                </a:lnTo>
                <a:lnTo>
                  <a:pt x="50055" y="1428665"/>
                </a:lnTo>
                <a:lnTo>
                  <a:pt x="44754" y="1423588"/>
                </a:lnTo>
                <a:lnTo>
                  <a:pt x="39677" y="1418287"/>
                </a:lnTo>
                <a:lnTo>
                  <a:pt x="34891" y="1412763"/>
                </a:lnTo>
                <a:lnTo>
                  <a:pt x="30350" y="1406993"/>
                </a:lnTo>
                <a:lnTo>
                  <a:pt x="26101" y="1400998"/>
                </a:lnTo>
                <a:lnTo>
                  <a:pt x="22120" y="1394803"/>
                </a:lnTo>
                <a:lnTo>
                  <a:pt x="18451" y="1388406"/>
                </a:lnTo>
                <a:lnTo>
                  <a:pt x="15073" y="1381808"/>
                </a:lnTo>
                <a:lnTo>
                  <a:pt x="12010" y="1375031"/>
                </a:lnTo>
                <a:lnTo>
                  <a:pt x="9259" y="1368097"/>
                </a:lnTo>
                <a:lnTo>
                  <a:pt x="6866" y="1360985"/>
                </a:lnTo>
                <a:lnTo>
                  <a:pt x="4808" y="1353739"/>
                </a:lnTo>
                <a:lnTo>
                  <a:pt x="3109" y="1346358"/>
                </a:lnTo>
                <a:lnTo>
                  <a:pt x="1766" y="1338820"/>
                </a:lnTo>
                <a:lnTo>
                  <a:pt x="783" y="1331170"/>
                </a:lnTo>
                <a:lnTo>
                  <a:pt x="201" y="1323432"/>
                </a:lnTo>
                <a:lnTo>
                  <a:pt x="0" y="1315716"/>
                </a:lnTo>
                <a:lnTo>
                  <a:pt x="0" y="152627"/>
                </a:lnTo>
                <a:lnTo>
                  <a:pt x="201" y="144911"/>
                </a:lnTo>
                <a:moveTo>
                  <a:pt x="22366" y="153052"/>
                </a:moveTo>
                <a:lnTo>
                  <a:pt x="22366" y="152784"/>
                </a:lnTo>
                <a:lnTo>
                  <a:pt x="22366" y="1315559"/>
                </a:lnTo>
                <a:lnTo>
                  <a:pt x="22366" y="1315291"/>
                </a:lnTo>
                <a:lnTo>
                  <a:pt x="22545" y="1322582"/>
                </a:lnTo>
                <a:lnTo>
                  <a:pt x="22522" y="1322001"/>
                </a:lnTo>
                <a:lnTo>
                  <a:pt x="23059" y="1329203"/>
                </a:lnTo>
                <a:lnTo>
                  <a:pt x="23014" y="1328643"/>
                </a:lnTo>
                <a:lnTo>
                  <a:pt x="23909" y="1335734"/>
                </a:lnTo>
                <a:lnTo>
                  <a:pt x="23819" y="1335175"/>
                </a:lnTo>
                <a:lnTo>
                  <a:pt x="25072" y="1342130"/>
                </a:lnTo>
                <a:lnTo>
                  <a:pt x="24960" y="1341593"/>
                </a:lnTo>
                <a:lnTo>
                  <a:pt x="26526" y="1348438"/>
                </a:lnTo>
                <a:lnTo>
                  <a:pt x="26391" y="1347901"/>
                </a:lnTo>
                <a:lnTo>
                  <a:pt x="28315" y="1354610"/>
                </a:lnTo>
                <a:lnTo>
                  <a:pt x="28137" y="1354096"/>
                </a:lnTo>
                <a:lnTo>
                  <a:pt x="30373" y="1360672"/>
                </a:lnTo>
                <a:lnTo>
                  <a:pt x="30171" y="1360157"/>
                </a:lnTo>
                <a:lnTo>
                  <a:pt x="32721" y="1366576"/>
                </a:lnTo>
                <a:lnTo>
                  <a:pt x="32498" y="1366085"/>
                </a:lnTo>
                <a:lnTo>
                  <a:pt x="35337" y="1372347"/>
                </a:lnTo>
                <a:lnTo>
                  <a:pt x="35092" y="1371855"/>
                </a:lnTo>
                <a:lnTo>
                  <a:pt x="38223" y="1377961"/>
                </a:lnTo>
                <a:lnTo>
                  <a:pt x="37978" y="1377491"/>
                </a:lnTo>
                <a:lnTo>
                  <a:pt x="41378" y="1383418"/>
                </a:lnTo>
                <a:lnTo>
                  <a:pt x="41087" y="1382949"/>
                </a:lnTo>
                <a:lnTo>
                  <a:pt x="44776" y="1388697"/>
                </a:lnTo>
                <a:lnTo>
                  <a:pt x="44486" y="1388250"/>
                </a:lnTo>
                <a:lnTo>
                  <a:pt x="48423" y="1393796"/>
                </a:lnTo>
                <a:lnTo>
                  <a:pt x="48110" y="1393371"/>
                </a:lnTo>
                <a:lnTo>
                  <a:pt x="52314" y="1398716"/>
                </a:lnTo>
                <a:lnTo>
                  <a:pt x="51979" y="1398314"/>
                </a:lnTo>
                <a:lnTo>
                  <a:pt x="56407" y="1403459"/>
                </a:lnTo>
                <a:lnTo>
                  <a:pt x="56049" y="1403056"/>
                </a:lnTo>
                <a:lnTo>
                  <a:pt x="60746" y="1407976"/>
                </a:lnTo>
                <a:lnTo>
                  <a:pt x="60366" y="1407596"/>
                </a:lnTo>
                <a:lnTo>
                  <a:pt x="65287" y="1412293"/>
                </a:lnTo>
                <a:lnTo>
                  <a:pt x="64884" y="1411935"/>
                </a:lnTo>
                <a:lnTo>
                  <a:pt x="70028" y="1416364"/>
                </a:lnTo>
                <a:lnTo>
                  <a:pt x="69626" y="1416028"/>
                </a:lnTo>
                <a:lnTo>
                  <a:pt x="74971" y="1420233"/>
                </a:lnTo>
                <a:lnTo>
                  <a:pt x="74547" y="1419920"/>
                </a:lnTo>
                <a:lnTo>
                  <a:pt x="80093" y="1423857"/>
                </a:lnTo>
                <a:lnTo>
                  <a:pt x="79646" y="1423566"/>
                </a:lnTo>
                <a:lnTo>
                  <a:pt x="85394" y="1427256"/>
                </a:lnTo>
                <a:lnTo>
                  <a:pt x="84924" y="1426965"/>
                </a:lnTo>
                <a:lnTo>
                  <a:pt x="90850" y="1430365"/>
                </a:lnTo>
                <a:lnTo>
                  <a:pt x="90382" y="1430119"/>
                </a:lnTo>
                <a:lnTo>
                  <a:pt x="96487" y="1433250"/>
                </a:lnTo>
                <a:lnTo>
                  <a:pt x="95995" y="1433004"/>
                </a:lnTo>
                <a:lnTo>
                  <a:pt x="102258" y="1435844"/>
                </a:lnTo>
                <a:lnTo>
                  <a:pt x="101766" y="1435621"/>
                </a:lnTo>
                <a:lnTo>
                  <a:pt x="108185" y="1438171"/>
                </a:lnTo>
                <a:lnTo>
                  <a:pt x="107670" y="1437970"/>
                </a:lnTo>
                <a:lnTo>
                  <a:pt x="114247" y="1440206"/>
                </a:lnTo>
                <a:lnTo>
                  <a:pt x="113731" y="1440027"/>
                </a:lnTo>
                <a:lnTo>
                  <a:pt x="120441" y="1441951"/>
                </a:lnTo>
                <a:lnTo>
                  <a:pt x="119904" y="1441816"/>
                </a:lnTo>
                <a:lnTo>
                  <a:pt x="126749" y="1443382"/>
                </a:lnTo>
                <a:lnTo>
                  <a:pt x="126212" y="1443271"/>
                </a:lnTo>
                <a:lnTo>
                  <a:pt x="133167" y="1444523"/>
                </a:lnTo>
                <a:lnTo>
                  <a:pt x="132608" y="1444433"/>
                </a:lnTo>
                <a:lnTo>
                  <a:pt x="139700" y="1445327"/>
                </a:lnTo>
                <a:lnTo>
                  <a:pt x="139140" y="1445283"/>
                </a:lnTo>
                <a:lnTo>
                  <a:pt x="146342" y="1445820"/>
                </a:lnTo>
                <a:lnTo>
                  <a:pt x="145760" y="1445798"/>
                </a:lnTo>
                <a:lnTo>
                  <a:pt x="153051" y="1445976"/>
                </a:lnTo>
                <a:lnTo>
                  <a:pt x="152784" y="1445976"/>
                </a:lnTo>
                <a:lnTo>
                  <a:pt x="6005756" y="1445976"/>
                </a:lnTo>
                <a:lnTo>
                  <a:pt x="6005487" y="1445976"/>
                </a:lnTo>
                <a:lnTo>
                  <a:pt x="6012778" y="1445798"/>
                </a:lnTo>
                <a:lnTo>
                  <a:pt x="6012197" y="1445820"/>
                </a:lnTo>
                <a:lnTo>
                  <a:pt x="6019399" y="1445283"/>
                </a:lnTo>
                <a:lnTo>
                  <a:pt x="6018840" y="1445327"/>
                </a:lnTo>
                <a:lnTo>
                  <a:pt x="6025930" y="1444433"/>
                </a:lnTo>
                <a:lnTo>
                  <a:pt x="6025369" y="1444523"/>
                </a:lnTo>
                <a:lnTo>
                  <a:pt x="6032327" y="1443271"/>
                </a:lnTo>
                <a:lnTo>
                  <a:pt x="6031790" y="1443382"/>
                </a:lnTo>
                <a:lnTo>
                  <a:pt x="6038634" y="1441816"/>
                </a:lnTo>
                <a:lnTo>
                  <a:pt x="6038097" y="1441951"/>
                </a:lnTo>
                <a:lnTo>
                  <a:pt x="6044807" y="1440027"/>
                </a:lnTo>
                <a:lnTo>
                  <a:pt x="6044292" y="1440206"/>
                </a:lnTo>
                <a:lnTo>
                  <a:pt x="6050868" y="1437970"/>
                </a:lnTo>
                <a:lnTo>
                  <a:pt x="6050353" y="1438171"/>
                </a:lnTo>
                <a:lnTo>
                  <a:pt x="6056773" y="1435621"/>
                </a:lnTo>
                <a:lnTo>
                  <a:pt x="6056280" y="1435844"/>
                </a:lnTo>
                <a:lnTo>
                  <a:pt x="6062544" y="1433004"/>
                </a:lnTo>
                <a:lnTo>
                  <a:pt x="6062051" y="1433250"/>
                </a:lnTo>
                <a:lnTo>
                  <a:pt x="6068158" y="1430119"/>
                </a:lnTo>
                <a:lnTo>
                  <a:pt x="6067688" y="1430365"/>
                </a:lnTo>
                <a:lnTo>
                  <a:pt x="6073615" y="1426965"/>
                </a:lnTo>
                <a:lnTo>
                  <a:pt x="6073146" y="1427256"/>
                </a:lnTo>
                <a:lnTo>
                  <a:pt x="6078893" y="1423566"/>
                </a:lnTo>
                <a:lnTo>
                  <a:pt x="6078446" y="1423857"/>
                </a:lnTo>
                <a:lnTo>
                  <a:pt x="6083993" y="1419920"/>
                </a:lnTo>
                <a:lnTo>
                  <a:pt x="6083568" y="1420233"/>
                </a:lnTo>
                <a:lnTo>
                  <a:pt x="6088912" y="1416028"/>
                </a:lnTo>
                <a:lnTo>
                  <a:pt x="6088510" y="1416364"/>
                </a:lnTo>
                <a:lnTo>
                  <a:pt x="6093655" y="1411935"/>
                </a:lnTo>
                <a:lnTo>
                  <a:pt x="6093252" y="1412293"/>
                </a:lnTo>
                <a:lnTo>
                  <a:pt x="6098172" y="1407596"/>
                </a:lnTo>
                <a:lnTo>
                  <a:pt x="6097793" y="1407976"/>
                </a:lnTo>
                <a:lnTo>
                  <a:pt x="6102489" y="1403056"/>
                </a:lnTo>
                <a:lnTo>
                  <a:pt x="6102109" y="1403459"/>
                </a:lnTo>
                <a:lnTo>
                  <a:pt x="6106560" y="1398314"/>
                </a:lnTo>
                <a:lnTo>
                  <a:pt x="6106225" y="1398716"/>
                </a:lnTo>
                <a:lnTo>
                  <a:pt x="6110429" y="1393371"/>
                </a:lnTo>
                <a:lnTo>
                  <a:pt x="6110115" y="1393796"/>
                </a:lnTo>
                <a:lnTo>
                  <a:pt x="6114052" y="1388250"/>
                </a:lnTo>
                <a:lnTo>
                  <a:pt x="6113762" y="1388697"/>
                </a:lnTo>
                <a:lnTo>
                  <a:pt x="6117452" y="1382949"/>
                </a:lnTo>
                <a:lnTo>
                  <a:pt x="6117161" y="1383418"/>
                </a:lnTo>
                <a:lnTo>
                  <a:pt x="6120583" y="1377491"/>
                </a:lnTo>
                <a:lnTo>
                  <a:pt x="6120316" y="1377961"/>
                </a:lnTo>
                <a:lnTo>
                  <a:pt x="6123446" y="1371855"/>
                </a:lnTo>
                <a:lnTo>
                  <a:pt x="6123201" y="1372347"/>
                </a:lnTo>
                <a:lnTo>
                  <a:pt x="6126041" y="1366085"/>
                </a:lnTo>
                <a:lnTo>
                  <a:pt x="6125817" y="1366576"/>
                </a:lnTo>
                <a:lnTo>
                  <a:pt x="6128368" y="1360157"/>
                </a:lnTo>
                <a:lnTo>
                  <a:pt x="6128165" y="1360672"/>
                </a:lnTo>
                <a:lnTo>
                  <a:pt x="6130403" y="1354096"/>
                </a:lnTo>
                <a:lnTo>
                  <a:pt x="6130223" y="1354610"/>
                </a:lnTo>
                <a:lnTo>
                  <a:pt x="6132148" y="1347901"/>
                </a:lnTo>
                <a:lnTo>
                  <a:pt x="6131991" y="1348438"/>
                </a:lnTo>
                <a:lnTo>
                  <a:pt x="6133578" y="1341593"/>
                </a:lnTo>
                <a:lnTo>
                  <a:pt x="6133466" y="1342130"/>
                </a:lnTo>
                <a:lnTo>
                  <a:pt x="6134720" y="1335175"/>
                </a:lnTo>
                <a:lnTo>
                  <a:pt x="6134629" y="1335734"/>
                </a:lnTo>
                <a:lnTo>
                  <a:pt x="6135524" y="1328643"/>
                </a:lnTo>
                <a:lnTo>
                  <a:pt x="6135480" y="1329203"/>
                </a:lnTo>
                <a:lnTo>
                  <a:pt x="6136016" y="1322001"/>
                </a:lnTo>
                <a:lnTo>
                  <a:pt x="6135994" y="1322582"/>
                </a:lnTo>
                <a:lnTo>
                  <a:pt x="6136173" y="1315291"/>
                </a:lnTo>
                <a:lnTo>
                  <a:pt x="6136173" y="1315559"/>
                </a:lnTo>
                <a:lnTo>
                  <a:pt x="6136173" y="152784"/>
                </a:lnTo>
                <a:lnTo>
                  <a:pt x="6136173" y="153052"/>
                </a:lnTo>
                <a:lnTo>
                  <a:pt x="6135994" y="145761"/>
                </a:lnTo>
                <a:lnTo>
                  <a:pt x="6136016" y="146343"/>
                </a:lnTo>
                <a:lnTo>
                  <a:pt x="6135480" y="139141"/>
                </a:lnTo>
                <a:lnTo>
                  <a:pt x="6135524" y="139700"/>
                </a:lnTo>
                <a:lnTo>
                  <a:pt x="6134629" y="132610"/>
                </a:lnTo>
                <a:lnTo>
                  <a:pt x="6134720" y="133169"/>
                </a:lnTo>
                <a:lnTo>
                  <a:pt x="6133466" y="126213"/>
                </a:lnTo>
                <a:lnTo>
                  <a:pt x="6133578" y="126750"/>
                </a:lnTo>
                <a:lnTo>
                  <a:pt x="6131991" y="119905"/>
                </a:lnTo>
                <a:lnTo>
                  <a:pt x="6132148" y="120442"/>
                </a:lnTo>
                <a:lnTo>
                  <a:pt x="6130223" y="113732"/>
                </a:lnTo>
                <a:lnTo>
                  <a:pt x="6130403" y="114247"/>
                </a:lnTo>
                <a:lnTo>
                  <a:pt x="6128165" y="107671"/>
                </a:lnTo>
                <a:lnTo>
                  <a:pt x="6128368" y="108186"/>
                </a:lnTo>
                <a:lnTo>
                  <a:pt x="6125817" y="101766"/>
                </a:lnTo>
                <a:lnTo>
                  <a:pt x="6126041" y="102259"/>
                </a:lnTo>
                <a:lnTo>
                  <a:pt x="6123201" y="95996"/>
                </a:lnTo>
                <a:lnTo>
                  <a:pt x="6123446" y="96488"/>
                </a:lnTo>
                <a:lnTo>
                  <a:pt x="6120316" y="90382"/>
                </a:lnTo>
                <a:lnTo>
                  <a:pt x="6120583" y="90852"/>
                </a:lnTo>
                <a:lnTo>
                  <a:pt x="6117161" y="84925"/>
                </a:lnTo>
                <a:lnTo>
                  <a:pt x="6117452" y="85394"/>
                </a:lnTo>
                <a:lnTo>
                  <a:pt x="6113762" y="79646"/>
                </a:lnTo>
                <a:lnTo>
                  <a:pt x="6114052" y="80094"/>
                </a:lnTo>
                <a:lnTo>
                  <a:pt x="6110115" y="74547"/>
                </a:lnTo>
                <a:lnTo>
                  <a:pt x="6110429" y="74972"/>
                </a:lnTo>
                <a:lnTo>
                  <a:pt x="6106225" y="69626"/>
                </a:lnTo>
                <a:lnTo>
                  <a:pt x="6106560" y="70029"/>
                </a:lnTo>
                <a:lnTo>
                  <a:pt x="6102109" y="64885"/>
                </a:lnTo>
                <a:lnTo>
                  <a:pt x="6102489" y="65287"/>
                </a:lnTo>
                <a:lnTo>
                  <a:pt x="6097793" y="60367"/>
                </a:lnTo>
                <a:lnTo>
                  <a:pt x="6098172" y="60747"/>
                </a:lnTo>
                <a:lnTo>
                  <a:pt x="6093252" y="56050"/>
                </a:lnTo>
                <a:lnTo>
                  <a:pt x="6093655" y="56408"/>
                </a:lnTo>
                <a:lnTo>
                  <a:pt x="6088510" y="51979"/>
                </a:lnTo>
                <a:lnTo>
                  <a:pt x="6088912" y="52315"/>
                </a:lnTo>
                <a:lnTo>
                  <a:pt x="6083568" y="48110"/>
                </a:lnTo>
                <a:lnTo>
                  <a:pt x="6083993" y="48423"/>
                </a:lnTo>
                <a:lnTo>
                  <a:pt x="6078446" y="44487"/>
                </a:lnTo>
                <a:lnTo>
                  <a:pt x="6078893" y="44777"/>
                </a:lnTo>
                <a:lnTo>
                  <a:pt x="6073146" y="41087"/>
                </a:lnTo>
                <a:lnTo>
                  <a:pt x="6073615" y="41378"/>
                </a:lnTo>
                <a:lnTo>
                  <a:pt x="6067688" y="37978"/>
                </a:lnTo>
                <a:lnTo>
                  <a:pt x="6068158" y="38224"/>
                </a:lnTo>
                <a:lnTo>
                  <a:pt x="6062051" y="35093"/>
                </a:lnTo>
                <a:lnTo>
                  <a:pt x="6062544" y="35339"/>
                </a:lnTo>
                <a:lnTo>
                  <a:pt x="6056280" y="32499"/>
                </a:lnTo>
                <a:lnTo>
                  <a:pt x="6056773" y="32722"/>
                </a:lnTo>
                <a:lnTo>
                  <a:pt x="6050353" y="30172"/>
                </a:lnTo>
                <a:lnTo>
                  <a:pt x="6050868" y="30374"/>
                </a:lnTo>
                <a:lnTo>
                  <a:pt x="6044292" y="28137"/>
                </a:lnTo>
                <a:lnTo>
                  <a:pt x="6044807" y="28316"/>
                </a:lnTo>
                <a:lnTo>
                  <a:pt x="6038097" y="26392"/>
                </a:lnTo>
                <a:lnTo>
                  <a:pt x="6038634" y="26527"/>
                </a:lnTo>
                <a:lnTo>
                  <a:pt x="6031790" y="24961"/>
                </a:lnTo>
                <a:lnTo>
                  <a:pt x="6032327" y="25073"/>
                </a:lnTo>
                <a:lnTo>
                  <a:pt x="6025369" y="23820"/>
                </a:lnTo>
                <a:lnTo>
                  <a:pt x="6025930" y="23910"/>
                </a:lnTo>
                <a:lnTo>
                  <a:pt x="6018840" y="23015"/>
                </a:lnTo>
                <a:lnTo>
                  <a:pt x="6019399" y="23060"/>
                </a:lnTo>
                <a:lnTo>
                  <a:pt x="6012197" y="22523"/>
                </a:lnTo>
                <a:lnTo>
                  <a:pt x="6012778" y="22545"/>
                </a:lnTo>
                <a:lnTo>
                  <a:pt x="6005487" y="22366"/>
                </a:lnTo>
                <a:lnTo>
                  <a:pt x="6005756" y="22366"/>
                </a:lnTo>
                <a:lnTo>
                  <a:pt x="152784" y="22366"/>
                </a:lnTo>
                <a:lnTo>
                  <a:pt x="153051" y="22366"/>
                </a:lnTo>
                <a:lnTo>
                  <a:pt x="145760" y="22545"/>
                </a:lnTo>
                <a:lnTo>
                  <a:pt x="146342" y="22523"/>
                </a:lnTo>
                <a:lnTo>
                  <a:pt x="139140" y="23060"/>
                </a:lnTo>
                <a:lnTo>
                  <a:pt x="139700" y="23015"/>
                </a:lnTo>
                <a:lnTo>
                  <a:pt x="132608" y="23910"/>
                </a:lnTo>
                <a:lnTo>
                  <a:pt x="133167" y="23820"/>
                </a:lnTo>
                <a:lnTo>
                  <a:pt x="126212" y="25073"/>
                </a:lnTo>
                <a:lnTo>
                  <a:pt x="126749" y="24961"/>
                </a:lnTo>
                <a:lnTo>
                  <a:pt x="119904" y="26527"/>
                </a:lnTo>
                <a:lnTo>
                  <a:pt x="120441" y="26392"/>
                </a:lnTo>
                <a:lnTo>
                  <a:pt x="113731" y="28316"/>
                </a:lnTo>
                <a:lnTo>
                  <a:pt x="114247" y="28137"/>
                </a:lnTo>
                <a:lnTo>
                  <a:pt x="107670" y="30374"/>
                </a:lnTo>
                <a:lnTo>
                  <a:pt x="108185" y="30172"/>
                </a:lnTo>
                <a:lnTo>
                  <a:pt x="101766" y="32722"/>
                </a:lnTo>
                <a:lnTo>
                  <a:pt x="102258" y="32499"/>
                </a:lnTo>
                <a:lnTo>
                  <a:pt x="95995" y="35339"/>
                </a:lnTo>
                <a:lnTo>
                  <a:pt x="96487" y="35093"/>
                </a:lnTo>
                <a:lnTo>
                  <a:pt x="90382" y="38224"/>
                </a:lnTo>
                <a:lnTo>
                  <a:pt x="90850" y="37978"/>
                </a:lnTo>
                <a:lnTo>
                  <a:pt x="84924" y="41378"/>
                </a:lnTo>
                <a:lnTo>
                  <a:pt x="85394" y="41087"/>
                </a:lnTo>
                <a:lnTo>
                  <a:pt x="79646" y="44777"/>
                </a:lnTo>
                <a:lnTo>
                  <a:pt x="80093" y="44487"/>
                </a:lnTo>
                <a:lnTo>
                  <a:pt x="74547" y="48423"/>
                </a:lnTo>
                <a:lnTo>
                  <a:pt x="74971" y="48110"/>
                </a:lnTo>
                <a:lnTo>
                  <a:pt x="69626" y="52315"/>
                </a:lnTo>
                <a:lnTo>
                  <a:pt x="70028" y="51979"/>
                </a:lnTo>
                <a:lnTo>
                  <a:pt x="64884" y="56408"/>
                </a:lnTo>
                <a:lnTo>
                  <a:pt x="65287" y="56050"/>
                </a:lnTo>
                <a:lnTo>
                  <a:pt x="60366" y="60747"/>
                </a:lnTo>
                <a:lnTo>
                  <a:pt x="60746" y="60367"/>
                </a:lnTo>
                <a:lnTo>
                  <a:pt x="56049" y="65287"/>
                </a:lnTo>
                <a:lnTo>
                  <a:pt x="56407" y="64885"/>
                </a:lnTo>
                <a:lnTo>
                  <a:pt x="51979" y="70029"/>
                </a:lnTo>
                <a:lnTo>
                  <a:pt x="52314" y="69626"/>
                </a:lnTo>
                <a:lnTo>
                  <a:pt x="48110" y="74972"/>
                </a:lnTo>
                <a:lnTo>
                  <a:pt x="48423" y="74547"/>
                </a:lnTo>
                <a:lnTo>
                  <a:pt x="44486" y="80094"/>
                </a:lnTo>
                <a:lnTo>
                  <a:pt x="44776" y="79646"/>
                </a:lnTo>
                <a:lnTo>
                  <a:pt x="41087" y="85394"/>
                </a:lnTo>
                <a:lnTo>
                  <a:pt x="41378" y="84925"/>
                </a:lnTo>
                <a:lnTo>
                  <a:pt x="37978" y="90852"/>
                </a:lnTo>
                <a:lnTo>
                  <a:pt x="38223" y="90382"/>
                </a:lnTo>
                <a:lnTo>
                  <a:pt x="35092" y="96488"/>
                </a:lnTo>
                <a:lnTo>
                  <a:pt x="35337" y="95996"/>
                </a:lnTo>
                <a:lnTo>
                  <a:pt x="32498" y="102259"/>
                </a:lnTo>
                <a:lnTo>
                  <a:pt x="32721" y="101766"/>
                </a:lnTo>
                <a:lnTo>
                  <a:pt x="30171" y="108186"/>
                </a:lnTo>
                <a:lnTo>
                  <a:pt x="30373" y="107671"/>
                </a:lnTo>
                <a:lnTo>
                  <a:pt x="28137" y="114247"/>
                </a:lnTo>
                <a:lnTo>
                  <a:pt x="28315" y="113732"/>
                </a:lnTo>
                <a:lnTo>
                  <a:pt x="26391" y="120442"/>
                </a:lnTo>
                <a:lnTo>
                  <a:pt x="26526" y="119905"/>
                </a:lnTo>
                <a:lnTo>
                  <a:pt x="24960" y="126750"/>
                </a:lnTo>
                <a:lnTo>
                  <a:pt x="25072" y="126213"/>
                </a:lnTo>
                <a:lnTo>
                  <a:pt x="23819" y="133169"/>
                </a:lnTo>
                <a:lnTo>
                  <a:pt x="23909" y="132610"/>
                </a:lnTo>
                <a:lnTo>
                  <a:pt x="23014" y="139700"/>
                </a:lnTo>
                <a:lnTo>
                  <a:pt x="23059" y="139141"/>
                </a:lnTo>
                <a:lnTo>
                  <a:pt x="22522" y="146343"/>
                </a:lnTo>
                <a:lnTo>
                  <a:pt x="22545" y="145761"/>
                </a:lnTo>
                <a:lnTo>
                  <a:pt x="22366" y="153052"/>
                </a:lnTo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text-122 Stage">
            <a:extLst xmlns:a="http://schemas.openxmlformats.org/drawingml/2006/main">
              <a:ext uri="{FF2B5EF4-FFF2-40B4-BE49-F238E27FC236}">
                <a16:creationId xmlns:a16="http://schemas.microsoft.com/office/drawing/2014/main" id="{D501FB74-403E-4A98-9B20-128B8D5A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1366" y="1999165"/>
            <a:ext cx="505817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204" name="text-122 2">
            <a:extLst xmlns:a="http://schemas.openxmlformats.org/drawingml/2006/main">
              <a:ext uri="{FF2B5EF4-FFF2-40B4-BE49-F238E27FC236}">
                <a16:creationId xmlns:a16="http://schemas.microsoft.com/office/drawing/2014/main" id="{D6B20AA7-0D95-4D03-80EF-257A3605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1381" y="1999113"/>
            <a:ext cx="136905" cy="28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text-123 :">
            <a:extLst xmlns:a="http://schemas.openxmlformats.org/drawingml/2006/main">
              <a:ext uri="{FF2B5EF4-FFF2-40B4-BE49-F238E27FC236}">
                <a16:creationId xmlns:a16="http://schemas.microsoft.com/office/drawing/2014/main" id="{D2749313-D6ED-4E58-944A-8A10B8B3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2029" y="1999024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206" name="text-124 Clip">
            <a:extLst xmlns:a="http://schemas.openxmlformats.org/drawingml/2006/main">
              <a:ext uri="{FF2B5EF4-FFF2-40B4-BE49-F238E27FC236}">
                <a16:creationId xmlns:a16="http://schemas.microsoft.com/office/drawing/2014/main" id="{28AE6944-3E61-4FD7-821A-48D123C6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451" y="1999152"/>
            <a:ext cx="405413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Clip</a:t>
            </a:r>
          </a:p>
        </p:txBody>
      </p:sp>
      <p:sp>
        <p:nvSpPr>
          <p:cNvPr id="207" name="text-124 Formation">
            <a:extLst xmlns:a="http://schemas.openxmlformats.org/drawingml/2006/main">
              <a:ext uri="{FF2B5EF4-FFF2-40B4-BE49-F238E27FC236}">
                <a16:creationId xmlns:a16="http://schemas.microsoft.com/office/drawing/2014/main" id="{364DFBC5-A6D1-45B5-AF75-1BC87BDE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818" y="1999101"/>
            <a:ext cx="953393" cy="282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Formation</a:t>
            </a:r>
          </a:p>
        </p:txBody>
      </p:sp>
      <p:sp>
        <p:nvSpPr>
          <p:cNvPr id="208" name="path-125">
            <a:extLst xmlns:a="http://schemas.openxmlformats.org/drawingml/2006/main">
              <a:ext uri="{FF2B5EF4-FFF2-40B4-BE49-F238E27FC236}">
                <a16:creationId xmlns:a16="http://schemas.microsoft.com/office/drawing/2014/main" id="{E6CF55AB-B727-405F-88B8-0FA723AF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653" y="3485478"/>
            <a:ext cx="6158540" cy="1815019"/>
          </a:xfrm>
          <a:custGeom xmlns:a="http://schemas.openxmlformats.org/drawingml/2006/main">
            <a:pathLst>
              <a:path w="6158540" h="1815019">
                <a:moveTo>
                  <a:pt x="246" y="177118"/>
                </a:moveTo>
                <a:lnTo>
                  <a:pt x="962" y="167635"/>
                </a:lnTo>
                <a:lnTo>
                  <a:pt x="2148" y="158308"/>
                </a:lnTo>
                <a:lnTo>
                  <a:pt x="3780" y="149093"/>
                </a:lnTo>
                <a:lnTo>
                  <a:pt x="5882" y="140057"/>
                </a:lnTo>
                <a:lnTo>
                  <a:pt x="8388" y="131200"/>
                </a:lnTo>
                <a:lnTo>
                  <a:pt x="11340" y="122522"/>
                </a:lnTo>
                <a:lnTo>
                  <a:pt x="14672" y="114045"/>
                </a:lnTo>
                <a:lnTo>
                  <a:pt x="18408" y="105770"/>
                </a:lnTo>
                <a:lnTo>
                  <a:pt x="22545" y="97718"/>
                </a:lnTo>
                <a:lnTo>
                  <a:pt x="27041" y="89890"/>
                </a:lnTo>
                <a:lnTo>
                  <a:pt x="31895" y="82307"/>
                </a:lnTo>
                <a:lnTo>
                  <a:pt x="37106" y="74994"/>
                </a:lnTo>
                <a:lnTo>
                  <a:pt x="42630" y="67948"/>
                </a:lnTo>
                <a:lnTo>
                  <a:pt x="48513" y="61171"/>
                </a:lnTo>
                <a:lnTo>
                  <a:pt x="54686" y="54685"/>
                </a:lnTo>
                <a:lnTo>
                  <a:pt x="61172" y="48512"/>
                </a:lnTo>
                <a:lnTo>
                  <a:pt x="67948" y="42630"/>
                </a:lnTo>
                <a:lnTo>
                  <a:pt x="74994" y="37105"/>
                </a:lnTo>
                <a:lnTo>
                  <a:pt x="82308" y="31893"/>
                </a:lnTo>
                <a:lnTo>
                  <a:pt x="89890" y="27040"/>
                </a:lnTo>
                <a:lnTo>
                  <a:pt x="97718" y="22545"/>
                </a:lnTo>
                <a:lnTo>
                  <a:pt x="105770" y="18407"/>
                </a:lnTo>
                <a:lnTo>
                  <a:pt x="114045" y="14672"/>
                </a:lnTo>
                <a:lnTo>
                  <a:pt x="122523" y="11339"/>
                </a:lnTo>
                <a:lnTo>
                  <a:pt x="131200" y="8387"/>
                </a:lnTo>
                <a:lnTo>
                  <a:pt x="140058" y="5882"/>
                </a:lnTo>
                <a:lnTo>
                  <a:pt x="149094" y="3780"/>
                </a:lnTo>
                <a:lnTo>
                  <a:pt x="158309" y="2146"/>
                </a:lnTo>
                <a:lnTo>
                  <a:pt x="167635" y="962"/>
                </a:lnTo>
                <a:lnTo>
                  <a:pt x="177118" y="246"/>
                </a:lnTo>
                <a:lnTo>
                  <a:pt x="186579" y="0"/>
                </a:lnTo>
                <a:lnTo>
                  <a:pt x="5971961" y="0"/>
                </a:lnTo>
                <a:lnTo>
                  <a:pt x="5981422" y="246"/>
                </a:lnTo>
                <a:lnTo>
                  <a:pt x="5990905" y="962"/>
                </a:lnTo>
                <a:lnTo>
                  <a:pt x="6000231" y="2146"/>
                </a:lnTo>
                <a:lnTo>
                  <a:pt x="6009446" y="3780"/>
                </a:lnTo>
                <a:lnTo>
                  <a:pt x="6018483" y="5882"/>
                </a:lnTo>
                <a:lnTo>
                  <a:pt x="6027339" y="8387"/>
                </a:lnTo>
                <a:lnTo>
                  <a:pt x="6036018" y="11339"/>
                </a:lnTo>
                <a:lnTo>
                  <a:pt x="6044495" y="14672"/>
                </a:lnTo>
                <a:lnTo>
                  <a:pt x="6052770" y="18407"/>
                </a:lnTo>
                <a:lnTo>
                  <a:pt x="6060822" y="22545"/>
                </a:lnTo>
                <a:lnTo>
                  <a:pt x="6068651" y="27040"/>
                </a:lnTo>
                <a:lnTo>
                  <a:pt x="6076233" y="31893"/>
                </a:lnTo>
                <a:lnTo>
                  <a:pt x="6083545" y="37105"/>
                </a:lnTo>
                <a:lnTo>
                  <a:pt x="6090591" y="42630"/>
                </a:lnTo>
                <a:lnTo>
                  <a:pt x="6097369" y="48512"/>
                </a:lnTo>
                <a:lnTo>
                  <a:pt x="6103854" y="54685"/>
                </a:lnTo>
                <a:lnTo>
                  <a:pt x="6110027" y="61171"/>
                </a:lnTo>
                <a:lnTo>
                  <a:pt x="6115909" y="67948"/>
                </a:lnTo>
                <a:lnTo>
                  <a:pt x="6121434" y="74994"/>
                </a:lnTo>
                <a:lnTo>
                  <a:pt x="6126645" y="82307"/>
                </a:lnTo>
                <a:lnTo>
                  <a:pt x="6131499" y="89890"/>
                </a:lnTo>
                <a:lnTo>
                  <a:pt x="6135995" y="97718"/>
                </a:lnTo>
                <a:lnTo>
                  <a:pt x="6140132" y="105770"/>
                </a:lnTo>
                <a:lnTo>
                  <a:pt x="6143868" y="114045"/>
                </a:lnTo>
                <a:lnTo>
                  <a:pt x="6147200" y="122522"/>
                </a:lnTo>
                <a:lnTo>
                  <a:pt x="6150153" y="131200"/>
                </a:lnTo>
                <a:lnTo>
                  <a:pt x="6152658" y="140057"/>
                </a:lnTo>
                <a:lnTo>
                  <a:pt x="6154760" y="149093"/>
                </a:lnTo>
                <a:lnTo>
                  <a:pt x="6156393" y="158308"/>
                </a:lnTo>
                <a:lnTo>
                  <a:pt x="6157578" y="167635"/>
                </a:lnTo>
                <a:lnTo>
                  <a:pt x="6158294" y="177118"/>
                </a:lnTo>
                <a:lnTo>
                  <a:pt x="6158540" y="186579"/>
                </a:lnTo>
                <a:lnTo>
                  <a:pt x="6158540" y="1628440"/>
                </a:lnTo>
                <a:lnTo>
                  <a:pt x="6158294" y="1637901"/>
                </a:lnTo>
                <a:lnTo>
                  <a:pt x="6157578" y="1647384"/>
                </a:lnTo>
                <a:lnTo>
                  <a:pt x="6156393" y="1656711"/>
                </a:lnTo>
                <a:lnTo>
                  <a:pt x="6154760" y="1665926"/>
                </a:lnTo>
                <a:lnTo>
                  <a:pt x="6152658" y="1674962"/>
                </a:lnTo>
                <a:lnTo>
                  <a:pt x="6150153" y="1683819"/>
                </a:lnTo>
                <a:lnTo>
                  <a:pt x="6147200" y="1692497"/>
                </a:lnTo>
                <a:lnTo>
                  <a:pt x="6143868" y="1700974"/>
                </a:lnTo>
                <a:lnTo>
                  <a:pt x="6140132" y="1709249"/>
                </a:lnTo>
                <a:lnTo>
                  <a:pt x="6135995" y="1717301"/>
                </a:lnTo>
                <a:lnTo>
                  <a:pt x="6131499" y="1725129"/>
                </a:lnTo>
                <a:lnTo>
                  <a:pt x="6126645" y="1732711"/>
                </a:lnTo>
                <a:lnTo>
                  <a:pt x="6121434" y="1740025"/>
                </a:lnTo>
                <a:lnTo>
                  <a:pt x="6115909" y="1747070"/>
                </a:lnTo>
                <a:lnTo>
                  <a:pt x="6110027" y="1753847"/>
                </a:lnTo>
                <a:lnTo>
                  <a:pt x="6103854" y="1760333"/>
                </a:lnTo>
                <a:lnTo>
                  <a:pt x="6097369" y="1766507"/>
                </a:lnTo>
                <a:lnTo>
                  <a:pt x="6090591" y="1772389"/>
                </a:lnTo>
                <a:lnTo>
                  <a:pt x="6083545" y="1777913"/>
                </a:lnTo>
                <a:lnTo>
                  <a:pt x="6076233" y="1783124"/>
                </a:lnTo>
                <a:lnTo>
                  <a:pt x="6068651" y="1787978"/>
                </a:lnTo>
                <a:lnTo>
                  <a:pt x="6060822" y="1792474"/>
                </a:lnTo>
                <a:lnTo>
                  <a:pt x="6052770" y="1796611"/>
                </a:lnTo>
                <a:lnTo>
                  <a:pt x="6044495" y="1800347"/>
                </a:lnTo>
                <a:lnTo>
                  <a:pt x="6036018" y="1803679"/>
                </a:lnTo>
                <a:lnTo>
                  <a:pt x="6027339" y="1806632"/>
                </a:lnTo>
                <a:lnTo>
                  <a:pt x="6018483" y="1809136"/>
                </a:lnTo>
                <a:lnTo>
                  <a:pt x="6009446" y="1811239"/>
                </a:lnTo>
                <a:lnTo>
                  <a:pt x="6000231" y="1812871"/>
                </a:lnTo>
                <a:lnTo>
                  <a:pt x="5990905" y="1814057"/>
                </a:lnTo>
                <a:lnTo>
                  <a:pt x="5981422" y="1814773"/>
                </a:lnTo>
                <a:lnTo>
                  <a:pt x="5971961" y="1815019"/>
                </a:lnTo>
                <a:lnTo>
                  <a:pt x="186579" y="1815019"/>
                </a:lnTo>
                <a:lnTo>
                  <a:pt x="177118" y="1814773"/>
                </a:lnTo>
                <a:lnTo>
                  <a:pt x="167635" y="1814057"/>
                </a:lnTo>
                <a:lnTo>
                  <a:pt x="158309" y="1812871"/>
                </a:lnTo>
                <a:lnTo>
                  <a:pt x="149094" y="1811239"/>
                </a:lnTo>
                <a:lnTo>
                  <a:pt x="140058" y="1809136"/>
                </a:lnTo>
                <a:lnTo>
                  <a:pt x="131200" y="1806632"/>
                </a:lnTo>
                <a:lnTo>
                  <a:pt x="122523" y="1803679"/>
                </a:lnTo>
                <a:lnTo>
                  <a:pt x="114045" y="1800347"/>
                </a:lnTo>
                <a:lnTo>
                  <a:pt x="105770" y="1796611"/>
                </a:lnTo>
                <a:lnTo>
                  <a:pt x="97718" y="1792474"/>
                </a:lnTo>
                <a:lnTo>
                  <a:pt x="89890" y="1787978"/>
                </a:lnTo>
                <a:lnTo>
                  <a:pt x="82308" y="1783124"/>
                </a:lnTo>
                <a:lnTo>
                  <a:pt x="74994" y="1777913"/>
                </a:lnTo>
                <a:lnTo>
                  <a:pt x="67948" y="1772389"/>
                </a:lnTo>
                <a:lnTo>
                  <a:pt x="61172" y="1766507"/>
                </a:lnTo>
                <a:lnTo>
                  <a:pt x="54686" y="1760333"/>
                </a:lnTo>
                <a:lnTo>
                  <a:pt x="48513" y="1753847"/>
                </a:lnTo>
                <a:lnTo>
                  <a:pt x="42630" y="1747070"/>
                </a:lnTo>
                <a:lnTo>
                  <a:pt x="37106" y="1740025"/>
                </a:lnTo>
                <a:lnTo>
                  <a:pt x="31895" y="1732711"/>
                </a:lnTo>
                <a:lnTo>
                  <a:pt x="27041" y="1725129"/>
                </a:lnTo>
                <a:lnTo>
                  <a:pt x="22545" y="1717301"/>
                </a:lnTo>
                <a:lnTo>
                  <a:pt x="18408" y="1709249"/>
                </a:lnTo>
                <a:lnTo>
                  <a:pt x="14672" y="1700974"/>
                </a:lnTo>
                <a:lnTo>
                  <a:pt x="11340" y="1692497"/>
                </a:lnTo>
                <a:lnTo>
                  <a:pt x="8388" y="1683819"/>
                </a:lnTo>
                <a:lnTo>
                  <a:pt x="5882" y="1674962"/>
                </a:lnTo>
                <a:lnTo>
                  <a:pt x="3780" y="1665926"/>
                </a:lnTo>
                <a:lnTo>
                  <a:pt x="2148" y="1656711"/>
                </a:lnTo>
                <a:lnTo>
                  <a:pt x="962" y="1647384"/>
                </a:lnTo>
                <a:lnTo>
                  <a:pt x="246" y="1637901"/>
                </a:lnTo>
                <a:lnTo>
                  <a:pt x="0" y="1628440"/>
                </a:lnTo>
                <a:lnTo>
                  <a:pt x="0" y="186579"/>
                </a:lnTo>
                <a:lnTo>
                  <a:pt x="246" y="177118"/>
                </a:lnTo>
                <a:moveTo>
                  <a:pt x="22366" y="187004"/>
                </a:moveTo>
                <a:lnTo>
                  <a:pt x="22366" y="186713"/>
                </a:lnTo>
                <a:lnTo>
                  <a:pt x="22366" y="1628306"/>
                </a:lnTo>
                <a:lnTo>
                  <a:pt x="22366" y="1628015"/>
                </a:lnTo>
                <a:lnTo>
                  <a:pt x="22590" y="1637051"/>
                </a:lnTo>
                <a:lnTo>
                  <a:pt x="22568" y="1636491"/>
                </a:lnTo>
                <a:lnTo>
                  <a:pt x="23239" y="1645393"/>
                </a:lnTo>
                <a:lnTo>
                  <a:pt x="23194" y="1644834"/>
                </a:lnTo>
                <a:lnTo>
                  <a:pt x="24290" y="1653624"/>
                </a:lnTo>
                <a:lnTo>
                  <a:pt x="24223" y="1653065"/>
                </a:lnTo>
                <a:lnTo>
                  <a:pt x="25766" y="1661721"/>
                </a:lnTo>
                <a:lnTo>
                  <a:pt x="25654" y="1661161"/>
                </a:lnTo>
                <a:lnTo>
                  <a:pt x="27601" y="1669661"/>
                </a:lnTo>
                <a:lnTo>
                  <a:pt x="27466" y="1669124"/>
                </a:lnTo>
                <a:lnTo>
                  <a:pt x="29838" y="1677444"/>
                </a:lnTo>
                <a:lnTo>
                  <a:pt x="29659" y="1676908"/>
                </a:lnTo>
                <a:lnTo>
                  <a:pt x="32432" y="1685071"/>
                </a:lnTo>
                <a:lnTo>
                  <a:pt x="32231" y="1684556"/>
                </a:lnTo>
                <a:lnTo>
                  <a:pt x="35384" y="1692519"/>
                </a:lnTo>
                <a:lnTo>
                  <a:pt x="35159" y="1692027"/>
                </a:lnTo>
                <a:lnTo>
                  <a:pt x="38694" y="1699788"/>
                </a:lnTo>
                <a:lnTo>
                  <a:pt x="38448" y="1699296"/>
                </a:lnTo>
                <a:lnTo>
                  <a:pt x="42317" y="1706878"/>
                </a:lnTo>
                <a:lnTo>
                  <a:pt x="42072" y="1706386"/>
                </a:lnTo>
                <a:lnTo>
                  <a:pt x="46298" y="1713744"/>
                </a:lnTo>
                <a:lnTo>
                  <a:pt x="46008" y="1713275"/>
                </a:lnTo>
                <a:lnTo>
                  <a:pt x="50570" y="1720410"/>
                </a:lnTo>
                <a:lnTo>
                  <a:pt x="50279" y="1719962"/>
                </a:lnTo>
                <a:lnTo>
                  <a:pt x="55178" y="1726851"/>
                </a:lnTo>
                <a:lnTo>
                  <a:pt x="54842" y="1726426"/>
                </a:lnTo>
                <a:lnTo>
                  <a:pt x="60053" y="1733047"/>
                </a:lnTo>
                <a:lnTo>
                  <a:pt x="59718" y="1732644"/>
                </a:lnTo>
                <a:lnTo>
                  <a:pt x="65243" y="1738996"/>
                </a:lnTo>
                <a:lnTo>
                  <a:pt x="64884" y="1738615"/>
                </a:lnTo>
                <a:lnTo>
                  <a:pt x="70700" y="1744699"/>
                </a:lnTo>
                <a:lnTo>
                  <a:pt x="70320" y="1744319"/>
                </a:lnTo>
                <a:lnTo>
                  <a:pt x="76403" y="1750134"/>
                </a:lnTo>
                <a:lnTo>
                  <a:pt x="76023" y="1749776"/>
                </a:lnTo>
                <a:lnTo>
                  <a:pt x="82375" y="1755301"/>
                </a:lnTo>
                <a:lnTo>
                  <a:pt x="81973" y="1754966"/>
                </a:lnTo>
                <a:lnTo>
                  <a:pt x="88592" y="1760177"/>
                </a:lnTo>
                <a:lnTo>
                  <a:pt x="88168" y="1759841"/>
                </a:lnTo>
                <a:lnTo>
                  <a:pt x="95057" y="1764739"/>
                </a:lnTo>
                <a:lnTo>
                  <a:pt x="94609" y="1764449"/>
                </a:lnTo>
                <a:lnTo>
                  <a:pt x="101745" y="1769012"/>
                </a:lnTo>
                <a:lnTo>
                  <a:pt x="101275" y="1768721"/>
                </a:lnTo>
                <a:lnTo>
                  <a:pt x="108633" y="1772948"/>
                </a:lnTo>
                <a:lnTo>
                  <a:pt x="108141" y="1772702"/>
                </a:lnTo>
                <a:lnTo>
                  <a:pt x="115723" y="1776571"/>
                </a:lnTo>
                <a:lnTo>
                  <a:pt x="115231" y="1776325"/>
                </a:lnTo>
                <a:lnTo>
                  <a:pt x="122992" y="1779859"/>
                </a:lnTo>
                <a:lnTo>
                  <a:pt x="122501" y="1779636"/>
                </a:lnTo>
                <a:lnTo>
                  <a:pt x="130463" y="1782789"/>
                </a:lnTo>
                <a:lnTo>
                  <a:pt x="129948" y="1782588"/>
                </a:lnTo>
                <a:lnTo>
                  <a:pt x="138113" y="1785361"/>
                </a:lnTo>
                <a:lnTo>
                  <a:pt x="137575" y="1785182"/>
                </a:lnTo>
                <a:lnTo>
                  <a:pt x="145896" y="1787553"/>
                </a:lnTo>
                <a:lnTo>
                  <a:pt x="145359" y="1787419"/>
                </a:lnTo>
                <a:lnTo>
                  <a:pt x="153857" y="1789365"/>
                </a:lnTo>
                <a:lnTo>
                  <a:pt x="153299" y="1789253"/>
                </a:lnTo>
                <a:lnTo>
                  <a:pt x="161954" y="1790797"/>
                </a:lnTo>
                <a:lnTo>
                  <a:pt x="161395" y="1790729"/>
                </a:lnTo>
                <a:lnTo>
                  <a:pt x="170185" y="1791825"/>
                </a:lnTo>
                <a:lnTo>
                  <a:pt x="169626" y="1791780"/>
                </a:lnTo>
                <a:lnTo>
                  <a:pt x="178527" y="1792452"/>
                </a:lnTo>
                <a:lnTo>
                  <a:pt x="177968" y="1792429"/>
                </a:lnTo>
                <a:lnTo>
                  <a:pt x="187004" y="1792652"/>
                </a:lnTo>
                <a:lnTo>
                  <a:pt x="186713" y="1792652"/>
                </a:lnTo>
                <a:lnTo>
                  <a:pt x="5971826" y="1792652"/>
                </a:lnTo>
                <a:lnTo>
                  <a:pt x="5971536" y="1792652"/>
                </a:lnTo>
                <a:lnTo>
                  <a:pt x="5980572" y="1792429"/>
                </a:lnTo>
                <a:lnTo>
                  <a:pt x="5980013" y="1792452"/>
                </a:lnTo>
                <a:lnTo>
                  <a:pt x="5988915" y="1791780"/>
                </a:lnTo>
                <a:lnTo>
                  <a:pt x="5988355" y="1791825"/>
                </a:lnTo>
                <a:lnTo>
                  <a:pt x="5997146" y="1790729"/>
                </a:lnTo>
                <a:lnTo>
                  <a:pt x="5996585" y="1790797"/>
                </a:lnTo>
                <a:lnTo>
                  <a:pt x="6005242" y="1789253"/>
                </a:lnTo>
                <a:lnTo>
                  <a:pt x="6004682" y="1789365"/>
                </a:lnTo>
                <a:lnTo>
                  <a:pt x="6013182" y="1787419"/>
                </a:lnTo>
                <a:lnTo>
                  <a:pt x="6012645" y="1787553"/>
                </a:lnTo>
                <a:lnTo>
                  <a:pt x="6020965" y="1785182"/>
                </a:lnTo>
                <a:lnTo>
                  <a:pt x="6020429" y="1785361"/>
                </a:lnTo>
                <a:lnTo>
                  <a:pt x="6028592" y="1782588"/>
                </a:lnTo>
                <a:lnTo>
                  <a:pt x="6028077" y="1782789"/>
                </a:lnTo>
                <a:lnTo>
                  <a:pt x="6036041" y="1779636"/>
                </a:lnTo>
                <a:lnTo>
                  <a:pt x="6035548" y="1779859"/>
                </a:lnTo>
                <a:lnTo>
                  <a:pt x="6043310" y="1776325"/>
                </a:lnTo>
                <a:lnTo>
                  <a:pt x="6042817" y="1776571"/>
                </a:lnTo>
                <a:lnTo>
                  <a:pt x="6050399" y="1772702"/>
                </a:lnTo>
                <a:lnTo>
                  <a:pt x="6049907" y="1772948"/>
                </a:lnTo>
                <a:lnTo>
                  <a:pt x="6057265" y="1768721"/>
                </a:lnTo>
                <a:lnTo>
                  <a:pt x="6056795" y="1769012"/>
                </a:lnTo>
                <a:lnTo>
                  <a:pt x="6063931" y="1764449"/>
                </a:lnTo>
                <a:lnTo>
                  <a:pt x="6063483" y="1764739"/>
                </a:lnTo>
                <a:lnTo>
                  <a:pt x="6070372" y="1759841"/>
                </a:lnTo>
                <a:lnTo>
                  <a:pt x="6069947" y="1760177"/>
                </a:lnTo>
                <a:lnTo>
                  <a:pt x="6076569" y="1754966"/>
                </a:lnTo>
                <a:lnTo>
                  <a:pt x="6076165" y="1755301"/>
                </a:lnTo>
                <a:lnTo>
                  <a:pt x="6082517" y="1749776"/>
                </a:lnTo>
                <a:lnTo>
                  <a:pt x="6082137" y="1750134"/>
                </a:lnTo>
                <a:lnTo>
                  <a:pt x="6088221" y="1744319"/>
                </a:lnTo>
                <a:lnTo>
                  <a:pt x="6087840" y="1744699"/>
                </a:lnTo>
                <a:lnTo>
                  <a:pt x="6093656" y="1738615"/>
                </a:lnTo>
                <a:lnTo>
                  <a:pt x="6093298" y="1738996"/>
                </a:lnTo>
                <a:lnTo>
                  <a:pt x="6098823" y="1732644"/>
                </a:lnTo>
                <a:lnTo>
                  <a:pt x="6098487" y="1733047"/>
                </a:lnTo>
                <a:lnTo>
                  <a:pt x="6103697" y="1726426"/>
                </a:lnTo>
                <a:lnTo>
                  <a:pt x="6103364" y="1726851"/>
                </a:lnTo>
                <a:lnTo>
                  <a:pt x="6108261" y="1719962"/>
                </a:lnTo>
                <a:lnTo>
                  <a:pt x="6107970" y="1720410"/>
                </a:lnTo>
                <a:lnTo>
                  <a:pt x="6112533" y="1713275"/>
                </a:lnTo>
                <a:lnTo>
                  <a:pt x="6112242" y="1713744"/>
                </a:lnTo>
                <a:lnTo>
                  <a:pt x="6116470" y="1706386"/>
                </a:lnTo>
                <a:lnTo>
                  <a:pt x="6116222" y="1706878"/>
                </a:lnTo>
                <a:lnTo>
                  <a:pt x="6120093" y="1699296"/>
                </a:lnTo>
                <a:lnTo>
                  <a:pt x="6119847" y="1699788"/>
                </a:lnTo>
                <a:lnTo>
                  <a:pt x="6123380" y="1692027"/>
                </a:lnTo>
                <a:lnTo>
                  <a:pt x="6123158" y="1692519"/>
                </a:lnTo>
                <a:lnTo>
                  <a:pt x="6126311" y="1684556"/>
                </a:lnTo>
                <a:lnTo>
                  <a:pt x="6126109" y="1685071"/>
                </a:lnTo>
                <a:lnTo>
                  <a:pt x="6128883" y="1676908"/>
                </a:lnTo>
                <a:lnTo>
                  <a:pt x="6128704" y="1677444"/>
                </a:lnTo>
                <a:lnTo>
                  <a:pt x="6131073" y="1669124"/>
                </a:lnTo>
                <a:lnTo>
                  <a:pt x="6130940" y="1669661"/>
                </a:lnTo>
                <a:lnTo>
                  <a:pt x="6132886" y="1661161"/>
                </a:lnTo>
                <a:lnTo>
                  <a:pt x="6132774" y="1661721"/>
                </a:lnTo>
                <a:lnTo>
                  <a:pt x="6134317" y="1653065"/>
                </a:lnTo>
                <a:lnTo>
                  <a:pt x="6134250" y="1653624"/>
                </a:lnTo>
                <a:lnTo>
                  <a:pt x="6135346" y="1644834"/>
                </a:lnTo>
                <a:lnTo>
                  <a:pt x="6135301" y="1645393"/>
                </a:lnTo>
                <a:lnTo>
                  <a:pt x="6135973" y="1636491"/>
                </a:lnTo>
                <a:lnTo>
                  <a:pt x="6135950" y="1637051"/>
                </a:lnTo>
                <a:lnTo>
                  <a:pt x="6136174" y="1628015"/>
                </a:lnTo>
                <a:lnTo>
                  <a:pt x="6136174" y="1628306"/>
                </a:lnTo>
                <a:lnTo>
                  <a:pt x="6136174" y="186713"/>
                </a:lnTo>
                <a:lnTo>
                  <a:pt x="6136174" y="187004"/>
                </a:lnTo>
                <a:lnTo>
                  <a:pt x="6135950" y="177968"/>
                </a:lnTo>
                <a:lnTo>
                  <a:pt x="6135973" y="178527"/>
                </a:lnTo>
                <a:lnTo>
                  <a:pt x="6135301" y="169625"/>
                </a:lnTo>
                <a:lnTo>
                  <a:pt x="6135346" y="170184"/>
                </a:lnTo>
                <a:lnTo>
                  <a:pt x="6134250" y="161395"/>
                </a:lnTo>
                <a:lnTo>
                  <a:pt x="6134317" y="161953"/>
                </a:lnTo>
                <a:lnTo>
                  <a:pt x="6132774" y="153298"/>
                </a:lnTo>
                <a:lnTo>
                  <a:pt x="6132886" y="153857"/>
                </a:lnTo>
                <a:lnTo>
                  <a:pt x="6130940" y="145357"/>
                </a:lnTo>
                <a:lnTo>
                  <a:pt x="6131073" y="145895"/>
                </a:lnTo>
                <a:lnTo>
                  <a:pt x="6128704" y="137574"/>
                </a:lnTo>
                <a:lnTo>
                  <a:pt x="6128883" y="138111"/>
                </a:lnTo>
                <a:lnTo>
                  <a:pt x="6126109" y="129947"/>
                </a:lnTo>
                <a:lnTo>
                  <a:pt x="6126311" y="130462"/>
                </a:lnTo>
                <a:lnTo>
                  <a:pt x="6123158" y="122499"/>
                </a:lnTo>
                <a:lnTo>
                  <a:pt x="6123380" y="122991"/>
                </a:lnTo>
                <a:lnTo>
                  <a:pt x="6119847" y="115230"/>
                </a:lnTo>
                <a:lnTo>
                  <a:pt x="6120093" y="115723"/>
                </a:lnTo>
                <a:lnTo>
                  <a:pt x="6116222" y="108140"/>
                </a:lnTo>
                <a:lnTo>
                  <a:pt x="6116470" y="108632"/>
                </a:lnTo>
                <a:lnTo>
                  <a:pt x="6112242" y="101274"/>
                </a:lnTo>
                <a:lnTo>
                  <a:pt x="6112533" y="101744"/>
                </a:lnTo>
                <a:lnTo>
                  <a:pt x="6107970" y="94609"/>
                </a:lnTo>
                <a:lnTo>
                  <a:pt x="6108261" y="95056"/>
                </a:lnTo>
                <a:lnTo>
                  <a:pt x="6103364" y="88167"/>
                </a:lnTo>
                <a:lnTo>
                  <a:pt x="6103697" y="88592"/>
                </a:lnTo>
                <a:lnTo>
                  <a:pt x="6098487" y="81972"/>
                </a:lnTo>
                <a:lnTo>
                  <a:pt x="6098823" y="82375"/>
                </a:lnTo>
                <a:lnTo>
                  <a:pt x="6093298" y="76023"/>
                </a:lnTo>
                <a:lnTo>
                  <a:pt x="6093656" y="76402"/>
                </a:lnTo>
                <a:lnTo>
                  <a:pt x="6087840" y="70319"/>
                </a:lnTo>
                <a:lnTo>
                  <a:pt x="6088221" y="70699"/>
                </a:lnTo>
                <a:lnTo>
                  <a:pt x="6082137" y="64884"/>
                </a:lnTo>
                <a:lnTo>
                  <a:pt x="6082517" y="65243"/>
                </a:lnTo>
                <a:lnTo>
                  <a:pt x="6076165" y="59717"/>
                </a:lnTo>
                <a:lnTo>
                  <a:pt x="6076569" y="60053"/>
                </a:lnTo>
                <a:lnTo>
                  <a:pt x="6069947" y="54842"/>
                </a:lnTo>
                <a:lnTo>
                  <a:pt x="6070372" y="55177"/>
                </a:lnTo>
                <a:lnTo>
                  <a:pt x="6063483" y="50279"/>
                </a:lnTo>
                <a:lnTo>
                  <a:pt x="6063931" y="50570"/>
                </a:lnTo>
                <a:lnTo>
                  <a:pt x="6056795" y="46007"/>
                </a:lnTo>
                <a:lnTo>
                  <a:pt x="6057265" y="46298"/>
                </a:lnTo>
                <a:lnTo>
                  <a:pt x="6049907" y="42071"/>
                </a:lnTo>
                <a:lnTo>
                  <a:pt x="6050399" y="42317"/>
                </a:lnTo>
                <a:lnTo>
                  <a:pt x="6042817" y="38447"/>
                </a:lnTo>
                <a:lnTo>
                  <a:pt x="6043310" y="38693"/>
                </a:lnTo>
                <a:lnTo>
                  <a:pt x="6035548" y="35159"/>
                </a:lnTo>
                <a:lnTo>
                  <a:pt x="6036041" y="35383"/>
                </a:lnTo>
                <a:lnTo>
                  <a:pt x="6028077" y="32229"/>
                </a:lnTo>
                <a:lnTo>
                  <a:pt x="6028592" y="32431"/>
                </a:lnTo>
                <a:lnTo>
                  <a:pt x="6020429" y="29657"/>
                </a:lnTo>
                <a:lnTo>
                  <a:pt x="6020965" y="29837"/>
                </a:lnTo>
                <a:lnTo>
                  <a:pt x="6012645" y="27466"/>
                </a:lnTo>
                <a:lnTo>
                  <a:pt x="6013182" y="27599"/>
                </a:lnTo>
                <a:lnTo>
                  <a:pt x="6004682" y="25654"/>
                </a:lnTo>
                <a:lnTo>
                  <a:pt x="6005242" y="25766"/>
                </a:lnTo>
                <a:lnTo>
                  <a:pt x="5996585" y="24222"/>
                </a:lnTo>
                <a:lnTo>
                  <a:pt x="5997146" y="24289"/>
                </a:lnTo>
                <a:lnTo>
                  <a:pt x="5988355" y="23194"/>
                </a:lnTo>
                <a:lnTo>
                  <a:pt x="5988915" y="23238"/>
                </a:lnTo>
                <a:lnTo>
                  <a:pt x="5980013" y="22567"/>
                </a:lnTo>
                <a:lnTo>
                  <a:pt x="5980572" y="22589"/>
                </a:lnTo>
                <a:lnTo>
                  <a:pt x="5971536" y="22366"/>
                </a:lnTo>
                <a:lnTo>
                  <a:pt x="5971826" y="22366"/>
                </a:lnTo>
                <a:lnTo>
                  <a:pt x="186713" y="22366"/>
                </a:lnTo>
                <a:lnTo>
                  <a:pt x="187004" y="22366"/>
                </a:lnTo>
                <a:lnTo>
                  <a:pt x="177968" y="22589"/>
                </a:lnTo>
                <a:lnTo>
                  <a:pt x="178527" y="22567"/>
                </a:lnTo>
                <a:lnTo>
                  <a:pt x="169626" y="23238"/>
                </a:lnTo>
                <a:lnTo>
                  <a:pt x="170185" y="23194"/>
                </a:lnTo>
                <a:lnTo>
                  <a:pt x="161395" y="24289"/>
                </a:lnTo>
                <a:lnTo>
                  <a:pt x="161954" y="24222"/>
                </a:lnTo>
                <a:lnTo>
                  <a:pt x="153299" y="25766"/>
                </a:lnTo>
                <a:lnTo>
                  <a:pt x="153857" y="25654"/>
                </a:lnTo>
                <a:lnTo>
                  <a:pt x="145359" y="27599"/>
                </a:lnTo>
                <a:lnTo>
                  <a:pt x="145896" y="27466"/>
                </a:lnTo>
                <a:lnTo>
                  <a:pt x="137575" y="29837"/>
                </a:lnTo>
                <a:lnTo>
                  <a:pt x="138113" y="29657"/>
                </a:lnTo>
                <a:lnTo>
                  <a:pt x="129948" y="32431"/>
                </a:lnTo>
                <a:lnTo>
                  <a:pt x="130463" y="32229"/>
                </a:lnTo>
                <a:lnTo>
                  <a:pt x="122501" y="35383"/>
                </a:lnTo>
                <a:lnTo>
                  <a:pt x="122992" y="35159"/>
                </a:lnTo>
                <a:lnTo>
                  <a:pt x="115231" y="38693"/>
                </a:lnTo>
                <a:lnTo>
                  <a:pt x="115723" y="38447"/>
                </a:lnTo>
                <a:lnTo>
                  <a:pt x="108141" y="42317"/>
                </a:lnTo>
                <a:lnTo>
                  <a:pt x="108633" y="42071"/>
                </a:lnTo>
                <a:lnTo>
                  <a:pt x="101275" y="46298"/>
                </a:lnTo>
                <a:lnTo>
                  <a:pt x="101745" y="46007"/>
                </a:lnTo>
                <a:lnTo>
                  <a:pt x="94609" y="50570"/>
                </a:lnTo>
                <a:lnTo>
                  <a:pt x="95057" y="50279"/>
                </a:lnTo>
                <a:lnTo>
                  <a:pt x="88168" y="55177"/>
                </a:lnTo>
                <a:lnTo>
                  <a:pt x="88592" y="54842"/>
                </a:lnTo>
                <a:lnTo>
                  <a:pt x="81973" y="60053"/>
                </a:lnTo>
                <a:lnTo>
                  <a:pt x="82375" y="59717"/>
                </a:lnTo>
                <a:lnTo>
                  <a:pt x="76023" y="65243"/>
                </a:lnTo>
                <a:lnTo>
                  <a:pt x="76403" y="64884"/>
                </a:lnTo>
                <a:lnTo>
                  <a:pt x="70320" y="70699"/>
                </a:lnTo>
                <a:lnTo>
                  <a:pt x="70700" y="70319"/>
                </a:lnTo>
                <a:lnTo>
                  <a:pt x="64884" y="76402"/>
                </a:lnTo>
                <a:lnTo>
                  <a:pt x="65243" y="76023"/>
                </a:lnTo>
                <a:lnTo>
                  <a:pt x="59718" y="82375"/>
                </a:lnTo>
                <a:lnTo>
                  <a:pt x="60053" y="81972"/>
                </a:lnTo>
                <a:lnTo>
                  <a:pt x="54842" y="88592"/>
                </a:lnTo>
                <a:lnTo>
                  <a:pt x="55178" y="88167"/>
                </a:lnTo>
                <a:lnTo>
                  <a:pt x="50279" y="95056"/>
                </a:lnTo>
                <a:lnTo>
                  <a:pt x="50570" y="94609"/>
                </a:lnTo>
                <a:lnTo>
                  <a:pt x="46008" y="101744"/>
                </a:lnTo>
                <a:lnTo>
                  <a:pt x="46298" y="101274"/>
                </a:lnTo>
                <a:lnTo>
                  <a:pt x="42072" y="108632"/>
                </a:lnTo>
                <a:lnTo>
                  <a:pt x="42317" y="108140"/>
                </a:lnTo>
                <a:lnTo>
                  <a:pt x="38448" y="115723"/>
                </a:lnTo>
                <a:lnTo>
                  <a:pt x="38694" y="115230"/>
                </a:lnTo>
                <a:lnTo>
                  <a:pt x="35159" y="122991"/>
                </a:lnTo>
                <a:lnTo>
                  <a:pt x="35384" y="122499"/>
                </a:lnTo>
                <a:lnTo>
                  <a:pt x="32231" y="130462"/>
                </a:lnTo>
                <a:lnTo>
                  <a:pt x="32432" y="129947"/>
                </a:lnTo>
                <a:lnTo>
                  <a:pt x="29659" y="138111"/>
                </a:lnTo>
                <a:lnTo>
                  <a:pt x="29838" y="137574"/>
                </a:lnTo>
                <a:lnTo>
                  <a:pt x="27466" y="145895"/>
                </a:lnTo>
                <a:lnTo>
                  <a:pt x="27601" y="145357"/>
                </a:lnTo>
                <a:lnTo>
                  <a:pt x="25654" y="153857"/>
                </a:lnTo>
                <a:lnTo>
                  <a:pt x="25766" y="153298"/>
                </a:lnTo>
                <a:lnTo>
                  <a:pt x="24223" y="161953"/>
                </a:lnTo>
                <a:lnTo>
                  <a:pt x="24290" y="161395"/>
                </a:lnTo>
                <a:lnTo>
                  <a:pt x="23194" y="170184"/>
                </a:lnTo>
                <a:lnTo>
                  <a:pt x="23239" y="169625"/>
                </a:lnTo>
                <a:lnTo>
                  <a:pt x="22568" y="178527"/>
                </a:lnTo>
                <a:lnTo>
                  <a:pt x="22590" y="177968"/>
                </a:lnTo>
                <a:lnTo>
                  <a:pt x="22366" y="187004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text-126 Stage">
            <a:extLst xmlns:a="http://schemas.openxmlformats.org/drawingml/2006/main">
              <a:ext uri="{FF2B5EF4-FFF2-40B4-BE49-F238E27FC236}">
                <a16:creationId xmlns:a16="http://schemas.microsoft.com/office/drawing/2014/main" id="{DD9891E6-C321-4F63-A781-0AB7B7D9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2484" y="3523423"/>
            <a:ext cx="505817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210" name="text-126 3">
            <a:extLst xmlns:a="http://schemas.openxmlformats.org/drawingml/2006/main">
              <a:ext uri="{FF2B5EF4-FFF2-40B4-BE49-F238E27FC236}">
                <a16:creationId xmlns:a16="http://schemas.microsoft.com/office/drawing/2014/main" id="{120A86A8-58A8-4D16-968A-FFFC3775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2499" y="3523371"/>
            <a:ext cx="136905" cy="28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1" name="text-127 :">
            <a:extLst xmlns:a="http://schemas.openxmlformats.org/drawingml/2006/main">
              <a:ext uri="{FF2B5EF4-FFF2-40B4-BE49-F238E27FC236}">
                <a16:creationId xmlns:a16="http://schemas.microsoft.com/office/drawing/2014/main" id="{24C011CF-A118-4B71-9056-C8A1AF3F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47" y="3523282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212" name="text-128 Dialogue">
            <a:extLst xmlns:a="http://schemas.openxmlformats.org/drawingml/2006/main">
              <a:ext uri="{FF2B5EF4-FFF2-40B4-BE49-F238E27FC236}">
                <a16:creationId xmlns:a16="http://schemas.microsoft.com/office/drawing/2014/main" id="{ADBB1B65-693B-450C-8D52-26E2F2A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0570" y="3523462"/>
            <a:ext cx="796572" cy="28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213" name="text-128 Construction">
            <a:extLst xmlns:a="http://schemas.openxmlformats.org/drawingml/2006/main">
              <a:ext uri="{FF2B5EF4-FFF2-40B4-BE49-F238E27FC236}">
                <a16:creationId xmlns:a16="http://schemas.microsoft.com/office/drawing/2014/main" id="{F5D1B0E8-5161-4096-80FC-BF1643F8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345" y="3523407"/>
            <a:ext cx="1165866" cy="28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Construction</a:t>
            </a:r>
          </a:p>
        </p:txBody>
      </p:sp>
      <p:sp>
        <p:nvSpPr>
          <p:cNvPr id="214" name="path-129">
            <a:extLst xmlns:a="http://schemas.openxmlformats.org/drawingml/2006/main">
              <a:ext uri="{FF2B5EF4-FFF2-40B4-BE49-F238E27FC236}">
                <a16:creationId xmlns:a16="http://schemas.microsoft.com/office/drawing/2014/main" id="{C48390A2-A343-428A-BDBB-780318A9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8416" y="5411210"/>
            <a:ext cx="6158542" cy="2005132"/>
          </a:xfrm>
          <a:custGeom xmlns:a="http://schemas.openxmlformats.org/drawingml/2006/main">
            <a:pathLst>
              <a:path w="6158542" h="2005132">
                <a:moveTo>
                  <a:pt x="270" y="194787"/>
                </a:moveTo>
                <a:lnTo>
                  <a:pt x="1052" y="184364"/>
                </a:lnTo>
                <a:lnTo>
                  <a:pt x="2372" y="174076"/>
                </a:lnTo>
                <a:lnTo>
                  <a:pt x="4160" y="163967"/>
                </a:lnTo>
                <a:lnTo>
                  <a:pt x="6465" y="154036"/>
                </a:lnTo>
                <a:lnTo>
                  <a:pt x="9238" y="144284"/>
                </a:lnTo>
                <a:lnTo>
                  <a:pt x="12459" y="134734"/>
                </a:lnTo>
                <a:lnTo>
                  <a:pt x="16149" y="125407"/>
                </a:lnTo>
                <a:lnTo>
                  <a:pt x="20242" y="116304"/>
                </a:lnTo>
                <a:lnTo>
                  <a:pt x="24782" y="107447"/>
                </a:lnTo>
                <a:lnTo>
                  <a:pt x="29725" y="98858"/>
                </a:lnTo>
                <a:lnTo>
                  <a:pt x="35071" y="90516"/>
                </a:lnTo>
                <a:lnTo>
                  <a:pt x="40796" y="82464"/>
                </a:lnTo>
                <a:lnTo>
                  <a:pt x="46881" y="74726"/>
                </a:lnTo>
                <a:lnTo>
                  <a:pt x="53344" y="67277"/>
                </a:lnTo>
                <a:lnTo>
                  <a:pt x="60144" y="60143"/>
                </a:lnTo>
                <a:lnTo>
                  <a:pt x="67278" y="53343"/>
                </a:lnTo>
                <a:lnTo>
                  <a:pt x="74726" y="46880"/>
                </a:lnTo>
                <a:lnTo>
                  <a:pt x="82465" y="40796"/>
                </a:lnTo>
                <a:lnTo>
                  <a:pt x="90517" y="35070"/>
                </a:lnTo>
                <a:lnTo>
                  <a:pt x="98859" y="29724"/>
                </a:lnTo>
                <a:lnTo>
                  <a:pt x="107448" y="24782"/>
                </a:lnTo>
                <a:lnTo>
                  <a:pt x="116306" y="20241"/>
                </a:lnTo>
                <a:lnTo>
                  <a:pt x="125409" y="16148"/>
                </a:lnTo>
                <a:lnTo>
                  <a:pt x="134735" y="12458"/>
                </a:lnTo>
                <a:lnTo>
                  <a:pt x="144285" y="9237"/>
                </a:lnTo>
                <a:lnTo>
                  <a:pt x="154037" y="6464"/>
                </a:lnTo>
                <a:lnTo>
                  <a:pt x="163968" y="4160"/>
                </a:lnTo>
                <a:lnTo>
                  <a:pt x="174078" y="2370"/>
                </a:lnTo>
                <a:lnTo>
                  <a:pt x="184365" y="1051"/>
                </a:lnTo>
                <a:lnTo>
                  <a:pt x="194788" y="268"/>
                </a:lnTo>
                <a:lnTo>
                  <a:pt x="205189" y="0"/>
                </a:lnTo>
                <a:lnTo>
                  <a:pt x="5953353" y="0"/>
                </a:lnTo>
                <a:lnTo>
                  <a:pt x="5963752" y="268"/>
                </a:lnTo>
                <a:lnTo>
                  <a:pt x="5974175" y="1051"/>
                </a:lnTo>
                <a:lnTo>
                  <a:pt x="5984464" y="2370"/>
                </a:lnTo>
                <a:lnTo>
                  <a:pt x="5994572" y="4160"/>
                </a:lnTo>
                <a:lnTo>
                  <a:pt x="6004504" y="6464"/>
                </a:lnTo>
                <a:lnTo>
                  <a:pt x="6014255" y="9237"/>
                </a:lnTo>
                <a:lnTo>
                  <a:pt x="6023806" y="12458"/>
                </a:lnTo>
                <a:lnTo>
                  <a:pt x="6033134" y="16148"/>
                </a:lnTo>
                <a:lnTo>
                  <a:pt x="6042236" y="20241"/>
                </a:lnTo>
                <a:lnTo>
                  <a:pt x="6051093" y="24782"/>
                </a:lnTo>
                <a:lnTo>
                  <a:pt x="6059681" y="29724"/>
                </a:lnTo>
                <a:lnTo>
                  <a:pt x="6068025" y="35070"/>
                </a:lnTo>
                <a:lnTo>
                  <a:pt x="6076077" y="40796"/>
                </a:lnTo>
                <a:lnTo>
                  <a:pt x="6083816" y="46880"/>
                </a:lnTo>
                <a:lnTo>
                  <a:pt x="6091263" y="53343"/>
                </a:lnTo>
                <a:lnTo>
                  <a:pt x="6098398" y="60143"/>
                </a:lnTo>
                <a:lnTo>
                  <a:pt x="6105197" y="67277"/>
                </a:lnTo>
                <a:lnTo>
                  <a:pt x="6111637" y="74726"/>
                </a:lnTo>
                <a:lnTo>
                  <a:pt x="6117744" y="82464"/>
                </a:lnTo>
                <a:lnTo>
                  <a:pt x="6123469" y="90516"/>
                </a:lnTo>
                <a:lnTo>
                  <a:pt x="6128815" y="98858"/>
                </a:lnTo>
                <a:lnTo>
                  <a:pt x="6133758" y="107447"/>
                </a:lnTo>
                <a:lnTo>
                  <a:pt x="6138299" y="116304"/>
                </a:lnTo>
                <a:lnTo>
                  <a:pt x="6142391" y="125407"/>
                </a:lnTo>
                <a:lnTo>
                  <a:pt x="6146083" y="134734"/>
                </a:lnTo>
                <a:lnTo>
                  <a:pt x="6149304" y="144284"/>
                </a:lnTo>
                <a:lnTo>
                  <a:pt x="6152077" y="154036"/>
                </a:lnTo>
                <a:lnTo>
                  <a:pt x="6154380" y="163967"/>
                </a:lnTo>
                <a:lnTo>
                  <a:pt x="6156170" y="174076"/>
                </a:lnTo>
                <a:lnTo>
                  <a:pt x="6157489" y="184364"/>
                </a:lnTo>
                <a:lnTo>
                  <a:pt x="6158272" y="194787"/>
                </a:lnTo>
                <a:lnTo>
                  <a:pt x="6158542" y="205187"/>
                </a:lnTo>
                <a:lnTo>
                  <a:pt x="6158542" y="1799943"/>
                </a:lnTo>
                <a:lnTo>
                  <a:pt x="6158272" y="1810345"/>
                </a:lnTo>
                <a:lnTo>
                  <a:pt x="6157489" y="1820767"/>
                </a:lnTo>
                <a:lnTo>
                  <a:pt x="6156170" y="1831055"/>
                </a:lnTo>
                <a:lnTo>
                  <a:pt x="6154380" y="1841165"/>
                </a:lnTo>
                <a:lnTo>
                  <a:pt x="6152077" y="1851096"/>
                </a:lnTo>
                <a:lnTo>
                  <a:pt x="6149304" y="1860847"/>
                </a:lnTo>
                <a:lnTo>
                  <a:pt x="6146083" y="1870398"/>
                </a:lnTo>
                <a:lnTo>
                  <a:pt x="6142391" y="1879724"/>
                </a:lnTo>
                <a:lnTo>
                  <a:pt x="6138299" y="1888827"/>
                </a:lnTo>
                <a:lnTo>
                  <a:pt x="6133758" y="1897685"/>
                </a:lnTo>
                <a:lnTo>
                  <a:pt x="6128815" y="1906273"/>
                </a:lnTo>
                <a:lnTo>
                  <a:pt x="6123469" y="1914615"/>
                </a:lnTo>
                <a:lnTo>
                  <a:pt x="6117744" y="1922667"/>
                </a:lnTo>
                <a:lnTo>
                  <a:pt x="6111637" y="1930406"/>
                </a:lnTo>
                <a:lnTo>
                  <a:pt x="6105197" y="1937854"/>
                </a:lnTo>
                <a:lnTo>
                  <a:pt x="6098398" y="1944989"/>
                </a:lnTo>
                <a:lnTo>
                  <a:pt x="6091263" y="1951787"/>
                </a:lnTo>
                <a:lnTo>
                  <a:pt x="6083816" y="1958252"/>
                </a:lnTo>
                <a:lnTo>
                  <a:pt x="6076077" y="1964335"/>
                </a:lnTo>
                <a:lnTo>
                  <a:pt x="6068025" y="1970062"/>
                </a:lnTo>
                <a:lnTo>
                  <a:pt x="6059681" y="1975407"/>
                </a:lnTo>
                <a:lnTo>
                  <a:pt x="6051093" y="1980351"/>
                </a:lnTo>
                <a:lnTo>
                  <a:pt x="6042236" y="1984890"/>
                </a:lnTo>
                <a:lnTo>
                  <a:pt x="6033134" y="1988984"/>
                </a:lnTo>
                <a:lnTo>
                  <a:pt x="6023806" y="1992673"/>
                </a:lnTo>
                <a:lnTo>
                  <a:pt x="6014255" y="1995894"/>
                </a:lnTo>
                <a:lnTo>
                  <a:pt x="6004504" y="1998668"/>
                </a:lnTo>
                <a:lnTo>
                  <a:pt x="5994572" y="2000971"/>
                </a:lnTo>
                <a:lnTo>
                  <a:pt x="5984464" y="2002761"/>
                </a:lnTo>
                <a:lnTo>
                  <a:pt x="5974175" y="2004081"/>
                </a:lnTo>
                <a:lnTo>
                  <a:pt x="5963752" y="2004863"/>
                </a:lnTo>
                <a:lnTo>
                  <a:pt x="5953353" y="2005132"/>
                </a:lnTo>
                <a:lnTo>
                  <a:pt x="205189" y="2005132"/>
                </a:lnTo>
                <a:lnTo>
                  <a:pt x="194788" y="2004863"/>
                </a:lnTo>
                <a:lnTo>
                  <a:pt x="184365" y="2004081"/>
                </a:lnTo>
                <a:lnTo>
                  <a:pt x="174078" y="2002761"/>
                </a:lnTo>
                <a:lnTo>
                  <a:pt x="163968" y="2000971"/>
                </a:lnTo>
                <a:lnTo>
                  <a:pt x="154037" y="1998668"/>
                </a:lnTo>
                <a:lnTo>
                  <a:pt x="144285" y="1995894"/>
                </a:lnTo>
                <a:lnTo>
                  <a:pt x="134735" y="1992673"/>
                </a:lnTo>
                <a:lnTo>
                  <a:pt x="125409" y="1988984"/>
                </a:lnTo>
                <a:lnTo>
                  <a:pt x="116306" y="1984890"/>
                </a:lnTo>
                <a:lnTo>
                  <a:pt x="107448" y="1980351"/>
                </a:lnTo>
                <a:lnTo>
                  <a:pt x="98859" y="1975407"/>
                </a:lnTo>
                <a:lnTo>
                  <a:pt x="90517" y="1970062"/>
                </a:lnTo>
                <a:lnTo>
                  <a:pt x="82465" y="1964335"/>
                </a:lnTo>
                <a:lnTo>
                  <a:pt x="74726" y="1958252"/>
                </a:lnTo>
                <a:lnTo>
                  <a:pt x="67278" y="1951787"/>
                </a:lnTo>
                <a:lnTo>
                  <a:pt x="60144" y="1944989"/>
                </a:lnTo>
                <a:lnTo>
                  <a:pt x="53344" y="1937854"/>
                </a:lnTo>
                <a:lnTo>
                  <a:pt x="46881" y="1930406"/>
                </a:lnTo>
                <a:lnTo>
                  <a:pt x="40796" y="1922667"/>
                </a:lnTo>
                <a:lnTo>
                  <a:pt x="35071" y="1914615"/>
                </a:lnTo>
                <a:lnTo>
                  <a:pt x="29725" y="1906273"/>
                </a:lnTo>
                <a:lnTo>
                  <a:pt x="24782" y="1897685"/>
                </a:lnTo>
                <a:lnTo>
                  <a:pt x="20242" y="1888827"/>
                </a:lnTo>
                <a:lnTo>
                  <a:pt x="16149" y="1879724"/>
                </a:lnTo>
                <a:lnTo>
                  <a:pt x="12459" y="1870398"/>
                </a:lnTo>
                <a:lnTo>
                  <a:pt x="9238" y="1860847"/>
                </a:lnTo>
                <a:lnTo>
                  <a:pt x="6465" y="1851096"/>
                </a:lnTo>
                <a:lnTo>
                  <a:pt x="4160" y="1841165"/>
                </a:lnTo>
                <a:lnTo>
                  <a:pt x="2372" y="1831055"/>
                </a:lnTo>
                <a:lnTo>
                  <a:pt x="1052" y="1820767"/>
                </a:lnTo>
                <a:lnTo>
                  <a:pt x="270" y="1810345"/>
                </a:lnTo>
                <a:lnTo>
                  <a:pt x="0" y="1799943"/>
                </a:lnTo>
                <a:lnTo>
                  <a:pt x="0" y="205187"/>
                </a:lnTo>
                <a:lnTo>
                  <a:pt x="270" y="194787"/>
                </a:lnTo>
                <a:moveTo>
                  <a:pt x="22367" y="205612"/>
                </a:moveTo>
                <a:lnTo>
                  <a:pt x="22367" y="205344"/>
                </a:lnTo>
                <a:lnTo>
                  <a:pt x="22367" y="1799787"/>
                </a:lnTo>
                <a:lnTo>
                  <a:pt x="22367" y="1799520"/>
                </a:lnTo>
                <a:lnTo>
                  <a:pt x="22614" y="1809494"/>
                </a:lnTo>
                <a:lnTo>
                  <a:pt x="22590" y="1808936"/>
                </a:lnTo>
                <a:lnTo>
                  <a:pt x="23329" y="1818799"/>
                </a:lnTo>
                <a:lnTo>
                  <a:pt x="23285" y="1818240"/>
                </a:lnTo>
                <a:lnTo>
                  <a:pt x="24514" y="1827946"/>
                </a:lnTo>
                <a:lnTo>
                  <a:pt x="24425" y="1827388"/>
                </a:lnTo>
                <a:lnTo>
                  <a:pt x="26147" y="1836959"/>
                </a:lnTo>
                <a:lnTo>
                  <a:pt x="26034" y="1836401"/>
                </a:lnTo>
                <a:lnTo>
                  <a:pt x="28182" y="1845795"/>
                </a:lnTo>
                <a:lnTo>
                  <a:pt x="28048" y="1845258"/>
                </a:lnTo>
                <a:lnTo>
                  <a:pt x="30664" y="1854472"/>
                </a:lnTo>
                <a:lnTo>
                  <a:pt x="30509" y="1853935"/>
                </a:lnTo>
                <a:lnTo>
                  <a:pt x="33550" y="1862972"/>
                </a:lnTo>
                <a:lnTo>
                  <a:pt x="33371" y="1862458"/>
                </a:lnTo>
                <a:lnTo>
                  <a:pt x="36837" y="1871270"/>
                </a:lnTo>
                <a:lnTo>
                  <a:pt x="36636" y="1870755"/>
                </a:lnTo>
                <a:lnTo>
                  <a:pt x="40529" y="1879366"/>
                </a:lnTo>
                <a:lnTo>
                  <a:pt x="40282" y="1878875"/>
                </a:lnTo>
                <a:lnTo>
                  <a:pt x="44576" y="1887240"/>
                </a:lnTo>
                <a:lnTo>
                  <a:pt x="44309" y="1886770"/>
                </a:lnTo>
                <a:lnTo>
                  <a:pt x="48983" y="1894888"/>
                </a:lnTo>
                <a:lnTo>
                  <a:pt x="48714" y="1894442"/>
                </a:lnTo>
                <a:lnTo>
                  <a:pt x="53747" y="1902315"/>
                </a:lnTo>
                <a:lnTo>
                  <a:pt x="53456" y="1901867"/>
                </a:lnTo>
                <a:lnTo>
                  <a:pt x="58868" y="1909471"/>
                </a:lnTo>
                <a:lnTo>
                  <a:pt x="58556" y="1909047"/>
                </a:lnTo>
                <a:lnTo>
                  <a:pt x="64303" y="1916382"/>
                </a:lnTo>
                <a:lnTo>
                  <a:pt x="63968" y="1915980"/>
                </a:lnTo>
                <a:lnTo>
                  <a:pt x="70075" y="1923026"/>
                </a:lnTo>
                <a:lnTo>
                  <a:pt x="69717" y="1922623"/>
                </a:lnTo>
                <a:lnTo>
                  <a:pt x="76136" y="1929355"/>
                </a:lnTo>
                <a:lnTo>
                  <a:pt x="75777" y="1928998"/>
                </a:lnTo>
                <a:lnTo>
                  <a:pt x="82510" y="1935416"/>
                </a:lnTo>
                <a:lnTo>
                  <a:pt x="82108" y="1935058"/>
                </a:lnTo>
                <a:lnTo>
                  <a:pt x="89153" y="1941165"/>
                </a:lnTo>
                <a:lnTo>
                  <a:pt x="88750" y="1940829"/>
                </a:lnTo>
                <a:lnTo>
                  <a:pt x="96086" y="1946576"/>
                </a:lnTo>
                <a:lnTo>
                  <a:pt x="95662" y="1946264"/>
                </a:lnTo>
                <a:lnTo>
                  <a:pt x="103266" y="1951676"/>
                </a:lnTo>
                <a:lnTo>
                  <a:pt x="102818" y="1951385"/>
                </a:lnTo>
                <a:lnTo>
                  <a:pt x="110691" y="1956417"/>
                </a:lnTo>
                <a:lnTo>
                  <a:pt x="110244" y="1956150"/>
                </a:lnTo>
                <a:lnTo>
                  <a:pt x="118364" y="1960824"/>
                </a:lnTo>
                <a:lnTo>
                  <a:pt x="117894" y="1960555"/>
                </a:lnTo>
                <a:lnTo>
                  <a:pt x="126259" y="1964850"/>
                </a:lnTo>
                <a:lnTo>
                  <a:pt x="125767" y="1964604"/>
                </a:lnTo>
                <a:lnTo>
                  <a:pt x="134378" y="1968496"/>
                </a:lnTo>
                <a:lnTo>
                  <a:pt x="133863" y="1968294"/>
                </a:lnTo>
                <a:lnTo>
                  <a:pt x="142675" y="1971760"/>
                </a:lnTo>
                <a:lnTo>
                  <a:pt x="142161" y="1971583"/>
                </a:lnTo>
                <a:lnTo>
                  <a:pt x="151197" y="1974623"/>
                </a:lnTo>
                <a:lnTo>
                  <a:pt x="150659" y="1974467"/>
                </a:lnTo>
                <a:lnTo>
                  <a:pt x="159875" y="1977085"/>
                </a:lnTo>
                <a:lnTo>
                  <a:pt x="159338" y="1976951"/>
                </a:lnTo>
                <a:lnTo>
                  <a:pt x="168732" y="1979097"/>
                </a:lnTo>
                <a:lnTo>
                  <a:pt x="168172" y="1978986"/>
                </a:lnTo>
                <a:lnTo>
                  <a:pt x="177745" y="1980708"/>
                </a:lnTo>
                <a:lnTo>
                  <a:pt x="177186" y="1980618"/>
                </a:lnTo>
                <a:lnTo>
                  <a:pt x="186893" y="1981848"/>
                </a:lnTo>
                <a:lnTo>
                  <a:pt x="186334" y="1981804"/>
                </a:lnTo>
                <a:lnTo>
                  <a:pt x="196197" y="1982541"/>
                </a:lnTo>
                <a:lnTo>
                  <a:pt x="195638" y="1982520"/>
                </a:lnTo>
                <a:lnTo>
                  <a:pt x="205614" y="1982766"/>
                </a:lnTo>
                <a:lnTo>
                  <a:pt x="205344" y="1982766"/>
                </a:lnTo>
                <a:lnTo>
                  <a:pt x="5953196" y="1982766"/>
                </a:lnTo>
                <a:lnTo>
                  <a:pt x="5952927" y="1982766"/>
                </a:lnTo>
                <a:lnTo>
                  <a:pt x="5962903" y="1982520"/>
                </a:lnTo>
                <a:lnTo>
                  <a:pt x="5962344" y="1982541"/>
                </a:lnTo>
                <a:lnTo>
                  <a:pt x="5972206" y="1981804"/>
                </a:lnTo>
                <a:lnTo>
                  <a:pt x="5971648" y="1981848"/>
                </a:lnTo>
                <a:lnTo>
                  <a:pt x="5981356" y="1980618"/>
                </a:lnTo>
                <a:lnTo>
                  <a:pt x="5980797" y="1980708"/>
                </a:lnTo>
                <a:lnTo>
                  <a:pt x="5990368" y="1978986"/>
                </a:lnTo>
                <a:lnTo>
                  <a:pt x="5989810" y="1979097"/>
                </a:lnTo>
                <a:lnTo>
                  <a:pt x="5999204" y="1976951"/>
                </a:lnTo>
                <a:lnTo>
                  <a:pt x="5998666" y="1977085"/>
                </a:lnTo>
                <a:lnTo>
                  <a:pt x="6007882" y="1974467"/>
                </a:lnTo>
                <a:lnTo>
                  <a:pt x="6007345" y="1974623"/>
                </a:lnTo>
                <a:lnTo>
                  <a:pt x="6016380" y="1971583"/>
                </a:lnTo>
                <a:lnTo>
                  <a:pt x="6015867" y="1971760"/>
                </a:lnTo>
                <a:lnTo>
                  <a:pt x="6024678" y="1968294"/>
                </a:lnTo>
                <a:lnTo>
                  <a:pt x="6024165" y="1968496"/>
                </a:lnTo>
                <a:lnTo>
                  <a:pt x="6032775" y="1964604"/>
                </a:lnTo>
                <a:lnTo>
                  <a:pt x="6032283" y="1964850"/>
                </a:lnTo>
                <a:lnTo>
                  <a:pt x="6040649" y="1960555"/>
                </a:lnTo>
                <a:lnTo>
                  <a:pt x="6040178" y="1960824"/>
                </a:lnTo>
                <a:lnTo>
                  <a:pt x="6048297" y="1956150"/>
                </a:lnTo>
                <a:lnTo>
                  <a:pt x="6047849" y="1956417"/>
                </a:lnTo>
                <a:lnTo>
                  <a:pt x="6055722" y="1951385"/>
                </a:lnTo>
                <a:lnTo>
                  <a:pt x="6055276" y="1951676"/>
                </a:lnTo>
                <a:lnTo>
                  <a:pt x="6062880" y="1946264"/>
                </a:lnTo>
                <a:lnTo>
                  <a:pt x="6062456" y="1946576"/>
                </a:lnTo>
                <a:lnTo>
                  <a:pt x="6069791" y="1940829"/>
                </a:lnTo>
                <a:lnTo>
                  <a:pt x="6069389" y="1941165"/>
                </a:lnTo>
                <a:lnTo>
                  <a:pt x="6076434" y="1935058"/>
                </a:lnTo>
                <a:lnTo>
                  <a:pt x="6076031" y="1935416"/>
                </a:lnTo>
                <a:lnTo>
                  <a:pt x="6082764" y="1928998"/>
                </a:lnTo>
                <a:lnTo>
                  <a:pt x="6082405" y="1929355"/>
                </a:lnTo>
                <a:lnTo>
                  <a:pt x="6088825" y="1922623"/>
                </a:lnTo>
                <a:lnTo>
                  <a:pt x="6088468" y="1923026"/>
                </a:lnTo>
                <a:lnTo>
                  <a:pt x="6094572" y="1915980"/>
                </a:lnTo>
                <a:lnTo>
                  <a:pt x="6094238" y="1916382"/>
                </a:lnTo>
                <a:lnTo>
                  <a:pt x="6099986" y="1909047"/>
                </a:lnTo>
                <a:lnTo>
                  <a:pt x="6099673" y="1909471"/>
                </a:lnTo>
                <a:lnTo>
                  <a:pt x="6105085" y="1901867"/>
                </a:lnTo>
                <a:lnTo>
                  <a:pt x="6104795" y="1902315"/>
                </a:lnTo>
                <a:lnTo>
                  <a:pt x="6109826" y="1894442"/>
                </a:lnTo>
                <a:lnTo>
                  <a:pt x="6109558" y="1894888"/>
                </a:lnTo>
                <a:lnTo>
                  <a:pt x="6114233" y="1886770"/>
                </a:lnTo>
                <a:lnTo>
                  <a:pt x="6113964" y="1887240"/>
                </a:lnTo>
                <a:lnTo>
                  <a:pt x="6118259" y="1878875"/>
                </a:lnTo>
                <a:lnTo>
                  <a:pt x="6118013" y="1879366"/>
                </a:lnTo>
                <a:lnTo>
                  <a:pt x="6121905" y="1870755"/>
                </a:lnTo>
                <a:lnTo>
                  <a:pt x="6121703" y="1871270"/>
                </a:lnTo>
                <a:lnTo>
                  <a:pt x="6125170" y="1862458"/>
                </a:lnTo>
                <a:lnTo>
                  <a:pt x="6124991" y="1862972"/>
                </a:lnTo>
                <a:lnTo>
                  <a:pt x="6128033" y="1853935"/>
                </a:lnTo>
                <a:lnTo>
                  <a:pt x="6127876" y="1854472"/>
                </a:lnTo>
                <a:lnTo>
                  <a:pt x="6130493" y="1845258"/>
                </a:lnTo>
                <a:lnTo>
                  <a:pt x="6130360" y="1845795"/>
                </a:lnTo>
                <a:lnTo>
                  <a:pt x="6132507" y="1836401"/>
                </a:lnTo>
                <a:lnTo>
                  <a:pt x="6132394" y="1836959"/>
                </a:lnTo>
                <a:lnTo>
                  <a:pt x="6134116" y="1827388"/>
                </a:lnTo>
                <a:lnTo>
                  <a:pt x="6134028" y="1827946"/>
                </a:lnTo>
                <a:lnTo>
                  <a:pt x="6135257" y="1818240"/>
                </a:lnTo>
                <a:lnTo>
                  <a:pt x="6135213" y="1818799"/>
                </a:lnTo>
                <a:lnTo>
                  <a:pt x="6135951" y="1808936"/>
                </a:lnTo>
                <a:lnTo>
                  <a:pt x="6135928" y="1809494"/>
                </a:lnTo>
                <a:lnTo>
                  <a:pt x="6136174" y="1799520"/>
                </a:lnTo>
                <a:lnTo>
                  <a:pt x="6136174" y="1799787"/>
                </a:lnTo>
                <a:lnTo>
                  <a:pt x="6136174" y="205344"/>
                </a:lnTo>
                <a:lnTo>
                  <a:pt x="6136174" y="205612"/>
                </a:lnTo>
                <a:lnTo>
                  <a:pt x="6135928" y="195637"/>
                </a:lnTo>
                <a:lnTo>
                  <a:pt x="6135951" y="196197"/>
                </a:lnTo>
                <a:lnTo>
                  <a:pt x="6135213" y="186333"/>
                </a:lnTo>
                <a:lnTo>
                  <a:pt x="6135257" y="186891"/>
                </a:lnTo>
                <a:lnTo>
                  <a:pt x="6134028" y="177185"/>
                </a:lnTo>
                <a:lnTo>
                  <a:pt x="6134116" y="177744"/>
                </a:lnTo>
                <a:lnTo>
                  <a:pt x="6132394" y="168171"/>
                </a:lnTo>
                <a:lnTo>
                  <a:pt x="6132507" y="168731"/>
                </a:lnTo>
                <a:lnTo>
                  <a:pt x="6130360" y="159337"/>
                </a:lnTo>
                <a:lnTo>
                  <a:pt x="6130493" y="159873"/>
                </a:lnTo>
                <a:lnTo>
                  <a:pt x="6127876" y="150659"/>
                </a:lnTo>
                <a:lnTo>
                  <a:pt x="6128033" y="151173"/>
                </a:lnTo>
                <a:lnTo>
                  <a:pt x="6124991" y="142159"/>
                </a:lnTo>
                <a:lnTo>
                  <a:pt x="6125170" y="142674"/>
                </a:lnTo>
                <a:lnTo>
                  <a:pt x="6121703" y="133862"/>
                </a:lnTo>
                <a:lnTo>
                  <a:pt x="6121905" y="134376"/>
                </a:lnTo>
                <a:lnTo>
                  <a:pt x="6118013" y="125765"/>
                </a:lnTo>
                <a:lnTo>
                  <a:pt x="6118259" y="126257"/>
                </a:lnTo>
                <a:lnTo>
                  <a:pt x="6113964" y="117892"/>
                </a:lnTo>
                <a:lnTo>
                  <a:pt x="6114233" y="118362"/>
                </a:lnTo>
                <a:lnTo>
                  <a:pt x="6109558" y="110243"/>
                </a:lnTo>
                <a:lnTo>
                  <a:pt x="6109826" y="110690"/>
                </a:lnTo>
                <a:lnTo>
                  <a:pt x="6104795" y="102817"/>
                </a:lnTo>
                <a:lnTo>
                  <a:pt x="6105085" y="103265"/>
                </a:lnTo>
                <a:lnTo>
                  <a:pt x="6099673" y="95660"/>
                </a:lnTo>
                <a:lnTo>
                  <a:pt x="6099986" y="96085"/>
                </a:lnTo>
                <a:lnTo>
                  <a:pt x="6094238" y="88749"/>
                </a:lnTo>
                <a:lnTo>
                  <a:pt x="6094572" y="89152"/>
                </a:lnTo>
                <a:lnTo>
                  <a:pt x="6088468" y="82106"/>
                </a:lnTo>
                <a:lnTo>
                  <a:pt x="6088825" y="82509"/>
                </a:lnTo>
                <a:lnTo>
                  <a:pt x="6082405" y="75754"/>
                </a:lnTo>
                <a:lnTo>
                  <a:pt x="6082764" y="76134"/>
                </a:lnTo>
                <a:lnTo>
                  <a:pt x="6076031" y="69716"/>
                </a:lnTo>
                <a:lnTo>
                  <a:pt x="6076434" y="70073"/>
                </a:lnTo>
                <a:lnTo>
                  <a:pt x="6069389" y="63967"/>
                </a:lnTo>
                <a:lnTo>
                  <a:pt x="6069791" y="64303"/>
                </a:lnTo>
                <a:lnTo>
                  <a:pt x="6062456" y="58554"/>
                </a:lnTo>
                <a:lnTo>
                  <a:pt x="6062880" y="58867"/>
                </a:lnTo>
                <a:lnTo>
                  <a:pt x="6055276" y="53455"/>
                </a:lnTo>
                <a:lnTo>
                  <a:pt x="6055722" y="53746"/>
                </a:lnTo>
                <a:lnTo>
                  <a:pt x="6047849" y="48714"/>
                </a:lnTo>
                <a:lnTo>
                  <a:pt x="6048297" y="48982"/>
                </a:lnTo>
                <a:lnTo>
                  <a:pt x="6040178" y="44307"/>
                </a:lnTo>
                <a:lnTo>
                  <a:pt x="6040649" y="44575"/>
                </a:lnTo>
                <a:lnTo>
                  <a:pt x="6032283" y="40281"/>
                </a:lnTo>
                <a:lnTo>
                  <a:pt x="6032775" y="40527"/>
                </a:lnTo>
                <a:lnTo>
                  <a:pt x="6024165" y="36636"/>
                </a:lnTo>
                <a:lnTo>
                  <a:pt x="6024678" y="36837"/>
                </a:lnTo>
                <a:lnTo>
                  <a:pt x="6015867" y="33371"/>
                </a:lnTo>
                <a:lnTo>
                  <a:pt x="6016380" y="33549"/>
                </a:lnTo>
                <a:lnTo>
                  <a:pt x="6007345" y="30507"/>
                </a:lnTo>
                <a:lnTo>
                  <a:pt x="6007882" y="30664"/>
                </a:lnTo>
                <a:lnTo>
                  <a:pt x="5998666" y="28047"/>
                </a:lnTo>
                <a:lnTo>
                  <a:pt x="5999204" y="28181"/>
                </a:lnTo>
                <a:lnTo>
                  <a:pt x="5989810" y="26034"/>
                </a:lnTo>
                <a:lnTo>
                  <a:pt x="5990368" y="26146"/>
                </a:lnTo>
                <a:lnTo>
                  <a:pt x="5980797" y="24424"/>
                </a:lnTo>
                <a:lnTo>
                  <a:pt x="5981356" y="24514"/>
                </a:lnTo>
                <a:lnTo>
                  <a:pt x="5971648" y="23283"/>
                </a:lnTo>
                <a:lnTo>
                  <a:pt x="5972206" y="23328"/>
                </a:lnTo>
                <a:lnTo>
                  <a:pt x="5962344" y="22589"/>
                </a:lnTo>
                <a:lnTo>
                  <a:pt x="5962903" y="22612"/>
                </a:lnTo>
                <a:lnTo>
                  <a:pt x="5952927" y="22366"/>
                </a:lnTo>
                <a:lnTo>
                  <a:pt x="5953196" y="22366"/>
                </a:lnTo>
                <a:lnTo>
                  <a:pt x="205344" y="22366"/>
                </a:lnTo>
                <a:lnTo>
                  <a:pt x="205614" y="22366"/>
                </a:lnTo>
                <a:lnTo>
                  <a:pt x="195638" y="22612"/>
                </a:lnTo>
                <a:lnTo>
                  <a:pt x="196197" y="22589"/>
                </a:lnTo>
                <a:lnTo>
                  <a:pt x="186334" y="23328"/>
                </a:lnTo>
                <a:lnTo>
                  <a:pt x="186893" y="23283"/>
                </a:lnTo>
                <a:lnTo>
                  <a:pt x="177186" y="24514"/>
                </a:lnTo>
                <a:lnTo>
                  <a:pt x="177745" y="24424"/>
                </a:lnTo>
                <a:lnTo>
                  <a:pt x="168172" y="26146"/>
                </a:lnTo>
                <a:lnTo>
                  <a:pt x="168732" y="26034"/>
                </a:lnTo>
                <a:lnTo>
                  <a:pt x="159338" y="28181"/>
                </a:lnTo>
                <a:lnTo>
                  <a:pt x="159875" y="28047"/>
                </a:lnTo>
                <a:lnTo>
                  <a:pt x="150659" y="30664"/>
                </a:lnTo>
                <a:lnTo>
                  <a:pt x="151197" y="30507"/>
                </a:lnTo>
                <a:lnTo>
                  <a:pt x="142161" y="33549"/>
                </a:lnTo>
                <a:lnTo>
                  <a:pt x="142675" y="33371"/>
                </a:lnTo>
                <a:lnTo>
                  <a:pt x="133863" y="36837"/>
                </a:lnTo>
                <a:lnTo>
                  <a:pt x="134378" y="36636"/>
                </a:lnTo>
                <a:lnTo>
                  <a:pt x="125767" y="40527"/>
                </a:lnTo>
                <a:lnTo>
                  <a:pt x="126259" y="40281"/>
                </a:lnTo>
                <a:lnTo>
                  <a:pt x="117894" y="44575"/>
                </a:lnTo>
                <a:lnTo>
                  <a:pt x="118364" y="44307"/>
                </a:lnTo>
                <a:lnTo>
                  <a:pt x="110244" y="48982"/>
                </a:lnTo>
                <a:lnTo>
                  <a:pt x="110691" y="48714"/>
                </a:lnTo>
                <a:lnTo>
                  <a:pt x="102818" y="53746"/>
                </a:lnTo>
                <a:lnTo>
                  <a:pt x="103266" y="53455"/>
                </a:lnTo>
                <a:lnTo>
                  <a:pt x="95662" y="58867"/>
                </a:lnTo>
                <a:lnTo>
                  <a:pt x="96086" y="58554"/>
                </a:lnTo>
                <a:lnTo>
                  <a:pt x="88750" y="64303"/>
                </a:lnTo>
                <a:lnTo>
                  <a:pt x="89153" y="63967"/>
                </a:lnTo>
                <a:lnTo>
                  <a:pt x="82108" y="70073"/>
                </a:lnTo>
                <a:lnTo>
                  <a:pt x="82510" y="69716"/>
                </a:lnTo>
                <a:lnTo>
                  <a:pt x="75777" y="76134"/>
                </a:lnTo>
                <a:lnTo>
                  <a:pt x="76136" y="75754"/>
                </a:lnTo>
                <a:lnTo>
                  <a:pt x="69717" y="82509"/>
                </a:lnTo>
                <a:lnTo>
                  <a:pt x="70075" y="82106"/>
                </a:lnTo>
                <a:lnTo>
                  <a:pt x="63968" y="89152"/>
                </a:lnTo>
                <a:lnTo>
                  <a:pt x="64303" y="88749"/>
                </a:lnTo>
                <a:lnTo>
                  <a:pt x="58556" y="96085"/>
                </a:lnTo>
                <a:lnTo>
                  <a:pt x="58868" y="95660"/>
                </a:lnTo>
                <a:lnTo>
                  <a:pt x="53456" y="103265"/>
                </a:lnTo>
                <a:lnTo>
                  <a:pt x="53747" y="102817"/>
                </a:lnTo>
                <a:lnTo>
                  <a:pt x="48714" y="110690"/>
                </a:lnTo>
                <a:lnTo>
                  <a:pt x="48983" y="110243"/>
                </a:lnTo>
                <a:lnTo>
                  <a:pt x="44309" y="118362"/>
                </a:lnTo>
                <a:lnTo>
                  <a:pt x="44576" y="117892"/>
                </a:lnTo>
                <a:lnTo>
                  <a:pt x="40282" y="126257"/>
                </a:lnTo>
                <a:lnTo>
                  <a:pt x="40529" y="125765"/>
                </a:lnTo>
                <a:lnTo>
                  <a:pt x="36636" y="134376"/>
                </a:lnTo>
                <a:lnTo>
                  <a:pt x="36837" y="133862"/>
                </a:lnTo>
                <a:lnTo>
                  <a:pt x="33371" y="142674"/>
                </a:lnTo>
                <a:lnTo>
                  <a:pt x="33550" y="142159"/>
                </a:lnTo>
                <a:lnTo>
                  <a:pt x="30509" y="151173"/>
                </a:lnTo>
                <a:lnTo>
                  <a:pt x="30664" y="150659"/>
                </a:lnTo>
                <a:lnTo>
                  <a:pt x="28048" y="159873"/>
                </a:lnTo>
                <a:lnTo>
                  <a:pt x="28182" y="159337"/>
                </a:lnTo>
                <a:lnTo>
                  <a:pt x="26034" y="168731"/>
                </a:lnTo>
                <a:lnTo>
                  <a:pt x="26147" y="168171"/>
                </a:lnTo>
                <a:lnTo>
                  <a:pt x="24425" y="177744"/>
                </a:lnTo>
                <a:lnTo>
                  <a:pt x="24514" y="177185"/>
                </a:lnTo>
                <a:lnTo>
                  <a:pt x="23285" y="186891"/>
                </a:lnTo>
                <a:lnTo>
                  <a:pt x="23329" y="186333"/>
                </a:lnTo>
                <a:lnTo>
                  <a:pt x="22590" y="196197"/>
                </a:lnTo>
                <a:lnTo>
                  <a:pt x="22614" y="195637"/>
                </a:lnTo>
                <a:lnTo>
                  <a:pt x="22367" y="205612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text-130 Stage">
            <a:extLst xmlns:a="http://schemas.openxmlformats.org/drawingml/2006/main">
              <a:ext uri="{FF2B5EF4-FFF2-40B4-BE49-F238E27FC236}">
                <a16:creationId xmlns:a16="http://schemas.microsoft.com/office/drawing/2014/main" id="{88921A93-D96A-44CA-A017-C2DC4E98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247" y="5449155"/>
            <a:ext cx="505817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216" name="text-130 4">
            <a:extLst xmlns:a="http://schemas.openxmlformats.org/drawingml/2006/main">
              <a:ext uri="{FF2B5EF4-FFF2-40B4-BE49-F238E27FC236}">
                <a16:creationId xmlns:a16="http://schemas.microsoft.com/office/drawing/2014/main" id="{EF522273-7E5B-4F17-84C0-6FFB5A44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0262" y="5449103"/>
            <a:ext cx="136905" cy="28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17" name="text-131 :">
            <a:extLst xmlns:a="http://schemas.openxmlformats.org/drawingml/2006/main">
              <a:ext uri="{FF2B5EF4-FFF2-40B4-BE49-F238E27FC236}">
                <a16:creationId xmlns:a16="http://schemas.microsoft.com/office/drawing/2014/main" id="{CBC20FC0-D3FB-463C-BBE6-7308808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0909" y="5449014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218" name="text-132 Quality">
            <a:extLst xmlns:a="http://schemas.openxmlformats.org/drawingml/2006/main">
              <a:ext uri="{FF2B5EF4-FFF2-40B4-BE49-F238E27FC236}">
                <a16:creationId xmlns:a16="http://schemas.microsoft.com/office/drawing/2014/main" id="{5285761E-CED9-4A6A-B1F9-6533D2CA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8333" y="5449182"/>
            <a:ext cx="684863" cy="281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Quality</a:t>
            </a:r>
          </a:p>
        </p:txBody>
      </p:sp>
      <p:sp>
        <p:nvSpPr>
          <p:cNvPr id="219" name="text-132 Control">
            <a:extLst xmlns:a="http://schemas.openxmlformats.org/drawingml/2006/main">
              <a:ext uri="{FF2B5EF4-FFF2-40B4-BE49-F238E27FC236}">
                <a16:creationId xmlns:a16="http://schemas.microsoft.com/office/drawing/2014/main" id="{37BBED6C-50BA-414D-96F5-ABBEAF6A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7277" y="5448036"/>
            <a:ext cx="707447" cy="283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</p:txBody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7EF61FC-4603-45E1-A685-A1B44509C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f622bf9e64621"/>
          <a:stretch xmlns:a="http://schemas.openxmlformats.org/drawingml/2006/main"/>
        </p:blipFill>
        <p:spPr>
          <a:xfrm xmlns:a="http://schemas.openxmlformats.org/drawingml/2006/main">
            <a:off x="8915400" y="742950"/>
            <a:ext cx="657225" cy="666750"/>
          </a:xfrm>
          <a:prstGeom xmlns:a="http://schemas.openxmlformats.org/drawingml/2006/main" prst="rect">
            <a:avLst/>
          </a:prstGeom>
        </p:spPr>
      </p:pic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5092B0B-B723-4D8C-909B-4E2FB3AF8B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135c3a81a4695"/>
          <a:stretch xmlns:a="http://schemas.openxmlformats.org/drawingml/2006/main"/>
        </p:blipFill>
        <p:spPr>
          <a:xfrm xmlns:a="http://schemas.openxmlformats.org/drawingml/2006/main">
            <a:off x="9563100" y="742950"/>
            <a:ext cx="657225" cy="666750"/>
          </a:xfrm>
          <a:prstGeom xmlns:a="http://schemas.openxmlformats.org/drawingml/2006/main" prst="rect">
            <a:avLst/>
          </a:prstGeom>
        </p:spPr>
      </p:pic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E38E4BB-3B69-4A12-9503-6B3B867440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d508d36cd4e3f"/>
          <a:stretch xmlns:a="http://schemas.openxmlformats.org/drawingml/2006/main"/>
        </p:blipFill>
        <p:spPr>
          <a:xfrm xmlns:a="http://schemas.openxmlformats.org/drawingml/2006/main">
            <a:off x="8905875" y="1028700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B788689-C013-470F-A0F0-C48B12BD2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838d6834d48b0"/>
          <a:stretch xmlns:a="http://schemas.openxmlformats.org/drawingml/2006/main"/>
        </p:blipFill>
        <p:spPr>
          <a:xfrm xmlns:a="http://schemas.openxmlformats.org/drawingml/2006/main">
            <a:off x="9563100" y="1028700"/>
            <a:ext cx="657225" cy="666750"/>
          </a:xfrm>
          <a:prstGeom xmlns:a="http://schemas.openxmlformats.org/drawingml/2006/main" prst="rect">
            <a:avLst/>
          </a:prstGeom>
        </p:spPr>
      </p:pic>
      <p:sp>
        <p:nvSpPr>
          <p:cNvPr id="224" name="path-137">
            <a:extLst xmlns:a="http://schemas.openxmlformats.org/drawingml/2006/main">
              <a:ext uri="{FF2B5EF4-FFF2-40B4-BE49-F238E27FC236}">
                <a16:creationId xmlns:a16="http://schemas.microsoft.com/office/drawing/2014/main" id="{47318878-4B64-4275-838D-27D5D548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9" y="5434694"/>
            <a:ext cx="4396081" cy="2163933"/>
          </a:xfrm>
          <a:custGeom xmlns:a="http://schemas.openxmlformats.org/drawingml/2006/main">
            <a:pathLst>
              <a:path w="4396081" h="2163933">
                <a:moveTo>
                  <a:pt x="4396081" y="0"/>
                </a:moveTo>
                <a:lnTo>
                  <a:pt x="4396081" y="2163933"/>
                </a:lnTo>
                <a:lnTo>
                  <a:pt x="0" y="2163933"/>
                </a:lnTo>
                <a:lnTo>
                  <a:pt x="0" y="0"/>
                </a:lnTo>
                <a:lnTo>
                  <a:pt x="4396081" y="0"/>
                </a:lnTo>
                <a:moveTo>
                  <a:pt x="16775" y="33550"/>
                </a:moveTo>
                <a:lnTo>
                  <a:pt x="33549" y="16775"/>
                </a:lnTo>
                <a:lnTo>
                  <a:pt x="33549" y="2147157"/>
                </a:lnTo>
                <a:lnTo>
                  <a:pt x="16775" y="2130383"/>
                </a:lnTo>
                <a:lnTo>
                  <a:pt x="4379307" y="2130383"/>
                </a:lnTo>
                <a:lnTo>
                  <a:pt x="4362532" y="2147157"/>
                </a:lnTo>
                <a:lnTo>
                  <a:pt x="4362532" y="16775"/>
                </a:lnTo>
                <a:lnTo>
                  <a:pt x="4379307" y="33550"/>
                </a:lnTo>
                <a:lnTo>
                  <a:pt x="16775" y="33550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1CE12D2-F394-4361-B56A-29388DB33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856526c8f4e0f"/>
          <a:stretch xmlns:a="http://schemas.openxmlformats.org/drawingml/2006/main"/>
        </p:blipFill>
        <p:spPr>
          <a:xfrm xmlns:a="http://schemas.openxmlformats.org/drawingml/2006/main">
            <a:off x="1495425" y="561975"/>
            <a:ext cx="342900" cy="333375"/>
          </a:xfrm>
          <a:prstGeom xmlns:a="http://schemas.openxmlformats.org/drawingml/2006/main" prst="rect">
            <a:avLst/>
          </a:prstGeom>
        </p:spPr>
      </p:pic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09D53FD-099A-456C-960E-50CF91069F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7263554684453"/>
          <a:stretch xmlns:a="http://schemas.openxmlformats.org/drawingml/2006/main"/>
        </p:blipFill>
        <p:spPr>
          <a:xfrm xmlns:a="http://schemas.openxmlformats.org/drawingml/2006/main">
            <a:off x="4048125" y="419100"/>
            <a:ext cx="371475" cy="371475"/>
          </a:xfrm>
          <a:prstGeom xmlns:a="http://schemas.openxmlformats.org/drawingml/2006/main" prst="rect">
            <a:avLst/>
          </a:prstGeom>
        </p:spPr>
      </p:pic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B0F6FBE-8D27-4D3A-B315-ABCF54916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de14d94c8485d"/>
          <a:stretch xmlns:a="http://schemas.openxmlformats.org/drawingml/2006/main"/>
        </p:blipFill>
        <p:spPr>
          <a:xfrm xmlns:a="http://schemas.openxmlformats.org/drawingml/2006/main">
            <a:off x="3943350" y="43243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28" name="text-141 Multi-view">
            <a:extLst xmlns:a="http://schemas.openxmlformats.org/drawingml/2006/main">
              <a:ext uri="{FF2B5EF4-FFF2-40B4-BE49-F238E27FC236}">
                <a16:creationId xmlns:a16="http://schemas.microsoft.com/office/drawing/2014/main" id="{17B80E6E-8F05-4905-A043-78BB93C5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8594" y="1668522"/>
            <a:ext cx="835402" cy="25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</p:txBody>
      </p:sp>
      <p:sp>
        <p:nvSpPr>
          <p:cNvPr id="229" name="text-141 2D">
            <a:extLst xmlns:a="http://schemas.openxmlformats.org/drawingml/2006/main">
              <a:ext uri="{FF2B5EF4-FFF2-40B4-BE49-F238E27FC236}">
                <a16:creationId xmlns:a16="http://schemas.microsoft.com/office/drawing/2014/main" id="{CE61B61C-0B93-4E0A-A129-467C5D6F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6274" y="1667466"/>
            <a:ext cx="251834" cy="25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2D</a:t>
            </a:r>
          </a:p>
        </p:txBody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ADC5867-61EF-4BAE-8734-19D26041A8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4158f684e4e92"/>
          <a:stretch xmlns:a="http://schemas.openxmlformats.org/drawingml/2006/main"/>
        </p:blipFill>
        <p:spPr>
          <a:xfrm xmlns:a="http://schemas.openxmlformats.org/drawingml/2006/main">
            <a:off x="7600950" y="1800225"/>
            <a:ext cx="419100" cy="428625"/>
          </a:xfrm>
          <a:prstGeom xmlns:a="http://schemas.openxmlformats.org/drawingml/2006/main" prst="rect">
            <a:avLst/>
          </a:prstGeom>
        </p:spPr>
      </p:pic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CE91AB5-9FDC-440F-BA36-4131D3608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fc7e39d41468c"/>
          <a:stretch xmlns:a="http://schemas.openxmlformats.org/drawingml/2006/main"/>
        </p:blipFill>
        <p:spPr>
          <a:xfrm xmlns:a="http://schemas.openxmlformats.org/drawingml/2006/main">
            <a:off x="7600950" y="466725"/>
            <a:ext cx="419100" cy="428625"/>
          </a:xfrm>
          <a:prstGeom xmlns:a="http://schemas.openxmlformats.org/drawingml/2006/main" prst="rect">
            <a:avLst/>
          </a:prstGeom>
        </p:spPr>
      </p:pic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18DAA98-A97E-4934-B7F5-8FBE8509EA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e2e3c6d764ca5"/>
          <a:stretch xmlns:a="http://schemas.openxmlformats.org/drawingml/2006/main"/>
        </p:blipFill>
        <p:spPr>
          <a:xfrm xmlns:a="http://schemas.openxmlformats.org/drawingml/2006/main">
            <a:off x="7600950" y="3152775"/>
            <a:ext cx="419100" cy="428625"/>
          </a:xfrm>
          <a:prstGeom xmlns:a="http://schemas.openxmlformats.org/drawingml/2006/main" prst="rect">
            <a:avLst/>
          </a:prstGeom>
        </p:spPr>
      </p:pic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24D6309-8475-4299-B2AF-9CAB002FE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efaa7c1184149"/>
          <a:stretch xmlns:a="http://schemas.openxmlformats.org/drawingml/2006/main"/>
        </p:blipFill>
        <p:spPr>
          <a:xfrm xmlns:a="http://schemas.openxmlformats.org/drawingml/2006/main">
            <a:off x="7610475" y="463867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4DCDF6C-F2D9-4BF1-BD3D-455A04143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e8205f1c54126"/>
          <a:stretch xmlns:a="http://schemas.openxmlformats.org/drawingml/2006/main"/>
        </p:blipFill>
        <p:spPr>
          <a:xfrm xmlns:a="http://schemas.openxmlformats.org/drawingml/2006/main">
            <a:off x="7600950" y="6191250"/>
            <a:ext cx="419100" cy="428625"/>
          </a:xfrm>
          <a:prstGeom xmlns:a="http://schemas.openxmlformats.org/drawingml/2006/main" prst="rect">
            <a:avLst/>
          </a:prstGeom>
        </p:spPr>
      </p:pic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8A6A181-522B-4439-B1E7-759DA0CF5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9feeec2cf4f5a"/>
          <a:stretch xmlns:a="http://schemas.openxmlformats.org/drawingml/2006/main"/>
        </p:blipFill>
        <p:spPr>
          <a:xfrm xmlns:a="http://schemas.openxmlformats.org/drawingml/2006/main">
            <a:off x="10563225" y="800100"/>
            <a:ext cx="1171575" cy="762000"/>
          </a:xfrm>
          <a:prstGeom xmlns:a="http://schemas.openxmlformats.org/drawingml/2006/main" prst="rect">
            <a:avLst/>
          </a:prstGeom>
        </p:spPr>
      </p:pic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3A307B0-3E07-47EE-B19C-1EACC5C081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d155e49064253"/>
          <a:stretch xmlns:a="http://schemas.openxmlformats.org/drawingml/2006/main"/>
        </p:blipFill>
        <p:spPr>
          <a:xfrm xmlns:a="http://schemas.openxmlformats.org/drawingml/2006/main">
            <a:off x="11668125" y="1076325"/>
            <a:ext cx="3162300" cy="466725"/>
          </a:xfrm>
          <a:prstGeom xmlns:a="http://schemas.openxmlformats.org/drawingml/2006/main" prst="rect">
            <a:avLst/>
          </a:prstGeom>
        </p:spPr>
      </p:pic>
      <p:sp>
        <p:nvSpPr>
          <p:cNvPr id="237" name="path-149">
            <a:extLst xmlns:a="http://schemas.openxmlformats.org/drawingml/2006/main">
              <a:ext uri="{FF2B5EF4-FFF2-40B4-BE49-F238E27FC236}">
                <a16:creationId xmlns:a16="http://schemas.microsoft.com/office/drawing/2014/main" id="{2109B73C-5C72-42C4-9C91-59821C2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993" y="757469"/>
            <a:ext cx="509950" cy="252291"/>
          </a:xfrm>
          <a:custGeom xmlns:a="http://schemas.openxmlformats.org/drawingml/2006/main">
            <a:pathLst>
              <a:path w="509950" h="252291">
                <a:moveTo>
                  <a:pt x="0" y="42943"/>
                </a:moveTo>
                <a:cubicBezTo>
                  <a:pt x="224" y="19146"/>
                  <a:pt x="18922" y="447"/>
                  <a:pt x="42944" y="0"/>
                </a:cubicBezTo>
                <a:lnTo>
                  <a:pt x="467008" y="0"/>
                </a:lnTo>
                <a:cubicBezTo>
                  <a:pt x="490358" y="447"/>
                  <a:pt x="509056" y="19146"/>
                  <a:pt x="509950" y="42943"/>
                </a:cubicBezTo>
                <a:lnTo>
                  <a:pt x="509950" y="209348"/>
                </a:lnTo>
                <a:cubicBezTo>
                  <a:pt x="509056" y="232251"/>
                  <a:pt x="490358" y="250949"/>
                  <a:pt x="467008" y="252291"/>
                </a:cubicBezTo>
                <a:lnTo>
                  <a:pt x="42944" y="252291"/>
                </a:lnTo>
                <a:cubicBezTo>
                  <a:pt x="18922" y="250949"/>
                  <a:pt x="224" y="232251"/>
                  <a:pt x="0" y="209348"/>
                </a:cubicBezTo>
                <a:lnTo>
                  <a:pt x="0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text-150 ID">
            <a:extLst xmlns:a="http://schemas.openxmlformats.org/drawingml/2006/main">
              <a:ext uri="{FF2B5EF4-FFF2-40B4-BE49-F238E27FC236}">
                <a16:creationId xmlns:a16="http://schemas.microsoft.com/office/drawing/2014/main" id="{D3282AB5-2271-48FD-A282-16844EE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2554" y="796802"/>
            <a:ext cx="165834" cy="18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</p:txBody>
      </p:sp>
      <p:sp>
        <p:nvSpPr>
          <p:cNvPr id="239" name="path-151">
            <a:extLst xmlns:a="http://schemas.openxmlformats.org/drawingml/2006/main">
              <a:ext uri="{FF2B5EF4-FFF2-40B4-BE49-F238E27FC236}">
                <a16:creationId xmlns:a16="http://schemas.microsoft.com/office/drawing/2014/main" id="{45EA9592-FAC4-4DAD-A72E-0CEF7B0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895" y="1600228"/>
            <a:ext cx="762912" cy="252291"/>
          </a:xfrm>
          <a:custGeom xmlns:a="http://schemas.openxmlformats.org/drawingml/2006/main">
            <a:pathLst>
              <a:path w="762912" h="252291">
                <a:moveTo>
                  <a:pt x="0" y="42943"/>
                </a:moveTo>
                <a:cubicBezTo>
                  <a:pt x="224" y="19593"/>
                  <a:pt x="18922" y="895"/>
                  <a:pt x="42943" y="0"/>
                </a:cubicBezTo>
                <a:lnTo>
                  <a:pt x="721983" y="0"/>
                </a:lnTo>
                <a:cubicBezTo>
                  <a:pt x="744214" y="895"/>
                  <a:pt x="762912" y="19593"/>
                  <a:pt x="762242" y="42943"/>
                </a:cubicBezTo>
                <a:lnTo>
                  <a:pt x="762242" y="209348"/>
                </a:lnTo>
                <a:cubicBezTo>
                  <a:pt x="762912" y="232698"/>
                  <a:pt x="744214" y="251396"/>
                  <a:pt x="721983" y="252291"/>
                </a:cubicBezTo>
                <a:lnTo>
                  <a:pt x="42943" y="252291"/>
                </a:lnTo>
                <a:cubicBezTo>
                  <a:pt x="18922" y="251396"/>
                  <a:pt x="224" y="232698"/>
                  <a:pt x="0" y="209348"/>
                </a:cubicBezTo>
                <a:lnTo>
                  <a:pt x="0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text-152 Camera">
            <a:extLst xmlns:a="http://schemas.openxmlformats.org/drawingml/2006/main">
              <a:ext uri="{FF2B5EF4-FFF2-40B4-BE49-F238E27FC236}">
                <a16:creationId xmlns:a16="http://schemas.microsoft.com/office/drawing/2014/main" id="{41ED1542-0086-49B3-AEA6-E9ED9560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5390" y="1640391"/>
            <a:ext cx="440427" cy="187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Camera</a:t>
            </a:r>
          </a:p>
        </p:txBody>
      </p:sp>
      <p:sp>
        <p:nvSpPr>
          <p:cNvPr id="241" name="path-153">
            <a:extLst xmlns:a="http://schemas.openxmlformats.org/drawingml/2006/main">
              <a:ext uri="{FF2B5EF4-FFF2-40B4-BE49-F238E27FC236}">
                <a16:creationId xmlns:a16="http://schemas.microsoft.com/office/drawing/2014/main" id="{8414E902-CD99-434E-908A-A6911E8B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239" y="757469"/>
            <a:ext cx="682393" cy="252291"/>
          </a:xfrm>
          <a:custGeom xmlns:a="http://schemas.openxmlformats.org/drawingml/2006/main">
            <a:pathLst>
              <a:path w="682393" h="252291">
                <a:moveTo>
                  <a:pt x="0" y="42943"/>
                </a:moveTo>
                <a:cubicBezTo>
                  <a:pt x="223" y="19146"/>
                  <a:pt x="18921" y="447"/>
                  <a:pt x="42943" y="0"/>
                </a:cubicBezTo>
                <a:lnTo>
                  <a:pt x="641463" y="0"/>
                </a:lnTo>
                <a:cubicBezTo>
                  <a:pt x="663696" y="447"/>
                  <a:pt x="682393" y="19146"/>
                  <a:pt x="681721" y="42943"/>
                </a:cubicBezTo>
                <a:lnTo>
                  <a:pt x="681721" y="209348"/>
                </a:lnTo>
                <a:cubicBezTo>
                  <a:pt x="682393" y="232251"/>
                  <a:pt x="663696" y="250949"/>
                  <a:pt x="641463" y="252291"/>
                </a:cubicBezTo>
                <a:lnTo>
                  <a:pt x="42943" y="252291"/>
                </a:lnTo>
                <a:cubicBezTo>
                  <a:pt x="18921" y="250949"/>
                  <a:pt x="223" y="232251"/>
                  <a:pt x="0" y="209348"/>
                </a:cubicBezTo>
                <a:lnTo>
                  <a:pt x="0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text-154 Time">
            <a:extLst xmlns:a="http://schemas.openxmlformats.org/drawingml/2006/main">
              <a:ext uri="{FF2B5EF4-FFF2-40B4-BE49-F238E27FC236}">
                <a16:creationId xmlns:a16="http://schemas.microsoft.com/office/drawing/2014/main" id="{9FCB6FD4-FA8B-4F44-B6C6-DC38638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7572" y="795118"/>
            <a:ext cx="306601" cy="190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1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1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1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243" name="path-155">
            <a:extLst xmlns:a="http://schemas.openxmlformats.org/drawingml/2006/main">
              <a:ext uri="{FF2B5EF4-FFF2-40B4-BE49-F238E27FC236}">
                <a16:creationId xmlns:a16="http://schemas.microsoft.com/office/drawing/2014/main" id="{ABD21656-9FC0-4397-87A6-C47F5F71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926" y="757469"/>
            <a:ext cx="961747" cy="252291"/>
          </a:xfrm>
          <a:custGeom xmlns:a="http://schemas.openxmlformats.org/drawingml/2006/main">
            <a:pathLst>
              <a:path w="961747" h="252291">
                <a:moveTo>
                  <a:pt x="894" y="42943"/>
                </a:moveTo>
                <a:cubicBezTo>
                  <a:pt x="0" y="19146"/>
                  <a:pt x="18698" y="447"/>
                  <a:pt x="41153" y="0"/>
                </a:cubicBezTo>
                <a:lnTo>
                  <a:pt x="918803" y="0"/>
                </a:lnTo>
                <a:cubicBezTo>
                  <a:pt x="943049" y="447"/>
                  <a:pt x="961747" y="19146"/>
                  <a:pt x="961747" y="42943"/>
                </a:cubicBezTo>
                <a:lnTo>
                  <a:pt x="961747" y="209348"/>
                </a:lnTo>
                <a:cubicBezTo>
                  <a:pt x="961747" y="232251"/>
                  <a:pt x="943049" y="250949"/>
                  <a:pt x="918803" y="252291"/>
                </a:cubicBezTo>
                <a:lnTo>
                  <a:pt x="41153" y="252291"/>
                </a:lnTo>
                <a:cubicBezTo>
                  <a:pt x="18698" y="250949"/>
                  <a:pt x="0" y="232251"/>
                  <a:pt x="894" y="209348"/>
                </a:cubicBezTo>
                <a:lnTo>
                  <a:pt x="894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text-156 Trajectory">
            <a:extLst xmlns:a="http://schemas.openxmlformats.org/drawingml/2006/main">
              <a:ext uri="{FF2B5EF4-FFF2-40B4-BE49-F238E27FC236}">
                <a16:creationId xmlns:a16="http://schemas.microsoft.com/office/drawing/2014/main" id="{42B56AE2-1E9A-46E5-A67F-21F38AA2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8273" y="796207"/>
            <a:ext cx="581218" cy="188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3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245" name="path-157">
            <a:extLst xmlns:a="http://schemas.openxmlformats.org/drawingml/2006/main">
              <a:ext uri="{FF2B5EF4-FFF2-40B4-BE49-F238E27FC236}">
                <a16:creationId xmlns:a16="http://schemas.microsoft.com/office/drawing/2014/main" id="{6B731DB5-102A-4833-9D7D-DA4DD722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036" y="1600228"/>
            <a:ext cx="1024372" cy="252291"/>
          </a:xfrm>
          <a:custGeom xmlns:a="http://schemas.openxmlformats.org/drawingml/2006/main">
            <a:pathLst>
              <a:path w="1024372" h="252291">
                <a:moveTo>
                  <a:pt x="1119" y="42943"/>
                </a:moveTo>
                <a:cubicBezTo>
                  <a:pt x="0" y="19593"/>
                  <a:pt x="18698" y="895"/>
                  <a:pt x="41377" y="0"/>
                </a:cubicBezTo>
                <a:lnTo>
                  <a:pt x="983442" y="0"/>
                </a:lnTo>
                <a:cubicBezTo>
                  <a:pt x="1005675" y="895"/>
                  <a:pt x="1024372" y="19593"/>
                  <a:pt x="1023703" y="42943"/>
                </a:cubicBezTo>
                <a:lnTo>
                  <a:pt x="1023703" y="209348"/>
                </a:lnTo>
                <a:cubicBezTo>
                  <a:pt x="1024372" y="232698"/>
                  <a:pt x="1005675" y="251396"/>
                  <a:pt x="983442" y="252291"/>
                </a:cubicBezTo>
                <a:lnTo>
                  <a:pt x="41377" y="252291"/>
                </a:lnTo>
                <a:cubicBezTo>
                  <a:pt x="18698" y="251396"/>
                  <a:pt x="0" y="232698"/>
                  <a:pt x="1119" y="209348"/>
                </a:cubicBezTo>
                <a:lnTo>
                  <a:pt x="1119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text-158 Multi-View">
            <a:extLst xmlns:a="http://schemas.openxmlformats.org/drawingml/2006/main">
              <a:ext uri="{FF2B5EF4-FFF2-40B4-BE49-F238E27FC236}">
                <a16:creationId xmlns:a16="http://schemas.microsoft.com/office/drawing/2014/main" id="{7F9A1D59-FCE8-438E-B7EE-594C9F97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1674" y="1638596"/>
            <a:ext cx="657028" cy="190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9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</p:txBody>
      </p:sp>
      <p:sp>
        <p:nvSpPr>
          <p:cNvPr id="247" name="text-159 3D">
            <a:extLst xmlns:a="http://schemas.openxmlformats.org/drawingml/2006/main">
              <a:ext uri="{FF2B5EF4-FFF2-40B4-BE49-F238E27FC236}">
                <a16:creationId xmlns:a16="http://schemas.microsoft.com/office/drawing/2014/main" id="{0D1DA844-975A-45E9-8689-0E30E7B1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3047" y="1667467"/>
            <a:ext cx="251832" cy="25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sp>
        <p:nvSpPr>
          <p:cNvPr id="248" name="text-159 Grounding">
            <a:extLst xmlns:a="http://schemas.openxmlformats.org/drawingml/2006/main">
              <a:ext uri="{FF2B5EF4-FFF2-40B4-BE49-F238E27FC236}">
                <a16:creationId xmlns:a16="http://schemas.microsoft.com/office/drawing/2014/main" id="{E6D2B0BE-F312-481E-85EB-28DE5CB0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6968" y="1668044"/>
            <a:ext cx="807787" cy="25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Grounding</a:t>
            </a:r>
          </a:p>
        </p:txBody>
      </p:sp>
      <p:pic>
        <p:nvPic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4E0D480-6DDD-4A11-AD79-D5C956C3C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335d684c14fdc"/>
          <a:stretch xmlns:a="http://schemas.openxmlformats.org/drawingml/2006/main"/>
        </p:blipFill>
        <p:spPr>
          <a:xfrm xmlns:a="http://schemas.openxmlformats.org/drawingml/2006/main">
            <a:off x="12658725" y="638175"/>
            <a:ext cx="342900" cy="266700"/>
          </a:xfrm>
          <a:prstGeom xmlns:a="http://schemas.openxmlformats.org/drawingml/2006/main" prst="rect">
            <a:avLst/>
          </a:prstGeom>
        </p:spPr>
      </p:pic>
      <p:pic>
        <p:nvPic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3FEFF4D-7E45-490F-A2A0-9991584EF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307e63dc54822"/>
          <a:stretch xmlns:a="http://schemas.openxmlformats.org/drawingml/2006/main"/>
        </p:blipFill>
        <p:spPr>
          <a:xfrm xmlns:a="http://schemas.openxmlformats.org/drawingml/2006/main">
            <a:off x="11877675" y="638175"/>
            <a:ext cx="333375" cy="266700"/>
          </a:xfrm>
          <a:prstGeom xmlns:a="http://schemas.openxmlformats.org/drawingml/2006/main" prst="rect">
            <a:avLst/>
          </a:prstGeom>
        </p:spPr>
      </p:pic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DD4969A-71A3-4393-8F0B-7CC3922016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8fbc34d884b58"/>
          <a:stretch xmlns:a="http://schemas.openxmlformats.org/drawingml/2006/main"/>
        </p:blipFill>
        <p:spPr>
          <a:xfrm xmlns:a="http://schemas.openxmlformats.org/drawingml/2006/main">
            <a:off x="11830050" y="1438275"/>
            <a:ext cx="409575" cy="257175"/>
          </a:xfrm>
          <a:prstGeom xmlns:a="http://schemas.openxmlformats.org/drawingml/2006/main" prst="rect">
            <a:avLst/>
          </a:prstGeom>
        </p:spPr>
      </p:pic>
      <p:pic>
        <p:nvPic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F037F394-C547-464E-8A58-379DEDF54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75ebd4ebc4b0d"/>
          <a:stretch xmlns:a="http://schemas.openxmlformats.org/drawingml/2006/main"/>
        </p:blipFill>
        <p:spPr>
          <a:xfrm xmlns:a="http://schemas.openxmlformats.org/drawingml/2006/main">
            <a:off x="13735050" y="6572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53" name="path-164">
            <a:extLst xmlns:a="http://schemas.openxmlformats.org/drawingml/2006/main">
              <a:ext uri="{FF2B5EF4-FFF2-40B4-BE49-F238E27FC236}">
                <a16:creationId xmlns:a16="http://schemas.microsoft.com/office/drawing/2014/main" id="{8CEEEFB8-0A9B-41B5-95F0-5F81C792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6001" y="2024292"/>
            <a:ext cx="2361872" cy="634664"/>
          </a:xfrm>
          <a:custGeom xmlns:a="http://schemas.openxmlformats.org/drawingml/2006/main">
            <a:pathLst>
              <a:path w="2361872" h="634664">
                <a:moveTo>
                  <a:pt x="0" y="72467"/>
                </a:moveTo>
                <a:cubicBezTo>
                  <a:pt x="672" y="32923"/>
                  <a:pt x="32922" y="671"/>
                  <a:pt x="72467" y="0"/>
                </a:cubicBezTo>
                <a:lnTo>
                  <a:pt x="2289407" y="0"/>
                </a:lnTo>
                <a:cubicBezTo>
                  <a:pt x="2329174" y="671"/>
                  <a:pt x="2361427" y="32923"/>
                  <a:pt x="2361872" y="72467"/>
                </a:cubicBezTo>
                <a:lnTo>
                  <a:pt x="2361872" y="563629"/>
                </a:lnTo>
                <a:cubicBezTo>
                  <a:pt x="2361427" y="602412"/>
                  <a:pt x="2329174" y="634664"/>
                  <a:pt x="2289407" y="633412"/>
                </a:cubicBezTo>
                <a:lnTo>
                  <a:pt x="72467" y="633412"/>
                </a:lnTo>
                <a:cubicBezTo>
                  <a:pt x="32922" y="634664"/>
                  <a:pt x="672" y="602412"/>
                  <a:pt x="0" y="563629"/>
                </a:cubicBezTo>
                <a:lnTo>
                  <a:pt x="0" y="72467"/>
                </a:ln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165">
            <a:extLst xmlns:a="http://schemas.openxmlformats.org/drawingml/2006/main">
              <a:ext uri="{FF2B5EF4-FFF2-40B4-BE49-F238E27FC236}">
                <a16:creationId xmlns:a16="http://schemas.microsoft.com/office/drawing/2014/main" id="{A4196B5C-0133-47BD-BFD4-E41A234C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488" y="2013780"/>
            <a:ext cx="2383122" cy="656359"/>
          </a:xfrm>
          <a:custGeom xmlns:a="http://schemas.openxmlformats.org/drawingml/2006/main">
            <a:pathLst>
              <a:path w="2383122" h="656359">
                <a:moveTo>
                  <a:pt x="426" y="74726"/>
                </a:moveTo>
                <a:lnTo>
                  <a:pt x="1677" y="66472"/>
                </a:lnTo>
                <a:lnTo>
                  <a:pt x="3736" y="58488"/>
                </a:lnTo>
                <a:lnTo>
                  <a:pt x="6531" y="50816"/>
                </a:lnTo>
                <a:lnTo>
                  <a:pt x="10042" y="43547"/>
                </a:lnTo>
                <a:lnTo>
                  <a:pt x="14201" y="36681"/>
                </a:lnTo>
                <a:lnTo>
                  <a:pt x="18990" y="30284"/>
                </a:lnTo>
                <a:lnTo>
                  <a:pt x="24357" y="24357"/>
                </a:lnTo>
                <a:lnTo>
                  <a:pt x="30284" y="18989"/>
                </a:lnTo>
                <a:lnTo>
                  <a:pt x="36680" y="14203"/>
                </a:lnTo>
                <a:lnTo>
                  <a:pt x="43546" y="10043"/>
                </a:lnTo>
                <a:lnTo>
                  <a:pt x="50816" y="6531"/>
                </a:lnTo>
                <a:lnTo>
                  <a:pt x="58488" y="3735"/>
                </a:lnTo>
                <a:lnTo>
                  <a:pt x="66473" y="1678"/>
                </a:lnTo>
                <a:lnTo>
                  <a:pt x="74726" y="425"/>
                </a:lnTo>
                <a:lnTo>
                  <a:pt x="82933" y="0"/>
                </a:lnTo>
                <a:lnTo>
                  <a:pt x="2300188" y="0"/>
                </a:lnTo>
                <a:lnTo>
                  <a:pt x="2308396" y="425"/>
                </a:lnTo>
                <a:lnTo>
                  <a:pt x="2316649" y="1678"/>
                </a:lnTo>
                <a:lnTo>
                  <a:pt x="2324634" y="3735"/>
                </a:lnTo>
                <a:lnTo>
                  <a:pt x="2332304" y="6531"/>
                </a:lnTo>
                <a:lnTo>
                  <a:pt x="2339573" y="10043"/>
                </a:lnTo>
                <a:lnTo>
                  <a:pt x="2346440" y="14203"/>
                </a:lnTo>
                <a:lnTo>
                  <a:pt x="2352838" y="18989"/>
                </a:lnTo>
                <a:lnTo>
                  <a:pt x="2358742" y="24357"/>
                </a:lnTo>
                <a:lnTo>
                  <a:pt x="2364132" y="30284"/>
                </a:lnTo>
                <a:lnTo>
                  <a:pt x="2368918" y="36681"/>
                </a:lnTo>
                <a:lnTo>
                  <a:pt x="2373078" y="43547"/>
                </a:lnTo>
                <a:lnTo>
                  <a:pt x="2376591" y="50816"/>
                </a:lnTo>
                <a:lnTo>
                  <a:pt x="2379386" y="58488"/>
                </a:lnTo>
                <a:lnTo>
                  <a:pt x="2381444" y="66472"/>
                </a:lnTo>
                <a:lnTo>
                  <a:pt x="2382696" y="74726"/>
                </a:lnTo>
                <a:lnTo>
                  <a:pt x="2383122" y="82934"/>
                </a:lnTo>
                <a:lnTo>
                  <a:pt x="2383122" y="573425"/>
                </a:lnTo>
                <a:lnTo>
                  <a:pt x="2382696" y="581634"/>
                </a:lnTo>
                <a:lnTo>
                  <a:pt x="2381444" y="589909"/>
                </a:lnTo>
                <a:lnTo>
                  <a:pt x="2379386" y="597894"/>
                </a:lnTo>
                <a:lnTo>
                  <a:pt x="2376591" y="605543"/>
                </a:lnTo>
                <a:lnTo>
                  <a:pt x="2373078" y="612835"/>
                </a:lnTo>
                <a:lnTo>
                  <a:pt x="2368918" y="619701"/>
                </a:lnTo>
                <a:lnTo>
                  <a:pt x="2364132" y="626097"/>
                </a:lnTo>
                <a:lnTo>
                  <a:pt x="2358742" y="632003"/>
                </a:lnTo>
                <a:lnTo>
                  <a:pt x="2352838" y="637370"/>
                </a:lnTo>
                <a:lnTo>
                  <a:pt x="2346440" y="642157"/>
                </a:lnTo>
                <a:lnTo>
                  <a:pt x="2339573" y="646339"/>
                </a:lnTo>
                <a:lnTo>
                  <a:pt x="2332304" y="649828"/>
                </a:lnTo>
                <a:lnTo>
                  <a:pt x="2324634" y="652647"/>
                </a:lnTo>
                <a:lnTo>
                  <a:pt x="2316649" y="654704"/>
                </a:lnTo>
                <a:lnTo>
                  <a:pt x="2308396" y="655957"/>
                </a:lnTo>
                <a:lnTo>
                  <a:pt x="2300188" y="656359"/>
                </a:lnTo>
                <a:lnTo>
                  <a:pt x="82933" y="656359"/>
                </a:lnTo>
                <a:lnTo>
                  <a:pt x="74726" y="655957"/>
                </a:lnTo>
                <a:lnTo>
                  <a:pt x="66473" y="654704"/>
                </a:lnTo>
                <a:lnTo>
                  <a:pt x="58488" y="652647"/>
                </a:lnTo>
                <a:lnTo>
                  <a:pt x="50816" y="649828"/>
                </a:lnTo>
                <a:lnTo>
                  <a:pt x="43546" y="646339"/>
                </a:lnTo>
                <a:lnTo>
                  <a:pt x="36680" y="642157"/>
                </a:lnTo>
                <a:lnTo>
                  <a:pt x="30284" y="637370"/>
                </a:lnTo>
                <a:lnTo>
                  <a:pt x="24357" y="632003"/>
                </a:lnTo>
                <a:lnTo>
                  <a:pt x="18990" y="626097"/>
                </a:lnTo>
                <a:lnTo>
                  <a:pt x="14201" y="619701"/>
                </a:lnTo>
                <a:lnTo>
                  <a:pt x="10042" y="612835"/>
                </a:lnTo>
                <a:lnTo>
                  <a:pt x="6531" y="605543"/>
                </a:lnTo>
                <a:lnTo>
                  <a:pt x="3736" y="597894"/>
                </a:lnTo>
                <a:lnTo>
                  <a:pt x="1677" y="589909"/>
                </a:lnTo>
                <a:lnTo>
                  <a:pt x="426" y="581634"/>
                </a:lnTo>
                <a:lnTo>
                  <a:pt x="0" y="573425"/>
                </a:lnTo>
                <a:lnTo>
                  <a:pt x="0" y="82934"/>
                </a:lnTo>
                <a:lnTo>
                  <a:pt x="426" y="74726"/>
                </a:lnTo>
                <a:moveTo>
                  <a:pt x="22344" y="83784"/>
                </a:moveTo>
                <a:lnTo>
                  <a:pt x="22367" y="83225"/>
                </a:lnTo>
                <a:lnTo>
                  <a:pt x="22367" y="573134"/>
                </a:lnTo>
                <a:lnTo>
                  <a:pt x="22344" y="572576"/>
                </a:lnTo>
                <a:lnTo>
                  <a:pt x="22724" y="579956"/>
                </a:lnTo>
                <a:lnTo>
                  <a:pt x="22613" y="578815"/>
                </a:lnTo>
                <a:lnTo>
                  <a:pt x="23709" y="585973"/>
                </a:lnTo>
                <a:lnTo>
                  <a:pt x="23485" y="584877"/>
                </a:lnTo>
                <a:lnTo>
                  <a:pt x="25251" y="591788"/>
                </a:lnTo>
                <a:lnTo>
                  <a:pt x="24916" y="590715"/>
                </a:lnTo>
                <a:lnTo>
                  <a:pt x="27354" y="597335"/>
                </a:lnTo>
                <a:lnTo>
                  <a:pt x="26929" y="596328"/>
                </a:lnTo>
                <a:lnTo>
                  <a:pt x="29948" y="602636"/>
                </a:lnTo>
                <a:lnTo>
                  <a:pt x="29434" y="601674"/>
                </a:lnTo>
                <a:lnTo>
                  <a:pt x="33035" y="607623"/>
                </a:lnTo>
                <a:lnTo>
                  <a:pt x="32431" y="606729"/>
                </a:lnTo>
                <a:lnTo>
                  <a:pt x="36592" y="612275"/>
                </a:lnTo>
                <a:lnTo>
                  <a:pt x="35898" y="611448"/>
                </a:lnTo>
                <a:lnTo>
                  <a:pt x="40550" y="616570"/>
                </a:lnTo>
                <a:lnTo>
                  <a:pt x="39812" y="615810"/>
                </a:lnTo>
                <a:lnTo>
                  <a:pt x="44912" y="620462"/>
                </a:lnTo>
                <a:lnTo>
                  <a:pt x="44107" y="619791"/>
                </a:lnTo>
                <a:lnTo>
                  <a:pt x="49653" y="623928"/>
                </a:lnTo>
                <a:lnTo>
                  <a:pt x="48759" y="623324"/>
                </a:lnTo>
                <a:lnTo>
                  <a:pt x="54685" y="626925"/>
                </a:lnTo>
                <a:lnTo>
                  <a:pt x="53746" y="626411"/>
                </a:lnTo>
                <a:lnTo>
                  <a:pt x="60030" y="629453"/>
                </a:lnTo>
                <a:lnTo>
                  <a:pt x="59024" y="629028"/>
                </a:lnTo>
                <a:lnTo>
                  <a:pt x="65645" y="631443"/>
                </a:lnTo>
                <a:lnTo>
                  <a:pt x="64594" y="631108"/>
                </a:lnTo>
                <a:lnTo>
                  <a:pt x="71483" y="632897"/>
                </a:lnTo>
                <a:lnTo>
                  <a:pt x="70386" y="632674"/>
                </a:lnTo>
                <a:lnTo>
                  <a:pt x="77544" y="633769"/>
                </a:lnTo>
                <a:lnTo>
                  <a:pt x="76426" y="633635"/>
                </a:lnTo>
                <a:lnTo>
                  <a:pt x="83783" y="634015"/>
                </a:lnTo>
                <a:lnTo>
                  <a:pt x="83224" y="633993"/>
                </a:lnTo>
                <a:lnTo>
                  <a:pt x="2299897" y="633993"/>
                </a:lnTo>
                <a:lnTo>
                  <a:pt x="2299336" y="634015"/>
                </a:lnTo>
                <a:lnTo>
                  <a:pt x="2306696" y="633635"/>
                </a:lnTo>
                <a:lnTo>
                  <a:pt x="2305577" y="633769"/>
                </a:lnTo>
                <a:lnTo>
                  <a:pt x="2312734" y="632674"/>
                </a:lnTo>
                <a:lnTo>
                  <a:pt x="2311639" y="632897"/>
                </a:lnTo>
                <a:lnTo>
                  <a:pt x="2318528" y="631108"/>
                </a:lnTo>
                <a:lnTo>
                  <a:pt x="2317477" y="631443"/>
                </a:lnTo>
                <a:lnTo>
                  <a:pt x="2324097" y="629028"/>
                </a:lnTo>
                <a:lnTo>
                  <a:pt x="2323090" y="629453"/>
                </a:lnTo>
                <a:lnTo>
                  <a:pt x="2329375" y="626411"/>
                </a:lnTo>
                <a:lnTo>
                  <a:pt x="2328436" y="626925"/>
                </a:lnTo>
                <a:lnTo>
                  <a:pt x="2334363" y="623324"/>
                </a:lnTo>
                <a:lnTo>
                  <a:pt x="2333468" y="623928"/>
                </a:lnTo>
                <a:lnTo>
                  <a:pt x="2339015" y="619791"/>
                </a:lnTo>
                <a:lnTo>
                  <a:pt x="2338211" y="620462"/>
                </a:lnTo>
                <a:lnTo>
                  <a:pt x="2343309" y="615810"/>
                </a:lnTo>
                <a:lnTo>
                  <a:pt x="2342572" y="616570"/>
                </a:lnTo>
                <a:lnTo>
                  <a:pt x="2347201" y="611448"/>
                </a:lnTo>
                <a:lnTo>
                  <a:pt x="2346531" y="612275"/>
                </a:lnTo>
                <a:lnTo>
                  <a:pt x="2350668" y="606729"/>
                </a:lnTo>
                <a:lnTo>
                  <a:pt x="2350087" y="607623"/>
                </a:lnTo>
                <a:lnTo>
                  <a:pt x="2353687" y="601674"/>
                </a:lnTo>
                <a:lnTo>
                  <a:pt x="2353174" y="602636"/>
                </a:lnTo>
                <a:lnTo>
                  <a:pt x="2356191" y="596328"/>
                </a:lnTo>
                <a:lnTo>
                  <a:pt x="2355767" y="597335"/>
                </a:lnTo>
                <a:lnTo>
                  <a:pt x="2358205" y="590715"/>
                </a:lnTo>
                <a:lnTo>
                  <a:pt x="2357869" y="591788"/>
                </a:lnTo>
                <a:lnTo>
                  <a:pt x="2359637" y="584877"/>
                </a:lnTo>
                <a:lnTo>
                  <a:pt x="2359413" y="585973"/>
                </a:lnTo>
                <a:lnTo>
                  <a:pt x="2360509" y="578815"/>
                </a:lnTo>
                <a:lnTo>
                  <a:pt x="2360398" y="579956"/>
                </a:lnTo>
                <a:lnTo>
                  <a:pt x="2360777" y="572576"/>
                </a:lnTo>
                <a:lnTo>
                  <a:pt x="2360755" y="573134"/>
                </a:lnTo>
                <a:lnTo>
                  <a:pt x="2360755" y="83225"/>
                </a:lnTo>
                <a:lnTo>
                  <a:pt x="2360777" y="83784"/>
                </a:lnTo>
                <a:lnTo>
                  <a:pt x="2360398" y="76426"/>
                </a:lnTo>
                <a:lnTo>
                  <a:pt x="2360509" y="77544"/>
                </a:lnTo>
                <a:lnTo>
                  <a:pt x="2359413" y="70387"/>
                </a:lnTo>
                <a:lnTo>
                  <a:pt x="2359637" y="71483"/>
                </a:lnTo>
                <a:lnTo>
                  <a:pt x="2357869" y="64594"/>
                </a:lnTo>
                <a:lnTo>
                  <a:pt x="2358205" y="65645"/>
                </a:lnTo>
                <a:lnTo>
                  <a:pt x="2355767" y="59025"/>
                </a:lnTo>
                <a:lnTo>
                  <a:pt x="2356191" y="60031"/>
                </a:lnTo>
                <a:lnTo>
                  <a:pt x="2353174" y="53746"/>
                </a:lnTo>
                <a:lnTo>
                  <a:pt x="2353687" y="54685"/>
                </a:lnTo>
                <a:lnTo>
                  <a:pt x="2350087" y="48758"/>
                </a:lnTo>
                <a:lnTo>
                  <a:pt x="2350668" y="49653"/>
                </a:lnTo>
                <a:lnTo>
                  <a:pt x="2346531" y="44106"/>
                </a:lnTo>
                <a:lnTo>
                  <a:pt x="2347201" y="44912"/>
                </a:lnTo>
                <a:lnTo>
                  <a:pt x="2342572" y="39812"/>
                </a:lnTo>
                <a:lnTo>
                  <a:pt x="2343309" y="40550"/>
                </a:lnTo>
                <a:lnTo>
                  <a:pt x="2338211" y="35920"/>
                </a:lnTo>
                <a:lnTo>
                  <a:pt x="2339015" y="36591"/>
                </a:lnTo>
                <a:lnTo>
                  <a:pt x="2333468" y="32454"/>
                </a:lnTo>
                <a:lnTo>
                  <a:pt x="2334363" y="33035"/>
                </a:lnTo>
                <a:lnTo>
                  <a:pt x="2328436" y="29434"/>
                </a:lnTo>
                <a:lnTo>
                  <a:pt x="2329375" y="29948"/>
                </a:lnTo>
                <a:lnTo>
                  <a:pt x="2323090" y="26929"/>
                </a:lnTo>
                <a:lnTo>
                  <a:pt x="2324097" y="27354"/>
                </a:lnTo>
                <a:lnTo>
                  <a:pt x="2317477" y="24916"/>
                </a:lnTo>
                <a:lnTo>
                  <a:pt x="2318528" y="25252"/>
                </a:lnTo>
                <a:lnTo>
                  <a:pt x="2311639" y="23485"/>
                </a:lnTo>
                <a:lnTo>
                  <a:pt x="2312734" y="23708"/>
                </a:lnTo>
                <a:lnTo>
                  <a:pt x="2305577" y="22612"/>
                </a:lnTo>
                <a:lnTo>
                  <a:pt x="2306696" y="22724"/>
                </a:lnTo>
                <a:lnTo>
                  <a:pt x="2299336" y="22344"/>
                </a:lnTo>
                <a:lnTo>
                  <a:pt x="2299897" y="22366"/>
                </a:lnTo>
                <a:lnTo>
                  <a:pt x="83224" y="22366"/>
                </a:lnTo>
                <a:lnTo>
                  <a:pt x="83783" y="22344"/>
                </a:lnTo>
                <a:lnTo>
                  <a:pt x="76426" y="22724"/>
                </a:lnTo>
                <a:lnTo>
                  <a:pt x="77544" y="22612"/>
                </a:lnTo>
                <a:lnTo>
                  <a:pt x="70386" y="23708"/>
                </a:lnTo>
                <a:lnTo>
                  <a:pt x="71483" y="23485"/>
                </a:lnTo>
                <a:lnTo>
                  <a:pt x="64594" y="25252"/>
                </a:lnTo>
                <a:lnTo>
                  <a:pt x="65645" y="24916"/>
                </a:lnTo>
                <a:lnTo>
                  <a:pt x="59024" y="27354"/>
                </a:lnTo>
                <a:lnTo>
                  <a:pt x="60030" y="26929"/>
                </a:lnTo>
                <a:lnTo>
                  <a:pt x="53746" y="29948"/>
                </a:lnTo>
                <a:lnTo>
                  <a:pt x="54685" y="29434"/>
                </a:lnTo>
                <a:lnTo>
                  <a:pt x="48759" y="33035"/>
                </a:lnTo>
                <a:lnTo>
                  <a:pt x="49653" y="32454"/>
                </a:lnTo>
                <a:lnTo>
                  <a:pt x="44107" y="36591"/>
                </a:lnTo>
                <a:lnTo>
                  <a:pt x="44912" y="35920"/>
                </a:lnTo>
                <a:lnTo>
                  <a:pt x="39812" y="40550"/>
                </a:lnTo>
                <a:lnTo>
                  <a:pt x="40550" y="39812"/>
                </a:lnTo>
                <a:lnTo>
                  <a:pt x="35898" y="44912"/>
                </a:lnTo>
                <a:lnTo>
                  <a:pt x="36592" y="44106"/>
                </a:lnTo>
                <a:lnTo>
                  <a:pt x="32431" y="49653"/>
                </a:lnTo>
                <a:lnTo>
                  <a:pt x="33035" y="48758"/>
                </a:lnTo>
                <a:lnTo>
                  <a:pt x="29434" y="54685"/>
                </a:lnTo>
                <a:lnTo>
                  <a:pt x="29948" y="53746"/>
                </a:lnTo>
                <a:lnTo>
                  <a:pt x="26929" y="60031"/>
                </a:lnTo>
                <a:lnTo>
                  <a:pt x="27354" y="59025"/>
                </a:lnTo>
                <a:lnTo>
                  <a:pt x="24916" y="65645"/>
                </a:lnTo>
                <a:lnTo>
                  <a:pt x="25251" y="64594"/>
                </a:lnTo>
                <a:lnTo>
                  <a:pt x="23485" y="71483"/>
                </a:lnTo>
                <a:lnTo>
                  <a:pt x="23709" y="70387"/>
                </a:lnTo>
                <a:lnTo>
                  <a:pt x="22613" y="77544"/>
                </a:lnTo>
                <a:lnTo>
                  <a:pt x="22724" y="76426"/>
                </a:lnTo>
                <a:lnTo>
                  <a:pt x="22344" y="83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166">
            <a:extLst xmlns:a="http://schemas.openxmlformats.org/drawingml/2006/main">
              <a:ext uri="{FF2B5EF4-FFF2-40B4-BE49-F238E27FC236}">
                <a16:creationId xmlns:a16="http://schemas.microsoft.com/office/drawing/2014/main" id="{6B0507C5-C91E-4E19-8095-83956F67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3183" y="1600228"/>
            <a:ext cx="738979" cy="252291"/>
          </a:xfrm>
          <a:custGeom xmlns:a="http://schemas.openxmlformats.org/drawingml/2006/main">
            <a:pathLst>
              <a:path w="738979" h="252291">
                <a:moveTo>
                  <a:pt x="0" y="42943"/>
                </a:moveTo>
                <a:cubicBezTo>
                  <a:pt x="894" y="19593"/>
                  <a:pt x="19593" y="895"/>
                  <a:pt x="42943" y="0"/>
                </a:cubicBezTo>
                <a:lnTo>
                  <a:pt x="697825" y="0"/>
                </a:lnTo>
                <a:cubicBezTo>
                  <a:pt x="720282" y="895"/>
                  <a:pt x="738979" y="19593"/>
                  <a:pt x="738085" y="42943"/>
                </a:cubicBezTo>
                <a:lnTo>
                  <a:pt x="738085" y="209348"/>
                </a:lnTo>
                <a:cubicBezTo>
                  <a:pt x="738979" y="232698"/>
                  <a:pt x="720282" y="251396"/>
                  <a:pt x="697825" y="252291"/>
                </a:cubicBezTo>
                <a:lnTo>
                  <a:pt x="42943" y="252291"/>
                </a:lnTo>
                <a:cubicBezTo>
                  <a:pt x="19593" y="251396"/>
                  <a:pt x="894" y="232698"/>
                  <a:pt x="0" y="209348"/>
                </a:cubicBezTo>
                <a:lnTo>
                  <a:pt x="0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text-167 3D">
            <a:extLst xmlns:a="http://schemas.openxmlformats.org/drawingml/2006/main">
              <a:ext uri="{FF2B5EF4-FFF2-40B4-BE49-F238E27FC236}">
                <a16:creationId xmlns:a16="http://schemas.microsoft.com/office/drawing/2014/main" id="{9C4C491A-2371-45C6-9005-7568726E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0298" y="1640127"/>
            <a:ext cx="188179" cy="18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pic>
        <p:nvPic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3CED751-2E2F-4303-B102-0EA10D4F1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c6d098566462d"/>
          <a:stretch xmlns:a="http://schemas.openxmlformats.org/drawingml/2006/main"/>
        </p:blipFill>
        <p:spPr>
          <a:xfrm xmlns:a="http://schemas.openxmlformats.org/drawingml/2006/main">
            <a:off x="12753975" y="1438275"/>
            <a:ext cx="257175" cy="257175"/>
          </a:xfrm>
          <a:prstGeom xmlns:a="http://schemas.openxmlformats.org/drawingml/2006/main" prst="rect">
            <a:avLst/>
          </a:prstGeom>
        </p:spPr>
      </p:pic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AC9668D-57BB-4ABF-BAE2-09EBC09124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0bc0c16474ec1"/>
          <a:stretch xmlns:a="http://schemas.openxmlformats.org/drawingml/2006/main"/>
        </p:blipFill>
        <p:spPr>
          <a:xfrm xmlns:a="http://schemas.openxmlformats.org/drawingml/2006/main">
            <a:off x="13563600" y="14382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59" name="path-170">
            <a:extLst xmlns:a="http://schemas.openxmlformats.org/drawingml/2006/main">
              <a:ext uri="{FF2B5EF4-FFF2-40B4-BE49-F238E27FC236}">
                <a16:creationId xmlns:a16="http://schemas.microsoft.com/office/drawing/2014/main" id="{029EA8B3-0805-4CF0-B36C-93F5752E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6001" y="2704897"/>
            <a:ext cx="2361872" cy="634530"/>
          </a:xfrm>
          <a:custGeom xmlns:a="http://schemas.openxmlformats.org/drawingml/2006/main">
            <a:pathLst>
              <a:path w="2361872" h="634530">
                <a:moveTo>
                  <a:pt x="0" y="70901"/>
                </a:moveTo>
                <a:cubicBezTo>
                  <a:pt x="672" y="32252"/>
                  <a:pt x="32922" y="0"/>
                  <a:pt x="72467" y="1118"/>
                </a:cubicBezTo>
                <a:lnTo>
                  <a:pt x="2289407" y="1118"/>
                </a:lnTo>
                <a:cubicBezTo>
                  <a:pt x="2329174" y="0"/>
                  <a:pt x="2361427" y="32252"/>
                  <a:pt x="2361872" y="70901"/>
                </a:cubicBezTo>
                <a:lnTo>
                  <a:pt x="2361872" y="562063"/>
                </a:lnTo>
                <a:cubicBezTo>
                  <a:pt x="2361427" y="601741"/>
                  <a:pt x="2329174" y="633993"/>
                  <a:pt x="2289407" y="634530"/>
                </a:cubicBezTo>
                <a:lnTo>
                  <a:pt x="72467" y="634530"/>
                </a:lnTo>
                <a:cubicBezTo>
                  <a:pt x="32922" y="633993"/>
                  <a:pt x="672" y="601741"/>
                  <a:pt x="0" y="562063"/>
                </a:cubicBezTo>
                <a:lnTo>
                  <a:pt x="0" y="70901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171">
            <a:extLst xmlns:a="http://schemas.openxmlformats.org/drawingml/2006/main">
              <a:ext uri="{FF2B5EF4-FFF2-40B4-BE49-F238E27FC236}">
                <a16:creationId xmlns:a16="http://schemas.microsoft.com/office/drawing/2014/main" id="{B575B3AE-1564-46BD-BC8E-3DB4BCB5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488" y="2693713"/>
            <a:ext cx="2383122" cy="656359"/>
          </a:xfrm>
          <a:custGeom xmlns:a="http://schemas.openxmlformats.org/drawingml/2006/main">
            <a:pathLst>
              <a:path w="2383122" h="656359">
                <a:moveTo>
                  <a:pt x="426" y="74726"/>
                </a:moveTo>
                <a:lnTo>
                  <a:pt x="1677" y="66473"/>
                </a:lnTo>
                <a:lnTo>
                  <a:pt x="3736" y="58487"/>
                </a:lnTo>
                <a:lnTo>
                  <a:pt x="6531" y="50816"/>
                </a:lnTo>
                <a:lnTo>
                  <a:pt x="10042" y="43547"/>
                </a:lnTo>
                <a:lnTo>
                  <a:pt x="14201" y="36680"/>
                </a:lnTo>
                <a:lnTo>
                  <a:pt x="18990" y="30284"/>
                </a:lnTo>
                <a:lnTo>
                  <a:pt x="24357" y="24357"/>
                </a:lnTo>
                <a:lnTo>
                  <a:pt x="30284" y="18989"/>
                </a:lnTo>
                <a:lnTo>
                  <a:pt x="36680" y="14203"/>
                </a:lnTo>
                <a:lnTo>
                  <a:pt x="43546" y="10042"/>
                </a:lnTo>
                <a:lnTo>
                  <a:pt x="50816" y="6531"/>
                </a:lnTo>
                <a:lnTo>
                  <a:pt x="58488" y="3735"/>
                </a:lnTo>
                <a:lnTo>
                  <a:pt x="66473" y="1677"/>
                </a:lnTo>
                <a:lnTo>
                  <a:pt x="74726" y="425"/>
                </a:lnTo>
                <a:lnTo>
                  <a:pt x="82933" y="0"/>
                </a:lnTo>
                <a:lnTo>
                  <a:pt x="2300188" y="0"/>
                </a:lnTo>
                <a:lnTo>
                  <a:pt x="2308396" y="425"/>
                </a:lnTo>
                <a:lnTo>
                  <a:pt x="2316649" y="1677"/>
                </a:lnTo>
                <a:lnTo>
                  <a:pt x="2324634" y="3735"/>
                </a:lnTo>
                <a:lnTo>
                  <a:pt x="2332304" y="6531"/>
                </a:lnTo>
                <a:lnTo>
                  <a:pt x="2339573" y="10042"/>
                </a:lnTo>
                <a:lnTo>
                  <a:pt x="2346440" y="14203"/>
                </a:lnTo>
                <a:lnTo>
                  <a:pt x="2352838" y="18989"/>
                </a:lnTo>
                <a:lnTo>
                  <a:pt x="2358742" y="24357"/>
                </a:lnTo>
                <a:lnTo>
                  <a:pt x="2364132" y="30284"/>
                </a:lnTo>
                <a:lnTo>
                  <a:pt x="2368918" y="36680"/>
                </a:lnTo>
                <a:lnTo>
                  <a:pt x="2373078" y="43547"/>
                </a:lnTo>
                <a:lnTo>
                  <a:pt x="2376591" y="50816"/>
                </a:lnTo>
                <a:lnTo>
                  <a:pt x="2379386" y="58487"/>
                </a:lnTo>
                <a:lnTo>
                  <a:pt x="2381444" y="66473"/>
                </a:lnTo>
                <a:lnTo>
                  <a:pt x="2382696" y="74726"/>
                </a:lnTo>
                <a:lnTo>
                  <a:pt x="2383122" y="82934"/>
                </a:lnTo>
                <a:lnTo>
                  <a:pt x="2383122" y="573425"/>
                </a:lnTo>
                <a:lnTo>
                  <a:pt x="2382696" y="581633"/>
                </a:lnTo>
                <a:lnTo>
                  <a:pt x="2381444" y="589909"/>
                </a:lnTo>
                <a:lnTo>
                  <a:pt x="2379386" y="597894"/>
                </a:lnTo>
                <a:lnTo>
                  <a:pt x="2376591" y="605543"/>
                </a:lnTo>
                <a:lnTo>
                  <a:pt x="2373078" y="612835"/>
                </a:lnTo>
                <a:lnTo>
                  <a:pt x="2368918" y="619701"/>
                </a:lnTo>
                <a:lnTo>
                  <a:pt x="2364132" y="626098"/>
                </a:lnTo>
                <a:lnTo>
                  <a:pt x="2358742" y="632002"/>
                </a:lnTo>
                <a:lnTo>
                  <a:pt x="2352838" y="637370"/>
                </a:lnTo>
                <a:lnTo>
                  <a:pt x="2346440" y="642157"/>
                </a:lnTo>
                <a:lnTo>
                  <a:pt x="2339573" y="646339"/>
                </a:lnTo>
                <a:lnTo>
                  <a:pt x="2332304" y="649828"/>
                </a:lnTo>
                <a:lnTo>
                  <a:pt x="2324634" y="652646"/>
                </a:lnTo>
                <a:lnTo>
                  <a:pt x="2316649" y="654704"/>
                </a:lnTo>
                <a:lnTo>
                  <a:pt x="2308396" y="655956"/>
                </a:lnTo>
                <a:lnTo>
                  <a:pt x="2300188" y="656359"/>
                </a:lnTo>
                <a:lnTo>
                  <a:pt x="82933" y="656359"/>
                </a:lnTo>
                <a:lnTo>
                  <a:pt x="74726" y="655956"/>
                </a:lnTo>
                <a:lnTo>
                  <a:pt x="66473" y="654704"/>
                </a:lnTo>
                <a:lnTo>
                  <a:pt x="58488" y="652646"/>
                </a:lnTo>
                <a:lnTo>
                  <a:pt x="50816" y="649828"/>
                </a:lnTo>
                <a:lnTo>
                  <a:pt x="43546" y="646339"/>
                </a:lnTo>
                <a:lnTo>
                  <a:pt x="36680" y="642157"/>
                </a:lnTo>
                <a:lnTo>
                  <a:pt x="30284" y="637370"/>
                </a:lnTo>
                <a:lnTo>
                  <a:pt x="24357" y="632002"/>
                </a:lnTo>
                <a:lnTo>
                  <a:pt x="18990" y="626098"/>
                </a:lnTo>
                <a:lnTo>
                  <a:pt x="14201" y="619701"/>
                </a:lnTo>
                <a:lnTo>
                  <a:pt x="10042" y="612835"/>
                </a:lnTo>
                <a:lnTo>
                  <a:pt x="6531" y="605543"/>
                </a:lnTo>
                <a:lnTo>
                  <a:pt x="3736" y="597894"/>
                </a:lnTo>
                <a:lnTo>
                  <a:pt x="1677" y="589909"/>
                </a:lnTo>
                <a:lnTo>
                  <a:pt x="426" y="581633"/>
                </a:lnTo>
                <a:lnTo>
                  <a:pt x="0" y="573425"/>
                </a:lnTo>
                <a:lnTo>
                  <a:pt x="0" y="82934"/>
                </a:lnTo>
                <a:lnTo>
                  <a:pt x="426" y="74726"/>
                </a:lnTo>
                <a:moveTo>
                  <a:pt x="22344" y="83783"/>
                </a:moveTo>
                <a:lnTo>
                  <a:pt x="22367" y="83225"/>
                </a:lnTo>
                <a:lnTo>
                  <a:pt x="22367" y="573135"/>
                </a:lnTo>
                <a:lnTo>
                  <a:pt x="22344" y="572576"/>
                </a:lnTo>
                <a:lnTo>
                  <a:pt x="22724" y="579956"/>
                </a:lnTo>
                <a:lnTo>
                  <a:pt x="22613" y="578816"/>
                </a:lnTo>
                <a:lnTo>
                  <a:pt x="23709" y="585972"/>
                </a:lnTo>
                <a:lnTo>
                  <a:pt x="23485" y="584877"/>
                </a:lnTo>
                <a:lnTo>
                  <a:pt x="25251" y="591788"/>
                </a:lnTo>
                <a:lnTo>
                  <a:pt x="24916" y="590714"/>
                </a:lnTo>
                <a:lnTo>
                  <a:pt x="27354" y="597334"/>
                </a:lnTo>
                <a:lnTo>
                  <a:pt x="26929" y="596328"/>
                </a:lnTo>
                <a:lnTo>
                  <a:pt x="29948" y="602635"/>
                </a:lnTo>
                <a:lnTo>
                  <a:pt x="29434" y="601674"/>
                </a:lnTo>
                <a:lnTo>
                  <a:pt x="33035" y="607623"/>
                </a:lnTo>
                <a:lnTo>
                  <a:pt x="32431" y="606728"/>
                </a:lnTo>
                <a:lnTo>
                  <a:pt x="36592" y="612275"/>
                </a:lnTo>
                <a:lnTo>
                  <a:pt x="35898" y="611448"/>
                </a:lnTo>
                <a:lnTo>
                  <a:pt x="40550" y="616569"/>
                </a:lnTo>
                <a:lnTo>
                  <a:pt x="39812" y="615809"/>
                </a:lnTo>
                <a:lnTo>
                  <a:pt x="44912" y="620461"/>
                </a:lnTo>
                <a:lnTo>
                  <a:pt x="44107" y="619790"/>
                </a:lnTo>
                <a:lnTo>
                  <a:pt x="49653" y="623928"/>
                </a:lnTo>
                <a:lnTo>
                  <a:pt x="48759" y="623324"/>
                </a:lnTo>
                <a:lnTo>
                  <a:pt x="54685" y="626925"/>
                </a:lnTo>
                <a:lnTo>
                  <a:pt x="53746" y="626411"/>
                </a:lnTo>
                <a:lnTo>
                  <a:pt x="60030" y="629452"/>
                </a:lnTo>
                <a:lnTo>
                  <a:pt x="59024" y="629028"/>
                </a:lnTo>
                <a:lnTo>
                  <a:pt x="65645" y="631443"/>
                </a:lnTo>
                <a:lnTo>
                  <a:pt x="64594" y="631108"/>
                </a:lnTo>
                <a:lnTo>
                  <a:pt x="71483" y="632897"/>
                </a:lnTo>
                <a:lnTo>
                  <a:pt x="70386" y="632673"/>
                </a:lnTo>
                <a:lnTo>
                  <a:pt x="77544" y="633769"/>
                </a:lnTo>
                <a:lnTo>
                  <a:pt x="76426" y="633635"/>
                </a:lnTo>
                <a:lnTo>
                  <a:pt x="83783" y="634015"/>
                </a:lnTo>
                <a:lnTo>
                  <a:pt x="83224" y="633993"/>
                </a:lnTo>
                <a:lnTo>
                  <a:pt x="2299897" y="633993"/>
                </a:lnTo>
                <a:lnTo>
                  <a:pt x="2299336" y="634015"/>
                </a:lnTo>
                <a:lnTo>
                  <a:pt x="2306696" y="633635"/>
                </a:lnTo>
                <a:lnTo>
                  <a:pt x="2305577" y="633769"/>
                </a:lnTo>
                <a:lnTo>
                  <a:pt x="2312734" y="632673"/>
                </a:lnTo>
                <a:lnTo>
                  <a:pt x="2311639" y="632897"/>
                </a:lnTo>
                <a:lnTo>
                  <a:pt x="2318528" y="631108"/>
                </a:lnTo>
                <a:lnTo>
                  <a:pt x="2317477" y="631443"/>
                </a:lnTo>
                <a:lnTo>
                  <a:pt x="2324097" y="629028"/>
                </a:lnTo>
                <a:lnTo>
                  <a:pt x="2323090" y="629452"/>
                </a:lnTo>
                <a:lnTo>
                  <a:pt x="2329375" y="626411"/>
                </a:lnTo>
                <a:lnTo>
                  <a:pt x="2328436" y="626925"/>
                </a:lnTo>
                <a:lnTo>
                  <a:pt x="2334363" y="623324"/>
                </a:lnTo>
                <a:lnTo>
                  <a:pt x="2333468" y="623928"/>
                </a:lnTo>
                <a:lnTo>
                  <a:pt x="2339015" y="619790"/>
                </a:lnTo>
                <a:lnTo>
                  <a:pt x="2338211" y="620461"/>
                </a:lnTo>
                <a:lnTo>
                  <a:pt x="2343309" y="615809"/>
                </a:lnTo>
                <a:lnTo>
                  <a:pt x="2342572" y="616569"/>
                </a:lnTo>
                <a:lnTo>
                  <a:pt x="2347201" y="611448"/>
                </a:lnTo>
                <a:lnTo>
                  <a:pt x="2346531" y="612275"/>
                </a:lnTo>
                <a:lnTo>
                  <a:pt x="2350668" y="606728"/>
                </a:lnTo>
                <a:lnTo>
                  <a:pt x="2350087" y="607623"/>
                </a:lnTo>
                <a:lnTo>
                  <a:pt x="2353687" y="601674"/>
                </a:lnTo>
                <a:lnTo>
                  <a:pt x="2353174" y="602635"/>
                </a:lnTo>
                <a:lnTo>
                  <a:pt x="2356191" y="596328"/>
                </a:lnTo>
                <a:lnTo>
                  <a:pt x="2355767" y="597334"/>
                </a:lnTo>
                <a:lnTo>
                  <a:pt x="2358205" y="590714"/>
                </a:lnTo>
                <a:lnTo>
                  <a:pt x="2357869" y="591788"/>
                </a:lnTo>
                <a:lnTo>
                  <a:pt x="2359637" y="584877"/>
                </a:lnTo>
                <a:lnTo>
                  <a:pt x="2359413" y="585972"/>
                </a:lnTo>
                <a:lnTo>
                  <a:pt x="2360509" y="578816"/>
                </a:lnTo>
                <a:lnTo>
                  <a:pt x="2360398" y="579956"/>
                </a:lnTo>
                <a:lnTo>
                  <a:pt x="2360777" y="572576"/>
                </a:lnTo>
                <a:lnTo>
                  <a:pt x="2360755" y="573135"/>
                </a:lnTo>
                <a:lnTo>
                  <a:pt x="2360755" y="83225"/>
                </a:lnTo>
                <a:lnTo>
                  <a:pt x="2360777" y="83783"/>
                </a:lnTo>
                <a:lnTo>
                  <a:pt x="2360398" y="76426"/>
                </a:lnTo>
                <a:lnTo>
                  <a:pt x="2360509" y="77544"/>
                </a:lnTo>
                <a:lnTo>
                  <a:pt x="2359413" y="70386"/>
                </a:lnTo>
                <a:lnTo>
                  <a:pt x="2359637" y="71482"/>
                </a:lnTo>
                <a:lnTo>
                  <a:pt x="2357869" y="64594"/>
                </a:lnTo>
                <a:lnTo>
                  <a:pt x="2358205" y="65645"/>
                </a:lnTo>
                <a:lnTo>
                  <a:pt x="2355767" y="59024"/>
                </a:lnTo>
                <a:lnTo>
                  <a:pt x="2356191" y="60031"/>
                </a:lnTo>
                <a:lnTo>
                  <a:pt x="2353174" y="53746"/>
                </a:lnTo>
                <a:lnTo>
                  <a:pt x="2353687" y="54685"/>
                </a:lnTo>
                <a:lnTo>
                  <a:pt x="2350087" y="48758"/>
                </a:lnTo>
                <a:lnTo>
                  <a:pt x="2350668" y="49653"/>
                </a:lnTo>
                <a:lnTo>
                  <a:pt x="2346531" y="44106"/>
                </a:lnTo>
                <a:lnTo>
                  <a:pt x="2347201" y="44911"/>
                </a:lnTo>
                <a:lnTo>
                  <a:pt x="2342572" y="39812"/>
                </a:lnTo>
                <a:lnTo>
                  <a:pt x="2343309" y="40550"/>
                </a:lnTo>
                <a:lnTo>
                  <a:pt x="2338211" y="35920"/>
                </a:lnTo>
                <a:lnTo>
                  <a:pt x="2339015" y="36591"/>
                </a:lnTo>
                <a:lnTo>
                  <a:pt x="2333468" y="32453"/>
                </a:lnTo>
                <a:lnTo>
                  <a:pt x="2334363" y="33035"/>
                </a:lnTo>
                <a:lnTo>
                  <a:pt x="2328436" y="29434"/>
                </a:lnTo>
                <a:lnTo>
                  <a:pt x="2329375" y="29948"/>
                </a:lnTo>
                <a:lnTo>
                  <a:pt x="2323090" y="26929"/>
                </a:lnTo>
                <a:lnTo>
                  <a:pt x="2324097" y="27354"/>
                </a:lnTo>
                <a:lnTo>
                  <a:pt x="2317477" y="24916"/>
                </a:lnTo>
                <a:lnTo>
                  <a:pt x="2318528" y="25251"/>
                </a:lnTo>
                <a:lnTo>
                  <a:pt x="2311639" y="23485"/>
                </a:lnTo>
                <a:lnTo>
                  <a:pt x="2312734" y="23708"/>
                </a:lnTo>
                <a:lnTo>
                  <a:pt x="2305577" y="22612"/>
                </a:lnTo>
                <a:lnTo>
                  <a:pt x="2306696" y="22724"/>
                </a:lnTo>
                <a:lnTo>
                  <a:pt x="2299336" y="22344"/>
                </a:lnTo>
                <a:lnTo>
                  <a:pt x="2299897" y="22366"/>
                </a:lnTo>
                <a:lnTo>
                  <a:pt x="83224" y="22366"/>
                </a:lnTo>
                <a:lnTo>
                  <a:pt x="83783" y="22344"/>
                </a:lnTo>
                <a:lnTo>
                  <a:pt x="76426" y="22724"/>
                </a:lnTo>
                <a:lnTo>
                  <a:pt x="77544" y="22612"/>
                </a:lnTo>
                <a:lnTo>
                  <a:pt x="70386" y="23708"/>
                </a:lnTo>
                <a:lnTo>
                  <a:pt x="71483" y="23485"/>
                </a:lnTo>
                <a:lnTo>
                  <a:pt x="64594" y="25251"/>
                </a:lnTo>
                <a:lnTo>
                  <a:pt x="65645" y="24916"/>
                </a:lnTo>
                <a:lnTo>
                  <a:pt x="59024" y="27354"/>
                </a:lnTo>
                <a:lnTo>
                  <a:pt x="60030" y="26929"/>
                </a:lnTo>
                <a:lnTo>
                  <a:pt x="53746" y="29948"/>
                </a:lnTo>
                <a:lnTo>
                  <a:pt x="54685" y="29434"/>
                </a:lnTo>
                <a:lnTo>
                  <a:pt x="48759" y="33035"/>
                </a:lnTo>
                <a:lnTo>
                  <a:pt x="49653" y="32453"/>
                </a:lnTo>
                <a:lnTo>
                  <a:pt x="44107" y="36591"/>
                </a:lnTo>
                <a:lnTo>
                  <a:pt x="44912" y="35920"/>
                </a:lnTo>
                <a:lnTo>
                  <a:pt x="39812" y="40550"/>
                </a:lnTo>
                <a:lnTo>
                  <a:pt x="40550" y="39812"/>
                </a:lnTo>
                <a:lnTo>
                  <a:pt x="35898" y="44911"/>
                </a:lnTo>
                <a:lnTo>
                  <a:pt x="36592" y="44106"/>
                </a:lnTo>
                <a:lnTo>
                  <a:pt x="32431" y="49653"/>
                </a:lnTo>
                <a:lnTo>
                  <a:pt x="33035" y="48758"/>
                </a:lnTo>
                <a:lnTo>
                  <a:pt x="29434" y="54685"/>
                </a:lnTo>
                <a:lnTo>
                  <a:pt x="29948" y="53746"/>
                </a:lnTo>
                <a:lnTo>
                  <a:pt x="26929" y="60031"/>
                </a:lnTo>
                <a:lnTo>
                  <a:pt x="27354" y="59024"/>
                </a:lnTo>
                <a:lnTo>
                  <a:pt x="24916" y="65645"/>
                </a:lnTo>
                <a:lnTo>
                  <a:pt x="25251" y="64594"/>
                </a:lnTo>
                <a:lnTo>
                  <a:pt x="23485" y="71482"/>
                </a:lnTo>
                <a:lnTo>
                  <a:pt x="23709" y="70386"/>
                </a:lnTo>
                <a:lnTo>
                  <a:pt x="22613" y="77544"/>
                </a:lnTo>
                <a:lnTo>
                  <a:pt x="22724" y="76426"/>
                </a:lnTo>
                <a:lnTo>
                  <a:pt x="22344" y="837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C491327-350D-4EB3-8EA6-ACE86EC443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8ecf5187948d4"/>
          <a:stretch xmlns:a="http://schemas.openxmlformats.org/drawingml/2006/main"/>
        </p:blipFill>
        <p:spPr>
          <a:xfrm xmlns:a="http://schemas.openxmlformats.org/drawingml/2006/main">
            <a:off x="8839200" y="2219325"/>
            <a:ext cx="2219325" cy="876300"/>
          </a:xfrm>
          <a:prstGeom xmlns:a="http://schemas.openxmlformats.org/drawingml/2006/main" prst="rect">
            <a:avLst/>
          </a:prstGeom>
        </p:spPr>
      </p:pic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F3AC9A5-B744-443C-8658-160AA2D43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b516b5ef8420a"/>
          <a:stretch xmlns:a="http://schemas.openxmlformats.org/drawingml/2006/main"/>
        </p:blipFill>
        <p:spPr>
          <a:xfrm xmlns:a="http://schemas.openxmlformats.org/drawingml/2006/main">
            <a:off x="10963275" y="2219325"/>
            <a:ext cx="1476375" cy="885825"/>
          </a:xfrm>
          <a:prstGeom xmlns:a="http://schemas.openxmlformats.org/drawingml/2006/main" prst="rect">
            <a:avLst/>
          </a:prstGeom>
        </p:spPr>
      </p:pic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46B0DB6-4732-4707-8E0D-B32921981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4a1580804783"/>
          <a:stretch xmlns:a="http://schemas.openxmlformats.org/drawingml/2006/main"/>
        </p:blipFill>
        <p:spPr>
          <a:xfrm xmlns:a="http://schemas.openxmlformats.org/drawingml/2006/main">
            <a:off x="8934450" y="2438400"/>
            <a:ext cx="647700" cy="447675"/>
          </a:xfrm>
          <a:prstGeom xmlns:a="http://schemas.openxmlformats.org/drawingml/2006/main" prst="rect">
            <a:avLst/>
          </a:prstGeom>
        </p:spPr>
      </p:pic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8128595-C1FF-432D-9C16-A5D0DE7C09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fcc0f09de4fd0"/>
          <a:stretch xmlns:a="http://schemas.openxmlformats.org/drawingml/2006/main"/>
        </p:blipFill>
        <p:spPr>
          <a:xfrm xmlns:a="http://schemas.openxmlformats.org/drawingml/2006/main">
            <a:off x="9610725" y="2438400"/>
            <a:ext cx="647700" cy="447675"/>
          </a:xfrm>
          <a:prstGeom xmlns:a="http://schemas.openxmlformats.org/drawingml/2006/main" prst="rect">
            <a:avLst/>
          </a:prstGeom>
        </p:spPr>
      </p:pic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98B6ABB-ED47-4325-8E05-7BFB9A9C8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d2ff9cffd455d"/>
          <a:stretch xmlns:a="http://schemas.openxmlformats.org/drawingml/2006/main"/>
        </p:blipFill>
        <p:spPr>
          <a:xfrm xmlns:a="http://schemas.openxmlformats.org/drawingml/2006/main">
            <a:off x="10277475" y="2438400"/>
            <a:ext cx="676275" cy="457200"/>
          </a:xfrm>
          <a:prstGeom xmlns:a="http://schemas.openxmlformats.org/drawingml/2006/main" prst="rect">
            <a:avLst/>
          </a:prstGeom>
        </p:spPr>
      </p:pic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C2A2B22-0FC4-43B3-88A5-A7BBCDFC41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83b985176408f"/>
          <a:stretch xmlns:a="http://schemas.openxmlformats.org/drawingml/2006/main"/>
        </p:blipFill>
        <p:spPr>
          <a:xfrm xmlns:a="http://schemas.openxmlformats.org/drawingml/2006/main">
            <a:off x="10963275" y="2428875"/>
            <a:ext cx="695325" cy="457200"/>
          </a:xfrm>
          <a:prstGeom xmlns:a="http://schemas.openxmlformats.org/drawingml/2006/main" prst="rect">
            <a:avLst/>
          </a:prstGeom>
        </p:spPr>
      </p:pic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384BB5B0-FF24-4F79-9536-22E773B4BA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c86ed71ba4773"/>
          <a:stretch xmlns:a="http://schemas.openxmlformats.org/drawingml/2006/main"/>
        </p:blipFill>
        <p:spPr>
          <a:xfrm xmlns:a="http://schemas.openxmlformats.org/drawingml/2006/main">
            <a:off x="11668125" y="2438400"/>
            <a:ext cx="685800" cy="447675"/>
          </a:xfrm>
          <a:prstGeom xmlns:a="http://schemas.openxmlformats.org/drawingml/2006/main" prst="rect">
            <a:avLst/>
          </a:prstGeom>
        </p:spPr>
      </p:pic>
      <p:sp>
        <p:nvSpPr>
          <p:cNvPr id="268" name="path-179">
            <a:extLst xmlns:a="http://schemas.openxmlformats.org/drawingml/2006/main">
              <a:ext uri="{FF2B5EF4-FFF2-40B4-BE49-F238E27FC236}">
                <a16:creationId xmlns:a16="http://schemas.microsoft.com/office/drawing/2014/main" id="{B750682E-4BB6-4ACF-B3A7-5B27FC92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846" y="2260368"/>
            <a:ext cx="2080059" cy="817485"/>
          </a:xfrm>
          <a:custGeom xmlns:a="http://schemas.openxmlformats.org/drawingml/2006/main">
            <a:pathLst>
              <a:path w="2080059" h="817485">
                <a:moveTo>
                  <a:pt x="0" y="675639"/>
                </a:moveTo>
                <a:lnTo>
                  <a:pt x="0" y="625315"/>
                </a:lnTo>
                <a:lnTo>
                  <a:pt x="16775" y="625315"/>
                </a:lnTo>
                <a:lnTo>
                  <a:pt x="16775" y="675639"/>
                </a:lnTo>
                <a:lnTo>
                  <a:pt x="0" y="675639"/>
                </a:lnTo>
                <a:moveTo>
                  <a:pt x="0" y="608540"/>
                </a:moveTo>
                <a:lnTo>
                  <a:pt x="0" y="558216"/>
                </a:lnTo>
                <a:lnTo>
                  <a:pt x="16775" y="558216"/>
                </a:lnTo>
                <a:lnTo>
                  <a:pt x="16775" y="608540"/>
                </a:lnTo>
                <a:lnTo>
                  <a:pt x="0" y="608540"/>
                </a:lnTo>
                <a:moveTo>
                  <a:pt x="0" y="541441"/>
                </a:moveTo>
                <a:lnTo>
                  <a:pt x="0" y="491118"/>
                </a:lnTo>
                <a:lnTo>
                  <a:pt x="16775" y="491118"/>
                </a:lnTo>
                <a:lnTo>
                  <a:pt x="16775" y="541441"/>
                </a:lnTo>
                <a:lnTo>
                  <a:pt x="0" y="541441"/>
                </a:lnTo>
                <a:moveTo>
                  <a:pt x="0" y="474343"/>
                </a:moveTo>
                <a:lnTo>
                  <a:pt x="0" y="424018"/>
                </a:lnTo>
                <a:lnTo>
                  <a:pt x="16775" y="424018"/>
                </a:lnTo>
                <a:lnTo>
                  <a:pt x="16775" y="474343"/>
                </a:lnTo>
                <a:lnTo>
                  <a:pt x="0" y="474343"/>
                </a:lnTo>
                <a:moveTo>
                  <a:pt x="0" y="407244"/>
                </a:moveTo>
                <a:lnTo>
                  <a:pt x="0" y="356920"/>
                </a:lnTo>
                <a:lnTo>
                  <a:pt x="16775" y="356920"/>
                </a:lnTo>
                <a:lnTo>
                  <a:pt x="16775" y="407244"/>
                </a:lnTo>
                <a:lnTo>
                  <a:pt x="0" y="407244"/>
                </a:lnTo>
                <a:moveTo>
                  <a:pt x="0" y="340146"/>
                </a:moveTo>
                <a:lnTo>
                  <a:pt x="0" y="289821"/>
                </a:lnTo>
                <a:lnTo>
                  <a:pt x="16775" y="289821"/>
                </a:lnTo>
                <a:lnTo>
                  <a:pt x="16775" y="340146"/>
                </a:lnTo>
                <a:lnTo>
                  <a:pt x="0" y="340146"/>
                </a:lnTo>
                <a:moveTo>
                  <a:pt x="0" y="273047"/>
                </a:moveTo>
                <a:lnTo>
                  <a:pt x="0" y="222722"/>
                </a:lnTo>
                <a:lnTo>
                  <a:pt x="16775" y="222722"/>
                </a:lnTo>
                <a:lnTo>
                  <a:pt x="16775" y="273047"/>
                </a:lnTo>
                <a:lnTo>
                  <a:pt x="0" y="273047"/>
                </a:lnTo>
                <a:moveTo>
                  <a:pt x="0" y="205948"/>
                </a:moveTo>
                <a:lnTo>
                  <a:pt x="0" y="155624"/>
                </a:lnTo>
                <a:lnTo>
                  <a:pt x="16775" y="155624"/>
                </a:lnTo>
                <a:lnTo>
                  <a:pt x="16775" y="205948"/>
                </a:lnTo>
                <a:lnTo>
                  <a:pt x="0" y="205948"/>
                </a:lnTo>
                <a:moveTo>
                  <a:pt x="67" y="138649"/>
                </a:moveTo>
                <a:lnTo>
                  <a:pt x="180" y="134555"/>
                </a:lnTo>
                <a:lnTo>
                  <a:pt x="738" y="127353"/>
                </a:lnTo>
                <a:lnTo>
                  <a:pt x="1632" y="120240"/>
                </a:lnTo>
                <a:lnTo>
                  <a:pt x="2886" y="113263"/>
                </a:lnTo>
                <a:lnTo>
                  <a:pt x="4474" y="106396"/>
                </a:lnTo>
                <a:lnTo>
                  <a:pt x="6375" y="99664"/>
                </a:lnTo>
                <a:lnTo>
                  <a:pt x="8611" y="93066"/>
                </a:lnTo>
                <a:lnTo>
                  <a:pt x="11049" y="86848"/>
                </a:lnTo>
                <a:lnTo>
                  <a:pt x="26661" y="92999"/>
                </a:lnTo>
                <a:lnTo>
                  <a:pt x="24290" y="99038"/>
                </a:lnTo>
                <a:lnTo>
                  <a:pt x="24424" y="98635"/>
                </a:lnTo>
                <a:lnTo>
                  <a:pt x="22322" y="104853"/>
                </a:lnTo>
                <a:lnTo>
                  <a:pt x="22456" y="104450"/>
                </a:lnTo>
                <a:lnTo>
                  <a:pt x="20667" y="110780"/>
                </a:lnTo>
                <a:lnTo>
                  <a:pt x="20756" y="110377"/>
                </a:lnTo>
                <a:lnTo>
                  <a:pt x="19280" y="116841"/>
                </a:lnTo>
                <a:lnTo>
                  <a:pt x="19348" y="116416"/>
                </a:lnTo>
                <a:lnTo>
                  <a:pt x="18184" y="122991"/>
                </a:lnTo>
                <a:lnTo>
                  <a:pt x="18251" y="122567"/>
                </a:lnTo>
                <a:lnTo>
                  <a:pt x="17401" y="129254"/>
                </a:lnTo>
                <a:lnTo>
                  <a:pt x="17445" y="128829"/>
                </a:lnTo>
                <a:lnTo>
                  <a:pt x="16932" y="135606"/>
                </a:lnTo>
                <a:lnTo>
                  <a:pt x="16955" y="135181"/>
                </a:lnTo>
                <a:lnTo>
                  <a:pt x="16842" y="139073"/>
                </a:lnTo>
                <a:lnTo>
                  <a:pt x="67" y="138649"/>
                </a:lnTo>
                <a:moveTo>
                  <a:pt x="19101" y="70767"/>
                </a:moveTo>
                <a:lnTo>
                  <a:pt x="20532" y="68284"/>
                </a:lnTo>
                <a:lnTo>
                  <a:pt x="24223" y="62536"/>
                </a:lnTo>
                <a:lnTo>
                  <a:pt x="28182" y="56966"/>
                </a:lnTo>
                <a:lnTo>
                  <a:pt x="32386" y="51621"/>
                </a:lnTo>
                <a:lnTo>
                  <a:pt x="36837" y="46477"/>
                </a:lnTo>
                <a:lnTo>
                  <a:pt x="41535" y="41534"/>
                </a:lnTo>
                <a:lnTo>
                  <a:pt x="46477" y="36837"/>
                </a:lnTo>
                <a:lnTo>
                  <a:pt x="51621" y="32386"/>
                </a:lnTo>
                <a:lnTo>
                  <a:pt x="53948" y="30552"/>
                </a:lnTo>
                <a:lnTo>
                  <a:pt x="64325" y="43748"/>
                </a:lnTo>
                <a:lnTo>
                  <a:pt x="62133" y="45448"/>
                </a:lnTo>
                <a:lnTo>
                  <a:pt x="62447" y="45202"/>
                </a:lnTo>
                <a:lnTo>
                  <a:pt x="57593" y="49407"/>
                </a:lnTo>
                <a:lnTo>
                  <a:pt x="57907" y="49116"/>
                </a:lnTo>
                <a:lnTo>
                  <a:pt x="53255" y="53544"/>
                </a:lnTo>
                <a:lnTo>
                  <a:pt x="53546" y="53254"/>
                </a:lnTo>
                <a:lnTo>
                  <a:pt x="49117" y="57906"/>
                </a:lnTo>
                <a:lnTo>
                  <a:pt x="49385" y="57593"/>
                </a:lnTo>
                <a:lnTo>
                  <a:pt x="45203" y="62446"/>
                </a:lnTo>
                <a:lnTo>
                  <a:pt x="45448" y="62133"/>
                </a:lnTo>
                <a:lnTo>
                  <a:pt x="41489" y="67166"/>
                </a:lnTo>
                <a:lnTo>
                  <a:pt x="41736" y="66852"/>
                </a:lnTo>
                <a:lnTo>
                  <a:pt x="38023" y="72086"/>
                </a:lnTo>
                <a:lnTo>
                  <a:pt x="38247" y="71750"/>
                </a:lnTo>
                <a:lnTo>
                  <a:pt x="34780" y="77163"/>
                </a:lnTo>
                <a:lnTo>
                  <a:pt x="34982" y="76828"/>
                </a:lnTo>
                <a:lnTo>
                  <a:pt x="33662" y="79131"/>
                </a:lnTo>
                <a:lnTo>
                  <a:pt x="19101" y="70767"/>
                </a:lnTo>
                <a:moveTo>
                  <a:pt x="68710" y="20286"/>
                </a:moveTo>
                <a:lnTo>
                  <a:pt x="74234" y="17133"/>
                </a:lnTo>
                <a:lnTo>
                  <a:pt x="80340" y="13979"/>
                </a:lnTo>
                <a:lnTo>
                  <a:pt x="86625" y="11138"/>
                </a:lnTo>
                <a:lnTo>
                  <a:pt x="93066" y="8611"/>
                </a:lnTo>
                <a:lnTo>
                  <a:pt x="99665" y="6374"/>
                </a:lnTo>
                <a:lnTo>
                  <a:pt x="106397" y="4473"/>
                </a:lnTo>
                <a:lnTo>
                  <a:pt x="113263" y="2885"/>
                </a:lnTo>
                <a:lnTo>
                  <a:pt x="118340" y="1968"/>
                </a:lnTo>
                <a:lnTo>
                  <a:pt x="121293" y="18497"/>
                </a:lnTo>
                <a:lnTo>
                  <a:pt x="116417" y="19346"/>
                </a:lnTo>
                <a:lnTo>
                  <a:pt x="116842" y="19280"/>
                </a:lnTo>
                <a:lnTo>
                  <a:pt x="110377" y="20756"/>
                </a:lnTo>
                <a:lnTo>
                  <a:pt x="110780" y="20666"/>
                </a:lnTo>
                <a:lnTo>
                  <a:pt x="104451" y="22456"/>
                </a:lnTo>
                <a:lnTo>
                  <a:pt x="104853" y="22321"/>
                </a:lnTo>
                <a:lnTo>
                  <a:pt x="98636" y="24424"/>
                </a:lnTo>
                <a:lnTo>
                  <a:pt x="99038" y="24289"/>
                </a:lnTo>
                <a:lnTo>
                  <a:pt x="92977" y="26683"/>
                </a:lnTo>
                <a:lnTo>
                  <a:pt x="93357" y="26526"/>
                </a:lnTo>
                <a:lnTo>
                  <a:pt x="87431" y="29188"/>
                </a:lnTo>
                <a:lnTo>
                  <a:pt x="87811" y="29009"/>
                </a:lnTo>
                <a:lnTo>
                  <a:pt x="82062" y="31961"/>
                </a:lnTo>
                <a:lnTo>
                  <a:pt x="82419" y="31760"/>
                </a:lnTo>
                <a:lnTo>
                  <a:pt x="77074" y="34824"/>
                </a:lnTo>
                <a:lnTo>
                  <a:pt x="68710" y="20286"/>
                </a:lnTo>
                <a:moveTo>
                  <a:pt x="136278" y="134"/>
                </a:moveTo>
                <a:lnTo>
                  <a:pt x="141736" y="0"/>
                </a:lnTo>
                <a:lnTo>
                  <a:pt x="186804" y="0"/>
                </a:lnTo>
                <a:lnTo>
                  <a:pt x="186804" y="16775"/>
                </a:lnTo>
                <a:lnTo>
                  <a:pt x="141847" y="16775"/>
                </a:lnTo>
                <a:lnTo>
                  <a:pt x="142048" y="16775"/>
                </a:lnTo>
                <a:lnTo>
                  <a:pt x="136702" y="16909"/>
                </a:lnTo>
                <a:lnTo>
                  <a:pt x="136278" y="134"/>
                </a:lnTo>
                <a:moveTo>
                  <a:pt x="203578" y="0"/>
                </a:moveTo>
                <a:lnTo>
                  <a:pt x="253902" y="0"/>
                </a:lnTo>
                <a:lnTo>
                  <a:pt x="253902" y="16775"/>
                </a:lnTo>
                <a:lnTo>
                  <a:pt x="203578" y="16775"/>
                </a:lnTo>
                <a:lnTo>
                  <a:pt x="203578" y="0"/>
                </a:lnTo>
                <a:moveTo>
                  <a:pt x="270677" y="0"/>
                </a:moveTo>
                <a:lnTo>
                  <a:pt x="321000" y="0"/>
                </a:lnTo>
                <a:lnTo>
                  <a:pt x="321000" y="16775"/>
                </a:lnTo>
                <a:lnTo>
                  <a:pt x="270677" y="16775"/>
                </a:lnTo>
                <a:lnTo>
                  <a:pt x="270677" y="0"/>
                </a:lnTo>
                <a:moveTo>
                  <a:pt x="337776" y="0"/>
                </a:moveTo>
                <a:lnTo>
                  <a:pt x="388100" y="0"/>
                </a:lnTo>
                <a:lnTo>
                  <a:pt x="388100" y="16775"/>
                </a:lnTo>
                <a:lnTo>
                  <a:pt x="337776" y="16775"/>
                </a:lnTo>
                <a:lnTo>
                  <a:pt x="337776" y="0"/>
                </a:lnTo>
                <a:moveTo>
                  <a:pt x="404874" y="0"/>
                </a:moveTo>
                <a:lnTo>
                  <a:pt x="455198" y="0"/>
                </a:lnTo>
                <a:lnTo>
                  <a:pt x="455198" y="16775"/>
                </a:lnTo>
                <a:lnTo>
                  <a:pt x="404874" y="16775"/>
                </a:lnTo>
                <a:lnTo>
                  <a:pt x="404874" y="0"/>
                </a:lnTo>
                <a:moveTo>
                  <a:pt x="471972" y="0"/>
                </a:moveTo>
                <a:lnTo>
                  <a:pt x="522297" y="0"/>
                </a:lnTo>
                <a:lnTo>
                  <a:pt x="522297" y="16775"/>
                </a:lnTo>
                <a:lnTo>
                  <a:pt x="471972" y="16775"/>
                </a:lnTo>
                <a:lnTo>
                  <a:pt x="471972" y="0"/>
                </a:lnTo>
                <a:moveTo>
                  <a:pt x="539072" y="0"/>
                </a:moveTo>
                <a:lnTo>
                  <a:pt x="589395" y="0"/>
                </a:lnTo>
                <a:lnTo>
                  <a:pt x="589395" y="16775"/>
                </a:lnTo>
                <a:lnTo>
                  <a:pt x="539072" y="16775"/>
                </a:lnTo>
                <a:lnTo>
                  <a:pt x="539072" y="0"/>
                </a:lnTo>
                <a:moveTo>
                  <a:pt x="606170" y="0"/>
                </a:moveTo>
                <a:lnTo>
                  <a:pt x="656494" y="0"/>
                </a:lnTo>
                <a:lnTo>
                  <a:pt x="656494" y="16775"/>
                </a:lnTo>
                <a:lnTo>
                  <a:pt x="606170" y="16775"/>
                </a:lnTo>
                <a:lnTo>
                  <a:pt x="606170" y="0"/>
                </a:lnTo>
                <a:moveTo>
                  <a:pt x="673268" y="0"/>
                </a:moveTo>
                <a:lnTo>
                  <a:pt x="723593" y="0"/>
                </a:lnTo>
                <a:lnTo>
                  <a:pt x="723593" y="16775"/>
                </a:lnTo>
                <a:lnTo>
                  <a:pt x="673268" y="16775"/>
                </a:lnTo>
                <a:lnTo>
                  <a:pt x="673268" y="0"/>
                </a:lnTo>
                <a:moveTo>
                  <a:pt x="740368" y="0"/>
                </a:moveTo>
                <a:lnTo>
                  <a:pt x="790691" y="0"/>
                </a:lnTo>
                <a:lnTo>
                  <a:pt x="790691" y="16775"/>
                </a:lnTo>
                <a:lnTo>
                  <a:pt x="740368" y="16775"/>
                </a:lnTo>
                <a:lnTo>
                  <a:pt x="740368" y="0"/>
                </a:lnTo>
                <a:moveTo>
                  <a:pt x="807466" y="0"/>
                </a:moveTo>
                <a:lnTo>
                  <a:pt x="857790" y="0"/>
                </a:lnTo>
                <a:lnTo>
                  <a:pt x="857790" y="16775"/>
                </a:lnTo>
                <a:lnTo>
                  <a:pt x="807466" y="16775"/>
                </a:lnTo>
                <a:lnTo>
                  <a:pt x="807466" y="0"/>
                </a:lnTo>
                <a:moveTo>
                  <a:pt x="874565" y="0"/>
                </a:moveTo>
                <a:lnTo>
                  <a:pt x="924889" y="0"/>
                </a:lnTo>
                <a:lnTo>
                  <a:pt x="924889" y="16775"/>
                </a:lnTo>
                <a:lnTo>
                  <a:pt x="874565" y="16775"/>
                </a:lnTo>
                <a:lnTo>
                  <a:pt x="874565" y="0"/>
                </a:lnTo>
                <a:moveTo>
                  <a:pt x="941663" y="0"/>
                </a:moveTo>
                <a:lnTo>
                  <a:pt x="991987" y="0"/>
                </a:lnTo>
                <a:lnTo>
                  <a:pt x="991987" y="16775"/>
                </a:lnTo>
                <a:lnTo>
                  <a:pt x="941663" y="16775"/>
                </a:lnTo>
                <a:lnTo>
                  <a:pt x="941663" y="0"/>
                </a:lnTo>
                <a:moveTo>
                  <a:pt x="1008762" y="0"/>
                </a:moveTo>
                <a:lnTo>
                  <a:pt x="1059087" y="0"/>
                </a:lnTo>
                <a:lnTo>
                  <a:pt x="1059087" y="16775"/>
                </a:lnTo>
                <a:lnTo>
                  <a:pt x="1008762" y="16775"/>
                </a:lnTo>
                <a:lnTo>
                  <a:pt x="1008762" y="0"/>
                </a:lnTo>
                <a:moveTo>
                  <a:pt x="1075861" y="0"/>
                </a:moveTo>
                <a:lnTo>
                  <a:pt x="1126185" y="0"/>
                </a:lnTo>
                <a:lnTo>
                  <a:pt x="1126185" y="16775"/>
                </a:lnTo>
                <a:lnTo>
                  <a:pt x="1075861" y="16775"/>
                </a:lnTo>
                <a:lnTo>
                  <a:pt x="1075861" y="0"/>
                </a:lnTo>
                <a:moveTo>
                  <a:pt x="1142959" y="0"/>
                </a:moveTo>
                <a:lnTo>
                  <a:pt x="1193283" y="0"/>
                </a:lnTo>
                <a:lnTo>
                  <a:pt x="1193283" y="16775"/>
                </a:lnTo>
                <a:lnTo>
                  <a:pt x="1142959" y="16775"/>
                </a:lnTo>
                <a:lnTo>
                  <a:pt x="1142959" y="0"/>
                </a:lnTo>
                <a:moveTo>
                  <a:pt x="1210058" y="0"/>
                </a:moveTo>
                <a:lnTo>
                  <a:pt x="1260381" y="0"/>
                </a:lnTo>
                <a:lnTo>
                  <a:pt x="1260381" y="16775"/>
                </a:lnTo>
                <a:lnTo>
                  <a:pt x="1210058" y="16775"/>
                </a:lnTo>
                <a:lnTo>
                  <a:pt x="1210058" y="0"/>
                </a:lnTo>
                <a:moveTo>
                  <a:pt x="1277156" y="0"/>
                </a:moveTo>
                <a:lnTo>
                  <a:pt x="1327481" y="0"/>
                </a:lnTo>
                <a:lnTo>
                  <a:pt x="1327481" y="16775"/>
                </a:lnTo>
                <a:lnTo>
                  <a:pt x="1277156" y="16775"/>
                </a:lnTo>
                <a:lnTo>
                  <a:pt x="1277156" y="0"/>
                </a:lnTo>
                <a:moveTo>
                  <a:pt x="1344255" y="0"/>
                </a:moveTo>
                <a:lnTo>
                  <a:pt x="1394579" y="0"/>
                </a:lnTo>
                <a:lnTo>
                  <a:pt x="1394579" y="16775"/>
                </a:lnTo>
                <a:lnTo>
                  <a:pt x="1344255" y="16775"/>
                </a:lnTo>
                <a:lnTo>
                  <a:pt x="1344255" y="0"/>
                </a:lnTo>
                <a:moveTo>
                  <a:pt x="1411353" y="0"/>
                </a:moveTo>
                <a:lnTo>
                  <a:pt x="1461677" y="0"/>
                </a:lnTo>
                <a:lnTo>
                  <a:pt x="1461677" y="16775"/>
                </a:lnTo>
                <a:lnTo>
                  <a:pt x="1411353" y="16775"/>
                </a:lnTo>
                <a:lnTo>
                  <a:pt x="1411353" y="0"/>
                </a:lnTo>
                <a:moveTo>
                  <a:pt x="1478452" y="0"/>
                </a:moveTo>
                <a:lnTo>
                  <a:pt x="1528776" y="0"/>
                </a:lnTo>
                <a:lnTo>
                  <a:pt x="1528776" y="16775"/>
                </a:lnTo>
                <a:lnTo>
                  <a:pt x="1478452" y="16775"/>
                </a:lnTo>
                <a:lnTo>
                  <a:pt x="1478452" y="0"/>
                </a:lnTo>
                <a:moveTo>
                  <a:pt x="1545551" y="0"/>
                </a:moveTo>
                <a:lnTo>
                  <a:pt x="1595875" y="0"/>
                </a:lnTo>
                <a:lnTo>
                  <a:pt x="1595875" y="16775"/>
                </a:lnTo>
                <a:lnTo>
                  <a:pt x="1545551" y="16775"/>
                </a:lnTo>
                <a:lnTo>
                  <a:pt x="1545551" y="0"/>
                </a:lnTo>
                <a:moveTo>
                  <a:pt x="1612649" y="0"/>
                </a:moveTo>
                <a:lnTo>
                  <a:pt x="1662973" y="0"/>
                </a:lnTo>
                <a:lnTo>
                  <a:pt x="1662973" y="16775"/>
                </a:lnTo>
                <a:lnTo>
                  <a:pt x="1612649" y="16775"/>
                </a:lnTo>
                <a:lnTo>
                  <a:pt x="1612649" y="0"/>
                </a:lnTo>
                <a:moveTo>
                  <a:pt x="1679749" y="0"/>
                </a:moveTo>
                <a:lnTo>
                  <a:pt x="1730072" y="0"/>
                </a:lnTo>
                <a:lnTo>
                  <a:pt x="1730072" y="16775"/>
                </a:lnTo>
                <a:lnTo>
                  <a:pt x="1679749" y="16775"/>
                </a:lnTo>
                <a:lnTo>
                  <a:pt x="1679749" y="0"/>
                </a:lnTo>
                <a:moveTo>
                  <a:pt x="1746847" y="0"/>
                </a:moveTo>
                <a:lnTo>
                  <a:pt x="1797171" y="0"/>
                </a:lnTo>
                <a:lnTo>
                  <a:pt x="1797171" y="16775"/>
                </a:lnTo>
                <a:lnTo>
                  <a:pt x="1746847" y="16775"/>
                </a:lnTo>
                <a:lnTo>
                  <a:pt x="1746847" y="0"/>
                </a:lnTo>
                <a:moveTo>
                  <a:pt x="1813945" y="0"/>
                </a:moveTo>
                <a:lnTo>
                  <a:pt x="1864270" y="0"/>
                </a:lnTo>
                <a:lnTo>
                  <a:pt x="1864270" y="16775"/>
                </a:lnTo>
                <a:lnTo>
                  <a:pt x="1813945" y="16775"/>
                </a:lnTo>
                <a:lnTo>
                  <a:pt x="1813945" y="0"/>
                </a:lnTo>
                <a:moveTo>
                  <a:pt x="1881044" y="0"/>
                </a:moveTo>
                <a:lnTo>
                  <a:pt x="1931368" y="0"/>
                </a:lnTo>
                <a:lnTo>
                  <a:pt x="1931368" y="16775"/>
                </a:lnTo>
                <a:lnTo>
                  <a:pt x="1881044" y="16775"/>
                </a:lnTo>
                <a:lnTo>
                  <a:pt x="1881044" y="0"/>
                </a:lnTo>
                <a:moveTo>
                  <a:pt x="1948769" y="425"/>
                </a:moveTo>
                <a:lnTo>
                  <a:pt x="1952706" y="738"/>
                </a:lnTo>
                <a:lnTo>
                  <a:pt x="1959819" y="1632"/>
                </a:lnTo>
                <a:lnTo>
                  <a:pt x="1966797" y="2885"/>
                </a:lnTo>
                <a:lnTo>
                  <a:pt x="1973663" y="4473"/>
                </a:lnTo>
                <a:lnTo>
                  <a:pt x="1980395" y="6374"/>
                </a:lnTo>
                <a:lnTo>
                  <a:pt x="1986993" y="8611"/>
                </a:lnTo>
                <a:lnTo>
                  <a:pt x="1993435" y="11138"/>
                </a:lnTo>
                <a:lnTo>
                  <a:pt x="1999720" y="13979"/>
                </a:lnTo>
                <a:lnTo>
                  <a:pt x="2000278" y="14269"/>
                </a:lnTo>
                <a:lnTo>
                  <a:pt x="1992630" y="29210"/>
                </a:lnTo>
                <a:lnTo>
                  <a:pt x="1992250" y="29009"/>
                </a:lnTo>
                <a:lnTo>
                  <a:pt x="1992630" y="29188"/>
                </a:lnTo>
                <a:lnTo>
                  <a:pt x="1986702" y="26526"/>
                </a:lnTo>
                <a:lnTo>
                  <a:pt x="1987083" y="26683"/>
                </a:lnTo>
                <a:lnTo>
                  <a:pt x="1981022" y="24289"/>
                </a:lnTo>
                <a:lnTo>
                  <a:pt x="1981424" y="24424"/>
                </a:lnTo>
                <a:lnTo>
                  <a:pt x="1975206" y="22321"/>
                </a:lnTo>
                <a:lnTo>
                  <a:pt x="1975610" y="22456"/>
                </a:lnTo>
                <a:lnTo>
                  <a:pt x="1969279" y="20666"/>
                </a:lnTo>
                <a:lnTo>
                  <a:pt x="1969682" y="20756"/>
                </a:lnTo>
                <a:lnTo>
                  <a:pt x="1963217" y="19280"/>
                </a:lnTo>
                <a:lnTo>
                  <a:pt x="1963643" y="19346"/>
                </a:lnTo>
                <a:lnTo>
                  <a:pt x="1957068" y="18184"/>
                </a:lnTo>
                <a:lnTo>
                  <a:pt x="1957492" y="18251"/>
                </a:lnTo>
                <a:lnTo>
                  <a:pt x="1950805" y="17401"/>
                </a:lnTo>
                <a:lnTo>
                  <a:pt x="1951230" y="17445"/>
                </a:lnTo>
                <a:lnTo>
                  <a:pt x="1947494" y="17155"/>
                </a:lnTo>
                <a:lnTo>
                  <a:pt x="1948769" y="425"/>
                </a:lnTo>
                <a:moveTo>
                  <a:pt x="2015555" y="22970"/>
                </a:moveTo>
                <a:lnTo>
                  <a:pt x="2017525" y="24222"/>
                </a:lnTo>
                <a:lnTo>
                  <a:pt x="2023093" y="28181"/>
                </a:lnTo>
                <a:lnTo>
                  <a:pt x="2028438" y="32386"/>
                </a:lnTo>
                <a:lnTo>
                  <a:pt x="2033582" y="36837"/>
                </a:lnTo>
                <a:lnTo>
                  <a:pt x="2038526" y="41534"/>
                </a:lnTo>
                <a:lnTo>
                  <a:pt x="2043223" y="46477"/>
                </a:lnTo>
                <a:lnTo>
                  <a:pt x="2047673" y="51621"/>
                </a:lnTo>
                <a:lnTo>
                  <a:pt x="2051877" y="56966"/>
                </a:lnTo>
                <a:lnTo>
                  <a:pt x="2053913" y="59829"/>
                </a:lnTo>
                <a:lnTo>
                  <a:pt x="2040248" y="69559"/>
                </a:lnTo>
                <a:lnTo>
                  <a:pt x="2038324" y="66852"/>
                </a:lnTo>
                <a:lnTo>
                  <a:pt x="2038570" y="67166"/>
                </a:lnTo>
                <a:lnTo>
                  <a:pt x="2034611" y="62133"/>
                </a:lnTo>
                <a:lnTo>
                  <a:pt x="2034857" y="62446"/>
                </a:lnTo>
                <a:lnTo>
                  <a:pt x="2030653" y="57593"/>
                </a:lnTo>
                <a:lnTo>
                  <a:pt x="2030943" y="57906"/>
                </a:lnTo>
                <a:lnTo>
                  <a:pt x="2026515" y="53254"/>
                </a:lnTo>
                <a:lnTo>
                  <a:pt x="2026805" y="53544"/>
                </a:lnTo>
                <a:lnTo>
                  <a:pt x="2022153" y="49116"/>
                </a:lnTo>
                <a:lnTo>
                  <a:pt x="2022466" y="49407"/>
                </a:lnTo>
                <a:lnTo>
                  <a:pt x="2017613" y="45202"/>
                </a:lnTo>
                <a:lnTo>
                  <a:pt x="2017926" y="45448"/>
                </a:lnTo>
                <a:lnTo>
                  <a:pt x="2012893" y="41489"/>
                </a:lnTo>
                <a:lnTo>
                  <a:pt x="2013206" y="41735"/>
                </a:lnTo>
                <a:lnTo>
                  <a:pt x="2007974" y="38022"/>
                </a:lnTo>
                <a:lnTo>
                  <a:pt x="2008308" y="38246"/>
                </a:lnTo>
                <a:lnTo>
                  <a:pt x="2006496" y="37083"/>
                </a:lnTo>
                <a:lnTo>
                  <a:pt x="2015555" y="22970"/>
                </a:lnTo>
                <a:moveTo>
                  <a:pt x="2063396" y="75106"/>
                </a:moveTo>
                <a:lnTo>
                  <a:pt x="2066080" y="80339"/>
                </a:lnTo>
                <a:lnTo>
                  <a:pt x="2068921" y="86624"/>
                </a:lnTo>
                <a:lnTo>
                  <a:pt x="2071448" y="93066"/>
                </a:lnTo>
                <a:lnTo>
                  <a:pt x="2073685" y="99664"/>
                </a:lnTo>
                <a:lnTo>
                  <a:pt x="2075585" y="106396"/>
                </a:lnTo>
                <a:lnTo>
                  <a:pt x="2077174" y="113263"/>
                </a:lnTo>
                <a:lnTo>
                  <a:pt x="2078427" y="120240"/>
                </a:lnTo>
                <a:lnTo>
                  <a:pt x="2079120" y="125631"/>
                </a:lnTo>
                <a:lnTo>
                  <a:pt x="2062479" y="127756"/>
                </a:lnTo>
                <a:lnTo>
                  <a:pt x="2061809" y="122567"/>
                </a:lnTo>
                <a:lnTo>
                  <a:pt x="2061875" y="122991"/>
                </a:lnTo>
                <a:lnTo>
                  <a:pt x="2060713" y="116416"/>
                </a:lnTo>
                <a:lnTo>
                  <a:pt x="2060779" y="116841"/>
                </a:lnTo>
                <a:lnTo>
                  <a:pt x="2059303" y="110377"/>
                </a:lnTo>
                <a:lnTo>
                  <a:pt x="2059393" y="110780"/>
                </a:lnTo>
                <a:lnTo>
                  <a:pt x="2057605" y="104450"/>
                </a:lnTo>
                <a:lnTo>
                  <a:pt x="2057738" y="104853"/>
                </a:lnTo>
                <a:lnTo>
                  <a:pt x="2055635" y="98635"/>
                </a:lnTo>
                <a:lnTo>
                  <a:pt x="2055770" y="99038"/>
                </a:lnTo>
                <a:lnTo>
                  <a:pt x="2053376" y="92976"/>
                </a:lnTo>
                <a:lnTo>
                  <a:pt x="2053533" y="93357"/>
                </a:lnTo>
                <a:lnTo>
                  <a:pt x="2050871" y="87430"/>
                </a:lnTo>
                <a:lnTo>
                  <a:pt x="2051050" y="87810"/>
                </a:lnTo>
                <a:lnTo>
                  <a:pt x="2048456" y="82755"/>
                </a:lnTo>
                <a:lnTo>
                  <a:pt x="2063396" y="75106"/>
                </a:lnTo>
                <a:moveTo>
                  <a:pt x="2080059" y="143434"/>
                </a:moveTo>
                <a:lnTo>
                  <a:pt x="2080059" y="193759"/>
                </a:lnTo>
                <a:lnTo>
                  <a:pt x="2063285" y="193759"/>
                </a:lnTo>
                <a:lnTo>
                  <a:pt x="2063285" y="143434"/>
                </a:lnTo>
                <a:lnTo>
                  <a:pt x="2080059" y="143434"/>
                </a:lnTo>
                <a:moveTo>
                  <a:pt x="2080059" y="210533"/>
                </a:moveTo>
                <a:lnTo>
                  <a:pt x="2080059" y="260857"/>
                </a:lnTo>
                <a:lnTo>
                  <a:pt x="2063285" y="260857"/>
                </a:lnTo>
                <a:lnTo>
                  <a:pt x="2063285" y="210533"/>
                </a:lnTo>
                <a:lnTo>
                  <a:pt x="2080059" y="210533"/>
                </a:lnTo>
                <a:moveTo>
                  <a:pt x="2080059" y="277632"/>
                </a:moveTo>
                <a:lnTo>
                  <a:pt x="2080059" y="327956"/>
                </a:lnTo>
                <a:lnTo>
                  <a:pt x="2063285" y="327956"/>
                </a:lnTo>
                <a:lnTo>
                  <a:pt x="2063285" y="277632"/>
                </a:lnTo>
                <a:lnTo>
                  <a:pt x="2080059" y="277632"/>
                </a:lnTo>
                <a:moveTo>
                  <a:pt x="2080059" y="344730"/>
                </a:moveTo>
                <a:lnTo>
                  <a:pt x="2080059" y="395054"/>
                </a:lnTo>
                <a:lnTo>
                  <a:pt x="2063285" y="395054"/>
                </a:lnTo>
                <a:lnTo>
                  <a:pt x="2063285" y="344730"/>
                </a:lnTo>
                <a:lnTo>
                  <a:pt x="2080059" y="344730"/>
                </a:lnTo>
                <a:moveTo>
                  <a:pt x="2080059" y="411830"/>
                </a:moveTo>
                <a:lnTo>
                  <a:pt x="2080059" y="462153"/>
                </a:lnTo>
                <a:lnTo>
                  <a:pt x="2063285" y="462153"/>
                </a:lnTo>
                <a:lnTo>
                  <a:pt x="2063285" y="411830"/>
                </a:lnTo>
                <a:lnTo>
                  <a:pt x="2080059" y="411830"/>
                </a:lnTo>
                <a:moveTo>
                  <a:pt x="2080059" y="478928"/>
                </a:moveTo>
                <a:lnTo>
                  <a:pt x="2080059" y="529252"/>
                </a:lnTo>
                <a:lnTo>
                  <a:pt x="2063285" y="529252"/>
                </a:lnTo>
                <a:lnTo>
                  <a:pt x="2063285" y="478928"/>
                </a:lnTo>
                <a:lnTo>
                  <a:pt x="2080059" y="478928"/>
                </a:lnTo>
                <a:moveTo>
                  <a:pt x="2080059" y="546027"/>
                </a:moveTo>
                <a:lnTo>
                  <a:pt x="2080059" y="596351"/>
                </a:lnTo>
                <a:lnTo>
                  <a:pt x="2063285" y="596351"/>
                </a:lnTo>
                <a:lnTo>
                  <a:pt x="2063285" y="546027"/>
                </a:lnTo>
                <a:lnTo>
                  <a:pt x="2080059" y="546027"/>
                </a:lnTo>
                <a:moveTo>
                  <a:pt x="2080059" y="613125"/>
                </a:moveTo>
                <a:lnTo>
                  <a:pt x="2080059" y="663449"/>
                </a:lnTo>
                <a:lnTo>
                  <a:pt x="2063285" y="663449"/>
                </a:lnTo>
                <a:lnTo>
                  <a:pt x="2063285" y="613125"/>
                </a:lnTo>
                <a:lnTo>
                  <a:pt x="2080059" y="613125"/>
                </a:lnTo>
                <a:moveTo>
                  <a:pt x="2079947" y="680425"/>
                </a:moveTo>
                <a:lnTo>
                  <a:pt x="2079880" y="682930"/>
                </a:lnTo>
                <a:lnTo>
                  <a:pt x="2079322" y="690132"/>
                </a:lnTo>
                <a:lnTo>
                  <a:pt x="2078427" y="697245"/>
                </a:lnTo>
                <a:lnTo>
                  <a:pt x="2077174" y="704223"/>
                </a:lnTo>
                <a:lnTo>
                  <a:pt x="2075585" y="711089"/>
                </a:lnTo>
                <a:lnTo>
                  <a:pt x="2073685" y="717821"/>
                </a:lnTo>
                <a:lnTo>
                  <a:pt x="2071448" y="724420"/>
                </a:lnTo>
                <a:lnTo>
                  <a:pt x="2068921" y="730861"/>
                </a:lnTo>
                <a:lnTo>
                  <a:pt x="2068182" y="732472"/>
                </a:lnTo>
                <a:lnTo>
                  <a:pt x="2052906" y="725560"/>
                </a:lnTo>
                <a:lnTo>
                  <a:pt x="2053533" y="724129"/>
                </a:lnTo>
                <a:lnTo>
                  <a:pt x="2053376" y="724509"/>
                </a:lnTo>
                <a:lnTo>
                  <a:pt x="2055770" y="718448"/>
                </a:lnTo>
                <a:lnTo>
                  <a:pt x="2055635" y="718850"/>
                </a:lnTo>
                <a:lnTo>
                  <a:pt x="2057738" y="712633"/>
                </a:lnTo>
                <a:lnTo>
                  <a:pt x="2057605" y="713035"/>
                </a:lnTo>
                <a:lnTo>
                  <a:pt x="2059393" y="706706"/>
                </a:lnTo>
                <a:lnTo>
                  <a:pt x="2059303" y="707108"/>
                </a:lnTo>
                <a:lnTo>
                  <a:pt x="2060779" y="700644"/>
                </a:lnTo>
                <a:lnTo>
                  <a:pt x="2060713" y="701069"/>
                </a:lnTo>
                <a:lnTo>
                  <a:pt x="2061875" y="694494"/>
                </a:lnTo>
                <a:lnTo>
                  <a:pt x="2061809" y="694918"/>
                </a:lnTo>
                <a:lnTo>
                  <a:pt x="2062658" y="688231"/>
                </a:lnTo>
                <a:lnTo>
                  <a:pt x="2062614" y="688656"/>
                </a:lnTo>
                <a:lnTo>
                  <a:pt x="2063129" y="681879"/>
                </a:lnTo>
                <a:lnTo>
                  <a:pt x="2063105" y="682304"/>
                </a:lnTo>
                <a:lnTo>
                  <a:pt x="2063173" y="680000"/>
                </a:lnTo>
                <a:lnTo>
                  <a:pt x="2079947" y="680425"/>
                </a:lnTo>
                <a:moveTo>
                  <a:pt x="2060153" y="748105"/>
                </a:moveTo>
                <a:lnTo>
                  <a:pt x="2059528" y="749201"/>
                </a:lnTo>
                <a:lnTo>
                  <a:pt x="2055836" y="754949"/>
                </a:lnTo>
                <a:lnTo>
                  <a:pt x="2051877" y="760519"/>
                </a:lnTo>
                <a:lnTo>
                  <a:pt x="2047673" y="765864"/>
                </a:lnTo>
                <a:lnTo>
                  <a:pt x="2043223" y="771009"/>
                </a:lnTo>
                <a:lnTo>
                  <a:pt x="2038526" y="775951"/>
                </a:lnTo>
                <a:lnTo>
                  <a:pt x="2033582" y="780648"/>
                </a:lnTo>
                <a:lnTo>
                  <a:pt x="2028438" y="785099"/>
                </a:lnTo>
                <a:lnTo>
                  <a:pt x="2024859" y="787917"/>
                </a:lnTo>
                <a:lnTo>
                  <a:pt x="2014481" y="774721"/>
                </a:lnTo>
                <a:lnTo>
                  <a:pt x="2017926" y="772037"/>
                </a:lnTo>
                <a:lnTo>
                  <a:pt x="2017613" y="772283"/>
                </a:lnTo>
                <a:lnTo>
                  <a:pt x="2022466" y="768078"/>
                </a:lnTo>
                <a:lnTo>
                  <a:pt x="2022153" y="768369"/>
                </a:lnTo>
                <a:lnTo>
                  <a:pt x="2026805" y="763941"/>
                </a:lnTo>
                <a:lnTo>
                  <a:pt x="2026515" y="764231"/>
                </a:lnTo>
                <a:lnTo>
                  <a:pt x="2030943" y="759579"/>
                </a:lnTo>
                <a:lnTo>
                  <a:pt x="2030653" y="759892"/>
                </a:lnTo>
                <a:lnTo>
                  <a:pt x="2034857" y="755039"/>
                </a:lnTo>
                <a:lnTo>
                  <a:pt x="2034611" y="755352"/>
                </a:lnTo>
                <a:lnTo>
                  <a:pt x="2038570" y="750319"/>
                </a:lnTo>
                <a:lnTo>
                  <a:pt x="2038324" y="750633"/>
                </a:lnTo>
                <a:lnTo>
                  <a:pt x="2042036" y="745399"/>
                </a:lnTo>
                <a:lnTo>
                  <a:pt x="2041814" y="745735"/>
                </a:lnTo>
                <a:lnTo>
                  <a:pt x="2045280" y="740322"/>
                </a:lnTo>
                <a:lnTo>
                  <a:pt x="2045079" y="740657"/>
                </a:lnTo>
                <a:lnTo>
                  <a:pt x="2045616" y="739740"/>
                </a:lnTo>
                <a:lnTo>
                  <a:pt x="2060153" y="748105"/>
                </a:lnTo>
                <a:moveTo>
                  <a:pt x="2009963" y="797982"/>
                </a:moveTo>
                <a:lnTo>
                  <a:pt x="2005826" y="800353"/>
                </a:lnTo>
                <a:lnTo>
                  <a:pt x="1999720" y="803507"/>
                </a:lnTo>
                <a:lnTo>
                  <a:pt x="1993435" y="806347"/>
                </a:lnTo>
                <a:lnTo>
                  <a:pt x="1986993" y="808874"/>
                </a:lnTo>
                <a:lnTo>
                  <a:pt x="1980395" y="811111"/>
                </a:lnTo>
                <a:lnTo>
                  <a:pt x="1973663" y="813012"/>
                </a:lnTo>
                <a:lnTo>
                  <a:pt x="1966797" y="814600"/>
                </a:lnTo>
                <a:lnTo>
                  <a:pt x="1960155" y="815786"/>
                </a:lnTo>
                <a:lnTo>
                  <a:pt x="1957201" y="799279"/>
                </a:lnTo>
                <a:lnTo>
                  <a:pt x="1963643" y="798138"/>
                </a:lnTo>
                <a:lnTo>
                  <a:pt x="1963217" y="798206"/>
                </a:lnTo>
                <a:lnTo>
                  <a:pt x="1969682" y="796729"/>
                </a:lnTo>
                <a:lnTo>
                  <a:pt x="1969279" y="796819"/>
                </a:lnTo>
                <a:lnTo>
                  <a:pt x="1975610" y="795029"/>
                </a:lnTo>
                <a:lnTo>
                  <a:pt x="1975206" y="795164"/>
                </a:lnTo>
                <a:lnTo>
                  <a:pt x="1981424" y="793061"/>
                </a:lnTo>
                <a:lnTo>
                  <a:pt x="1981022" y="793196"/>
                </a:lnTo>
                <a:lnTo>
                  <a:pt x="1987083" y="790803"/>
                </a:lnTo>
                <a:lnTo>
                  <a:pt x="1986702" y="790959"/>
                </a:lnTo>
                <a:lnTo>
                  <a:pt x="1992630" y="788297"/>
                </a:lnTo>
                <a:lnTo>
                  <a:pt x="1992250" y="788476"/>
                </a:lnTo>
                <a:lnTo>
                  <a:pt x="1997997" y="785524"/>
                </a:lnTo>
                <a:lnTo>
                  <a:pt x="1997640" y="785725"/>
                </a:lnTo>
                <a:lnTo>
                  <a:pt x="2001599" y="783444"/>
                </a:lnTo>
                <a:lnTo>
                  <a:pt x="2009963" y="797982"/>
                </a:lnTo>
                <a:moveTo>
                  <a:pt x="1942193" y="817395"/>
                </a:moveTo>
                <a:lnTo>
                  <a:pt x="1938325" y="817485"/>
                </a:lnTo>
                <a:lnTo>
                  <a:pt x="1891646" y="817485"/>
                </a:lnTo>
                <a:lnTo>
                  <a:pt x="1891646" y="800710"/>
                </a:lnTo>
                <a:lnTo>
                  <a:pt x="1938213" y="800710"/>
                </a:lnTo>
                <a:lnTo>
                  <a:pt x="1938011" y="800710"/>
                </a:lnTo>
                <a:lnTo>
                  <a:pt x="1941769" y="800621"/>
                </a:lnTo>
                <a:lnTo>
                  <a:pt x="1942193" y="817395"/>
                </a:lnTo>
                <a:moveTo>
                  <a:pt x="1874870" y="817485"/>
                </a:moveTo>
                <a:lnTo>
                  <a:pt x="1824547" y="817485"/>
                </a:lnTo>
                <a:lnTo>
                  <a:pt x="1824547" y="800710"/>
                </a:lnTo>
                <a:lnTo>
                  <a:pt x="1874870" y="800710"/>
                </a:lnTo>
                <a:lnTo>
                  <a:pt x="1874870" y="817485"/>
                </a:lnTo>
                <a:moveTo>
                  <a:pt x="1807772" y="817485"/>
                </a:moveTo>
                <a:lnTo>
                  <a:pt x="1757449" y="817485"/>
                </a:lnTo>
                <a:lnTo>
                  <a:pt x="1757449" y="800710"/>
                </a:lnTo>
                <a:lnTo>
                  <a:pt x="1807772" y="800710"/>
                </a:lnTo>
                <a:lnTo>
                  <a:pt x="1807772" y="817485"/>
                </a:lnTo>
                <a:moveTo>
                  <a:pt x="1740674" y="817485"/>
                </a:moveTo>
                <a:lnTo>
                  <a:pt x="1690349" y="817485"/>
                </a:lnTo>
                <a:lnTo>
                  <a:pt x="1690349" y="800710"/>
                </a:lnTo>
                <a:lnTo>
                  <a:pt x="1740674" y="800710"/>
                </a:lnTo>
                <a:lnTo>
                  <a:pt x="1740674" y="817485"/>
                </a:lnTo>
                <a:moveTo>
                  <a:pt x="1673575" y="817485"/>
                </a:moveTo>
                <a:lnTo>
                  <a:pt x="1623251" y="817485"/>
                </a:lnTo>
                <a:lnTo>
                  <a:pt x="1623251" y="800710"/>
                </a:lnTo>
                <a:lnTo>
                  <a:pt x="1673575" y="800710"/>
                </a:lnTo>
                <a:lnTo>
                  <a:pt x="1673575" y="817485"/>
                </a:lnTo>
                <a:moveTo>
                  <a:pt x="1606476" y="817485"/>
                </a:moveTo>
                <a:lnTo>
                  <a:pt x="1556153" y="817485"/>
                </a:lnTo>
                <a:lnTo>
                  <a:pt x="1556153" y="800710"/>
                </a:lnTo>
                <a:lnTo>
                  <a:pt x="1606476" y="800710"/>
                </a:lnTo>
                <a:lnTo>
                  <a:pt x="1606476" y="817485"/>
                </a:lnTo>
                <a:moveTo>
                  <a:pt x="1539378" y="817485"/>
                </a:moveTo>
                <a:lnTo>
                  <a:pt x="1489053" y="817485"/>
                </a:lnTo>
                <a:lnTo>
                  <a:pt x="1489053" y="800710"/>
                </a:lnTo>
                <a:lnTo>
                  <a:pt x="1539378" y="800710"/>
                </a:lnTo>
                <a:lnTo>
                  <a:pt x="1539378" y="817485"/>
                </a:lnTo>
                <a:moveTo>
                  <a:pt x="1472279" y="817485"/>
                </a:moveTo>
                <a:lnTo>
                  <a:pt x="1421955" y="817485"/>
                </a:lnTo>
                <a:lnTo>
                  <a:pt x="1421955" y="800710"/>
                </a:lnTo>
                <a:lnTo>
                  <a:pt x="1472279" y="800710"/>
                </a:lnTo>
                <a:lnTo>
                  <a:pt x="1472279" y="817485"/>
                </a:lnTo>
                <a:moveTo>
                  <a:pt x="1405181" y="817485"/>
                </a:moveTo>
                <a:lnTo>
                  <a:pt x="1354857" y="817485"/>
                </a:lnTo>
                <a:lnTo>
                  <a:pt x="1354857" y="800710"/>
                </a:lnTo>
                <a:lnTo>
                  <a:pt x="1405181" y="800710"/>
                </a:lnTo>
                <a:lnTo>
                  <a:pt x="1405181" y="817485"/>
                </a:lnTo>
                <a:moveTo>
                  <a:pt x="1338081" y="817485"/>
                </a:moveTo>
                <a:lnTo>
                  <a:pt x="1287757" y="817485"/>
                </a:lnTo>
                <a:lnTo>
                  <a:pt x="1287757" y="800710"/>
                </a:lnTo>
                <a:lnTo>
                  <a:pt x="1338081" y="800710"/>
                </a:lnTo>
                <a:lnTo>
                  <a:pt x="1338081" y="817485"/>
                </a:lnTo>
                <a:moveTo>
                  <a:pt x="1270983" y="817485"/>
                </a:moveTo>
                <a:lnTo>
                  <a:pt x="1220659" y="817485"/>
                </a:lnTo>
                <a:lnTo>
                  <a:pt x="1220659" y="800710"/>
                </a:lnTo>
                <a:lnTo>
                  <a:pt x="1270983" y="800710"/>
                </a:lnTo>
                <a:lnTo>
                  <a:pt x="1270983" y="817485"/>
                </a:lnTo>
                <a:moveTo>
                  <a:pt x="1203885" y="817485"/>
                </a:moveTo>
                <a:lnTo>
                  <a:pt x="1153561" y="817485"/>
                </a:lnTo>
                <a:lnTo>
                  <a:pt x="1153561" y="800710"/>
                </a:lnTo>
                <a:lnTo>
                  <a:pt x="1203885" y="800710"/>
                </a:lnTo>
                <a:lnTo>
                  <a:pt x="1203885" y="817485"/>
                </a:lnTo>
                <a:moveTo>
                  <a:pt x="1136786" y="817485"/>
                </a:moveTo>
                <a:lnTo>
                  <a:pt x="1086463" y="817485"/>
                </a:lnTo>
                <a:lnTo>
                  <a:pt x="1086463" y="800710"/>
                </a:lnTo>
                <a:lnTo>
                  <a:pt x="1136786" y="800710"/>
                </a:lnTo>
                <a:lnTo>
                  <a:pt x="1136786" y="817485"/>
                </a:lnTo>
                <a:moveTo>
                  <a:pt x="1069688" y="817485"/>
                </a:moveTo>
                <a:lnTo>
                  <a:pt x="1019363" y="817485"/>
                </a:lnTo>
                <a:lnTo>
                  <a:pt x="1019363" y="800710"/>
                </a:lnTo>
                <a:lnTo>
                  <a:pt x="1069688" y="800710"/>
                </a:lnTo>
                <a:lnTo>
                  <a:pt x="1069688" y="817485"/>
                </a:lnTo>
                <a:moveTo>
                  <a:pt x="1002589" y="817485"/>
                </a:moveTo>
                <a:lnTo>
                  <a:pt x="952265" y="817485"/>
                </a:lnTo>
                <a:lnTo>
                  <a:pt x="952265" y="800710"/>
                </a:lnTo>
                <a:lnTo>
                  <a:pt x="1002589" y="800710"/>
                </a:lnTo>
                <a:lnTo>
                  <a:pt x="1002589" y="817485"/>
                </a:lnTo>
                <a:moveTo>
                  <a:pt x="935491" y="817485"/>
                </a:moveTo>
                <a:lnTo>
                  <a:pt x="885166" y="817485"/>
                </a:lnTo>
                <a:lnTo>
                  <a:pt x="885166" y="800710"/>
                </a:lnTo>
                <a:lnTo>
                  <a:pt x="935491" y="800710"/>
                </a:lnTo>
                <a:lnTo>
                  <a:pt x="935491" y="817485"/>
                </a:lnTo>
                <a:moveTo>
                  <a:pt x="868391" y="817485"/>
                </a:moveTo>
                <a:lnTo>
                  <a:pt x="818068" y="817485"/>
                </a:lnTo>
                <a:lnTo>
                  <a:pt x="818068" y="800710"/>
                </a:lnTo>
                <a:lnTo>
                  <a:pt x="868391" y="800710"/>
                </a:lnTo>
                <a:lnTo>
                  <a:pt x="868391" y="817485"/>
                </a:lnTo>
                <a:moveTo>
                  <a:pt x="801293" y="817485"/>
                </a:moveTo>
                <a:lnTo>
                  <a:pt x="750969" y="817485"/>
                </a:lnTo>
                <a:lnTo>
                  <a:pt x="750969" y="800710"/>
                </a:lnTo>
                <a:lnTo>
                  <a:pt x="801293" y="800710"/>
                </a:lnTo>
                <a:lnTo>
                  <a:pt x="801293" y="817485"/>
                </a:lnTo>
                <a:moveTo>
                  <a:pt x="734195" y="817485"/>
                </a:moveTo>
                <a:lnTo>
                  <a:pt x="683870" y="817485"/>
                </a:lnTo>
                <a:lnTo>
                  <a:pt x="683870" y="800710"/>
                </a:lnTo>
                <a:lnTo>
                  <a:pt x="734195" y="800710"/>
                </a:lnTo>
                <a:lnTo>
                  <a:pt x="734195" y="817485"/>
                </a:lnTo>
                <a:moveTo>
                  <a:pt x="667095" y="817485"/>
                </a:moveTo>
                <a:lnTo>
                  <a:pt x="616772" y="817485"/>
                </a:lnTo>
                <a:lnTo>
                  <a:pt x="616772" y="800710"/>
                </a:lnTo>
                <a:lnTo>
                  <a:pt x="667095" y="800710"/>
                </a:lnTo>
                <a:lnTo>
                  <a:pt x="667095" y="817485"/>
                </a:lnTo>
                <a:moveTo>
                  <a:pt x="599997" y="817485"/>
                </a:moveTo>
                <a:lnTo>
                  <a:pt x="549673" y="817485"/>
                </a:lnTo>
                <a:lnTo>
                  <a:pt x="549673" y="800710"/>
                </a:lnTo>
                <a:lnTo>
                  <a:pt x="599997" y="800710"/>
                </a:lnTo>
                <a:lnTo>
                  <a:pt x="599997" y="817485"/>
                </a:lnTo>
                <a:moveTo>
                  <a:pt x="532898" y="817485"/>
                </a:moveTo>
                <a:lnTo>
                  <a:pt x="482574" y="817485"/>
                </a:lnTo>
                <a:lnTo>
                  <a:pt x="482574" y="800710"/>
                </a:lnTo>
                <a:lnTo>
                  <a:pt x="532898" y="800710"/>
                </a:lnTo>
                <a:lnTo>
                  <a:pt x="532898" y="817485"/>
                </a:lnTo>
                <a:moveTo>
                  <a:pt x="465799" y="817485"/>
                </a:moveTo>
                <a:lnTo>
                  <a:pt x="415476" y="817485"/>
                </a:lnTo>
                <a:lnTo>
                  <a:pt x="415476" y="800710"/>
                </a:lnTo>
                <a:lnTo>
                  <a:pt x="465799" y="800710"/>
                </a:lnTo>
                <a:lnTo>
                  <a:pt x="465799" y="817485"/>
                </a:lnTo>
                <a:moveTo>
                  <a:pt x="398701" y="817485"/>
                </a:moveTo>
                <a:lnTo>
                  <a:pt x="348376" y="817485"/>
                </a:lnTo>
                <a:lnTo>
                  <a:pt x="348376" y="800710"/>
                </a:lnTo>
                <a:lnTo>
                  <a:pt x="398701" y="800710"/>
                </a:lnTo>
                <a:lnTo>
                  <a:pt x="398701" y="817485"/>
                </a:lnTo>
                <a:moveTo>
                  <a:pt x="331602" y="817485"/>
                </a:moveTo>
                <a:lnTo>
                  <a:pt x="281278" y="817485"/>
                </a:lnTo>
                <a:lnTo>
                  <a:pt x="281278" y="800710"/>
                </a:lnTo>
                <a:lnTo>
                  <a:pt x="331602" y="800710"/>
                </a:lnTo>
                <a:lnTo>
                  <a:pt x="331602" y="817485"/>
                </a:lnTo>
                <a:moveTo>
                  <a:pt x="264504" y="817485"/>
                </a:moveTo>
                <a:lnTo>
                  <a:pt x="214180" y="817485"/>
                </a:lnTo>
                <a:lnTo>
                  <a:pt x="214180" y="800710"/>
                </a:lnTo>
                <a:lnTo>
                  <a:pt x="264504" y="800710"/>
                </a:lnTo>
                <a:lnTo>
                  <a:pt x="264504" y="817485"/>
                </a:lnTo>
                <a:moveTo>
                  <a:pt x="197405" y="817485"/>
                </a:moveTo>
                <a:lnTo>
                  <a:pt x="147081" y="817485"/>
                </a:lnTo>
                <a:lnTo>
                  <a:pt x="147081" y="800710"/>
                </a:lnTo>
                <a:lnTo>
                  <a:pt x="197405" y="800710"/>
                </a:lnTo>
                <a:lnTo>
                  <a:pt x="197405" y="817485"/>
                </a:lnTo>
                <a:moveTo>
                  <a:pt x="129703" y="816926"/>
                </a:moveTo>
                <a:lnTo>
                  <a:pt x="127354" y="816748"/>
                </a:lnTo>
                <a:lnTo>
                  <a:pt x="120241" y="815853"/>
                </a:lnTo>
                <a:lnTo>
                  <a:pt x="113263" y="814600"/>
                </a:lnTo>
                <a:lnTo>
                  <a:pt x="106397" y="813012"/>
                </a:lnTo>
                <a:lnTo>
                  <a:pt x="99665" y="811111"/>
                </a:lnTo>
                <a:lnTo>
                  <a:pt x="93066" y="808874"/>
                </a:lnTo>
                <a:lnTo>
                  <a:pt x="86625" y="806347"/>
                </a:lnTo>
                <a:lnTo>
                  <a:pt x="80340" y="803507"/>
                </a:lnTo>
                <a:lnTo>
                  <a:pt x="78371" y="802478"/>
                </a:lnTo>
                <a:lnTo>
                  <a:pt x="86020" y="787559"/>
                </a:lnTo>
                <a:lnTo>
                  <a:pt x="87811" y="788476"/>
                </a:lnTo>
                <a:lnTo>
                  <a:pt x="87431" y="788297"/>
                </a:lnTo>
                <a:lnTo>
                  <a:pt x="93357" y="790959"/>
                </a:lnTo>
                <a:lnTo>
                  <a:pt x="92977" y="790803"/>
                </a:lnTo>
                <a:lnTo>
                  <a:pt x="99038" y="793196"/>
                </a:lnTo>
                <a:lnTo>
                  <a:pt x="98636" y="793061"/>
                </a:lnTo>
                <a:lnTo>
                  <a:pt x="104853" y="795164"/>
                </a:lnTo>
                <a:lnTo>
                  <a:pt x="104451" y="795029"/>
                </a:lnTo>
                <a:lnTo>
                  <a:pt x="110780" y="796819"/>
                </a:lnTo>
                <a:lnTo>
                  <a:pt x="110377" y="796729"/>
                </a:lnTo>
                <a:lnTo>
                  <a:pt x="116842" y="798206"/>
                </a:lnTo>
                <a:lnTo>
                  <a:pt x="116417" y="798138"/>
                </a:lnTo>
                <a:lnTo>
                  <a:pt x="122992" y="799302"/>
                </a:lnTo>
                <a:lnTo>
                  <a:pt x="122567" y="799235"/>
                </a:lnTo>
                <a:lnTo>
                  <a:pt x="129255" y="800084"/>
                </a:lnTo>
                <a:lnTo>
                  <a:pt x="128829" y="800040"/>
                </a:lnTo>
                <a:lnTo>
                  <a:pt x="130977" y="800219"/>
                </a:lnTo>
                <a:lnTo>
                  <a:pt x="129703" y="816926"/>
                </a:lnTo>
                <a:moveTo>
                  <a:pt x="63162" y="793666"/>
                </a:moveTo>
                <a:lnTo>
                  <a:pt x="62537" y="793263"/>
                </a:lnTo>
                <a:lnTo>
                  <a:pt x="56966" y="789304"/>
                </a:lnTo>
                <a:lnTo>
                  <a:pt x="51621" y="785099"/>
                </a:lnTo>
                <a:lnTo>
                  <a:pt x="46477" y="780648"/>
                </a:lnTo>
                <a:lnTo>
                  <a:pt x="41535" y="775951"/>
                </a:lnTo>
                <a:lnTo>
                  <a:pt x="36837" y="771009"/>
                </a:lnTo>
                <a:lnTo>
                  <a:pt x="32386" y="765864"/>
                </a:lnTo>
                <a:lnTo>
                  <a:pt x="28182" y="760519"/>
                </a:lnTo>
                <a:lnTo>
                  <a:pt x="25230" y="756358"/>
                </a:lnTo>
                <a:lnTo>
                  <a:pt x="38895" y="746629"/>
                </a:lnTo>
                <a:lnTo>
                  <a:pt x="41736" y="750633"/>
                </a:lnTo>
                <a:lnTo>
                  <a:pt x="41489" y="750319"/>
                </a:lnTo>
                <a:lnTo>
                  <a:pt x="45448" y="755352"/>
                </a:lnTo>
                <a:lnTo>
                  <a:pt x="45203" y="755039"/>
                </a:lnTo>
                <a:lnTo>
                  <a:pt x="49385" y="759892"/>
                </a:lnTo>
                <a:lnTo>
                  <a:pt x="49117" y="759579"/>
                </a:lnTo>
                <a:lnTo>
                  <a:pt x="53546" y="764231"/>
                </a:lnTo>
                <a:lnTo>
                  <a:pt x="53255" y="763941"/>
                </a:lnTo>
                <a:lnTo>
                  <a:pt x="57907" y="768369"/>
                </a:lnTo>
                <a:lnTo>
                  <a:pt x="57593" y="768078"/>
                </a:lnTo>
                <a:lnTo>
                  <a:pt x="62447" y="772283"/>
                </a:lnTo>
                <a:lnTo>
                  <a:pt x="62133" y="772037"/>
                </a:lnTo>
                <a:lnTo>
                  <a:pt x="67167" y="775996"/>
                </a:lnTo>
                <a:lnTo>
                  <a:pt x="66853" y="775750"/>
                </a:lnTo>
                <a:lnTo>
                  <a:pt x="72087" y="779463"/>
                </a:lnTo>
                <a:lnTo>
                  <a:pt x="71751" y="779239"/>
                </a:lnTo>
                <a:lnTo>
                  <a:pt x="72221" y="779552"/>
                </a:lnTo>
                <a:lnTo>
                  <a:pt x="63162" y="793666"/>
                </a:lnTo>
                <a:moveTo>
                  <a:pt x="15948" y="740948"/>
                </a:moveTo>
                <a:lnTo>
                  <a:pt x="13979" y="737146"/>
                </a:lnTo>
                <a:lnTo>
                  <a:pt x="11139" y="730861"/>
                </a:lnTo>
                <a:lnTo>
                  <a:pt x="8611" y="724420"/>
                </a:lnTo>
                <a:lnTo>
                  <a:pt x="6375" y="717821"/>
                </a:lnTo>
                <a:lnTo>
                  <a:pt x="4474" y="711089"/>
                </a:lnTo>
                <a:lnTo>
                  <a:pt x="2886" y="704223"/>
                </a:lnTo>
                <a:lnTo>
                  <a:pt x="1632" y="697245"/>
                </a:lnTo>
                <a:lnTo>
                  <a:pt x="738" y="690132"/>
                </a:lnTo>
                <a:lnTo>
                  <a:pt x="716" y="689842"/>
                </a:lnTo>
                <a:lnTo>
                  <a:pt x="17425" y="688566"/>
                </a:lnTo>
                <a:lnTo>
                  <a:pt x="17425" y="688432"/>
                </a:lnTo>
                <a:lnTo>
                  <a:pt x="17445" y="688656"/>
                </a:lnTo>
                <a:lnTo>
                  <a:pt x="17401" y="688231"/>
                </a:lnTo>
                <a:lnTo>
                  <a:pt x="18251" y="694918"/>
                </a:lnTo>
                <a:lnTo>
                  <a:pt x="18184" y="694494"/>
                </a:lnTo>
                <a:lnTo>
                  <a:pt x="19348" y="701069"/>
                </a:lnTo>
                <a:lnTo>
                  <a:pt x="19280" y="700644"/>
                </a:lnTo>
                <a:lnTo>
                  <a:pt x="20756" y="707108"/>
                </a:lnTo>
                <a:lnTo>
                  <a:pt x="20667" y="706706"/>
                </a:lnTo>
                <a:lnTo>
                  <a:pt x="22456" y="713035"/>
                </a:lnTo>
                <a:lnTo>
                  <a:pt x="22322" y="712633"/>
                </a:lnTo>
                <a:lnTo>
                  <a:pt x="24424" y="718850"/>
                </a:lnTo>
                <a:lnTo>
                  <a:pt x="24290" y="718448"/>
                </a:lnTo>
                <a:lnTo>
                  <a:pt x="26683" y="724509"/>
                </a:lnTo>
                <a:lnTo>
                  <a:pt x="26526" y="724129"/>
                </a:lnTo>
                <a:lnTo>
                  <a:pt x="29189" y="730055"/>
                </a:lnTo>
                <a:lnTo>
                  <a:pt x="29009" y="729675"/>
                </a:lnTo>
                <a:lnTo>
                  <a:pt x="30866" y="733322"/>
                </a:lnTo>
                <a:lnTo>
                  <a:pt x="15948" y="74094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180">
            <a:extLst xmlns:a="http://schemas.openxmlformats.org/drawingml/2006/main">
              <a:ext uri="{FF2B5EF4-FFF2-40B4-BE49-F238E27FC236}">
                <a16:creationId xmlns:a16="http://schemas.microsoft.com/office/drawing/2014/main" id="{B07DDF3D-6703-4AD7-ACAD-0D6ACFAA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054" y="3122988"/>
            <a:ext cx="3388505" cy="178818"/>
          </a:xfrm>
          <a:custGeom xmlns:a="http://schemas.openxmlformats.org/drawingml/2006/main">
            <a:pathLst>
              <a:path w="3388505" h="178818">
                <a:moveTo>
                  <a:pt x="3226394" y="158039"/>
                </a:moveTo>
                <a:lnTo>
                  <a:pt x="3360681" y="79914"/>
                </a:lnTo>
                <a:lnTo>
                  <a:pt x="3360660" y="99239"/>
                </a:lnTo>
                <a:lnTo>
                  <a:pt x="3226573" y="20778"/>
                </a:lnTo>
                <a:lnTo>
                  <a:pt x="3223867" y="18564"/>
                </a:lnTo>
                <a:lnTo>
                  <a:pt x="3221965" y="15634"/>
                </a:lnTo>
                <a:lnTo>
                  <a:pt x="3221093" y="12234"/>
                </a:lnTo>
                <a:lnTo>
                  <a:pt x="3221295" y="8745"/>
                </a:lnTo>
                <a:lnTo>
                  <a:pt x="3222571" y="5479"/>
                </a:lnTo>
                <a:lnTo>
                  <a:pt x="3224785" y="2773"/>
                </a:lnTo>
                <a:lnTo>
                  <a:pt x="3227736" y="894"/>
                </a:lnTo>
                <a:lnTo>
                  <a:pt x="3231113" y="0"/>
                </a:lnTo>
                <a:lnTo>
                  <a:pt x="3234603" y="201"/>
                </a:lnTo>
                <a:lnTo>
                  <a:pt x="3237867" y="1475"/>
                </a:lnTo>
                <a:lnTo>
                  <a:pt x="3388505" y="89621"/>
                </a:lnTo>
                <a:lnTo>
                  <a:pt x="3237622" y="177364"/>
                </a:lnTo>
                <a:lnTo>
                  <a:pt x="3234378" y="178639"/>
                </a:lnTo>
                <a:lnTo>
                  <a:pt x="3230868" y="178818"/>
                </a:lnTo>
                <a:lnTo>
                  <a:pt x="3227490" y="177923"/>
                </a:lnTo>
                <a:lnTo>
                  <a:pt x="3224560" y="176022"/>
                </a:lnTo>
                <a:lnTo>
                  <a:pt x="3222346" y="173316"/>
                </a:lnTo>
                <a:lnTo>
                  <a:pt x="3221071" y="170050"/>
                </a:lnTo>
                <a:lnTo>
                  <a:pt x="3220893" y="166561"/>
                </a:lnTo>
                <a:lnTo>
                  <a:pt x="3221787" y="163184"/>
                </a:lnTo>
                <a:lnTo>
                  <a:pt x="3223666" y="160231"/>
                </a:lnTo>
                <a:lnTo>
                  <a:pt x="3226394" y="158039"/>
                </a:lnTo>
                <a:moveTo>
                  <a:pt x="44" y="73965"/>
                </a:moveTo>
                <a:lnTo>
                  <a:pt x="3366318" y="78416"/>
                </a:lnTo>
                <a:lnTo>
                  <a:pt x="3366295" y="100782"/>
                </a:lnTo>
                <a:lnTo>
                  <a:pt x="0" y="96331"/>
                </a:lnTo>
                <a:lnTo>
                  <a:pt x="44" y="739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181">
            <a:extLst xmlns:a="http://schemas.openxmlformats.org/drawingml/2006/main">
              <a:ext uri="{FF2B5EF4-FFF2-40B4-BE49-F238E27FC236}">
                <a16:creationId xmlns:a16="http://schemas.microsoft.com/office/drawing/2014/main" id="{A103586E-828C-4D25-9B65-5ED3FB75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161" y="3113080"/>
            <a:ext cx="44732" cy="190202"/>
          </a:xfrm>
          <a:custGeom xmlns:a="http://schemas.openxmlformats.org/drawingml/2006/main">
            <a:pathLst>
              <a:path w="44732" h="190202">
                <a:moveTo>
                  <a:pt x="44732" y="0"/>
                </a:moveTo>
                <a:lnTo>
                  <a:pt x="44732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182">
            <a:extLst xmlns:a="http://schemas.openxmlformats.org/drawingml/2006/main">
              <a:ext uri="{FF2B5EF4-FFF2-40B4-BE49-F238E27FC236}">
                <a16:creationId xmlns:a16="http://schemas.microsoft.com/office/drawing/2014/main" id="{90EA4E04-C411-45E2-84AE-5B056FEC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409" y="3113080"/>
            <a:ext cx="44733" cy="190202"/>
          </a:xfrm>
          <a:custGeom xmlns:a="http://schemas.openxmlformats.org/drawingml/2006/main">
            <a:pathLst>
              <a:path w="44733" h="190202">
                <a:moveTo>
                  <a:pt x="44733" y="0"/>
                </a:moveTo>
                <a:lnTo>
                  <a:pt x="44733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183">
            <a:extLst xmlns:a="http://schemas.openxmlformats.org/drawingml/2006/main">
              <a:ext uri="{FF2B5EF4-FFF2-40B4-BE49-F238E27FC236}">
                <a16:creationId xmlns:a16="http://schemas.microsoft.com/office/drawing/2014/main" id="{56DE243C-F6AD-4985-AF5C-253433A0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0" y="3113080"/>
            <a:ext cx="44732" cy="190202"/>
          </a:xfrm>
          <a:custGeom xmlns:a="http://schemas.openxmlformats.org/drawingml/2006/main">
            <a:pathLst>
              <a:path w="44732" h="190202">
                <a:moveTo>
                  <a:pt x="44732" y="0"/>
                </a:moveTo>
                <a:lnTo>
                  <a:pt x="44732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184">
            <a:extLst xmlns:a="http://schemas.openxmlformats.org/drawingml/2006/main">
              <a:ext uri="{FF2B5EF4-FFF2-40B4-BE49-F238E27FC236}">
                <a16:creationId xmlns:a16="http://schemas.microsoft.com/office/drawing/2014/main" id="{5543E41D-85DC-406B-BBD8-1734E65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844" y="3113080"/>
            <a:ext cx="44733" cy="190202"/>
          </a:xfrm>
          <a:custGeom xmlns:a="http://schemas.openxmlformats.org/drawingml/2006/main">
            <a:pathLst>
              <a:path w="44733" h="190202">
                <a:moveTo>
                  <a:pt x="44733" y="0"/>
                </a:moveTo>
                <a:lnTo>
                  <a:pt x="44733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185">
            <a:extLst xmlns:a="http://schemas.openxmlformats.org/drawingml/2006/main">
              <a:ext uri="{FF2B5EF4-FFF2-40B4-BE49-F238E27FC236}">
                <a16:creationId xmlns:a16="http://schemas.microsoft.com/office/drawing/2014/main" id="{1B19AEAB-CB0E-4F50-80D7-BB57079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825" y="3113080"/>
            <a:ext cx="44733" cy="190202"/>
          </a:xfrm>
          <a:custGeom xmlns:a="http://schemas.openxmlformats.org/drawingml/2006/main">
            <a:pathLst>
              <a:path w="44733" h="190202">
                <a:moveTo>
                  <a:pt x="44733" y="0"/>
                </a:moveTo>
                <a:lnTo>
                  <a:pt x="44733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186">
            <a:extLst xmlns:a="http://schemas.openxmlformats.org/drawingml/2006/main">
              <a:ext uri="{FF2B5EF4-FFF2-40B4-BE49-F238E27FC236}">
                <a16:creationId xmlns:a16="http://schemas.microsoft.com/office/drawing/2014/main" id="{755DC030-A96C-418D-9F19-767956AA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752" y="3113080"/>
            <a:ext cx="44733" cy="190202"/>
          </a:xfrm>
          <a:custGeom xmlns:a="http://schemas.openxmlformats.org/drawingml/2006/main">
            <a:pathLst>
              <a:path w="44733" h="190202">
                <a:moveTo>
                  <a:pt x="44733" y="0"/>
                </a:moveTo>
                <a:lnTo>
                  <a:pt x="44733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187">
            <a:extLst xmlns:a="http://schemas.openxmlformats.org/drawingml/2006/main">
              <a:ext uri="{FF2B5EF4-FFF2-40B4-BE49-F238E27FC236}">
                <a16:creationId xmlns:a16="http://schemas.microsoft.com/office/drawing/2014/main" id="{6007C366-F027-4CF9-B78C-4A4774AF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617" y="3286418"/>
            <a:ext cx="369043" cy="33550"/>
          </a:xfrm>
          <a:custGeom xmlns:a="http://schemas.openxmlformats.org/drawingml/2006/main">
            <a:pathLst>
              <a:path w="369043" h="33550">
                <a:moveTo>
                  <a:pt x="0" y="0"/>
                </a:moveTo>
                <a:lnTo>
                  <a:pt x="33549" y="0"/>
                </a:lnTo>
                <a:lnTo>
                  <a:pt x="33549" y="33550"/>
                </a:lnTo>
                <a:lnTo>
                  <a:pt x="0" y="33550"/>
                </a:lnTo>
                <a:lnTo>
                  <a:pt x="0" y="0"/>
                </a:lnTo>
                <a:moveTo>
                  <a:pt x="67098" y="0"/>
                </a:moveTo>
                <a:lnTo>
                  <a:pt x="100647" y="0"/>
                </a:lnTo>
                <a:lnTo>
                  <a:pt x="100647" y="33550"/>
                </a:lnTo>
                <a:lnTo>
                  <a:pt x="67098" y="33550"/>
                </a:lnTo>
                <a:lnTo>
                  <a:pt x="67098" y="0"/>
                </a:lnTo>
                <a:moveTo>
                  <a:pt x="134198" y="0"/>
                </a:moveTo>
                <a:lnTo>
                  <a:pt x="167747" y="0"/>
                </a:lnTo>
                <a:lnTo>
                  <a:pt x="167747" y="33550"/>
                </a:lnTo>
                <a:lnTo>
                  <a:pt x="134198" y="33550"/>
                </a:lnTo>
                <a:lnTo>
                  <a:pt x="134198" y="0"/>
                </a:lnTo>
                <a:moveTo>
                  <a:pt x="201296" y="0"/>
                </a:moveTo>
                <a:lnTo>
                  <a:pt x="234845" y="0"/>
                </a:lnTo>
                <a:lnTo>
                  <a:pt x="234845" y="33550"/>
                </a:lnTo>
                <a:lnTo>
                  <a:pt x="201296" y="33550"/>
                </a:lnTo>
                <a:lnTo>
                  <a:pt x="201296" y="0"/>
                </a:lnTo>
                <a:moveTo>
                  <a:pt x="268394" y="0"/>
                </a:moveTo>
                <a:lnTo>
                  <a:pt x="301943" y="0"/>
                </a:lnTo>
                <a:lnTo>
                  <a:pt x="301943" y="33550"/>
                </a:lnTo>
                <a:lnTo>
                  <a:pt x="268394" y="33550"/>
                </a:lnTo>
                <a:lnTo>
                  <a:pt x="268394" y="0"/>
                </a:lnTo>
                <a:moveTo>
                  <a:pt x="335493" y="0"/>
                </a:moveTo>
                <a:lnTo>
                  <a:pt x="369043" y="0"/>
                </a:lnTo>
                <a:lnTo>
                  <a:pt x="369043" y="33550"/>
                </a:lnTo>
                <a:lnTo>
                  <a:pt x="335493" y="33550"/>
                </a:lnTo>
                <a:lnTo>
                  <a:pt x="33549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298FC2DF-7AD5-48DF-B0D5-33C01A138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76d21422b4e5f"/>
          <a:stretch xmlns:a="http://schemas.openxmlformats.org/drawingml/2006/main"/>
        </p:blipFill>
        <p:spPr>
          <a:xfrm xmlns:a="http://schemas.openxmlformats.org/drawingml/2006/main">
            <a:off x="9563100" y="3124200"/>
            <a:ext cx="2209800" cy="152400"/>
          </a:xfrm>
          <a:prstGeom xmlns:a="http://schemas.openxmlformats.org/drawingml/2006/main" prst="rect">
            <a:avLst/>
          </a:prstGeom>
        </p:spPr>
      </p:pic>
      <p:sp>
        <p:nvSpPr>
          <p:cNvPr id="278" name="text-189 t">
            <a:extLst xmlns:a="http://schemas.openxmlformats.org/drawingml/2006/main">
              <a:ext uri="{FF2B5EF4-FFF2-40B4-BE49-F238E27FC236}">
                <a16:creationId xmlns:a16="http://schemas.microsoft.com/office/drawing/2014/main" id="{88DE366A-5A98-44ED-802D-C49FFFF2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364" y="3159831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79" name="text-190 n">
            <a:extLst xmlns:a="http://schemas.openxmlformats.org/drawingml/2006/main">
              <a:ext uri="{FF2B5EF4-FFF2-40B4-BE49-F238E27FC236}">
                <a16:creationId xmlns:a16="http://schemas.microsoft.com/office/drawing/2014/main" id="{C6BE059E-52C0-46E4-965B-938027F3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3462" y="3269558"/>
            <a:ext cx="97158" cy="184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80" name="text-191 t">
            <a:extLst xmlns:a="http://schemas.openxmlformats.org/drawingml/2006/main">
              <a:ext uri="{FF2B5EF4-FFF2-40B4-BE49-F238E27FC236}">
                <a16:creationId xmlns:a16="http://schemas.microsoft.com/office/drawing/2014/main" id="{75D6C21D-5041-4739-BB54-9184A6C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3132" y="316095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81" name="text-192 1">
            <a:extLst xmlns:a="http://schemas.openxmlformats.org/drawingml/2006/main">
              <a:ext uri="{FF2B5EF4-FFF2-40B4-BE49-F238E27FC236}">
                <a16:creationId xmlns:a16="http://schemas.microsoft.com/office/drawing/2014/main" id="{49E3B47B-24F5-4A63-B64E-AF3C33AB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0231" y="3270626"/>
            <a:ext cx="89758" cy="184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82" name="path-193">
            <a:extLst xmlns:a="http://schemas.openxmlformats.org/drawingml/2006/main">
              <a:ext uri="{FF2B5EF4-FFF2-40B4-BE49-F238E27FC236}">
                <a16:creationId xmlns:a16="http://schemas.microsoft.com/office/drawing/2014/main" id="{BF6A27E0-123A-47B7-8B6C-709CB2F4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834" y="2187118"/>
            <a:ext cx="507268" cy="336611"/>
          </a:xfrm>
          <a:custGeom xmlns:a="http://schemas.openxmlformats.org/drawingml/2006/main">
            <a:pathLst>
              <a:path w="507268" h="336611">
                <a:moveTo>
                  <a:pt x="0" y="57258"/>
                </a:moveTo>
                <a:cubicBezTo>
                  <a:pt x="0" y="25118"/>
                  <a:pt x="25118" y="0"/>
                  <a:pt x="56364" y="895"/>
                </a:cubicBezTo>
                <a:lnTo>
                  <a:pt x="450904" y="895"/>
                </a:lnTo>
                <a:cubicBezTo>
                  <a:pt x="481479" y="0"/>
                  <a:pt x="506596" y="25118"/>
                  <a:pt x="507268" y="57258"/>
                </a:cubicBezTo>
                <a:lnTo>
                  <a:pt x="507268" y="280025"/>
                </a:lnTo>
                <a:cubicBezTo>
                  <a:pt x="506596" y="311494"/>
                  <a:pt x="481479" y="336611"/>
                  <a:pt x="450904" y="336388"/>
                </a:cubicBezTo>
                <a:lnTo>
                  <a:pt x="56364" y="336388"/>
                </a:lnTo>
                <a:cubicBezTo>
                  <a:pt x="25118" y="336611"/>
                  <a:pt x="0" y="311494"/>
                  <a:pt x="0" y="280025"/>
                </a:cubicBezTo>
                <a:lnTo>
                  <a:pt x="0" y="57258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194">
            <a:extLst xmlns:a="http://schemas.openxmlformats.org/drawingml/2006/main">
              <a:ext uri="{FF2B5EF4-FFF2-40B4-BE49-F238E27FC236}">
                <a16:creationId xmlns:a16="http://schemas.microsoft.com/office/drawing/2014/main" id="{0C3D36C7-95C1-4768-AF87-5EF65753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651" y="2175935"/>
            <a:ext cx="528962" cy="358978"/>
          </a:xfrm>
          <a:custGeom xmlns:a="http://schemas.openxmlformats.org/drawingml/2006/main">
            <a:pathLst>
              <a:path w="528962" h="358978">
                <a:moveTo>
                  <a:pt x="336" y="60411"/>
                </a:moveTo>
                <a:lnTo>
                  <a:pt x="1342" y="53746"/>
                </a:lnTo>
                <a:lnTo>
                  <a:pt x="3020" y="47283"/>
                </a:lnTo>
                <a:lnTo>
                  <a:pt x="5279" y="41086"/>
                </a:lnTo>
                <a:lnTo>
                  <a:pt x="8120" y="35204"/>
                </a:lnTo>
                <a:lnTo>
                  <a:pt x="11497" y="29658"/>
                </a:lnTo>
                <a:lnTo>
                  <a:pt x="15367" y="24469"/>
                </a:lnTo>
                <a:lnTo>
                  <a:pt x="19706" y="19705"/>
                </a:lnTo>
                <a:lnTo>
                  <a:pt x="24468" y="15366"/>
                </a:lnTo>
                <a:lnTo>
                  <a:pt x="29659" y="11496"/>
                </a:lnTo>
                <a:lnTo>
                  <a:pt x="35206" y="8119"/>
                </a:lnTo>
                <a:lnTo>
                  <a:pt x="41088" y="5278"/>
                </a:lnTo>
                <a:lnTo>
                  <a:pt x="47283" y="3019"/>
                </a:lnTo>
                <a:lnTo>
                  <a:pt x="53747" y="1342"/>
                </a:lnTo>
                <a:lnTo>
                  <a:pt x="60413" y="335"/>
                </a:lnTo>
                <a:lnTo>
                  <a:pt x="67010" y="0"/>
                </a:lnTo>
                <a:lnTo>
                  <a:pt x="461953" y="0"/>
                </a:lnTo>
                <a:lnTo>
                  <a:pt x="468550" y="335"/>
                </a:lnTo>
                <a:lnTo>
                  <a:pt x="475215" y="1342"/>
                </a:lnTo>
                <a:lnTo>
                  <a:pt x="481680" y="3019"/>
                </a:lnTo>
                <a:lnTo>
                  <a:pt x="487876" y="5278"/>
                </a:lnTo>
                <a:lnTo>
                  <a:pt x="493758" y="8119"/>
                </a:lnTo>
                <a:lnTo>
                  <a:pt x="499304" y="11496"/>
                </a:lnTo>
                <a:lnTo>
                  <a:pt x="504494" y="15366"/>
                </a:lnTo>
                <a:lnTo>
                  <a:pt x="509257" y="19705"/>
                </a:lnTo>
                <a:lnTo>
                  <a:pt x="513597" y="24469"/>
                </a:lnTo>
                <a:lnTo>
                  <a:pt x="517466" y="29658"/>
                </a:lnTo>
                <a:lnTo>
                  <a:pt x="520844" y="35204"/>
                </a:lnTo>
                <a:lnTo>
                  <a:pt x="523683" y="41086"/>
                </a:lnTo>
                <a:lnTo>
                  <a:pt x="525942" y="47283"/>
                </a:lnTo>
                <a:lnTo>
                  <a:pt x="527620" y="53746"/>
                </a:lnTo>
                <a:lnTo>
                  <a:pt x="528626" y="60411"/>
                </a:lnTo>
                <a:lnTo>
                  <a:pt x="528962" y="67009"/>
                </a:lnTo>
                <a:lnTo>
                  <a:pt x="528962" y="291969"/>
                </a:lnTo>
                <a:lnTo>
                  <a:pt x="528626" y="298567"/>
                </a:lnTo>
                <a:lnTo>
                  <a:pt x="527620" y="305232"/>
                </a:lnTo>
                <a:lnTo>
                  <a:pt x="525942" y="311696"/>
                </a:lnTo>
                <a:lnTo>
                  <a:pt x="523683" y="317891"/>
                </a:lnTo>
                <a:lnTo>
                  <a:pt x="520844" y="323773"/>
                </a:lnTo>
                <a:lnTo>
                  <a:pt x="517466" y="329320"/>
                </a:lnTo>
                <a:lnTo>
                  <a:pt x="513597" y="334509"/>
                </a:lnTo>
                <a:lnTo>
                  <a:pt x="509257" y="339273"/>
                </a:lnTo>
                <a:lnTo>
                  <a:pt x="504494" y="343612"/>
                </a:lnTo>
                <a:lnTo>
                  <a:pt x="499304" y="347482"/>
                </a:lnTo>
                <a:lnTo>
                  <a:pt x="493758" y="350859"/>
                </a:lnTo>
                <a:lnTo>
                  <a:pt x="487876" y="353700"/>
                </a:lnTo>
                <a:lnTo>
                  <a:pt x="481680" y="355959"/>
                </a:lnTo>
                <a:lnTo>
                  <a:pt x="475215" y="357636"/>
                </a:lnTo>
                <a:lnTo>
                  <a:pt x="468550" y="358643"/>
                </a:lnTo>
                <a:lnTo>
                  <a:pt x="461953" y="358978"/>
                </a:lnTo>
                <a:lnTo>
                  <a:pt x="67010" y="358978"/>
                </a:lnTo>
                <a:lnTo>
                  <a:pt x="60413" y="358643"/>
                </a:lnTo>
                <a:lnTo>
                  <a:pt x="53747" y="357636"/>
                </a:lnTo>
                <a:lnTo>
                  <a:pt x="47283" y="355959"/>
                </a:lnTo>
                <a:lnTo>
                  <a:pt x="41088" y="353700"/>
                </a:lnTo>
                <a:lnTo>
                  <a:pt x="35206" y="350859"/>
                </a:lnTo>
                <a:lnTo>
                  <a:pt x="29659" y="347482"/>
                </a:lnTo>
                <a:lnTo>
                  <a:pt x="24468" y="343612"/>
                </a:lnTo>
                <a:lnTo>
                  <a:pt x="19706" y="339273"/>
                </a:lnTo>
                <a:lnTo>
                  <a:pt x="15367" y="334509"/>
                </a:lnTo>
                <a:lnTo>
                  <a:pt x="11497" y="329320"/>
                </a:lnTo>
                <a:lnTo>
                  <a:pt x="8120" y="323773"/>
                </a:lnTo>
                <a:lnTo>
                  <a:pt x="5279" y="317891"/>
                </a:lnTo>
                <a:lnTo>
                  <a:pt x="3020" y="311696"/>
                </a:lnTo>
                <a:lnTo>
                  <a:pt x="1342" y="305232"/>
                </a:lnTo>
                <a:lnTo>
                  <a:pt x="336" y="298567"/>
                </a:lnTo>
                <a:lnTo>
                  <a:pt x="0" y="291969"/>
                </a:lnTo>
                <a:lnTo>
                  <a:pt x="0" y="67009"/>
                </a:lnTo>
                <a:lnTo>
                  <a:pt x="336" y="60411"/>
                </a:lnTo>
                <a:moveTo>
                  <a:pt x="22345" y="67859"/>
                </a:moveTo>
                <a:lnTo>
                  <a:pt x="22366" y="67278"/>
                </a:lnTo>
                <a:lnTo>
                  <a:pt x="22366" y="291700"/>
                </a:lnTo>
                <a:lnTo>
                  <a:pt x="22345" y="291119"/>
                </a:lnTo>
                <a:lnTo>
                  <a:pt x="22636" y="296867"/>
                </a:lnTo>
                <a:lnTo>
                  <a:pt x="22523" y="295749"/>
                </a:lnTo>
                <a:lnTo>
                  <a:pt x="23374" y="301318"/>
                </a:lnTo>
                <a:lnTo>
                  <a:pt x="23150" y="300222"/>
                </a:lnTo>
                <a:lnTo>
                  <a:pt x="24537" y="305590"/>
                </a:lnTo>
                <a:lnTo>
                  <a:pt x="24201" y="304538"/>
                </a:lnTo>
                <a:lnTo>
                  <a:pt x="26103" y="309683"/>
                </a:lnTo>
                <a:lnTo>
                  <a:pt x="25676" y="308677"/>
                </a:lnTo>
                <a:lnTo>
                  <a:pt x="28026" y="313574"/>
                </a:lnTo>
                <a:lnTo>
                  <a:pt x="27511" y="312635"/>
                </a:lnTo>
                <a:lnTo>
                  <a:pt x="30330" y="317243"/>
                </a:lnTo>
                <a:lnTo>
                  <a:pt x="29726" y="316370"/>
                </a:lnTo>
                <a:lnTo>
                  <a:pt x="32946" y="320687"/>
                </a:lnTo>
                <a:lnTo>
                  <a:pt x="32276" y="319860"/>
                </a:lnTo>
                <a:lnTo>
                  <a:pt x="35899" y="323841"/>
                </a:lnTo>
                <a:lnTo>
                  <a:pt x="35139" y="323080"/>
                </a:lnTo>
                <a:lnTo>
                  <a:pt x="39120" y="326704"/>
                </a:lnTo>
                <a:lnTo>
                  <a:pt x="38292" y="326032"/>
                </a:lnTo>
                <a:lnTo>
                  <a:pt x="42609" y="329254"/>
                </a:lnTo>
                <a:lnTo>
                  <a:pt x="41736" y="328649"/>
                </a:lnTo>
                <a:lnTo>
                  <a:pt x="46344" y="331468"/>
                </a:lnTo>
                <a:lnTo>
                  <a:pt x="45404" y="330952"/>
                </a:lnTo>
                <a:lnTo>
                  <a:pt x="50303" y="333302"/>
                </a:lnTo>
                <a:lnTo>
                  <a:pt x="49296" y="332877"/>
                </a:lnTo>
                <a:lnTo>
                  <a:pt x="54440" y="334778"/>
                </a:lnTo>
                <a:lnTo>
                  <a:pt x="53389" y="334442"/>
                </a:lnTo>
                <a:lnTo>
                  <a:pt x="58757" y="335829"/>
                </a:lnTo>
                <a:lnTo>
                  <a:pt x="57660" y="335606"/>
                </a:lnTo>
                <a:lnTo>
                  <a:pt x="63230" y="336455"/>
                </a:lnTo>
                <a:lnTo>
                  <a:pt x="62112" y="336343"/>
                </a:lnTo>
                <a:lnTo>
                  <a:pt x="67860" y="336634"/>
                </a:lnTo>
                <a:lnTo>
                  <a:pt x="67277" y="336611"/>
                </a:lnTo>
                <a:lnTo>
                  <a:pt x="461685" y="336611"/>
                </a:lnTo>
                <a:lnTo>
                  <a:pt x="461103" y="336634"/>
                </a:lnTo>
                <a:lnTo>
                  <a:pt x="466852" y="336343"/>
                </a:lnTo>
                <a:lnTo>
                  <a:pt x="465732" y="336455"/>
                </a:lnTo>
                <a:lnTo>
                  <a:pt x="471301" y="335606"/>
                </a:lnTo>
                <a:lnTo>
                  <a:pt x="470205" y="335829"/>
                </a:lnTo>
                <a:lnTo>
                  <a:pt x="475573" y="334442"/>
                </a:lnTo>
                <a:lnTo>
                  <a:pt x="474522" y="334778"/>
                </a:lnTo>
                <a:lnTo>
                  <a:pt x="479667" y="332877"/>
                </a:lnTo>
                <a:lnTo>
                  <a:pt x="478660" y="333302"/>
                </a:lnTo>
                <a:lnTo>
                  <a:pt x="483558" y="330952"/>
                </a:lnTo>
                <a:lnTo>
                  <a:pt x="482618" y="331468"/>
                </a:lnTo>
                <a:lnTo>
                  <a:pt x="487226" y="328649"/>
                </a:lnTo>
                <a:lnTo>
                  <a:pt x="486354" y="329254"/>
                </a:lnTo>
                <a:lnTo>
                  <a:pt x="490671" y="326032"/>
                </a:lnTo>
                <a:lnTo>
                  <a:pt x="489843" y="326704"/>
                </a:lnTo>
                <a:lnTo>
                  <a:pt x="493825" y="323080"/>
                </a:lnTo>
                <a:lnTo>
                  <a:pt x="493064" y="323841"/>
                </a:lnTo>
                <a:lnTo>
                  <a:pt x="496687" y="319860"/>
                </a:lnTo>
                <a:lnTo>
                  <a:pt x="496016" y="320687"/>
                </a:lnTo>
                <a:lnTo>
                  <a:pt x="499238" y="316370"/>
                </a:lnTo>
                <a:lnTo>
                  <a:pt x="498634" y="317243"/>
                </a:lnTo>
                <a:lnTo>
                  <a:pt x="501452" y="312635"/>
                </a:lnTo>
                <a:lnTo>
                  <a:pt x="500937" y="313574"/>
                </a:lnTo>
                <a:lnTo>
                  <a:pt x="503286" y="308677"/>
                </a:lnTo>
                <a:lnTo>
                  <a:pt x="502861" y="309683"/>
                </a:lnTo>
                <a:lnTo>
                  <a:pt x="504762" y="304538"/>
                </a:lnTo>
                <a:lnTo>
                  <a:pt x="504426" y="305590"/>
                </a:lnTo>
                <a:lnTo>
                  <a:pt x="505813" y="300222"/>
                </a:lnTo>
                <a:lnTo>
                  <a:pt x="505590" y="301318"/>
                </a:lnTo>
                <a:lnTo>
                  <a:pt x="506439" y="295749"/>
                </a:lnTo>
                <a:lnTo>
                  <a:pt x="506327" y="296867"/>
                </a:lnTo>
                <a:lnTo>
                  <a:pt x="506618" y="291119"/>
                </a:lnTo>
                <a:lnTo>
                  <a:pt x="506596" y="291700"/>
                </a:lnTo>
                <a:lnTo>
                  <a:pt x="506596" y="67278"/>
                </a:lnTo>
                <a:lnTo>
                  <a:pt x="506618" y="67859"/>
                </a:lnTo>
                <a:lnTo>
                  <a:pt x="506327" y="62111"/>
                </a:lnTo>
                <a:lnTo>
                  <a:pt x="506439" y="63229"/>
                </a:lnTo>
                <a:lnTo>
                  <a:pt x="505590" y="57660"/>
                </a:lnTo>
                <a:lnTo>
                  <a:pt x="505813" y="58756"/>
                </a:lnTo>
                <a:lnTo>
                  <a:pt x="504426" y="53388"/>
                </a:lnTo>
                <a:lnTo>
                  <a:pt x="504762" y="54439"/>
                </a:lnTo>
                <a:lnTo>
                  <a:pt x="502861" y="49295"/>
                </a:lnTo>
                <a:lnTo>
                  <a:pt x="503286" y="50302"/>
                </a:lnTo>
                <a:lnTo>
                  <a:pt x="500937" y="45404"/>
                </a:lnTo>
                <a:lnTo>
                  <a:pt x="501452" y="46343"/>
                </a:lnTo>
                <a:lnTo>
                  <a:pt x="498634" y="41735"/>
                </a:lnTo>
                <a:lnTo>
                  <a:pt x="499238" y="42608"/>
                </a:lnTo>
                <a:lnTo>
                  <a:pt x="496016" y="38291"/>
                </a:lnTo>
                <a:lnTo>
                  <a:pt x="496687" y="39119"/>
                </a:lnTo>
                <a:lnTo>
                  <a:pt x="493064" y="35137"/>
                </a:lnTo>
                <a:lnTo>
                  <a:pt x="493825" y="35898"/>
                </a:lnTo>
                <a:lnTo>
                  <a:pt x="489843" y="32274"/>
                </a:lnTo>
                <a:lnTo>
                  <a:pt x="490671" y="32945"/>
                </a:lnTo>
                <a:lnTo>
                  <a:pt x="486354" y="29724"/>
                </a:lnTo>
                <a:lnTo>
                  <a:pt x="487226" y="30329"/>
                </a:lnTo>
                <a:lnTo>
                  <a:pt x="482618" y="27511"/>
                </a:lnTo>
                <a:lnTo>
                  <a:pt x="483558" y="28025"/>
                </a:lnTo>
                <a:lnTo>
                  <a:pt x="478660" y="25676"/>
                </a:lnTo>
                <a:lnTo>
                  <a:pt x="479667" y="26101"/>
                </a:lnTo>
                <a:lnTo>
                  <a:pt x="474522" y="24200"/>
                </a:lnTo>
                <a:lnTo>
                  <a:pt x="475573" y="24536"/>
                </a:lnTo>
                <a:lnTo>
                  <a:pt x="470205" y="23149"/>
                </a:lnTo>
                <a:lnTo>
                  <a:pt x="471301" y="23372"/>
                </a:lnTo>
                <a:lnTo>
                  <a:pt x="465732" y="22522"/>
                </a:lnTo>
                <a:lnTo>
                  <a:pt x="466852" y="22635"/>
                </a:lnTo>
                <a:lnTo>
                  <a:pt x="461103" y="22343"/>
                </a:lnTo>
                <a:lnTo>
                  <a:pt x="461685" y="22366"/>
                </a:lnTo>
                <a:lnTo>
                  <a:pt x="67277" y="22366"/>
                </a:lnTo>
                <a:lnTo>
                  <a:pt x="67860" y="22343"/>
                </a:lnTo>
                <a:lnTo>
                  <a:pt x="62112" y="22635"/>
                </a:lnTo>
                <a:lnTo>
                  <a:pt x="63230" y="22522"/>
                </a:lnTo>
                <a:lnTo>
                  <a:pt x="57660" y="23372"/>
                </a:lnTo>
                <a:lnTo>
                  <a:pt x="58757" y="23149"/>
                </a:lnTo>
                <a:lnTo>
                  <a:pt x="53389" y="24536"/>
                </a:lnTo>
                <a:lnTo>
                  <a:pt x="54440" y="24200"/>
                </a:lnTo>
                <a:lnTo>
                  <a:pt x="49296" y="26101"/>
                </a:lnTo>
                <a:lnTo>
                  <a:pt x="50303" y="25676"/>
                </a:lnTo>
                <a:lnTo>
                  <a:pt x="45404" y="28025"/>
                </a:lnTo>
                <a:lnTo>
                  <a:pt x="46344" y="27511"/>
                </a:lnTo>
                <a:lnTo>
                  <a:pt x="41736" y="30329"/>
                </a:lnTo>
                <a:lnTo>
                  <a:pt x="42609" y="29724"/>
                </a:lnTo>
                <a:lnTo>
                  <a:pt x="38292" y="32945"/>
                </a:lnTo>
                <a:lnTo>
                  <a:pt x="39120" y="32274"/>
                </a:lnTo>
                <a:lnTo>
                  <a:pt x="35139" y="35898"/>
                </a:lnTo>
                <a:lnTo>
                  <a:pt x="35899" y="35137"/>
                </a:lnTo>
                <a:lnTo>
                  <a:pt x="32276" y="39119"/>
                </a:lnTo>
                <a:lnTo>
                  <a:pt x="32946" y="38291"/>
                </a:lnTo>
                <a:lnTo>
                  <a:pt x="29726" y="42608"/>
                </a:lnTo>
                <a:lnTo>
                  <a:pt x="30330" y="41735"/>
                </a:lnTo>
                <a:lnTo>
                  <a:pt x="27511" y="46343"/>
                </a:lnTo>
                <a:lnTo>
                  <a:pt x="28026" y="45404"/>
                </a:lnTo>
                <a:lnTo>
                  <a:pt x="25676" y="50302"/>
                </a:lnTo>
                <a:lnTo>
                  <a:pt x="26103" y="49295"/>
                </a:lnTo>
                <a:lnTo>
                  <a:pt x="24201" y="54439"/>
                </a:lnTo>
                <a:lnTo>
                  <a:pt x="24537" y="53388"/>
                </a:lnTo>
                <a:lnTo>
                  <a:pt x="23150" y="58756"/>
                </a:lnTo>
                <a:lnTo>
                  <a:pt x="23374" y="57660"/>
                </a:lnTo>
                <a:lnTo>
                  <a:pt x="22523" y="63229"/>
                </a:lnTo>
                <a:lnTo>
                  <a:pt x="22636" y="62111"/>
                </a:lnTo>
                <a:lnTo>
                  <a:pt x="22345" y="678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195">
            <a:extLst xmlns:a="http://schemas.openxmlformats.org/drawingml/2006/main">
              <a:ext uri="{FF2B5EF4-FFF2-40B4-BE49-F238E27FC236}">
                <a16:creationId xmlns:a16="http://schemas.microsoft.com/office/drawing/2014/main" id="{872EC04C-C156-4C29-BD81-C75A5599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834" y="2871525"/>
            <a:ext cx="507268" cy="336612"/>
          </a:xfrm>
          <a:custGeom xmlns:a="http://schemas.openxmlformats.org/drawingml/2006/main">
            <a:pathLst>
              <a:path w="507268" h="336612">
                <a:moveTo>
                  <a:pt x="0" y="57258"/>
                </a:moveTo>
                <a:cubicBezTo>
                  <a:pt x="0" y="25117"/>
                  <a:pt x="25118" y="0"/>
                  <a:pt x="56364" y="895"/>
                </a:cubicBezTo>
                <a:lnTo>
                  <a:pt x="450904" y="895"/>
                </a:lnTo>
                <a:cubicBezTo>
                  <a:pt x="481479" y="0"/>
                  <a:pt x="506596" y="25117"/>
                  <a:pt x="507268" y="57258"/>
                </a:cubicBezTo>
                <a:lnTo>
                  <a:pt x="507268" y="280025"/>
                </a:lnTo>
                <a:cubicBezTo>
                  <a:pt x="506596" y="311495"/>
                  <a:pt x="481479" y="336612"/>
                  <a:pt x="450904" y="336388"/>
                </a:cubicBezTo>
                <a:lnTo>
                  <a:pt x="56364" y="336388"/>
                </a:lnTo>
                <a:cubicBezTo>
                  <a:pt x="25118" y="336612"/>
                  <a:pt x="0" y="311495"/>
                  <a:pt x="0" y="280025"/>
                </a:cubicBezTo>
                <a:lnTo>
                  <a:pt x="0" y="57258"/>
                </a:lnTo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196">
            <a:extLst xmlns:a="http://schemas.openxmlformats.org/drawingml/2006/main">
              <a:ext uri="{FF2B5EF4-FFF2-40B4-BE49-F238E27FC236}">
                <a16:creationId xmlns:a16="http://schemas.microsoft.com/office/drawing/2014/main" id="{0F6E58C5-47A4-4B71-A415-87A6E28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651" y="2860342"/>
            <a:ext cx="528962" cy="358978"/>
          </a:xfrm>
          <a:custGeom xmlns:a="http://schemas.openxmlformats.org/drawingml/2006/main">
            <a:pathLst>
              <a:path w="528962" h="358978">
                <a:moveTo>
                  <a:pt x="336" y="60411"/>
                </a:moveTo>
                <a:lnTo>
                  <a:pt x="1342" y="53746"/>
                </a:lnTo>
                <a:lnTo>
                  <a:pt x="3020" y="47282"/>
                </a:lnTo>
                <a:lnTo>
                  <a:pt x="5279" y="41087"/>
                </a:lnTo>
                <a:lnTo>
                  <a:pt x="8120" y="35204"/>
                </a:lnTo>
                <a:lnTo>
                  <a:pt x="11497" y="29657"/>
                </a:lnTo>
                <a:lnTo>
                  <a:pt x="15367" y="24468"/>
                </a:lnTo>
                <a:lnTo>
                  <a:pt x="19706" y="19705"/>
                </a:lnTo>
                <a:lnTo>
                  <a:pt x="24468" y="15365"/>
                </a:lnTo>
                <a:lnTo>
                  <a:pt x="29659" y="11496"/>
                </a:lnTo>
                <a:lnTo>
                  <a:pt x="35206" y="8119"/>
                </a:lnTo>
                <a:lnTo>
                  <a:pt x="41088" y="5279"/>
                </a:lnTo>
                <a:lnTo>
                  <a:pt x="47283" y="3020"/>
                </a:lnTo>
                <a:lnTo>
                  <a:pt x="53747" y="1342"/>
                </a:lnTo>
                <a:lnTo>
                  <a:pt x="60413" y="335"/>
                </a:lnTo>
                <a:lnTo>
                  <a:pt x="67010" y="0"/>
                </a:lnTo>
                <a:lnTo>
                  <a:pt x="461953" y="0"/>
                </a:lnTo>
                <a:lnTo>
                  <a:pt x="468550" y="335"/>
                </a:lnTo>
                <a:lnTo>
                  <a:pt x="475215" y="1342"/>
                </a:lnTo>
                <a:lnTo>
                  <a:pt x="481680" y="3020"/>
                </a:lnTo>
                <a:lnTo>
                  <a:pt x="487876" y="5279"/>
                </a:lnTo>
                <a:lnTo>
                  <a:pt x="493758" y="8119"/>
                </a:lnTo>
                <a:lnTo>
                  <a:pt x="499304" y="11496"/>
                </a:lnTo>
                <a:lnTo>
                  <a:pt x="504494" y="15365"/>
                </a:lnTo>
                <a:lnTo>
                  <a:pt x="509257" y="19705"/>
                </a:lnTo>
                <a:lnTo>
                  <a:pt x="513597" y="24468"/>
                </a:lnTo>
                <a:lnTo>
                  <a:pt x="517466" y="29657"/>
                </a:lnTo>
                <a:lnTo>
                  <a:pt x="520844" y="35204"/>
                </a:lnTo>
                <a:lnTo>
                  <a:pt x="523683" y="41087"/>
                </a:lnTo>
                <a:lnTo>
                  <a:pt x="525942" y="47282"/>
                </a:lnTo>
                <a:lnTo>
                  <a:pt x="527620" y="53746"/>
                </a:lnTo>
                <a:lnTo>
                  <a:pt x="528626" y="60411"/>
                </a:lnTo>
                <a:lnTo>
                  <a:pt x="528962" y="67009"/>
                </a:lnTo>
                <a:lnTo>
                  <a:pt x="528962" y="291969"/>
                </a:lnTo>
                <a:lnTo>
                  <a:pt x="528626" y="298567"/>
                </a:lnTo>
                <a:lnTo>
                  <a:pt x="527620" y="305232"/>
                </a:lnTo>
                <a:lnTo>
                  <a:pt x="525942" y="311696"/>
                </a:lnTo>
                <a:lnTo>
                  <a:pt x="523683" y="317891"/>
                </a:lnTo>
                <a:lnTo>
                  <a:pt x="520844" y="323773"/>
                </a:lnTo>
                <a:lnTo>
                  <a:pt x="517466" y="329321"/>
                </a:lnTo>
                <a:lnTo>
                  <a:pt x="513597" y="334509"/>
                </a:lnTo>
                <a:lnTo>
                  <a:pt x="509257" y="339273"/>
                </a:lnTo>
                <a:lnTo>
                  <a:pt x="504494" y="343612"/>
                </a:lnTo>
                <a:lnTo>
                  <a:pt x="499304" y="347482"/>
                </a:lnTo>
                <a:lnTo>
                  <a:pt x="493758" y="350859"/>
                </a:lnTo>
                <a:lnTo>
                  <a:pt x="487876" y="353699"/>
                </a:lnTo>
                <a:lnTo>
                  <a:pt x="481680" y="355959"/>
                </a:lnTo>
                <a:lnTo>
                  <a:pt x="475215" y="357636"/>
                </a:lnTo>
                <a:lnTo>
                  <a:pt x="468550" y="358643"/>
                </a:lnTo>
                <a:lnTo>
                  <a:pt x="461953" y="358978"/>
                </a:lnTo>
                <a:lnTo>
                  <a:pt x="67010" y="358978"/>
                </a:lnTo>
                <a:lnTo>
                  <a:pt x="60413" y="358643"/>
                </a:lnTo>
                <a:lnTo>
                  <a:pt x="53747" y="357636"/>
                </a:lnTo>
                <a:lnTo>
                  <a:pt x="47283" y="355959"/>
                </a:lnTo>
                <a:lnTo>
                  <a:pt x="41088" y="353699"/>
                </a:lnTo>
                <a:lnTo>
                  <a:pt x="35206" y="350859"/>
                </a:lnTo>
                <a:lnTo>
                  <a:pt x="29659" y="347482"/>
                </a:lnTo>
                <a:lnTo>
                  <a:pt x="24468" y="343612"/>
                </a:lnTo>
                <a:lnTo>
                  <a:pt x="19706" y="339273"/>
                </a:lnTo>
                <a:lnTo>
                  <a:pt x="15367" y="334509"/>
                </a:lnTo>
                <a:lnTo>
                  <a:pt x="11497" y="329321"/>
                </a:lnTo>
                <a:lnTo>
                  <a:pt x="8120" y="323773"/>
                </a:lnTo>
                <a:lnTo>
                  <a:pt x="5279" y="317891"/>
                </a:lnTo>
                <a:lnTo>
                  <a:pt x="3020" y="311696"/>
                </a:lnTo>
                <a:lnTo>
                  <a:pt x="1342" y="305232"/>
                </a:lnTo>
                <a:lnTo>
                  <a:pt x="336" y="298567"/>
                </a:lnTo>
                <a:lnTo>
                  <a:pt x="0" y="291969"/>
                </a:lnTo>
                <a:lnTo>
                  <a:pt x="0" y="67009"/>
                </a:lnTo>
                <a:lnTo>
                  <a:pt x="336" y="60411"/>
                </a:lnTo>
                <a:moveTo>
                  <a:pt x="22345" y="67859"/>
                </a:moveTo>
                <a:lnTo>
                  <a:pt x="22366" y="67277"/>
                </a:lnTo>
                <a:lnTo>
                  <a:pt x="22366" y="291700"/>
                </a:lnTo>
                <a:lnTo>
                  <a:pt x="22345" y="291118"/>
                </a:lnTo>
                <a:lnTo>
                  <a:pt x="22636" y="296867"/>
                </a:lnTo>
                <a:lnTo>
                  <a:pt x="22523" y="295748"/>
                </a:lnTo>
                <a:lnTo>
                  <a:pt x="23374" y="301318"/>
                </a:lnTo>
                <a:lnTo>
                  <a:pt x="23150" y="300222"/>
                </a:lnTo>
                <a:lnTo>
                  <a:pt x="24537" y="305589"/>
                </a:lnTo>
                <a:lnTo>
                  <a:pt x="24201" y="304538"/>
                </a:lnTo>
                <a:lnTo>
                  <a:pt x="26103" y="309682"/>
                </a:lnTo>
                <a:lnTo>
                  <a:pt x="25676" y="308677"/>
                </a:lnTo>
                <a:lnTo>
                  <a:pt x="28026" y="313575"/>
                </a:lnTo>
                <a:lnTo>
                  <a:pt x="27511" y="312635"/>
                </a:lnTo>
                <a:lnTo>
                  <a:pt x="30330" y="317242"/>
                </a:lnTo>
                <a:lnTo>
                  <a:pt x="29726" y="316370"/>
                </a:lnTo>
                <a:lnTo>
                  <a:pt x="32946" y="320687"/>
                </a:lnTo>
                <a:lnTo>
                  <a:pt x="32276" y="319860"/>
                </a:lnTo>
                <a:lnTo>
                  <a:pt x="35899" y="323841"/>
                </a:lnTo>
                <a:lnTo>
                  <a:pt x="35139" y="323080"/>
                </a:lnTo>
                <a:lnTo>
                  <a:pt x="39120" y="326703"/>
                </a:lnTo>
                <a:lnTo>
                  <a:pt x="38292" y="326032"/>
                </a:lnTo>
                <a:lnTo>
                  <a:pt x="42609" y="329253"/>
                </a:lnTo>
                <a:lnTo>
                  <a:pt x="41736" y="328650"/>
                </a:lnTo>
                <a:lnTo>
                  <a:pt x="46344" y="331467"/>
                </a:lnTo>
                <a:lnTo>
                  <a:pt x="45404" y="330953"/>
                </a:lnTo>
                <a:lnTo>
                  <a:pt x="50303" y="333302"/>
                </a:lnTo>
                <a:lnTo>
                  <a:pt x="49296" y="332876"/>
                </a:lnTo>
                <a:lnTo>
                  <a:pt x="54440" y="334778"/>
                </a:lnTo>
                <a:lnTo>
                  <a:pt x="53389" y="334442"/>
                </a:lnTo>
                <a:lnTo>
                  <a:pt x="58757" y="335829"/>
                </a:lnTo>
                <a:lnTo>
                  <a:pt x="57660" y="335605"/>
                </a:lnTo>
                <a:lnTo>
                  <a:pt x="63230" y="336455"/>
                </a:lnTo>
                <a:lnTo>
                  <a:pt x="62112" y="336343"/>
                </a:lnTo>
                <a:lnTo>
                  <a:pt x="67860" y="336634"/>
                </a:lnTo>
                <a:lnTo>
                  <a:pt x="67277" y="336612"/>
                </a:lnTo>
                <a:lnTo>
                  <a:pt x="461685" y="336612"/>
                </a:lnTo>
                <a:lnTo>
                  <a:pt x="461103" y="336634"/>
                </a:lnTo>
                <a:lnTo>
                  <a:pt x="466852" y="336343"/>
                </a:lnTo>
                <a:lnTo>
                  <a:pt x="465732" y="336455"/>
                </a:lnTo>
                <a:lnTo>
                  <a:pt x="471301" y="335605"/>
                </a:lnTo>
                <a:lnTo>
                  <a:pt x="470205" y="335829"/>
                </a:lnTo>
                <a:lnTo>
                  <a:pt x="475573" y="334442"/>
                </a:lnTo>
                <a:lnTo>
                  <a:pt x="474522" y="334778"/>
                </a:lnTo>
                <a:lnTo>
                  <a:pt x="479667" y="332876"/>
                </a:lnTo>
                <a:lnTo>
                  <a:pt x="478660" y="333302"/>
                </a:lnTo>
                <a:lnTo>
                  <a:pt x="483558" y="330953"/>
                </a:lnTo>
                <a:lnTo>
                  <a:pt x="482618" y="331467"/>
                </a:lnTo>
                <a:lnTo>
                  <a:pt x="487226" y="328650"/>
                </a:lnTo>
                <a:lnTo>
                  <a:pt x="486354" y="329253"/>
                </a:lnTo>
                <a:lnTo>
                  <a:pt x="490671" y="326032"/>
                </a:lnTo>
                <a:lnTo>
                  <a:pt x="489843" y="326703"/>
                </a:lnTo>
                <a:lnTo>
                  <a:pt x="493825" y="323080"/>
                </a:lnTo>
                <a:lnTo>
                  <a:pt x="493064" y="323841"/>
                </a:lnTo>
                <a:lnTo>
                  <a:pt x="496687" y="319860"/>
                </a:lnTo>
                <a:lnTo>
                  <a:pt x="496016" y="320687"/>
                </a:lnTo>
                <a:lnTo>
                  <a:pt x="499238" y="316370"/>
                </a:lnTo>
                <a:lnTo>
                  <a:pt x="498634" y="317242"/>
                </a:lnTo>
                <a:lnTo>
                  <a:pt x="501452" y="312635"/>
                </a:lnTo>
                <a:lnTo>
                  <a:pt x="500937" y="313575"/>
                </a:lnTo>
                <a:lnTo>
                  <a:pt x="503286" y="308677"/>
                </a:lnTo>
                <a:lnTo>
                  <a:pt x="502861" y="309682"/>
                </a:lnTo>
                <a:lnTo>
                  <a:pt x="504762" y="304538"/>
                </a:lnTo>
                <a:lnTo>
                  <a:pt x="504426" y="305589"/>
                </a:lnTo>
                <a:lnTo>
                  <a:pt x="505813" y="300222"/>
                </a:lnTo>
                <a:lnTo>
                  <a:pt x="505590" y="301318"/>
                </a:lnTo>
                <a:lnTo>
                  <a:pt x="506439" y="295748"/>
                </a:lnTo>
                <a:lnTo>
                  <a:pt x="506327" y="296867"/>
                </a:lnTo>
                <a:lnTo>
                  <a:pt x="506618" y="291118"/>
                </a:lnTo>
                <a:lnTo>
                  <a:pt x="506596" y="291700"/>
                </a:lnTo>
                <a:lnTo>
                  <a:pt x="506596" y="67277"/>
                </a:lnTo>
                <a:lnTo>
                  <a:pt x="506618" y="67859"/>
                </a:lnTo>
                <a:lnTo>
                  <a:pt x="506327" y="62111"/>
                </a:lnTo>
                <a:lnTo>
                  <a:pt x="506439" y="63229"/>
                </a:lnTo>
                <a:lnTo>
                  <a:pt x="505590" y="57660"/>
                </a:lnTo>
                <a:lnTo>
                  <a:pt x="505813" y="58756"/>
                </a:lnTo>
                <a:lnTo>
                  <a:pt x="504426" y="53388"/>
                </a:lnTo>
                <a:lnTo>
                  <a:pt x="504762" y="54439"/>
                </a:lnTo>
                <a:lnTo>
                  <a:pt x="502861" y="49295"/>
                </a:lnTo>
                <a:lnTo>
                  <a:pt x="503286" y="50302"/>
                </a:lnTo>
                <a:lnTo>
                  <a:pt x="500937" y="45403"/>
                </a:lnTo>
                <a:lnTo>
                  <a:pt x="501452" y="46343"/>
                </a:lnTo>
                <a:lnTo>
                  <a:pt x="498634" y="41735"/>
                </a:lnTo>
                <a:lnTo>
                  <a:pt x="499238" y="42608"/>
                </a:lnTo>
                <a:lnTo>
                  <a:pt x="496016" y="38291"/>
                </a:lnTo>
                <a:lnTo>
                  <a:pt x="496687" y="39119"/>
                </a:lnTo>
                <a:lnTo>
                  <a:pt x="493064" y="35137"/>
                </a:lnTo>
                <a:lnTo>
                  <a:pt x="493825" y="35898"/>
                </a:lnTo>
                <a:lnTo>
                  <a:pt x="489843" y="32275"/>
                </a:lnTo>
                <a:lnTo>
                  <a:pt x="490671" y="32946"/>
                </a:lnTo>
                <a:lnTo>
                  <a:pt x="486354" y="29725"/>
                </a:lnTo>
                <a:lnTo>
                  <a:pt x="487226" y="30328"/>
                </a:lnTo>
                <a:lnTo>
                  <a:pt x="482618" y="27511"/>
                </a:lnTo>
                <a:lnTo>
                  <a:pt x="483558" y="28025"/>
                </a:lnTo>
                <a:lnTo>
                  <a:pt x="478660" y="25676"/>
                </a:lnTo>
                <a:lnTo>
                  <a:pt x="479667" y="26101"/>
                </a:lnTo>
                <a:lnTo>
                  <a:pt x="474522" y="24200"/>
                </a:lnTo>
                <a:lnTo>
                  <a:pt x="475573" y="24536"/>
                </a:lnTo>
                <a:lnTo>
                  <a:pt x="470205" y="23149"/>
                </a:lnTo>
                <a:lnTo>
                  <a:pt x="471301" y="23373"/>
                </a:lnTo>
                <a:lnTo>
                  <a:pt x="465732" y="22523"/>
                </a:lnTo>
                <a:lnTo>
                  <a:pt x="466852" y="22635"/>
                </a:lnTo>
                <a:lnTo>
                  <a:pt x="461103" y="22344"/>
                </a:lnTo>
                <a:lnTo>
                  <a:pt x="461685" y="22366"/>
                </a:lnTo>
                <a:lnTo>
                  <a:pt x="67277" y="22366"/>
                </a:lnTo>
                <a:lnTo>
                  <a:pt x="67860" y="22344"/>
                </a:lnTo>
                <a:lnTo>
                  <a:pt x="62112" y="22635"/>
                </a:lnTo>
                <a:lnTo>
                  <a:pt x="63230" y="22523"/>
                </a:lnTo>
                <a:lnTo>
                  <a:pt x="57660" y="23373"/>
                </a:lnTo>
                <a:lnTo>
                  <a:pt x="58757" y="23149"/>
                </a:lnTo>
                <a:lnTo>
                  <a:pt x="53389" y="24536"/>
                </a:lnTo>
                <a:lnTo>
                  <a:pt x="54440" y="24200"/>
                </a:lnTo>
                <a:lnTo>
                  <a:pt x="49296" y="26101"/>
                </a:lnTo>
                <a:lnTo>
                  <a:pt x="50303" y="25676"/>
                </a:lnTo>
                <a:lnTo>
                  <a:pt x="45404" y="28025"/>
                </a:lnTo>
                <a:lnTo>
                  <a:pt x="46344" y="27511"/>
                </a:lnTo>
                <a:lnTo>
                  <a:pt x="41736" y="30328"/>
                </a:lnTo>
                <a:lnTo>
                  <a:pt x="42609" y="29725"/>
                </a:lnTo>
                <a:lnTo>
                  <a:pt x="38292" y="32946"/>
                </a:lnTo>
                <a:lnTo>
                  <a:pt x="39120" y="32275"/>
                </a:lnTo>
                <a:lnTo>
                  <a:pt x="35139" y="35898"/>
                </a:lnTo>
                <a:lnTo>
                  <a:pt x="35899" y="35137"/>
                </a:lnTo>
                <a:lnTo>
                  <a:pt x="32276" y="39119"/>
                </a:lnTo>
                <a:lnTo>
                  <a:pt x="32946" y="38291"/>
                </a:lnTo>
                <a:lnTo>
                  <a:pt x="29726" y="42608"/>
                </a:lnTo>
                <a:lnTo>
                  <a:pt x="30330" y="41735"/>
                </a:lnTo>
                <a:lnTo>
                  <a:pt x="27511" y="46343"/>
                </a:lnTo>
                <a:lnTo>
                  <a:pt x="28026" y="45403"/>
                </a:lnTo>
                <a:lnTo>
                  <a:pt x="25676" y="50302"/>
                </a:lnTo>
                <a:lnTo>
                  <a:pt x="26103" y="49295"/>
                </a:lnTo>
                <a:lnTo>
                  <a:pt x="24201" y="54439"/>
                </a:lnTo>
                <a:lnTo>
                  <a:pt x="24537" y="53388"/>
                </a:lnTo>
                <a:lnTo>
                  <a:pt x="23150" y="58756"/>
                </a:lnTo>
                <a:lnTo>
                  <a:pt x="23374" y="57660"/>
                </a:lnTo>
                <a:lnTo>
                  <a:pt x="22523" y="63229"/>
                </a:lnTo>
                <a:lnTo>
                  <a:pt x="22636" y="62111"/>
                </a:lnTo>
                <a:lnTo>
                  <a:pt x="22345" y="678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text-197 Short">
            <a:extLst xmlns:a="http://schemas.openxmlformats.org/drawingml/2006/main">
              <a:ext uri="{FF2B5EF4-FFF2-40B4-BE49-F238E27FC236}">
                <a16:creationId xmlns:a16="http://schemas.microsoft.com/office/drawing/2014/main" id="{1D283D1F-7D1A-42C3-837D-9FB26922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1064" y="2265155"/>
            <a:ext cx="345110" cy="188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9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9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9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Short</a:t>
            </a:r>
          </a:p>
        </p:txBody>
      </p:sp>
      <p:sp>
        <p:nvSpPr>
          <p:cNvPr id="287" name="text-198 Long">
            <a:extLst xmlns:a="http://schemas.openxmlformats.org/drawingml/2006/main">
              <a:ext uri="{FF2B5EF4-FFF2-40B4-BE49-F238E27FC236}">
                <a16:creationId xmlns:a16="http://schemas.microsoft.com/office/drawing/2014/main" id="{3C1FC709-280F-4601-A31A-C5333196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364" y="2951838"/>
            <a:ext cx="322781" cy="188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Long</a:t>
            </a:r>
          </a:p>
        </p:txBody>
      </p:sp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6BD700E-E208-4A22-AF06-EB8DC28D2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a317e299b48b3"/>
          <a:stretch xmlns:a="http://schemas.openxmlformats.org/drawingml/2006/main"/>
        </p:blipFill>
        <p:spPr>
          <a:xfrm xmlns:a="http://schemas.openxmlformats.org/drawingml/2006/main">
            <a:off x="13239750" y="2171700"/>
            <a:ext cx="752475" cy="381000"/>
          </a:xfrm>
          <a:prstGeom xmlns:a="http://schemas.openxmlformats.org/drawingml/2006/main" prst="rect">
            <a:avLst/>
          </a:prstGeom>
        </p:spPr>
      </p:pic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40519D0-E257-4F85-B2D5-8B674378F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d518f59b249a2"/>
          <a:stretch xmlns:a="http://schemas.openxmlformats.org/drawingml/2006/main"/>
        </p:blipFill>
        <p:spPr>
          <a:xfrm xmlns:a="http://schemas.openxmlformats.org/drawingml/2006/main">
            <a:off x="13211175" y="2838450"/>
            <a:ext cx="781050" cy="390525"/>
          </a:xfrm>
          <a:prstGeom xmlns:a="http://schemas.openxmlformats.org/drawingml/2006/main" prst="rect">
            <a:avLst/>
          </a:prstGeom>
        </p:spPr>
      </p:pic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5262857A-EE00-48F8-9D73-A9710BB38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28456357543e3"/>
          <a:stretch xmlns:a="http://schemas.openxmlformats.org/drawingml/2006/main"/>
        </p:blipFill>
        <p:spPr>
          <a:xfrm xmlns:a="http://schemas.openxmlformats.org/drawingml/2006/main">
            <a:off x="14020800" y="22860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DF3DD34-6CBA-42AF-A8A7-B5512FF5E1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3a05c9ef24fe5"/>
          <a:stretch xmlns:a="http://schemas.openxmlformats.org/drawingml/2006/main"/>
        </p:blipFill>
        <p:spPr>
          <a:xfrm xmlns:a="http://schemas.openxmlformats.org/drawingml/2006/main">
            <a:off x="14020800" y="2933700"/>
            <a:ext cx="152400" cy="190500"/>
          </a:xfrm>
          <a:prstGeom xmlns:a="http://schemas.openxmlformats.org/drawingml/2006/main" prst="rect">
            <a:avLst/>
          </a:prstGeom>
        </p:spPr>
      </p:pic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038DC5C-0D43-456C-8DEB-DD65E551A4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8c1ab2a644674"/>
          <a:stretch xmlns:a="http://schemas.openxmlformats.org/drawingml/2006/main"/>
        </p:blipFill>
        <p:spPr>
          <a:xfrm xmlns:a="http://schemas.openxmlformats.org/drawingml/2006/main">
            <a:off x="14239875" y="2095500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8A2D885-31B4-49AE-AD6E-28A2DA7D1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798ad242c42a9"/>
          <a:stretch xmlns:a="http://schemas.openxmlformats.org/drawingml/2006/main"/>
        </p:blipFill>
        <p:spPr>
          <a:xfrm xmlns:a="http://schemas.openxmlformats.org/drawingml/2006/main">
            <a:off x="14239875" y="277177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3538A47-8023-426B-9A33-8374D72B89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5d2044d564b1f"/>
          <a:stretch xmlns:a="http://schemas.openxmlformats.org/drawingml/2006/main"/>
        </p:blipFill>
        <p:spPr>
          <a:xfrm xmlns:a="http://schemas.openxmlformats.org/drawingml/2006/main">
            <a:off x="11410950" y="1962150"/>
            <a:ext cx="428625" cy="419100"/>
          </a:xfrm>
          <a:prstGeom xmlns:a="http://schemas.openxmlformats.org/drawingml/2006/main" prst="rect">
            <a:avLst/>
          </a:prstGeom>
        </p:spPr>
      </p:pic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B9363BA-D55F-4F00-9A40-56F090E36A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2ec318c654913"/>
          <a:stretch xmlns:a="http://schemas.openxmlformats.org/drawingml/2006/main"/>
        </p:blipFill>
        <p:spPr>
          <a:xfrm xmlns:a="http://schemas.openxmlformats.org/drawingml/2006/main">
            <a:off x="13925550" y="2486025"/>
            <a:ext cx="971550" cy="180975"/>
          </a:xfrm>
          <a:prstGeom xmlns:a="http://schemas.openxmlformats.org/drawingml/2006/main" prst="rect">
            <a:avLst/>
          </a:prstGeom>
        </p:spPr>
      </p:pic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CD97486-E5E7-4A2E-A31B-FD77E524F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1f2e5c5bb4105"/>
          <a:stretch xmlns:a="http://schemas.openxmlformats.org/drawingml/2006/main"/>
        </p:blipFill>
        <p:spPr>
          <a:xfrm xmlns:a="http://schemas.openxmlformats.org/drawingml/2006/main">
            <a:off x="13935075" y="3143250"/>
            <a:ext cx="962025" cy="180975"/>
          </a:xfrm>
          <a:prstGeom xmlns:a="http://schemas.openxmlformats.org/drawingml/2006/main" prst="rect">
            <a:avLst/>
          </a:prstGeom>
        </p:spPr>
      </p:pic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D98EEF04-0C92-4702-8B73-215FADAAC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9d1472ede4362"/>
          <a:stretch xmlns:a="http://schemas.openxmlformats.org/drawingml/2006/main"/>
        </p:blipFill>
        <p:spPr>
          <a:xfrm xmlns:a="http://schemas.openxmlformats.org/drawingml/2006/main">
            <a:off x="10544175" y="4000500"/>
            <a:ext cx="2571750" cy="695325"/>
          </a:xfrm>
          <a:prstGeom xmlns:a="http://schemas.openxmlformats.org/drawingml/2006/main" prst="rect">
            <a:avLst/>
          </a:prstGeom>
        </p:spPr>
      </p:pic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F1A33A8-4301-4DD7-B070-CAB61D39F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a7398af03454e"/>
          <a:stretch xmlns:a="http://schemas.openxmlformats.org/drawingml/2006/main"/>
        </p:blipFill>
        <p:spPr>
          <a:xfrm xmlns:a="http://schemas.openxmlformats.org/drawingml/2006/main">
            <a:off x="8924925" y="4095750"/>
            <a:ext cx="476250" cy="457200"/>
          </a:xfrm>
          <a:prstGeom xmlns:a="http://schemas.openxmlformats.org/drawingml/2006/main" prst="rect">
            <a:avLst/>
          </a:prstGeom>
        </p:spPr>
      </p:pic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C671ECB-1BA7-4273-84BA-75FB7DC25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2a729766b45db"/>
          <a:stretch xmlns:a="http://schemas.openxmlformats.org/drawingml/2006/main"/>
        </p:blipFill>
        <p:spPr>
          <a:xfrm xmlns:a="http://schemas.openxmlformats.org/drawingml/2006/main">
            <a:off x="9058275" y="4200525"/>
            <a:ext cx="209550" cy="228600"/>
          </a:xfrm>
          <a:prstGeom xmlns:a="http://schemas.openxmlformats.org/drawingml/2006/main" prst="rect">
            <a:avLst/>
          </a:prstGeom>
        </p:spPr>
      </p:pic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2FC2479D-BCB8-47EE-817A-83AD25E02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67383bfde4c71"/>
          <a:stretch xmlns:a="http://schemas.openxmlformats.org/drawingml/2006/main"/>
        </p:blipFill>
        <p:spPr>
          <a:xfrm xmlns:a="http://schemas.openxmlformats.org/drawingml/2006/main">
            <a:off x="9382125" y="4095750"/>
            <a:ext cx="466725" cy="457200"/>
          </a:xfrm>
          <a:prstGeom xmlns:a="http://schemas.openxmlformats.org/drawingml/2006/main" prst="rect">
            <a:avLst/>
          </a:prstGeom>
        </p:spPr>
      </p:pic>
      <p:pic>
        <p:nvPic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8F8519D-8954-46D9-AFBE-0F76DDD8E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a914e155c47b0"/>
          <a:stretch xmlns:a="http://schemas.openxmlformats.org/drawingml/2006/main"/>
        </p:blipFill>
        <p:spPr>
          <a:xfrm xmlns:a="http://schemas.openxmlformats.org/drawingml/2006/main">
            <a:off x="9477375" y="42005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8DC4EFFA-74C8-4F53-AB20-3816A29B02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c30c25f634978"/>
          <a:stretch xmlns:a="http://schemas.openxmlformats.org/drawingml/2006/main"/>
        </p:blipFill>
        <p:spPr>
          <a:xfrm xmlns:a="http://schemas.openxmlformats.org/drawingml/2006/main">
            <a:off x="9839325" y="4095750"/>
            <a:ext cx="476250" cy="457200"/>
          </a:xfrm>
          <a:prstGeom xmlns:a="http://schemas.openxmlformats.org/drawingml/2006/main" prst="rect">
            <a:avLst/>
          </a:prstGeom>
        </p:spPr>
      </p:pic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518CCB7-AF2F-4799-B7CA-8369E7561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0fdd8169740fb"/>
          <a:stretch xmlns:a="http://schemas.openxmlformats.org/drawingml/2006/main"/>
        </p:blipFill>
        <p:spPr>
          <a:xfrm xmlns:a="http://schemas.openxmlformats.org/drawingml/2006/main">
            <a:off x="9963150" y="41814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4" name="text-215 Clip">
            <a:extLst xmlns:a="http://schemas.openxmlformats.org/drawingml/2006/main">
              <a:ext uri="{FF2B5EF4-FFF2-40B4-BE49-F238E27FC236}">
                <a16:creationId xmlns:a16="http://schemas.microsoft.com/office/drawing/2014/main" id="{0455AD09-5F59-442A-81AA-8B09653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5741" y="3863576"/>
            <a:ext cx="269871" cy="187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Clip</a:t>
            </a:r>
          </a:p>
        </p:txBody>
      </p:sp>
      <p:sp>
        <p:nvSpPr>
          <p:cNvPr id="305" name="text-215 Package">
            <a:extLst xmlns:a="http://schemas.openxmlformats.org/drawingml/2006/main">
              <a:ext uri="{FF2B5EF4-FFF2-40B4-BE49-F238E27FC236}">
                <a16:creationId xmlns:a16="http://schemas.microsoft.com/office/drawing/2014/main" id="{07FD830E-D873-445E-86F5-CB139C1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5318" y="3863449"/>
            <a:ext cx="500852" cy="187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Package</a:t>
            </a:r>
          </a:p>
        </p:txBody>
      </p:sp>
      <p:sp>
        <p:nvSpPr>
          <p:cNvPr id="306" name="text-216 Query-conditioned">
            <a:extLst xmlns:a="http://schemas.openxmlformats.org/drawingml/2006/main">
              <a:ext uri="{FF2B5EF4-FFF2-40B4-BE49-F238E27FC236}">
                <a16:creationId xmlns:a16="http://schemas.microsoft.com/office/drawing/2014/main" id="{6E71CA0D-6724-4553-B8E9-4273C026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9562" y="3863496"/>
            <a:ext cx="1104146" cy="187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Query-conditioned</a:t>
            </a:r>
          </a:p>
        </p:txBody>
      </p:sp>
      <p:sp>
        <p:nvSpPr>
          <p:cNvPr id="307" name="text-216 Multi-turn">
            <a:extLst xmlns:a="http://schemas.openxmlformats.org/drawingml/2006/main">
              <a:ext uri="{FF2B5EF4-FFF2-40B4-BE49-F238E27FC236}">
                <a16:creationId xmlns:a16="http://schemas.microsoft.com/office/drawing/2014/main" id="{EAC49DD3-B5F7-48BF-807C-0256E7D0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3400" y="3863496"/>
            <a:ext cx="642285" cy="187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Multi-turn</a:t>
            </a:r>
          </a:p>
        </p:txBody>
      </p:sp>
      <p:sp>
        <p:nvSpPr>
          <p:cNvPr id="308" name="text-216 Dialogue">
            <a:extLst xmlns:a="http://schemas.openxmlformats.org/drawingml/2006/main">
              <a:ext uri="{FF2B5EF4-FFF2-40B4-BE49-F238E27FC236}">
                <a16:creationId xmlns:a16="http://schemas.microsoft.com/office/drawing/2014/main" id="{AC55D390-01C4-417B-85A4-E5E76AC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5376" y="3863375"/>
            <a:ext cx="531060" cy="18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309" name="path-217">
            <a:extLst xmlns:a="http://schemas.openxmlformats.org/drawingml/2006/main">
              <a:ext uri="{FF2B5EF4-FFF2-40B4-BE49-F238E27FC236}">
                <a16:creationId xmlns:a16="http://schemas.microsoft.com/office/drawing/2014/main" id="{F43DD489-8886-4A67-ABB6-33111EE6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13" y="3786303"/>
            <a:ext cx="1505245" cy="890176"/>
          </a:xfrm>
          <a:custGeom xmlns:a="http://schemas.openxmlformats.org/drawingml/2006/main">
            <a:pathLst>
              <a:path w="1505245" h="890176">
                <a:moveTo>
                  <a:pt x="0" y="878993"/>
                </a:moveTo>
                <a:lnTo>
                  <a:pt x="0" y="811894"/>
                </a:lnTo>
                <a:lnTo>
                  <a:pt x="22366" y="811894"/>
                </a:lnTo>
                <a:lnTo>
                  <a:pt x="22366" y="878993"/>
                </a:lnTo>
                <a:lnTo>
                  <a:pt x="0" y="878993"/>
                </a:lnTo>
                <a:moveTo>
                  <a:pt x="0" y="789528"/>
                </a:moveTo>
                <a:lnTo>
                  <a:pt x="0" y="722429"/>
                </a:lnTo>
                <a:lnTo>
                  <a:pt x="22366" y="722429"/>
                </a:lnTo>
                <a:lnTo>
                  <a:pt x="22366" y="789528"/>
                </a:lnTo>
                <a:lnTo>
                  <a:pt x="0" y="789528"/>
                </a:lnTo>
                <a:moveTo>
                  <a:pt x="0" y="700063"/>
                </a:moveTo>
                <a:lnTo>
                  <a:pt x="0" y="632964"/>
                </a:lnTo>
                <a:lnTo>
                  <a:pt x="22366" y="632964"/>
                </a:lnTo>
                <a:lnTo>
                  <a:pt x="22366" y="700063"/>
                </a:lnTo>
                <a:lnTo>
                  <a:pt x="0" y="700063"/>
                </a:lnTo>
                <a:moveTo>
                  <a:pt x="0" y="610598"/>
                </a:moveTo>
                <a:lnTo>
                  <a:pt x="0" y="543499"/>
                </a:lnTo>
                <a:lnTo>
                  <a:pt x="22366" y="543499"/>
                </a:lnTo>
                <a:lnTo>
                  <a:pt x="22366" y="610598"/>
                </a:lnTo>
                <a:lnTo>
                  <a:pt x="0" y="610598"/>
                </a:lnTo>
                <a:moveTo>
                  <a:pt x="0" y="521133"/>
                </a:moveTo>
                <a:lnTo>
                  <a:pt x="0" y="454034"/>
                </a:lnTo>
                <a:lnTo>
                  <a:pt x="22366" y="454034"/>
                </a:lnTo>
                <a:lnTo>
                  <a:pt x="22366" y="521133"/>
                </a:lnTo>
                <a:lnTo>
                  <a:pt x="0" y="521133"/>
                </a:lnTo>
                <a:moveTo>
                  <a:pt x="0" y="431668"/>
                </a:moveTo>
                <a:lnTo>
                  <a:pt x="0" y="364570"/>
                </a:lnTo>
                <a:lnTo>
                  <a:pt x="22366" y="364570"/>
                </a:lnTo>
                <a:lnTo>
                  <a:pt x="22366" y="431668"/>
                </a:lnTo>
                <a:lnTo>
                  <a:pt x="0" y="431668"/>
                </a:lnTo>
                <a:moveTo>
                  <a:pt x="0" y="342204"/>
                </a:moveTo>
                <a:lnTo>
                  <a:pt x="0" y="275105"/>
                </a:lnTo>
                <a:lnTo>
                  <a:pt x="22366" y="275105"/>
                </a:lnTo>
                <a:lnTo>
                  <a:pt x="22366" y="342204"/>
                </a:lnTo>
                <a:lnTo>
                  <a:pt x="0" y="342204"/>
                </a:lnTo>
                <a:moveTo>
                  <a:pt x="0" y="252739"/>
                </a:moveTo>
                <a:lnTo>
                  <a:pt x="0" y="185640"/>
                </a:lnTo>
                <a:lnTo>
                  <a:pt x="22366" y="185640"/>
                </a:lnTo>
                <a:lnTo>
                  <a:pt x="22366" y="252739"/>
                </a:lnTo>
                <a:lnTo>
                  <a:pt x="0" y="252739"/>
                </a:lnTo>
                <a:moveTo>
                  <a:pt x="0" y="163274"/>
                </a:moveTo>
                <a:lnTo>
                  <a:pt x="0" y="96175"/>
                </a:lnTo>
                <a:lnTo>
                  <a:pt x="22366" y="96175"/>
                </a:lnTo>
                <a:lnTo>
                  <a:pt x="22366" y="163274"/>
                </a:lnTo>
                <a:lnTo>
                  <a:pt x="0" y="163274"/>
                </a:lnTo>
                <a:moveTo>
                  <a:pt x="0" y="73809"/>
                </a:moveTo>
                <a:lnTo>
                  <a:pt x="0" y="0"/>
                </a:lnTo>
                <a:lnTo>
                  <a:pt x="15656" y="0"/>
                </a:lnTo>
                <a:lnTo>
                  <a:pt x="15656" y="22367"/>
                </a:lnTo>
                <a:lnTo>
                  <a:pt x="22366" y="22367"/>
                </a:lnTo>
                <a:lnTo>
                  <a:pt x="11183" y="22367"/>
                </a:lnTo>
                <a:lnTo>
                  <a:pt x="22366" y="11184"/>
                </a:lnTo>
                <a:lnTo>
                  <a:pt x="22366" y="73809"/>
                </a:lnTo>
                <a:lnTo>
                  <a:pt x="0" y="73809"/>
                </a:lnTo>
                <a:moveTo>
                  <a:pt x="38022" y="0"/>
                </a:moveTo>
                <a:lnTo>
                  <a:pt x="105120" y="0"/>
                </a:lnTo>
                <a:lnTo>
                  <a:pt x="105120" y="22367"/>
                </a:lnTo>
                <a:lnTo>
                  <a:pt x="38022" y="22367"/>
                </a:lnTo>
                <a:lnTo>
                  <a:pt x="38022" y="0"/>
                </a:lnTo>
                <a:moveTo>
                  <a:pt x="127486" y="0"/>
                </a:moveTo>
                <a:lnTo>
                  <a:pt x="194586" y="0"/>
                </a:lnTo>
                <a:lnTo>
                  <a:pt x="194586" y="22367"/>
                </a:lnTo>
                <a:lnTo>
                  <a:pt x="127486" y="22367"/>
                </a:lnTo>
                <a:lnTo>
                  <a:pt x="127486" y="0"/>
                </a:lnTo>
                <a:moveTo>
                  <a:pt x="216952" y="0"/>
                </a:moveTo>
                <a:lnTo>
                  <a:pt x="284050" y="0"/>
                </a:lnTo>
                <a:lnTo>
                  <a:pt x="284050" y="22367"/>
                </a:lnTo>
                <a:lnTo>
                  <a:pt x="216952" y="22367"/>
                </a:lnTo>
                <a:lnTo>
                  <a:pt x="216952" y="0"/>
                </a:lnTo>
                <a:moveTo>
                  <a:pt x="306416" y="0"/>
                </a:moveTo>
                <a:lnTo>
                  <a:pt x="373514" y="0"/>
                </a:lnTo>
                <a:lnTo>
                  <a:pt x="373514" y="22367"/>
                </a:lnTo>
                <a:lnTo>
                  <a:pt x="306416" y="22367"/>
                </a:lnTo>
                <a:lnTo>
                  <a:pt x="306416" y="0"/>
                </a:lnTo>
                <a:moveTo>
                  <a:pt x="395880" y="0"/>
                </a:moveTo>
                <a:lnTo>
                  <a:pt x="462980" y="0"/>
                </a:lnTo>
                <a:lnTo>
                  <a:pt x="462980" y="22367"/>
                </a:lnTo>
                <a:lnTo>
                  <a:pt x="395880" y="22367"/>
                </a:lnTo>
                <a:lnTo>
                  <a:pt x="395880" y="0"/>
                </a:lnTo>
                <a:moveTo>
                  <a:pt x="485346" y="0"/>
                </a:moveTo>
                <a:lnTo>
                  <a:pt x="552444" y="0"/>
                </a:lnTo>
                <a:lnTo>
                  <a:pt x="552444" y="22367"/>
                </a:lnTo>
                <a:lnTo>
                  <a:pt x="485346" y="22367"/>
                </a:lnTo>
                <a:lnTo>
                  <a:pt x="485346" y="0"/>
                </a:lnTo>
                <a:moveTo>
                  <a:pt x="574810" y="0"/>
                </a:moveTo>
                <a:lnTo>
                  <a:pt x="641910" y="0"/>
                </a:lnTo>
                <a:lnTo>
                  <a:pt x="641910" y="22367"/>
                </a:lnTo>
                <a:lnTo>
                  <a:pt x="574810" y="22367"/>
                </a:lnTo>
                <a:lnTo>
                  <a:pt x="574810" y="0"/>
                </a:lnTo>
                <a:moveTo>
                  <a:pt x="664276" y="0"/>
                </a:moveTo>
                <a:lnTo>
                  <a:pt x="731374" y="0"/>
                </a:lnTo>
                <a:lnTo>
                  <a:pt x="731374" y="22367"/>
                </a:lnTo>
                <a:lnTo>
                  <a:pt x="664276" y="22367"/>
                </a:lnTo>
                <a:lnTo>
                  <a:pt x="664276" y="0"/>
                </a:lnTo>
                <a:moveTo>
                  <a:pt x="753740" y="0"/>
                </a:moveTo>
                <a:lnTo>
                  <a:pt x="820839" y="0"/>
                </a:lnTo>
                <a:lnTo>
                  <a:pt x="820839" y="22367"/>
                </a:lnTo>
                <a:lnTo>
                  <a:pt x="753740" y="22367"/>
                </a:lnTo>
                <a:lnTo>
                  <a:pt x="753740" y="0"/>
                </a:lnTo>
                <a:moveTo>
                  <a:pt x="843206" y="0"/>
                </a:moveTo>
                <a:lnTo>
                  <a:pt x="910304" y="0"/>
                </a:lnTo>
                <a:lnTo>
                  <a:pt x="910304" y="22367"/>
                </a:lnTo>
                <a:lnTo>
                  <a:pt x="843206" y="22367"/>
                </a:lnTo>
                <a:lnTo>
                  <a:pt x="843206" y="0"/>
                </a:lnTo>
                <a:moveTo>
                  <a:pt x="932670" y="0"/>
                </a:moveTo>
                <a:lnTo>
                  <a:pt x="999769" y="0"/>
                </a:lnTo>
                <a:lnTo>
                  <a:pt x="999769" y="22367"/>
                </a:lnTo>
                <a:lnTo>
                  <a:pt x="932670" y="22367"/>
                </a:lnTo>
                <a:lnTo>
                  <a:pt x="932670" y="0"/>
                </a:lnTo>
                <a:moveTo>
                  <a:pt x="1022135" y="0"/>
                </a:moveTo>
                <a:lnTo>
                  <a:pt x="1089234" y="0"/>
                </a:lnTo>
                <a:lnTo>
                  <a:pt x="1089234" y="22367"/>
                </a:lnTo>
                <a:lnTo>
                  <a:pt x="1022135" y="22367"/>
                </a:lnTo>
                <a:lnTo>
                  <a:pt x="1022135" y="0"/>
                </a:lnTo>
                <a:moveTo>
                  <a:pt x="1111601" y="0"/>
                </a:moveTo>
                <a:lnTo>
                  <a:pt x="1178699" y="0"/>
                </a:lnTo>
                <a:lnTo>
                  <a:pt x="1178699" y="22367"/>
                </a:lnTo>
                <a:lnTo>
                  <a:pt x="1111601" y="22367"/>
                </a:lnTo>
                <a:lnTo>
                  <a:pt x="1111601" y="0"/>
                </a:lnTo>
                <a:moveTo>
                  <a:pt x="1201065" y="0"/>
                </a:moveTo>
                <a:lnTo>
                  <a:pt x="1268163" y="0"/>
                </a:lnTo>
                <a:lnTo>
                  <a:pt x="1268163" y="22367"/>
                </a:lnTo>
                <a:lnTo>
                  <a:pt x="1201065" y="22367"/>
                </a:lnTo>
                <a:lnTo>
                  <a:pt x="1201065" y="0"/>
                </a:lnTo>
                <a:moveTo>
                  <a:pt x="1290531" y="0"/>
                </a:moveTo>
                <a:lnTo>
                  <a:pt x="1357629" y="0"/>
                </a:lnTo>
                <a:lnTo>
                  <a:pt x="1357629" y="22367"/>
                </a:lnTo>
                <a:lnTo>
                  <a:pt x="1290531" y="22367"/>
                </a:lnTo>
                <a:lnTo>
                  <a:pt x="1290531" y="0"/>
                </a:lnTo>
                <a:moveTo>
                  <a:pt x="1379995" y="0"/>
                </a:moveTo>
                <a:lnTo>
                  <a:pt x="1447093" y="0"/>
                </a:lnTo>
                <a:lnTo>
                  <a:pt x="1447093" y="22367"/>
                </a:lnTo>
                <a:lnTo>
                  <a:pt x="1379995" y="22367"/>
                </a:lnTo>
                <a:lnTo>
                  <a:pt x="1379995" y="0"/>
                </a:lnTo>
                <a:moveTo>
                  <a:pt x="1469460" y="0"/>
                </a:moveTo>
                <a:lnTo>
                  <a:pt x="1505245" y="0"/>
                </a:lnTo>
                <a:lnTo>
                  <a:pt x="1505245" y="53679"/>
                </a:lnTo>
                <a:lnTo>
                  <a:pt x="1482879" y="53679"/>
                </a:lnTo>
                <a:lnTo>
                  <a:pt x="1482879" y="11184"/>
                </a:lnTo>
                <a:lnTo>
                  <a:pt x="1494062" y="22367"/>
                </a:lnTo>
                <a:lnTo>
                  <a:pt x="1469460" y="22367"/>
                </a:lnTo>
                <a:lnTo>
                  <a:pt x="1469460" y="0"/>
                </a:lnTo>
                <a:moveTo>
                  <a:pt x="1505245" y="76045"/>
                </a:moveTo>
                <a:lnTo>
                  <a:pt x="1505245" y="143144"/>
                </a:lnTo>
                <a:lnTo>
                  <a:pt x="1482879" y="143144"/>
                </a:lnTo>
                <a:lnTo>
                  <a:pt x="1482879" y="76045"/>
                </a:lnTo>
                <a:lnTo>
                  <a:pt x="1505245" y="76045"/>
                </a:lnTo>
                <a:moveTo>
                  <a:pt x="1505245" y="165510"/>
                </a:moveTo>
                <a:lnTo>
                  <a:pt x="1505245" y="232609"/>
                </a:lnTo>
                <a:lnTo>
                  <a:pt x="1482879" y="232609"/>
                </a:lnTo>
                <a:lnTo>
                  <a:pt x="1482879" y="165510"/>
                </a:lnTo>
                <a:lnTo>
                  <a:pt x="1505245" y="165510"/>
                </a:lnTo>
                <a:moveTo>
                  <a:pt x="1505245" y="254975"/>
                </a:moveTo>
                <a:lnTo>
                  <a:pt x="1505245" y="322074"/>
                </a:lnTo>
                <a:lnTo>
                  <a:pt x="1482879" y="322074"/>
                </a:lnTo>
                <a:lnTo>
                  <a:pt x="1482879" y="254975"/>
                </a:lnTo>
                <a:lnTo>
                  <a:pt x="1505245" y="254975"/>
                </a:lnTo>
                <a:moveTo>
                  <a:pt x="1505245" y="344440"/>
                </a:moveTo>
                <a:lnTo>
                  <a:pt x="1505245" y="411539"/>
                </a:lnTo>
                <a:lnTo>
                  <a:pt x="1482879" y="411539"/>
                </a:lnTo>
                <a:lnTo>
                  <a:pt x="1482879" y="344440"/>
                </a:lnTo>
                <a:lnTo>
                  <a:pt x="1505245" y="344440"/>
                </a:lnTo>
                <a:moveTo>
                  <a:pt x="1505245" y="433905"/>
                </a:moveTo>
                <a:lnTo>
                  <a:pt x="1505245" y="501004"/>
                </a:lnTo>
                <a:lnTo>
                  <a:pt x="1482879" y="501004"/>
                </a:lnTo>
                <a:lnTo>
                  <a:pt x="1482879" y="433905"/>
                </a:lnTo>
                <a:lnTo>
                  <a:pt x="1505245" y="433905"/>
                </a:lnTo>
                <a:moveTo>
                  <a:pt x="1505245" y="523370"/>
                </a:moveTo>
                <a:lnTo>
                  <a:pt x="1505245" y="590469"/>
                </a:lnTo>
                <a:lnTo>
                  <a:pt x="1482879" y="590469"/>
                </a:lnTo>
                <a:lnTo>
                  <a:pt x="1482879" y="523370"/>
                </a:lnTo>
                <a:lnTo>
                  <a:pt x="1505245" y="523370"/>
                </a:lnTo>
                <a:moveTo>
                  <a:pt x="1505245" y="612835"/>
                </a:moveTo>
                <a:lnTo>
                  <a:pt x="1505245" y="679933"/>
                </a:lnTo>
                <a:lnTo>
                  <a:pt x="1482879" y="679933"/>
                </a:lnTo>
                <a:lnTo>
                  <a:pt x="1482879" y="612835"/>
                </a:lnTo>
                <a:lnTo>
                  <a:pt x="1505245" y="612835"/>
                </a:lnTo>
                <a:moveTo>
                  <a:pt x="1505245" y="702300"/>
                </a:moveTo>
                <a:lnTo>
                  <a:pt x="1505245" y="769398"/>
                </a:lnTo>
                <a:lnTo>
                  <a:pt x="1482879" y="769398"/>
                </a:lnTo>
                <a:lnTo>
                  <a:pt x="1482879" y="702300"/>
                </a:lnTo>
                <a:lnTo>
                  <a:pt x="1505245" y="702300"/>
                </a:lnTo>
                <a:moveTo>
                  <a:pt x="1505245" y="791764"/>
                </a:moveTo>
                <a:lnTo>
                  <a:pt x="1505245" y="858863"/>
                </a:lnTo>
                <a:lnTo>
                  <a:pt x="1482879" y="858863"/>
                </a:lnTo>
                <a:lnTo>
                  <a:pt x="1482879" y="791764"/>
                </a:lnTo>
                <a:lnTo>
                  <a:pt x="1505245" y="791764"/>
                </a:lnTo>
                <a:moveTo>
                  <a:pt x="1491826" y="890176"/>
                </a:moveTo>
                <a:lnTo>
                  <a:pt x="1424727" y="890176"/>
                </a:lnTo>
                <a:lnTo>
                  <a:pt x="1424727" y="867810"/>
                </a:lnTo>
                <a:lnTo>
                  <a:pt x="1491826" y="867810"/>
                </a:lnTo>
                <a:lnTo>
                  <a:pt x="1491826" y="890176"/>
                </a:lnTo>
                <a:moveTo>
                  <a:pt x="1402361" y="890176"/>
                </a:moveTo>
                <a:lnTo>
                  <a:pt x="1335263" y="890176"/>
                </a:lnTo>
                <a:lnTo>
                  <a:pt x="1335263" y="867810"/>
                </a:lnTo>
                <a:lnTo>
                  <a:pt x="1402361" y="867810"/>
                </a:lnTo>
                <a:lnTo>
                  <a:pt x="1402361" y="890176"/>
                </a:lnTo>
                <a:moveTo>
                  <a:pt x="1312897" y="890176"/>
                </a:moveTo>
                <a:lnTo>
                  <a:pt x="1245797" y="890176"/>
                </a:lnTo>
                <a:lnTo>
                  <a:pt x="1245797" y="867810"/>
                </a:lnTo>
                <a:lnTo>
                  <a:pt x="1312897" y="867810"/>
                </a:lnTo>
                <a:lnTo>
                  <a:pt x="1312897" y="890176"/>
                </a:lnTo>
                <a:moveTo>
                  <a:pt x="1223431" y="890176"/>
                </a:moveTo>
                <a:lnTo>
                  <a:pt x="1156333" y="890176"/>
                </a:lnTo>
                <a:lnTo>
                  <a:pt x="1156333" y="867810"/>
                </a:lnTo>
                <a:lnTo>
                  <a:pt x="1223431" y="867810"/>
                </a:lnTo>
                <a:lnTo>
                  <a:pt x="1223431" y="890176"/>
                </a:lnTo>
                <a:moveTo>
                  <a:pt x="1133967" y="890176"/>
                </a:moveTo>
                <a:lnTo>
                  <a:pt x="1066867" y="890176"/>
                </a:lnTo>
                <a:lnTo>
                  <a:pt x="1066867" y="867810"/>
                </a:lnTo>
                <a:lnTo>
                  <a:pt x="1133967" y="867810"/>
                </a:lnTo>
                <a:lnTo>
                  <a:pt x="1133967" y="890176"/>
                </a:lnTo>
                <a:moveTo>
                  <a:pt x="1044501" y="890176"/>
                </a:moveTo>
                <a:lnTo>
                  <a:pt x="977403" y="890176"/>
                </a:lnTo>
                <a:lnTo>
                  <a:pt x="977403" y="867810"/>
                </a:lnTo>
                <a:lnTo>
                  <a:pt x="1044501" y="867810"/>
                </a:lnTo>
                <a:lnTo>
                  <a:pt x="1044501" y="890176"/>
                </a:lnTo>
                <a:moveTo>
                  <a:pt x="955037" y="890176"/>
                </a:moveTo>
                <a:lnTo>
                  <a:pt x="887938" y="890176"/>
                </a:lnTo>
                <a:lnTo>
                  <a:pt x="887938" y="867810"/>
                </a:lnTo>
                <a:lnTo>
                  <a:pt x="955037" y="867810"/>
                </a:lnTo>
                <a:lnTo>
                  <a:pt x="955037" y="890176"/>
                </a:lnTo>
                <a:moveTo>
                  <a:pt x="865572" y="890176"/>
                </a:moveTo>
                <a:lnTo>
                  <a:pt x="798473" y="890176"/>
                </a:lnTo>
                <a:lnTo>
                  <a:pt x="798473" y="867810"/>
                </a:lnTo>
                <a:lnTo>
                  <a:pt x="865572" y="867810"/>
                </a:lnTo>
                <a:lnTo>
                  <a:pt x="865572" y="890176"/>
                </a:lnTo>
                <a:moveTo>
                  <a:pt x="776107" y="890176"/>
                </a:moveTo>
                <a:lnTo>
                  <a:pt x="709008" y="890176"/>
                </a:lnTo>
                <a:lnTo>
                  <a:pt x="709008" y="867810"/>
                </a:lnTo>
                <a:lnTo>
                  <a:pt x="776107" y="867810"/>
                </a:lnTo>
                <a:lnTo>
                  <a:pt x="776107" y="890176"/>
                </a:lnTo>
                <a:moveTo>
                  <a:pt x="686642" y="890176"/>
                </a:moveTo>
                <a:lnTo>
                  <a:pt x="619544" y="890176"/>
                </a:lnTo>
                <a:lnTo>
                  <a:pt x="619544" y="867810"/>
                </a:lnTo>
                <a:lnTo>
                  <a:pt x="686642" y="867810"/>
                </a:lnTo>
                <a:lnTo>
                  <a:pt x="686642" y="890176"/>
                </a:lnTo>
                <a:moveTo>
                  <a:pt x="597178" y="890176"/>
                </a:moveTo>
                <a:lnTo>
                  <a:pt x="530078" y="890176"/>
                </a:lnTo>
                <a:lnTo>
                  <a:pt x="530078" y="867810"/>
                </a:lnTo>
                <a:lnTo>
                  <a:pt x="597178" y="867810"/>
                </a:lnTo>
                <a:lnTo>
                  <a:pt x="597178" y="890176"/>
                </a:lnTo>
                <a:moveTo>
                  <a:pt x="507712" y="890176"/>
                </a:moveTo>
                <a:lnTo>
                  <a:pt x="440614" y="890176"/>
                </a:lnTo>
                <a:lnTo>
                  <a:pt x="440614" y="867810"/>
                </a:lnTo>
                <a:lnTo>
                  <a:pt x="507712" y="867810"/>
                </a:lnTo>
                <a:lnTo>
                  <a:pt x="507712" y="890176"/>
                </a:lnTo>
                <a:moveTo>
                  <a:pt x="418248" y="890176"/>
                </a:moveTo>
                <a:lnTo>
                  <a:pt x="351148" y="890176"/>
                </a:lnTo>
                <a:lnTo>
                  <a:pt x="351148" y="867810"/>
                </a:lnTo>
                <a:lnTo>
                  <a:pt x="418248" y="867810"/>
                </a:lnTo>
                <a:lnTo>
                  <a:pt x="418248" y="890176"/>
                </a:lnTo>
                <a:moveTo>
                  <a:pt x="328782" y="890176"/>
                </a:moveTo>
                <a:lnTo>
                  <a:pt x="261684" y="890176"/>
                </a:lnTo>
                <a:lnTo>
                  <a:pt x="261684" y="867810"/>
                </a:lnTo>
                <a:lnTo>
                  <a:pt x="328782" y="867810"/>
                </a:lnTo>
                <a:lnTo>
                  <a:pt x="328782" y="890176"/>
                </a:lnTo>
                <a:moveTo>
                  <a:pt x="239318" y="890176"/>
                </a:moveTo>
                <a:lnTo>
                  <a:pt x="172219" y="890176"/>
                </a:lnTo>
                <a:lnTo>
                  <a:pt x="172219" y="867810"/>
                </a:lnTo>
                <a:lnTo>
                  <a:pt x="239318" y="867810"/>
                </a:lnTo>
                <a:lnTo>
                  <a:pt x="239318" y="890176"/>
                </a:lnTo>
                <a:moveTo>
                  <a:pt x="149852" y="890176"/>
                </a:moveTo>
                <a:lnTo>
                  <a:pt x="82754" y="890176"/>
                </a:lnTo>
                <a:lnTo>
                  <a:pt x="82754" y="867810"/>
                </a:lnTo>
                <a:lnTo>
                  <a:pt x="149852" y="867810"/>
                </a:lnTo>
                <a:lnTo>
                  <a:pt x="149852" y="890176"/>
                </a:lnTo>
                <a:moveTo>
                  <a:pt x="60388" y="890176"/>
                </a:moveTo>
                <a:lnTo>
                  <a:pt x="11183" y="890176"/>
                </a:lnTo>
                <a:lnTo>
                  <a:pt x="11183" y="867810"/>
                </a:lnTo>
                <a:lnTo>
                  <a:pt x="60388" y="867810"/>
                </a:lnTo>
                <a:lnTo>
                  <a:pt x="60388" y="890176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218">
            <a:extLst xmlns:a="http://schemas.openxmlformats.org/drawingml/2006/main">
              <a:ext uri="{FF2B5EF4-FFF2-40B4-BE49-F238E27FC236}">
                <a16:creationId xmlns:a16="http://schemas.microsoft.com/office/drawing/2014/main" id="{887BF981-9EA0-4FA5-BDE5-EA1950E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215" y="3786303"/>
            <a:ext cx="2713023" cy="890176"/>
          </a:xfrm>
          <a:custGeom xmlns:a="http://schemas.openxmlformats.org/drawingml/2006/main">
            <a:pathLst>
              <a:path w="2713023" h="890176">
                <a:moveTo>
                  <a:pt x="0" y="878993"/>
                </a:moveTo>
                <a:lnTo>
                  <a:pt x="0" y="811894"/>
                </a:lnTo>
                <a:lnTo>
                  <a:pt x="22366" y="811894"/>
                </a:lnTo>
                <a:lnTo>
                  <a:pt x="22366" y="878993"/>
                </a:lnTo>
                <a:lnTo>
                  <a:pt x="0" y="878993"/>
                </a:lnTo>
                <a:moveTo>
                  <a:pt x="0" y="789528"/>
                </a:moveTo>
                <a:lnTo>
                  <a:pt x="0" y="722429"/>
                </a:lnTo>
                <a:lnTo>
                  <a:pt x="22366" y="722429"/>
                </a:lnTo>
                <a:lnTo>
                  <a:pt x="22366" y="789528"/>
                </a:lnTo>
                <a:lnTo>
                  <a:pt x="0" y="789528"/>
                </a:lnTo>
                <a:moveTo>
                  <a:pt x="0" y="700063"/>
                </a:moveTo>
                <a:lnTo>
                  <a:pt x="0" y="632964"/>
                </a:lnTo>
                <a:lnTo>
                  <a:pt x="22366" y="632964"/>
                </a:lnTo>
                <a:lnTo>
                  <a:pt x="22366" y="700063"/>
                </a:lnTo>
                <a:lnTo>
                  <a:pt x="0" y="700063"/>
                </a:lnTo>
                <a:moveTo>
                  <a:pt x="0" y="610598"/>
                </a:moveTo>
                <a:lnTo>
                  <a:pt x="0" y="543499"/>
                </a:lnTo>
                <a:lnTo>
                  <a:pt x="22366" y="543499"/>
                </a:lnTo>
                <a:lnTo>
                  <a:pt x="22366" y="610598"/>
                </a:lnTo>
                <a:lnTo>
                  <a:pt x="0" y="610598"/>
                </a:lnTo>
                <a:moveTo>
                  <a:pt x="0" y="521133"/>
                </a:moveTo>
                <a:lnTo>
                  <a:pt x="0" y="454034"/>
                </a:lnTo>
                <a:lnTo>
                  <a:pt x="22366" y="454034"/>
                </a:lnTo>
                <a:lnTo>
                  <a:pt x="22366" y="521133"/>
                </a:lnTo>
                <a:lnTo>
                  <a:pt x="0" y="521133"/>
                </a:lnTo>
                <a:moveTo>
                  <a:pt x="0" y="431668"/>
                </a:moveTo>
                <a:lnTo>
                  <a:pt x="0" y="364570"/>
                </a:lnTo>
                <a:lnTo>
                  <a:pt x="22366" y="364570"/>
                </a:lnTo>
                <a:lnTo>
                  <a:pt x="22366" y="431668"/>
                </a:lnTo>
                <a:lnTo>
                  <a:pt x="0" y="431668"/>
                </a:lnTo>
                <a:moveTo>
                  <a:pt x="0" y="342204"/>
                </a:moveTo>
                <a:lnTo>
                  <a:pt x="0" y="275105"/>
                </a:lnTo>
                <a:lnTo>
                  <a:pt x="22366" y="275105"/>
                </a:lnTo>
                <a:lnTo>
                  <a:pt x="22366" y="342204"/>
                </a:lnTo>
                <a:lnTo>
                  <a:pt x="0" y="342204"/>
                </a:lnTo>
                <a:moveTo>
                  <a:pt x="0" y="252739"/>
                </a:moveTo>
                <a:lnTo>
                  <a:pt x="0" y="185640"/>
                </a:lnTo>
                <a:lnTo>
                  <a:pt x="22366" y="185640"/>
                </a:lnTo>
                <a:lnTo>
                  <a:pt x="22366" y="252739"/>
                </a:lnTo>
                <a:lnTo>
                  <a:pt x="0" y="252739"/>
                </a:lnTo>
                <a:moveTo>
                  <a:pt x="0" y="163274"/>
                </a:moveTo>
                <a:lnTo>
                  <a:pt x="0" y="96175"/>
                </a:lnTo>
                <a:lnTo>
                  <a:pt x="22366" y="96175"/>
                </a:lnTo>
                <a:lnTo>
                  <a:pt x="22366" y="163274"/>
                </a:lnTo>
                <a:lnTo>
                  <a:pt x="0" y="163274"/>
                </a:lnTo>
                <a:moveTo>
                  <a:pt x="0" y="73809"/>
                </a:moveTo>
                <a:lnTo>
                  <a:pt x="0" y="0"/>
                </a:lnTo>
                <a:lnTo>
                  <a:pt x="15657" y="0"/>
                </a:lnTo>
                <a:lnTo>
                  <a:pt x="15657" y="22367"/>
                </a:lnTo>
                <a:lnTo>
                  <a:pt x="22366" y="22367"/>
                </a:lnTo>
                <a:lnTo>
                  <a:pt x="11183" y="22367"/>
                </a:lnTo>
                <a:lnTo>
                  <a:pt x="22366" y="11184"/>
                </a:lnTo>
                <a:lnTo>
                  <a:pt x="22366" y="73809"/>
                </a:lnTo>
                <a:lnTo>
                  <a:pt x="0" y="73809"/>
                </a:lnTo>
                <a:moveTo>
                  <a:pt x="38023" y="0"/>
                </a:moveTo>
                <a:lnTo>
                  <a:pt x="105121" y="0"/>
                </a:lnTo>
                <a:lnTo>
                  <a:pt x="105121" y="22367"/>
                </a:lnTo>
                <a:lnTo>
                  <a:pt x="38023" y="22367"/>
                </a:lnTo>
                <a:lnTo>
                  <a:pt x="38023" y="0"/>
                </a:lnTo>
                <a:moveTo>
                  <a:pt x="127488" y="0"/>
                </a:moveTo>
                <a:lnTo>
                  <a:pt x="194587" y="0"/>
                </a:lnTo>
                <a:lnTo>
                  <a:pt x="194587" y="22367"/>
                </a:lnTo>
                <a:lnTo>
                  <a:pt x="127488" y="22367"/>
                </a:lnTo>
                <a:lnTo>
                  <a:pt x="127488" y="0"/>
                </a:lnTo>
                <a:moveTo>
                  <a:pt x="216953" y="0"/>
                </a:moveTo>
                <a:lnTo>
                  <a:pt x="284051" y="0"/>
                </a:lnTo>
                <a:lnTo>
                  <a:pt x="284051" y="22367"/>
                </a:lnTo>
                <a:lnTo>
                  <a:pt x="216953" y="22367"/>
                </a:lnTo>
                <a:lnTo>
                  <a:pt x="216953" y="0"/>
                </a:lnTo>
                <a:moveTo>
                  <a:pt x="306417" y="0"/>
                </a:moveTo>
                <a:lnTo>
                  <a:pt x="373517" y="0"/>
                </a:lnTo>
                <a:lnTo>
                  <a:pt x="373517" y="22367"/>
                </a:lnTo>
                <a:lnTo>
                  <a:pt x="306417" y="22367"/>
                </a:lnTo>
                <a:lnTo>
                  <a:pt x="306417" y="0"/>
                </a:lnTo>
                <a:moveTo>
                  <a:pt x="395883" y="0"/>
                </a:moveTo>
                <a:lnTo>
                  <a:pt x="462981" y="0"/>
                </a:lnTo>
                <a:lnTo>
                  <a:pt x="462981" y="22367"/>
                </a:lnTo>
                <a:lnTo>
                  <a:pt x="395883" y="22367"/>
                </a:lnTo>
                <a:lnTo>
                  <a:pt x="395883" y="0"/>
                </a:lnTo>
                <a:moveTo>
                  <a:pt x="485347" y="0"/>
                </a:moveTo>
                <a:lnTo>
                  <a:pt x="552447" y="0"/>
                </a:lnTo>
                <a:lnTo>
                  <a:pt x="552447" y="22367"/>
                </a:lnTo>
                <a:lnTo>
                  <a:pt x="485347" y="22367"/>
                </a:lnTo>
                <a:lnTo>
                  <a:pt x="485347" y="0"/>
                </a:lnTo>
                <a:moveTo>
                  <a:pt x="574813" y="0"/>
                </a:moveTo>
                <a:lnTo>
                  <a:pt x="641911" y="0"/>
                </a:lnTo>
                <a:lnTo>
                  <a:pt x="641911" y="22367"/>
                </a:lnTo>
                <a:lnTo>
                  <a:pt x="574813" y="22367"/>
                </a:lnTo>
                <a:lnTo>
                  <a:pt x="574813" y="0"/>
                </a:lnTo>
                <a:moveTo>
                  <a:pt x="664277" y="0"/>
                </a:moveTo>
                <a:lnTo>
                  <a:pt x="731376" y="0"/>
                </a:lnTo>
                <a:lnTo>
                  <a:pt x="731376" y="22367"/>
                </a:lnTo>
                <a:lnTo>
                  <a:pt x="664277" y="22367"/>
                </a:lnTo>
                <a:lnTo>
                  <a:pt x="664277" y="0"/>
                </a:lnTo>
                <a:moveTo>
                  <a:pt x="753742" y="0"/>
                </a:moveTo>
                <a:lnTo>
                  <a:pt x="820841" y="0"/>
                </a:lnTo>
                <a:lnTo>
                  <a:pt x="820841" y="22367"/>
                </a:lnTo>
                <a:lnTo>
                  <a:pt x="753742" y="22367"/>
                </a:lnTo>
                <a:lnTo>
                  <a:pt x="753742" y="0"/>
                </a:lnTo>
                <a:moveTo>
                  <a:pt x="843207" y="0"/>
                </a:moveTo>
                <a:lnTo>
                  <a:pt x="910306" y="0"/>
                </a:lnTo>
                <a:lnTo>
                  <a:pt x="910306" y="22367"/>
                </a:lnTo>
                <a:lnTo>
                  <a:pt x="843207" y="22367"/>
                </a:lnTo>
                <a:lnTo>
                  <a:pt x="843207" y="0"/>
                </a:lnTo>
                <a:moveTo>
                  <a:pt x="932672" y="0"/>
                </a:moveTo>
                <a:lnTo>
                  <a:pt x="999770" y="0"/>
                </a:lnTo>
                <a:lnTo>
                  <a:pt x="999770" y="22367"/>
                </a:lnTo>
                <a:lnTo>
                  <a:pt x="932672" y="22367"/>
                </a:lnTo>
                <a:lnTo>
                  <a:pt x="932672" y="0"/>
                </a:lnTo>
                <a:moveTo>
                  <a:pt x="1022136" y="0"/>
                </a:moveTo>
                <a:lnTo>
                  <a:pt x="1089236" y="0"/>
                </a:lnTo>
                <a:lnTo>
                  <a:pt x="1089236" y="22367"/>
                </a:lnTo>
                <a:lnTo>
                  <a:pt x="1022136" y="22367"/>
                </a:lnTo>
                <a:lnTo>
                  <a:pt x="1022136" y="0"/>
                </a:lnTo>
                <a:moveTo>
                  <a:pt x="1111602" y="0"/>
                </a:moveTo>
                <a:lnTo>
                  <a:pt x="1178700" y="0"/>
                </a:lnTo>
                <a:lnTo>
                  <a:pt x="1178700" y="22367"/>
                </a:lnTo>
                <a:lnTo>
                  <a:pt x="1111602" y="22367"/>
                </a:lnTo>
                <a:lnTo>
                  <a:pt x="1111602" y="0"/>
                </a:lnTo>
                <a:moveTo>
                  <a:pt x="1201066" y="0"/>
                </a:moveTo>
                <a:lnTo>
                  <a:pt x="1268166" y="0"/>
                </a:lnTo>
                <a:lnTo>
                  <a:pt x="1268166" y="22367"/>
                </a:lnTo>
                <a:lnTo>
                  <a:pt x="1201066" y="22367"/>
                </a:lnTo>
                <a:lnTo>
                  <a:pt x="1201066" y="0"/>
                </a:lnTo>
                <a:moveTo>
                  <a:pt x="1290532" y="0"/>
                </a:moveTo>
                <a:lnTo>
                  <a:pt x="1357630" y="0"/>
                </a:lnTo>
                <a:lnTo>
                  <a:pt x="1357630" y="22367"/>
                </a:lnTo>
                <a:lnTo>
                  <a:pt x="1290532" y="22367"/>
                </a:lnTo>
                <a:lnTo>
                  <a:pt x="1290532" y="0"/>
                </a:lnTo>
                <a:moveTo>
                  <a:pt x="1379996" y="0"/>
                </a:moveTo>
                <a:lnTo>
                  <a:pt x="1447095" y="0"/>
                </a:lnTo>
                <a:lnTo>
                  <a:pt x="1447095" y="22367"/>
                </a:lnTo>
                <a:lnTo>
                  <a:pt x="1379996" y="22367"/>
                </a:lnTo>
                <a:lnTo>
                  <a:pt x="1379996" y="0"/>
                </a:lnTo>
                <a:moveTo>
                  <a:pt x="1469461" y="0"/>
                </a:moveTo>
                <a:lnTo>
                  <a:pt x="1536560" y="0"/>
                </a:lnTo>
                <a:lnTo>
                  <a:pt x="1536560" y="22367"/>
                </a:lnTo>
                <a:lnTo>
                  <a:pt x="1469461" y="22367"/>
                </a:lnTo>
                <a:lnTo>
                  <a:pt x="1469461" y="0"/>
                </a:lnTo>
                <a:moveTo>
                  <a:pt x="1558926" y="0"/>
                </a:moveTo>
                <a:lnTo>
                  <a:pt x="1626025" y="0"/>
                </a:lnTo>
                <a:lnTo>
                  <a:pt x="1626025" y="22367"/>
                </a:lnTo>
                <a:lnTo>
                  <a:pt x="1558926" y="22367"/>
                </a:lnTo>
                <a:lnTo>
                  <a:pt x="1558926" y="0"/>
                </a:lnTo>
                <a:moveTo>
                  <a:pt x="1648391" y="0"/>
                </a:moveTo>
                <a:lnTo>
                  <a:pt x="1715489" y="0"/>
                </a:lnTo>
                <a:lnTo>
                  <a:pt x="1715489" y="22367"/>
                </a:lnTo>
                <a:lnTo>
                  <a:pt x="1648391" y="22367"/>
                </a:lnTo>
                <a:lnTo>
                  <a:pt x="1648391" y="0"/>
                </a:lnTo>
                <a:moveTo>
                  <a:pt x="1737856" y="0"/>
                </a:moveTo>
                <a:lnTo>
                  <a:pt x="1804955" y="0"/>
                </a:lnTo>
                <a:lnTo>
                  <a:pt x="1804955" y="22367"/>
                </a:lnTo>
                <a:lnTo>
                  <a:pt x="1737856" y="22367"/>
                </a:lnTo>
                <a:lnTo>
                  <a:pt x="1737856" y="0"/>
                </a:lnTo>
                <a:moveTo>
                  <a:pt x="1827321" y="0"/>
                </a:moveTo>
                <a:lnTo>
                  <a:pt x="1894419" y="0"/>
                </a:lnTo>
                <a:lnTo>
                  <a:pt x="1894419" y="22367"/>
                </a:lnTo>
                <a:lnTo>
                  <a:pt x="1827321" y="22367"/>
                </a:lnTo>
                <a:lnTo>
                  <a:pt x="1827321" y="0"/>
                </a:lnTo>
                <a:moveTo>
                  <a:pt x="1916785" y="0"/>
                </a:moveTo>
                <a:lnTo>
                  <a:pt x="1983885" y="0"/>
                </a:lnTo>
                <a:lnTo>
                  <a:pt x="1983885" y="22367"/>
                </a:lnTo>
                <a:lnTo>
                  <a:pt x="1916785" y="22367"/>
                </a:lnTo>
                <a:lnTo>
                  <a:pt x="1916785" y="0"/>
                </a:lnTo>
                <a:moveTo>
                  <a:pt x="2006251" y="0"/>
                </a:moveTo>
                <a:lnTo>
                  <a:pt x="2073349" y="0"/>
                </a:lnTo>
                <a:lnTo>
                  <a:pt x="2073349" y="22367"/>
                </a:lnTo>
                <a:lnTo>
                  <a:pt x="2006251" y="22367"/>
                </a:lnTo>
                <a:lnTo>
                  <a:pt x="2006251" y="0"/>
                </a:lnTo>
                <a:moveTo>
                  <a:pt x="2095715" y="0"/>
                </a:moveTo>
                <a:lnTo>
                  <a:pt x="2162814" y="0"/>
                </a:lnTo>
                <a:lnTo>
                  <a:pt x="2162814" y="22367"/>
                </a:lnTo>
                <a:lnTo>
                  <a:pt x="2095715" y="22367"/>
                </a:lnTo>
                <a:lnTo>
                  <a:pt x="2095715" y="0"/>
                </a:lnTo>
                <a:moveTo>
                  <a:pt x="2185181" y="0"/>
                </a:moveTo>
                <a:lnTo>
                  <a:pt x="2252279" y="0"/>
                </a:lnTo>
                <a:lnTo>
                  <a:pt x="2252279" y="22367"/>
                </a:lnTo>
                <a:lnTo>
                  <a:pt x="2185181" y="22367"/>
                </a:lnTo>
                <a:lnTo>
                  <a:pt x="2185181" y="0"/>
                </a:lnTo>
                <a:moveTo>
                  <a:pt x="2274645" y="0"/>
                </a:moveTo>
                <a:lnTo>
                  <a:pt x="2341744" y="0"/>
                </a:lnTo>
                <a:lnTo>
                  <a:pt x="2341744" y="22367"/>
                </a:lnTo>
                <a:lnTo>
                  <a:pt x="2274645" y="22367"/>
                </a:lnTo>
                <a:lnTo>
                  <a:pt x="2274645" y="0"/>
                </a:lnTo>
                <a:moveTo>
                  <a:pt x="2364110" y="0"/>
                </a:moveTo>
                <a:lnTo>
                  <a:pt x="2431209" y="0"/>
                </a:lnTo>
                <a:lnTo>
                  <a:pt x="2431209" y="22367"/>
                </a:lnTo>
                <a:lnTo>
                  <a:pt x="2364110" y="22367"/>
                </a:lnTo>
                <a:lnTo>
                  <a:pt x="2364110" y="0"/>
                </a:lnTo>
                <a:moveTo>
                  <a:pt x="2453575" y="0"/>
                </a:moveTo>
                <a:lnTo>
                  <a:pt x="2520674" y="0"/>
                </a:lnTo>
                <a:lnTo>
                  <a:pt x="2520674" y="22367"/>
                </a:lnTo>
                <a:lnTo>
                  <a:pt x="2453575" y="22367"/>
                </a:lnTo>
                <a:lnTo>
                  <a:pt x="2453575" y="0"/>
                </a:lnTo>
                <a:moveTo>
                  <a:pt x="2543040" y="0"/>
                </a:moveTo>
                <a:lnTo>
                  <a:pt x="2610138" y="0"/>
                </a:lnTo>
                <a:lnTo>
                  <a:pt x="2610138" y="22367"/>
                </a:lnTo>
                <a:lnTo>
                  <a:pt x="2543040" y="22367"/>
                </a:lnTo>
                <a:lnTo>
                  <a:pt x="2543040" y="0"/>
                </a:lnTo>
                <a:moveTo>
                  <a:pt x="2632504" y="0"/>
                </a:moveTo>
                <a:lnTo>
                  <a:pt x="2699604" y="0"/>
                </a:lnTo>
                <a:lnTo>
                  <a:pt x="2699604" y="22367"/>
                </a:lnTo>
                <a:lnTo>
                  <a:pt x="2632504" y="22367"/>
                </a:lnTo>
                <a:lnTo>
                  <a:pt x="2632504" y="0"/>
                </a:lnTo>
                <a:moveTo>
                  <a:pt x="2713023" y="31313"/>
                </a:moveTo>
                <a:lnTo>
                  <a:pt x="2713023" y="98412"/>
                </a:lnTo>
                <a:lnTo>
                  <a:pt x="2690657" y="98412"/>
                </a:lnTo>
                <a:lnTo>
                  <a:pt x="2690657" y="31313"/>
                </a:lnTo>
                <a:lnTo>
                  <a:pt x="2713023" y="31313"/>
                </a:lnTo>
                <a:moveTo>
                  <a:pt x="2713023" y="120778"/>
                </a:moveTo>
                <a:lnTo>
                  <a:pt x="2713023" y="187876"/>
                </a:lnTo>
                <a:lnTo>
                  <a:pt x="2690657" y="187876"/>
                </a:lnTo>
                <a:lnTo>
                  <a:pt x="2690657" y="120778"/>
                </a:lnTo>
                <a:lnTo>
                  <a:pt x="2713023" y="120778"/>
                </a:lnTo>
                <a:moveTo>
                  <a:pt x="2713023" y="210242"/>
                </a:moveTo>
                <a:lnTo>
                  <a:pt x="2713023" y="277342"/>
                </a:lnTo>
                <a:lnTo>
                  <a:pt x="2690657" y="277342"/>
                </a:lnTo>
                <a:lnTo>
                  <a:pt x="2690657" y="210242"/>
                </a:lnTo>
                <a:lnTo>
                  <a:pt x="2713023" y="210242"/>
                </a:lnTo>
                <a:moveTo>
                  <a:pt x="2713023" y="299708"/>
                </a:moveTo>
                <a:lnTo>
                  <a:pt x="2713023" y="366806"/>
                </a:lnTo>
                <a:lnTo>
                  <a:pt x="2690657" y="366806"/>
                </a:lnTo>
                <a:lnTo>
                  <a:pt x="2690657" y="299708"/>
                </a:lnTo>
                <a:lnTo>
                  <a:pt x="2713023" y="299708"/>
                </a:lnTo>
                <a:moveTo>
                  <a:pt x="2713023" y="389173"/>
                </a:moveTo>
                <a:lnTo>
                  <a:pt x="2713023" y="456272"/>
                </a:lnTo>
                <a:lnTo>
                  <a:pt x="2690657" y="456272"/>
                </a:lnTo>
                <a:lnTo>
                  <a:pt x="2690657" y="389173"/>
                </a:lnTo>
                <a:lnTo>
                  <a:pt x="2713023" y="389173"/>
                </a:lnTo>
                <a:moveTo>
                  <a:pt x="2713023" y="478638"/>
                </a:moveTo>
                <a:lnTo>
                  <a:pt x="2713023" y="545736"/>
                </a:lnTo>
                <a:lnTo>
                  <a:pt x="2690657" y="545736"/>
                </a:lnTo>
                <a:lnTo>
                  <a:pt x="2690657" y="478638"/>
                </a:lnTo>
                <a:lnTo>
                  <a:pt x="2713023" y="478638"/>
                </a:lnTo>
                <a:moveTo>
                  <a:pt x="2713023" y="568103"/>
                </a:moveTo>
                <a:lnTo>
                  <a:pt x="2713023" y="635201"/>
                </a:lnTo>
                <a:lnTo>
                  <a:pt x="2690657" y="635201"/>
                </a:lnTo>
                <a:lnTo>
                  <a:pt x="2690657" y="568103"/>
                </a:lnTo>
                <a:lnTo>
                  <a:pt x="2713023" y="568103"/>
                </a:lnTo>
                <a:moveTo>
                  <a:pt x="2713023" y="657567"/>
                </a:moveTo>
                <a:lnTo>
                  <a:pt x="2713023" y="724666"/>
                </a:lnTo>
                <a:lnTo>
                  <a:pt x="2690657" y="724666"/>
                </a:lnTo>
                <a:lnTo>
                  <a:pt x="2690657" y="657567"/>
                </a:lnTo>
                <a:lnTo>
                  <a:pt x="2713023" y="657567"/>
                </a:lnTo>
                <a:moveTo>
                  <a:pt x="2713023" y="747032"/>
                </a:moveTo>
                <a:lnTo>
                  <a:pt x="2713023" y="814131"/>
                </a:lnTo>
                <a:lnTo>
                  <a:pt x="2690657" y="814131"/>
                </a:lnTo>
                <a:lnTo>
                  <a:pt x="2690657" y="747032"/>
                </a:lnTo>
                <a:lnTo>
                  <a:pt x="2713023" y="747032"/>
                </a:lnTo>
                <a:moveTo>
                  <a:pt x="2713023" y="836497"/>
                </a:moveTo>
                <a:lnTo>
                  <a:pt x="2713023" y="890176"/>
                </a:lnTo>
                <a:lnTo>
                  <a:pt x="2677238" y="890176"/>
                </a:lnTo>
                <a:lnTo>
                  <a:pt x="2677238" y="867810"/>
                </a:lnTo>
                <a:lnTo>
                  <a:pt x="2701840" y="867810"/>
                </a:lnTo>
                <a:lnTo>
                  <a:pt x="2690657" y="878993"/>
                </a:lnTo>
                <a:lnTo>
                  <a:pt x="2690657" y="836497"/>
                </a:lnTo>
                <a:lnTo>
                  <a:pt x="2713023" y="836497"/>
                </a:lnTo>
                <a:moveTo>
                  <a:pt x="2654872" y="890176"/>
                </a:moveTo>
                <a:lnTo>
                  <a:pt x="2587772" y="890176"/>
                </a:lnTo>
                <a:lnTo>
                  <a:pt x="2587772" y="867810"/>
                </a:lnTo>
                <a:lnTo>
                  <a:pt x="2654872" y="867810"/>
                </a:lnTo>
                <a:lnTo>
                  <a:pt x="2654872" y="890176"/>
                </a:lnTo>
                <a:moveTo>
                  <a:pt x="2565406" y="890176"/>
                </a:moveTo>
                <a:lnTo>
                  <a:pt x="2498308" y="890176"/>
                </a:lnTo>
                <a:lnTo>
                  <a:pt x="2498308" y="867810"/>
                </a:lnTo>
                <a:lnTo>
                  <a:pt x="2565406" y="867810"/>
                </a:lnTo>
                <a:lnTo>
                  <a:pt x="2565406" y="890176"/>
                </a:lnTo>
                <a:moveTo>
                  <a:pt x="2475941" y="890176"/>
                </a:moveTo>
                <a:lnTo>
                  <a:pt x="2408843" y="890176"/>
                </a:lnTo>
                <a:lnTo>
                  <a:pt x="2408843" y="867810"/>
                </a:lnTo>
                <a:lnTo>
                  <a:pt x="2475941" y="867810"/>
                </a:lnTo>
                <a:lnTo>
                  <a:pt x="2475941" y="890176"/>
                </a:lnTo>
                <a:moveTo>
                  <a:pt x="2386476" y="890176"/>
                </a:moveTo>
                <a:lnTo>
                  <a:pt x="2319378" y="890176"/>
                </a:lnTo>
                <a:lnTo>
                  <a:pt x="2319378" y="867810"/>
                </a:lnTo>
                <a:lnTo>
                  <a:pt x="2386476" y="867810"/>
                </a:lnTo>
                <a:lnTo>
                  <a:pt x="2386476" y="890176"/>
                </a:lnTo>
                <a:moveTo>
                  <a:pt x="2297011" y="890176"/>
                </a:moveTo>
                <a:lnTo>
                  <a:pt x="2229913" y="890176"/>
                </a:lnTo>
                <a:lnTo>
                  <a:pt x="2229913" y="867810"/>
                </a:lnTo>
                <a:lnTo>
                  <a:pt x="2297011" y="867810"/>
                </a:lnTo>
                <a:lnTo>
                  <a:pt x="2297011" y="890176"/>
                </a:lnTo>
                <a:moveTo>
                  <a:pt x="2207547" y="890176"/>
                </a:moveTo>
                <a:lnTo>
                  <a:pt x="2140448" y="890176"/>
                </a:lnTo>
                <a:lnTo>
                  <a:pt x="2140448" y="867810"/>
                </a:lnTo>
                <a:lnTo>
                  <a:pt x="2207547" y="867810"/>
                </a:lnTo>
                <a:lnTo>
                  <a:pt x="2207547" y="890176"/>
                </a:lnTo>
                <a:moveTo>
                  <a:pt x="2118081" y="890176"/>
                </a:moveTo>
                <a:lnTo>
                  <a:pt x="2050983" y="890176"/>
                </a:lnTo>
                <a:lnTo>
                  <a:pt x="2050983" y="867810"/>
                </a:lnTo>
                <a:lnTo>
                  <a:pt x="2118081" y="867810"/>
                </a:lnTo>
                <a:lnTo>
                  <a:pt x="2118081" y="890176"/>
                </a:lnTo>
                <a:moveTo>
                  <a:pt x="2028617" y="890176"/>
                </a:moveTo>
                <a:lnTo>
                  <a:pt x="1961519" y="890176"/>
                </a:lnTo>
                <a:lnTo>
                  <a:pt x="1961519" y="867810"/>
                </a:lnTo>
                <a:lnTo>
                  <a:pt x="2028617" y="867810"/>
                </a:lnTo>
                <a:lnTo>
                  <a:pt x="2028617" y="890176"/>
                </a:lnTo>
                <a:moveTo>
                  <a:pt x="1939151" y="890176"/>
                </a:moveTo>
                <a:lnTo>
                  <a:pt x="1872053" y="890176"/>
                </a:lnTo>
                <a:lnTo>
                  <a:pt x="1872053" y="867810"/>
                </a:lnTo>
                <a:lnTo>
                  <a:pt x="1939151" y="867810"/>
                </a:lnTo>
                <a:lnTo>
                  <a:pt x="1939151" y="890176"/>
                </a:lnTo>
                <a:moveTo>
                  <a:pt x="1849687" y="890176"/>
                </a:moveTo>
                <a:lnTo>
                  <a:pt x="1782589" y="890176"/>
                </a:lnTo>
                <a:lnTo>
                  <a:pt x="1782589" y="867810"/>
                </a:lnTo>
                <a:lnTo>
                  <a:pt x="1849687" y="867810"/>
                </a:lnTo>
                <a:lnTo>
                  <a:pt x="1849687" y="890176"/>
                </a:lnTo>
                <a:moveTo>
                  <a:pt x="1760222" y="890176"/>
                </a:moveTo>
                <a:lnTo>
                  <a:pt x="1693123" y="890176"/>
                </a:lnTo>
                <a:lnTo>
                  <a:pt x="1693123" y="867810"/>
                </a:lnTo>
                <a:lnTo>
                  <a:pt x="1760222" y="867810"/>
                </a:lnTo>
                <a:lnTo>
                  <a:pt x="1760222" y="890176"/>
                </a:lnTo>
                <a:moveTo>
                  <a:pt x="1670757" y="890176"/>
                </a:moveTo>
                <a:lnTo>
                  <a:pt x="1603659" y="890176"/>
                </a:lnTo>
                <a:lnTo>
                  <a:pt x="1603659" y="867810"/>
                </a:lnTo>
                <a:lnTo>
                  <a:pt x="1670757" y="867810"/>
                </a:lnTo>
                <a:lnTo>
                  <a:pt x="1670757" y="890176"/>
                </a:lnTo>
                <a:moveTo>
                  <a:pt x="1581292" y="890176"/>
                </a:moveTo>
                <a:lnTo>
                  <a:pt x="1514194" y="890176"/>
                </a:lnTo>
                <a:lnTo>
                  <a:pt x="1514194" y="867810"/>
                </a:lnTo>
                <a:lnTo>
                  <a:pt x="1581292" y="867810"/>
                </a:lnTo>
                <a:lnTo>
                  <a:pt x="1581292" y="890176"/>
                </a:lnTo>
                <a:moveTo>
                  <a:pt x="1491828" y="890176"/>
                </a:moveTo>
                <a:lnTo>
                  <a:pt x="1424729" y="890176"/>
                </a:lnTo>
                <a:lnTo>
                  <a:pt x="1424729" y="867810"/>
                </a:lnTo>
                <a:lnTo>
                  <a:pt x="1491828" y="867810"/>
                </a:lnTo>
                <a:lnTo>
                  <a:pt x="1491828" y="890176"/>
                </a:lnTo>
                <a:moveTo>
                  <a:pt x="1402362" y="890176"/>
                </a:moveTo>
                <a:lnTo>
                  <a:pt x="1335264" y="890176"/>
                </a:lnTo>
                <a:lnTo>
                  <a:pt x="1335264" y="867810"/>
                </a:lnTo>
                <a:lnTo>
                  <a:pt x="1402362" y="867810"/>
                </a:lnTo>
                <a:lnTo>
                  <a:pt x="1402362" y="890176"/>
                </a:lnTo>
                <a:moveTo>
                  <a:pt x="1312898" y="890176"/>
                </a:moveTo>
                <a:lnTo>
                  <a:pt x="1245800" y="890176"/>
                </a:lnTo>
                <a:lnTo>
                  <a:pt x="1245800" y="867810"/>
                </a:lnTo>
                <a:lnTo>
                  <a:pt x="1312898" y="867810"/>
                </a:lnTo>
                <a:lnTo>
                  <a:pt x="1312898" y="890176"/>
                </a:lnTo>
                <a:moveTo>
                  <a:pt x="1223432" y="890176"/>
                </a:moveTo>
                <a:lnTo>
                  <a:pt x="1156334" y="890176"/>
                </a:lnTo>
                <a:lnTo>
                  <a:pt x="1156334" y="867810"/>
                </a:lnTo>
                <a:lnTo>
                  <a:pt x="1223432" y="867810"/>
                </a:lnTo>
                <a:lnTo>
                  <a:pt x="1223432" y="890176"/>
                </a:lnTo>
                <a:moveTo>
                  <a:pt x="1133968" y="890176"/>
                </a:moveTo>
                <a:lnTo>
                  <a:pt x="1066869" y="890176"/>
                </a:lnTo>
                <a:lnTo>
                  <a:pt x="1066869" y="867810"/>
                </a:lnTo>
                <a:lnTo>
                  <a:pt x="1133968" y="867810"/>
                </a:lnTo>
                <a:lnTo>
                  <a:pt x="1133968" y="890176"/>
                </a:lnTo>
                <a:moveTo>
                  <a:pt x="1044503" y="890176"/>
                </a:moveTo>
                <a:lnTo>
                  <a:pt x="977404" y="890176"/>
                </a:lnTo>
                <a:lnTo>
                  <a:pt x="977404" y="867810"/>
                </a:lnTo>
                <a:lnTo>
                  <a:pt x="1044503" y="867810"/>
                </a:lnTo>
                <a:lnTo>
                  <a:pt x="1044503" y="890176"/>
                </a:lnTo>
                <a:moveTo>
                  <a:pt x="955038" y="890176"/>
                </a:moveTo>
                <a:lnTo>
                  <a:pt x="887939" y="890176"/>
                </a:lnTo>
                <a:lnTo>
                  <a:pt x="887939" y="867810"/>
                </a:lnTo>
                <a:lnTo>
                  <a:pt x="955038" y="867810"/>
                </a:lnTo>
                <a:lnTo>
                  <a:pt x="955038" y="890176"/>
                </a:lnTo>
                <a:moveTo>
                  <a:pt x="865573" y="890176"/>
                </a:moveTo>
                <a:lnTo>
                  <a:pt x="798475" y="890176"/>
                </a:lnTo>
                <a:lnTo>
                  <a:pt x="798475" y="867810"/>
                </a:lnTo>
                <a:lnTo>
                  <a:pt x="865573" y="867810"/>
                </a:lnTo>
                <a:lnTo>
                  <a:pt x="865573" y="890176"/>
                </a:lnTo>
                <a:moveTo>
                  <a:pt x="776108" y="890176"/>
                </a:moveTo>
                <a:lnTo>
                  <a:pt x="709009" y="890176"/>
                </a:lnTo>
                <a:lnTo>
                  <a:pt x="709009" y="867810"/>
                </a:lnTo>
                <a:lnTo>
                  <a:pt x="776108" y="867810"/>
                </a:lnTo>
                <a:lnTo>
                  <a:pt x="776108" y="890176"/>
                </a:lnTo>
                <a:moveTo>
                  <a:pt x="686643" y="890176"/>
                </a:moveTo>
                <a:lnTo>
                  <a:pt x="619545" y="890176"/>
                </a:lnTo>
                <a:lnTo>
                  <a:pt x="619545" y="867810"/>
                </a:lnTo>
                <a:lnTo>
                  <a:pt x="686643" y="867810"/>
                </a:lnTo>
                <a:lnTo>
                  <a:pt x="686643" y="890176"/>
                </a:lnTo>
                <a:moveTo>
                  <a:pt x="597179" y="890176"/>
                </a:moveTo>
                <a:lnTo>
                  <a:pt x="530079" y="890176"/>
                </a:lnTo>
                <a:lnTo>
                  <a:pt x="530079" y="867810"/>
                </a:lnTo>
                <a:lnTo>
                  <a:pt x="597179" y="867810"/>
                </a:lnTo>
                <a:lnTo>
                  <a:pt x="597179" y="890176"/>
                </a:lnTo>
                <a:moveTo>
                  <a:pt x="507713" y="890176"/>
                </a:moveTo>
                <a:lnTo>
                  <a:pt x="440615" y="890176"/>
                </a:lnTo>
                <a:lnTo>
                  <a:pt x="440615" y="867810"/>
                </a:lnTo>
                <a:lnTo>
                  <a:pt x="507713" y="867810"/>
                </a:lnTo>
                <a:lnTo>
                  <a:pt x="507713" y="890176"/>
                </a:lnTo>
                <a:moveTo>
                  <a:pt x="418249" y="890176"/>
                </a:moveTo>
                <a:lnTo>
                  <a:pt x="351149" y="890176"/>
                </a:lnTo>
                <a:lnTo>
                  <a:pt x="351149" y="867810"/>
                </a:lnTo>
                <a:lnTo>
                  <a:pt x="418249" y="867810"/>
                </a:lnTo>
                <a:lnTo>
                  <a:pt x="418249" y="890176"/>
                </a:lnTo>
                <a:moveTo>
                  <a:pt x="328783" y="890176"/>
                </a:moveTo>
                <a:lnTo>
                  <a:pt x="261685" y="890176"/>
                </a:lnTo>
                <a:lnTo>
                  <a:pt x="261685" y="867810"/>
                </a:lnTo>
                <a:lnTo>
                  <a:pt x="328783" y="867810"/>
                </a:lnTo>
                <a:lnTo>
                  <a:pt x="328783" y="890176"/>
                </a:lnTo>
                <a:moveTo>
                  <a:pt x="239319" y="890176"/>
                </a:moveTo>
                <a:lnTo>
                  <a:pt x="172220" y="890176"/>
                </a:lnTo>
                <a:lnTo>
                  <a:pt x="172220" y="867810"/>
                </a:lnTo>
                <a:lnTo>
                  <a:pt x="239319" y="867810"/>
                </a:lnTo>
                <a:lnTo>
                  <a:pt x="239319" y="890176"/>
                </a:lnTo>
                <a:moveTo>
                  <a:pt x="149854" y="890176"/>
                </a:moveTo>
                <a:lnTo>
                  <a:pt x="82755" y="890176"/>
                </a:lnTo>
                <a:lnTo>
                  <a:pt x="82755" y="867810"/>
                </a:lnTo>
                <a:lnTo>
                  <a:pt x="149854" y="867810"/>
                </a:lnTo>
                <a:lnTo>
                  <a:pt x="149854" y="890176"/>
                </a:lnTo>
                <a:moveTo>
                  <a:pt x="60389" y="890176"/>
                </a:moveTo>
                <a:lnTo>
                  <a:pt x="11183" y="890176"/>
                </a:lnTo>
                <a:lnTo>
                  <a:pt x="11183" y="867810"/>
                </a:lnTo>
                <a:lnTo>
                  <a:pt x="60389" y="867810"/>
                </a:lnTo>
                <a:lnTo>
                  <a:pt x="60389" y="890176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F175D72-46E7-4FA8-954B-F7E56AF99E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45f4d0f8f4ce6"/>
          <a:stretch xmlns:a="http://schemas.openxmlformats.org/drawingml/2006/main"/>
        </p:blipFill>
        <p:spPr>
          <a:xfrm xmlns:a="http://schemas.openxmlformats.org/drawingml/2006/main">
            <a:off x="13182600" y="4038600"/>
            <a:ext cx="228600" cy="342900"/>
          </a:xfrm>
          <a:prstGeom xmlns:a="http://schemas.openxmlformats.org/drawingml/2006/main" prst="rect">
            <a:avLst/>
          </a:prstGeom>
        </p:spPr>
      </p:pic>
      <p:sp>
        <p:nvSpPr>
          <p:cNvPr id="312" name="path-220">
            <a:extLst xmlns:a="http://schemas.openxmlformats.org/drawingml/2006/main">
              <a:ext uri="{FF2B5EF4-FFF2-40B4-BE49-F238E27FC236}">
                <a16:creationId xmlns:a16="http://schemas.microsoft.com/office/drawing/2014/main" id="{974F62D2-6102-41C9-BFFC-63E0959A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730" y="3778475"/>
            <a:ext cx="1482880" cy="1432557"/>
          </a:xfrm>
          <a:custGeom xmlns:a="http://schemas.openxmlformats.org/drawingml/2006/main">
            <a:pathLst>
              <a:path w="1482880" h="1432557">
                <a:moveTo>
                  <a:pt x="1482880" y="0"/>
                </a:moveTo>
                <a:lnTo>
                  <a:pt x="1482880" y="1432557"/>
                </a:lnTo>
                <a:lnTo>
                  <a:pt x="0" y="1432557"/>
                </a:lnTo>
                <a:lnTo>
                  <a:pt x="0" y="0"/>
                </a:lnTo>
                <a:lnTo>
                  <a:pt x="1482880" y="0"/>
                </a:lnTo>
                <a:moveTo>
                  <a:pt x="11183" y="22366"/>
                </a:moveTo>
                <a:lnTo>
                  <a:pt x="22366" y="11183"/>
                </a:lnTo>
                <a:lnTo>
                  <a:pt x="22366" y="1421374"/>
                </a:lnTo>
                <a:lnTo>
                  <a:pt x="11183" y="1410190"/>
                </a:lnTo>
                <a:lnTo>
                  <a:pt x="1471697" y="1410190"/>
                </a:lnTo>
                <a:lnTo>
                  <a:pt x="1460513" y="1421374"/>
                </a:lnTo>
                <a:lnTo>
                  <a:pt x="1460513" y="11183"/>
                </a:lnTo>
                <a:lnTo>
                  <a:pt x="1471697" y="22366"/>
                </a:lnTo>
                <a:lnTo>
                  <a:pt x="11183" y="22366"/>
                </a:ln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221">
            <a:extLst xmlns:a="http://schemas.openxmlformats.org/drawingml/2006/main">
              <a:ext uri="{FF2B5EF4-FFF2-40B4-BE49-F238E27FC236}">
                <a16:creationId xmlns:a16="http://schemas.microsoft.com/office/drawing/2014/main" id="{4269A8FD-1177-4A83-AAA3-DE8A3A1C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738" y="5815479"/>
            <a:ext cx="2435680" cy="1416901"/>
          </a:xfrm>
          <a:custGeom xmlns:a="http://schemas.openxmlformats.org/drawingml/2006/main">
            <a:pathLst>
              <a:path w="2435680" h="1416901">
                <a:moveTo>
                  <a:pt x="0" y="1402921"/>
                </a:moveTo>
                <a:lnTo>
                  <a:pt x="0" y="1374964"/>
                </a:lnTo>
                <a:lnTo>
                  <a:pt x="27956" y="1374964"/>
                </a:lnTo>
                <a:lnTo>
                  <a:pt x="27956" y="1402921"/>
                </a:lnTo>
                <a:lnTo>
                  <a:pt x="0" y="1402921"/>
                </a:lnTo>
                <a:moveTo>
                  <a:pt x="0" y="1347006"/>
                </a:moveTo>
                <a:lnTo>
                  <a:pt x="0" y="1319049"/>
                </a:lnTo>
                <a:lnTo>
                  <a:pt x="27956" y="1319049"/>
                </a:lnTo>
                <a:lnTo>
                  <a:pt x="27956" y="1347006"/>
                </a:lnTo>
                <a:lnTo>
                  <a:pt x="0" y="1347006"/>
                </a:lnTo>
                <a:moveTo>
                  <a:pt x="0" y="1291090"/>
                </a:moveTo>
                <a:lnTo>
                  <a:pt x="0" y="1263133"/>
                </a:lnTo>
                <a:lnTo>
                  <a:pt x="27956" y="1263133"/>
                </a:lnTo>
                <a:lnTo>
                  <a:pt x="27956" y="1291090"/>
                </a:lnTo>
                <a:lnTo>
                  <a:pt x="0" y="1291090"/>
                </a:lnTo>
                <a:moveTo>
                  <a:pt x="0" y="1235175"/>
                </a:moveTo>
                <a:lnTo>
                  <a:pt x="0" y="1207217"/>
                </a:lnTo>
                <a:lnTo>
                  <a:pt x="27956" y="1207217"/>
                </a:lnTo>
                <a:lnTo>
                  <a:pt x="27956" y="1235175"/>
                </a:lnTo>
                <a:lnTo>
                  <a:pt x="0" y="1235175"/>
                </a:lnTo>
                <a:moveTo>
                  <a:pt x="0" y="1179259"/>
                </a:moveTo>
                <a:lnTo>
                  <a:pt x="0" y="1151302"/>
                </a:lnTo>
                <a:lnTo>
                  <a:pt x="27956" y="1151302"/>
                </a:lnTo>
                <a:lnTo>
                  <a:pt x="27956" y="1179259"/>
                </a:lnTo>
                <a:lnTo>
                  <a:pt x="0" y="1179259"/>
                </a:lnTo>
                <a:moveTo>
                  <a:pt x="0" y="1123344"/>
                </a:moveTo>
                <a:lnTo>
                  <a:pt x="0" y="1095386"/>
                </a:lnTo>
                <a:lnTo>
                  <a:pt x="27956" y="1095386"/>
                </a:lnTo>
                <a:lnTo>
                  <a:pt x="27956" y="1123344"/>
                </a:lnTo>
                <a:lnTo>
                  <a:pt x="0" y="1123344"/>
                </a:lnTo>
                <a:moveTo>
                  <a:pt x="0" y="1067428"/>
                </a:moveTo>
                <a:lnTo>
                  <a:pt x="0" y="1039470"/>
                </a:lnTo>
                <a:lnTo>
                  <a:pt x="27956" y="1039470"/>
                </a:lnTo>
                <a:lnTo>
                  <a:pt x="27956" y="1067428"/>
                </a:lnTo>
                <a:lnTo>
                  <a:pt x="0" y="1067428"/>
                </a:lnTo>
                <a:moveTo>
                  <a:pt x="0" y="1011513"/>
                </a:moveTo>
                <a:lnTo>
                  <a:pt x="0" y="983555"/>
                </a:lnTo>
                <a:lnTo>
                  <a:pt x="27956" y="983555"/>
                </a:lnTo>
                <a:lnTo>
                  <a:pt x="27956" y="1011513"/>
                </a:lnTo>
                <a:lnTo>
                  <a:pt x="0" y="1011513"/>
                </a:lnTo>
                <a:moveTo>
                  <a:pt x="0" y="955597"/>
                </a:moveTo>
                <a:lnTo>
                  <a:pt x="0" y="927639"/>
                </a:lnTo>
                <a:lnTo>
                  <a:pt x="27956" y="927639"/>
                </a:lnTo>
                <a:lnTo>
                  <a:pt x="27956" y="955597"/>
                </a:lnTo>
                <a:lnTo>
                  <a:pt x="0" y="955597"/>
                </a:lnTo>
                <a:moveTo>
                  <a:pt x="0" y="899682"/>
                </a:moveTo>
                <a:lnTo>
                  <a:pt x="0" y="871724"/>
                </a:lnTo>
                <a:lnTo>
                  <a:pt x="27956" y="871724"/>
                </a:lnTo>
                <a:lnTo>
                  <a:pt x="27956" y="899682"/>
                </a:lnTo>
                <a:lnTo>
                  <a:pt x="0" y="899682"/>
                </a:lnTo>
                <a:moveTo>
                  <a:pt x="0" y="843766"/>
                </a:moveTo>
                <a:lnTo>
                  <a:pt x="0" y="815808"/>
                </a:lnTo>
                <a:lnTo>
                  <a:pt x="27956" y="815808"/>
                </a:lnTo>
                <a:lnTo>
                  <a:pt x="27956" y="843766"/>
                </a:lnTo>
                <a:lnTo>
                  <a:pt x="0" y="843766"/>
                </a:lnTo>
                <a:moveTo>
                  <a:pt x="0" y="787850"/>
                </a:moveTo>
                <a:lnTo>
                  <a:pt x="0" y="759893"/>
                </a:lnTo>
                <a:lnTo>
                  <a:pt x="27956" y="759893"/>
                </a:lnTo>
                <a:lnTo>
                  <a:pt x="27956" y="787850"/>
                </a:lnTo>
                <a:lnTo>
                  <a:pt x="0" y="787850"/>
                </a:lnTo>
                <a:moveTo>
                  <a:pt x="0" y="731935"/>
                </a:moveTo>
                <a:lnTo>
                  <a:pt x="0" y="703977"/>
                </a:lnTo>
                <a:lnTo>
                  <a:pt x="27956" y="703977"/>
                </a:lnTo>
                <a:lnTo>
                  <a:pt x="27956" y="731935"/>
                </a:lnTo>
                <a:lnTo>
                  <a:pt x="0" y="731935"/>
                </a:lnTo>
                <a:moveTo>
                  <a:pt x="0" y="676019"/>
                </a:moveTo>
                <a:lnTo>
                  <a:pt x="0" y="648062"/>
                </a:lnTo>
                <a:lnTo>
                  <a:pt x="27956" y="648062"/>
                </a:lnTo>
                <a:lnTo>
                  <a:pt x="27956" y="676019"/>
                </a:lnTo>
                <a:lnTo>
                  <a:pt x="0" y="676019"/>
                </a:lnTo>
                <a:moveTo>
                  <a:pt x="0" y="620104"/>
                </a:moveTo>
                <a:lnTo>
                  <a:pt x="0" y="592146"/>
                </a:lnTo>
                <a:lnTo>
                  <a:pt x="27956" y="592146"/>
                </a:lnTo>
                <a:lnTo>
                  <a:pt x="27956" y="620104"/>
                </a:lnTo>
                <a:lnTo>
                  <a:pt x="0" y="620104"/>
                </a:lnTo>
                <a:moveTo>
                  <a:pt x="0" y="564188"/>
                </a:moveTo>
                <a:lnTo>
                  <a:pt x="0" y="536231"/>
                </a:lnTo>
                <a:lnTo>
                  <a:pt x="27956" y="536231"/>
                </a:lnTo>
                <a:lnTo>
                  <a:pt x="27956" y="564188"/>
                </a:lnTo>
                <a:lnTo>
                  <a:pt x="0" y="564188"/>
                </a:lnTo>
                <a:moveTo>
                  <a:pt x="0" y="508272"/>
                </a:moveTo>
                <a:lnTo>
                  <a:pt x="0" y="480315"/>
                </a:lnTo>
                <a:lnTo>
                  <a:pt x="27956" y="480315"/>
                </a:lnTo>
                <a:lnTo>
                  <a:pt x="27956" y="508272"/>
                </a:lnTo>
                <a:lnTo>
                  <a:pt x="0" y="508272"/>
                </a:lnTo>
                <a:moveTo>
                  <a:pt x="0" y="452357"/>
                </a:moveTo>
                <a:lnTo>
                  <a:pt x="0" y="424399"/>
                </a:lnTo>
                <a:lnTo>
                  <a:pt x="27956" y="424399"/>
                </a:lnTo>
                <a:lnTo>
                  <a:pt x="27956" y="452357"/>
                </a:lnTo>
                <a:lnTo>
                  <a:pt x="0" y="452357"/>
                </a:lnTo>
                <a:moveTo>
                  <a:pt x="0" y="396441"/>
                </a:moveTo>
                <a:lnTo>
                  <a:pt x="0" y="368484"/>
                </a:lnTo>
                <a:lnTo>
                  <a:pt x="27956" y="368484"/>
                </a:lnTo>
                <a:lnTo>
                  <a:pt x="27956" y="396441"/>
                </a:lnTo>
                <a:lnTo>
                  <a:pt x="0" y="396441"/>
                </a:lnTo>
                <a:moveTo>
                  <a:pt x="0" y="340526"/>
                </a:moveTo>
                <a:lnTo>
                  <a:pt x="0" y="312568"/>
                </a:lnTo>
                <a:lnTo>
                  <a:pt x="27956" y="312568"/>
                </a:lnTo>
                <a:lnTo>
                  <a:pt x="27956" y="340526"/>
                </a:lnTo>
                <a:lnTo>
                  <a:pt x="0" y="340526"/>
                </a:lnTo>
                <a:moveTo>
                  <a:pt x="0" y="284611"/>
                </a:moveTo>
                <a:lnTo>
                  <a:pt x="0" y="256652"/>
                </a:lnTo>
                <a:lnTo>
                  <a:pt x="27956" y="256652"/>
                </a:lnTo>
                <a:lnTo>
                  <a:pt x="27956" y="284611"/>
                </a:lnTo>
                <a:lnTo>
                  <a:pt x="0" y="284611"/>
                </a:lnTo>
                <a:moveTo>
                  <a:pt x="0" y="228695"/>
                </a:moveTo>
                <a:lnTo>
                  <a:pt x="0" y="200737"/>
                </a:lnTo>
                <a:lnTo>
                  <a:pt x="27956" y="200737"/>
                </a:lnTo>
                <a:lnTo>
                  <a:pt x="27956" y="228695"/>
                </a:lnTo>
                <a:lnTo>
                  <a:pt x="0" y="228695"/>
                </a:lnTo>
                <a:moveTo>
                  <a:pt x="0" y="172779"/>
                </a:moveTo>
                <a:lnTo>
                  <a:pt x="0" y="144821"/>
                </a:lnTo>
                <a:lnTo>
                  <a:pt x="27956" y="144821"/>
                </a:lnTo>
                <a:lnTo>
                  <a:pt x="27956" y="172779"/>
                </a:lnTo>
                <a:lnTo>
                  <a:pt x="0" y="172779"/>
                </a:lnTo>
                <a:moveTo>
                  <a:pt x="0" y="116864"/>
                </a:moveTo>
                <a:lnTo>
                  <a:pt x="0" y="88906"/>
                </a:lnTo>
                <a:lnTo>
                  <a:pt x="27956" y="88906"/>
                </a:lnTo>
                <a:lnTo>
                  <a:pt x="27956" y="116864"/>
                </a:lnTo>
                <a:lnTo>
                  <a:pt x="0" y="116864"/>
                </a:lnTo>
                <a:moveTo>
                  <a:pt x="0" y="60948"/>
                </a:moveTo>
                <a:lnTo>
                  <a:pt x="0" y="32990"/>
                </a:lnTo>
                <a:lnTo>
                  <a:pt x="27956" y="32990"/>
                </a:lnTo>
                <a:lnTo>
                  <a:pt x="27956" y="60948"/>
                </a:lnTo>
                <a:lnTo>
                  <a:pt x="0" y="60948"/>
                </a:lnTo>
                <a:moveTo>
                  <a:pt x="22924" y="0"/>
                </a:moveTo>
                <a:lnTo>
                  <a:pt x="50882" y="0"/>
                </a:lnTo>
                <a:lnTo>
                  <a:pt x="50882" y="27958"/>
                </a:lnTo>
                <a:lnTo>
                  <a:pt x="22924" y="27958"/>
                </a:lnTo>
                <a:lnTo>
                  <a:pt x="22924" y="0"/>
                </a:lnTo>
                <a:moveTo>
                  <a:pt x="78839" y="0"/>
                </a:moveTo>
                <a:lnTo>
                  <a:pt x="106798" y="0"/>
                </a:lnTo>
                <a:lnTo>
                  <a:pt x="106798" y="27958"/>
                </a:lnTo>
                <a:lnTo>
                  <a:pt x="78839" y="27958"/>
                </a:lnTo>
                <a:lnTo>
                  <a:pt x="78839" y="0"/>
                </a:lnTo>
                <a:moveTo>
                  <a:pt x="134756" y="0"/>
                </a:moveTo>
                <a:lnTo>
                  <a:pt x="162713" y="0"/>
                </a:lnTo>
                <a:lnTo>
                  <a:pt x="162713" y="27958"/>
                </a:lnTo>
                <a:lnTo>
                  <a:pt x="134756" y="27958"/>
                </a:lnTo>
                <a:lnTo>
                  <a:pt x="134756" y="0"/>
                </a:lnTo>
                <a:moveTo>
                  <a:pt x="190671" y="0"/>
                </a:moveTo>
                <a:lnTo>
                  <a:pt x="218629" y="0"/>
                </a:lnTo>
                <a:lnTo>
                  <a:pt x="218629" y="27958"/>
                </a:lnTo>
                <a:lnTo>
                  <a:pt x="190671" y="27958"/>
                </a:lnTo>
                <a:lnTo>
                  <a:pt x="190671" y="0"/>
                </a:lnTo>
                <a:moveTo>
                  <a:pt x="246586" y="0"/>
                </a:moveTo>
                <a:lnTo>
                  <a:pt x="274545" y="0"/>
                </a:lnTo>
                <a:lnTo>
                  <a:pt x="274545" y="27958"/>
                </a:lnTo>
                <a:lnTo>
                  <a:pt x="246586" y="27958"/>
                </a:lnTo>
                <a:lnTo>
                  <a:pt x="246586" y="0"/>
                </a:lnTo>
                <a:moveTo>
                  <a:pt x="302502" y="0"/>
                </a:moveTo>
                <a:lnTo>
                  <a:pt x="330460" y="0"/>
                </a:lnTo>
                <a:lnTo>
                  <a:pt x="330460" y="27958"/>
                </a:lnTo>
                <a:lnTo>
                  <a:pt x="302502" y="27958"/>
                </a:lnTo>
                <a:lnTo>
                  <a:pt x="302502" y="0"/>
                </a:lnTo>
                <a:moveTo>
                  <a:pt x="358418" y="0"/>
                </a:moveTo>
                <a:lnTo>
                  <a:pt x="386375" y="0"/>
                </a:lnTo>
                <a:lnTo>
                  <a:pt x="386375" y="27958"/>
                </a:lnTo>
                <a:lnTo>
                  <a:pt x="358418" y="27958"/>
                </a:lnTo>
                <a:lnTo>
                  <a:pt x="358418" y="0"/>
                </a:lnTo>
                <a:moveTo>
                  <a:pt x="414333" y="0"/>
                </a:moveTo>
                <a:lnTo>
                  <a:pt x="442292" y="0"/>
                </a:lnTo>
                <a:lnTo>
                  <a:pt x="442292" y="27958"/>
                </a:lnTo>
                <a:lnTo>
                  <a:pt x="414333" y="27958"/>
                </a:lnTo>
                <a:lnTo>
                  <a:pt x="414333" y="0"/>
                </a:lnTo>
                <a:moveTo>
                  <a:pt x="470249" y="0"/>
                </a:moveTo>
                <a:lnTo>
                  <a:pt x="498207" y="0"/>
                </a:lnTo>
                <a:lnTo>
                  <a:pt x="498207" y="27958"/>
                </a:lnTo>
                <a:lnTo>
                  <a:pt x="470249" y="27958"/>
                </a:lnTo>
                <a:lnTo>
                  <a:pt x="470249" y="0"/>
                </a:lnTo>
                <a:moveTo>
                  <a:pt x="526164" y="0"/>
                </a:moveTo>
                <a:lnTo>
                  <a:pt x="554122" y="0"/>
                </a:lnTo>
                <a:lnTo>
                  <a:pt x="554122" y="27958"/>
                </a:lnTo>
                <a:lnTo>
                  <a:pt x="526164" y="27958"/>
                </a:lnTo>
                <a:lnTo>
                  <a:pt x="526164" y="0"/>
                </a:lnTo>
                <a:moveTo>
                  <a:pt x="582080" y="0"/>
                </a:moveTo>
                <a:lnTo>
                  <a:pt x="610038" y="0"/>
                </a:lnTo>
                <a:lnTo>
                  <a:pt x="610038" y="27958"/>
                </a:lnTo>
                <a:lnTo>
                  <a:pt x="582080" y="27958"/>
                </a:lnTo>
                <a:lnTo>
                  <a:pt x="582080" y="0"/>
                </a:lnTo>
                <a:moveTo>
                  <a:pt x="637996" y="0"/>
                </a:moveTo>
                <a:lnTo>
                  <a:pt x="665954" y="0"/>
                </a:lnTo>
                <a:lnTo>
                  <a:pt x="665954" y="27958"/>
                </a:lnTo>
                <a:lnTo>
                  <a:pt x="637996" y="27958"/>
                </a:lnTo>
                <a:lnTo>
                  <a:pt x="637996" y="0"/>
                </a:lnTo>
                <a:moveTo>
                  <a:pt x="693911" y="0"/>
                </a:moveTo>
                <a:lnTo>
                  <a:pt x="721869" y="0"/>
                </a:lnTo>
                <a:lnTo>
                  <a:pt x="721869" y="27958"/>
                </a:lnTo>
                <a:lnTo>
                  <a:pt x="693911" y="27958"/>
                </a:lnTo>
                <a:lnTo>
                  <a:pt x="693911" y="0"/>
                </a:lnTo>
                <a:moveTo>
                  <a:pt x="749826" y="0"/>
                </a:moveTo>
                <a:lnTo>
                  <a:pt x="777784" y="0"/>
                </a:lnTo>
                <a:lnTo>
                  <a:pt x="777784" y="27958"/>
                </a:lnTo>
                <a:lnTo>
                  <a:pt x="749826" y="27958"/>
                </a:lnTo>
                <a:lnTo>
                  <a:pt x="749826" y="0"/>
                </a:lnTo>
                <a:moveTo>
                  <a:pt x="805743" y="0"/>
                </a:moveTo>
                <a:lnTo>
                  <a:pt x="833700" y="0"/>
                </a:lnTo>
                <a:lnTo>
                  <a:pt x="833700" y="27958"/>
                </a:lnTo>
                <a:lnTo>
                  <a:pt x="805743" y="27958"/>
                </a:lnTo>
                <a:lnTo>
                  <a:pt x="805743" y="0"/>
                </a:lnTo>
                <a:moveTo>
                  <a:pt x="861658" y="0"/>
                </a:moveTo>
                <a:lnTo>
                  <a:pt x="889615" y="0"/>
                </a:lnTo>
                <a:lnTo>
                  <a:pt x="889615" y="27958"/>
                </a:lnTo>
                <a:lnTo>
                  <a:pt x="861658" y="27958"/>
                </a:lnTo>
                <a:lnTo>
                  <a:pt x="861658" y="0"/>
                </a:lnTo>
                <a:moveTo>
                  <a:pt x="917573" y="0"/>
                </a:moveTo>
                <a:lnTo>
                  <a:pt x="945531" y="0"/>
                </a:lnTo>
                <a:lnTo>
                  <a:pt x="945531" y="27958"/>
                </a:lnTo>
                <a:lnTo>
                  <a:pt x="917573" y="27958"/>
                </a:lnTo>
                <a:lnTo>
                  <a:pt x="917573" y="0"/>
                </a:lnTo>
                <a:moveTo>
                  <a:pt x="973489" y="0"/>
                </a:moveTo>
                <a:lnTo>
                  <a:pt x="1001447" y="0"/>
                </a:lnTo>
                <a:lnTo>
                  <a:pt x="1001447" y="27958"/>
                </a:lnTo>
                <a:lnTo>
                  <a:pt x="973489" y="27958"/>
                </a:lnTo>
                <a:lnTo>
                  <a:pt x="973489" y="0"/>
                </a:lnTo>
                <a:moveTo>
                  <a:pt x="1029405" y="0"/>
                </a:moveTo>
                <a:lnTo>
                  <a:pt x="1057362" y="0"/>
                </a:lnTo>
                <a:lnTo>
                  <a:pt x="1057362" y="27958"/>
                </a:lnTo>
                <a:lnTo>
                  <a:pt x="1029405" y="27958"/>
                </a:lnTo>
                <a:lnTo>
                  <a:pt x="1029405" y="0"/>
                </a:lnTo>
                <a:moveTo>
                  <a:pt x="1085320" y="0"/>
                </a:moveTo>
                <a:lnTo>
                  <a:pt x="1113277" y="0"/>
                </a:lnTo>
                <a:lnTo>
                  <a:pt x="1113277" y="27958"/>
                </a:lnTo>
                <a:lnTo>
                  <a:pt x="1085320" y="27958"/>
                </a:lnTo>
                <a:lnTo>
                  <a:pt x="1085320" y="0"/>
                </a:lnTo>
                <a:moveTo>
                  <a:pt x="1141236" y="0"/>
                </a:moveTo>
                <a:lnTo>
                  <a:pt x="1169194" y="0"/>
                </a:lnTo>
                <a:lnTo>
                  <a:pt x="1169194" y="27958"/>
                </a:lnTo>
                <a:lnTo>
                  <a:pt x="1141236" y="27958"/>
                </a:lnTo>
                <a:lnTo>
                  <a:pt x="1141236" y="0"/>
                </a:lnTo>
                <a:moveTo>
                  <a:pt x="1197151" y="0"/>
                </a:moveTo>
                <a:lnTo>
                  <a:pt x="1225109" y="0"/>
                </a:lnTo>
                <a:lnTo>
                  <a:pt x="1225109" y="27958"/>
                </a:lnTo>
                <a:lnTo>
                  <a:pt x="1197151" y="27958"/>
                </a:lnTo>
                <a:lnTo>
                  <a:pt x="1197151" y="0"/>
                </a:lnTo>
                <a:moveTo>
                  <a:pt x="1253067" y="0"/>
                </a:moveTo>
                <a:lnTo>
                  <a:pt x="1281024" y="0"/>
                </a:lnTo>
                <a:lnTo>
                  <a:pt x="1281024" y="27958"/>
                </a:lnTo>
                <a:lnTo>
                  <a:pt x="1253067" y="27958"/>
                </a:lnTo>
                <a:lnTo>
                  <a:pt x="1253067" y="0"/>
                </a:lnTo>
                <a:moveTo>
                  <a:pt x="1308982" y="0"/>
                </a:moveTo>
                <a:lnTo>
                  <a:pt x="1336940" y="0"/>
                </a:lnTo>
                <a:lnTo>
                  <a:pt x="1336940" y="27958"/>
                </a:lnTo>
                <a:lnTo>
                  <a:pt x="1308982" y="27958"/>
                </a:lnTo>
                <a:lnTo>
                  <a:pt x="1308982" y="0"/>
                </a:lnTo>
                <a:moveTo>
                  <a:pt x="1364898" y="0"/>
                </a:moveTo>
                <a:lnTo>
                  <a:pt x="1392856" y="0"/>
                </a:lnTo>
                <a:lnTo>
                  <a:pt x="1392856" y="27958"/>
                </a:lnTo>
                <a:lnTo>
                  <a:pt x="1364898" y="27958"/>
                </a:lnTo>
                <a:lnTo>
                  <a:pt x="1364898" y="0"/>
                </a:lnTo>
                <a:moveTo>
                  <a:pt x="1420813" y="0"/>
                </a:moveTo>
                <a:lnTo>
                  <a:pt x="1448771" y="0"/>
                </a:lnTo>
                <a:lnTo>
                  <a:pt x="1448771" y="27958"/>
                </a:lnTo>
                <a:lnTo>
                  <a:pt x="1420813" y="27958"/>
                </a:lnTo>
                <a:lnTo>
                  <a:pt x="1420813" y="0"/>
                </a:lnTo>
                <a:moveTo>
                  <a:pt x="1476728" y="0"/>
                </a:moveTo>
                <a:lnTo>
                  <a:pt x="1504687" y="0"/>
                </a:lnTo>
                <a:lnTo>
                  <a:pt x="1504687" y="27958"/>
                </a:lnTo>
                <a:lnTo>
                  <a:pt x="1476728" y="27958"/>
                </a:lnTo>
                <a:lnTo>
                  <a:pt x="1476728" y="0"/>
                </a:lnTo>
                <a:moveTo>
                  <a:pt x="1532645" y="0"/>
                </a:moveTo>
                <a:lnTo>
                  <a:pt x="1560602" y="0"/>
                </a:lnTo>
                <a:lnTo>
                  <a:pt x="1560602" y="27958"/>
                </a:lnTo>
                <a:lnTo>
                  <a:pt x="1532645" y="27958"/>
                </a:lnTo>
                <a:lnTo>
                  <a:pt x="1532645" y="0"/>
                </a:lnTo>
                <a:moveTo>
                  <a:pt x="1588560" y="0"/>
                </a:moveTo>
                <a:lnTo>
                  <a:pt x="1616518" y="0"/>
                </a:lnTo>
                <a:lnTo>
                  <a:pt x="1616518" y="27958"/>
                </a:lnTo>
                <a:lnTo>
                  <a:pt x="1588560" y="27958"/>
                </a:lnTo>
                <a:lnTo>
                  <a:pt x="1588560" y="0"/>
                </a:lnTo>
                <a:moveTo>
                  <a:pt x="1644475" y="0"/>
                </a:moveTo>
                <a:lnTo>
                  <a:pt x="1672434" y="0"/>
                </a:lnTo>
                <a:lnTo>
                  <a:pt x="1672434" y="27958"/>
                </a:lnTo>
                <a:lnTo>
                  <a:pt x="1644475" y="27958"/>
                </a:lnTo>
                <a:lnTo>
                  <a:pt x="1644475" y="0"/>
                </a:lnTo>
                <a:moveTo>
                  <a:pt x="1700392" y="0"/>
                </a:moveTo>
                <a:lnTo>
                  <a:pt x="1728348" y="0"/>
                </a:lnTo>
                <a:lnTo>
                  <a:pt x="1728348" y="27958"/>
                </a:lnTo>
                <a:lnTo>
                  <a:pt x="1700392" y="27958"/>
                </a:lnTo>
                <a:lnTo>
                  <a:pt x="1700392" y="0"/>
                </a:lnTo>
                <a:moveTo>
                  <a:pt x="1756306" y="0"/>
                </a:moveTo>
                <a:lnTo>
                  <a:pt x="1784264" y="0"/>
                </a:lnTo>
                <a:lnTo>
                  <a:pt x="1784264" y="27958"/>
                </a:lnTo>
                <a:lnTo>
                  <a:pt x="1756306" y="27958"/>
                </a:lnTo>
                <a:lnTo>
                  <a:pt x="1756306" y="0"/>
                </a:lnTo>
                <a:moveTo>
                  <a:pt x="1812222" y="0"/>
                </a:moveTo>
                <a:lnTo>
                  <a:pt x="1840180" y="0"/>
                </a:lnTo>
                <a:lnTo>
                  <a:pt x="1840180" y="27958"/>
                </a:lnTo>
                <a:lnTo>
                  <a:pt x="1812222" y="27958"/>
                </a:lnTo>
                <a:lnTo>
                  <a:pt x="1812222" y="0"/>
                </a:lnTo>
                <a:moveTo>
                  <a:pt x="1868137" y="0"/>
                </a:moveTo>
                <a:lnTo>
                  <a:pt x="1896095" y="0"/>
                </a:lnTo>
                <a:lnTo>
                  <a:pt x="1896095" y="27958"/>
                </a:lnTo>
                <a:lnTo>
                  <a:pt x="1868137" y="27958"/>
                </a:lnTo>
                <a:lnTo>
                  <a:pt x="1868137" y="0"/>
                </a:lnTo>
                <a:moveTo>
                  <a:pt x="1924052" y="0"/>
                </a:moveTo>
                <a:lnTo>
                  <a:pt x="1952011" y="0"/>
                </a:lnTo>
                <a:lnTo>
                  <a:pt x="1952011" y="27958"/>
                </a:lnTo>
                <a:lnTo>
                  <a:pt x="1924052" y="27958"/>
                </a:lnTo>
                <a:lnTo>
                  <a:pt x="1924052" y="0"/>
                </a:lnTo>
                <a:moveTo>
                  <a:pt x="1979969" y="0"/>
                </a:moveTo>
                <a:lnTo>
                  <a:pt x="2007926" y="0"/>
                </a:lnTo>
                <a:lnTo>
                  <a:pt x="2007926" y="27958"/>
                </a:lnTo>
                <a:lnTo>
                  <a:pt x="1979969" y="27958"/>
                </a:lnTo>
                <a:lnTo>
                  <a:pt x="1979969" y="0"/>
                </a:lnTo>
                <a:moveTo>
                  <a:pt x="2035884" y="0"/>
                </a:moveTo>
                <a:lnTo>
                  <a:pt x="2063841" y="0"/>
                </a:lnTo>
                <a:lnTo>
                  <a:pt x="2063841" y="27958"/>
                </a:lnTo>
                <a:lnTo>
                  <a:pt x="2035884" y="27958"/>
                </a:lnTo>
                <a:lnTo>
                  <a:pt x="2035884" y="0"/>
                </a:lnTo>
                <a:moveTo>
                  <a:pt x="2091799" y="0"/>
                </a:moveTo>
                <a:lnTo>
                  <a:pt x="2119757" y="0"/>
                </a:lnTo>
                <a:lnTo>
                  <a:pt x="2119757" y="27958"/>
                </a:lnTo>
                <a:lnTo>
                  <a:pt x="2091799" y="27958"/>
                </a:lnTo>
                <a:lnTo>
                  <a:pt x="2091799" y="0"/>
                </a:lnTo>
                <a:moveTo>
                  <a:pt x="2147715" y="0"/>
                </a:moveTo>
                <a:lnTo>
                  <a:pt x="2175673" y="0"/>
                </a:lnTo>
                <a:lnTo>
                  <a:pt x="2175673" y="27958"/>
                </a:lnTo>
                <a:lnTo>
                  <a:pt x="2147715" y="27958"/>
                </a:lnTo>
                <a:lnTo>
                  <a:pt x="2147715" y="0"/>
                </a:lnTo>
                <a:moveTo>
                  <a:pt x="2203631" y="0"/>
                </a:moveTo>
                <a:lnTo>
                  <a:pt x="2231588" y="0"/>
                </a:lnTo>
                <a:lnTo>
                  <a:pt x="2231588" y="27958"/>
                </a:lnTo>
                <a:lnTo>
                  <a:pt x="2203631" y="27958"/>
                </a:lnTo>
                <a:lnTo>
                  <a:pt x="2203631" y="0"/>
                </a:lnTo>
                <a:moveTo>
                  <a:pt x="2259546" y="0"/>
                </a:moveTo>
                <a:lnTo>
                  <a:pt x="2287503" y="0"/>
                </a:lnTo>
                <a:lnTo>
                  <a:pt x="2287503" y="27958"/>
                </a:lnTo>
                <a:lnTo>
                  <a:pt x="2259546" y="27958"/>
                </a:lnTo>
                <a:lnTo>
                  <a:pt x="2259546" y="0"/>
                </a:lnTo>
                <a:moveTo>
                  <a:pt x="2315462" y="0"/>
                </a:moveTo>
                <a:lnTo>
                  <a:pt x="2343420" y="0"/>
                </a:lnTo>
                <a:lnTo>
                  <a:pt x="2343420" y="27958"/>
                </a:lnTo>
                <a:lnTo>
                  <a:pt x="2315462" y="27958"/>
                </a:lnTo>
                <a:lnTo>
                  <a:pt x="2315462" y="0"/>
                </a:lnTo>
                <a:moveTo>
                  <a:pt x="2371377" y="0"/>
                </a:moveTo>
                <a:lnTo>
                  <a:pt x="2399335" y="0"/>
                </a:lnTo>
                <a:lnTo>
                  <a:pt x="2399335" y="27958"/>
                </a:lnTo>
                <a:lnTo>
                  <a:pt x="2371377" y="27958"/>
                </a:lnTo>
                <a:lnTo>
                  <a:pt x="2371377" y="0"/>
                </a:lnTo>
                <a:moveTo>
                  <a:pt x="2435680" y="19570"/>
                </a:moveTo>
                <a:lnTo>
                  <a:pt x="2435680" y="47528"/>
                </a:lnTo>
                <a:lnTo>
                  <a:pt x="2407723" y="47528"/>
                </a:lnTo>
                <a:lnTo>
                  <a:pt x="2407723" y="19570"/>
                </a:lnTo>
                <a:lnTo>
                  <a:pt x="2435680" y="19570"/>
                </a:lnTo>
                <a:moveTo>
                  <a:pt x="2435680" y="75486"/>
                </a:moveTo>
                <a:lnTo>
                  <a:pt x="2435680" y="103444"/>
                </a:lnTo>
                <a:lnTo>
                  <a:pt x="2407723" y="103444"/>
                </a:lnTo>
                <a:lnTo>
                  <a:pt x="2407723" y="75486"/>
                </a:lnTo>
                <a:lnTo>
                  <a:pt x="2435680" y="75486"/>
                </a:lnTo>
                <a:moveTo>
                  <a:pt x="2435680" y="131402"/>
                </a:moveTo>
                <a:lnTo>
                  <a:pt x="2435680" y="159359"/>
                </a:lnTo>
                <a:lnTo>
                  <a:pt x="2407723" y="159359"/>
                </a:lnTo>
                <a:lnTo>
                  <a:pt x="2407723" y="131402"/>
                </a:lnTo>
                <a:lnTo>
                  <a:pt x="2435680" y="131402"/>
                </a:lnTo>
                <a:moveTo>
                  <a:pt x="2435680" y="187317"/>
                </a:moveTo>
                <a:lnTo>
                  <a:pt x="2435680" y="215275"/>
                </a:lnTo>
                <a:lnTo>
                  <a:pt x="2407723" y="215275"/>
                </a:lnTo>
                <a:lnTo>
                  <a:pt x="2407723" y="187317"/>
                </a:lnTo>
                <a:lnTo>
                  <a:pt x="2435680" y="187317"/>
                </a:lnTo>
                <a:moveTo>
                  <a:pt x="2435680" y="243233"/>
                </a:moveTo>
                <a:lnTo>
                  <a:pt x="2435680" y="271190"/>
                </a:lnTo>
                <a:lnTo>
                  <a:pt x="2407723" y="271190"/>
                </a:lnTo>
                <a:lnTo>
                  <a:pt x="2407723" y="243233"/>
                </a:lnTo>
                <a:lnTo>
                  <a:pt x="2435680" y="243233"/>
                </a:lnTo>
                <a:moveTo>
                  <a:pt x="2435680" y="299148"/>
                </a:moveTo>
                <a:lnTo>
                  <a:pt x="2435680" y="327106"/>
                </a:lnTo>
                <a:lnTo>
                  <a:pt x="2407723" y="327106"/>
                </a:lnTo>
                <a:lnTo>
                  <a:pt x="2407723" y="299148"/>
                </a:lnTo>
                <a:lnTo>
                  <a:pt x="2435680" y="299148"/>
                </a:lnTo>
                <a:moveTo>
                  <a:pt x="2435680" y="355064"/>
                </a:moveTo>
                <a:lnTo>
                  <a:pt x="2435680" y="383021"/>
                </a:lnTo>
                <a:lnTo>
                  <a:pt x="2407723" y="383021"/>
                </a:lnTo>
                <a:lnTo>
                  <a:pt x="2407723" y="355064"/>
                </a:lnTo>
                <a:lnTo>
                  <a:pt x="2435680" y="355064"/>
                </a:lnTo>
                <a:moveTo>
                  <a:pt x="2435680" y="410980"/>
                </a:moveTo>
                <a:lnTo>
                  <a:pt x="2435680" y="438937"/>
                </a:lnTo>
                <a:lnTo>
                  <a:pt x="2407723" y="438937"/>
                </a:lnTo>
                <a:lnTo>
                  <a:pt x="2407723" y="410980"/>
                </a:lnTo>
                <a:lnTo>
                  <a:pt x="2435680" y="410980"/>
                </a:lnTo>
                <a:moveTo>
                  <a:pt x="2435680" y="466895"/>
                </a:moveTo>
                <a:lnTo>
                  <a:pt x="2435680" y="494853"/>
                </a:lnTo>
                <a:lnTo>
                  <a:pt x="2407723" y="494853"/>
                </a:lnTo>
                <a:lnTo>
                  <a:pt x="2407723" y="466895"/>
                </a:lnTo>
                <a:lnTo>
                  <a:pt x="2435680" y="466895"/>
                </a:lnTo>
                <a:moveTo>
                  <a:pt x="2435680" y="522811"/>
                </a:moveTo>
                <a:lnTo>
                  <a:pt x="2435680" y="550768"/>
                </a:lnTo>
                <a:lnTo>
                  <a:pt x="2407723" y="550768"/>
                </a:lnTo>
                <a:lnTo>
                  <a:pt x="2407723" y="522811"/>
                </a:lnTo>
                <a:lnTo>
                  <a:pt x="2435680" y="522811"/>
                </a:lnTo>
                <a:moveTo>
                  <a:pt x="2435680" y="578726"/>
                </a:moveTo>
                <a:lnTo>
                  <a:pt x="2435680" y="606684"/>
                </a:lnTo>
                <a:lnTo>
                  <a:pt x="2407723" y="606684"/>
                </a:lnTo>
                <a:lnTo>
                  <a:pt x="2407723" y="578726"/>
                </a:lnTo>
                <a:lnTo>
                  <a:pt x="2435680" y="578726"/>
                </a:lnTo>
                <a:moveTo>
                  <a:pt x="2435680" y="634641"/>
                </a:moveTo>
                <a:lnTo>
                  <a:pt x="2435680" y="662600"/>
                </a:lnTo>
                <a:lnTo>
                  <a:pt x="2407723" y="662600"/>
                </a:lnTo>
                <a:lnTo>
                  <a:pt x="2407723" y="634641"/>
                </a:lnTo>
                <a:lnTo>
                  <a:pt x="2435680" y="634641"/>
                </a:lnTo>
                <a:moveTo>
                  <a:pt x="2435680" y="690557"/>
                </a:moveTo>
                <a:lnTo>
                  <a:pt x="2435680" y="718515"/>
                </a:lnTo>
                <a:lnTo>
                  <a:pt x="2407723" y="718515"/>
                </a:lnTo>
                <a:lnTo>
                  <a:pt x="2407723" y="690557"/>
                </a:lnTo>
                <a:lnTo>
                  <a:pt x="2435680" y="690557"/>
                </a:lnTo>
                <a:moveTo>
                  <a:pt x="2435680" y="746473"/>
                </a:moveTo>
                <a:lnTo>
                  <a:pt x="2435680" y="774431"/>
                </a:lnTo>
                <a:lnTo>
                  <a:pt x="2407723" y="774431"/>
                </a:lnTo>
                <a:lnTo>
                  <a:pt x="2407723" y="746473"/>
                </a:lnTo>
                <a:lnTo>
                  <a:pt x="2435680" y="746473"/>
                </a:lnTo>
                <a:moveTo>
                  <a:pt x="2435680" y="802388"/>
                </a:moveTo>
                <a:lnTo>
                  <a:pt x="2435680" y="830346"/>
                </a:lnTo>
                <a:lnTo>
                  <a:pt x="2407723" y="830346"/>
                </a:lnTo>
                <a:lnTo>
                  <a:pt x="2407723" y="802388"/>
                </a:lnTo>
                <a:lnTo>
                  <a:pt x="2435680" y="802388"/>
                </a:lnTo>
                <a:moveTo>
                  <a:pt x="2435680" y="858304"/>
                </a:moveTo>
                <a:lnTo>
                  <a:pt x="2435680" y="886262"/>
                </a:lnTo>
                <a:lnTo>
                  <a:pt x="2407723" y="886262"/>
                </a:lnTo>
                <a:lnTo>
                  <a:pt x="2407723" y="858304"/>
                </a:lnTo>
                <a:lnTo>
                  <a:pt x="2435680" y="858304"/>
                </a:lnTo>
                <a:moveTo>
                  <a:pt x="2435680" y="914219"/>
                </a:moveTo>
                <a:lnTo>
                  <a:pt x="2435680" y="942177"/>
                </a:lnTo>
                <a:lnTo>
                  <a:pt x="2407723" y="942177"/>
                </a:lnTo>
                <a:lnTo>
                  <a:pt x="2407723" y="914219"/>
                </a:lnTo>
                <a:lnTo>
                  <a:pt x="2435680" y="914219"/>
                </a:lnTo>
                <a:moveTo>
                  <a:pt x="2435680" y="970135"/>
                </a:moveTo>
                <a:lnTo>
                  <a:pt x="2435680" y="998093"/>
                </a:lnTo>
                <a:lnTo>
                  <a:pt x="2407723" y="998093"/>
                </a:lnTo>
                <a:lnTo>
                  <a:pt x="2407723" y="970135"/>
                </a:lnTo>
                <a:lnTo>
                  <a:pt x="2435680" y="970135"/>
                </a:lnTo>
                <a:moveTo>
                  <a:pt x="2435680" y="1026051"/>
                </a:moveTo>
                <a:lnTo>
                  <a:pt x="2435680" y="1054008"/>
                </a:lnTo>
                <a:lnTo>
                  <a:pt x="2407723" y="1054008"/>
                </a:lnTo>
                <a:lnTo>
                  <a:pt x="2407723" y="1026051"/>
                </a:lnTo>
                <a:lnTo>
                  <a:pt x="2435680" y="1026051"/>
                </a:lnTo>
                <a:moveTo>
                  <a:pt x="2435680" y="1081966"/>
                </a:moveTo>
                <a:lnTo>
                  <a:pt x="2435680" y="1109924"/>
                </a:lnTo>
                <a:lnTo>
                  <a:pt x="2407723" y="1109924"/>
                </a:lnTo>
                <a:lnTo>
                  <a:pt x="2407723" y="1081966"/>
                </a:lnTo>
                <a:lnTo>
                  <a:pt x="2435680" y="1081966"/>
                </a:lnTo>
                <a:moveTo>
                  <a:pt x="2435680" y="1137882"/>
                </a:moveTo>
                <a:lnTo>
                  <a:pt x="2435680" y="1165839"/>
                </a:lnTo>
                <a:lnTo>
                  <a:pt x="2407723" y="1165839"/>
                </a:lnTo>
                <a:lnTo>
                  <a:pt x="2407723" y="1137882"/>
                </a:lnTo>
                <a:lnTo>
                  <a:pt x="2435680" y="1137882"/>
                </a:lnTo>
                <a:moveTo>
                  <a:pt x="2435680" y="1193797"/>
                </a:moveTo>
                <a:lnTo>
                  <a:pt x="2435680" y="1221755"/>
                </a:lnTo>
                <a:lnTo>
                  <a:pt x="2407723" y="1221755"/>
                </a:lnTo>
                <a:lnTo>
                  <a:pt x="2407723" y="1193797"/>
                </a:lnTo>
                <a:lnTo>
                  <a:pt x="2435680" y="1193797"/>
                </a:lnTo>
                <a:moveTo>
                  <a:pt x="2435680" y="1249713"/>
                </a:moveTo>
                <a:lnTo>
                  <a:pt x="2435680" y="1277671"/>
                </a:lnTo>
                <a:lnTo>
                  <a:pt x="2407723" y="1277671"/>
                </a:lnTo>
                <a:lnTo>
                  <a:pt x="2407723" y="1249713"/>
                </a:lnTo>
                <a:lnTo>
                  <a:pt x="2435680" y="1249713"/>
                </a:lnTo>
                <a:moveTo>
                  <a:pt x="2435680" y="1305628"/>
                </a:moveTo>
                <a:lnTo>
                  <a:pt x="2435680" y="1333586"/>
                </a:lnTo>
                <a:lnTo>
                  <a:pt x="2407723" y="1333586"/>
                </a:lnTo>
                <a:lnTo>
                  <a:pt x="2407723" y="1305628"/>
                </a:lnTo>
                <a:lnTo>
                  <a:pt x="2435680" y="1305628"/>
                </a:lnTo>
                <a:moveTo>
                  <a:pt x="2435680" y="1361544"/>
                </a:moveTo>
                <a:lnTo>
                  <a:pt x="2435680" y="1389502"/>
                </a:lnTo>
                <a:lnTo>
                  <a:pt x="2407723" y="1389502"/>
                </a:lnTo>
                <a:lnTo>
                  <a:pt x="2407723" y="1361544"/>
                </a:lnTo>
                <a:lnTo>
                  <a:pt x="2435680" y="1361544"/>
                </a:lnTo>
                <a:moveTo>
                  <a:pt x="2407164" y="1416901"/>
                </a:moveTo>
                <a:lnTo>
                  <a:pt x="2379206" y="1416901"/>
                </a:lnTo>
                <a:lnTo>
                  <a:pt x="2379206" y="1388942"/>
                </a:lnTo>
                <a:lnTo>
                  <a:pt x="2407164" y="1388942"/>
                </a:lnTo>
                <a:lnTo>
                  <a:pt x="2407164" y="1416901"/>
                </a:lnTo>
                <a:moveTo>
                  <a:pt x="2351248" y="1416901"/>
                </a:moveTo>
                <a:lnTo>
                  <a:pt x="2323291" y="1416901"/>
                </a:lnTo>
                <a:lnTo>
                  <a:pt x="2323291" y="1388942"/>
                </a:lnTo>
                <a:lnTo>
                  <a:pt x="2351248" y="1388942"/>
                </a:lnTo>
                <a:lnTo>
                  <a:pt x="2351248" y="1416901"/>
                </a:lnTo>
                <a:moveTo>
                  <a:pt x="2295333" y="1416901"/>
                </a:moveTo>
                <a:lnTo>
                  <a:pt x="2267376" y="1416901"/>
                </a:lnTo>
                <a:lnTo>
                  <a:pt x="2267376" y="1388942"/>
                </a:lnTo>
                <a:lnTo>
                  <a:pt x="2295333" y="1388942"/>
                </a:lnTo>
                <a:lnTo>
                  <a:pt x="2295333" y="1416901"/>
                </a:lnTo>
                <a:moveTo>
                  <a:pt x="2239417" y="1416901"/>
                </a:moveTo>
                <a:lnTo>
                  <a:pt x="2211459" y="1416901"/>
                </a:lnTo>
                <a:lnTo>
                  <a:pt x="2211459" y="1388942"/>
                </a:lnTo>
                <a:lnTo>
                  <a:pt x="2239417" y="1388942"/>
                </a:lnTo>
                <a:lnTo>
                  <a:pt x="2239417" y="1416901"/>
                </a:lnTo>
                <a:moveTo>
                  <a:pt x="2183502" y="1416901"/>
                </a:moveTo>
                <a:lnTo>
                  <a:pt x="2155544" y="1416901"/>
                </a:lnTo>
                <a:lnTo>
                  <a:pt x="2155544" y="1388942"/>
                </a:lnTo>
                <a:lnTo>
                  <a:pt x="2183502" y="1388942"/>
                </a:lnTo>
                <a:lnTo>
                  <a:pt x="2183502" y="1416901"/>
                </a:lnTo>
                <a:moveTo>
                  <a:pt x="2127586" y="1416901"/>
                </a:moveTo>
                <a:lnTo>
                  <a:pt x="2099629" y="1416901"/>
                </a:lnTo>
                <a:lnTo>
                  <a:pt x="2099629" y="1388942"/>
                </a:lnTo>
                <a:lnTo>
                  <a:pt x="2127586" y="1388942"/>
                </a:lnTo>
                <a:lnTo>
                  <a:pt x="2127586" y="1416901"/>
                </a:lnTo>
                <a:moveTo>
                  <a:pt x="2071671" y="1416901"/>
                </a:moveTo>
                <a:lnTo>
                  <a:pt x="2043712" y="1416901"/>
                </a:lnTo>
                <a:lnTo>
                  <a:pt x="2043712" y="1388942"/>
                </a:lnTo>
                <a:lnTo>
                  <a:pt x="2071671" y="1388942"/>
                </a:lnTo>
                <a:lnTo>
                  <a:pt x="2071671" y="1416901"/>
                </a:lnTo>
                <a:moveTo>
                  <a:pt x="2015755" y="1416901"/>
                </a:moveTo>
                <a:lnTo>
                  <a:pt x="1987797" y="1416901"/>
                </a:lnTo>
                <a:lnTo>
                  <a:pt x="1987797" y="1388942"/>
                </a:lnTo>
                <a:lnTo>
                  <a:pt x="2015755" y="1388942"/>
                </a:lnTo>
                <a:lnTo>
                  <a:pt x="2015755" y="1416901"/>
                </a:lnTo>
                <a:moveTo>
                  <a:pt x="1959840" y="1416901"/>
                </a:moveTo>
                <a:lnTo>
                  <a:pt x="1931882" y="1416901"/>
                </a:lnTo>
                <a:lnTo>
                  <a:pt x="1931882" y="1388942"/>
                </a:lnTo>
                <a:lnTo>
                  <a:pt x="1959840" y="1388942"/>
                </a:lnTo>
                <a:lnTo>
                  <a:pt x="1959840" y="1416901"/>
                </a:lnTo>
                <a:moveTo>
                  <a:pt x="1903924" y="1416901"/>
                </a:moveTo>
                <a:lnTo>
                  <a:pt x="1875966" y="1416901"/>
                </a:lnTo>
                <a:lnTo>
                  <a:pt x="1875966" y="1388942"/>
                </a:lnTo>
                <a:lnTo>
                  <a:pt x="1903924" y="1388942"/>
                </a:lnTo>
                <a:lnTo>
                  <a:pt x="1903924" y="1416901"/>
                </a:lnTo>
                <a:moveTo>
                  <a:pt x="1848008" y="1416901"/>
                </a:moveTo>
                <a:lnTo>
                  <a:pt x="1820051" y="1416901"/>
                </a:lnTo>
                <a:lnTo>
                  <a:pt x="1820051" y="1388942"/>
                </a:lnTo>
                <a:lnTo>
                  <a:pt x="1848008" y="1388942"/>
                </a:lnTo>
                <a:lnTo>
                  <a:pt x="1848008" y="1416901"/>
                </a:lnTo>
                <a:moveTo>
                  <a:pt x="1792093" y="1416901"/>
                </a:moveTo>
                <a:lnTo>
                  <a:pt x="1764135" y="1416901"/>
                </a:lnTo>
                <a:lnTo>
                  <a:pt x="1764135" y="1388942"/>
                </a:lnTo>
                <a:lnTo>
                  <a:pt x="1792093" y="1388942"/>
                </a:lnTo>
                <a:lnTo>
                  <a:pt x="1792093" y="1416901"/>
                </a:lnTo>
                <a:moveTo>
                  <a:pt x="1736178" y="1416901"/>
                </a:moveTo>
                <a:lnTo>
                  <a:pt x="1708219" y="1416901"/>
                </a:lnTo>
                <a:lnTo>
                  <a:pt x="1708219" y="1388942"/>
                </a:lnTo>
                <a:lnTo>
                  <a:pt x="1736178" y="1388942"/>
                </a:lnTo>
                <a:lnTo>
                  <a:pt x="1736178" y="1416901"/>
                </a:lnTo>
                <a:moveTo>
                  <a:pt x="1680261" y="1416901"/>
                </a:moveTo>
                <a:lnTo>
                  <a:pt x="1652304" y="1416901"/>
                </a:lnTo>
                <a:lnTo>
                  <a:pt x="1652304" y="1388942"/>
                </a:lnTo>
                <a:lnTo>
                  <a:pt x="1680261" y="1388942"/>
                </a:lnTo>
                <a:lnTo>
                  <a:pt x="1680261" y="1416901"/>
                </a:lnTo>
                <a:moveTo>
                  <a:pt x="1624346" y="1416901"/>
                </a:moveTo>
                <a:lnTo>
                  <a:pt x="1596389" y="1416901"/>
                </a:lnTo>
                <a:lnTo>
                  <a:pt x="1596389" y="1388942"/>
                </a:lnTo>
                <a:lnTo>
                  <a:pt x="1624346" y="1388942"/>
                </a:lnTo>
                <a:lnTo>
                  <a:pt x="1624346" y="1416901"/>
                </a:lnTo>
                <a:moveTo>
                  <a:pt x="1568431" y="1416901"/>
                </a:moveTo>
                <a:lnTo>
                  <a:pt x="1540473" y="1416901"/>
                </a:lnTo>
                <a:lnTo>
                  <a:pt x="1540473" y="1388942"/>
                </a:lnTo>
                <a:lnTo>
                  <a:pt x="1568431" y="1388942"/>
                </a:lnTo>
                <a:lnTo>
                  <a:pt x="1568431" y="1416901"/>
                </a:lnTo>
                <a:moveTo>
                  <a:pt x="1512515" y="1416901"/>
                </a:moveTo>
                <a:lnTo>
                  <a:pt x="1484557" y="1416901"/>
                </a:lnTo>
                <a:lnTo>
                  <a:pt x="1484557" y="1388942"/>
                </a:lnTo>
                <a:lnTo>
                  <a:pt x="1512515" y="1388942"/>
                </a:lnTo>
                <a:lnTo>
                  <a:pt x="1512515" y="1416901"/>
                </a:lnTo>
                <a:moveTo>
                  <a:pt x="1456599" y="1416901"/>
                </a:moveTo>
                <a:lnTo>
                  <a:pt x="1428642" y="1416901"/>
                </a:lnTo>
                <a:lnTo>
                  <a:pt x="1428642" y="1388942"/>
                </a:lnTo>
                <a:lnTo>
                  <a:pt x="1456599" y="1388942"/>
                </a:lnTo>
                <a:lnTo>
                  <a:pt x="1456599" y="1416901"/>
                </a:lnTo>
                <a:moveTo>
                  <a:pt x="1400684" y="1416901"/>
                </a:moveTo>
                <a:lnTo>
                  <a:pt x="1372727" y="1416901"/>
                </a:lnTo>
                <a:lnTo>
                  <a:pt x="1372727" y="1388942"/>
                </a:lnTo>
                <a:lnTo>
                  <a:pt x="1400684" y="1388942"/>
                </a:lnTo>
                <a:lnTo>
                  <a:pt x="1400684" y="1416901"/>
                </a:lnTo>
                <a:moveTo>
                  <a:pt x="1344768" y="1416901"/>
                </a:moveTo>
                <a:lnTo>
                  <a:pt x="1316810" y="1416901"/>
                </a:lnTo>
                <a:lnTo>
                  <a:pt x="1316810" y="1388942"/>
                </a:lnTo>
                <a:lnTo>
                  <a:pt x="1344768" y="1388942"/>
                </a:lnTo>
                <a:lnTo>
                  <a:pt x="1344768" y="1416901"/>
                </a:lnTo>
                <a:moveTo>
                  <a:pt x="1288853" y="1416901"/>
                </a:moveTo>
                <a:lnTo>
                  <a:pt x="1260895" y="1416901"/>
                </a:lnTo>
                <a:lnTo>
                  <a:pt x="1260895" y="1388942"/>
                </a:lnTo>
                <a:lnTo>
                  <a:pt x="1288853" y="1388942"/>
                </a:lnTo>
                <a:lnTo>
                  <a:pt x="1288853" y="1416901"/>
                </a:lnTo>
                <a:moveTo>
                  <a:pt x="1232938" y="1416901"/>
                </a:moveTo>
                <a:lnTo>
                  <a:pt x="1204980" y="1416901"/>
                </a:lnTo>
                <a:lnTo>
                  <a:pt x="1204980" y="1388942"/>
                </a:lnTo>
                <a:lnTo>
                  <a:pt x="1232938" y="1388942"/>
                </a:lnTo>
                <a:lnTo>
                  <a:pt x="1232938" y="1416901"/>
                </a:lnTo>
                <a:moveTo>
                  <a:pt x="1177021" y="1416901"/>
                </a:moveTo>
                <a:lnTo>
                  <a:pt x="1149064" y="1416901"/>
                </a:lnTo>
                <a:lnTo>
                  <a:pt x="1149064" y="1388942"/>
                </a:lnTo>
                <a:lnTo>
                  <a:pt x="1177021" y="1388942"/>
                </a:lnTo>
                <a:lnTo>
                  <a:pt x="1177021" y="1416901"/>
                </a:lnTo>
                <a:moveTo>
                  <a:pt x="1121106" y="1416901"/>
                </a:moveTo>
                <a:lnTo>
                  <a:pt x="1093148" y="1416901"/>
                </a:lnTo>
                <a:lnTo>
                  <a:pt x="1093148" y="1388942"/>
                </a:lnTo>
                <a:lnTo>
                  <a:pt x="1121106" y="1388942"/>
                </a:lnTo>
                <a:lnTo>
                  <a:pt x="1121106" y="1416901"/>
                </a:lnTo>
                <a:moveTo>
                  <a:pt x="1065191" y="1416901"/>
                </a:moveTo>
                <a:lnTo>
                  <a:pt x="1037233" y="1416901"/>
                </a:lnTo>
                <a:lnTo>
                  <a:pt x="1037233" y="1388942"/>
                </a:lnTo>
                <a:lnTo>
                  <a:pt x="1065191" y="1388942"/>
                </a:lnTo>
                <a:lnTo>
                  <a:pt x="1065191" y="1416901"/>
                </a:lnTo>
                <a:moveTo>
                  <a:pt x="1009274" y="1416901"/>
                </a:moveTo>
                <a:lnTo>
                  <a:pt x="981317" y="1416901"/>
                </a:lnTo>
                <a:lnTo>
                  <a:pt x="981317" y="1388942"/>
                </a:lnTo>
                <a:lnTo>
                  <a:pt x="1009274" y="1388942"/>
                </a:lnTo>
                <a:lnTo>
                  <a:pt x="1009274" y="1416901"/>
                </a:lnTo>
                <a:moveTo>
                  <a:pt x="953359" y="1416901"/>
                </a:moveTo>
                <a:lnTo>
                  <a:pt x="925402" y="1416901"/>
                </a:lnTo>
                <a:lnTo>
                  <a:pt x="925402" y="1388942"/>
                </a:lnTo>
                <a:lnTo>
                  <a:pt x="953359" y="1388942"/>
                </a:lnTo>
                <a:lnTo>
                  <a:pt x="953359" y="1416901"/>
                </a:lnTo>
                <a:moveTo>
                  <a:pt x="897444" y="1416901"/>
                </a:moveTo>
                <a:lnTo>
                  <a:pt x="869486" y="1416901"/>
                </a:lnTo>
                <a:lnTo>
                  <a:pt x="869486" y="1388942"/>
                </a:lnTo>
                <a:lnTo>
                  <a:pt x="897444" y="1388942"/>
                </a:lnTo>
                <a:lnTo>
                  <a:pt x="897444" y="1416901"/>
                </a:lnTo>
                <a:moveTo>
                  <a:pt x="841529" y="1416901"/>
                </a:moveTo>
                <a:lnTo>
                  <a:pt x="813570" y="1416901"/>
                </a:lnTo>
                <a:lnTo>
                  <a:pt x="813570" y="1388942"/>
                </a:lnTo>
                <a:lnTo>
                  <a:pt x="841529" y="1388942"/>
                </a:lnTo>
                <a:lnTo>
                  <a:pt x="841529" y="1416901"/>
                </a:lnTo>
                <a:moveTo>
                  <a:pt x="785613" y="1416901"/>
                </a:moveTo>
                <a:lnTo>
                  <a:pt x="757655" y="1416901"/>
                </a:lnTo>
                <a:lnTo>
                  <a:pt x="757655" y="1388942"/>
                </a:lnTo>
                <a:lnTo>
                  <a:pt x="785613" y="1388942"/>
                </a:lnTo>
                <a:lnTo>
                  <a:pt x="785613" y="1416901"/>
                </a:lnTo>
                <a:moveTo>
                  <a:pt x="729697" y="1416901"/>
                </a:moveTo>
                <a:lnTo>
                  <a:pt x="701740" y="1416901"/>
                </a:lnTo>
                <a:lnTo>
                  <a:pt x="701740" y="1388942"/>
                </a:lnTo>
                <a:lnTo>
                  <a:pt x="729697" y="1388942"/>
                </a:lnTo>
                <a:lnTo>
                  <a:pt x="729697" y="1416901"/>
                </a:lnTo>
                <a:moveTo>
                  <a:pt x="673782" y="1416901"/>
                </a:moveTo>
                <a:lnTo>
                  <a:pt x="645823" y="1416901"/>
                </a:lnTo>
                <a:lnTo>
                  <a:pt x="645823" y="1388942"/>
                </a:lnTo>
                <a:lnTo>
                  <a:pt x="673782" y="1388942"/>
                </a:lnTo>
                <a:lnTo>
                  <a:pt x="673782" y="1416901"/>
                </a:lnTo>
                <a:moveTo>
                  <a:pt x="617866" y="1416901"/>
                </a:moveTo>
                <a:lnTo>
                  <a:pt x="589908" y="1416901"/>
                </a:lnTo>
                <a:lnTo>
                  <a:pt x="589908" y="1388942"/>
                </a:lnTo>
                <a:lnTo>
                  <a:pt x="617866" y="1388942"/>
                </a:lnTo>
                <a:lnTo>
                  <a:pt x="617866" y="1416901"/>
                </a:lnTo>
                <a:moveTo>
                  <a:pt x="561951" y="1416901"/>
                </a:moveTo>
                <a:lnTo>
                  <a:pt x="533993" y="1416901"/>
                </a:lnTo>
                <a:lnTo>
                  <a:pt x="533993" y="1388942"/>
                </a:lnTo>
                <a:lnTo>
                  <a:pt x="561951" y="1388942"/>
                </a:lnTo>
                <a:lnTo>
                  <a:pt x="561951" y="1416901"/>
                </a:lnTo>
                <a:moveTo>
                  <a:pt x="506035" y="1416901"/>
                </a:moveTo>
                <a:lnTo>
                  <a:pt x="478077" y="1416901"/>
                </a:lnTo>
                <a:lnTo>
                  <a:pt x="478077" y="1388942"/>
                </a:lnTo>
                <a:lnTo>
                  <a:pt x="506035" y="1388942"/>
                </a:lnTo>
                <a:lnTo>
                  <a:pt x="506035" y="1416901"/>
                </a:lnTo>
                <a:moveTo>
                  <a:pt x="450119" y="1416901"/>
                </a:moveTo>
                <a:lnTo>
                  <a:pt x="422161" y="1416901"/>
                </a:lnTo>
                <a:lnTo>
                  <a:pt x="422161" y="1388942"/>
                </a:lnTo>
                <a:lnTo>
                  <a:pt x="450119" y="1388942"/>
                </a:lnTo>
                <a:lnTo>
                  <a:pt x="450119" y="1416901"/>
                </a:lnTo>
                <a:moveTo>
                  <a:pt x="394204" y="1416901"/>
                </a:moveTo>
                <a:lnTo>
                  <a:pt x="366246" y="1416901"/>
                </a:lnTo>
                <a:lnTo>
                  <a:pt x="366246" y="1388942"/>
                </a:lnTo>
                <a:lnTo>
                  <a:pt x="394204" y="1388942"/>
                </a:lnTo>
                <a:lnTo>
                  <a:pt x="394204" y="1416901"/>
                </a:lnTo>
                <a:moveTo>
                  <a:pt x="338289" y="1416901"/>
                </a:moveTo>
                <a:lnTo>
                  <a:pt x="310331" y="1416901"/>
                </a:lnTo>
                <a:lnTo>
                  <a:pt x="310331" y="1388942"/>
                </a:lnTo>
                <a:lnTo>
                  <a:pt x="338289" y="1388942"/>
                </a:lnTo>
                <a:lnTo>
                  <a:pt x="338289" y="1416901"/>
                </a:lnTo>
                <a:moveTo>
                  <a:pt x="282372" y="1416901"/>
                </a:moveTo>
                <a:lnTo>
                  <a:pt x="254415" y="1416901"/>
                </a:lnTo>
                <a:lnTo>
                  <a:pt x="254415" y="1388942"/>
                </a:lnTo>
                <a:lnTo>
                  <a:pt x="282372" y="1388942"/>
                </a:lnTo>
                <a:lnTo>
                  <a:pt x="282372" y="1416901"/>
                </a:lnTo>
                <a:moveTo>
                  <a:pt x="226457" y="1416901"/>
                </a:moveTo>
                <a:lnTo>
                  <a:pt x="198500" y="1416901"/>
                </a:lnTo>
                <a:lnTo>
                  <a:pt x="198500" y="1388942"/>
                </a:lnTo>
                <a:lnTo>
                  <a:pt x="226457" y="1388942"/>
                </a:lnTo>
                <a:lnTo>
                  <a:pt x="226457" y="1416901"/>
                </a:lnTo>
                <a:moveTo>
                  <a:pt x="170542" y="1416901"/>
                </a:moveTo>
                <a:lnTo>
                  <a:pt x="142584" y="1416901"/>
                </a:lnTo>
                <a:lnTo>
                  <a:pt x="142584" y="1388942"/>
                </a:lnTo>
                <a:lnTo>
                  <a:pt x="170542" y="1388942"/>
                </a:lnTo>
                <a:lnTo>
                  <a:pt x="170542" y="1416901"/>
                </a:lnTo>
                <a:moveTo>
                  <a:pt x="114626" y="1416901"/>
                </a:moveTo>
                <a:lnTo>
                  <a:pt x="86668" y="1416901"/>
                </a:lnTo>
                <a:lnTo>
                  <a:pt x="86668" y="1388942"/>
                </a:lnTo>
                <a:lnTo>
                  <a:pt x="114626" y="1388942"/>
                </a:lnTo>
                <a:lnTo>
                  <a:pt x="114626" y="1416901"/>
                </a:lnTo>
                <a:moveTo>
                  <a:pt x="58710" y="1416901"/>
                </a:moveTo>
                <a:lnTo>
                  <a:pt x="30753" y="1416901"/>
                </a:lnTo>
                <a:lnTo>
                  <a:pt x="30753" y="1388942"/>
                </a:lnTo>
                <a:lnTo>
                  <a:pt x="58710" y="1388942"/>
                </a:lnTo>
                <a:lnTo>
                  <a:pt x="58710" y="1416901"/>
                </a:lnTo>
              </a:path>
            </a:pathLst>
          </a:custGeom>
          <a:solidFill xmlns:a="http://schemas.openxmlformats.org/drawingml/2006/main">
            <a:srgbClr val="AE8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222">
            <a:extLst xmlns:a="http://schemas.openxmlformats.org/drawingml/2006/main">
              <a:ext uri="{FF2B5EF4-FFF2-40B4-BE49-F238E27FC236}">
                <a16:creationId xmlns:a16="http://schemas.microsoft.com/office/drawing/2014/main" id="{0A1A3F57-511B-4AF2-9A07-ADF85B7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781" y="6910462"/>
            <a:ext cx="358150" cy="269602"/>
          </a:xfrm>
          <a:custGeom xmlns:a="http://schemas.openxmlformats.org/drawingml/2006/main">
            <a:pathLst>
              <a:path w="358150" h="269602">
                <a:moveTo>
                  <a:pt x="193825" y="125296"/>
                </a:moveTo>
                <a:cubicBezTo>
                  <a:pt x="191276" y="125296"/>
                  <a:pt x="189263" y="127353"/>
                  <a:pt x="189263" y="129948"/>
                </a:cubicBezTo>
                <a:cubicBezTo>
                  <a:pt x="189263" y="129971"/>
                  <a:pt x="189263" y="130015"/>
                  <a:pt x="189263" y="130038"/>
                </a:cubicBezTo>
                <a:cubicBezTo>
                  <a:pt x="189263" y="132543"/>
                  <a:pt x="191276" y="134578"/>
                  <a:pt x="193780" y="134600"/>
                </a:cubicBezTo>
                <a:cubicBezTo>
                  <a:pt x="193802" y="134600"/>
                  <a:pt x="193825" y="134600"/>
                  <a:pt x="193825" y="134600"/>
                </a:cubicBezTo>
                <a:cubicBezTo>
                  <a:pt x="196352" y="134556"/>
                  <a:pt x="198366" y="132476"/>
                  <a:pt x="198343" y="129948"/>
                </a:cubicBezTo>
                <a:cubicBezTo>
                  <a:pt x="198366" y="128003"/>
                  <a:pt x="197180" y="126258"/>
                  <a:pt x="195390" y="125587"/>
                </a:cubicBezTo>
                <a:cubicBezTo>
                  <a:pt x="194921" y="125385"/>
                  <a:pt x="194407" y="125296"/>
                  <a:pt x="193825" y="125296"/>
                </a:cubicBezTo>
                <a:moveTo>
                  <a:pt x="190493" y="108543"/>
                </a:moveTo>
                <a:cubicBezTo>
                  <a:pt x="190023" y="108879"/>
                  <a:pt x="188055" y="110869"/>
                  <a:pt x="187651" y="111720"/>
                </a:cubicBezTo>
                <a:cubicBezTo>
                  <a:pt x="187607" y="111809"/>
                  <a:pt x="187562" y="111876"/>
                  <a:pt x="187518" y="111966"/>
                </a:cubicBezTo>
                <a:cubicBezTo>
                  <a:pt x="186600" y="113889"/>
                  <a:pt x="187406" y="116193"/>
                  <a:pt x="189329" y="117132"/>
                </a:cubicBezTo>
                <a:cubicBezTo>
                  <a:pt x="190448" y="117825"/>
                  <a:pt x="191745" y="118228"/>
                  <a:pt x="193087" y="118295"/>
                </a:cubicBezTo>
                <a:cubicBezTo>
                  <a:pt x="196934" y="118295"/>
                  <a:pt x="200468" y="118944"/>
                  <a:pt x="203241" y="121292"/>
                </a:cubicBezTo>
                <a:cubicBezTo>
                  <a:pt x="206641" y="124200"/>
                  <a:pt x="207804" y="127353"/>
                  <a:pt x="206752" y="132297"/>
                </a:cubicBezTo>
                <a:cubicBezTo>
                  <a:pt x="206193" y="135227"/>
                  <a:pt x="206104" y="138245"/>
                  <a:pt x="206529" y="141198"/>
                </a:cubicBezTo>
                <a:cubicBezTo>
                  <a:pt x="207737" y="147260"/>
                  <a:pt x="210644" y="149205"/>
                  <a:pt x="214693" y="152672"/>
                </a:cubicBezTo>
                <a:cubicBezTo>
                  <a:pt x="218047" y="155289"/>
                  <a:pt x="222207" y="156653"/>
                  <a:pt x="226479" y="156520"/>
                </a:cubicBezTo>
                <a:cubicBezTo>
                  <a:pt x="229298" y="156385"/>
                  <a:pt x="232251" y="155334"/>
                  <a:pt x="235203" y="154081"/>
                </a:cubicBezTo>
                <a:lnTo>
                  <a:pt x="235203" y="154105"/>
                </a:lnTo>
                <a:cubicBezTo>
                  <a:pt x="238603" y="152628"/>
                  <a:pt x="239877" y="150212"/>
                  <a:pt x="238894" y="147260"/>
                </a:cubicBezTo>
                <a:cubicBezTo>
                  <a:pt x="237282" y="142540"/>
                  <a:pt x="234911" y="138447"/>
                  <a:pt x="232295" y="134421"/>
                </a:cubicBezTo>
                <a:cubicBezTo>
                  <a:pt x="229007" y="129300"/>
                  <a:pt x="227978" y="127421"/>
                  <a:pt x="222185" y="120599"/>
                </a:cubicBezTo>
                <a:cubicBezTo>
                  <a:pt x="216527" y="114940"/>
                  <a:pt x="212613" y="110937"/>
                  <a:pt x="207401" y="108745"/>
                </a:cubicBezTo>
                <a:cubicBezTo>
                  <a:pt x="201810" y="106464"/>
                  <a:pt x="195749" y="105457"/>
                  <a:pt x="190493" y="108543"/>
                </a:cubicBezTo>
                <a:moveTo>
                  <a:pt x="56519" y="96600"/>
                </a:moveTo>
                <a:cubicBezTo>
                  <a:pt x="49004" y="95527"/>
                  <a:pt x="41377" y="95727"/>
                  <a:pt x="33929" y="97181"/>
                </a:cubicBezTo>
                <a:cubicBezTo>
                  <a:pt x="28270" y="98255"/>
                  <a:pt x="26593" y="100290"/>
                  <a:pt x="26883" y="106150"/>
                </a:cubicBezTo>
                <a:cubicBezTo>
                  <a:pt x="28002" y="129948"/>
                  <a:pt x="34555" y="153142"/>
                  <a:pt x="46052" y="173987"/>
                </a:cubicBezTo>
                <a:cubicBezTo>
                  <a:pt x="57906" y="195883"/>
                  <a:pt x="74702" y="211898"/>
                  <a:pt x="94809" y="224021"/>
                </a:cubicBezTo>
                <a:cubicBezTo>
                  <a:pt x="95615" y="224424"/>
                  <a:pt x="112881" y="232856"/>
                  <a:pt x="122834" y="226548"/>
                </a:cubicBezTo>
                <a:cubicBezTo>
                  <a:pt x="127331" y="223731"/>
                  <a:pt x="126167" y="219949"/>
                  <a:pt x="124512" y="217422"/>
                </a:cubicBezTo>
                <a:cubicBezTo>
                  <a:pt x="122074" y="213599"/>
                  <a:pt x="120352" y="210578"/>
                  <a:pt x="119010" y="206239"/>
                </a:cubicBezTo>
                <a:cubicBezTo>
                  <a:pt x="117757" y="201834"/>
                  <a:pt x="116706" y="195056"/>
                  <a:pt x="122476" y="194699"/>
                </a:cubicBezTo>
                <a:cubicBezTo>
                  <a:pt x="128672" y="194342"/>
                  <a:pt x="143635" y="202527"/>
                  <a:pt x="174479" y="227376"/>
                </a:cubicBezTo>
                <a:lnTo>
                  <a:pt x="174501" y="227354"/>
                </a:lnTo>
                <a:cubicBezTo>
                  <a:pt x="188011" y="238312"/>
                  <a:pt x="207759" y="238022"/>
                  <a:pt x="219613" y="236658"/>
                </a:cubicBezTo>
                <a:cubicBezTo>
                  <a:pt x="215678" y="234197"/>
                  <a:pt x="211584" y="230842"/>
                  <a:pt x="206440" y="226414"/>
                </a:cubicBezTo>
                <a:cubicBezTo>
                  <a:pt x="191879" y="213822"/>
                  <a:pt x="180451" y="198455"/>
                  <a:pt x="169804" y="182330"/>
                </a:cubicBezTo>
                <a:cubicBezTo>
                  <a:pt x="159805" y="167143"/>
                  <a:pt x="150099" y="151599"/>
                  <a:pt x="137283" y="138582"/>
                </a:cubicBezTo>
                <a:cubicBezTo>
                  <a:pt x="114828" y="115746"/>
                  <a:pt x="88011" y="101297"/>
                  <a:pt x="56519" y="96600"/>
                </a:cubicBezTo>
                <a:moveTo>
                  <a:pt x="251038" y="470"/>
                </a:moveTo>
                <a:cubicBezTo>
                  <a:pt x="253744" y="873"/>
                  <a:pt x="254550" y="3356"/>
                  <a:pt x="255354" y="5771"/>
                </a:cubicBezTo>
                <a:cubicBezTo>
                  <a:pt x="256630" y="9774"/>
                  <a:pt x="257323" y="13845"/>
                  <a:pt x="259850" y="17491"/>
                </a:cubicBezTo>
                <a:cubicBezTo>
                  <a:pt x="263497" y="22613"/>
                  <a:pt x="268752" y="24961"/>
                  <a:pt x="273964" y="27309"/>
                </a:cubicBezTo>
                <a:cubicBezTo>
                  <a:pt x="283894" y="31872"/>
                  <a:pt x="290424" y="38918"/>
                  <a:pt x="292393" y="50749"/>
                </a:cubicBezTo>
                <a:cubicBezTo>
                  <a:pt x="301630" y="41154"/>
                  <a:pt x="312097" y="37217"/>
                  <a:pt x="324331" y="37911"/>
                </a:cubicBezTo>
                <a:cubicBezTo>
                  <a:pt x="332719" y="38381"/>
                  <a:pt x="339115" y="34444"/>
                  <a:pt x="344618" y="28450"/>
                </a:cubicBezTo>
                <a:cubicBezTo>
                  <a:pt x="345245" y="27712"/>
                  <a:pt x="345893" y="26975"/>
                  <a:pt x="346653" y="26370"/>
                </a:cubicBezTo>
                <a:cubicBezTo>
                  <a:pt x="348823" y="24536"/>
                  <a:pt x="350455" y="20957"/>
                  <a:pt x="354191" y="22836"/>
                </a:cubicBezTo>
                <a:cubicBezTo>
                  <a:pt x="357791" y="24670"/>
                  <a:pt x="358150" y="28249"/>
                  <a:pt x="357836" y="31738"/>
                </a:cubicBezTo>
                <a:cubicBezTo>
                  <a:pt x="355891" y="54462"/>
                  <a:pt x="347549" y="73429"/>
                  <a:pt x="326927" y="84947"/>
                </a:cubicBezTo>
                <a:cubicBezTo>
                  <a:pt x="319882" y="88839"/>
                  <a:pt x="312119" y="91277"/>
                  <a:pt x="304113" y="92127"/>
                </a:cubicBezTo>
                <a:cubicBezTo>
                  <a:pt x="301227" y="92440"/>
                  <a:pt x="300646" y="93424"/>
                  <a:pt x="300713" y="96019"/>
                </a:cubicBezTo>
                <a:cubicBezTo>
                  <a:pt x="300825" y="100268"/>
                  <a:pt x="301473" y="103556"/>
                  <a:pt x="300713" y="108813"/>
                </a:cubicBezTo>
                <a:cubicBezTo>
                  <a:pt x="291164" y="174815"/>
                  <a:pt x="266806" y="195168"/>
                  <a:pt x="250613" y="214782"/>
                </a:cubicBezTo>
                <a:cubicBezTo>
                  <a:pt x="256987" y="219770"/>
                  <a:pt x="249987" y="213599"/>
                  <a:pt x="281813" y="228784"/>
                </a:cubicBezTo>
                <a:cubicBezTo>
                  <a:pt x="285750" y="230686"/>
                  <a:pt x="286488" y="240997"/>
                  <a:pt x="275641" y="243346"/>
                </a:cubicBezTo>
                <a:cubicBezTo>
                  <a:pt x="268707" y="244821"/>
                  <a:pt x="259738" y="246163"/>
                  <a:pt x="250457" y="245291"/>
                </a:cubicBezTo>
                <a:cubicBezTo>
                  <a:pt x="238378" y="244218"/>
                  <a:pt x="231087" y="242808"/>
                  <a:pt x="224154" y="239274"/>
                </a:cubicBezTo>
                <a:cubicBezTo>
                  <a:pt x="196666" y="263116"/>
                  <a:pt x="172287" y="266136"/>
                  <a:pt x="150390" y="267412"/>
                </a:cubicBezTo>
                <a:cubicBezTo>
                  <a:pt x="114336" y="269602"/>
                  <a:pt x="82732" y="258219"/>
                  <a:pt x="55288" y="235046"/>
                </a:cubicBezTo>
                <a:cubicBezTo>
                  <a:pt x="28830" y="212659"/>
                  <a:pt x="11607" y="184052"/>
                  <a:pt x="5658" y="149475"/>
                </a:cubicBezTo>
                <a:cubicBezTo>
                  <a:pt x="0" y="116707"/>
                  <a:pt x="4629" y="85260"/>
                  <a:pt x="24267" y="57571"/>
                </a:cubicBezTo>
                <a:cubicBezTo>
                  <a:pt x="40616" y="34556"/>
                  <a:pt x="62848" y="21070"/>
                  <a:pt x="90694" y="17894"/>
                </a:cubicBezTo>
                <a:cubicBezTo>
                  <a:pt x="104897" y="16193"/>
                  <a:pt x="119257" y="16708"/>
                  <a:pt x="133302" y="19415"/>
                </a:cubicBezTo>
                <a:cubicBezTo>
                  <a:pt x="135628" y="18922"/>
                  <a:pt x="137932" y="18229"/>
                  <a:pt x="140146" y="17356"/>
                </a:cubicBezTo>
                <a:cubicBezTo>
                  <a:pt x="155177" y="11496"/>
                  <a:pt x="166963" y="7046"/>
                  <a:pt x="179846" y="7001"/>
                </a:cubicBezTo>
                <a:cubicBezTo>
                  <a:pt x="192729" y="6956"/>
                  <a:pt x="195324" y="12011"/>
                  <a:pt x="191343" y="13465"/>
                </a:cubicBezTo>
                <a:cubicBezTo>
                  <a:pt x="187540" y="14896"/>
                  <a:pt x="171056" y="26795"/>
                  <a:pt x="185639" y="41266"/>
                </a:cubicBezTo>
                <a:cubicBezTo>
                  <a:pt x="189106" y="43525"/>
                  <a:pt x="192506" y="45895"/>
                  <a:pt x="195794" y="48401"/>
                </a:cubicBezTo>
                <a:cubicBezTo>
                  <a:pt x="210063" y="59226"/>
                  <a:pt x="221492" y="73071"/>
                  <a:pt x="234151" y="85597"/>
                </a:cubicBezTo>
                <a:cubicBezTo>
                  <a:pt x="241465" y="93156"/>
                  <a:pt x="250188" y="99217"/>
                  <a:pt x="259805" y="103444"/>
                </a:cubicBezTo>
                <a:cubicBezTo>
                  <a:pt x="262646" y="104630"/>
                  <a:pt x="263854" y="104026"/>
                  <a:pt x="264658" y="101319"/>
                </a:cubicBezTo>
                <a:cubicBezTo>
                  <a:pt x="265911" y="97070"/>
                  <a:pt x="267387" y="92977"/>
                  <a:pt x="268573" y="88727"/>
                </a:cubicBezTo>
                <a:cubicBezTo>
                  <a:pt x="269222" y="86669"/>
                  <a:pt x="268707" y="85260"/>
                  <a:pt x="266672" y="83829"/>
                </a:cubicBezTo>
                <a:cubicBezTo>
                  <a:pt x="248891" y="71527"/>
                  <a:pt x="239945" y="54216"/>
                  <a:pt x="239541" y="32499"/>
                </a:cubicBezTo>
                <a:cubicBezTo>
                  <a:pt x="239363" y="22836"/>
                  <a:pt x="241152" y="13308"/>
                  <a:pt x="245759" y="4630"/>
                </a:cubicBezTo>
                <a:cubicBezTo>
                  <a:pt x="246922" y="2528"/>
                  <a:pt x="248085" y="0"/>
                  <a:pt x="251038" y="470"/>
                </a:cubicBezTo>
              </a:path>
            </a:pathLst>
          </a:custGeom>
          <a:solidFill xmlns:a="http://schemas.openxmlformats.org/drawingml/2006/main">
            <a:srgbClr val="4F6BF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10A77D2-9DCD-4D46-A600-2151F8FF01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04f9d5aa34076"/>
          <a:stretch xmlns:a="http://schemas.openxmlformats.org/drawingml/2006/main"/>
        </p:blipFill>
        <p:spPr>
          <a:xfrm xmlns:a="http://schemas.openxmlformats.org/drawingml/2006/main">
            <a:off x="9172575" y="6505575"/>
            <a:ext cx="523875" cy="371475"/>
          </a:xfrm>
          <a:prstGeom xmlns:a="http://schemas.openxmlformats.org/drawingml/2006/main" prst="rect">
            <a:avLst/>
          </a:prstGeom>
        </p:spPr>
      </p:pic>
      <p:sp>
        <p:nvSpPr>
          <p:cNvPr id="316" name="text-224 VLM">
            <a:extLst xmlns:a="http://schemas.openxmlformats.org/drawingml/2006/main">
              <a:ext uri="{FF2B5EF4-FFF2-40B4-BE49-F238E27FC236}">
                <a16:creationId xmlns:a16="http://schemas.microsoft.com/office/drawing/2014/main" id="{E0A26AF9-6ADA-4991-91FC-E741A8F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0829" y="6575294"/>
            <a:ext cx="505818" cy="281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VLM</a:t>
            </a:r>
          </a:p>
        </p:txBody>
      </p:sp>
      <p:sp>
        <p:nvSpPr>
          <p:cNvPr id="317" name="text-225 LLM">
            <a:extLst xmlns:a="http://schemas.openxmlformats.org/drawingml/2006/main">
              <a:ext uri="{FF2B5EF4-FFF2-40B4-BE49-F238E27FC236}">
                <a16:creationId xmlns:a16="http://schemas.microsoft.com/office/drawing/2014/main" id="{76DED49F-78A6-445D-B1E6-91A40ABD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6420" y="6923147"/>
            <a:ext cx="494625" cy="28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LLM</a:t>
            </a:r>
          </a:p>
        </p:txBody>
      </p:sp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99A871D-AB5C-4E48-920F-B986503E44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db661e2214461"/>
          <a:stretch xmlns:a="http://schemas.openxmlformats.org/drawingml/2006/main"/>
        </p:blipFill>
        <p:spPr>
          <a:xfrm xmlns:a="http://schemas.openxmlformats.org/drawingml/2006/main">
            <a:off x="13420725" y="3790950"/>
            <a:ext cx="1085850" cy="1457325"/>
          </a:xfrm>
          <a:prstGeom xmlns:a="http://schemas.openxmlformats.org/drawingml/2006/main" prst="rect">
            <a:avLst/>
          </a:prstGeom>
        </p:spPr>
      </p:pic>
      <p:pic>
        <p:nvPic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6E6940D-9668-4507-8654-CDD5C397E8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5834d5a1e4658"/>
          <a:stretch xmlns:a="http://schemas.openxmlformats.org/drawingml/2006/main"/>
        </p:blipFill>
        <p:spPr>
          <a:xfrm xmlns:a="http://schemas.openxmlformats.org/drawingml/2006/main">
            <a:off x="14277975" y="3819525"/>
            <a:ext cx="619125" cy="609600"/>
          </a:xfrm>
          <a:prstGeom xmlns:a="http://schemas.openxmlformats.org/drawingml/2006/main" prst="rect">
            <a:avLst/>
          </a:prstGeom>
        </p:spPr>
      </p:pic>
      <p:pic>
        <p:nvPic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B69A9FEB-D828-418E-B904-90F982539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bc5a9d3b04da5"/>
          <a:stretch xmlns:a="http://schemas.openxmlformats.org/drawingml/2006/main"/>
        </p:blipFill>
        <p:spPr>
          <a:xfrm xmlns:a="http://schemas.openxmlformats.org/drawingml/2006/main">
            <a:off x="13144500" y="4953000"/>
            <a:ext cx="228600" cy="304800"/>
          </a:xfrm>
          <a:prstGeom xmlns:a="http://schemas.openxmlformats.org/drawingml/2006/main" prst="rect">
            <a:avLst/>
          </a:prstGeom>
        </p:spPr>
      </p:pic>
      <p:sp>
        <p:nvSpPr>
          <p:cNvPr id="321" name="path-229">
            <a:extLst xmlns:a="http://schemas.openxmlformats.org/drawingml/2006/main">
              <a:ext uri="{FF2B5EF4-FFF2-40B4-BE49-F238E27FC236}">
                <a16:creationId xmlns:a16="http://schemas.microsoft.com/office/drawing/2014/main" id="{05874B25-4274-4C61-9BAC-01B6D61A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988" y="4748499"/>
            <a:ext cx="4157433" cy="228135"/>
          </a:xfrm>
          <a:custGeom xmlns:a="http://schemas.openxmlformats.org/drawingml/2006/main">
            <a:pathLst>
              <a:path w="4157433" h="228135">
                <a:moveTo>
                  <a:pt x="0" y="0"/>
                </a:moveTo>
                <a:lnTo>
                  <a:pt x="0" y="228135"/>
                </a:lnTo>
                <a:lnTo>
                  <a:pt x="4157433" y="228135"/>
                </a:lnTo>
                <a:lnTo>
                  <a:pt x="4157433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230">
            <a:extLst xmlns:a="http://schemas.openxmlformats.org/drawingml/2006/main">
              <a:ext uri="{FF2B5EF4-FFF2-40B4-BE49-F238E27FC236}">
                <a16:creationId xmlns:a16="http://schemas.microsoft.com/office/drawing/2014/main" id="{39218A43-256A-4778-99E2-1865A17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279" y="4742459"/>
            <a:ext cx="4171300" cy="240437"/>
          </a:xfrm>
          <a:custGeom xmlns:a="http://schemas.openxmlformats.org/drawingml/2006/main">
            <a:pathLst>
              <a:path w="4171300" h="240437">
                <a:moveTo>
                  <a:pt x="0" y="233727"/>
                </a:moveTo>
                <a:lnTo>
                  <a:pt x="0" y="193468"/>
                </a:lnTo>
                <a:lnTo>
                  <a:pt x="13419" y="193468"/>
                </a:lnTo>
                <a:lnTo>
                  <a:pt x="13419" y="233727"/>
                </a:lnTo>
                <a:lnTo>
                  <a:pt x="0" y="233727"/>
                </a:lnTo>
                <a:moveTo>
                  <a:pt x="0" y="180048"/>
                </a:moveTo>
                <a:lnTo>
                  <a:pt x="0" y="139789"/>
                </a:lnTo>
                <a:lnTo>
                  <a:pt x="13419" y="139789"/>
                </a:lnTo>
                <a:lnTo>
                  <a:pt x="13419" y="180048"/>
                </a:lnTo>
                <a:lnTo>
                  <a:pt x="0" y="180048"/>
                </a:lnTo>
                <a:moveTo>
                  <a:pt x="0" y="126370"/>
                </a:moveTo>
                <a:lnTo>
                  <a:pt x="0" y="86110"/>
                </a:lnTo>
                <a:lnTo>
                  <a:pt x="13419" y="86110"/>
                </a:lnTo>
                <a:lnTo>
                  <a:pt x="13419" y="126370"/>
                </a:lnTo>
                <a:lnTo>
                  <a:pt x="0" y="126370"/>
                </a:lnTo>
                <a:moveTo>
                  <a:pt x="0" y="72690"/>
                </a:moveTo>
                <a:lnTo>
                  <a:pt x="0" y="32431"/>
                </a:lnTo>
                <a:lnTo>
                  <a:pt x="13419" y="32431"/>
                </a:lnTo>
                <a:lnTo>
                  <a:pt x="13419" y="72690"/>
                </a:lnTo>
                <a:lnTo>
                  <a:pt x="0" y="72690"/>
                </a:lnTo>
                <a:moveTo>
                  <a:pt x="0" y="19012"/>
                </a:moveTo>
                <a:lnTo>
                  <a:pt x="0" y="0"/>
                </a:lnTo>
                <a:lnTo>
                  <a:pt x="34666" y="0"/>
                </a:lnTo>
                <a:lnTo>
                  <a:pt x="34666" y="13420"/>
                </a:lnTo>
                <a:lnTo>
                  <a:pt x="6709" y="13420"/>
                </a:lnTo>
                <a:lnTo>
                  <a:pt x="13419" y="6710"/>
                </a:lnTo>
                <a:lnTo>
                  <a:pt x="13419" y="19012"/>
                </a:lnTo>
                <a:lnTo>
                  <a:pt x="0" y="19012"/>
                </a:lnTo>
                <a:moveTo>
                  <a:pt x="48087" y="0"/>
                </a:moveTo>
                <a:lnTo>
                  <a:pt x="88346" y="0"/>
                </a:lnTo>
                <a:lnTo>
                  <a:pt x="88346" y="13420"/>
                </a:lnTo>
                <a:lnTo>
                  <a:pt x="48087" y="13420"/>
                </a:lnTo>
                <a:lnTo>
                  <a:pt x="48087" y="0"/>
                </a:lnTo>
                <a:moveTo>
                  <a:pt x="101766" y="0"/>
                </a:moveTo>
                <a:lnTo>
                  <a:pt x="142025" y="0"/>
                </a:lnTo>
                <a:lnTo>
                  <a:pt x="142025" y="13420"/>
                </a:lnTo>
                <a:lnTo>
                  <a:pt x="101766" y="13420"/>
                </a:lnTo>
                <a:lnTo>
                  <a:pt x="101766" y="0"/>
                </a:lnTo>
                <a:moveTo>
                  <a:pt x="155444" y="0"/>
                </a:moveTo>
                <a:lnTo>
                  <a:pt x="195704" y="0"/>
                </a:lnTo>
                <a:lnTo>
                  <a:pt x="195704" y="13420"/>
                </a:lnTo>
                <a:lnTo>
                  <a:pt x="155444" y="13420"/>
                </a:lnTo>
                <a:lnTo>
                  <a:pt x="155444" y="0"/>
                </a:lnTo>
                <a:moveTo>
                  <a:pt x="209123" y="0"/>
                </a:moveTo>
                <a:lnTo>
                  <a:pt x="249382" y="0"/>
                </a:lnTo>
                <a:lnTo>
                  <a:pt x="249382" y="13420"/>
                </a:lnTo>
                <a:lnTo>
                  <a:pt x="209123" y="13420"/>
                </a:lnTo>
                <a:lnTo>
                  <a:pt x="209123" y="0"/>
                </a:lnTo>
                <a:moveTo>
                  <a:pt x="262803" y="0"/>
                </a:moveTo>
                <a:lnTo>
                  <a:pt x="303062" y="0"/>
                </a:lnTo>
                <a:lnTo>
                  <a:pt x="303062" y="13420"/>
                </a:lnTo>
                <a:lnTo>
                  <a:pt x="262803" y="13420"/>
                </a:lnTo>
                <a:lnTo>
                  <a:pt x="262803" y="0"/>
                </a:lnTo>
                <a:moveTo>
                  <a:pt x="316482" y="0"/>
                </a:moveTo>
                <a:lnTo>
                  <a:pt x="356740" y="0"/>
                </a:lnTo>
                <a:lnTo>
                  <a:pt x="356740" y="13420"/>
                </a:lnTo>
                <a:lnTo>
                  <a:pt x="316482" y="13420"/>
                </a:lnTo>
                <a:lnTo>
                  <a:pt x="316482" y="0"/>
                </a:lnTo>
                <a:moveTo>
                  <a:pt x="370160" y="0"/>
                </a:moveTo>
                <a:lnTo>
                  <a:pt x="410419" y="0"/>
                </a:lnTo>
                <a:lnTo>
                  <a:pt x="410419" y="13420"/>
                </a:lnTo>
                <a:lnTo>
                  <a:pt x="370160" y="13420"/>
                </a:lnTo>
                <a:lnTo>
                  <a:pt x="370160" y="0"/>
                </a:lnTo>
                <a:moveTo>
                  <a:pt x="423839" y="0"/>
                </a:moveTo>
                <a:lnTo>
                  <a:pt x="464098" y="0"/>
                </a:lnTo>
                <a:lnTo>
                  <a:pt x="464098" y="13420"/>
                </a:lnTo>
                <a:lnTo>
                  <a:pt x="423839" y="13420"/>
                </a:lnTo>
                <a:lnTo>
                  <a:pt x="423839" y="0"/>
                </a:lnTo>
                <a:moveTo>
                  <a:pt x="477517" y="0"/>
                </a:moveTo>
                <a:lnTo>
                  <a:pt x="517778" y="0"/>
                </a:lnTo>
                <a:lnTo>
                  <a:pt x="517778" y="13420"/>
                </a:lnTo>
                <a:lnTo>
                  <a:pt x="477517" y="13420"/>
                </a:lnTo>
                <a:lnTo>
                  <a:pt x="477517" y="0"/>
                </a:lnTo>
                <a:moveTo>
                  <a:pt x="531197" y="0"/>
                </a:moveTo>
                <a:lnTo>
                  <a:pt x="571456" y="0"/>
                </a:lnTo>
                <a:lnTo>
                  <a:pt x="571456" y="13420"/>
                </a:lnTo>
                <a:lnTo>
                  <a:pt x="531197" y="13420"/>
                </a:lnTo>
                <a:lnTo>
                  <a:pt x="531197" y="0"/>
                </a:lnTo>
                <a:moveTo>
                  <a:pt x="584876" y="0"/>
                </a:moveTo>
                <a:lnTo>
                  <a:pt x="625135" y="0"/>
                </a:lnTo>
                <a:lnTo>
                  <a:pt x="625135" y="13420"/>
                </a:lnTo>
                <a:lnTo>
                  <a:pt x="584876" y="13420"/>
                </a:lnTo>
                <a:lnTo>
                  <a:pt x="584876" y="0"/>
                </a:lnTo>
                <a:moveTo>
                  <a:pt x="638555" y="0"/>
                </a:moveTo>
                <a:lnTo>
                  <a:pt x="678813" y="0"/>
                </a:lnTo>
                <a:lnTo>
                  <a:pt x="678813" y="13420"/>
                </a:lnTo>
                <a:lnTo>
                  <a:pt x="638555" y="13420"/>
                </a:lnTo>
                <a:lnTo>
                  <a:pt x="638555" y="0"/>
                </a:lnTo>
                <a:moveTo>
                  <a:pt x="692233" y="0"/>
                </a:moveTo>
                <a:lnTo>
                  <a:pt x="732494" y="0"/>
                </a:lnTo>
                <a:lnTo>
                  <a:pt x="732494" y="13420"/>
                </a:lnTo>
                <a:lnTo>
                  <a:pt x="692233" y="13420"/>
                </a:lnTo>
                <a:lnTo>
                  <a:pt x="692233" y="0"/>
                </a:lnTo>
                <a:moveTo>
                  <a:pt x="745913" y="0"/>
                </a:moveTo>
                <a:lnTo>
                  <a:pt x="786172" y="0"/>
                </a:lnTo>
                <a:lnTo>
                  <a:pt x="786172" y="13420"/>
                </a:lnTo>
                <a:lnTo>
                  <a:pt x="745913" y="13420"/>
                </a:lnTo>
                <a:lnTo>
                  <a:pt x="745913" y="0"/>
                </a:lnTo>
                <a:moveTo>
                  <a:pt x="799592" y="0"/>
                </a:moveTo>
                <a:lnTo>
                  <a:pt x="839851" y="0"/>
                </a:lnTo>
                <a:lnTo>
                  <a:pt x="839851" y="13420"/>
                </a:lnTo>
                <a:lnTo>
                  <a:pt x="799592" y="13420"/>
                </a:lnTo>
                <a:lnTo>
                  <a:pt x="799592" y="0"/>
                </a:lnTo>
                <a:moveTo>
                  <a:pt x="853271" y="0"/>
                </a:moveTo>
                <a:lnTo>
                  <a:pt x="893529" y="0"/>
                </a:lnTo>
                <a:lnTo>
                  <a:pt x="893529" y="13420"/>
                </a:lnTo>
                <a:lnTo>
                  <a:pt x="853271" y="13420"/>
                </a:lnTo>
                <a:lnTo>
                  <a:pt x="853271" y="0"/>
                </a:lnTo>
                <a:moveTo>
                  <a:pt x="906949" y="0"/>
                </a:moveTo>
                <a:lnTo>
                  <a:pt x="947208" y="0"/>
                </a:lnTo>
                <a:lnTo>
                  <a:pt x="947208" y="13420"/>
                </a:lnTo>
                <a:lnTo>
                  <a:pt x="906949" y="13420"/>
                </a:lnTo>
                <a:lnTo>
                  <a:pt x="906949" y="0"/>
                </a:lnTo>
                <a:moveTo>
                  <a:pt x="960629" y="0"/>
                </a:moveTo>
                <a:lnTo>
                  <a:pt x="1000888" y="0"/>
                </a:lnTo>
                <a:lnTo>
                  <a:pt x="1000888" y="13420"/>
                </a:lnTo>
                <a:lnTo>
                  <a:pt x="960629" y="13420"/>
                </a:lnTo>
                <a:lnTo>
                  <a:pt x="960629" y="0"/>
                </a:lnTo>
                <a:moveTo>
                  <a:pt x="1014307" y="0"/>
                </a:moveTo>
                <a:lnTo>
                  <a:pt x="1054567" y="0"/>
                </a:lnTo>
                <a:lnTo>
                  <a:pt x="1054567" y="13420"/>
                </a:lnTo>
                <a:lnTo>
                  <a:pt x="1014307" y="13420"/>
                </a:lnTo>
                <a:lnTo>
                  <a:pt x="1014307" y="0"/>
                </a:lnTo>
                <a:moveTo>
                  <a:pt x="1067987" y="0"/>
                </a:moveTo>
                <a:lnTo>
                  <a:pt x="1108245" y="0"/>
                </a:lnTo>
                <a:lnTo>
                  <a:pt x="1108245" y="13420"/>
                </a:lnTo>
                <a:lnTo>
                  <a:pt x="1067987" y="13420"/>
                </a:lnTo>
                <a:lnTo>
                  <a:pt x="1067987" y="0"/>
                </a:lnTo>
                <a:moveTo>
                  <a:pt x="1121665" y="0"/>
                </a:moveTo>
                <a:lnTo>
                  <a:pt x="1161924" y="0"/>
                </a:lnTo>
                <a:lnTo>
                  <a:pt x="1161924" y="13420"/>
                </a:lnTo>
                <a:lnTo>
                  <a:pt x="1121665" y="13420"/>
                </a:lnTo>
                <a:lnTo>
                  <a:pt x="1121665" y="0"/>
                </a:lnTo>
                <a:moveTo>
                  <a:pt x="1175345" y="0"/>
                </a:moveTo>
                <a:lnTo>
                  <a:pt x="1215604" y="0"/>
                </a:lnTo>
                <a:lnTo>
                  <a:pt x="1215604" y="13420"/>
                </a:lnTo>
                <a:lnTo>
                  <a:pt x="1175345" y="13420"/>
                </a:lnTo>
                <a:lnTo>
                  <a:pt x="1175345" y="0"/>
                </a:lnTo>
                <a:moveTo>
                  <a:pt x="1229023" y="0"/>
                </a:moveTo>
                <a:lnTo>
                  <a:pt x="1269283" y="0"/>
                </a:lnTo>
                <a:lnTo>
                  <a:pt x="1269283" y="13420"/>
                </a:lnTo>
                <a:lnTo>
                  <a:pt x="1229023" y="13420"/>
                </a:lnTo>
                <a:lnTo>
                  <a:pt x="1229023" y="0"/>
                </a:lnTo>
                <a:moveTo>
                  <a:pt x="1282702" y="0"/>
                </a:moveTo>
                <a:lnTo>
                  <a:pt x="1322961" y="0"/>
                </a:lnTo>
                <a:lnTo>
                  <a:pt x="1322961" y="13420"/>
                </a:lnTo>
                <a:lnTo>
                  <a:pt x="1282702" y="13420"/>
                </a:lnTo>
                <a:lnTo>
                  <a:pt x="1282702" y="0"/>
                </a:lnTo>
                <a:moveTo>
                  <a:pt x="1336381" y="0"/>
                </a:moveTo>
                <a:lnTo>
                  <a:pt x="1376640" y="0"/>
                </a:lnTo>
                <a:lnTo>
                  <a:pt x="1376640" y="13420"/>
                </a:lnTo>
                <a:lnTo>
                  <a:pt x="1336381" y="13420"/>
                </a:lnTo>
                <a:lnTo>
                  <a:pt x="1336381" y="0"/>
                </a:lnTo>
                <a:moveTo>
                  <a:pt x="1390061" y="0"/>
                </a:moveTo>
                <a:lnTo>
                  <a:pt x="1430319" y="0"/>
                </a:lnTo>
                <a:lnTo>
                  <a:pt x="1430319" y="13420"/>
                </a:lnTo>
                <a:lnTo>
                  <a:pt x="1390061" y="13420"/>
                </a:lnTo>
                <a:lnTo>
                  <a:pt x="1390061" y="0"/>
                </a:lnTo>
                <a:moveTo>
                  <a:pt x="1443739" y="0"/>
                </a:moveTo>
                <a:lnTo>
                  <a:pt x="1483998" y="0"/>
                </a:lnTo>
                <a:lnTo>
                  <a:pt x="1483998" y="13420"/>
                </a:lnTo>
                <a:lnTo>
                  <a:pt x="1443739" y="13420"/>
                </a:lnTo>
                <a:lnTo>
                  <a:pt x="1443739" y="0"/>
                </a:lnTo>
                <a:moveTo>
                  <a:pt x="1497418" y="0"/>
                </a:moveTo>
                <a:lnTo>
                  <a:pt x="1537677" y="0"/>
                </a:lnTo>
                <a:lnTo>
                  <a:pt x="1537677" y="13420"/>
                </a:lnTo>
                <a:lnTo>
                  <a:pt x="1497418" y="13420"/>
                </a:lnTo>
                <a:lnTo>
                  <a:pt x="1497418" y="0"/>
                </a:lnTo>
                <a:moveTo>
                  <a:pt x="1551096" y="0"/>
                </a:moveTo>
                <a:lnTo>
                  <a:pt x="1591356" y="0"/>
                </a:lnTo>
                <a:lnTo>
                  <a:pt x="1591356" y="13420"/>
                </a:lnTo>
                <a:lnTo>
                  <a:pt x="1551096" y="13420"/>
                </a:lnTo>
                <a:lnTo>
                  <a:pt x="1551096" y="0"/>
                </a:lnTo>
                <a:moveTo>
                  <a:pt x="1604776" y="0"/>
                </a:moveTo>
                <a:lnTo>
                  <a:pt x="1645034" y="0"/>
                </a:lnTo>
                <a:lnTo>
                  <a:pt x="1645034" y="13420"/>
                </a:lnTo>
                <a:lnTo>
                  <a:pt x="1604776" y="13420"/>
                </a:lnTo>
                <a:lnTo>
                  <a:pt x="1604776" y="0"/>
                </a:lnTo>
                <a:moveTo>
                  <a:pt x="1658455" y="0"/>
                </a:moveTo>
                <a:lnTo>
                  <a:pt x="1698714" y="0"/>
                </a:lnTo>
                <a:lnTo>
                  <a:pt x="1698714" y="13420"/>
                </a:lnTo>
                <a:lnTo>
                  <a:pt x="1658455" y="13420"/>
                </a:lnTo>
                <a:lnTo>
                  <a:pt x="1658455" y="0"/>
                </a:lnTo>
                <a:moveTo>
                  <a:pt x="1712134" y="0"/>
                </a:moveTo>
                <a:lnTo>
                  <a:pt x="1752393" y="0"/>
                </a:lnTo>
                <a:lnTo>
                  <a:pt x="1752393" y="13420"/>
                </a:lnTo>
                <a:lnTo>
                  <a:pt x="1712134" y="13420"/>
                </a:lnTo>
                <a:lnTo>
                  <a:pt x="1712134" y="0"/>
                </a:lnTo>
                <a:moveTo>
                  <a:pt x="1765812" y="0"/>
                </a:moveTo>
                <a:lnTo>
                  <a:pt x="1806072" y="0"/>
                </a:lnTo>
                <a:lnTo>
                  <a:pt x="1806072" y="13420"/>
                </a:lnTo>
                <a:lnTo>
                  <a:pt x="1765812" y="13420"/>
                </a:lnTo>
                <a:lnTo>
                  <a:pt x="1765812" y="0"/>
                </a:lnTo>
                <a:moveTo>
                  <a:pt x="1819491" y="0"/>
                </a:moveTo>
                <a:lnTo>
                  <a:pt x="1859750" y="0"/>
                </a:lnTo>
                <a:lnTo>
                  <a:pt x="1859750" y="13420"/>
                </a:lnTo>
                <a:lnTo>
                  <a:pt x="1819491" y="13420"/>
                </a:lnTo>
                <a:lnTo>
                  <a:pt x="1819491" y="0"/>
                </a:lnTo>
                <a:moveTo>
                  <a:pt x="1873171" y="0"/>
                </a:moveTo>
                <a:lnTo>
                  <a:pt x="1913430" y="0"/>
                </a:lnTo>
                <a:lnTo>
                  <a:pt x="1913430" y="13420"/>
                </a:lnTo>
                <a:lnTo>
                  <a:pt x="1873171" y="13420"/>
                </a:lnTo>
                <a:lnTo>
                  <a:pt x="1873171" y="0"/>
                </a:lnTo>
                <a:moveTo>
                  <a:pt x="1926850" y="0"/>
                </a:moveTo>
                <a:lnTo>
                  <a:pt x="1967109" y="0"/>
                </a:lnTo>
                <a:lnTo>
                  <a:pt x="1967109" y="13420"/>
                </a:lnTo>
                <a:lnTo>
                  <a:pt x="1926850" y="13420"/>
                </a:lnTo>
                <a:lnTo>
                  <a:pt x="1926850" y="0"/>
                </a:lnTo>
                <a:moveTo>
                  <a:pt x="1980528" y="0"/>
                </a:moveTo>
                <a:lnTo>
                  <a:pt x="2020787" y="0"/>
                </a:lnTo>
                <a:lnTo>
                  <a:pt x="2020787" y="13420"/>
                </a:lnTo>
                <a:lnTo>
                  <a:pt x="1980528" y="13420"/>
                </a:lnTo>
                <a:lnTo>
                  <a:pt x="1980528" y="0"/>
                </a:lnTo>
                <a:moveTo>
                  <a:pt x="2034207" y="0"/>
                </a:moveTo>
                <a:lnTo>
                  <a:pt x="2074466" y="0"/>
                </a:lnTo>
                <a:lnTo>
                  <a:pt x="2074466" y="13420"/>
                </a:lnTo>
                <a:lnTo>
                  <a:pt x="2034207" y="13420"/>
                </a:lnTo>
                <a:lnTo>
                  <a:pt x="2034207" y="0"/>
                </a:lnTo>
                <a:moveTo>
                  <a:pt x="2087885" y="0"/>
                </a:moveTo>
                <a:lnTo>
                  <a:pt x="2128145" y="0"/>
                </a:lnTo>
                <a:lnTo>
                  <a:pt x="2128145" y="13420"/>
                </a:lnTo>
                <a:lnTo>
                  <a:pt x="2087885" y="13420"/>
                </a:lnTo>
                <a:lnTo>
                  <a:pt x="2087885" y="0"/>
                </a:lnTo>
                <a:moveTo>
                  <a:pt x="2141566" y="0"/>
                </a:moveTo>
                <a:lnTo>
                  <a:pt x="2181824" y="0"/>
                </a:lnTo>
                <a:lnTo>
                  <a:pt x="2181824" y="13420"/>
                </a:lnTo>
                <a:lnTo>
                  <a:pt x="2141566" y="13420"/>
                </a:lnTo>
                <a:lnTo>
                  <a:pt x="2141566" y="0"/>
                </a:lnTo>
                <a:moveTo>
                  <a:pt x="2195244" y="0"/>
                </a:moveTo>
                <a:lnTo>
                  <a:pt x="2235504" y="0"/>
                </a:lnTo>
                <a:lnTo>
                  <a:pt x="2235504" y="13420"/>
                </a:lnTo>
                <a:lnTo>
                  <a:pt x="2195244" y="13420"/>
                </a:lnTo>
                <a:lnTo>
                  <a:pt x="2195244" y="0"/>
                </a:lnTo>
                <a:moveTo>
                  <a:pt x="2248923" y="0"/>
                </a:moveTo>
                <a:lnTo>
                  <a:pt x="2289182" y="0"/>
                </a:lnTo>
                <a:lnTo>
                  <a:pt x="2289182" y="13420"/>
                </a:lnTo>
                <a:lnTo>
                  <a:pt x="2248923" y="13420"/>
                </a:lnTo>
                <a:lnTo>
                  <a:pt x="2248923" y="0"/>
                </a:lnTo>
                <a:moveTo>
                  <a:pt x="2302602" y="0"/>
                </a:moveTo>
                <a:lnTo>
                  <a:pt x="2342862" y="0"/>
                </a:lnTo>
                <a:lnTo>
                  <a:pt x="2342862" y="13420"/>
                </a:lnTo>
                <a:lnTo>
                  <a:pt x="2302602" y="13420"/>
                </a:lnTo>
                <a:lnTo>
                  <a:pt x="2302602" y="0"/>
                </a:lnTo>
                <a:moveTo>
                  <a:pt x="2356281" y="0"/>
                </a:moveTo>
                <a:lnTo>
                  <a:pt x="2396540" y="0"/>
                </a:lnTo>
                <a:lnTo>
                  <a:pt x="2396540" y="13420"/>
                </a:lnTo>
                <a:lnTo>
                  <a:pt x="2356281" y="13420"/>
                </a:lnTo>
                <a:lnTo>
                  <a:pt x="2356281" y="0"/>
                </a:lnTo>
                <a:moveTo>
                  <a:pt x="2409960" y="0"/>
                </a:moveTo>
                <a:lnTo>
                  <a:pt x="2450219" y="0"/>
                </a:lnTo>
                <a:lnTo>
                  <a:pt x="2450219" y="13420"/>
                </a:lnTo>
                <a:lnTo>
                  <a:pt x="2409960" y="13420"/>
                </a:lnTo>
                <a:lnTo>
                  <a:pt x="2409960" y="0"/>
                </a:lnTo>
                <a:moveTo>
                  <a:pt x="2463638" y="0"/>
                </a:moveTo>
                <a:lnTo>
                  <a:pt x="2503898" y="0"/>
                </a:lnTo>
                <a:lnTo>
                  <a:pt x="2503898" y="13420"/>
                </a:lnTo>
                <a:lnTo>
                  <a:pt x="2463638" y="13420"/>
                </a:lnTo>
                <a:lnTo>
                  <a:pt x="2463638" y="0"/>
                </a:lnTo>
                <a:moveTo>
                  <a:pt x="2517317" y="0"/>
                </a:moveTo>
                <a:lnTo>
                  <a:pt x="2557576" y="0"/>
                </a:lnTo>
                <a:lnTo>
                  <a:pt x="2557576" y="13420"/>
                </a:lnTo>
                <a:lnTo>
                  <a:pt x="2517317" y="13420"/>
                </a:lnTo>
                <a:lnTo>
                  <a:pt x="2517317" y="0"/>
                </a:lnTo>
                <a:moveTo>
                  <a:pt x="2570998" y="0"/>
                </a:moveTo>
                <a:lnTo>
                  <a:pt x="2611256" y="0"/>
                </a:lnTo>
                <a:lnTo>
                  <a:pt x="2611256" y="13420"/>
                </a:lnTo>
                <a:lnTo>
                  <a:pt x="2570998" y="13420"/>
                </a:lnTo>
                <a:lnTo>
                  <a:pt x="2570998" y="0"/>
                </a:lnTo>
                <a:moveTo>
                  <a:pt x="2624676" y="0"/>
                </a:moveTo>
                <a:lnTo>
                  <a:pt x="2664934" y="0"/>
                </a:lnTo>
                <a:lnTo>
                  <a:pt x="2664934" y="13420"/>
                </a:lnTo>
                <a:lnTo>
                  <a:pt x="2624676" y="13420"/>
                </a:lnTo>
                <a:lnTo>
                  <a:pt x="2624676" y="0"/>
                </a:lnTo>
                <a:moveTo>
                  <a:pt x="2678355" y="0"/>
                </a:moveTo>
                <a:lnTo>
                  <a:pt x="2718613" y="0"/>
                </a:lnTo>
                <a:lnTo>
                  <a:pt x="2718613" y="13420"/>
                </a:lnTo>
                <a:lnTo>
                  <a:pt x="2678355" y="13420"/>
                </a:lnTo>
                <a:lnTo>
                  <a:pt x="2678355" y="0"/>
                </a:lnTo>
                <a:moveTo>
                  <a:pt x="2732033" y="0"/>
                </a:moveTo>
                <a:lnTo>
                  <a:pt x="2772294" y="0"/>
                </a:lnTo>
                <a:lnTo>
                  <a:pt x="2772294" y="13420"/>
                </a:lnTo>
                <a:lnTo>
                  <a:pt x="2732033" y="13420"/>
                </a:lnTo>
                <a:lnTo>
                  <a:pt x="2732033" y="0"/>
                </a:lnTo>
                <a:moveTo>
                  <a:pt x="2785713" y="0"/>
                </a:moveTo>
                <a:lnTo>
                  <a:pt x="2825972" y="0"/>
                </a:lnTo>
                <a:lnTo>
                  <a:pt x="2825972" y="13420"/>
                </a:lnTo>
                <a:lnTo>
                  <a:pt x="2785713" y="13420"/>
                </a:lnTo>
                <a:lnTo>
                  <a:pt x="2785713" y="0"/>
                </a:lnTo>
                <a:moveTo>
                  <a:pt x="2839392" y="0"/>
                </a:moveTo>
                <a:lnTo>
                  <a:pt x="2879651" y="0"/>
                </a:lnTo>
                <a:lnTo>
                  <a:pt x="2879651" y="13420"/>
                </a:lnTo>
                <a:lnTo>
                  <a:pt x="2839392" y="13420"/>
                </a:lnTo>
                <a:lnTo>
                  <a:pt x="2839392" y="0"/>
                </a:lnTo>
                <a:moveTo>
                  <a:pt x="2893070" y="0"/>
                </a:moveTo>
                <a:lnTo>
                  <a:pt x="2933329" y="0"/>
                </a:lnTo>
                <a:lnTo>
                  <a:pt x="2933329" y="13420"/>
                </a:lnTo>
                <a:lnTo>
                  <a:pt x="2893070" y="13420"/>
                </a:lnTo>
                <a:lnTo>
                  <a:pt x="2893070" y="0"/>
                </a:lnTo>
                <a:moveTo>
                  <a:pt x="2946749" y="0"/>
                </a:moveTo>
                <a:lnTo>
                  <a:pt x="2987008" y="0"/>
                </a:lnTo>
                <a:lnTo>
                  <a:pt x="2987008" y="13420"/>
                </a:lnTo>
                <a:lnTo>
                  <a:pt x="2946749" y="13420"/>
                </a:lnTo>
                <a:lnTo>
                  <a:pt x="2946749" y="0"/>
                </a:lnTo>
                <a:moveTo>
                  <a:pt x="3000427" y="0"/>
                </a:moveTo>
                <a:lnTo>
                  <a:pt x="3040688" y="0"/>
                </a:lnTo>
                <a:lnTo>
                  <a:pt x="3040688" y="13420"/>
                </a:lnTo>
                <a:lnTo>
                  <a:pt x="3000427" y="13420"/>
                </a:lnTo>
                <a:lnTo>
                  <a:pt x="3000427" y="0"/>
                </a:lnTo>
                <a:moveTo>
                  <a:pt x="3054107" y="0"/>
                </a:moveTo>
                <a:lnTo>
                  <a:pt x="3094366" y="0"/>
                </a:lnTo>
                <a:lnTo>
                  <a:pt x="3094366" y="13420"/>
                </a:lnTo>
                <a:lnTo>
                  <a:pt x="3054107" y="13420"/>
                </a:lnTo>
                <a:lnTo>
                  <a:pt x="3054107" y="0"/>
                </a:lnTo>
                <a:moveTo>
                  <a:pt x="3107787" y="0"/>
                </a:moveTo>
                <a:lnTo>
                  <a:pt x="3148045" y="0"/>
                </a:lnTo>
                <a:lnTo>
                  <a:pt x="3148045" y="13420"/>
                </a:lnTo>
                <a:lnTo>
                  <a:pt x="3107787" y="13420"/>
                </a:lnTo>
                <a:lnTo>
                  <a:pt x="3107787" y="0"/>
                </a:lnTo>
                <a:moveTo>
                  <a:pt x="3161465" y="0"/>
                </a:moveTo>
                <a:lnTo>
                  <a:pt x="3201723" y="0"/>
                </a:lnTo>
                <a:lnTo>
                  <a:pt x="3201723" y="13420"/>
                </a:lnTo>
                <a:lnTo>
                  <a:pt x="3161465" y="13420"/>
                </a:lnTo>
                <a:lnTo>
                  <a:pt x="3161465" y="0"/>
                </a:lnTo>
                <a:moveTo>
                  <a:pt x="3215144" y="0"/>
                </a:moveTo>
                <a:lnTo>
                  <a:pt x="3255404" y="0"/>
                </a:lnTo>
                <a:lnTo>
                  <a:pt x="3255404" y="13420"/>
                </a:lnTo>
                <a:lnTo>
                  <a:pt x="3215144" y="13420"/>
                </a:lnTo>
                <a:lnTo>
                  <a:pt x="3215144" y="0"/>
                </a:lnTo>
                <a:moveTo>
                  <a:pt x="3268823" y="0"/>
                </a:moveTo>
                <a:lnTo>
                  <a:pt x="3309083" y="0"/>
                </a:lnTo>
                <a:lnTo>
                  <a:pt x="3309083" y="13420"/>
                </a:lnTo>
                <a:lnTo>
                  <a:pt x="3268823" y="13420"/>
                </a:lnTo>
                <a:lnTo>
                  <a:pt x="3268823" y="0"/>
                </a:lnTo>
                <a:moveTo>
                  <a:pt x="3322502" y="0"/>
                </a:moveTo>
                <a:lnTo>
                  <a:pt x="3362761" y="0"/>
                </a:lnTo>
                <a:lnTo>
                  <a:pt x="3362761" y="13420"/>
                </a:lnTo>
                <a:lnTo>
                  <a:pt x="3322502" y="13420"/>
                </a:lnTo>
                <a:lnTo>
                  <a:pt x="3322502" y="0"/>
                </a:lnTo>
                <a:moveTo>
                  <a:pt x="3376181" y="0"/>
                </a:moveTo>
                <a:lnTo>
                  <a:pt x="3416440" y="0"/>
                </a:lnTo>
                <a:lnTo>
                  <a:pt x="3416440" y="13420"/>
                </a:lnTo>
                <a:lnTo>
                  <a:pt x="3376181" y="13420"/>
                </a:lnTo>
                <a:lnTo>
                  <a:pt x="3376181" y="0"/>
                </a:lnTo>
                <a:moveTo>
                  <a:pt x="3429859" y="0"/>
                </a:moveTo>
                <a:lnTo>
                  <a:pt x="3470118" y="0"/>
                </a:lnTo>
                <a:lnTo>
                  <a:pt x="3470118" y="13420"/>
                </a:lnTo>
                <a:lnTo>
                  <a:pt x="3429859" y="13420"/>
                </a:lnTo>
                <a:lnTo>
                  <a:pt x="3429859" y="0"/>
                </a:lnTo>
                <a:moveTo>
                  <a:pt x="3483539" y="0"/>
                </a:moveTo>
                <a:lnTo>
                  <a:pt x="3523798" y="0"/>
                </a:lnTo>
                <a:lnTo>
                  <a:pt x="3523798" y="13420"/>
                </a:lnTo>
                <a:lnTo>
                  <a:pt x="3483539" y="13420"/>
                </a:lnTo>
                <a:lnTo>
                  <a:pt x="3483539" y="0"/>
                </a:lnTo>
                <a:moveTo>
                  <a:pt x="3537217" y="0"/>
                </a:moveTo>
                <a:lnTo>
                  <a:pt x="3577477" y="0"/>
                </a:lnTo>
                <a:lnTo>
                  <a:pt x="3577477" y="13420"/>
                </a:lnTo>
                <a:lnTo>
                  <a:pt x="3537217" y="13420"/>
                </a:lnTo>
                <a:lnTo>
                  <a:pt x="3537217" y="0"/>
                </a:lnTo>
                <a:moveTo>
                  <a:pt x="3590896" y="0"/>
                </a:moveTo>
                <a:lnTo>
                  <a:pt x="3631155" y="0"/>
                </a:lnTo>
                <a:lnTo>
                  <a:pt x="3631155" y="13420"/>
                </a:lnTo>
                <a:lnTo>
                  <a:pt x="3590896" y="13420"/>
                </a:lnTo>
                <a:lnTo>
                  <a:pt x="3590896" y="0"/>
                </a:lnTo>
                <a:moveTo>
                  <a:pt x="3644576" y="0"/>
                </a:moveTo>
                <a:lnTo>
                  <a:pt x="3684834" y="0"/>
                </a:lnTo>
                <a:lnTo>
                  <a:pt x="3684834" y="13420"/>
                </a:lnTo>
                <a:lnTo>
                  <a:pt x="3644576" y="13420"/>
                </a:lnTo>
                <a:lnTo>
                  <a:pt x="3644576" y="0"/>
                </a:lnTo>
                <a:moveTo>
                  <a:pt x="3698254" y="0"/>
                </a:moveTo>
                <a:lnTo>
                  <a:pt x="3738513" y="0"/>
                </a:lnTo>
                <a:lnTo>
                  <a:pt x="3738513" y="13420"/>
                </a:lnTo>
                <a:lnTo>
                  <a:pt x="3698254" y="13420"/>
                </a:lnTo>
                <a:lnTo>
                  <a:pt x="3698254" y="0"/>
                </a:lnTo>
                <a:moveTo>
                  <a:pt x="3751934" y="0"/>
                </a:moveTo>
                <a:lnTo>
                  <a:pt x="3792193" y="0"/>
                </a:lnTo>
                <a:lnTo>
                  <a:pt x="3792193" y="13420"/>
                </a:lnTo>
                <a:lnTo>
                  <a:pt x="3751934" y="13420"/>
                </a:lnTo>
                <a:lnTo>
                  <a:pt x="3751934" y="0"/>
                </a:lnTo>
                <a:moveTo>
                  <a:pt x="3805612" y="0"/>
                </a:moveTo>
                <a:lnTo>
                  <a:pt x="3845872" y="0"/>
                </a:lnTo>
                <a:lnTo>
                  <a:pt x="3845872" y="13420"/>
                </a:lnTo>
                <a:lnTo>
                  <a:pt x="3805612" y="13420"/>
                </a:lnTo>
                <a:lnTo>
                  <a:pt x="3805612" y="0"/>
                </a:lnTo>
                <a:moveTo>
                  <a:pt x="3859291" y="0"/>
                </a:moveTo>
                <a:lnTo>
                  <a:pt x="3899550" y="0"/>
                </a:lnTo>
                <a:lnTo>
                  <a:pt x="3899550" y="13420"/>
                </a:lnTo>
                <a:lnTo>
                  <a:pt x="3859291" y="13420"/>
                </a:lnTo>
                <a:lnTo>
                  <a:pt x="3859291" y="0"/>
                </a:lnTo>
                <a:moveTo>
                  <a:pt x="3912970" y="0"/>
                </a:moveTo>
                <a:lnTo>
                  <a:pt x="3953230" y="0"/>
                </a:lnTo>
                <a:lnTo>
                  <a:pt x="3953230" y="13420"/>
                </a:lnTo>
                <a:lnTo>
                  <a:pt x="3912970" y="13420"/>
                </a:lnTo>
                <a:lnTo>
                  <a:pt x="3912970" y="0"/>
                </a:lnTo>
                <a:moveTo>
                  <a:pt x="3966649" y="0"/>
                </a:moveTo>
                <a:lnTo>
                  <a:pt x="4006908" y="0"/>
                </a:lnTo>
                <a:lnTo>
                  <a:pt x="4006908" y="13420"/>
                </a:lnTo>
                <a:lnTo>
                  <a:pt x="3966649" y="13420"/>
                </a:lnTo>
                <a:lnTo>
                  <a:pt x="3966649" y="0"/>
                </a:lnTo>
                <a:moveTo>
                  <a:pt x="4020328" y="0"/>
                </a:moveTo>
                <a:lnTo>
                  <a:pt x="4060587" y="0"/>
                </a:lnTo>
                <a:lnTo>
                  <a:pt x="4060587" y="13420"/>
                </a:lnTo>
                <a:lnTo>
                  <a:pt x="4020328" y="13420"/>
                </a:lnTo>
                <a:lnTo>
                  <a:pt x="4020328" y="0"/>
                </a:lnTo>
                <a:moveTo>
                  <a:pt x="4074006" y="0"/>
                </a:moveTo>
                <a:lnTo>
                  <a:pt x="4114266" y="0"/>
                </a:lnTo>
                <a:lnTo>
                  <a:pt x="4114266" y="13420"/>
                </a:lnTo>
                <a:lnTo>
                  <a:pt x="4074006" y="13420"/>
                </a:lnTo>
                <a:lnTo>
                  <a:pt x="4074006" y="0"/>
                </a:lnTo>
                <a:moveTo>
                  <a:pt x="4127685" y="0"/>
                </a:moveTo>
                <a:lnTo>
                  <a:pt x="4171300" y="0"/>
                </a:lnTo>
                <a:lnTo>
                  <a:pt x="4171300" y="10065"/>
                </a:lnTo>
                <a:lnTo>
                  <a:pt x="4157880" y="10065"/>
                </a:lnTo>
                <a:lnTo>
                  <a:pt x="4157880" y="13420"/>
                </a:lnTo>
                <a:lnTo>
                  <a:pt x="4157880" y="6710"/>
                </a:lnTo>
                <a:lnTo>
                  <a:pt x="4164591" y="13420"/>
                </a:lnTo>
                <a:lnTo>
                  <a:pt x="4127685" y="13420"/>
                </a:lnTo>
                <a:lnTo>
                  <a:pt x="4127685" y="0"/>
                </a:lnTo>
                <a:moveTo>
                  <a:pt x="4171300" y="23485"/>
                </a:moveTo>
                <a:lnTo>
                  <a:pt x="4171300" y="63744"/>
                </a:lnTo>
                <a:lnTo>
                  <a:pt x="4157880" y="63744"/>
                </a:lnTo>
                <a:lnTo>
                  <a:pt x="4157880" y="23485"/>
                </a:lnTo>
                <a:lnTo>
                  <a:pt x="4171300" y="23485"/>
                </a:lnTo>
                <a:moveTo>
                  <a:pt x="4171300" y="77163"/>
                </a:moveTo>
                <a:lnTo>
                  <a:pt x="4171300" y="117422"/>
                </a:lnTo>
                <a:lnTo>
                  <a:pt x="4157880" y="117422"/>
                </a:lnTo>
                <a:lnTo>
                  <a:pt x="4157880" y="77163"/>
                </a:lnTo>
                <a:lnTo>
                  <a:pt x="4171300" y="77163"/>
                </a:lnTo>
                <a:moveTo>
                  <a:pt x="4171300" y="130843"/>
                </a:moveTo>
                <a:lnTo>
                  <a:pt x="4171300" y="171102"/>
                </a:lnTo>
                <a:lnTo>
                  <a:pt x="4157880" y="171102"/>
                </a:lnTo>
                <a:lnTo>
                  <a:pt x="4157880" y="130843"/>
                </a:lnTo>
                <a:lnTo>
                  <a:pt x="4171300" y="130843"/>
                </a:lnTo>
                <a:moveTo>
                  <a:pt x="4171300" y="184521"/>
                </a:moveTo>
                <a:lnTo>
                  <a:pt x="4171300" y="224780"/>
                </a:lnTo>
                <a:lnTo>
                  <a:pt x="4157880" y="224780"/>
                </a:lnTo>
                <a:lnTo>
                  <a:pt x="4157880" y="184521"/>
                </a:lnTo>
                <a:lnTo>
                  <a:pt x="4171300" y="184521"/>
                </a:lnTo>
                <a:moveTo>
                  <a:pt x="4160117" y="240437"/>
                </a:moveTo>
                <a:lnTo>
                  <a:pt x="4119858" y="240437"/>
                </a:lnTo>
                <a:lnTo>
                  <a:pt x="4119858" y="227018"/>
                </a:lnTo>
                <a:lnTo>
                  <a:pt x="4160117" y="227018"/>
                </a:lnTo>
                <a:lnTo>
                  <a:pt x="4160117" y="240437"/>
                </a:lnTo>
                <a:moveTo>
                  <a:pt x="4106438" y="240437"/>
                </a:moveTo>
                <a:lnTo>
                  <a:pt x="4066179" y="240437"/>
                </a:lnTo>
                <a:lnTo>
                  <a:pt x="4066179" y="227018"/>
                </a:lnTo>
                <a:lnTo>
                  <a:pt x="4106438" y="227018"/>
                </a:lnTo>
                <a:lnTo>
                  <a:pt x="4106438" y="240437"/>
                </a:lnTo>
                <a:moveTo>
                  <a:pt x="4052760" y="240437"/>
                </a:moveTo>
                <a:lnTo>
                  <a:pt x="4012499" y="240437"/>
                </a:lnTo>
                <a:lnTo>
                  <a:pt x="4012499" y="227018"/>
                </a:lnTo>
                <a:lnTo>
                  <a:pt x="4052760" y="227018"/>
                </a:lnTo>
                <a:lnTo>
                  <a:pt x="4052760" y="240437"/>
                </a:lnTo>
                <a:moveTo>
                  <a:pt x="3999080" y="240437"/>
                </a:moveTo>
                <a:lnTo>
                  <a:pt x="3958821" y="240437"/>
                </a:lnTo>
                <a:lnTo>
                  <a:pt x="3958821" y="227018"/>
                </a:lnTo>
                <a:lnTo>
                  <a:pt x="3999080" y="227018"/>
                </a:lnTo>
                <a:lnTo>
                  <a:pt x="3999080" y="240437"/>
                </a:lnTo>
                <a:moveTo>
                  <a:pt x="3945401" y="240437"/>
                </a:moveTo>
                <a:lnTo>
                  <a:pt x="3905142" y="240437"/>
                </a:lnTo>
                <a:lnTo>
                  <a:pt x="3905142" y="227018"/>
                </a:lnTo>
                <a:lnTo>
                  <a:pt x="3945401" y="227018"/>
                </a:lnTo>
                <a:lnTo>
                  <a:pt x="3945401" y="240437"/>
                </a:lnTo>
                <a:moveTo>
                  <a:pt x="3891723" y="240437"/>
                </a:moveTo>
                <a:lnTo>
                  <a:pt x="3851464" y="240437"/>
                </a:lnTo>
                <a:lnTo>
                  <a:pt x="3851464" y="227018"/>
                </a:lnTo>
                <a:lnTo>
                  <a:pt x="3891723" y="227018"/>
                </a:lnTo>
                <a:lnTo>
                  <a:pt x="3891723" y="240437"/>
                </a:lnTo>
                <a:moveTo>
                  <a:pt x="3838042" y="240437"/>
                </a:moveTo>
                <a:lnTo>
                  <a:pt x="3797784" y="240437"/>
                </a:lnTo>
                <a:lnTo>
                  <a:pt x="3797784" y="227018"/>
                </a:lnTo>
                <a:lnTo>
                  <a:pt x="3838042" y="227018"/>
                </a:lnTo>
                <a:lnTo>
                  <a:pt x="3838042" y="240437"/>
                </a:lnTo>
                <a:moveTo>
                  <a:pt x="3784364" y="240437"/>
                </a:moveTo>
                <a:lnTo>
                  <a:pt x="3744104" y="240437"/>
                </a:lnTo>
                <a:lnTo>
                  <a:pt x="3744104" y="227018"/>
                </a:lnTo>
                <a:lnTo>
                  <a:pt x="3784364" y="227018"/>
                </a:lnTo>
                <a:lnTo>
                  <a:pt x="3784364" y="240437"/>
                </a:lnTo>
                <a:moveTo>
                  <a:pt x="3730685" y="240437"/>
                </a:moveTo>
                <a:lnTo>
                  <a:pt x="3690426" y="240437"/>
                </a:lnTo>
                <a:lnTo>
                  <a:pt x="3690426" y="227018"/>
                </a:lnTo>
                <a:lnTo>
                  <a:pt x="3730685" y="227018"/>
                </a:lnTo>
                <a:lnTo>
                  <a:pt x="3730685" y="240437"/>
                </a:lnTo>
                <a:moveTo>
                  <a:pt x="3677006" y="240437"/>
                </a:moveTo>
                <a:lnTo>
                  <a:pt x="3636747" y="240437"/>
                </a:lnTo>
                <a:lnTo>
                  <a:pt x="3636747" y="227018"/>
                </a:lnTo>
                <a:lnTo>
                  <a:pt x="3677006" y="227018"/>
                </a:lnTo>
                <a:lnTo>
                  <a:pt x="3677006" y="240437"/>
                </a:lnTo>
                <a:moveTo>
                  <a:pt x="3623328" y="240437"/>
                </a:moveTo>
                <a:lnTo>
                  <a:pt x="3583069" y="240437"/>
                </a:lnTo>
                <a:lnTo>
                  <a:pt x="3583069" y="227018"/>
                </a:lnTo>
                <a:lnTo>
                  <a:pt x="3623328" y="227018"/>
                </a:lnTo>
                <a:lnTo>
                  <a:pt x="3623328" y="240437"/>
                </a:lnTo>
                <a:moveTo>
                  <a:pt x="3569648" y="240437"/>
                </a:moveTo>
                <a:lnTo>
                  <a:pt x="3529389" y="240437"/>
                </a:lnTo>
                <a:lnTo>
                  <a:pt x="3529389" y="227018"/>
                </a:lnTo>
                <a:lnTo>
                  <a:pt x="3569648" y="227018"/>
                </a:lnTo>
                <a:lnTo>
                  <a:pt x="3569648" y="240437"/>
                </a:lnTo>
                <a:moveTo>
                  <a:pt x="3515970" y="240437"/>
                </a:moveTo>
                <a:lnTo>
                  <a:pt x="3475710" y="240437"/>
                </a:lnTo>
                <a:lnTo>
                  <a:pt x="3475710" y="227018"/>
                </a:lnTo>
                <a:lnTo>
                  <a:pt x="3515970" y="227018"/>
                </a:lnTo>
                <a:lnTo>
                  <a:pt x="3515970" y="240437"/>
                </a:lnTo>
                <a:moveTo>
                  <a:pt x="3462291" y="240437"/>
                </a:moveTo>
                <a:lnTo>
                  <a:pt x="3422032" y="240437"/>
                </a:lnTo>
                <a:lnTo>
                  <a:pt x="3422032" y="227018"/>
                </a:lnTo>
                <a:lnTo>
                  <a:pt x="3462291" y="227018"/>
                </a:lnTo>
                <a:lnTo>
                  <a:pt x="3462291" y="240437"/>
                </a:lnTo>
                <a:moveTo>
                  <a:pt x="3408612" y="240437"/>
                </a:moveTo>
                <a:lnTo>
                  <a:pt x="3368353" y="240437"/>
                </a:lnTo>
                <a:lnTo>
                  <a:pt x="3368353" y="227018"/>
                </a:lnTo>
                <a:lnTo>
                  <a:pt x="3408612" y="227018"/>
                </a:lnTo>
                <a:lnTo>
                  <a:pt x="3408612" y="240437"/>
                </a:lnTo>
                <a:moveTo>
                  <a:pt x="3354934" y="240437"/>
                </a:moveTo>
                <a:lnTo>
                  <a:pt x="3314674" y="240437"/>
                </a:lnTo>
                <a:lnTo>
                  <a:pt x="3314674" y="227018"/>
                </a:lnTo>
                <a:lnTo>
                  <a:pt x="3354934" y="227018"/>
                </a:lnTo>
                <a:lnTo>
                  <a:pt x="3354934" y="240437"/>
                </a:lnTo>
                <a:moveTo>
                  <a:pt x="3301253" y="240437"/>
                </a:moveTo>
                <a:lnTo>
                  <a:pt x="3260995" y="240437"/>
                </a:lnTo>
                <a:lnTo>
                  <a:pt x="3260995" y="227018"/>
                </a:lnTo>
                <a:lnTo>
                  <a:pt x="3301253" y="227018"/>
                </a:lnTo>
                <a:lnTo>
                  <a:pt x="3301253" y="240437"/>
                </a:lnTo>
                <a:moveTo>
                  <a:pt x="3247575" y="240437"/>
                </a:moveTo>
                <a:lnTo>
                  <a:pt x="3207315" y="240437"/>
                </a:lnTo>
                <a:lnTo>
                  <a:pt x="3207315" y="227018"/>
                </a:lnTo>
                <a:lnTo>
                  <a:pt x="3247575" y="227018"/>
                </a:lnTo>
                <a:lnTo>
                  <a:pt x="3247575" y="240437"/>
                </a:lnTo>
                <a:moveTo>
                  <a:pt x="3193896" y="240437"/>
                </a:moveTo>
                <a:lnTo>
                  <a:pt x="3153637" y="240437"/>
                </a:lnTo>
                <a:lnTo>
                  <a:pt x="3153637" y="227018"/>
                </a:lnTo>
                <a:lnTo>
                  <a:pt x="3193896" y="227018"/>
                </a:lnTo>
                <a:lnTo>
                  <a:pt x="3193896" y="240437"/>
                </a:lnTo>
                <a:moveTo>
                  <a:pt x="3140216" y="240437"/>
                </a:moveTo>
                <a:lnTo>
                  <a:pt x="3099957" y="240437"/>
                </a:lnTo>
                <a:lnTo>
                  <a:pt x="3099957" y="227018"/>
                </a:lnTo>
                <a:lnTo>
                  <a:pt x="3140216" y="227018"/>
                </a:lnTo>
                <a:lnTo>
                  <a:pt x="3140216" y="240437"/>
                </a:lnTo>
                <a:moveTo>
                  <a:pt x="3086538" y="240437"/>
                </a:moveTo>
                <a:lnTo>
                  <a:pt x="3046279" y="240437"/>
                </a:lnTo>
                <a:lnTo>
                  <a:pt x="3046279" y="227018"/>
                </a:lnTo>
                <a:lnTo>
                  <a:pt x="3086538" y="227018"/>
                </a:lnTo>
                <a:lnTo>
                  <a:pt x="3086538" y="240437"/>
                </a:lnTo>
                <a:moveTo>
                  <a:pt x="3032859" y="240437"/>
                </a:moveTo>
                <a:lnTo>
                  <a:pt x="2992600" y="240437"/>
                </a:lnTo>
                <a:lnTo>
                  <a:pt x="2992600" y="227018"/>
                </a:lnTo>
                <a:lnTo>
                  <a:pt x="3032859" y="227018"/>
                </a:lnTo>
                <a:lnTo>
                  <a:pt x="3032859" y="240437"/>
                </a:lnTo>
                <a:moveTo>
                  <a:pt x="2979181" y="240437"/>
                </a:moveTo>
                <a:lnTo>
                  <a:pt x="2938921" y="240437"/>
                </a:lnTo>
                <a:lnTo>
                  <a:pt x="2938921" y="227018"/>
                </a:lnTo>
                <a:lnTo>
                  <a:pt x="2979181" y="227018"/>
                </a:lnTo>
                <a:lnTo>
                  <a:pt x="2979181" y="240437"/>
                </a:lnTo>
                <a:moveTo>
                  <a:pt x="2925502" y="240437"/>
                </a:moveTo>
                <a:lnTo>
                  <a:pt x="2885242" y="240437"/>
                </a:lnTo>
                <a:lnTo>
                  <a:pt x="2885242" y="227018"/>
                </a:lnTo>
                <a:lnTo>
                  <a:pt x="2925502" y="227018"/>
                </a:lnTo>
                <a:lnTo>
                  <a:pt x="2925502" y="240437"/>
                </a:lnTo>
                <a:moveTo>
                  <a:pt x="2871821" y="240437"/>
                </a:moveTo>
                <a:lnTo>
                  <a:pt x="2831563" y="240437"/>
                </a:lnTo>
                <a:lnTo>
                  <a:pt x="2831563" y="227018"/>
                </a:lnTo>
                <a:lnTo>
                  <a:pt x="2871821" y="227018"/>
                </a:lnTo>
                <a:lnTo>
                  <a:pt x="2871821" y="240437"/>
                </a:lnTo>
                <a:moveTo>
                  <a:pt x="2818143" y="240437"/>
                </a:moveTo>
                <a:lnTo>
                  <a:pt x="2777885" y="240437"/>
                </a:lnTo>
                <a:lnTo>
                  <a:pt x="2777885" y="227018"/>
                </a:lnTo>
                <a:lnTo>
                  <a:pt x="2818143" y="227018"/>
                </a:lnTo>
                <a:lnTo>
                  <a:pt x="2818143" y="240437"/>
                </a:lnTo>
                <a:moveTo>
                  <a:pt x="2764464" y="240437"/>
                </a:moveTo>
                <a:lnTo>
                  <a:pt x="2724206" y="240437"/>
                </a:lnTo>
                <a:lnTo>
                  <a:pt x="2724206" y="227018"/>
                </a:lnTo>
                <a:lnTo>
                  <a:pt x="2764464" y="227018"/>
                </a:lnTo>
                <a:lnTo>
                  <a:pt x="2764464" y="240437"/>
                </a:lnTo>
                <a:moveTo>
                  <a:pt x="2710786" y="240437"/>
                </a:moveTo>
                <a:lnTo>
                  <a:pt x="2670525" y="240437"/>
                </a:lnTo>
                <a:lnTo>
                  <a:pt x="2670525" y="227018"/>
                </a:lnTo>
                <a:lnTo>
                  <a:pt x="2710786" y="227018"/>
                </a:lnTo>
                <a:lnTo>
                  <a:pt x="2710786" y="240437"/>
                </a:lnTo>
                <a:moveTo>
                  <a:pt x="2657106" y="240437"/>
                </a:moveTo>
                <a:lnTo>
                  <a:pt x="2616847" y="240437"/>
                </a:lnTo>
                <a:lnTo>
                  <a:pt x="2616847" y="227018"/>
                </a:lnTo>
                <a:lnTo>
                  <a:pt x="2657106" y="227018"/>
                </a:lnTo>
                <a:lnTo>
                  <a:pt x="2657106" y="240437"/>
                </a:lnTo>
                <a:moveTo>
                  <a:pt x="2603427" y="240437"/>
                </a:moveTo>
                <a:lnTo>
                  <a:pt x="2563168" y="240437"/>
                </a:lnTo>
                <a:lnTo>
                  <a:pt x="2563168" y="227018"/>
                </a:lnTo>
                <a:lnTo>
                  <a:pt x="2603427" y="227018"/>
                </a:lnTo>
                <a:lnTo>
                  <a:pt x="2603427" y="240437"/>
                </a:lnTo>
                <a:moveTo>
                  <a:pt x="2549749" y="240437"/>
                </a:moveTo>
                <a:lnTo>
                  <a:pt x="2509490" y="240437"/>
                </a:lnTo>
                <a:lnTo>
                  <a:pt x="2509490" y="227018"/>
                </a:lnTo>
                <a:lnTo>
                  <a:pt x="2549749" y="227018"/>
                </a:lnTo>
                <a:lnTo>
                  <a:pt x="2549749" y="240437"/>
                </a:lnTo>
                <a:moveTo>
                  <a:pt x="2496070" y="240437"/>
                </a:moveTo>
                <a:lnTo>
                  <a:pt x="2455811" y="240437"/>
                </a:lnTo>
                <a:lnTo>
                  <a:pt x="2455811" y="227018"/>
                </a:lnTo>
                <a:lnTo>
                  <a:pt x="2496070" y="227018"/>
                </a:lnTo>
                <a:lnTo>
                  <a:pt x="2496070" y="240437"/>
                </a:lnTo>
                <a:moveTo>
                  <a:pt x="2442392" y="240437"/>
                </a:moveTo>
                <a:lnTo>
                  <a:pt x="2402131" y="240437"/>
                </a:lnTo>
                <a:lnTo>
                  <a:pt x="2402131" y="227018"/>
                </a:lnTo>
                <a:lnTo>
                  <a:pt x="2442392" y="227018"/>
                </a:lnTo>
                <a:lnTo>
                  <a:pt x="2442392" y="240437"/>
                </a:lnTo>
                <a:moveTo>
                  <a:pt x="2388712" y="240437"/>
                </a:moveTo>
                <a:lnTo>
                  <a:pt x="2348453" y="240437"/>
                </a:lnTo>
                <a:lnTo>
                  <a:pt x="2348453" y="227018"/>
                </a:lnTo>
                <a:lnTo>
                  <a:pt x="2388712" y="227018"/>
                </a:lnTo>
                <a:lnTo>
                  <a:pt x="2388712" y="240437"/>
                </a:lnTo>
                <a:moveTo>
                  <a:pt x="2335032" y="240437"/>
                </a:moveTo>
                <a:lnTo>
                  <a:pt x="2294774" y="240437"/>
                </a:lnTo>
                <a:lnTo>
                  <a:pt x="2294774" y="227018"/>
                </a:lnTo>
                <a:lnTo>
                  <a:pt x="2335032" y="227018"/>
                </a:lnTo>
                <a:lnTo>
                  <a:pt x="2335032" y="240437"/>
                </a:lnTo>
                <a:moveTo>
                  <a:pt x="2281354" y="240437"/>
                </a:moveTo>
                <a:lnTo>
                  <a:pt x="2241096" y="240437"/>
                </a:lnTo>
                <a:lnTo>
                  <a:pt x="2241096" y="227018"/>
                </a:lnTo>
                <a:lnTo>
                  <a:pt x="2281354" y="227018"/>
                </a:lnTo>
                <a:lnTo>
                  <a:pt x="2281354" y="240437"/>
                </a:lnTo>
                <a:moveTo>
                  <a:pt x="2227674" y="240437"/>
                </a:moveTo>
                <a:lnTo>
                  <a:pt x="2187415" y="240437"/>
                </a:lnTo>
                <a:lnTo>
                  <a:pt x="2187415" y="227018"/>
                </a:lnTo>
                <a:lnTo>
                  <a:pt x="2227674" y="227018"/>
                </a:lnTo>
                <a:lnTo>
                  <a:pt x="2227674" y="240437"/>
                </a:lnTo>
                <a:moveTo>
                  <a:pt x="2173996" y="240437"/>
                </a:moveTo>
                <a:lnTo>
                  <a:pt x="2133736" y="240437"/>
                </a:lnTo>
                <a:lnTo>
                  <a:pt x="2133736" y="227018"/>
                </a:lnTo>
                <a:lnTo>
                  <a:pt x="2173996" y="227018"/>
                </a:lnTo>
                <a:lnTo>
                  <a:pt x="2173996" y="240437"/>
                </a:lnTo>
                <a:moveTo>
                  <a:pt x="2120317" y="240437"/>
                </a:moveTo>
                <a:lnTo>
                  <a:pt x="2080058" y="240437"/>
                </a:lnTo>
                <a:lnTo>
                  <a:pt x="2080058" y="227018"/>
                </a:lnTo>
                <a:lnTo>
                  <a:pt x="2120317" y="227018"/>
                </a:lnTo>
                <a:lnTo>
                  <a:pt x="2120317" y="240437"/>
                </a:lnTo>
                <a:moveTo>
                  <a:pt x="2066638" y="240437"/>
                </a:moveTo>
                <a:lnTo>
                  <a:pt x="2026379" y="240437"/>
                </a:lnTo>
                <a:lnTo>
                  <a:pt x="2026379" y="227018"/>
                </a:lnTo>
                <a:lnTo>
                  <a:pt x="2066638" y="227018"/>
                </a:lnTo>
                <a:lnTo>
                  <a:pt x="2066638" y="240437"/>
                </a:lnTo>
                <a:moveTo>
                  <a:pt x="2012960" y="240437"/>
                </a:moveTo>
                <a:lnTo>
                  <a:pt x="1972701" y="240437"/>
                </a:lnTo>
                <a:lnTo>
                  <a:pt x="1972701" y="227018"/>
                </a:lnTo>
                <a:lnTo>
                  <a:pt x="2012960" y="227018"/>
                </a:lnTo>
                <a:lnTo>
                  <a:pt x="2012960" y="240437"/>
                </a:lnTo>
                <a:moveTo>
                  <a:pt x="1959280" y="240437"/>
                </a:moveTo>
                <a:lnTo>
                  <a:pt x="1919021" y="240437"/>
                </a:lnTo>
                <a:lnTo>
                  <a:pt x="1919021" y="227018"/>
                </a:lnTo>
                <a:lnTo>
                  <a:pt x="1959280" y="227018"/>
                </a:lnTo>
                <a:lnTo>
                  <a:pt x="1959280" y="240437"/>
                </a:lnTo>
                <a:moveTo>
                  <a:pt x="1905601" y="240437"/>
                </a:moveTo>
                <a:lnTo>
                  <a:pt x="1865342" y="240437"/>
                </a:lnTo>
                <a:lnTo>
                  <a:pt x="1865342" y="227018"/>
                </a:lnTo>
                <a:lnTo>
                  <a:pt x="1905601" y="227018"/>
                </a:lnTo>
                <a:lnTo>
                  <a:pt x="1905601" y="240437"/>
                </a:lnTo>
                <a:moveTo>
                  <a:pt x="1851923" y="240437"/>
                </a:moveTo>
                <a:lnTo>
                  <a:pt x="1811664" y="240437"/>
                </a:lnTo>
                <a:lnTo>
                  <a:pt x="1811664" y="227018"/>
                </a:lnTo>
                <a:lnTo>
                  <a:pt x="1851923" y="227018"/>
                </a:lnTo>
                <a:lnTo>
                  <a:pt x="1851923" y="240437"/>
                </a:lnTo>
                <a:moveTo>
                  <a:pt x="1798244" y="240437"/>
                </a:moveTo>
                <a:lnTo>
                  <a:pt x="1757985" y="240437"/>
                </a:lnTo>
                <a:lnTo>
                  <a:pt x="1757985" y="227018"/>
                </a:lnTo>
                <a:lnTo>
                  <a:pt x="1798244" y="227018"/>
                </a:lnTo>
                <a:lnTo>
                  <a:pt x="1798244" y="240437"/>
                </a:lnTo>
                <a:moveTo>
                  <a:pt x="1744564" y="240437"/>
                </a:moveTo>
                <a:lnTo>
                  <a:pt x="1704305" y="240437"/>
                </a:lnTo>
                <a:lnTo>
                  <a:pt x="1704305" y="227018"/>
                </a:lnTo>
                <a:lnTo>
                  <a:pt x="1744564" y="227018"/>
                </a:lnTo>
                <a:lnTo>
                  <a:pt x="1744564" y="240437"/>
                </a:lnTo>
                <a:moveTo>
                  <a:pt x="1690885" y="240437"/>
                </a:moveTo>
                <a:lnTo>
                  <a:pt x="1650626" y="240437"/>
                </a:lnTo>
                <a:lnTo>
                  <a:pt x="1650626" y="227018"/>
                </a:lnTo>
                <a:lnTo>
                  <a:pt x="1690885" y="227018"/>
                </a:lnTo>
                <a:lnTo>
                  <a:pt x="1690885" y="240437"/>
                </a:lnTo>
                <a:moveTo>
                  <a:pt x="1637207" y="240437"/>
                </a:moveTo>
                <a:lnTo>
                  <a:pt x="1596948" y="240437"/>
                </a:lnTo>
                <a:lnTo>
                  <a:pt x="1596948" y="227018"/>
                </a:lnTo>
                <a:lnTo>
                  <a:pt x="1637207" y="227018"/>
                </a:lnTo>
                <a:lnTo>
                  <a:pt x="1637207" y="240437"/>
                </a:lnTo>
                <a:moveTo>
                  <a:pt x="1583528" y="240437"/>
                </a:moveTo>
                <a:lnTo>
                  <a:pt x="1543269" y="240437"/>
                </a:lnTo>
                <a:lnTo>
                  <a:pt x="1543269" y="227018"/>
                </a:lnTo>
                <a:lnTo>
                  <a:pt x="1583528" y="227018"/>
                </a:lnTo>
                <a:lnTo>
                  <a:pt x="1583528" y="240437"/>
                </a:lnTo>
                <a:moveTo>
                  <a:pt x="1529848" y="240437"/>
                </a:moveTo>
                <a:lnTo>
                  <a:pt x="1489589" y="240437"/>
                </a:lnTo>
                <a:lnTo>
                  <a:pt x="1489589" y="227018"/>
                </a:lnTo>
                <a:lnTo>
                  <a:pt x="1529848" y="227018"/>
                </a:lnTo>
                <a:lnTo>
                  <a:pt x="1529848" y="240437"/>
                </a:lnTo>
                <a:moveTo>
                  <a:pt x="1476170" y="240437"/>
                </a:moveTo>
                <a:lnTo>
                  <a:pt x="1435910" y="240437"/>
                </a:lnTo>
                <a:lnTo>
                  <a:pt x="1435910" y="227018"/>
                </a:lnTo>
                <a:lnTo>
                  <a:pt x="1476170" y="227018"/>
                </a:lnTo>
                <a:lnTo>
                  <a:pt x="1476170" y="240437"/>
                </a:lnTo>
                <a:moveTo>
                  <a:pt x="1422491" y="240437"/>
                </a:moveTo>
                <a:lnTo>
                  <a:pt x="1382232" y="240437"/>
                </a:lnTo>
                <a:lnTo>
                  <a:pt x="1382232" y="227018"/>
                </a:lnTo>
                <a:lnTo>
                  <a:pt x="1422491" y="227018"/>
                </a:lnTo>
                <a:lnTo>
                  <a:pt x="1422491" y="240437"/>
                </a:lnTo>
                <a:moveTo>
                  <a:pt x="1368812" y="240437"/>
                </a:moveTo>
                <a:lnTo>
                  <a:pt x="1328553" y="240437"/>
                </a:lnTo>
                <a:lnTo>
                  <a:pt x="1328553" y="227018"/>
                </a:lnTo>
                <a:lnTo>
                  <a:pt x="1368812" y="227018"/>
                </a:lnTo>
                <a:lnTo>
                  <a:pt x="1368812" y="240437"/>
                </a:lnTo>
                <a:moveTo>
                  <a:pt x="1315134" y="240437"/>
                </a:moveTo>
                <a:lnTo>
                  <a:pt x="1274875" y="240437"/>
                </a:lnTo>
                <a:lnTo>
                  <a:pt x="1274875" y="227018"/>
                </a:lnTo>
                <a:lnTo>
                  <a:pt x="1315134" y="227018"/>
                </a:lnTo>
                <a:lnTo>
                  <a:pt x="1315134" y="240437"/>
                </a:lnTo>
                <a:moveTo>
                  <a:pt x="1261454" y="240437"/>
                </a:moveTo>
                <a:lnTo>
                  <a:pt x="1221195" y="240437"/>
                </a:lnTo>
                <a:lnTo>
                  <a:pt x="1221195" y="227018"/>
                </a:lnTo>
                <a:lnTo>
                  <a:pt x="1261454" y="227018"/>
                </a:lnTo>
                <a:lnTo>
                  <a:pt x="1261454" y="240437"/>
                </a:lnTo>
                <a:moveTo>
                  <a:pt x="1207775" y="240437"/>
                </a:moveTo>
                <a:lnTo>
                  <a:pt x="1167516" y="240437"/>
                </a:lnTo>
                <a:lnTo>
                  <a:pt x="1167516" y="227018"/>
                </a:lnTo>
                <a:lnTo>
                  <a:pt x="1207775" y="227018"/>
                </a:lnTo>
                <a:lnTo>
                  <a:pt x="1207775" y="240437"/>
                </a:lnTo>
                <a:moveTo>
                  <a:pt x="1154096" y="240437"/>
                </a:moveTo>
                <a:lnTo>
                  <a:pt x="1113837" y="240437"/>
                </a:lnTo>
                <a:lnTo>
                  <a:pt x="1113837" y="227018"/>
                </a:lnTo>
                <a:lnTo>
                  <a:pt x="1154096" y="227018"/>
                </a:lnTo>
                <a:lnTo>
                  <a:pt x="1154096" y="240437"/>
                </a:lnTo>
                <a:moveTo>
                  <a:pt x="1100418" y="240437"/>
                </a:moveTo>
                <a:lnTo>
                  <a:pt x="1060159" y="240437"/>
                </a:lnTo>
                <a:lnTo>
                  <a:pt x="1060159" y="227018"/>
                </a:lnTo>
                <a:lnTo>
                  <a:pt x="1100418" y="227018"/>
                </a:lnTo>
                <a:lnTo>
                  <a:pt x="1100418" y="240437"/>
                </a:lnTo>
                <a:moveTo>
                  <a:pt x="1046738" y="240437"/>
                </a:moveTo>
                <a:lnTo>
                  <a:pt x="1006479" y="240437"/>
                </a:lnTo>
                <a:lnTo>
                  <a:pt x="1006479" y="227018"/>
                </a:lnTo>
                <a:lnTo>
                  <a:pt x="1046738" y="227018"/>
                </a:lnTo>
                <a:lnTo>
                  <a:pt x="1046738" y="240437"/>
                </a:lnTo>
                <a:moveTo>
                  <a:pt x="993059" y="240437"/>
                </a:moveTo>
                <a:lnTo>
                  <a:pt x="952800" y="240437"/>
                </a:lnTo>
                <a:lnTo>
                  <a:pt x="952800" y="227018"/>
                </a:lnTo>
                <a:lnTo>
                  <a:pt x="993059" y="227018"/>
                </a:lnTo>
                <a:lnTo>
                  <a:pt x="993059" y="240437"/>
                </a:lnTo>
                <a:moveTo>
                  <a:pt x="939381" y="240437"/>
                </a:moveTo>
                <a:lnTo>
                  <a:pt x="899121" y="240437"/>
                </a:lnTo>
                <a:lnTo>
                  <a:pt x="899121" y="227018"/>
                </a:lnTo>
                <a:lnTo>
                  <a:pt x="939381" y="227018"/>
                </a:lnTo>
                <a:lnTo>
                  <a:pt x="939381" y="240437"/>
                </a:lnTo>
                <a:moveTo>
                  <a:pt x="885702" y="240437"/>
                </a:moveTo>
                <a:lnTo>
                  <a:pt x="845443" y="240437"/>
                </a:lnTo>
                <a:lnTo>
                  <a:pt x="845443" y="227018"/>
                </a:lnTo>
                <a:lnTo>
                  <a:pt x="885702" y="227018"/>
                </a:lnTo>
                <a:lnTo>
                  <a:pt x="885702" y="240437"/>
                </a:lnTo>
                <a:moveTo>
                  <a:pt x="832022" y="240437"/>
                </a:moveTo>
                <a:lnTo>
                  <a:pt x="791763" y="240437"/>
                </a:lnTo>
                <a:lnTo>
                  <a:pt x="791763" y="227018"/>
                </a:lnTo>
                <a:lnTo>
                  <a:pt x="832022" y="227018"/>
                </a:lnTo>
                <a:lnTo>
                  <a:pt x="832022" y="240437"/>
                </a:lnTo>
                <a:moveTo>
                  <a:pt x="778343" y="240437"/>
                </a:moveTo>
                <a:lnTo>
                  <a:pt x="738085" y="240437"/>
                </a:lnTo>
                <a:lnTo>
                  <a:pt x="738085" y="227018"/>
                </a:lnTo>
                <a:lnTo>
                  <a:pt x="778343" y="227018"/>
                </a:lnTo>
                <a:lnTo>
                  <a:pt x="778343" y="240437"/>
                </a:lnTo>
                <a:moveTo>
                  <a:pt x="724665" y="240437"/>
                </a:moveTo>
                <a:lnTo>
                  <a:pt x="684405" y="240437"/>
                </a:lnTo>
                <a:lnTo>
                  <a:pt x="684405" y="227018"/>
                </a:lnTo>
                <a:lnTo>
                  <a:pt x="724665" y="227018"/>
                </a:lnTo>
                <a:lnTo>
                  <a:pt x="724665" y="240437"/>
                </a:lnTo>
                <a:moveTo>
                  <a:pt x="670986" y="240437"/>
                </a:moveTo>
                <a:lnTo>
                  <a:pt x="630727" y="240437"/>
                </a:lnTo>
                <a:lnTo>
                  <a:pt x="630727" y="227018"/>
                </a:lnTo>
                <a:lnTo>
                  <a:pt x="670986" y="227018"/>
                </a:lnTo>
                <a:lnTo>
                  <a:pt x="670986" y="240437"/>
                </a:lnTo>
                <a:moveTo>
                  <a:pt x="617307" y="240437"/>
                </a:moveTo>
                <a:lnTo>
                  <a:pt x="577047" y="240437"/>
                </a:lnTo>
                <a:lnTo>
                  <a:pt x="577047" y="227018"/>
                </a:lnTo>
                <a:lnTo>
                  <a:pt x="617307" y="227018"/>
                </a:lnTo>
                <a:lnTo>
                  <a:pt x="617307" y="240437"/>
                </a:lnTo>
                <a:moveTo>
                  <a:pt x="563628" y="240437"/>
                </a:moveTo>
                <a:lnTo>
                  <a:pt x="523369" y="240437"/>
                </a:lnTo>
                <a:lnTo>
                  <a:pt x="523369" y="227018"/>
                </a:lnTo>
                <a:lnTo>
                  <a:pt x="563628" y="227018"/>
                </a:lnTo>
                <a:lnTo>
                  <a:pt x="563628" y="240437"/>
                </a:lnTo>
                <a:moveTo>
                  <a:pt x="509949" y="240437"/>
                </a:moveTo>
                <a:lnTo>
                  <a:pt x="469690" y="240437"/>
                </a:lnTo>
                <a:lnTo>
                  <a:pt x="469690" y="227018"/>
                </a:lnTo>
                <a:lnTo>
                  <a:pt x="509949" y="227018"/>
                </a:lnTo>
                <a:lnTo>
                  <a:pt x="509949" y="240437"/>
                </a:lnTo>
                <a:moveTo>
                  <a:pt x="456270" y="240437"/>
                </a:moveTo>
                <a:lnTo>
                  <a:pt x="416011" y="240437"/>
                </a:lnTo>
                <a:lnTo>
                  <a:pt x="416011" y="227018"/>
                </a:lnTo>
                <a:lnTo>
                  <a:pt x="456270" y="227018"/>
                </a:lnTo>
                <a:lnTo>
                  <a:pt x="456270" y="240437"/>
                </a:lnTo>
                <a:moveTo>
                  <a:pt x="402592" y="240437"/>
                </a:moveTo>
                <a:lnTo>
                  <a:pt x="362331" y="240437"/>
                </a:lnTo>
                <a:lnTo>
                  <a:pt x="362331" y="227018"/>
                </a:lnTo>
                <a:lnTo>
                  <a:pt x="402592" y="227018"/>
                </a:lnTo>
                <a:lnTo>
                  <a:pt x="402592" y="240437"/>
                </a:lnTo>
                <a:moveTo>
                  <a:pt x="348912" y="240437"/>
                </a:moveTo>
                <a:lnTo>
                  <a:pt x="308653" y="240437"/>
                </a:lnTo>
                <a:lnTo>
                  <a:pt x="308653" y="227018"/>
                </a:lnTo>
                <a:lnTo>
                  <a:pt x="348912" y="227018"/>
                </a:lnTo>
                <a:lnTo>
                  <a:pt x="348912" y="240437"/>
                </a:lnTo>
                <a:moveTo>
                  <a:pt x="295233" y="240437"/>
                </a:moveTo>
                <a:lnTo>
                  <a:pt x="254974" y="240437"/>
                </a:lnTo>
                <a:lnTo>
                  <a:pt x="254974" y="227018"/>
                </a:lnTo>
                <a:lnTo>
                  <a:pt x="295233" y="227018"/>
                </a:lnTo>
                <a:lnTo>
                  <a:pt x="295233" y="240437"/>
                </a:lnTo>
                <a:moveTo>
                  <a:pt x="241554" y="240437"/>
                </a:moveTo>
                <a:lnTo>
                  <a:pt x="201296" y="240437"/>
                </a:lnTo>
                <a:lnTo>
                  <a:pt x="201296" y="227018"/>
                </a:lnTo>
                <a:lnTo>
                  <a:pt x="241554" y="227018"/>
                </a:lnTo>
                <a:lnTo>
                  <a:pt x="241554" y="240437"/>
                </a:lnTo>
                <a:moveTo>
                  <a:pt x="187876" y="240437"/>
                </a:moveTo>
                <a:lnTo>
                  <a:pt x="147617" y="240437"/>
                </a:lnTo>
                <a:lnTo>
                  <a:pt x="147617" y="227018"/>
                </a:lnTo>
                <a:lnTo>
                  <a:pt x="187876" y="227018"/>
                </a:lnTo>
                <a:lnTo>
                  <a:pt x="187876" y="240437"/>
                </a:lnTo>
                <a:moveTo>
                  <a:pt x="134196" y="240437"/>
                </a:moveTo>
                <a:lnTo>
                  <a:pt x="93937" y="240437"/>
                </a:lnTo>
                <a:lnTo>
                  <a:pt x="93937" y="227018"/>
                </a:lnTo>
                <a:lnTo>
                  <a:pt x="134196" y="227018"/>
                </a:lnTo>
                <a:lnTo>
                  <a:pt x="134196" y="240437"/>
                </a:lnTo>
                <a:moveTo>
                  <a:pt x="80517" y="240437"/>
                </a:moveTo>
                <a:lnTo>
                  <a:pt x="40259" y="240437"/>
                </a:lnTo>
                <a:lnTo>
                  <a:pt x="40259" y="227018"/>
                </a:lnTo>
                <a:lnTo>
                  <a:pt x="80517" y="227018"/>
                </a:lnTo>
                <a:lnTo>
                  <a:pt x="80517" y="240437"/>
                </a:lnTo>
                <a:moveTo>
                  <a:pt x="26839" y="240437"/>
                </a:moveTo>
                <a:lnTo>
                  <a:pt x="6709" y="240437"/>
                </a:lnTo>
                <a:lnTo>
                  <a:pt x="6709" y="227018"/>
                </a:lnTo>
                <a:lnTo>
                  <a:pt x="26839" y="227018"/>
                </a:lnTo>
                <a:lnTo>
                  <a:pt x="26839" y="240437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text-231 Various">
            <a:extLst xmlns:a="http://schemas.openxmlformats.org/drawingml/2006/main">
              <a:ext uri="{FF2B5EF4-FFF2-40B4-BE49-F238E27FC236}">
                <a16:creationId xmlns:a16="http://schemas.microsoft.com/office/drawing/2014/main" id="{C3A6FE28-9A82-4B44-8C55-CA867476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415" y="4771046"/>
            <a:ext cx="479664" cy="193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Various</a:t>
            </a:r>
          </a:p>
        </p:txBody>
      </p:sp>
      <p:sp>
        <p:nvSpPr>
          <p:cNvPr id="324" name="text-231 Types">
            <a:extLst xmlns:a="http://schemas.openxmlformats.org/drawingml/2006/main">
              <a:ext uri="{FF2B5EF4-FFF2-40B4-BE49-F238E27FC236}">
                <a16:creationId xmlns:a16="http://schemas.microsoft.com/office/drawing/2014/main" id="{57521283-8B9F-4487-91FD-6EDC941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4117" y="4770785"/>
            <a:ext cx="367879" cy="193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Types</a:t>
            </a:r>
          </a:p>
        </p:txBody>
      </p:sp>
      <p:sp>
        <p:nvSpPr>
          <p:cNvPr id="325" name="text-231 of">
            <a:extLst xmlns:a="http://schemas.openxmlformats.org/drawingml/2006/main">
              <a:ext uri="{FF2B5EF4-FFF2-40B4-BE49-F238E27FC236}">
                <a16:creationId xmlns:a16="http://schemas.microsoft.com/office/drawing/2014/main" id="{3A4DCAE4-8F9B-41C7-BEAF-6E925AFA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0987" y="4774819"/>
            <a:ext cx="135956" cy="187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26" name="text-232 Dialogue">
            <a:extLst xmlns:a="http://schemas.openxmlformats.org/drawingml/2006/main">
              <a:ext uri="{FF2B5EF4-FFF2-40B4-BE49-F238E27FC236}">
                <a16:creationId xmlns:a16="http://schemas.microsoft.com/office/drawing/2014/main" id="{664A2C53-8A16-40E0-A3E3-CB3B5984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6368" y="4774798"/>
            <a:ext cx="531059" cy="18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327" name="text-232 Questions">
            <a:extLst xmlns:a="http://schemas.openxmlformats.org/drawingml/2006/main">
              <a:ext uri="{FF2B5EF4-FFF2-40B4-BE49-F238E27FC236}">
                <a16:creationId xmlns:a16="http://schemas.microsoft.com/office/drawing/2014/main" id="{B9AA2A39-F4E8-4400-9353-B873C12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6513" y="4774799"/>
            <a:ext cx="590820" cy="18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590027C5-4C5E-44EC-A5A9-1753EB9F3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b4d3e808a4c74"/>
          <a:stretch xmlns:a="http://schemas.openxmlformats.org/drawingml/2006/main"/>
        </p:blipFill>
        <p:spPr>
          <a:xfrm xmlns:a="http://schemas.openxmlformats.org/drawingml/2006/main">
            <a:off x="8267700" y="4686300"/>
            <a:ext cx="723900" cy="342900"/>
          </a:xfrm>
          <a:prstGeom xmlns:a="http://schemas.openxmlformats.org/drawingml/2006/main" prst="rect">
            <a:avLst/>
          </a:prstGeom>
        </p:spPr>
      </p:pic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C4B3D09-F701-48B1-9662-3381B8BBBF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4feb14b1741c7"/>
          <a:stretch xmlns:a="http://schemas.openxmlformats.org/drawingml/2006/main"/>
        </p:blipFill>
        <p:spPr>
          <a:xfrm xmlns:a="http://schemas.openxmlformats.org/drawingml/2006/main">
            <a:off x="10325100" y="4114800"/>
            <a:ext cx="190500" cy="342900"/>
          </a:xfrm>
          <a:prstGeom xmlns:a="http://schemas.openxmlformats.org/drawingml/2006/main" prst="rect">
            <a:avLst/>
          </a:prstGeom>
        </p:spPr>
      </p:pic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AC8D1B22-ACA6-4289-9C79-7DE8077B11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36cfc2f304fb0"/>
          <a:stretch xmlns:a="http://schemas.openxmlformats.org/drawingml/2006/main"/>
        </p:blipFill>
        <p:spPr>
          <a:xfrm xmlns:a="http://schemas.openxmlformats.org/drawingml/2006/main">
            <a:off x="12306300" y="4610100"/>
            <a:ext cx="304800" cy="152400"/>
          </a:xfrm>
          <a:prstGeom xmlns:a="http://schemas.openxmlformats.org/drawingml/2006/main" prst="rect">
            <a:avLst/>
          </a:prstGeom>
        </p:spPr>
      </p:pic>
      <p:pic>
        <p:nvPic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DE9E0D9B-9788-4EC4-9413-AA08A5909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3ebe839ed43e1"/>
          <a:stretch xmlns:a="http://schemas.openxmlformats.org/drawingml/2006/main"/>
        </p:blipFill>
        <p:spPr>
          <a:xfrm xmlns:a="http://schemas.openxmlformats.org/drawingml/2006/main">
            <a:off x="9134475" y="58578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32" name="text-237 Judge">
            <a:extLst xmlns:a="http://schemas.openxmlformats.org/drawingml/2006/main">
              <a:ext uri="{FF2B5EF4-FFF2-40B4-BE49-F238E27FC236}">
                <a16:creationId xmlns:a16="http://schemas.microsoft.com/office/drawing/2014/main" id="{DCFC1AF2-C8AD-4838-958C-ED6E69CE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561" y="6069913"/>
            <a:ext cx="550533" cy="281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Judge</a:t>
            </a:r>
          </a:p>
        </p:txBody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2143A3B-25AA-4C8E-A1B2-1D6DFA1186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b48d27680465f"/>
          <a:stretch xmlns:a="http://schemas.openxmlformats.org/drawingml/2006/main"/>
        </p:blipFill>
        <p:spPr>
          <a:xfrm xmlns:a="http://schemas.openxmlformats.org/drawingml/2006/main">
            <a:off x="11991975" y="6143625"/>
            <a:ext cx="990600" cy="990600"/>
          </a:xfrm>
          <a:prstGeom xmlns:a="http://schemas.openxmlformats.org/drawingml/2006/main" prst="rect">
            <a:avLst/>
          </a:prstGeom>
        </p:spPr>
      </p:pic>
      <p:pic>
        <p:nvPic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7A5B018-F600-4D8B-AAAA-A449BF29B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499f7a4bd4338"/>
          <a:stretch xmlns:a="http://schemas.openxmlformats.org/drawingml/2006/main"/>
        </p:blipFill>
        <p:spPr>
          <a:xfrm xmlns:a="http://schemas.openxmlformats.org/drawingml/2006/main">
            <a:off x="12696825" y="6353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35" name="path-240">
            <a:extLst xmlns:a="http://schemas.openxmlformats.org/drawingml/2006/main">
              <a:ext uri="{FF2B5EF4-FFF2-40B4-BE49-F238E27FC236}">
                <a16:creationId xmlns:a16="http://schemas.microsoft.com/office/drawing/2014/main" id="{2FACB02C-E851-4F3A-8638-6F2844EE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115" y="5818834"/>
            <a:ext cx="1383350" cy="1416900"/>
          </a:xfrm>
          <a:custGeom xmlns:a="http://schemas.openxmlformats.org/drawingml/2006/main">
            <a:pathLst>
              <a:path w="1383350" h="1416900">
                <a:moveTo>
                  <a:pt x="0" y="1402920"/>
                </a:moveTo>
                <a:lnTo>
                  <a:pt x="0" y="1374964"/>
                </a:lnTo>
                <a:lnTo>
                  <a:pt x="27958" y="1374964"/>
                </a:lnTo>
                <a:lnTo>
                  <a:pt x="27958" y="1402920"/>
                </a:lnTo>
                <a:lnTo>
                  <a:pt x="0" y="1402920"/>
                </a:lnTo>
                <a:moveTo>
                  <a:pt x="0" y="1347005"/>
                </a:moveTo>
                <a:lnTo>
                  <a:pt x="0" y="1319047"/>
                </a:lnTo>
                <a:lnTo>
                  <a:pt x="27958" y="1319047"/>
                </a:lnTo>
                <a:lnTo>
                  <a:pt x="27958" y="1347005"/>
                </a:lnTo>
                <a:lnTo>
                  <a:pt x="0" y="1347005"/>
                </a:lnTo>
                <a:moveTo>
                  <a:pt x="0" y="1291090"/>
                </a:moveTo>
                <a:lnTo>
                  <a:pt x="0" y="1263131"/>
                </a:lnTo>
                <a:lnTo>
                  <a:pt x="27958" y="1263131"/>
                </a:lnTo>
                <a:lnTo>
                  <a:pt x="27958" y="1291090"/>
                </a:lnTo>
                <a:lnTo>
                  <a:pt x="0" y="1291090"/>
                </a:lnTo>
                <a:moveTo>
                  <a:pt x="0" y="1235175"/>
                </a:moveTo>
                <a:lnTo>
                  <a:pt x="0" y="1207216"/>
                </a:lnTo>
                <a:lnTo>
                  <a:pt x="27958" y="1207216"/>
                </a:lnTo>
                <a:lnTo>
                  <a:pt x="27958" y="1235175"/>
                </a:lnTo>
                <a:lnTo>
                  <a:pt x="0" y="1235175"/>
                </a:lnTo>
                <a:moveTo>
                  <a:pt x="0" y="1179259"/>
                </a:moveTo>
                <a:lnTo>
                  <a:pt x="0" y="1151301"/>
                </a:lnTo>
                <a:lnTo>
                  <a:pt x="27958" y="1151301"/>
                </a:lnTo>
                <a:lnTo>
                  <a:pt x="27958" y="1179259"/>
                </a:lnTo>
                <a:lnTo>
                  <a:pt x="0" y="1179259"/>
                </a:lnTo>
                <a:moveTo>
                  <a:pt x="0" y="1123343"/>
                </a:moveTo>
                <a:lnTo>
                  <a:pt x="0" y="1095385"/>
                </a:lnTo>
                <a:lnTo>
                  <a:pt x="27958" y="1095385"/>
                </a:lnTo>
                <a:lnTo>
                  <a:pt x="27958" y="1123343"/>
                </a:lnTo>
                <a:lnTo>
                  <a:pt x="0" y="1123343"/>
                </a:lnTo>
                <a:moveTo>
                  <a:pt x="0" y="1067427"/>
                </a:moveTo>
                <a:lnTo>
                  <a:pt x="0" y="1039470"/>
                </a:lnTo>
                <a:lnTo>
                  <a:pt x="27958" y="1039470"/>
                </a:lnTo>
                <a:lnTo>
                  <a:pt x="27958" y="1067427"/>
                </a:lnTo>
                <a:lnTo>
                  <a:pt x="0" y="1067427"/>
                </a:lnTo>
                <a:moveTo>
                  <a:pt x="0" y="1011512"/>
                </a:moveTo>
                <a:lnTo>
                  <a:pt x="0" y="983554"/>
                </a:lnTo>
                <a:lnTo>
                  <a:pt x="27958" y="983554"/>
                </a:lnTo>
                <a:lnTo>
                  <a:pt x="27958" y="1011512"/>
                </a:lnTo>
                <a:lnTo>
                  <a:pt x="0" y="1011512"/>
                </a:lnTo>
                <a:moveTo>
                  <a:pt x="0" y="955596"/>
                </a:moveTo>
                <a:lnTo>
                  <a:pt x="0" y="927639"/>
                </a:lnTo>
                <a:lnTo>
                  <a:pt x="27958" y="927639"/>
                </a:lnTo>
                <a:lnTo>
                  <a:pt x="27958" y="955596"/>
                </a:lnTo>
                <a:lnTo>
                  <a:pt x="0" y="955596"/>
                </a:lnTo>
                <a:moveTo>
                  <a:pt x="0" y="899681"/>
                </a:moveTo>
                <a:lnTo>
                  <a:pt x="0" y="871723"/>
                </a:lnTo>
                <a:lnTo>
                  <a:pt x="27958" y="871723"/>
                </a:lnTo>
                <a:lnTo>
                  <a:pt x="27958" y="899681"/>
                </a:lnTo>
                <a:lnTo>
                  <a:pt x="0" y="899681"/>
                </a:lnTo>
                <a:moveTo>
                  <a:pt x="0" y="843765"/>
                </a:moveTo>
                <a:lnTo>
                  <a:pt x="0" y="815807"/>
                </a:lnTo>
                <a:lnTo>
                  <a:pt x="27958" y="815807"/>
                </a:lnTo>
                <a:lnTo>
                  <a:pt x="27958" y="843765"/>
                </a:lnTo>
                <a:lnTo>
                  <a:pt x="0" y="843765"/>
                </a:lnTo>
                <a:moveTo>
                  <a:pt x="0" y="787850"/>
                </a:moveTo>
                <a:lnTo>
                  <a:pt x="0" y="759892"/>
                </a:lnTo>
                <a:lnTo>
                  <a:pt x="27958" y="759892"/>
                </a:lnTo>
                <a:lnTo>
                  <a:pt x="27958" y="787850"/>
                </a:lnTo>
                <a:lnTo>
                  <a:pt x="0" y="787850"/>
                </a:lnTo>
                <a:moveTo>
                  <a:pt x="0" y="731934"/>
                </a:moveTo>
                <a:lnTo>
                  <a:pt x="0" y="703976"/>
                </a:lnTo>
                <a:lnTo>
                  <a:pt x="27958" y="703976"/>
                </a:lnTo>
                <a:lnTo>
                  <a:pt x="27958" y="731934"/>
                </a:lnTo>
                <a:lnTo>
                  <a:pt x="0" y="731934"/>
                </a:lnTo>
                <a:moveTo>
                  <a:pt x="0" y="676019"/>
                </a:moveTo>
                <a:lnTo>
                  <a:pt x="0" y="648060"/>
                </a:lnTo>
                <a:lnTo>
                  <a:pt x="27958" y="648060"/>
                </a:lnTo>
                <a:lnTo>
                  <a:pt x="27958" y="676019"/>
                </a:lnTo>
                <a:lnTo>
                  <a:pt x="0" y="676019"/>
                </a:lnTo>
                <a:moveTo>
                  <a:pt x="0" y="620103"/>
                </a:moveTo>
                <a:lnTo>
                  <a:pt x="0" y="592145"/>
                </a:lnTo>
                <a:lnTo>
                  <a:pt x="27958" y="592145"/>
                </a:lnTo>
                <a:lnTo>
                  <a:pt x="27958" y="620103"/>
                </a:lnTo>
                <a:lnTo>
                  <a:pt x="0" y="620103"/>
                </a:lnTo>
                <a:moveTo>
                  <a:pt x="0" y="564188"/>
                </a:moveTo>
                <a:lnTo>
                  <a:pt x="0" y="536229"/>
                </a:lnTo>
                <a:lnTo>
                  <a:pt x="27958" y="536229"/>
                </a:lnTo>
                <a:lnTo>
                  <a:pt x="27958" y="564188"/>
                </a:lnTo>
                <a:lnTo>
                  <a:pt x="0" y="564188"/>
                </a:lnTo>
                <a:moveTo>
                  <a:pt x="0" y="508272"/>
                </a:moveTo>
                <a:lnTo>
                  <a:pt x="0" y="480314"/>
                </a:lnTo>
                <a:lnTo>
                  <a:pt x="27958" y="480314"/>
                </a:lnTo>
                <a:lnTo>
                  <a:pt x="27958" y="508272"/>
                </a:lnTo>
                <a:lnTo>
                  <a:pt x="0" y="508272"/>
                </a:lnTo>
                <a:moveTo>
                  <a:pt x="0" y="452356"/>
                </a:moveTo>
                <a:lnTo>
                  <a:pt x="0" y="424399"/>
                </a:lnTo>
                <a:lnTo>
                  <a:pt x="27958" y="424399"/>
                </a:lnTo>
                <a:lnTo>
                  <a:pt x="27958" y="452356"/>
                </a:lnTo>
                <a:lnTo>
                  <a:pt x="0" y="452356"/>
                </a:lnTo>
                <a:moveTo>
                  <a:pt x="0" y="396441"/>
                </a:moveTo>
                <a:lnTo>
                  <a:pt x="0" y="368483"/>
                </a:lnTo>
                <a:lnTo>
                  <a:pt x="27958" y="368483"/>
                </a:lnTo>
                <a:lnTo>
                  <a:pt x="27958" y="396441"/>
                </a:lnTo>
                <a:lnTo>
                  <a:pt x="0" y="396441"/>
                </a:lnTo>
                <a:moveTo>
                  <a:pt x="0" y="340525"/>
                </a:moveTo>
                <a:lnTo>
                  <a:pt x="0" y="312568"/>
                </a:lnTo>
                <a:lnTo>
                  <a:pt x="27958" y="312568"/>
                </a:lnTo>
                <a:lnTo>
                  <a:pt x="27958" y="340525"/>
                </a:lnTo>
                <a:lnTo>
                  <a:pt x="0" y="340525"/>
                </a:lnTo>
                <a:moveTo>
                  <a:pt x="0" y="284609"/>
                </a:moveTo>
                <a:lnTo>
                  <a:pt x="0" y="256652"/>
                </a:lnTo>
                <a:lnTo>
                  <a:pt x="27958" y="256652"/>
                </a:lnTo>
                <a:lnTo>
                  <a:pt x="27958" y="284609"/>
                </a:lnTo>
                <a:lnTo>
                  <a:pt x="0" y="284609"/>
                </a:lnTo>
                <a:moveTo>
                  <a:pt x="0" y="228694"/>
                </a:moveTo>
                <a:lnTo>
                  <a:pt x="0" y="200736"/>
                </a:lnTo>
                <a:lnTo>
                  <a:pt x="27958" y="200736"/>
                </a:lnTo>
                <a:lnTo>
                  <a:pt x="27958" y="228694"/>
                </a:lnTo>
                <a:lnTo>
                  <a:pt x="0" y="228694"/>
                </a:lnTo>
                <a:moveTo>
                  <a:pt x="0" y="172778"/>
                </a:moveTo>
                <a:lnTo>
                  <a:pt x="0" y="144821"/>
                </a:lnTo>
                <a:lnTo>
                  <a:pt x="27958" y="144821"/>
                </a:lnTo>
                <a:lnTo>
                  <a:pt x="27958" y="172778"/>
                </a:lnTo>
                <a:lnTo>
                  <a:pt x="0" y="172778"/>
                </a:lnTo>
                <a:moveTo>
                  <a:pt x="0" y="116863"/>
                </a:moveTo>
                <a:lnTo>
                  <a:pt x="0" y="88905"/>
                </a:lnTo>
                <a:lnTo>
                  <a:pt x="27958" y="88905"/>
                </a:lnTo>
                <a:lnTo>
                  <a:pt x="27958" y="116863"/>
                </a:lnTo>
                <a:lnTo>
                  <a:pt x="0" y="116863"/>
                </a:lnTo>
                <a:moveTo>
                  <a:pt x="0" y="60947"/>
                </a:moveTo>
                <a:lnTo>
                  <a:pt x="0" y="32989"/>
                </a:lnTo>
                <a:lnTo>
                  <a:pt x="27958" y="32989"/>
                </a:lnTo>
                <a:lnTo>
                  <a:pt x="27958" y="60947"/>
                </a:lnTo>
                <a:lnTo>
                  <a:pt x="0" y="60947"/>
                </a:lnTo>
                <a:moveTo>
                  <a:pt x="22924" y="0"/>
                </a:moveTo>
                <a:lnTo>
                  <a:pt x="50883" y="0"/>
                </a:lnTo>
                <a:lnTo>
                  <a:pt x="50883" y="27958"/>
                </a:lnTo>
                <a:lnTo>
                  <a:pt x="22924" y="27958"/>
                </a:lnTo>
                <a:lnTo>
                  <a:pt x="22924" y="0"/>
                </a:lnTo>
                <a:moveTo>
                  <a:pt x="78841" y="0"/>
                </a:moveTo>
                <a:lnTo>
                  <a:pt x="106798" y="0"/>
                </a:lnTo>
                <a:lnTo>
                  <a:pt x="106798" y="27958"/>
                </a:lnTo>
                <a:lnTo>
                  <a:pt x="78841" y="27958"/>
                </a:lnTo>
                <a:lnTo>
                  <a:pt x="78841" y="0"/>
                </a:lnTo>
                <a:moveTo>
                  <a:pt x="134756" y="0"/>
                </a:moveTo>
                <a:lnTo>
                  <a:pt x="162713" y="0"/>
                </a:lnTo>
                <a:lnTo>
                  <a:pt x="162713" y="27958"/>
                </a:lnTo>
                <a:lnTo>
                  <a:pt x="134756" y="27958"/>
                </a:lnTo>
                <a:lnTo>
                  <a:pt x="134756" y="0"/>
                </a:lnTo>
                <a:moveTo>
                  <a:pt x="190671" y="0"/>
                </a:moveTo>
                <a:lnTo>
                  <a:pt x="218630" y="0"/>
                </a:lnTo>
                <a:lnTo>
                  <a:pt x="218630" y="27958"/>
                </a:lnTo>
                <a:lnTo>
                  <a:pt x="190671" y="27958"/>
                </a:lnTo>
                <a:lnTo>
                  <a:pt x="190671" y="0"/>
                </a:lnTo>
                <a:moveTo>
                  <a:pt x="246587" y="0"/>
                </a:moveTo>
                <a:lnTo>
                  <a:pt x="274545" y="0"/>
                </a:lnTo>
                <a:lnTo>
                  <a:pt x="274545" y="27958"/>
                </a:lnTo>
                <a:lnTo>
                  <a:pt x="246587" y="27958"/>
                </a:lnTo>
                <a:lnTo>
                  <a:pt x="246587" y="0"/>
                </a:lnTo>
                <a:moveTo>
                  <a:pt x="302502" y="0"/>
                </a:moveTo>
                <a:lnTo>
                  <a:pt x="330460" y="0"/>
                </a:lnTo>
                <a:lnTo>
                  <a:pt x="330460" y="27958"/>
                </a:lnTo>
                <a:lnTo>
                  <a:pt x="302502" y="27958"/>
                </a:lnTo>
                <a:lnTo>
                  <a:pt x="302502" y="0"/>
                </a:lnTo>
                <a:moveTo>
                  <a:pt x="358418" y="0"/>
                </a:moveTo>
                <a:lnTo>
                  <a:pt x="386376" y="0"/>
                </a:lnTo>
                <a:lnTo>
                  <a:pt x="386376" y="27958"/>
                </a:lnTo>
                <a:lnTo>
                  <a:pt x="358418" y="27958"/>
                </a:lnTo>
                <a:lnTo>
                  <a:pt x="358418" y="0"/>
                </a:lnTo>
                <a:moveTo>
                  <a:pt x="414334" y="0"/>
                </a:moveTo>
                <a:lnTo>
                  <a:pt x="442292" y="0"/>
                </a:lnTo>
                <a:lnTo>
                  <a:pt x="442292" y="27958"/>
                </a:lnTo>
                <a:lnTo>
                  <a:pt x="414334" y="27958"/>
                </a:lnTo>
                <a:lnTo>
                  <a:pt x="414334" y="0"/>
                </a:lnTo>
                <a:moveTo>
                  <a:pt x="470249" y="0"/>
                </a:moveTo>
                <a:lnTo>
                  <a:pt x="498207" y="0"/>
                </a:lnTo>
                <a:lnTo>
                  <a:pt x="498207" y="27958"/>
                </a:lnTo>
                <a:lnTo>
                  <a:pt x="470249" y="27958"/>
                </a:lnTo>
                <a:lnTo>
                  <a:pt x="470249" y="0"/>
                </a:lnTo>
                <a:moveTo>
                  <a:pt x="526164" y="0"/>
                </a:moveTo>
                <a:lnTo>
                  <a:pt x="554122" y="0"/>
                </a:lnTo>
                <a:lnTo>
                  <a:pt x="554122" y="27958"/>
                </a:lnTo>
                <a:lnTo>
                  <a:pt x="526164" y="27958"/>
                </a:lnTo>
                <a:lnTo>
                  <a:pt x="526164" y="0"/>
                </a:lnTo>
                <a:moveTo>
                  <a:pt x="582081" y="0"/>
                </a:moveTo>
                <a:lnTo>
                  <a:pt x="610038" y="0"/>
                </a:lnTo>
                <a:lnTo>
                  <a:pt x="610038" y="27958"/>
                </a:lnTo>
                <a:lnTo>
                  <a:pt x="582081" y="27958"/>
                </a:lnTo>
                <a:lnTo>
                  <a:pt x="582081" y="0"/>
                </a:lnTo>
                <a:moveTo>
                  <a:pt x="637996" y="0"/>
                </a:moveTo>
                <a:lnTo>
                  <a:pt x="665954" y="0"/>
                </a:lnTo>
                <a:lnTo>
                  <a:pt x="665954" y="27958"/>
                </a:lnTo>
                <a:lnTo>
                  <a:pt x="637996" y="27958"/>
                </a:lnTo>
                <a:lnTo>
                  <a:pt x="637996" y="0"/>
                </a:lnTo>
                <a:moveTo>
                  <a:pt x="693911" y="0"/>
                </a:moveTo>
                <a:lnTo>
                  <a:pt x="721869" y="0"/>
                </a:lnTo>
                <a:lnTo>
                  <a:pt x="721869" y="27958"/>
                </a:lnTo>
                <a:lnTo>
                  <a:pt x="693911" y="27958"/>
                </a:lnTo>
                <a:lnTo>
                  <a:pt x="693911" y="0"/>
                </a:lnTo>
                <a:moveTo>
                  <a:pt x="749827" y="0"/>
                </a:moveTo>
                <a:lnTo>
                  <a:pt x="777785" y="0"/>
                </a:lnTo>
                <a:lnTo>
                  <a:pt x="777785" y="27958"/>
                </a:lnTo>
                <a:lnTo>
                  <a:pt x="749827" y="27958"/>
                </a:lnTo>
                <a:lnTo>
                  <a:pt x="749827" y="0"/>
                </a:lnTo>
                <a:moveTo>
                  <a:pt x="805743" y="0"/>
                </a:moveTo>
                <a:lnTo>
                  <a:pt x="833700" y="0"/>
                </a:lnTo>
                <a:lnTo>
                  <a:pt x="833700" y="27958"/>
                </a:lnTo>
                <a:lnTo>
                  <a:pt x="805743" y="27958"/>
                </a:lnTo>
                <a:lnTo>
                  <a:pt x="805743" y="0"/>
                </a:lnTo>
                <a:moveTo>
                  <a:pt x="861658" y="0"/>
                </a:moveTo>
                <a:lnTo>
                  <a:pt x="889615" y="0"/>
                </a:lnTo>
                <a:lnTo>
                  <a:pt x="889615" y="27958"/>
                </a:lnTo>
                <a:lnTo>
                  <a:pt x="861658" y="27958"/>
                </a:lnTo>
                <a:lnTo>
                  <a:pt x="861658" y="0"/>
                </a:lnTo>
                <a:moveTo>
                  <a:pt x="917574" y="0"/>
                </a:moveTo>
                <a:lnTo>
                  <a:pt x="945532" y="0"/>
                </a:lnTo>
                <a:lnTo>
                  <a:pt x="945532" y="27958"/>
                </a:lnTo>
                <a:lnTo>
                  <a:pt x="917574" y="27958"/>
                </a:lnTo>
                <a:lnTo>
                  <a:pt x="917574" y="0"/>
                </a:lnTo>
                <a:moveTo>
                  <a:pt x="973489" y="0"/>
                </a:moveTo>
                <a:lnTo>
                  <a:pt x="1001447" y="0"/>
                </a:lnTo>
                <a:lnTo>
                  <a:pt x="1001447" y="27958"/>
                </a:lnTo>
                <a:lnTo>
                  <a:pt x="973489" y="27958"/>
                </a:lnTo>
                <a:lnTo>
                  <a:pt x="973489" y="0"/>
                </a:lnTo>
                <a:moveTo>
                  <a:pt x="1029405" y="0"/>
                </a:moveTo>
                <a:lnTo>
                  <a:pt x="1057362" y="0"/>
                </a:lnTo>
                <a:lnTo>
                  <a:pt x="1057362" y="27958"/>
                </a:lnTo>
                <a:lnTo>
                  <a:pt x="1029405" y="27958"/>
                </a:lnTo>
                <a:lnTo>
                  <a:pt x="1029405" y="0"/>
                </a:lnTo>
                <a:moveTo>
                  <a:pt x="1085320" y="0"/>
                </a:moveTo>
                <a:lnTo>
                  <a:pt x="1113279" y="0"/>
                </a:lnTo>
                <a:lnTo>
                  <a:pt x="1113279" y="27958"/>
                </a:lnTo>
                <a:lnTo>
                  <a:pt x="1085320" y="27958"/>
                </a:lnTo>
                <a:lnTo>
                  <a:pt x="1085320" y="0"/>
                </a:lnTo>
                <a:moveTo>
                  <a:pt x="1141236" y="0"/>
                </a:moveTo>
                <a:lnTo>
                  <a:pt x="1169194" y="0"/>
                </a:lnTo>
                <a:lnTo>
                  <a:pt x="1169194" y="27958"/>
                </a:lnTo>
                <a:lnTo>
                  <a:pt x="1141236" y="27958"/>
                </a:lnTo>
                <a:lnTo>
                  <a:pt x="1141236" y="0"/>
                </a:lnTo>
                <a:moveTo>
                  <a:pt x="1197151" y="0"/>
                </a:moveTo>
                <a:lnTo>
                  <a:pt x="1225109" y="0"/>
                </a:lnTo>
                <a:lnTo>
                  <a:pt x="1225109" y="27958"/>
                </a:lnTo>
                <a:lnTo>
                  <a:pt x="1197151" y="27958"/>
                </a:lnTo>
                <a:lnTo>
                  <a:pt x="1197151" y="0"/>
                </a:lnTo>
                <a:moveTo>
                  <a:pt x="1253067" y="0"/>
                </a:moveTo>
                <a:lnTo>
                  <a:pt x="1281025" y="0"/>
                </a:lnTo>
                <a:lnTo>
                  <a:pt x="1281025" y="27958"/>
                </a:lnTo>
                <a:lnTo>
                  <a:pt x="1253067" y="27958"/>
                </a:lnTo>
                <a:lnTo>
                  <a:pt x="1253067" y="0"/>
                </a:lnTo>
                <a:moveTo>
                  <a:pt x="1308983" y="0"/>
                </a:moveTo>
                <a:lnTo>
                  <a:pt x="1336940" y="0"/>
                </a:lnTo>
                <a:lnTo>
                  <a:pt x="1336940" y="27958"/>
                </a:lnTo>
                <a:lnTo>
                  <a:pt x="1308983" y="27958"/>
                </a:lnTo>
                <a:lnTo>
                  <a:pt x="1308983" y="0"/>
                </a:lnTo>
                <a:moveTo>
                  <a:pt x="1364898" y="0"/>
                </a:moveTo>
                <a:lnTo>
                  <a:pt x="1383350" y="0"/>
                </a:lnTo>
                <a:lnTo>
                  <a:pt x="1383350" y="37463"/>
                </a:lnTo>
                <a:lnTo>
                  <a:pt x="1355393" y="37463"/>
                </a:lnTo>
                <a:lnTo>
                  <a:pt x="1355393" y="13979"/>
                </a:lnTo>
                <a:lnTo>
                  <a:pt x="1369372" y="27958"/>
                </a:lnTo>
                <a:lnTo>
                  <a:pt x="1355393" y="27958"/>
                </a:lnTo>
                <a:lnTo>
                  <a:pt x="1364898" y="27958"/>
                </a:lnTo>
                <a:lnTo>
                  <a:pt x="1364898" y="0"/>
                </a:lnTo>
                <a:moveTo>
                  <a:pt x="1383350" y="65421"/>
                </a:moveTo>
                <a:lnTo>
                  <a:pt x="1383350" y="93379"/>
                </a:lnTo>
                <a:lnTo>
                  <a:pt x="1355393" y="93379"/>
                </a:lnTo>
                <a:lnTo>
                  <a:pt x="1355393" y="65421"/>
                </a:lnTo>
                <a:lnTo>
                  <a:pt x="1383350" y="65421"/>
                </a:lnTo>
                <a:moveTo>
                  <a:pt x="1383350" y="121336"/>
                </a:moveTo>
                <a:lnTo>
                  <a:pt x="1383350" y="149294"/>
                </a:lnTo>
                <a:lnTo>
                  <a:pt x="1355393" y="149294"/>
                </a:lnTo>
                <a:lnTo>
                  <a:pt x="1355393" y="121336"/>
                </a:lnTo>
                <a:lnTo>
                  <a:pt x="1383350" y="121336"/>
                </a:lnTo>
                <a:moveTo>
                  <a:pt x="1383350" y="177252"/>
                </a:moveTo>
                <a:lnTo>
                  <a:pt x="1383350" y="205210"/>
                </a:lnTo>
                <a:lnTo>
                  <a:pt x="1355393" y="205210"/>
                </a:lnTo>
                <a:lnTo>
                  <a:pt x="1355393" y="177252"/>
                </a:lnTo>
                <a:lnTo>
                  <a:pt x="1383350" y="177252"/>
                </a:lnTo>
                <a:moveTo>
                  <a:pt x="1383350" y="233168"/>
                </a:moveTo>
                <a:lnTo>
                  <a:pt x="1383350" y="261125"/>
                </a:lnTo>
                <a:lnTo>
                  <a:pt x="1355393" y="261125"/>
                </a:lnTo>
                <a:lnTo>
                  <a:pt x="1355393" y="233168"/>
                </a:lnTo>
                <a:lnTo>
                  <a:pt x="1383350" y="233168"/>
                </a:lnTo>
                <a:moveTo>
                  <a:pt x="1383350" y="289083"/>
                </a:moveTo>
                <a:lnTo>
                  <a:pt x="1383350" y="317041"/>
                </a:lnTo>
                <a:lnTo>
                  <a:pt x="1355393" y="317041"/>
                </a:lnTo>
                <a:lnTo>
                  <a:pt x="1355393" y="289083"/>
                </a:lnTo>
                <a:lnTo>
                  <a:pt x="1383350" y="289083"/>
                </a:lnTo>
                <a:moveTo>
                  <a:pt x="1383350" y="344999"/>
                </a:moveTo>
                <a:lnTo>
                  <a:pt x="1383350" y="372956"/>
                </a:lnTo>
                <a:lnTo>
                  <a:pt x="1355393" y="372956"/>
                </a:lnTo>
                <a:lnTo>
                  <a:pt x="1355393" y="344999"/>
                </a:lnTo>
                <a:lnTo>
                  <a:pt x="1383350" y="344999"/>
                </a:lnTo>
                <a:moveTo>
                  <a:pt x="1383350" y="400914"/>
                </a:moveTo>
                <a:lnTo>
                  <a:pt x="1383350" y="428872"/>
                </a:lnTo>
                <a:lnTo>
                  <a:pt x="1355393" y="428872"/>
                </a:lnTo>
                <a:lnTo>
                  <a:pt x="1355393" y="400914"/>
                </a:lnTo>
                <a:lnTo>
                  <a:pt x="1383350" y="400914"/>
                </a:lnTo>
                <a:moveTo>
                  <a:pt x="1383350" y="456830"/>
                </a:moveTo>
                <a:lnTo>
                  <a:pt x="1383350" y="484787"/>
                </a:lnTo>
                <a:lnTo>
                  <a:pt x="1355393" y="484787"/>
                </a:lnTo>
                <a:lnTo>
                  <a:pt x="1355393" y="456830"/>
                </a:lnTo>
                <a:lnTo>
                  <a:pt x="1383350" y="456830"/>
                </a:lnTo>
                <a:moveTo>
                  <a:pt x="1383350" y="512745"/>
                </a:moveTo>
                <a:lnTo>
                  <a:pt x="1383350" y="540703"/>
                </a:lnTo>
                <a:lnTo>
                  <a:pt x="1355393" y="540703"/>
                </a:lnTo>
                <a:lnTo>
                  <a:pt x="1355393" y="512745"/>
                </a:lnTo>
                <a:lnTo>
                  <a:pt x="1383350" y="512745"/>
                </a:lnTo>
                <a:moveTo>
                  <a:pt x="1383350" y="568661"/>
                </a:moveTo>
                <a:lnTo>
                  <a:pt x="1383350" y="596619"/>
                </a:lnTo>
                <a:lnTo>
                  <a:pt x="1355393" y="596619"/>
                </a:lnTo>
                <a:lnTo>
                  <a:pt x="1355393" y="568661"/>
                </a:lnTo>
                <a:lnTo>
                  <a:pt x="1383350" y="568661"/>
                </a:lnTo>
                <a:moveTo>
                  <a:pt x="1383350" y="624576"/>
                </a:moveTo>
                <a:lnTo>
                  <a:pt x="1383350" y="652534"/>
                </a:lnTo>
                <a:lnTo>
                  <a:pt x="1355393" y="652534"/>
                </a:lnTo>
                <a:lnTo>
                  <a:pt x="1355393" y="624576"/>
                </a:lnTo>
                <a:lnTo>
                  <a:pt x="1383350" y="624576"/>
                </a:lnTo>
                <a:moveTo>
                  <a:pt x="1383350" y="680492"/>
                </a:moveTo>
                <a:lnTo>
                  <a:pt x="1383350" y="708450"/>
                </a:lnTo>
                <a:lnTo>
                  <a:pt x="1355393" y="708450"/>
                </a:lnTo>
                <a:lnTo>
                  <a:pt x="1355393" y="680492"/>
                </a:lnTo>
                <a:lnTo>
                  <a:pt x="1383350" y="680492"/>
                </a:lnTo>
                <a:moveTo>
                  <a:pt x="1383350" y="736407"/>
                </a:moveTo>
                <a:lnTo>
                  <a:pt x="1383350" y="764366"/>
                </a:lnTo>
                <a:lnTo>
                  <a:pt x="1355393" y="764366"/>
                </a:lnTo>
                <a:lnTo>
                  <a:pt x="1355393" y="736407"/>
                </a:lnTo>
                <a:lnTo>
                  <a:pt x="1383350" y="736407"/>
                </a:lnTo>
                <a:moveTo>
                  <a:pt x="1383350" y="792323"/>
                </a:moveTo>
                <a:lnTo>
                  <a:pt x="1383350" y="820281"/>
                </a:lnTo>
                <a:lnTo>
                  <a:pt x="1355393" y="820281"/>
                </a:lnTo>
                <a:lnTo>
                  <a:pt x="1355393" y="792323"/>
                </a:lnTo>
                <a:lnTo>
                  <a:pt x="1383350" y="792323"/>
                </a:lnTo>
                <a:moveTo>
                  <a:pt x="1383350" y="848239"/>
                </a:moveTo>
                <a:lnTo>
                  <a:pt x="1383350" y="876197"/>
                </a:lnTo>
                <a:lnTo>
                  <a:pt x="1355393" y="876197"/>
                </a:lnTo>
                <a:lnTo>
                  <a:pt x="1355393" y="848239"/>
                </a:lnTo>
                <a:lnTo>
                  <a:pt x="1383350" y="848239"/>
                </a:lnTo>
                <a:moveTo>
                  <a:pt x="1383350" y="904154"/>
                </a:moveTo>
                <a:lnTo>
                  <a:pt x="1383350" y="932112"/>
                </a:lnTo>
                <a:lnTo>
                  <a:pt x="1355393" y="932112"/>
                </a:lnTo>
                <a:lnTo>
                  <a:pt x="1355393" y="904154"/>
                </a:lnTo>
                <a:lnTo>
                  <a:pt x="1383350" y="904154"/>
                </a:lnTo>
                <a:moveTo>
                  <a:pt x="1383350" y="960070"/>
                </a:moveTo>
                <a:lnTo>
                  <a:pt x="1383350" y="988027"/>
                </a:lnTo>
                <a:lnTo>
                  <a:pt x="1355393" y="988027"/>
                </a:lnTo>
                <a:lnTo>
                  <a:pt x="1355393" y="960070"/>
                </a:lnTo>
                <a:lnTo>
                  <a:pt x="1383350" y="960070"/>
                </a:lnTo>
                <a:moveTo>
                  <a:pt x="1383350" y="1015986"/>
                </a:moveTo>
                <a:lnTo>
                  <a:pt x="1383350" y="1043943"/>
                </a:lnTo>
                <a:lnTo>
                  <a:pt x="1355393" y="1043943"/>
                </a:lnTo>
                <a:lnTo>
                  <a:pt x="1355393" y="1015986"/>
                </a:lnTo>
                <a:lnTo>
                  <a:pt x="1383350" y="1015986"/>
                </a:lnTo>
                <a:moveTo>
                  <a:pt x="1383350" y="1071901"/>
                </a:moveTo>
                <a:lnTo>
                  <a:pt x="1383350" y="1099858"/>
                </a:lnTo>
                <a:lnTo>
                  <a:pt x="1355393" y="1099858"/>
                </a:lnTo>
                <a:lnTo>
                  <a:pt x="1355393" y="1071901"/>
                </a:lnTo>
                <a:lnTo>
                  <a:pt x="1383350" y="1071901"/>
                </a:lnTo>
                <a:moveTo>
                  <a:pt x="1383350" y="1127817"/>
                </a:moveTo>
                <a:lnTo>
                  <a:pt x="1383350" y="1155774"/>
                </a:lnTo>
                <a:lnTo>
                  <a:pt x="1355393" y="1155774"/>
                </a:lnTo>
                <a:lnTo>
                  <a:pt x="1355393" y="1127817"/>
                </a:lnTo>
                <a:lnTo>
                  <a:pt x="1383350" y="1127817"/>
                </a:lnTo>
                <a:moveTo>
                  <a:pt x="1383350" y="1183732"/>
                </a:moveTo>
                <a:lnTo>
                  <a:pt x="1383350" y="1211690"/>
                </a:lnTo>
                <a:lnTo>
                  <a:pt x="1355393" y="1211690"/>
                </a:lnTo>
                <a:lnTo>
                  <a:pt x="1355393" y="1183732"/>
                </a:lnTo>
                <a:lnTo>
                  <a:pt x="1383350" y="1183732"/>
                </a:lnTo>
                <a:moveTo>
                  <a:pt x="1383350" y="1239648"/>
                </a:moveTo>
                <a:lnTo>
                  <a:pt x="1383350" y="1267605"/>
                </a:lnTo>
                <a:lnTo>
                  <a:pt x="1355393" y="1267605"/>
                </a:lnTo>
                <a:lnTo>
                  <a:pt x="1355393" y="1239648"/>
                </a:lnTo>
                <a:lnTo>
                  <a:pt x="1383350" y="1239648"/>
                </a:lnTo>
                <a:moveTo>
                  <a:pt x="1383350" y="1295564"/>
                </a:moveTo>
                <a:lnTo>
                  <a:pt x="1383350" y="1323520"/>
                </a:lnTo>
                <a:lnTo>
                  <a:pt x="1355393" y="1323520"/>
                </a:lnTo>
                <a:lnTo>
                  <a:pt x="1355393" y="1295564"/>
                </a:lnTo>
                <a:lnTo>
                  <a:pt x="1383350" y="1295564"/>
                </a:lnTo>
                <a:moveTo>
                  <a:pt x="1383350" y="1351479"/>
                </a:moveTo>
                <a:lnTo>
                  <a:pt x="1383350" y="1379437"/>
                </a:lnTo>
                <a:lnTo>
                  <a:pt x="1355393" y="1379437"/>
                </a:lnTo>
                <a:lnTo>
                  <a:pt x="1355393" y="1351479"/>
                </a:lnTo>
                <a:lnTo>
                  <a:pt x="1383350" y="1351479"/>
                </a:lnTo>
                <a:moveTo>
                  <a:pt x="1364898" y="1416900"/>
                </a:moveTo>
                <a:lnTo>
                  <a:pt x="1336940" y="1416900"/>
                </a:lnTo>
                <a:lnTo>
                  <a:pt x="1336940" y="1388942"/>
                </a:lnTo>
                <a:lnTo>
                  <a:pt x="1364898" y="1388942"/>
                </a:lnTo>
                <a:lnTo>
                  <a:pt x="1364898" y="1416900"/>
                </a:lnTo>
                <a:moveTo>
                  <a:pt x="1308983" y="1416900"/>
                </a:moveTo>
                <a:lnTo>
                  <a:pt x="1281025" y="1416900"/>
                </a:lnTo>
                <a:lnTo>
                  <a:pt x="1281025" y="1388942"/>
                </a:lnTo>
                <a:lnTo>
                  <a:pt x="1308983" y="1388942"/>
                </a:lnTo>
                <a:lnTo>
                  <a:pt x="1308983" y="1416900"/>
                </a:lnTo>
                <a:moveTo>
                  <a:pt x="1253067" y="1416900"/>
                </a:moveTo>
                <a:lnTo>
                  <a:pt x="1225109" y="1416900"/>
                </a:lnTo>
                <a:lnTo>
                  <a:pt x="1225109" y="1388942"/>
                </a:lnTo>
                <a:lnTo>
                  <a:pt x="1253067" y="1388942"/>
                </a:lnTo>
                <a:lnTo>
                  <a:pt x="1253067" y="1416900"/>
                </a:lnTo>
                <a:moveTo>
                  <a:pt x="1197151" y="1416900"/>
                </a:moveTo>
                <a:lnTo>
                  <a:pt x="1169194" y="1416900"/>
                </a:lnTo>
                <a:lnTo>
                  <a:pt x="1169194" y="1388942"/>
                </a:lnTo>
                <a:lnTo>
                  <a:pt x="1197151" y="1388942"/>
                </a:lnTo>
                <a:lnTo>
                  <a:pt x="1197151" y="1416900"/>
                </a:lnTo>
                <a:moveTo>
                  <a:pt x="1141236" y="1416900"/>
                </a:moveTo>
                <a:lnTo>
                  <a:pt x="1113279" y="1416900"/>
                </a:lnTo>
                <a:lnTo>
                  <a:pt x="1113279" y="1388942"/>
                </a:lnTo>
                <a:lnTo>
                  <a:pt x="1141236" y="1388942"/>
                </a:lnTo>
                <a:lnTo>
                  <a:pt x="1141236" y="1416900"/>
                </a:lnTo>
                <a:moveTo>
                  <a:pt x="1085320" y="1416900"/>
                </a:moveTo>
                <a:lnTo>
                  <a:pt x="1057362" y="1416900"/>
                </a:lnTo>
                <a:lnTo>
                  <a:pt x="1057362" y="1388942"/>
                </a:lnTo>
                <a:lnTo>
                  <a:pt x="1085320" y="1388942"/>
                </a:lnTo>
                <a:lnTo>
                  <a:pt x="1085320" y="1416900"/>
                </a:lnTo>
                <a:moveTo>
                  <a:pt x="1029405" y="1416900"/>
                </a:moveTo>
                <a:lnTo>
                  <a:pt x="1001447" y="1416900"/>
                </a:lnTo>
                <a:lnTo>
                  <a:pt x="1001447" y="1388942"/>
                </a:lnTo>
                <a:lnTo>
                  <a:pt x="1029405" y="1388942"/>
                </a:lnTo>
                <a:lnTo>
                  <a:pt x="1029405" y="1416900"/>
                </a:lnTo>
                <a:moveTo>
                  <a:pt x="973489" y="1416900"/>
                </a:moveTo>
                <a:lnTo>
                  <a:pt x="945532" y="1416900"/>
                </a:lnTo>
                <a:lnTo>
                  <a:pt x="945532" y="1388942"/>
                </a:lnTo>
                <a:lnTo>
                  <a:pt x="973489" y="1388942"/>
                </a:lnTo>
                <a:lnTo>
                  <a:pt x="973489" y="1416900"/>
                </a:lnTo>
                <a:moveTo>
                  <a:pt x="917574" y="1416900"/>
                </a:moveTo>
                <a:lnTo>
                  <a:pt x="889615" y="1416900"/>
                </a:lnTo>
                <a:lnTo>
                  <a:pt x="889615" y="1388942"/>
                </a:lnTo>
                <a:lnTo>
                  <a:pt x="917574" y="1388942"/>
                </a:lnTo>
                <a:lnTo>
                  <a:pt x="917574" y="1416900"/>
                </a:lnTo>
                <a:moveTo>
                  <a:pt x="861658" y="1416900"/>
                </a:moveTo>
                <a:lnTo>
                  <a:pt x="833700" y="1416900"/>
                </a:lnTo>
                <a:lnTo>
                  <a:pt x="833700" y="1388942"/>
                </a:lnTo>
                <a:lnTo>
                  <a:pt x="861658" y="1388942"/>
                </a:lnTo>
                <a:lnTo>
                  <a:pt x="861658" y="1416900"/>
                </a:lnTo>
                <a:moveTo>
                  <a:pt x="805743" y="1416900"/>
                </a:moveTo>
                <a:lnTo>
                  <a:pt x="777785" y="1416900"/>
                </a:lnTo>
                <a:lnTo>
                  <a:pt x="777785" y="1388942"/>
                </a:lnTo>
                <a:lnTo>
                  <a:pt x="805743" y="1388942"/>
                </a:lnTo>
                <a:lnTo>
                  <a:pt x="805743" y="1416900"/>
                </a:lnTo>
                <a:moveTo>
                  <a:pt x="749827" y="1416900"/>
                </a:moveTo>
                <a:lnTo>
                  <a:pt x="721869" y="1416900"/>
                </a:lnTo>
                <a:lnTo>
                  <a:pt x="721869" y="1388942"/>
                </a:lnTo>
                <a:lnTo>
                  <a:pt x="749827" y="1388942"/>
                </a:lnTo>
                <a:lnTo>
                  <a:pt x="749827" y="1416900"/>
                </a:lnTo>
                <a:moveTo>
                  <a:pt x="693911" y="1416900"/>
                </a:moveTo>
                <a:lnTo>
                  <a:pt x="665954" y="1416900"/>
                </a:lnTo>
                <a:lnTo>
                  <a:pt x="665954" y="1388942"/>
                </a:lnTo>
                <a:lnTo>
                  <a:pt x="693911" y="1388942"/>
                </a:lnTo>
                <a:lnTo>
                  <a:pt x="693911" y="1416900"/>
                </a:lnTo>
                <a:moveTo>
                  <a:pt x="637996" y="1416900"/>
                </a:moveTo>
                <a:lnTo>
                  <a:pt x="610038" y="1416900"/>
                </a:lnTo>
                <a:lnTo>
                  <a:pt x="610038" y="1388942"/>
                </a:lnTo>
                <a:lnTo>
                  <a:pt x="637996" y="1388942"/>
                </a:lnTo>
                <a:lnTo>
                  <a:pt x="637996" y="1416900"/>
                </a:lnTo>
                <a:moveTo>
                  <a:pt x="582081" y="1416900"/>
                </a:moveTo>
                <a:lnTo>
                  <a:pt x="554122" y="1416900"/>
                </a:lnTo>
                <a:lnTo>
                  <a:pt x="554122" y="1388942"/>
                </a:lnTo>
                <a:lnTo>
                  <a:pt x="582081" y="1388942"/>
                </a:lnTo>
                <a:lnTo>
                  <a:pt x="582081" y="1416900"/>
                </a:lnTo>
                <a:moveTo>
                  <a:pt x="526164" y="1416900"/>
                </a:moveTo>
                <a:lnTo>
                  <a:pt x="498207" y="1416900"/>
                </a:lnTo>
                <a:lnTo>
                  <a:pt x="498207" y="1388942"/>
                </a:lnTo>
                <a:lnTo>
                  <a:pt x="526164" y="1388942"/>
                </a:lnTo>
                <a:lnTo>
                  <a:pt x="526164" y="1416900"/>
                </a:lnTo>
                <a:moveTo>
                  <a:pt x="470249" y="1416900"/>
                </a:moveTo>
                <a:lnTo>
                  <a:pt x="442292" y="1416900"/>
                </a:lnTo>
                <a:lnTo>
                  <a:pt x="442292" y="1388942"/>
                </a:lnTo>
                <a:lnTo>
                  <a:pt x="470249" y="1388942"/>
                </a:lnTo>
                <a:lnTo>
                  <a:pt x="470249" y="1416900"/>
                </a:lnTo>
                <a:moveTo>
                  <a:pt x="414334" y="1416900"/>
                </a:moveTo>
                <a:lnTo>
                  <a:pt x="386376" y="1416900"/>
                </a:lnTo>
                <a:lnTo>
                  <a:pt x="386376" y="1388942"/>
                </a:lnTo>
                <a:lnTo>
                  <a:pt x="414334" y="1388942"/>
                </a:lnTo>
                <a:lnTo>
                  <a:pt x="414334" y="1416900"/>
                </a:lnTo>
                <a:moveTo>
                  <a:pt x="358418" y="1416900"/>
                </a:moveTo>
                <a:lnTo>
                  <a:pt x="330460" y="1416900"/>
                </a:lnTo>
                <a:lnTo>
                  <a:pt x="330460" y="1388942"/>
                </a:lnTo>
                <a:lnTo>
                  <a:pt x="358418" y="1388942"/>
                </a:lnTo>
                <a:lnTo>
                  <a:pt x="358418" y="1416900"/>
                </a:lnTo>
                <a:moveTo>
                  <a:pt x="302502" y="1416900"/>
                </a:moveTo>
                <a:lnTo>
                  <a:pt x="274545" y="1416900"/>
                </a:lnTo>
                <a:lnTo>
                  <a:pt x="274545" y="1388942"/>
                </a:lnTo>
                <a:lnTo>
                  <a:pt x="302502" y="1388942"/>
                </a:lnTo>
                <a:lnTo>
                  <a:pt x="302502" y="1416900"/>
                </a:lnTo>
                <a:moveTo>
                  <a:pt x="246587" y="1416900"/>
                </a:moveTo>
                <a:lnTo>
                  <a:pt x="218630" y="1416900"/>
                </a:lnTo>
                <a:lnTo>
                  <a:pt x="218630" y="1388942"/>
                </a:lnTo>
                <a:lnTo>
                  <a:pt x="246587" y="1388942"/>
                </a:lnTo>
                <a:lnTo>
                  <a:pt x="246587" y="1416900"/>
                </a:lnTo>
                <a:moveTo>
                  <a:pt x="190671" y="1416900"/>
                </a:moveTo>
                <a:lnTo>
                  <a:pt x="162713" y="1416900"/>
                </a:lnTo>
                <a:lnTo>
                  <a:pt x="162713" y="1388942"/>
                </a:lnTo>
                <a:lnTo>
                  <a:pt x="190671" y="1388942"/>
                </a:lnTo>
                <a:lnTo>
                  <a:pt x="190671" y="1416900"/>
                </a:lnTo>
                <a:moveTo>
                  <a:pt x="134756" y="1416900"/>
                </a:moveTo>
                <a:lnTo>
                  <a:pt x="106798" y="1416900"/>
                </a:lnTo>
                <a:lnTo>
                  <a:pt x="106798" y="1388942"/>
                </a:lnTo>
                <a:lnTo>
                  <a:pt x="134756" y="1388942"/>
                </a:lnTo>
                <a:lnTo>
                  <a:pt x="134756" y="1416900"/>
                </a:lnTo>
                <a:moveTo>
                  <a:pt x="78841" y="1416900"/>
                </a:moveTo>
                <a:lnTo>
                  <a:pt x="50883" y="1416900"/>
                </a:lnTo>
                <a:lnTo>
                  <a:pt x="50883" y="1388942"/>
                </a:lnTo>
                <a:lnTo>
                  <a:pt x="78841" y="1388942"/>
                </a:lnTo>
                <a:lnTo>
                  <a:pt x="78841" y="1416900"/>
                </a:lnTo>
                <a:moveTo>
                  <a:pt x="22924" y="1416900"/>
                </a:moveTo>
                <a:lnTo>
                  <a:pt x="13979" y="1416900"/>
                </a:lnTo>
                <a:lnTo>
                  <a:pt x="13979" y="1388942"/>
                </a:lnTo>
                <a:lnTo>
                  <a:pt x="22924" y="1388942"/>
                </a:lnTo>
                <a:lnTo>
                  <a:pt x="22924" y="1416900"/>
                </a:lnTo>
              </a:path>
            </a:pathLst>
          </a:custGeom>
          <a:solidFill xmlns:a="http://schemas.openxmlformats.org/drawingml/2006/main">
            <a:srgbClr val="AE8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text-241 Human">
            <a:extLst xmlns:a="http://schemas.openxmlformats.org/drawingml/2006/main">
              <a:ext uri="{FF2B5EF4-FFF2-40B4-BE49-F238E27FC236}">
                <a16:creationId xmlns:a16="http://schemas.microsoft.com/office/drawing/2014/main" id="{0AFCEBDD-0868-4151-BD18-A00CE92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1601" y="5859595"/>
            <a:ext cx="684984" cy="281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</p:txBody>
      </p:sp>
      <p:sp>
        <p:nvSpPr>
          <p:cNvPr id="337" name="text-241 Verify">
            <a:extLst xmlns:a="http://schemas.openxmlformats.org/drawingml/2006/main">
              <a:ext uri="{FF2B5EF4-FFF2-40B4-BE49-F238E27FC236}">
                <a16:creationId xmlns:a16="http://schemas.microsoft.com/office/drawing/2014/main" id="{3FABF068-0BF6-41BC-A928-B7B5CF8C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0545" y="5852402"/>
            <a:ext cx="585512" cy="29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Verify</a:t>
            </a:r>
          </a:p>
        </p:txBody>
      </p:sp>
      <p:sp>
        <p:nvSpPr>
          <p:cNvPr id="338" name="path-242">
            <a:extLst xmlns:a="http://schemas.openxmlformats.org/drawingml/2006/main">
              <a:ext uri="{FF2B5EF4-FFF2-40B4-BE49-F238E27FC236}">
                <a16:creationId xmlns:a16="http://schemas.microsoft.com/office/drawing/2014/main" id="{7FA23251-FED9-4ABF-956F-077D8D19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445" y="5812683"/>
            <a:ext cx="1144032" cy="1425780"/>
          </a:xfrm>
          <a:custGeom xmlns:a="http://schemas.openxmlformats.org/drawingml/2006/main">
            <a:pathLst>
              <a:path w="1144032" h="1425780">
                <a:moveTo>
                  <a:pt x="1144032" y="1124798"/>
                </a:moveTo>
                <a:lnTo>
                  <a:pt x="572016" y="1425780"/>
                </a:lnTo>
                <a:lnTo>
                  <a:pt x="0" y="1124798"/>
                </a:lnTo>
                <a:lnTo>
                  <a:pt x="0" y="0"/>
                </a:lnTo>
                <a:lnTo>
                  <a:pt x="1144032" y="0"/>
                </a:lnTo>
                <a:lnTo>
                  <a:pt x="1144032" y="1124798"/>
                </a:lnTo>
                <a:moveTo>
                  <a:pt x="1110483" y="16775"/>
                </a:moveTo>
                <a:lnTo>
                  <a:pt x="1127258" y="33549"/>
                </a:lnTo>
                <a:lnTo>
                  <a:pt x="16775" y="33549"/>
                </a:lnTo>
                <a:lnTo>
                  <a:pt x="33549" y="16775"/>
                </a:lnTo>
                <a:lnTo>
                  <a:pt x="33549" y="1114688"/>
                </a:lnTo>
                <a:lnTo>
                  <a:pt x="24580" y="1099837"/>
                </a:lnTo>
                <a:lnTo>
                  <a:pt x="579823" y="1391984"/>
                </a:lnTo>
                <a:lnTo>
                  <a:pt x="564211" y="1391984"/>
                </a:lnTo>
                <a:lnTo>
                  <a:pt x="1119453" y="1099837"/>
                </a:lnTo>
                <a:lnTo>
                  <a:pt x="1110483" y="1114688"/>
                </a:lnTo>
                <a:lnTo>
                  <a:pt x="1110483" y="16775"/>
                </a:lnTo>
              </a:path>
            </a:pathLst>
          </a:custGeom>
          <a:solidFill xmlns:a="http://schemas.openxmlformats.org/drawingml/2006/main">
            <a:srgbClr val="AE82D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5D4A9FAA-195C-49BD-A67E-8F6792FD8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1854df2694880"/>
          <a:stretch xmlns:a="http://schemas.openxmlformats.org/drawingml/2006/main"/>
        </p:blipFill>
        <p:spPr>
          <a:xfrm xmlns:a="http://schemas.openxmlformats.org/drawingml/2006/main">
            <a:off x="13335000" y="6362700"/>
            <a:ext cx="190500" cy="342900"/>
          </a:xfrm>
          <a:prstGeom xmlns:a="http://schemas.openxmlformats.org/drawingml/2006/main" prst="rect">
            <a:avLst/>
          </a:prstGeom>
        </p:spPr>
      </p:pic>
      <p:pic>
        <p:nvPic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6B1816D-3027-4A13-9D87-68CD7F4F9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f29402dfb450a"/>
          <a:stretch xmlns:a="http://schemas.openxmlformats.org/drawingml/2006/main"/>
        </p:blipFill>
        <p:spPr>
          <a:xfrm xmlns:a="http://schemas.openxmlformats.org/drawingml/2006/main">
            <a:off x="11582400" y="6362700"/>
            <a:ext cx="190500" cy="342900"/>
          </a:xfrm>
          <a:prstGeom xmlns:a="http://schemas.openxmlformats.org/drawingml/2006/main" prst="rect">
            <a:avLst/>
          </a:prstGeom>
        </p:spPr>
      </p:pic>
      <p:pic>
        <p:nvPic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A088C2D-8BD5-4824-B531-7BB5DD8428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7692a943b4183"/>
          <a:stretch xmlns:a="http://schemas.openxmlformats.org/drawingml/2006/main"/>
        </p:blipFill>
        <p:spPr>
          <a:xfrm xmlns:a="http://schemas.openxmlformats.org/drawingml/2006/main">
            <a:off x="10810875" y="5734050"/>
            <a:ext cx="676275" cy="676275"/>
          </a:xfrm>
          <a:prstGeom xmlns:a="http://schemas.openxmlformats.org/drawingml/2006/main" prst="rect">
            <a:avLst/>
          </a:prstGeom>
        </p:spPr>
      </p:pic>
      <p:pic>
        <p:nvPic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5F8166DE-7ABA-4BA2-94A0-3CE988283F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6c4b59ee04065"/>
          <a:stretch xmlns:a="http://schemas.openxmlformats.org/drawingml/2006/main"/>
        </p:blipFill>
        <p:spPr>
          <a:xfrm xmlns:a="http://schemas.openxmlformats.org/drawingml/2006/main">
            <a:off x="10810875" y="6038850"/>
            <a:ext cx="676275" cy="666750"/>
          </a:xfrm>
          <a:prstGeom xmlns:a="http://schemas.openxmlformats.org/drawingml/2006/main" prst="rect">
            <a:avLst/>
          </a:prstGeom>
        </p:spPr>
      </p:pic>
      <p:pic>
        <p:nvPic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C4D10172-1006-41D8-A16C-649C92741F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c35ea48054663"/>
          <a:stretch xmlns:a="http://schemas.openxmlformats.org/drawingml/2006/main"/>
        </p:blipFill>
        <p:spPr>
          <a:xfrm xmlns:a="http://schemas.openxmlformats.org/drawingml/2006/main">
            <a:off x="10810875" y="6343650"/>
            <a:ext cx="676275" cy="666750"/>
          </a:xfrm>
          <a:prstGeom xmlns:a="http://schemas.openxmlformats.org/drawingml/2006/main" prst="rect">
            <a:avLst/>
          </a:prstGeom>
        </p:spPr>
      </p:pic>
      <p:pic>
        <p:nvPic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7BB317D3-F39B-42F7-9F82-2BC50B6E8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5160934ad451e"/>
          <a:stretch xmlns:a="http://schemas.openxmlformats.org/drawingml/2006/main"/>
        </p:blipFill>
        <p:spPr>
          <a:xfrm xmlns:a="http://schemas.openxmlformats.org/drawingml/2006/main">
            <a:off x="10810875" y="6667500"/>
            <a:ext cx="676275" cy="666750"/>
          </a:xfrm>
          <a:prstGeom xmlns:a="http://schemas.openxmlformats.org/drawingml/2006/main" prst="rect">
            <a:avLst/>
          </a:prstGeom>
        </p:spPr>
      </p:pic>
      <p:pic>
        <p:nvPic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DA35A14-8956-4C3A-9EE9-09E5EA98BE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8686c4f6540aa"/>
          <a:stretch xmlns:a="http://schemas.openxmlformats.org/drawingml/2006/main"/>
        </p:blipFill>
        <p:spPr>
          <a:xfrm xmlns:a="http://schemas.openxmlformats.org/drawingml/2006/main">
            <a:off x="10391775" y="627697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7CC3A93B-2C6A-42FE-9F7F-260E658228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bd35cec8740c3"/>
          <a:stretch xmlns:a="http://schemas.openxmlformats.org/drawingml/2006/main"/>
        </p:blipFill>
        <p:spPr>
          <a:xfrm xmlns:a="http://schemas.openxmlformats.org/drawingml/2006/main">
            <a:off x="13916025" y="54483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47" name="text-251 428">
            <a:extLst xmlns:a="http://schemas.openxmlformats.org/drawingml/2006/main">
              <a:ext uri="{FF2B5EF4-FFF2-40B4-BE49-F238E27FC236}">
                <a16:creationId xmlns:a16="http://schemas.microsoft.com/office/drawing/2014/main" id="{0F20FBC7-8AF3-438E-8332-CB806F02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406" y="6164907"/>
            <a:ext cx="450911" cy="37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428</a:t>
            </a:r>
          </a:p>
        </p:txBody>
      </p:sp>
      <p:sp>
        <p:nvSpPr>
          <p:cNvPr id="348" name="text-252 Short">
            <a:extLst xmlns:a="http://schemas.openxmlformats.org/drawingml/2006/main">
              <a:ext uri="{FF2B5EF4-FFF2-40B4-BE49-F238E27FC236}">
                <a16:creationId xmlns:a16="http://schemas.microsoft.com/office/drawing/2014/main" id="{C250E55D-63BD-48AE-ACD7-9B33748C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5322" y="6232016"/>
            <a:ext cx="517047" cy="2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Short</a:t>
            </a:r>
          </a:p>
        </p:txBody>
      </p:sp>
      <p:sp>
        <p:nvSpPr>
          <p:cNvPr id="349" name="text-253 +">
            <a:extLst xmlns:a="http://schemas.openxmlformats.org/drawingml/2006/main">
              <a:ext uri="{FF2B5EF4-FFF2-40B4-BE49-F238E27FC236}">
                <a16:creationId xmlns:a16="http://schemas.microsoft.com/office/drawing/2014/main" id="{3182F317-406C-4A01-94D8-1E4CFE2D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406" y="6486916"/>
            <a:ext cx="201269" cy="375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50" name="text-255 98">
            <a:extLst xmlns:a="http://schemas.openxmlformats.org/drawingml/2006/main">
              <a:ext uri="{FF2B5EF4-FFF2-40B4-BE49-F238E27FC236}">
                <a16:creationId xmlns:a16="http://schemas.microsoft.com/office/drawing/2014/main" id="{BCBFF6F9-73AF-40A8-8B25-848576A0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5938" y="6486949"/>
            <a:ext cx="316720" cy="37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98</a:t>
            </a:r>
          </a:p>
        </p:txBody>
      </p:sp>
      <p:sp>
        <p:nvSpPr>
          <p:cNvPr id="351" name="text-256 Long">
            <a:extLst xmlns:a="http://schemas.openxmlformats.org/drawingml/2006/main">
              <a:ext uri="{FF2B5EF4-FFF2-40B4-BE49-F238E27FC236}">
                <a16:creationId xmlns:a16="http://schemas.microsoft.com/office/drawing/2014/main" id="{9586B60A-0DC9-4C38-9051-E8FB3E04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4657" y="6554110"/>
            <a:ext cx="483561" cy="281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Long</a:t>
            </a:r>
          </a:p>
        </p:txBody>
      </p:sp>
      <p:sp>
        <p:nvSpPr>
          <p:cNvPr id="352" name="path-257">
            <a:extLst xmlns:a="http://schemas.openxmlformats.org/drawingml/2006/main">
              <a:ext uri="{FF2B5EF4-FFF2-40B4-BE49-F238E27FC236}">
                <a16:creationId xmlns:a16="http://schemas.microsoft.com/office/drawing/2014/main" id="{41CBDAC5-874B-4F55-B461-B80177FC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49" y="72392"/>
            <a:ext cx="6516400" cy="7526235"/>
          </a:xfrm>
          <a:custGeom xmlns:a="http://schemas.openxmlformats.org/drawingml/2006/main">
            <a:pathLst>
              <a:path w="6516400" h="7526235">
                <a:moveTo>
                  <a:pt x="6516400" y="0"/>
                </a:moveTo>
                <a:lnTo>
                  <a:pt x="6516400" y="7526235"/>
                </a:lnTo>
                <a:lnTo>
                  <a:pt x="0" y="7526235"/>
                </a:lnTo>
                <a:lnTo>
                  <a:pt x="0" y="0"/>
                </a:lnTo>
                <a:lnTo>
                  <a:pt x="6516400" y="0"/>
                </a:lnTo>
                <a:moveTo>
                  <a:pt x="16775" y="33549"/>
                </a:moveTo>
                <a:lnTo>
                  <a:pt x="33549" y="16775"/>
                </a:lnTo>
                <a:lnTo>
                  <a:pt x="33549" y="7509459"/>
                </a:lnTo>
                <a:lnTo>
                  <a:pt x="16775" y="7492685"/>
                </a:lnTo>
                <a:lnTo>
                  <a:pt x="6499624" y="7492685"/>
                </a:lnTo>
                <a:lnTo>
                  <a:pt x="6482850" y="7509459"/>
                </a:lnTo>
                <a:lnTo>
                  <a:pt x="6482850" y="16775"/>
                </a:lnTo>
                <a:lnTo>
                  <a:pt x="6499624" y="33549"/>
                </a:lnTo>
                <a:lnTo>
                  <a:pt x="16775" y="33549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text-258 (">
            <a:extLst xmlns:a="http://schemas.openxmlformats.org/drawingml/2006/main">
              <a:ext uri="{FF2B5EF4-FFF2-40B4-BE49-F238E27FC236}">
                <a16:creationId xmlns:a16="http://schemas.microsoft.com/office/drawing/2014/main" id="{23BFB311-DB79-4FA7-897E-3361C4E5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134" y="5461316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354" name="text-259 d">
            <a:extLst xmlns:a="http://schemas.openxmlformats.org/drawingml/2006/main">
              <a:ext uri="{FF2B5EF4-FFF2-40B4-BE49-F238E27FC236}">
                <a16:creationId xmlns:a16="http://schemas.microsoft.com/office/drawing/2014/main" id="{1390AF18-D5FA-43EB-967A-412CF0F9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232" y="5461476"/>
            <a:ext cx="148195" cy="281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55" name="text-260 )">
            <a:extLst xmlns:a="http://schemas.openxmlformats.org/drawingml/2006/main">
              <a:ext uri="{FF2B5EF4-FFF2-40B4-BE49-F238E27FC236}">
                <a16:creationId xmlns:a16="http://schemas.microsoft.com/office/drawing/2014/main" id="{1BA36132-A7FC-4BFA-AE62-F3A818E4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063" y="5461316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356" name="text-261 Track4D-Bench">
            <a:extLst xmlns:a="http://schemas.openxmlformats.org/drawingml/2006/main">
              <a:ext uri="{FF2B5EF4-FFF2-40B4-BE49-F238E27FC236}">
                <a16:creationId xmlns:a16="http://schemas.microsoft.com/office/drawing/2014/main" id="{FEB40F70-C4C5-4AEC-BBE1-BC705C20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162" y="5459216"/>
            <a:ext cx="1412293" cy="28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Track4D-Bench</a:t>
            </a:r>
          </a:p>
        </p:txBody>
      </p:sp>
      <p:sp>
        <p:nvSpPr>
          <p:cNvPr id="357" name="text-262 Diagnostic">
            <a:extLst xmlns:a="http://schemas.openxmlformats.org/drawingml/2006/main">
              <a:ext uri="{FF2B5EF4-FFF2-40B4-BE49-F238E27FC236}">
                <a16:creationId xmlns:a16="http://schemas.microsoft.com/office/drawing/2014/main" id="{96D86ABD-3704-4233-9E19-C98A1DDA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7009" y="5461475"/>
            <a:ext cx="941955" cy="281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Diagnostic</a:t>
            </a:r>
          </a:p>
        </p:txBody>
      </p:sp>
      <p:sp>
        <p:nvSpPr>
          <p:cNvPr id="358" name="text-262 Scope">
            <a:extLst xmlns:a="http://schemas.openxmlformats.org/drawingml/2006/main">
              <a:ext uri="{FF2B5EF4-FFF2-40B4-BE49-F238E27FC236}">
                <a16:creationId xmlns:a16="http://schemas.microsoft.com/office/drawing/2014/main" id="{BD5C325E-41ED-4536-BC4B-F53C6B87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3165" y="5461492"/>
            <a:ext cx="539360" cy="281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359" name="text-263 Continuous">
            <a:extLst xmlns:a="http://schemas.openxmlformats.org/drawingml/2006/main">
              <a:ext uri="{FF2B5EF4-FFF2-40B4-BE49-F238E27FC236}">
                <a16:creationId xmlns:a16="http://schemas.microsoft.com/office/drawing/2014/main" id="{A9F005A0-FE6F-49E4-B884-492D5D35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387" y="5930108"/>
            <a:ext cx="1031584" cy="281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</a:t>
            </a:r>
          </a:p>
        </p:txBody>
      </p:sp>
      <p:sp>
        <p:nvSpPr>
          <p:cNvPr id="360" name="text-263 state">
            <a:extLst xmlns:a="http://schemas.openxmlformats.org/drawingml/2006/main">
              <a:ext uri="{FF2B5EF4-FFF2-40B4-BE49-F238E27FC236}">
                <a16:creationId xmlns:a16="http://schemas.microsoft.com/office/drawing/2014/main" id="{8F3BE507-F2A1-4196-AA4F-2A2415DF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008" y="5929990"/>
            <a:ext cx="438726" cy="281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361" name="text-264 grounding">
            <a:extLst xmlns:a="http://schemas.openxmlformats.org/drawingml/2006/main">
              <a:ext uri="{FF2B5EF4-FFF2-40B4-BE49-F238E27FC236}">
                <a16:creationId xmlns:a16="http://schemas.microsoft.com/office/drawing/2014/main" id="{D63151B8-7BAA-4608-A42D-570B5FA4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610" y="6123882"/>
            <a:ext cx="931028" cy="282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grounding</a:t>
            </a:r>
          </a:p>
        </p:txBody>
      </p:sp>
      <p:sp>
        <p:nvSpPr>
          <p:cNvPr id="362" name="text-265 History-conditioned">
            <a:extLst xmlns:a="http://schemas.openxmlformats.org/drawingml/2006/main">
              <a:ext uri="{FF2B5EF4-FFF2-40B4-BE49-F238E27FC236}">
                <a16:creationId xmlns:a16="http://schemas.microsoft.com/office/drawing/2014/main" id="{3D0FB1FB-6113-420A-986B-D8ECAF4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288" y="5935607"/>
            <a:ext cx="1758569" cy="281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History-conditioned</a:t>
            </a:r>
          </a:p>
        </p:txBody>
      </p:sp>
      <p:sp>
        <p:nvSpPr>
          <p:cNvPr id="363" name="text-266 identity">
            <a:extLst xmlns:a="http://schemas.openxmlformats.org/drawingml/2006/main">
              <a:ext uri="{FF2B5EF4-FFF2-40B4-BE49-F238E27FC236}">
                <a16:creationId xmlns:a16="http://schemas.microsoft.com/office/drawing/2014/main" id="{4C2A02FC-E229-4565-B8F2-F6C7A99D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299" y="6130194"/>
            <a:ext cx="696053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364" name="text-266 consistency">
            <a:extLst xmlns:a="http://schemas.openxmlformats.org/drawingml/2006/main">
              <a:ext uri="{FF2B5EF4-FFF2-40B4-BE49-F238E27FC236}">
                <a16:creationId xmlns:a16="http://schemas.microsoft.com/office/drawing/2014/main" id="{A913DC75-FDAA-47FD-9F67-42A6D697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0426" y="6130195"/>
            <a:ext cx="1009180" cy="28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consistency</a:t>
            </a:r>
          </a:p>
        </p:txBody>
      </p:sp>
      <p:sp>
        <p:nvSpPr>
          <p:cNvPr id="365" name="text-267 Geometry-grounded">
            <a:extLst xmlns:a="http://schemas.openxmlformats.org/drawingml/2006/main">
              <a:ext uri="{FF2B5EF4-FFF2-40B4-BE49-F238E27FC236}">
                <a16:creationId xmlns:a16="http://schemas.microsoft.com/office/drawing/2014/main" id="{F5E2C714-5017-4744-B263-FFB10B9F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178" y="6796246"/>
            <a:ext cx="1792201" cy="282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Geometry-grounded</a:t>
            </a:r>
          </a:p>
        </p:txBody>
      </p:sp>
      <p:sp>
        <p:nvSpPr>
          <p:cNvPr id="366" name="text-268 4D">
            <a:extLst xmlns:a="http://schemas.openxmlformats.org/drawingml/2006/main">
              <a:ext uri="{FF2B5EF4-FFF2-40B4-BE49-F238E27FC236}">
                <a16:creationId xmlns:a16="http://schemas.microsoft.com/office/drawing/2014/main" id="{B0D08ED3-A177-40D3-AEF8-907982C5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951" y="6991316"/>
            <a:ext cx="282263" cy="28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367" name="text-268 reasoning">
            <a:extLst xmlns:a="http://schemas.openxmlformats.org/drawingml/2006/main">
              <a:ext uri="{FF2B5EF4-FFF2-40B4-BE49-F238E27FC236}">
                <a16:creationId xmlns:a16="http://schemas.microsoft.com/office/drawing/2014/main" id="{D27ABA86-D945-4AFA-A9A0-D17EC5A1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303" y="6990451"/>
            <a:ext cx="875135" cy="28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reasoning</a:t>
            </a:r>
          </a:p>
        </p:txBody>
      </p:sp>
      <p:sp>
        <p:nvSpPr>
          <p:cNvPr id="368" name="text-269 Long-horizon">
            <a:extLst xmlns:a="http://schemas.openxmlformats.org/drawingml/2006/main">
              <a:ext uri="{FF2B5EF4-FFF2-40B4-BE49-F238E27FC236}">
                <a16:creationId xmlns:a16="http://schemas.microsoft.com/office/drawing/2014/main" id="{8816ABF7-02EE-4CF0-8FED-83C696B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4156" y="6796714"/>
            <a:ext cx="1210595" cy="28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Long-horizon</a:t>
            </a:r>
          </a:p>
        </p:txBody>
      </p:sp>
      <p:sp>
        <p:nvSpPr>
          <p:cNvPr id="369" name="text-270 continuity">
            <a:extLst xmlns:a="http://schemas.openxmlformats.org/drawingml/2006/main">
              <a:ext uri="{FF2B5EF4-FFF2-40B4-BE49-F238E27FC236}">
                <a16:creationId xmlns:a16="http://schemas.microsoft.com/office/drawing/2014/main" id="{013F5A23-9797-4782-B5B9-E84C5C1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5128" y="6991343"/>
            <a:ext cx="908523" cy="281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continuity</a:t>
            </a:r>
          </a:p>
        </p:txBody>
      </p:sp>
    </p:spTree>
    <p:extLst>
      <p:ext uri="{BB962C8B-B14F-4D97-AF65-F5344CB8AC3E}">
        <p14:creationId xmlns:p14="http://schemas.microsoft.com/office/powerpoint/2010/main" val="1668825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2026-10-18T11:32:46.9930000Z</dcterms:created>
  <dcterms:modified xsi:type="dcterms:W3CDTF">2026-10-18T11:32:46.9930000Z</dcterms:modified>
</coreProperties>
</file>