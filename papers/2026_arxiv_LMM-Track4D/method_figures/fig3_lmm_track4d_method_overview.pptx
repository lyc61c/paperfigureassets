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7d079f31f643ab" /><Relationship Type="http://schemas.openxmlformats.org/officeDocument/2006/relationships/extended-properties" Target="/docProps/app.xml" Id="R25d36bb9461d4d0a" /><Relationship Type="http://schemas.openxmlformats.org/officeDocument/2006/relationships/officeDocument" Target="/ppt/presentation.xml" Id="R1efd7fbb9d0b42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3718c2c9f41ec"/>
  </p:sldMasterIdLst>
  <p:notesMasterIdLst>
    <p:notesMasterId xmlns:r="http://schemas.openxmlformats.org/officeDocument/2006/relationships" r:id="R0d3f2885cb224337"/>
  </p:notesMasterIdLst>
  <p:sldIdLst>
    <p:sldId xmlns:r="http://schemas.openxmlformats.org/officeDocument/2006/relationships" id="256" r:id="R9a882ccd83954f76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7bba0d12ae4646" /><Relationship Type="http://schemas.openxmlformats.org/officeDocument/2006/relationships/slideMaster" Target="/ppt/slideMasters/slideMaster1.xml" Id="R3583718c2c9f41ec" /><Relationship Type="http://schemas.openxmlformats.org/officeDocument/2006/relationships/notesMaster" Target="/ppt/notesMasters/notesMaster1.xml" Id="R0d3f2885cb224337" /><Relationship Type="http://schemas.openxmlformats.org/officeDocument/2006/relationships/presProps" Target="/ppt/presProps.xml" Id="R9002a549a2284dbf" /><Relationship Type="http://schemas.openxmlformats.org/officeDocument/2006/relationships/tableStyles" Target="/ppt/tableStyles.xml" Id="R02e41b7d90b64c93" /><Relationship Type="http://schemas.openxmlformats.org/officeDocument/2006/relationships/slide" Target="/ppt/slides/slide1.xml" Id="R9a882ccd8395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9871c3db9f44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7a1180319a447f" /><Relationship Type="http://schemas.openxmlformats.org/officeDocument/2006/relationships/notesMaster" Target="/ppt/notesMasters/notesMaster1.xml" Id="Rcf05f576e31c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3: fig3 lmm track4d method overview</a:t>
            </a:r>
          </a:p>
          <a:p xmlns:a="http://schemas.openxmlformats.org/drawingml/2006/main">
            <a:r>
              <a:t>Source: https://arxiv.org/abs/2605.19390v1</a:t>
            </a:r>
          </a:p>
          <a:p xmlns:a="http://schemas.openxmlformats.org/drawingml/2006/main">
            <a:r>
              <a:t>Approved image: fig3_lmm_track4d_method_overview.png; SHA-256: e8973f09714ce2216b93275b61f2a45eaf271ea22bbbcf3007c083403787c262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(23), whose internal pixels are not editable.</a:t>
            </a:r>
          </a:p>
          <a:p xmlns:a="http://schemas.openxmlformats.org/drawingml/2006/main">
            <a:r>
              <a:t>Font substitution: source PDF families mapped to Times New Roman,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adf0910154a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32e452dbb4a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abe9c1f2847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973283a354a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e8ed4626440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92fb27bbe4d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666792-F8E1-4AEC-B12F-1E149C58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734733"/>
            <a:ext cx="12192000" cy="10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7BAF57-1273-4079-9B42-F47F3B1CB1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3981450"/>
            <a:ext cx="10668000" cy="80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3C1652-B4F8-478D-B8F3-510C5E4EB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016250"/>
            <a:ext cx="12192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09DF56-9DDA-4428-9440-BAF2525B2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63033"/>
            <a:ext cx="13525500" cy="8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63B395-EA7A-4D79-BC50-6FBC2B073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010833"/>
            <a:ext cx="1352550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13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1pPr>
            <a:lvl2pPr marL="5630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2pPr>
            <a:lvl3pPr marL="8847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3pPr>
            <a:lvl4pPr marL="12065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4pPr>
            <a:lvl5pPr marL="15282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5pPr>
            <a:lvl6pPr marL="18499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6pPr>
            <a:lvl7pPr marL="21717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7pPr>
            <a:lvl8pPr marL="24934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8pPr>
            <a:lvl9pPr marL="28151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5FD89A-7CD6-47D9-AEBE-495A8E386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63033"/>
            <a:ext cx="13525500" cy="8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63DE7D-E7FE-4AED-A205-4061576C1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010833"/>
            <a:ext cx="628650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13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1pPr>
            <a:lvl2pPr marL="5630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2pPr>
            <a:lvl3pPr marL="8847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3pPr>
            <a:lvl4pPr marL="12065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4pPr>
            <a:lvl5pPr marL="15282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5pPr>
            <a:lvl6pPr marL="18499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6pPr>
            <a:lvl7pPr marL="21717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7pPr>
            <a:lvl8pPr marL="24934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8pPr>
            <a:lvl9pPr marL="28151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E3E6BF-0715-42C0-9355-D3FD560212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010833"/>
            <a:ext cx="628650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13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1pPr>
            <a:lvl2pPr marL="5630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2pPr>
            <a:lvl3pPr marL="8847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3pPr>
            <a:lvl4pPr marL="12065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4pPr>
            <a:lvl5pPr marL="15282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5pPr>
            <a:lvl6pPr marL="18499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6pPr>
            <a:lvl7pPr marL="21717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7pPr>
            <a:lvl8pPr marL="24934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8pPr>
            <a:lvl9pPr marL="28151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2F52D2-D1D1-453B-BF86-A6D394E6B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63033"/>
            <a:ext cx="13525500" cy="8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CB6F34-4897-45C0-8F3A-265AD42CD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010833"/>
            <a:ext cx="628650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13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1pPr>
            <a:lvl2pPr marL="5630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2pPr>
            <a:lvl3pPr marL="8847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3pPr>
            <a:lvl4pPr marL="12065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4pPr>
            <a:lvl5pPr marL="15282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5pPr>
            <a:lvl6pPr marL="18499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6pPr>
            <a:lvl7pPr marL="2171700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7pPr>
            <a:lvl8pPr marL="2493433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8pPr>
            <a:lvl9pPr marL="2815167" indent="-241300">
              <a:lnSpc>
                <a:spcPct val="110000"/>
              </a:lnSpc>
              <a:spcBef>
                <a:spcPts val="0"/>
              </a:spcBef>
              <a:spcAft>
                <a:spcPts val="12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dea020cf24d29" /><Relationship Type="http://schemas.openxmlformats.org/officeDocument/2006/relationships/slideLayout" Target="/ppt/slideLayouts/slideLayout1.xml" Id="Rd651406f50434025" /><Relationship Type="http://schemas.openxmlformats.org/officeDocument/2006/relationships/slideLayout" Target="/ppt/slideLayouts/slideLayout2.xml" Id="Rcd5fb1802c1e40c2" /><Relationship Type="http://schemas.openxmlformats.org/officeDocument/2006/relationships/slideLayout" Target="/ppt/slideLayouts/slideLayout3.xml" Id="Rdc537fa925bb4f05" /><Relationship Type="http://schemas.openxmlformats.org/officeDocument/2006/relationships/slideLayout" Target="/ppt/slideLayouts/slideLayout4.xml" Id="Raa7206cdd5ae448b" /><Relationship Type="http://schemas.openxmlformats.org/officeDocument/2006/relationships/slideLayout" Target="/ppt/slideLayouts/slideLayout5.xml" Id="Re336dc327b9b4abf" /><Relationship Type="http://schemas.openxmlformats.org/officeDocument/2006/relationships/slideLayout" Target="/ppt/slideLayouts/slideLayout6.xml" Id="R91cd642fa0e048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1406f50434025"/>
    <p:sldLayoutId xmlns:r="http://schemas.openxmlformats.org/officeDocument/2006/relationships" id="2147483650" r:id="Rcd5fb1802c1e40c2"/>
    <p:sldLayoutId xmlns:r="http://schemas.openxmlformats.org/officeDocument/2006/relationships" id="2147483651" r:id="Rdc537fa925bb4f05"/>
    <p:sldLayoutId xmlns:r="http://schemas.openxmlformats.org/officeDocument/2006/relationships" id="2147483652" r:id="Raa7206cdd5ae448b"/>
    <p:sldLayoutId xmlns:r="http://schemas.openxmlformats.org/officeDocument/2006/relationships" id="2147483653" r:id="Re336dc327b9b4abf"/>
    <p:sldLayoutId xmlns:r="http://schemas.openxmlformats.org/officeDocument/2006/relationships" id="2147483654" r:id="R91cd642fa0e048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3c62acd814ca1" /><Relationship Type="http://schemas.openxmlformats.org/officeDocument/2006/relationships/image" Target="/ppt/media/image.png" Id="Rafcec55ed77f40d2" /><Relationship Type="http://schemas.openxmlformats.org/officeDocument/2006/relationships/image" Target="/ppt/media/image2.png" Id="Re6e04f9fe05042cf" /><Relationship Type="http://schemas.openxmlformats.org/officeDocument/2006/relationships/image" Target="/ppt/media/image3.png" Id="Rd03f2b4526684b10" /><Relationship Type="http://schemas.openxmlformats.org/officeDocument/2006/relationships/image" Target="/ppt/media/image4.png" Id="R041b71026eb24c40" /><Relationship Type="http://schemas.openxmlformats.org/officeDocument/2006/relationships/image" Target="/ppt/media/image5.png" Id="Rd47d1b8d25e74cb2" /><Relationship Type="http://schemas.openxmlformats.org/officeDocument/2006/relationships/image" Target="/ppt/media/image6.png" Id="Re20cf514e2f94f31" /><Relationship Type="http://schemas.openxmlformats.org/officeDocument/2006/relationships/image" Target="/ppt/media/image7.png" Id="R85b2c1d230e4439f" /><Relationship Type="http://schemas.openxmlformats.org/officeDocument/2006/relationships/image" Target="/ppt/media/image8.png" Id="R188050b4f5f54b46" /><Relationship Type="http://schemas.openxmlformats.org/officeDocument/2006/relationships/image" Target="/ppt/media/image9.png" Id="R45c6fac206f841d8" /><Relationship Type="http://schemas.openxmlformats.org/officeDocument/2006/relationships/image" Target="/ppt/media/image10.png" Id="R0d8eb419988d47c9" /><Relationship Type="http://schemas.openxmlformats.org/officeDocument/2006/relationships/image" Target="/ppt/media/image11.png" Id="R16d0681d0360401b" /><Relationship Type="http://schemas.openxmlformats.org/officeDocument/2006/relationships/image" Target="/ppt/media/image12.png" Id="Ra2884906638f4064" /><Relationship Type="http://schemas.openxmlformats.org/officeDocument/2006/relationships/image" Target="/ppt/media/image13.png" Id="R77a259c3ac4f4365" /><Relationship Type="http://schemas.openxmlformats.org/officeDocument/2006/relationships/image" Target="/ppt/media/image14.png" Id="R954f4b3a845d422f" /><Relationship Type="http://schemas.openxmlformats.org/officeDocument/2006/relationships/image" Target="/ppt/media/image15.png" Id="R6b503122a99f4d57" /><Relationship Type="http://schemas.openxmlformats.org/officeDocument/2006/relationships/image" Target="/ppt/media/image16.png" Id="Rf0c5c68932dd4c69" /><Relationship Type="http://schemas.openxmlformats.org/officeDocument/2006/relationships/image" Target="/ppt/media/image17.png" Id="R444be16409f24254" /><Relationship Type="http://schemas.openxmlformats.org/officeDocument/2006/relationships/image" Target="/ppt/media/image18.png" Id="R96054d6d352c4fae" /><Relationship Type="http://schemas.openxmlformats.org/officeDocument/2006/relationships/image" Target="/ppt/media/image19.png" Id="R2850a85b6f0647f4" /><Relationship Type="http://schemas.openxmlformats.org/officeDocument/2006/relationships/image" Target="/ppt/media/image20.png" Id="R0d091b63feca452f" /><Relationship Type="http://schemas.openxmlformats.org/officeDocument/2006/relationships/image" Target="/ppt/media/image21.png" Id="R7341224c5f5e443c" /><Relationship Type="http://schemas.openxmlformats.org/officeDocument/2006/relationships/image" Target="/ppt/media/image22.png" Id="R5e0b9d313a87454e" /><Relationship Type="http://schemas.openxmlformats.org/officeDocument/2006/relationships/image" Target="/ppt/media/image23.png" Id="Ra5f8da91ee34481b" /><Relationship Type="http://schemas.openxmlformats.org/officeDocument/2006/relationships/notesSlide" Target="/ppt/notesSlides/notesSlide1.xml" Id="R9b53b3646a664c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" name="path-1">
            <a:extLst xmlns:a="http://schemas.openxmlformats.org/drawingml/2006/main">
              <a:ext uri="{FF2B5EF4-FFF2-40B4-BE49-F238E27FC236}">
                <a16:creationId xmlns:a16="http://schemas.microsoft.com/office/drawing/2014/main" id="{41B2F043-5369-4C97-B3F6-ABCE3D1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" y="38184"/>
            <a:ext cx="15086397" cy="7116349"/>
          </a:xfrm>
          <a:custGeom xmlns:a="http://schemas.openxmlformats.org/drawingml/2006/main">
            <a:pathLst>
              <a:path w="15086397" h="7116349">
                <a:moveTo>
                  <a:pt x="15086397" y="0"/>
                </a:moveTo>
                <a:lnTo>
                  <a:pt x="0" y="0"/>
                </a:lnTo>
                <a:lnTo>
                  <a:pt x="0" y="7116349"/>
                </a:lnTo>
                <a:lnTo>
                  <a:pt x="15086397" y="7116349"/>
                </a:lnTo>
                <a:lnTo>
                  <a:pt x="1508639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2AD6-5AD8-4570-AA4C-298537683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ec55ed77f40d2"/>
          <a:stretch xmlns:a="http://schemas.openxmlformats.org/drawingml/2006/main"/>
        </p:blipFill>
        <p:spPr>
          <a:xfrm xmlns:a="http://schemas.openxmlformats.org/drawingml/2006/main">
            <a:off x="10991850" y="1676400"/>
            <a:ext cx="4067175" cy="2724150"/>
          </a:xfrm>
          <a:prstGeom xmlns:a="http://schemas.openxmlformats.org/drawingml/2006/main" prst="rect">
            <a:avLst/>
          </a:prstGeom>
        </p:spPr>
      </p:pic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2422F544-D5C2-4EFF-BA36-2A1CED9A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7" y="47987"/>
            <a:ext cx="11006476" cy="492600"/>
          </a:xfrm>
          <a:custGeom xmlns:a="http://schemas.openxmlformats.org/drawingml/2006/main">
            <a:pathLst>
              <a:path w="11006476" h="492600">
                <a:moveTo>
                  <a:pt x="0" y="82345"/>
                </a:moveTo>
                <a:cubicBezTo>
                  <a:pt x="184" y="36761"/>
                  <a:pt x="36945" y="0"/>
                  <a:pt x="82345" y="0"/>
                </a:cubicBezTo>
                <a:lnTo>
                  <a:pt x="10924683" y="0"/>
                </a:lnTo>
                <a:cubicBezTo>
                  <a:pt x="10969723" y="0"/>
                  <a:pt x="11006476" y="36761"/>
                  <a:pt x="11006292" y="82345"/>
                </a:cubicBezTo>
                <a:lnTo>
                  <a:pt x="11006292" y="410255"/>
                </a:lnTo>
                <a:cubicBezTo>
                  <a:pt x="11006476" y="455838"/>
                  <a:pt x="10969723" y="492600"/>
                  <a:pt x="10924683" y="492600"/>
                </a:cubicBezTo>
                <a:lnTo>
                  <a:pt x="82345" y="492600"/>
                </a:lnTo>
                <a:cubicBezTo>
                  <a:pt x="36945" y="492600"/>
                  <a:pt x="184" y="455838"/>
                  <a:pt x="0" y="410255"/>
                </a:cubicBezTo>
                <a:lnTo>
                  <a:pt x="0" y="8234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9279D835-C7DE-43DD-B2FD-E53C8141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4" y="41860"/>
            <a:ext cx="11018547" cy="504853"/>
          </a:xfrm>
          <a:custGeom xmlns:a="http://schemas.openxmlformats.org/drawingml/2006/main">
            <a:pathLst>
              <a:path w="11018547" h="504853">
                <a:moveTo>
                  <a:pt x="110" y="83693"/>
                </a:moveTo>
                <a:lnTo>
                  <a:pt x="453" y="79214"/>
                </a:lnTo>
                <a:lnTo>
                  <a:pt x="1017" y="74803"/>
                </a:lnTo>
                <a:lnTo>
                  <a:pt x="1789" y="70453"/>
                </a:lnTo>
                <a:lnTo>
                  <a:pt x="2776" y="66182"/>
                </a:lnTo>
                <a:lnTo>
                  <a:pt x="3964" y="61992"/>
                </a:lnTo>
                <a:lnTo>
                  <a:pt x="5355" y="57893"/>
                </a:lnTo>
                <a:lnTo>
                  <a:pt x="6936" y="53886"/>
                </a:lnTo>
                <a:lnTo>
                  <a:pt x="8700" y="49977"/>
                </a:lnTo>
                <a:lnTo>
                  <a:pt x="10648" y="46166"/>
                </a:lnTo>
                <a:lnTo>
                  <a:pt x="12775" y="42472"/>
                </a:lnTo>
                <a:lnTo>
                  <a:pt x="15072" y="38893"/>
                </a:lnTo>
                <a:lnTo>
                  <a:pt x="17529" y="35438"/>
                </a:lnTo>
                <a:lnTo>
                  <a:pt x="20145" y="32105"/>
                </a:lnTo>
                <a:lnTo>
                  <a:pt x="22921" y="28901"/>
                </a:lnTo>
                <a:lnTo>
                  <a:pt x="25843" y="25843"/>
                </a:lnTo>
                <a:lnTo>
                  <a:pt x="28901" y="22921"/>
                </a:lnTo>
                <a:lnTo>
                  <a:pt x="32105" y="20145"/>
                </a:lnTo>
                <a:lnTo>
                  <a:pt x="35438" y="17529"/>
                </a:lnTo>
                <a:lnTo>
                  <a:pt x="38894" y="15072"/>
                </a:lnTo>
                <a:lnTo>
                  <a:pt x="42472" y="12775"/>
                </a:lnTo>
                <a:lnTo>
                  <a:pt x="46166" y="10648"/>
                </a:lnTo>
                <a:lnTo>
                  <a:pt x="49977" y="8700"/>
                </a:lnTo>
                <a:lnTo>
                  <a:pt x="53886" y="6936"/>
                </a:lnTo>
                <a:lnTo>
                  <a:pt x="57893" y="5355"/>
                </a:lnTo>
                <a:lnTo>
                  <a:pt x="61992" y="3964"/>
                </a:lnTo>
                <a:lnTo>
                  <a:pt x="66183" y="2775"/>
                </a:lnTo>
                <a:lnTo>
                  <a:pt x="70453" y="1789"/>
                </a:lnTo>
                <a:lnTo>
                  <a:pt x="74803" y="1017"/>
                </a:lnTo>
                <a:lnTo>
                  <a:pt x="79214" y="453"/>
                </a:lnTo>
                <a:lnTo>
                  <a:pt x="83693" y="110"/>
                </a:lnTo>
                <a:lnTo>
                  <a:pt x="88153" y="0"/>
                </a:lnTo>
                <a:lnTo>
                  <a:pt x="10930394" y="0"/>
                </a:lnTo>
                <a:lnTo>
                  <a:pt x="10934854" y="110"/>
                </a:lnTo>
                <a:lnTo>
                  <a:pt x="10939333" y="453"/>
                </a:lnTo>
                <a:lnTo>
                  <a:pt x="10943742" y="1017"/>
                </a:lnTo>
                <a:lnTo>
                  <a:pt x="10948093" y="1789"/>
                </a:lnTo>
                <a:lnTo>
                  <a:pt x="10952365" y="2775"/>
                </a:lnTo>
                <a:lnTo>
                  <a:pt x="10956555" y="3964"/>
                </a:lnTo>
                <a:lnTo>
                  <a:pt x="10960653" y="5355"/>
                </a:lnTo>
                <a:lnTo>
                  <a:pt x="10964662" y="6936"/>
                </a:lnTo>
                <a:lnTo>
                  <a:pt x="10968569" y="8700"/>
                </a:lnTo>
                <a:lnTo>
                  <a:pt x="10972375" y="10648"/>
                </a:lnTo>
                <a:lnTo>
                  <a:pt x="10976068" y="12775"/>
                </a:lnTo>
                <a:lnTo>
                  <a:pt x="10979654" y="15072"/>
                </a:lnTo>
                <a:lnTo>
                  <a:pt x="10983110" y="17529"/>
                </a:lnTo>
                <a:lnTo>
                  <a:pt x="10986442" y="20145"/>
                </a:lnTo>
                <a:lnTo>
                  <a:pt x="10989646" y="22921"/>
                </a:lnTo>
                <a:lnTo>
                  <a:pt x="10992704" y="25843"/>
                </a:lnTo>
                <a:lnTo>
                  <a:pt x="10995625" y="28901"/>
                </a:lnTo>
                <a:lnTo>
                  <a:pt x="10998395" y="32105"/>
                </a:lnTo>
                <a:lnTo>
                  <a:pt x="11001018" y="35438"/>
                </a:lnTo>
                <a:lnTo>
                  <a:pt x="11003473" y="38893"/>
                </a:lnTo>
                <a:lnTo>
                  <a:pt x="11005771" y="42472"/>
                </a:lnTo>
                <a:lnTo>
                  <a:pt x="11007899" y="46166"/>
                </a:lnTo>
                <a:lnTo>
                  <a:pt x="11009847" y="49977"/>
                </a:lnTo>
                <a:lnTo>
                  <a:pt x="11011610" y="53886"/>
                </a:lnTo>
                <a:lnTo>
                  <a:pt x="11013191" y="57893"/>
                </a:lnTo>
                <a:lnTo>
                  <a:pt x="11014582" y="61992"/>
                </a:lnTo>
                <a:lnTo>
                  <a:pt x="11015770" y="66182"/>
                </a:lnTo>
                <a:lnTo>
                  <a:pt x="11016759" y="70453"/>
                </a:lnTo>
                <a:lnTo>
                  <a:pt x="11017531" y="74803"/>
                </a:lnTo>
                <a:lnTo>
                  <a:pt x="11018093" y="79214"/>
                </a:lnTo>
                <a:lnTo>
                  <a:pt x="11018431" y="83693"/>
                </a:lnTo>
                <a:lnTo>
                  <a:pt x="11018547" y="88153"/>
                </a:lnTo>
                <a:lnTo>
                  <a:pt x="11018547" y="416700"/>
                </a:lnTo>
                <a:lnTo>
                  <a:pt x="11018431" y="421160"/>
                </a:lnTo>
                <a:lnTo>
                  <a:pt x="11018093" y="425639"/>
                </a:lnTo>
                <a:lnTo>
                  <a:pt x="11017531" y="430050"/>
                </a:lnTo>
                <a:lnTo>
                  <a:pt x="11016759" y="434401"/>
                </a:lnTo>
                <a:lnTo>
                  <a:pt x="11015770" y="438671"/>
                </a:lnTo>
                <a:lnTo>
                  <a:pt x="11014582" y="442862"/>
                </a:lnTo>
                <a:lnTo>
                  <a:pt x="11013191" y="446961"/>
                </a:lnTo>
                <a:lnTo>
                  <a:pt x="11011610" y="450968"/>
                </a:lnTo>
                <a:lnTo>
                  <a:pt x="11009847" y="454877"/>
                </a:lnTo>
                <a:lnTo>
                  <a:pt x="11007899" y="458687"/>
                </a:lnTo>
                <a:lnTo>
                  <a:pt x="11005771" y="462382"/>
                </a:lnTo>
                <a:lnTo>
                  <a:pt x="11003473" y="465960"/>
                </a:lnTo>
                <a:lnTo>
                  <a:pt x="11001018" y="469416"/>
                </a:lnTo>
                <a:lnTo>
                  <a:pt x="10998395" y="472748"/>
                </a:lnTo>
                <a:lnTo>
                  <a:pt x="10995625" y="475953"/>
                </a:lnTo>
                <a:lnTo>
                  <a:pt x="10992704" y="479010"/>
                </a:lnTo>
                <a:lnTo>
                  <a:pt x="10989646" y="481933"/>
                </a:lnTo>
                <a:lnTo>
                  <a:pt x="10986442" y="484708"/>
                </a:lnTo>
                <a:lnTo>
                  <a:pt x="10983110" y="487324"/>
                </a:lnTo>
                <a:lnTo>
                  <a:pt x="10979654" y="489781"/>
                </a:lnTo>
                <a:lnTo>
                  <a:pt x="10976068" y="492079"/>
                </a:lnTo>
                <a:lnTo>
                  <a:pt x="10972375" y="494205"/>
                </a:lnTo>
                <a:lnTo>
                  <a:pt x="10968569" y="496153"/>
                </a:lnTo>
                <a:lnTo>
                  <a:pt x="10964662" y="497918"/>
                </a:lnTo>
                <a:lnTo>
                  <a:pt x="10960653" y="499499"/>
                </a:lnTo>
                <a:lnTo>
                  <a:pt x="10956555" y="500889"/>
                </a:lnTo>
                <a:lnTo>
                  <a:pt x="10952365" y="502078"/>
                </a:lnTo>
                <a:lnTo>
                  <a:pt x="10948093" y="503064"/>
                </a:lnTo>
                <a:lnTo>
                  <a:pt x="10943742" y="503836"/>
                </a:lnTo>
                <a:lnTo>
                  <a:pt x="10939333" y="504400"/>
                </a:lnTo>
                <a:lnTo>
                  <a:pt x="10934854" y="504743"/>
                </a:lnTo>
                <a:lnTo>
                  <a:pt x="10930394" y="504853"/>
                </a:lnTo>
                <a:lnTo>
                  <a:pt x="88153" y="504853"/>
                </a:lnTo>
                <a:lnTo>
                  <a:pt x="83693" y="504743"/>
                </a:lnTo>
                <a:lnTo>
                  <a:pt x="79214" y="504400"/>
                </a:lnTo>
                <a:lnTo>
                  <a:pt x="74803" y="503836"/>
                </a:lnTo>
                <a:lnTo>
                  <a:pt x="70453" y="503064"/>
                </a:lnTo>
                <a:lnTo>
                  <a:pt x="66183" y="502078"/>
                </a:lnTo>
                <a:lnTo>
                  <a:pt x="61992" y="500889"/>
                </a:lnTo>
                <a:lnTo>
                  <a:pt x="57893" y="499499"/>
                </a:lnTo>
                <a:lnTo>
                  <a:pt x="53886" y="497918"/>
                </a:lnTo>
                <a:lnTo>
                  <a:pt x="49977" y="496153"/>
                </a:lnTo>
                <a:lnTo>
                  <a:pt x="46166" y="494205"/>
                </a:lnTo>
                <a:lnTo>
                  <a:pt x="42472" y="492079"/>
                </a:lnTo>
                <a:lnTo>
                  <a:pt x="38894" y="489781"/>
                </a:lnTo>
                <a:lnTo>
                  <a:pt x="35438" y="487324"/>
                </a:lnTo>
                <a:lnTo>
                  <a:pt x="32105" y="484708"/>
                </a:lnTo>
                <a:lnTo>
                  <a:pt x="28901" y="481933"/>
                </a:lnTo>
                <a:lnTo>
                  <a:pt x="25843" y="479010"/>
                </a:lnTo>
                <a:lnTo>
                  <a:pt x="22921" y="475953"/>
                </a:lnTo>
                <a:lnTo>
                  <a:pt x="20145" y="472748"/>
                </a:lnTo>
                <a:lnTo>
                  <a:pt x="17529" y="469416"/>
                </a:lnTo>
                <a:lnTo>
                  <a:pt x="15072" y="465960"/>
                </a:lnTo>
                <a:lnTo>
                  <a:pt x="12775" y="462382"/>
                </a:lnTo>
                <a:lnTo>
                  <a:pt x="10648" y="458687"/>
                </a:lnTo>
                <a:lnTo>
                  <a:pt x="8700" y="454877"/>
                </a:lnTo>
                <a:lnTo>
                  <a:pt x="6936" y="450968"/>
                </a:lnTo>
                <a:lnTo>
                  <a:pt x="5355" y="446961"/>
                </a:lnTo>
                <a:lnTo>
                  <a:pt x="3964" y="442862"/>
                </a:lnTo>
                <a:lnTo>
                  <a:pt x="2776" y="438671"/>
                </a:lnTo>
                <a:lnTo>
                  <a:pt x="1789" y="434401"/>
                </a:lnTo>
                <a:lnTo>
                  <a:pt x="1017" y="430050"/>
                </a:lnTo>
                <a:lnTo>
                  <a:pt x="453" y="425639"/>
                </a:lnTo>
                <a:lnTo>
                  <a:pt x="110" y="421160"/>
                </a:lnTo>
                <a:lnTo>
                  <a:pt x="0" y="416700"/>
                </a:lnTo>
                <a:lnTo>
                  <a:pt x="0" y="88153"/>
                </a:lnTo>
                <a:lnTo>
                  <a:pt x="110" y="83693"/>
                </a:lnTo>
                <a:moveTo>
                  <a:pt x="12254" y="88386"/>
                </a:moveTo>
                <a:lnTo>
                  <a:pt x="12254" y="88227"/>
                </a:lnTo>
                <a:lnTo>
                  <a:pt x="12254" y="416627"/>
                </a:lnTo>
                <a:lnTo>
                  <a:pt x="12254" y="416467"/>
                </a:lnTo>
                <a:lnTo>
                  <a:pt x="12358" y="420695"/>
                </a:lnTo>
                <a:lnTo>
                  <a:pt x="12346" y="420382"/>
                </a:lnTo>
                <a:lnTo>
                  <a:pt x="12658" y="424555"/>
                </a:lnTo>
                <a:lnTo>
                  <a:pt x="12628" y="424249"/>
                </a:lnTo>
                <a:lnTo>
                  <a:pt x="13148" y="428354"/>
                </a:lnTo>
                <a:lnTo>
                  <a:pt x="13106" y="428053"/>
                </a:lnTo>
                <a:lnTo>
                  <a:pt x="13829" y="432097"/>
                </a:lnTo>
                <a:lnTo>
                  <a:pt x="13767" y="431791"/>
                </a:lnTo>
                <a:lnTo>
                  <a:pt x="14680" y="435767"/>
                </a:lnTo>
                <a:lnTo>
                  <a:pt x="14607" y="435467"/>
                </a:lnTo>
                <a:lnTo>
                  <a:pt x="15710" y="439363"/>
                </a:lnTo>
                <a:lnTo>
                  <a:pt x="15624" y="439076"/>
                </a:lnTo>
                <a:lnTo>
                  <a:pt x="16910" y="442892"/>
                </a:lnTo>
                <a:lnTo>
                  <a:pt x="16806" y="442604"/>
                </a:lnTo>
                <a:lnTo>
                  <a:pt x="18277" y="446336"/>
                </a:lnTo>
                <a:lnTo>
                  <a:pt x="18160" y="446060"/>
                </a:lnTo>
                <a:lnTo>
                  <a:pt x="19808" y="449693"/>
                </a:lnTo>
                <a:lnTo>
                  <a:pt x="19674" y="449424"/>
                </a:lnTo>
                <a:lnTo>
                  <a:pt x="21487" y="452965"/>
                </a:lnTo>
                <a:lnTo>
                  <a:pt x="21346" y="452708"/>
                </a:lnTo>
                <a:lnTo>
                  <a:pt x="23325" y="456145"/>
                </a:lnTo>
                <a:lnTo>
                  <a:pt x="23172" y="455894"/>
                </a:lnTo>
                <a:lnTo>
                  <a:pt x="25304" y="459221"/>
                </a:lnTo>
                <a:lnTo>
                  <a:pt x="25145" y="458975"/>
                </a:lnTo>
                <a:lnTo>
                  <a:pt x="27430" y="462198"/>
                </a:lnTo>
                <a:lnTo>
                  <a:pt x="27252" y="461959"/>
                </a:lnTo>
                <a:lnTo>
                  <a:pt x="29691" y="465066"/>
                </a:lnTo>
                <a:lnTo>
                  <a:pt x="29507" y="464839"/>
                </a:lnTo>
                <a:lnTo>
                  <a:pt x="32086" y="467817"/>
                </a:lnTo>
                <a:lnTo>
                  <a:pt x="31890" y="467602"/>
                </a:lnTo>
                <a:lnTo>
                  <a:pt x="34611" y="470451"/>
                </a:lnTo>
                <a:lnTo>
                  <a:pt x="34403" y="470243"/>
                </a:lnTo>
                <a:lnTo>
                  <a:pt x="37252" y="472963"/>
                </a:lnTo>
                <a:lnTo>
                  <a:pt x="37037" y="472767"/>
                </a:lnTo>
                <a:lnTo>
                  <a:pt x="40015" y="475346"/>
                </a:lnTo>
                <a:lnTo>
                  <a:pt x="39788" y="475163"/>
                </a:lnTo>
                <a:lnTo>
                  <a:pt x="42894" y="477601"/>
                </a:lnTo>
                <a:lnTo>
                  <a:pt x="42655" y="477423"/>
                </a:lnTo>
                <a:lnTo>
                  <a:pt x="45878" y="479709"/>
                </a:lnTo>
                <a:lnTo>
                  <a:pt x="45633" y="479550"/>
                </a:lnTo>
                <a:lnTo>
                  <a:pt x="48960" y="481682"/>
                </a:lnTo>
                <a:lnTo>
                  <a:pt x="48709" y="481528"/>
                </a:lnTo>
                <a:lnTo>
                  <a:pt x="52146" y="483507"/>
                </a:lnTo>
                <a:lnTo>
                  <a:pt x="51888" y="483366"/>
                </a:lnTo>
                <a:lnTo>
                  <a:pt x="55430" y="485180"/>
                </a:lnTo>
                <a:lnTo>
                  <a:pt x="55160" y="485045"/>
                </a:lnTo>
                <a:lnTo>
                  <a:pt x="58794" y="486693"/>
                </a:lnTo>
                <a:lnTo>
                  <a:pt x="58518" y="486577"/>
                </a:lnTo>
                <a:lnTo>
                  <a:pt x="62249" y="488048"/>
                </a:lnTo>
                <a:lnTo>
                  <a:pt x="61961" y="487943"/>
                </a:lnTo>
                <a:lnTo>
                  <a:pt x="65778" y="489230"/>
                </a:lnTo>
                <a:lnTo>
                  <a:pt x="65490" y="489144"/>
                </a:lnTo>
                <a:lnTo>
                  <a:pt x="69381" y="490247"/>
                </a:lnTo>
                <a:lnTo>
                  <a:pt x="69086" y="490173"/>
                </a:lnTo>
                <a:lnTo>
                  <a:pt x="73063" y="491086"/>
                </a:lnTo>
                <a:lnTo>
                  <a:pt x="72757" y="491025"/>
                </a:lnTo>
                <a:lnTo>
                  <a:pt x="76800" y="491748"/>
                </a:lnTo>
                <a:lnTo>
                  <a:pt x="76500" y="491705"/>
                </a:lnTo>
                <a:lnTo>
                  <a:pt x="80605" y="492226"/>
                </a:lnTo>
                <a:lnTo>
                  <a:pt x="80299" y="492195"/>
                </a:lnTo>
                <a:lnTo>
                  <a:pt x="84471" y="492508"/>
                </a:lnTo>
                <a:lnTo>
                  <a:pt x="84159" y="492496"/>
                </a:lnTo>
                <a:lnTo>
                  <a:pt x="88386" y="492600"/>
                </a:lnTo>
                <a:lnTo>
                  <a:pt x="88227" y="492600"/>
                </a:lnTo>
                <a:lnTo>
                  <a:pt x="10930320" y="492600"/>
                </a:lnTo>
                <a:lnTo>
                  <a:pt x="10930162" y="492600"/>
                </a:lnTo>
                <a:lnTo>
                  <a:pt x="10934387" y="492496"/>
                </a:lnTo>
                <a:lnTo>
                  <a:pt x="10934075" y="492508"/>
                </a:lnTo>
                <a:lnTo>
                  <a:pt x="10938247" y="492195"/>
                </a:lnTo>
                <a:lnTo>
                  <a:pt x="10937943" y="492226"/>
                </a:lnTo>
                <a:lnTo>
                  <a:pt x="10942047" y="491705"/>
                </a:lnTo>
                <a:lnTo>
                  <a:pt x="10941747" y="491748"/>
                </a:lnTo>
                <a:lnTo>
                  <a:pt x="10945791" y="491025"/>
                </a:lnTo>
                <a:lnTo>
                  <a:pt x="10945484" y="491086"/>
                </a:lnTo>
                <a:lnTo>
                  <a:pt x="10949460" y="490173"/>
                </a:lnTo>
                <a:lnTo>
                  <a:pt x="10949160" y="490247"/>
                </a:lnTo>
                <a:lnTo>
                  <a:pt x="10953056" y="489144"/>
                </a:lnTo>
                <a:lnTo>
                  <a:pt x="10952767" y="489230"/>
                </a:lnTo>
                <a:lnTo>
                  <a:pt x="10956586" y="487943"/>
                </a:lnTo>
                <a:lnTo>
                  <a:pt x="10956297" y="488048"/>
                </a:lnTo>
                <a:lnTo>
                  <a:pt x="10960030" y="486577"/>
                </a:lnTo>
                <a:lnTo>
                  <a:pt x="10959753" y="486693"/>
                </a:lnTo>
                <a:lnTo>
                  <a:pt x="10963387" y="485045"/>
                </a:lnTo>
                <a:lnTo>
                  <a:pt x="10963118" y="485180"/>
                </a:lnTo>
                <a:lnTo>
                  <a:pt x="10966659" y="483366"/>
                </a:lnTo>
                <a:lnTo>
                  <a:pt x="10966401" y="483507"/>
                </a:lnTo>
                <a:lnTo>
                  <a:pt x="10969838" y="481528"/>
                </a:lnTo>
                <a:lnTo>
                  <a:pt x="10969580" y="481682"/>
                </a:lnTo>
                <a:lnTo>
                  <a:pt x="10972915" y="479550"/>
                </a:lnTo>
                <a:lnTo>
                  <a:pt x="10972668" y="479709"/>
                </a:lnTo>
                <a:lnTo>
                  <a:pt x="10975891" y="477423"/>
                </a:lnTo>
                <a:lnTo>
                  <a:pt x="10975652" y="477601"/>
                </a:lnTo>
                <a:lnTo>
                  <a:pt x="10978759" y="475163"/>
                </a:lnTo>
                <a:lnTo>
                  <a:pt x="10978533" y="475346"/>
                </a:lnTo>
                <a:lnTo>
                  <a:pt x="10981510" y="472767"/>
                </a:lnTo>
                <a:lnTo>
                  <a:pt x="10981296" y="472963"/>
                </a:lnTo>
                <a:lnTo>
                  <a:pt x="10984144" y="470243"/>
                </a:lnTo>
                <a:lnTo>
                  <a:pt x="10983935" y="470451"/>
                </a:lnTo>
                <a:lnTo>
                  <a:pt x="10986656" y="467602"/>
                </a:lnTo>
                <a:lnTo>
                  <a:pt x="10986461" y="467817"/>
                </a:lnTo>
                <a:lnTo>
                  <a:pt x="10989039" y="464839"/>
                </a:lnTo>
                <a:lnTo>
                  <a:pt x="10988856" y="465066"/>
                </a:lnTo>
                <a:lnTo>
                  <a:pt x="10991288" y="461959"/>
                </a:lnTo>
                <a:lnTo>
                  <a:pt x="10991116" y="462198"/>
                </a:lnTo>
                <a:lnTo>
                  <a:pt x="10993402" y="458975"/>
                </a:lnTo>
                <a:lnTo>
                  <a:pt x="10993237" y="459221"/>
                </a:lnTo>
                <a:lnTo>
                  <a:pt x="10995374" y="455894"/>
                </a:lnTo>
                <a:lnTo>
                  <a:pt x="10995223" y="456145"/>
                </a:lnTo>
                <a:lnTo>
                  <a:pt x="10997202" y="452708"/>
                </a:lnTo>
                <a:lnTo>
                  <a:pt x="10997053" y="452965"/>
                </a:lnTo>
                <a:lnTo>
                  <a:pt x="10998867" y="449424"/>
                </a:lnTo>
                <a:lnTo>
                  <a:pt x="10998739" y="449693"/>
                </a:lnTo>
                <a:lnTo>
                  <a:pt x="11000388" y="446060"/>
                </a:lnTo>
                <a:lnTo>
                  <a:pt x="11000271" y="446336"/>
                </a:lnTo>
                <a:lnTo>
                  <a:pt x="11001741" y="442604"/>
                </a:lnTo>
                <a:lnTo>
                  <a:pt x="11001636" y="442892"/>
                </a:lnTo>
                <a:lnTo>
                  <a:pt x="11002922" y="439076"/>
                </a:lnTo>
                <a:lnTo>
                  <a:pt x="11002832" y="439363"/>
                </a:lnTo>
                <a:lnTo>
                  <a:pt x="11003941" y="435467"/>
                </a:lnTo>
                <a:lnTo>
                  <a:pt x="11003866" y="435767"/>
                </a:lnTo>
                <a:lnTo>
                  <a:pt x="11004780" y="431791"/>
                </a:lnTo>
                <a:lnTo>
                  <a:pt x="11004718" y="432097"/>
                </a:lnTo>
                <a:lnTo>
                  <a:pt x="11005441" y="428053"/>
                </a:lnTo>
                <a:lnTo>
                  <a:pt x="11005392" y="428354"/>
                </a:lnTo>
                <a:lnTo>
                  <a:pt x="11005920" y="424249"/>
                </a:lnTo>
                <a:lnTo>
                  <a:pt x="11005890" y="424555"/>
                </a:lnTo>
                <a:lnTo>
                  <a:pt x="11006201" y="420382"/>
                </a:lnTo>
                <a:lnTo>
                  <a:pt x="11006190" y="420695"/>
                </a:lnTo>
                <a:lnTo>
                  <a:pt x="11006294" y="416467"/>
                </a:lnTo>
                <a:lnTo>
                  <a:pt x="11006294" y="416627"/>
                </a:lnTo>
                <a:lnTo>
                  <a:pt x="11006294" y="88227"/>
                </a:lnTo>
                <a:lnTo>
                  <a:pt x="11006294" y="88386"/>
                </a:lnTo>
                <a:lnTo>
                  <a:pt x="11006190" y="84159"/>
                </a:lnTo>
                <a:lnTo>
                  <a:pt x="11006201" y="84471"/>
                </a:lnTo>
                <a:lnTo>
                  <a:pt x="11005890" y="80299"/>
                </a:lnTo>
                <a:lnTo>
                  <a:pt x="11005920" y="80605"/>
                </a:lnTo>
                <a:lnTo>
                  <a:pt x="11005392" y="76500"/>
                </a:lnTo>
                <a:lnTo>
                  <a:pt x="11005441" y="76800"/>
                </a:lnTo>
                <a:lnTo>
                  <a:pt x="11004718" y="72757"/>
                </a:lnTo>
                <a:lnTo>
                  <a:pt x="11004780" y="73063"/>
                </a:lnTo>
                <a:lnTo>
                  <a:pt x="11003866" y="69086"/>
                </a:lnTo>
                <a:lnTo>
                  <a:pt x="11003941" y="69381"/>
                </a:lnTo>
                <a:lnTo>
                  <a:pt x="11002832" y="65490"/>
                </a:lnTo>
                <a:lnTo>
                  <a:pt x="11002922" y="65778"/>
                </a:lnTo>
                <a:lnTo>
                  <a:pt x="11001636" y="61961"/>
                </a:lnTo>
                <a:lnTo>
                  <a:pt x="11001741" y="62249"/>
                </a:lnTo>
                <a:lnTo>
                  <a:pt x="11000271" y="58518"/>
                </a:lnTo>
                <a:lnTo>
                  <a:pt x="11000388" y="58794"/>
                </a:lnTo>
                <a:lnTo>
                  <a:pt x="10998739" y="55160"/>
                </a:lnTo>
                <a:lnTo>
                  <a:pt x="10998867" y="55430"/>
                </a:lnTo>
                <a:lnTo>
                  <a:pt x="10997053" y="51888"/>
                </a:lnTo>
                <a:lnTo>
                  <a:pt x="10997202" y="52146"/>
                </a:lnTo>
                <a:lnTo>
                  <a:pt x="10995223" y="48709"/>
                </a:lnTo>
                <a:lnTo>
                  <a:pt x="10995374" y="48960"/>
                </a:lnTo>
                <a:lnTo>
                  <a:pt x="10993237" y="45633"/>
                </a:lnTo>
                <a:lnTo>
                  <a:pt x="10993402" y="45878"/>
                </a:lnTo>
                <a:lnTo>
                  <a:pt x="10991116" y="42655"/>
                </a:lnTo>
                <a:lnTo>
                  <a:pt x="10991288" y="42894"/>
                </a:lnTo>
                <a:lnTo>
                  <a:pt x="10988856" y="39788"/>
                </a:lnTo>
                <a:lnTo>
                  <a:pt x="10989039" y="40014"/>
                </a:lnTo>
                <a:lnTo>
                  <a:pt x="10986461" y="37037"/>
                </a:lnTo>
                <a:lnTo>
                  <a:pt x="10986656" y="37251"/>
                </a:lnTo>
                <a:lnTo>
                  <a:pt x="10983935" y="34402"/>
                </a:lnTo>
                <a:lnTo>
                  <a:pt x="10984144" y="34611"/>
                </a:lnTo>
                <a:lnTo>
                  <a:pt x="10981296" y="31890"/>
                </a:lnTo>
                <a:lnTo>
                  <a:pt x="10981510" y="32086"/>
                </a:lnTo>
                <a:lnTo>
                  <a:pt x="10978533" y="29507"/>
                </a:lnTo>
                <a:lnTo>
                  <a:pt x="10978759" y="29691"/>
                </a:lnTo>
                <a:lnTo>
                  <a:pt x="10975652" y="27252"/>
                </a:lnTo>
                <a:lnTo>
                  <a:pt x="10975891" y="27430"/>
                </a:lnTo>
                <a:lnTo>
                  <a:pt x="10972668" y="25145"/>
                </a:lnTo>
                <a:lnTo>
                  <a:pt x="10972915" y="25304"/>
                </a:lnTo>
                <a:lnTo>
                  <a:pt x="10969580" y="23172"/>
                </a:lnTo>
                <a:lnTo>
                  <a:pt x="10969838" y="23325"/>
                </a:lnTo>
                <a:lnTo>
                  <a:pt x="10966401" y="21346"/>
                </a:lnTo>
                <a:lnTo>
                  <a:pt x="10966659" y="21487"/>
                </a:lnTo>
                <a:lnTo>
                  <a:pt x="10963118" y="19674"/>
                </a:lnTo>
                <a:lnTo>
                  <a:pt x="10963387" y="19808"/>
                </a:lnTo>
                <a:lnTo>
                  <a:pt x="10959753" y="18160"/>
                </a:lnTo>
                <a:lnTo>
                  <a:pt x="10960030" y="18277"/>
                </a:lnTo>
                <a:lnTo>
                  <a:pt x="10956297" y="16806"/>
                </a:lnTo>
                <a:lnTo>
                  <a:pt x="10956586" y="16910"/>
                </a:lnTo>
                <a:lnTo>
                  <a:pt x="10952767" y="15623"/>
                </a:lnTo>
                <a:lnTo>
                  <a:pt x="10953056" y="15709"/>
                </a:lnTo>
                <a:lnTo>
                  <a:pt x="10949160" y="14606"/>
                </a:lnTo>
                <a:lnTo>
                  <a:pt x="10949460" y="14680"/>
                </a:lnTo>
                <a:lnTo>
                  <a:pt x="10945484" y="13767"/>
                </a:lnTo>
                <a:lnTo>
                  <a:pt x="10945791" y="13828"/>
                </a:lnTo>
                <a:lnTo>
                  <a:pt x="10941747" y="13105"/>
                </a:lnTo>
                <a:lnTo>
                  <a:pt x="10942047" y="13148"/>
                </a:lnTo>
                <a:lnTo>
                  <a:pt x="10937943" y="12627"/>
                </a:lnTo>
                <a:lnTo>
                  <a:pt x="10938247" y="12658"/>
                </a:lnTo>
                <a:lnTo>
                  <a:pt x="10934075" y="12346"/>
                </a:lnTo>
                <a:lnTo>
                  <a:pt x="10934387" y="12358"/>
                </a:lnTo>
                <a:lnTo>
                  <a:pt x="10930162" y="12254"/>
                </a:lnTo>
                <a:lnTo>
                  <a:pt x="10930320" y="12254"/>
                </a:lnTo>
                <a:lnTo>
                  <a:pt x="88227" y="12254"/>
                </a:lnTo>
                <a:lnTo>
                  <a:pt x="88386" y="12254"/>
                </a:lnTo>
                <a:lnTo>
                  <a:pt x="84159" y="12358"/>
                </a:lnTo>
                <a:lnTo>
                  <a:pt x="84471" y="12346"/>
                </a:lnTo>
                <a:lnTo>
                  <a:pt x="80299" y="12658"/>
                </a:lnTo>
                <a:lnTo>
                  <a:pt x="80605" y="12627"/>
                </a:lnTo>
                <a:lnTo>
                  <a:pt x="76500" y="13148"/>
                </a:lnTo>
                <a:lnTo>
                  <a:pt x="76800" y="13105"/>
                </a:lnTo>
                <a:lnTo>
                  <a:pt x="72757" y="13828"/>
                </a:lnTo>
                <a:lnTo>
                  <a:pt x="73063" y="13767"/>
                </a:lnTo>
                <a:lnTo>
                  <a:pt x="69086" y="14680"/>
                </a:lnTo>
                <a:lnTo>
                  <a:pt x="69381" y="14606"/>
                </a:lnTo>
                <a:lnTo>
                  <a:pt x="65490" y="15709"/>
                </a:lnTo>
                <a:lnTo>
                  <a:pt x="65778" y="15623"/>
                </a:lnTo>
                <a:lnTo>
                  <a:pt x="61961" y="16910"/>
                </a:lnTo>
                <a:lnTo>
                  <a:pt x="62249" y="16806"/>
                </a:lnTo>
                <a:lnTo>
                  <a:pt x="58518" y="18277"/>
                </a:lnTo>
                <a:lnTo>
                  <a:pt x="58794" y="18160"/>
                </a:lnTo>
                <a:lnTo>
                  <a:pt x="55160" y="19808"/>
                </a:lnTo>
                <a:lnTo>
                  <a:pt x="55430" y="19674"/>
                </a:lnTo>
                <a:lnTo>
                  <a:pt x="51888" y="21487"/>
                </a:lnTo>
                <a:lnTo>
                  <a:pt x="52146" y="21346"/>
                </a:lnTo>
                <a:lnTo>
                  <a:pt x="48709" y="23325"/>
                </a:lnTo>
                <a:lnTo>
                  <a:pt x="48960" y="23172"/>
                </a:lnTo>
                <a:lnTo>
                  <a:pt x="45633" y="25304"/>
                </a:lnTo>
                <a:lnTo>
                  <a:pt x="45878" y="25145"/>
                </a:lnTo>
                <a:lnTo>
                  <a:pt x="42655" y="27430"/>
                </a:lnTo>
                <a:lnTo>
                  <a:pt x="42894" y="27252"/>
                </a:lnTo>
                <a:lnTo>
                  <a:pt x="39788" y="29691"/>
                </a:lnTo>
                <a:lnTo>
                  <a:pt x="40015" y="29507"/>
                </a:lnTo>
                <a:lnTo>
                  <a:pt x="37037" y="32086"/>
                </a:lnTo>
                <a:lnTo>
                  <a:pt x="37252" y="31890"/>
                </a:lnTo>
                <a:lnTo>
                  <a:pt x="34403" y="34611"/>
                </a:lnTo>
                <a:lnTo>
                  <a:pt x="34611" y="34402"/>
                </a:lnTo>
                <a:lnTo>
                  <a:pt x="31890" y="37251"/>
                </a:lnTo>
                <a:lnTo>
                  <a:pt x="32086" y="37037"/>
                </a:lnTo>
                <a:lnTo>
                  <a:pt x="29507" y="40014"/>
                </a:lnTo>
                <a:lnTo>
                  <a:pt x="29691" y="39788"/>
                </a:lnTo>
                <a:lnTo>
                  <a:pt x="27252" y="42894"/>
                </a:lnTo>
                <a:lnTo>
                  <a:pt x="27430" y="42655"/>
                </a:lnTo>
                <a:lnTo>
                  <a:pt x="25145" y="45878"/>
                </a:lnTo>
                <a:lnTo>
                  <a:pt x="25304" y="45633"/>
                </a:lnTo>
                <a:lnTo>
                  <a:pt x="23172" y="48960"/>
                </a:lnTo>
                <a:lnTo>
                  <a:pt x="23325" y="48709"/>
                </a:lnTo>
                <a:lnTo>
                  <a:pt x="21346" y="52146"/>
                </a:lnTo>
                <a:lnTo>
                  <a:pt x="21487" y="51888"/>
                </a:lnTo>
                <a:lnTo>
                  <a:pt x="19674" y="55430"/>
                </a:lnTo>
                <a:lnTo>
                  <a:pt x="19808" y="55160"/>
                </a:lnTo>
                <a:lnTo>
                  <a:pt x="18160" y="58794"/>
                </a:lnTo>
                <a:lnTo>
                  <a:pt x="18277" y="58518"/>
                </a:lnTo>
                <a:lnTo>
                  <a:pt x="16806" y="62249"/>
                </a:lnTo>
                <a:lnTo>
                  <a:pt x="16910" y="61961"/>
                </a:lnTo>
                <a:lnTo>
                  <a:pt x="15624" y="65778"/>
                </a:lnTo>
                <a:lnTo>
                  <a:pt x="15710" y="65490"/>
                </a:lnTo>
                <a:lnTo>
                  <a:pt x="14607" y="69381"/>
                </a:lnTo>
                <a:lnTo>
                  <a:pt x="14680" y="69086"/>
                </a:lnTo>
                <a:lnTo>
                  <a:pt x="13767" y="73063"/>
                </a:lnTo>
                <a:lnTo>
                  <a:pt x="13829" y="72757"/>
                </a:lnTo>
                <a:lnTo>
                  <a:pt x="13106" y="76800"/>
                </a:lnTo>
                <a:lnTo>
                  <a:pt x="13148" y="76500"/>
                </a:lnTo>
                <a:lnTo>
                  <a:pt x="12628" y="80605"/>
                </a:lnTo>
                <a:lnTo>
                  <a:pt x="12658" y="80299"/>
                </a:lnTo>
                <a:lnTo>
                  <a:pt x="12346" y="84471"/>
                </a:lnTo>
                <a:lnTo>
                  <a:pt x="12358" y="84159"/>
                </a:lnTo>
                <a:lnTo>
                  <a:pt x="12254" y="88386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9DD75F12-50DA-49EE-945D-0435982C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7" y="726231"/>
            <a:ext cx="10388888" cy="343104"/>
          </a:xfrm>
          <a:custGeom xmlns:a="http://schemas.openxmlformats.org/drawingml/2006/main">
            <a:pathLst>
              <a:path w="10388888" h="343104">
                <a:moveTo>
                  <a:pt x="0" y="56980"/>
                </a:moveTo>
                <a:cubicBezTo>
                  <a:pt x="184" y="25604"/>
                  <a:pt x="25788" y="0"/>
                  <a:pt x="57347" y="367"/>
                </a:cubicBezTo>
                <a:lnTo>
                  <a:pt x="10331357" y="367"/>
                </a:lnTo>
                <a:cubicBezTo>
                  <a:pt x="10363285" y="0"/>
                  <a:pt x="10388888" y="25604"/>
                  <a:pt x="10388705" y="56980"/>
                </a:cubicBezTo>
                <a:lnTo>
                  <a:pt x="10388705" y="285634"/>
                </a:lnTo>
                <a:cubicBezTo>
                  <a:pt x="10388888" y="317500"/>
                  <a:pt x="10363285" y="343104"/>
                  <a:pt x="10331357" y="342982"/>
                </a:cubicBezTo>
                <a:lnTo>
                  <a:pt x="57347" y="342982"/>
                </a:lnTo>
                <a:cubicBezTo>
                  <a:pt x="25788" y="343104"/>
                  <a:pt x="184" y="317500"/>
                  <a:pt x="0" y="285634"/>
                </a:cubicBezTo>
                <a:lnTo>
                  <a:pt x="0" y="5698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D270A912-72F4-4B0C-A88B-9AE52A7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4" y="720104"/>
            <a:ext cx="10400959" cy="355358"/>
          </a:xfrm>
          <a:custGeom xmlns:a="http://schemas.openxmlformats.org/drawingml/2006/main">
            <a:pathLst>
              <a:path w="10400959" h="355358">
                <a:moveTo>
                  <a:pt x="80" y="60061"/>
                </a:moveTo>
                <a:lnTo>
                  <a:pt x="325" y="56845"/>
                </a:lnTo>
                <a:lnTo>
                  <a:pt x="729" y="53678"/>
                </a:lnTo>
                <a:lnTo>
                  <a:pt x="1287" y="50559"/>
                </a:lnTo>
                <a:lnTo>
                  <a:pt x="1991" y="47495"/>
                </a:lnTo>
                <a:lnTo>
                  <a:pt x="2843" y="44487"/>
                </a:lnTo>
                <a:lnTo>
                  <a:pt x="3842" y="41540"/>
                </a:lnTo>
                <a:lnTo>
                  <a:pt x="4975" y="38667"/>
                </a:lnTo>
                <a:lnTo>
                  <a:pt x="6244" y="35861"/>
                </a:lnTo>
                <a:lnTo>
                  <a:pt x="7646" y="33128"/>
                </a:lnTo>
                <a:lnTo>
                  <a:pt x="9166" y="30475"/>
                </a:lnTo>
                <a:lnTo>
                  <a:pt x="10814" y="27908"/>
                </a:lnTo>
                <a:lnTo>
                  <a:pt x="12579" y="25426"/>
                </a:lnTo>
                <a:lnTo>
                  <a:pt x="14460" y="23037"/>
                </a:lnTo>
                <a:lnTo>
                  <a:pt x="16445" y="20739"/>
                </a:lnTo>
                <a:lnTo>
                  <a:pt x="18540" y="18540"/>
                </a:lnTo>
                <a:lnTo>
                  <a:pt x="20739" y="16445"/>
                </a:lnTo>
                <a:lnTo>
                  <a:pt x="23037" y="14460"/>
                </a:lnTo>
                <a:lnTo>
                  <a:pt x="25427" y="12578"/>
                </a:lnTo>
                <a:lnTo>
                  <a:pt x="27908" y="10814"/>
                </a:lnTo>
                <a:lnTo>
                  <a:pt x="30475" y="9166"/>
                </a:lnTo>
                <a:lnTo>
                  <a:pt x="33128" y="7646"/>
                </a:lnTo>
                <a:lnTo>
                  <a:pt x="35861" y="6243"/>
                </a:lnTo>
                <a:lnTo>
                  <a:pt x="38667" y="4975"/>
                </a:lnTo>
                <a:lnTo>
                  <a:pt x="41540" y="3842"/>
                </a:lnTo>
                <a:lnTo>
                  <a:pt x="44487" y="2843"/>
                </a:lnTo>
                <a:lnTo>
                  <a:pt x="47496" y="1991"/>
                </a:lnTo>
                <a:lnTo>
                  <a:pt x="50559" y="1287"/>
                </a:lnTo>
                <a:lnTo>
                  <a:pt x="53678" y="729"/>
                </a:lnTo>
                <a:lnTo>
                  <a:pt x="56845" y="325"/>
                </a:lnTo>
                <a:lnTo>
                  <a:pt x="60062" y="80"/>
                </a:lnTo>
                <a:lnTo>
                  <a:pt x="63235" y="0"/>
                </a:lnTo>
                <a:lnTo>
                  <a:pt x="10337723" y="0"/>
                </a:lnTo>
                <a:lnTo>
                  <a:pt x="10340898" y="80"/>
                </a:lnTo>
                <a:lnTo>
                  <a:pt x="10344114" y="325"/>
                </a:lnTo>
                <a:lnTo>
                  <a:pt x="10347281" y="729"/>
                </a:lnTo>
                <a:lnTo>
                  <a:pt x="10350399" y="1287"/>
                </a:lnTo>
                <a:lnTo>
                  <a:pt x="10353464" y="1991"/>
                </a:lnTo>
                <a:lnTo>
                  <a:pt x="10356471" y="2843"/>
                </a:lnTo>
                <a:lnTo>
                  <a:pt x="10359413" y="3842"/>
                </a:lnTo>
                <a:lnTo>
                  <a:pt x="10362292" y="4975"/>
                </a:lnTo>
                <a:lnTo>
                  <a:pt x="10365098" y="6243"/>
                </a:lnTo>
                <a:lnTo>
                  <a:pt x="10367831" y="7646"/>
                </a:lnTo>
                <a:lnTo>
                  <a:pt x="10370484" y="9166"/>
                </a:lnTo>
                <a:lnTo>
                  <a:pt x="10373051" y="10814"/>
                </a:lnTo>
                <a:lnTo>
                  <a:pt x="10375533" y="12578"/>
                </a:lnTo>
                <a:lnTo>
                  <a:pt x="10377921" y="14460"/>
                </a:lnTo>
                <a:lnTo>
                  <a:pt x="10380218" y="16445"/>
                </a:lnTo>
                <a:lnTo>
                  <a:pt x="10382418" y="18540"/>
                </a:lnTo>
                <a:lnTo>
                  <a:pt x="10384516" y="20739"/>
                </a:lnTo>
                <a:lnTo>
                  <a:pt x="10386499" y="23037"/>
                </a:lnTo>
                <a:lnTo>
                  <a:pt x="10388381" y="25426"/>
                </a:lnTo>
                <a:lnTo>
                  <a:pt x="10390146" y="27908"/>
                </a:lnTo>
                <a:lnTo>
                  <a:pt x="10391794" y="30475"/>
                </a:lnTo>
                <a:lnTo>
                  <a:pt x="10393313" y="33128"/>
                </a:lnTo>
                <a:lnTo>
                  <a:pt x="10394715" y="35861"/>
                </a:lnTo>
                <a:lnTo>
                  <a:pt x="10395985" y="38667"/>
                </a:lnTo>
                <a:lnTo>
                  <a:pt x="10397117" y="41540"/>
                </a:lnTo>
                <a:lnTo>
                  <a:pt x="10398110" y="44487"/>
                </a:lnTo>
                <a:lnTo>
                  <a:pt x="10398968" y="47495"/>
                </a:lnTo>
                <a:lnTo>
                  <a:pt x="10399673" y="50559"/>
                </a:lnTo>
                <a:lnTo>
                  <a:pt x="10400229" y="53678"/>
                </a:lnTo>
                <a:lnTo>
                  <a:pt x="10400633" y="56845"/>
                </a:lnTo>
                <a:lnTo>
                  <a:pt x="10400880" y="60061"/>
                </a:lnTo>
                <a:lnTo>
                  <a:pt x="10400959" y="63235"/>
                </a:lnTo>
                <a:lnTo>
                  <a:pt x="10400959" y="292123"/>
                </a:lnTo>
                <a:lnTo>
                  <a:pt x="10400880" y="295296"/>
                </a:lnTo>
                <a:lnTo>
                  <a:pt x="10400633" y="298513"/>
                </a:lnTo>
                <a:lnTo>
                  <a:pt x="10400229" y="301680"/>
                </a:lnTo>
                <a:lnTo>
                  <a:pt x="10399673" y="304799"/>
                </a:lnTo>
                <a:lnTo>
                  <a:pt x="10398968" y="307863"/>
                </a:lnTo>
                <a:lnTo>
                  <a:pt x="10398110" y="310871"/>
                </a:lnTo>
                <a:lnTo>
                  <a:pt x="10397117" y="313818"/>
                </a:lnTo>
                <a:lnTo>
                  <a:pt x="10395985" y="316691"/>
                </a:lnTo>
                <a:lnTo>
                  <a:pt x="10394715" y="319497"/>
                </a:lnTo>
                <a:lnTo>
                  <a:pt x="10393313" y="322230"/>
                </a:lnTo>
                <a:lnTo>
                  <a:pt x="10391794" y="324883"/>
                </a:lnTo>
                <a:lnTo>
                  <a:pt x="10390146" y="327450"/>
                </a:lnTo>
                <a:lnTo>
                  <a:pt x="10388381" y="329932"/>
                </a:lnTo>
                <a:lnTo>
                  <a:pt x="10386499" y="332321"/>
                </a:lnTo>
                <a:lnTo>
                  <a:pt x="10384516" y="334619"/>
                </a:lnTo>
                <a:lnTo>
                  <a:pt x="10382418" y="336818"/>
                </a:lnTo>
                <a:lnTo>
                  <a:pt x="10380218" y="338914"/>
                </a:lnTo>
                <a:lnTo>
                  <a:pt x="10377921" y="340899"/>
                </a:lnTo>
                <a:lnTo>
                  <a:pt x="10375533" y="342780"/>
                </a:lnTo>
                <a:lnTo>
                  <a:pt x="10373051" y="344544"/>
                </a:lnTo>
                <a:lnTo>
                  <a:pt x="10370484" y="346192"/>
                </a:lnTo>
                <a:lnTo>
                  <a:pt x="10367831" y="347712"/>
                </a:lnTo>
                <a:lnTo>
                  <a:pt x="10365098" y="349115"/>
                </a:lnTo>
                <a:lnTo>
                  <a:pt x="10362292" y="350383"/>
                </a:lnTo>
                <a:lnTo>
                  <a:pt x="10359413" y="351516"/>
                </a:lnTo>
                <a:lnTo>
                  <a:pt x="10356471" y="352515"/>
                </a:lnTo>
                <a:lnTo>
                  <a:pt x="10353464" y="353367"/>
                </a:lnTo>
                <a:lnTo>
                  <a:pt x="10350399" y="354071"/>
                </a:lnTo>
                <a:lnTo>
                  <a:pt x="10347281" y="354629"/>
                </a:lnTo>
                <a:lnTo>
                  <a:pt x="10344114" y="355033"/>
                </a:lnTo>
                <a:lnTo>
                  <a:pt x="10340898" y="355278"/>
                </a:lnTo>
                <a:lnTo>
                  <a:pt x="10337723" y="355358"/>
                </a:lnTo>
                <a:lnTo>
                  <a:pt x="63235" y="355358"/>
                </a:lnTo>
                <a:lnTo>
                  <a:pt x="60062" y="355278"/>
                </a:lnTo>
                <a:lnTo>
                  <a:pt x="56845" y="355033"/>
                </a:lnTo>
                <a:lnTo>
                  <a:pt x="53678" y="354629"/>
                </a:lnTo>
                <a:lnTo>
                  <a:pt x="50559" y="354071"/>
                </a:lnTo>
                <a:lnTo>
                  <a:pt x="47496" y="353367"/>
                </a:lnTo>
                <a:lnTo>
                  <a:pt x="44487" y="352515"/>
                </a:lnTo>
                <a:lnTo>
                  <a:pt x="41540" y="351516"/>
                </a:lnTo>
                <a:lnTo>
                  <a:pt x="38667" y="350383"/>
                </a:lnTo>
                <a:lnTo>
                  <a:pt x="35861" y="349115"/>
                </a:lnTo>
                <a:lnTo>
                  <a:pt x="33128" y="347712"/>
                </a:lnTo>
                <a:lnTo>
                  <a:pt x="30475" y="346192"/>
                </a:lnTo>
                <a:lnTo>
                  <a:pt x="27908" y="344544"/>
                </a:lnTo>
                <a:lnTo>
                  <a:pt x="25427" y="342780"/>
                </a:lnTo>
                <a:lnTo>
                  <a:pt x="23037" y="340899"/>
                </a:lnTo>
                <a:lnTo>
                  <a:pt x="20739" y="338914"/>
                </a:lnTo>
                <a:lnTo>
                  <a:pt x="18540" y="336818"/>
                </a:lnTo>
                <a:lnTo>
                  <a:pt x="16445" y="334619"/>
                </a:lnTo>
                <a:lnTo>
                  <a:pt x="14460" y="332321"/>
                </a:lnTo>
                <a:lnTo>
                  <a:pt x="12579" y="329932"/>
                </a:lnTo>
                <a:lnTo>
                  <a:pt x="10814" y="327450"/>
                </a:lnTo>
                <a:lnTo>
                  <a:pt x="9166" y="324883"/>
                </a:lnTo>
                <a:lnTo>
                  <a:pt x="7646" y="322230"/>
                </a:lnTo>
                <a:lnTo>
                  <a:pt x="6244" y="319497"/>
                </a:lnTo>
                <a:lnTo>
                  <a:pt x="4975" y="316691"/>
                </a:lnTo>
                <a:lnTo>
                  <a:pt x="3842" y="313818"/>
                </a:lnTo>
                <a:lnTo>
                  <a:pt x="2843" y="310871"/>
                </a:lnTo>
                <a:lnTo>
                  <a:pt x="1991" y="307863"/>
                </a:lnTo>
                <a:lnTo>
                  <a:pt x="1287" y="304799"/>
                </a:lnTo>
                <a:lnTo>
                  <a:pt x="729" y="301680"/>
                </a:lnTo>
                <a:lnTo>
                  <a:pt x="325" y="298513"/>
                </a:lnTo>
                <a:lnTo>
                  <a:pt x="80" y="295296"/>
                </a:lnTo>
                <a:lnTo>
                  <a:pt x="0" y="292123"/>
                </a:lnTo>
                <a:lnTo>
                  <a:pt x="0" y="63235"/>
                </a:lnTo>
                <a:lnTo>
                  <a:pt x="80" y="60061"/>
                </a:lnTo>
                <a:moveTo>
                  <a:pt x="12254" y="63468"/>
                </a:moveTo>
                <a:lnTo>
                  <a:pt x="12254" y="63315"/>
                </a:lnTo>
                <a:lnTo>
                  <a:pt x="12254" y="292043"/>
                </a:lnTo>
                <a:lnTo>
                  <a:pt x="12254" y="291890"/>
                </a:lnTo>
                <a:lnTo>
                  <a:pt x="12327" y="294831"/>
                </a:lnTo>
                <a:lnTo>
                  <a:pt x="12309" y="294524"/>
                </a:lnTo>
                <a:lnTo>
                  <a:pt x="12529" y="297428"/>
                </a:lnTo>
                <a:lnTo>
                  <a:pt x="12499" y="297122"/>
                </a:lnTo>
                <a:lnTo>
                  <a:pt x="12867" y="299983"/>
                </a:lnTo>
                <a:lnTo>
                  <a:pt x="12818" y="299677"/>
                </a:lnTo>
                <a:lnTo>
                  <a:pt x="13320" y="302495"/>
                </a:lnTo>
                <a:lnTo>
                  <a:pt x="13259" y="302195"/>
                </a:lnTo>
                <a:lnTo>
                  <a:pt x="13896" y="304958"/>
                </a:lnTo>
                <a:lnTo>
                  <a:pt x="13822" y="304664"/>
                </a:lnTo>
                <a:lnTo>
                  <a:pt x="14594" y="307378"/>
                </a:lnTo>
                <a:lnTo>
                  <a:pt x="14502" y="307084"/>
                </a:lnTo>
                <a:lnTo>
                  <a:pt x="15403" y="309743"/>
                </a:lnTo>
                <a:lnTo>
                  <a:pt x="15299" y="309462"/>
                </a:lnTo>
                <a:lnTo>
                  <a:pt x="16322" y="312059"/>
                </a:lnTo>
                <a:lnTo>
                  <a:pt x="16206" y="311784"/>
                </a:lnTo>
                <a:lnTo>
                  <a:pt x="17351" y="314314"/>
                </a:lnTo>
                <a:lnTo>
                  <a:pt x="17217" y="314044"/>
                </a:lnTo>
                <a:lnTo>
                  <a:pt x="18485" y="316514"/>
                </a:lnTo>
                <a:lnTo>
                  <a:pt x="18338" y="316250"/>
                </a:lnTo>
                <a:lnTo>
                  <a:pt x="19716" y="318646"/>
                </a:lnTo>
                <a:lnTo>
                  <a:pt x="19563" y="318395"/>
                </a:lnTo>
                <a:lnTo>
                  <a:pt x="21052" y="320711"/>
                </a:lnTo>
                <a:lnTo>
                  <a:pt x="20887" y="320465"/>
                </a:lnTo>
                <a:lnTo>
                  <a:pt x="22479" y="322708"/>
                </a:lnTo>
                <a:lnTo>
                  <a:pt x="22308" y="322475"/>
                </a:lnTo>
                <a:lnTo>
                  <a:pt x="24005" y="324638"/>
                </a:lnTo>
                <a:lnTo>
                  <a:pt x="23815" y="324411"/>
                </a:lnTo>
                <a:lnTo>
                  <a:pt x="25616" y="326482"/>
                </a:lnTo>
                <a:lnTo>
                  <a:pt x="25414" y="326268"/>
                </a:lnTo>
                <a:lnTo>
                  <a:pt x="27308" y="328253"/>
                </a:lnTo>
                <a:lnTo>
                  <a:pt x="27105" y="328045"/>
                </a:lnTo>
                <a:lnTo>
                  <a:pt x="29090" y="329944"/>
                </a:lnTo>
                <a:lnTo>
                  <a:pt x="28876" y="329742"/>
                </a:lnTo>
                <a:lnTo>
                  <a:pt x="30947" y="331543"/>
                </a:lnTo>
                <a:lnTo>
                  <a:pt x="30720" y="331353"/>
                </a:lnTo>
                <a:lnTo>
                  <a:pt x="32883" y="333050"/>
                </a:lnTo>
                <a:lnTo>
                  <a:pt x="32650" y="332879"/>
                </a:lnTo>
                <a:lnTo>
                  <a:pt x="34893" y="334471"/>
                </a:lnTo>
                <a:lnTo>
                  <a:pt x="34648" y="334306"/>
                </a:lnTo>
                <a:lnTo>
                  <a:pt x="36963" y="335795"/>
                </a:lnTo>
                <a:lnTo>
                  <a:pt x="36712" y="335642"/>
                </a:lnTo>
                <a:lnTo>
                  <a:pt x="39108" y="337020"/>
                </a:lnTo>
                <a:lnTo>
                  <a:pt x="38844" y="336873"/>
                </a:lnTo>
                <a:lnTo>
                  <a:pt x="41313" y="338142"/>
                </a:lnTo>
                <a:lnTo>
                  <a:pt x="41044" y="338007"/>
                </a:lnTo>
                <a:lnTo>
                  <a:pt x="43574" y="339153"/>
                </a:lnTo>
                <a:lnTo>
                  <a:pt x="43299" y="339036"/>
                </a:lnTo>
                <a:lnTo>
                  <a:pt x="45896" y="340059"/>
                </a:lnTo>
                <a:lnTo>
                  <a:pt x="45615" y="339955"/>
                </a:lnTo>
                <a:lnTo>
                  <a:pt x="48274" y="340856"/>
                </a:lnTo>
                <a:lnTo>
                  <a:pt x="47980" y="340764"/>
                </a:lnTo>
                <a:lnTo>
                  <a:pt x="50694" y="341536"/>
                </a:lnTo>
                <a:lnTo>
                  <a:pt x="50400" y="341462"/>
                </a:lnTo>
                <a:lnTo>
                  <a:pt x="53163" y="342099"/>
                </a:lnTo>
                <a:lnTo>
                  <a:pt x="52863" y="342038"/>
                </a:lnTo>
                <a:lnTo>
                  <a:pt x="55681" y="342540"/>
                </a:lnTo>
                <a:lnTo>
                  <a:pt x="55375" y="342492"/>
                </a:lnTo>
                <a:lnTo>
                  <a:pt x="58236" y="342859"/>
                </a:lnTo>
                <a:lnTo>
                  <a:pt x="57930" y="342828"/>
                </a:lnTo>
                <a:lnTo>
                  <a:pt x="60834" y="343049"/>
                </a:lnTo>
                <a:lnTo>
                  <a:pt x="60521" y="343031"/>
                </a:lnTo>
                <a:lnTo>
                  <a:pt x="63468" y="343104"/>
                </a:lnTo>
                <a:lnTo>
                  <a:pt x="63315" y="343104"/>
                </a:lnTo>
                <a:lnTo>
                  <a:pt x="10337644" y="343104"/>
                </a:lnTo>
                <a:lnTo>
                  <a:pt x="10337491" y="343104"/>
                </a:lnTo>
                <a:lnTo>
                  <a:pt x="10340432" y="343031"/>
                </a:lnTo>
                <a:lnTo>
                  <a:pt x="10340126" y="343049"/>
                </a:lnTo>
                <a:lnTo>
                  <a:pt x="10343030" y="342828"/>
                </a:lnTo>
                <a:lnTo>
                  <a:pt x="10342723" y="342859"/>
                </a:lnTo>
                <a:lnTo>
                  <a:pt x="10345586" y="342492"/>
                </a:lnTo>
                <a:lnTo>
                  <a:pt x="10345279" y="342540"/>
                </a:lnTo>
                <a:lnTo>
                  <a:pt x="10348097" y="342038"/>
                </a:lnTo>
                <a:lnTo>
                  <a:pt x="10347797" y="342099"/>
                </a:lnTo>
                <a:lnTo>
                  <a:pt x="10350560" y="341462"/>
                </a:lnTo>
                <a:lnTo>
                  <a:pt x="10350264" y="341536"/>
                </a:lnTo>
                <a:lnTo>
                  <a:pt x="10352978" y="340764"/>
                </a:lnTo>
                <a:lnTo>
                  <a:pt x="10352685" y="340856"/>
                </a:lnTo>
                <a:lnTo>
                  <a:pt x="10355346" y="339955"/>
                </a:lnTo>
                <a:lnTo>
                  <a:pt x="10355062" y="340059"/>
                </a:lnTo>
                <a:lnTo>
                  <a:pt x="10357655" y="339036"/>
                </a:lnTo>
                <a:lnTo>
                  <a:pt x="10357378" y="339153"/>
                </a:lnTo>
                <a:lnTo>
                  <a:pt x="10359915" y="338007"/>
                </a:lnTo>
                <a:lnTo>
                  <a:pt x="10359645" y="338142"/>
                </a:lnTo>
                <a:lnTo>
                  <a:pt x="10362108" y="336873"/>
                </a:lnTo>
                <a:lnTo>
                  <a:pt x="10361850" y="337020"/>
                </a:lnTo>
                <a:lnTo>
                  <a:pt x="10364247" y="335642"/>
                </a:lnTo>
                <a:lnTo>
                  <a:pt x="10363996" y="335795"/>
                </a:lnTo>
                <a:lnTo>
                  <a:pt x="10366312" y="334306"/>
                </a:lnTo>
                <a:lnTo>
                  <a:pt x="10366066" y="334471"/>
                </a:lnTo>
                <a:lnTo>
                  <a:pt x="10368310" y="332879"/>
                </a:lnTo>
                <a:lnTo>
                  <a:pt x="10368077" y="333050"/>
                </a:lnTo>
                <a:lnTo>
                  <a:pt x="10370233" y="331353"/>
                </a:lnTo>
                <a:lnTo>
                  <a:pt x="10370005" y="331543"/>
                </a:lnTo>
                <a:lnTo>
                  <a:pt x="10372084" y="329742"/>
                </a:lnTo>
                <a:lnTo>
                  <a:pt x="10371868" y="329944"/>
                </a:lnTo>
                <a:lnTo>
                  <a:pt x="10373854" y="328045"/>
                </a:lnTo>
                <a:lnTo>
                  <a:pt x="10373644" y="328253"/>
                </a:lnTo>
                <a:lnTo>
                  <a:pt x="10375537" y="326268"/>
                </a:lnTo>
                <a:lnTo>
                  <a:pt x="10375342" y="326482"/>
                </a:lnTo>
                <a:lnTo>
                  <a:pt x="10377144" y="324411"/>
                </a:lnTo>
                <a:lnTo>
                  <a:pt x="10376954" y="324638"/>
                </a:lnTo>
                <a:lnTo>
                  <a:pt x="10378651" y="322475"/>
                </a:lnTo>
                <a:lnTo>
                  <a:pt x="10378479" y="322708"/>
                </a:lnTo>
                <a:lnTo>
                  <a:pt x="10380072" y="320465"/>
                </a:lnTo>
                <a:lnTo>
                  <a:pt x="10379907" y="320711"/>
                </a:lnTo>
                <a:lnTo>
                  <a:pt x="10381395" y="318395"/>
                </a:lnTo>
                <a:lnTo>
                  <a:pt x="10381242" y="318646"/>
                </a:lnTo>
                <a:lnTo>
                  <a:pt x="10382621" y="316250"/>
                </a:lnTo>
                <a:lnTo>
                  <a:pt x="10382474" y="316514"/>
                </a:lnTo>
                <a:lnTo>
                  <a:pt x="10383741" y="314044"/>
                </a:lnTo>
                <a:lnTo>
                  <a:pt x="10383607" y="314314"/>
                </a:lnTo>
                <a:lnTo>
                  <a:pt x="10384753" y="311784"/>
                </a:lnTo>
                <a:lnTo>
                  <a:pt x="10384637" y="312059"/>
                </a:lnTo>
                <a:lnTo>
                  <a:pt x="10385660" y="309462"/>
                </a:lnTo>
                <a:lnTo>
                  <a:pt x="10385555" y="309743"/>
                </a:lnTo>
                <a:lnTo>
                  <a:pt x="10386458" y="307084"/>
                </a:lnTo>
                <a:lnTo>
                  <a:pt x="10386365" y="307378"/>
                </a:lnTo>
                <a:lnTo>
                  <a:pt x="10387137" y="304664"/>
                </a:lnTo>
                <a:lnTo>
                  <a:pt x="10387065" y="304958"/>
                </a:lnTo>
                <a:lnTo>
                  <a:pt x="10387702" y="302195"/>
                </a:lnTo>
                <a:lnTo>
                  <a:pt x="10387639" y="302495"/>
                </a:lnTo>
                <a:lnTo>
                  <a:pt x="10388141" y="299677"/>
                </a:lnTo>
                <a:lnTo>
                  <a:pt x="10388092" y="299983"/>
                </a:lnTo>
                <a:lnTo>
                  <a:pt x="10388460" y="297122"/>
                </a:lnTo>
                <a:lnTo>
                  <a:pt x="10388430" y="297428"/>
                </a:lnTo>
                <a:lnTo>
                  <a:pt x="10388650" y="294524"/>
                </a:lnTo>
                <a:lnTo>
                  <a:pt x="10388632" y="294831"/>
                </a:lnTo>
                <a:lnTo>
                  <a:pt x="10388706" y="291890"/>
                </a:lnTo>
                <a:lnTo>
                  <a:pt x="10388706" y="292043"/>
                </a:lnTo>
                <a:lnTo>
                  <a:pt x="10388706" y="63315"/>
                </a:lnTo>
                <a:lnTo>
                  <a:pt x="10388706" y="63468"/>
                </a:lnTo>
                <a:lnTo>
                  <a:pt x="10388632" y="60521"/>
                </a:lnTo>
                <a:lnTo>
                  <a:pt x="10388650" y="60833"/>
                </a:lnTo>
                <a:lnTo>
                  <a:pt x="10388430" y="57930"/>
                </a:lnTo>
                <a:lnTo>
                  <a:pt x="10388460" y="58236"/>
                </a:lnTo>
                <a:lnTo>
                  <a:pt x="10388092" y="55375"/>
                </a:lnTo>
                <a:lnTo>
                  <a:pt x="10388141" y="55681"/>
                </a:lnTo>
                <a:lnTo>
                  <a:pt x="10387639" y="52862"/>
                </a:lnTo>
                <a:lnTo>
                  <a:pt x="10387702" y="53163"/>
                </a:lnTo>
                <a:lnTo>
                  <a:pt x="10387065" y="50400"/>
                </a:lnTo>
                <a:lnTo>
                  <a:pt x="10387137" y="50694"/>
                </a:lnTo>
                <a:lnTo>
                  <a:pt x="10386365" y="47980"/>
                </a:lnTo>
                <a:lnTo>
                  <a:pt x="10386458" y="48274"/>
                </a:lnTo>
                <a:lnTo>
                  <a:pt x="10385555" y="45615"/>
                </a:lnTo>
                <a:lnTo>
                  <a:pt x="10385660" y="45896"/>
                </a:lnTo>
                <a:lnTo>
                  <a:pt x="10384637" y="43299"/>
                </a:lnTo>
                <a:lnTo>
                  <a:pt x="10384753" y="43574"/>
                </a:lnTo>
                <a:lnTo>
                  <a:pt x="10383607" y="41044"/>
                </a:lnTo>
                <a:lnTo>
                  <a:pt x="10383741" y="41313"/>
                </a:lnTo>
                <a:lnTo>
                  <a:pt x="10382474" y="38844"/>
                </a:lnTo>
                <a:lnTo>
                  <a:pt x="10382621" y="39108"/>
                </a:lnTo>
                <a:lnTo>
                  <a:pt x="10381242" y="36712"/>
                </a:lnTo>
                <a:lnTo>
                  <a:pt x="10381395" y="36963"/>
                </a:lnTo>
                <a:lnTo>
                  <a:pt x="10379907" y="34647"/>
                </a:lnTo>
                <a:lnTo>
                  <a:pt x="10380072" y="34893"/>
                </a:lnTo>
                <a:lnTo>
                  <a:pt x="10378479" y="32650"/>
                </a:lnTo>
                <a:lnTo>
                  <a:pt x="10378651" y="32883"/>
                </a:lnTo>
                <a:lnTo>
                  <a:pt x="10376954" y="30720"/>
                </a:lnTo>
                <a:lnTo>
                  <a:pt x="10377144" y="30947"/>
                </a:lnTo>
                <a:lnTo>
                  <a:pt x="10375342" y="28876"/>
                </a:lnTo>
                <a:lnTo>
                  <a:pt x="10375537" y="29090"/>
                </a:lnTo>
                <a:lnTo>
                  <a:pt x="10373644" y="27105"/>
                </a:lnTo>
                <a:lnTo>
                  <a:pt x="10373854" y="27308"/>
                </a:lnTo>
                <a:lnTo>
                  <a:pt x="10371868" y="25414"/>
                </a:lnTo>
                <a:lnTo>
                  <a:pt x="10372084" y="25616"/>
                </a:lnTo>
                <a:lnTo>
                  <a:pt x="10370005" y="23815"/>
                </a:lnTo>
                <a:lnTo>
                  <a:pt x="10370233" y="24005"/>
                </a:lnTo>
                <a:lnTo>
                  <a:pt x="10368077" y="22308"/>
                </a:lnTo>
                <a:lnTo>
                  <a:pt x="10368310" y="22479"/>
                </a:lnTo>
                <a:lnTo>
                  <a:pt x="10366066" y="20887"/>
                </a:lnTo>
                <a:lnTo>
                  <a:pt x="10366312" y="21052"/>
                </a:lnTo>
                <a:lnTo>
                  <a:pt x="10363996" y="19563"/>
                </a:lnTo>
                <a:lnTo>
                  <a:pt x="10364247" y="19716"/>
                </a:lnTo>
                <a:lnTo>
                  <a:pt x="10361850" y="18338"/>
                </a:lnTo>
                <a:lnTo>
                  <a:pt x="10362108" y="18485"/>
                </a:lnTo>
                <a:lnTo>
                  <a:pt x="10359645" y="17216"/>
                </a:lnTo>
                <a:lnTo>
                  <a:pt x="10359915" y="17351"/>
                </a:lnTo>
                <a:lnTo>
                  <a:pt x="10357378" y="16205"/>
                </a:lnTo>
                <a:lnTo>
                  <a:pt x="10357655" y="16322"/>
                </a:lnTo>
                <a:lnTo>
                  <a:pt x="10355062" y="15299"/>
                </a:lnTo>
                <a:lnTo>
                  <a:pt x="10355346" y="15403"/>
                </a:lnTo>
                <a:lnTo>
                  <a:pt x="10352685" y="14502"/>
                </a:lnTo>
                <a:lnTo>
                  <a:pt x="10352978" y="14594"/>
                </a:lnTo>
                <a:lnTo>
                  <a:pt x="10350264" y="13822"/>
                </a:lnTo>
                <a:lnTo>
                  <a:pt x="10350560" y="13896"/>
                </a:lnTo>
                <a:lnTo>
                  <a:pt x="10347797" y="13258"/>
                </a:lnTo>
                <a:lnTo>
                  <a:pt x="10348097" y="13320"/>
                </a:lnTo>
                <a:lnTo>
                  <a:pt x="10345279" y="12817"/>
                </a:lnTo>
                <a:lnTo>
                  <a:pt x="10345586" y="12866"/>
                </a:lnTo>
                <a:lnTo>
                  <a:pt x="10342723" y="12499"/>
                </a:lnTo>
                <a:lnTo>
                  <a:pt x="10343030" y="12529"/>
                </a:lnTo>
                <a:lnTo>
                  <a:pt x="10340126" y="12309"/>
                </a:lnTo>
                <a:lnTo>
                  <a:pt x="10340432" y="12327"/>
                </a:lnTo>
                <a:lnTo>
                  <a:pt x="10337491" y="12254"/>
                </a:lnTo>
                <a:lnTo>
                  <a:pt x="10337644" y="12254"/>
                </a:lnTo>
                <a:lnTo>
                  <a:pt x="63315" y="12254"/>
                </a:lnTo>
                <a:lnTo>
                  <a:pt x="63468" y="12254"/>
                </a:lnTo>
                <a:lnTo>
                  <a:pt x="60521" y="12327"/>
                </a:lnTo>
                <a:lnTo>
                  <a:pt x="60834" y="12309"/>
                </a:lnTo>
                <a:lnTo>
                  <a:pt x="57930" y="12529"/>
                </a:lnTo>
                <a:lnTo>
                  <a:pt x="58236" y="12499"/>
                </a:lnTo>
                <a:lnTo>
                  <a:pt x="55375" y="12866"/>
                </a:lnTo>
                <a:lnTo>
                  <a:pt x="55681" y="12817"/>
                </a:lnTo>
                <a:lnTo>
                  <a:pt x="52863" y="13320"/>
                </a:lnTo>
                <a:lnTo>
                  <a:pt x="53163" y="13258"/>
                </a:lnTo>
                <a:lnTo>
                  <a:pt x="50400" y="13896"/>
                </a:lnTo>
                <a:lnTo>
                  <a:pt x="50694" y="13822"/>
                </a:lnTo>
                <a:lnTo>
                  <a:pt x="47980" y="14594"/>
                </a:lnTo>
                <a:lnTo>
                  <a:pt x="48274" y="14502"/>
                </a:lnTo>
                <a:lnTo>
                  <a:pt x="45615" y="15403"/>
                </a:lnTo>
                <a:lnTo>
                  <a:pt x="45896" y="15299"/>
                </a:lnTo>
                <a:lnTo>
                  <a:pt x="43299" y="16322"/>
                </a:lnTo>
                <a:lnTo>
                  <a:pt x="43574" y="16205"/>
                </a:lnTo>
                <a:lnTo>
                  <a:pt x="41044" y="17351"/>
                </a:lnTo>
                <a:lnTo>
                  <a:pt x="41313" y="17216"/>
                </a:lnTo>
                <a:lnTo>
                  <a:pt x="38844" y="18485"/>
                </a:lnTo>
                <a:lnTo>
                  <a:pt x="39108" y="18338"/>
                </a:lnTo>
                <a:lnTo>
                  <a:pt x="36712" y="19716"/>
                </a:lnTo>
                <a:lnTo>
                  <a:pt x="36963" y="19563"/>
                </a:lnTo>
                <a:lnTo>
                  <a:pt x="34648" y="21052"/>
                </a:lnTo>
                <a:lnTo>
                  <a:pt x="34893" y="20887"/>
                </a:lnTo>
                <a:lnTo>
                  <a:pt x="32650" y="22479"/>
                </a:lnTo>
                <a:lnTo>
                  <a:pt x="32883" y="22308"/>
                </a:lnTo>
                <a:lnTo>
                  <a:pt x="30720" y="24005"/>
                </a:lnTo>
                <a:lnTo>
                  <a:pt x="30947" y="23815"/>
                </a:lnTo>
                <a:lnTo>
                  <a:pt x="28876" y="25616"/>
                </a:lnTo>
                <a:lnTo>
                  <a:pt x="29090" y="25414"/>
                </a:lnTo>
                <a:lnTo>
                  <a:pt x="27105" y="27308"/>
                </a:lnTo>
                <a:lnTo>
                  <a:pt x="27308" y="27105"/>
                </a:lnTo>
                <a:lnTo>
                  <a:pt x="25414" y="29090"/>
                </a:lnTo>
                <a:lnTo>
                  <a:pt x="25616" y="28876"/>
                </a:lnTo>
                <a:lnTo>
                  <a:pt x="23815" y="30947"/>
                </a:lnTo>
                <a:lnTo>
                  <a:pt x="24005" y="30720"/>
                </a:lnTo>
                <a:lnTo>
                  <a:pt x="22308" y="32883"/>
                </a:lnTo>
                <a:lnTo>
                  <a:pt x="22479" y="32650"/>
                </a:lnTo>
                <a:lnTo>
                  <a:pt x="20887" y="34893"/>
                </a:lnTo>
                <a:lnTo>
                  <a:pt x="21052" y="34647"/>
                </a:lnTo>
                <a:lnTo>
                  <a:pt x="19563" y="36963"/>
                </a:lnTo>
                <a:lnTo>
                  <a:pt x="19716" y="36712"/>
                </a:lnTo>
                <a:lnTo>
                  <a:pt x="18338" y="39108"/>
                </a:lnTo>
                <a:lnTo>
                  <a:pt x="18485" y="38844"/>
                </a:lnTo>
                <a:lnTo>
                  <a:pt x="17217" y="41313"/>
                </a:lnTo>
                <a:lnTo>
                  <a:pt x="17351" y="41044"/>
                </a:lnTo>
                <a:lnTo>
                  <a:pt x="16206" y="43574"/>
                </a:lnTo>
                <a:lnTo>
                  <a:pt x="16322" y="43299"/>
                </a:lnTo>
                <a:lnTo>
                  <a:pt x="15299" y="45896"/>
                </a:lnTo>
                <a:lnTo>
                  <a:pt x="15403" y="45615"/>
                </a:lnTo>
                <a:lnTo>
                  <a:pt x="14502" y="48274"/>
                </a:lnTo>
                <a:lnTo>
                  <a:pt x="14594" y="47980"/>
                </a:lnTo>
                <a:lnTo>
                  <a:pt x="13822" y="50694"/>
                </a:lnTo>
                <a:lnTo>
                  <a:pt x="13896" y="50400"/>
                </a:lnTo>
                <a:lnTo>
                  <a:pt x="13259" y="53163"/>
                </a:lnTo>
                <a:lnTo>
                  <a:pt x="13320" y="52862"/>
                </a:lnTo>
                <a:lnTo>
                  <a:pt x="12818" y="55681"/>
                </a:lnTo>
                <a:lnTo>
                  <a:pt x="12867" y="55375"/>
                </a:lnTo>
                <a:lnTo>
                  <a:pt x="12499" y="58236"/>
                </a:lnTo>
                <a:lnTo>
                  <a:pt x="12529" y="57930"/>
                </a:lnTo>
                <a:lnTo>
                  <a:pt x="12309" y="60833"/>
                </a:lnTo>
                <a:lnTo>
                  <a:pt x="12327" y="60521"/>
                </a:lnTo>
                <a:lnTo>
                  <a:pt x="12254" y="634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CAE39AB8-E752-41B0-85C2-F54FDFD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171" y="1332483"/>
            <a:ext cx="1077102" cy="235271"/>
          </a:xfrm>
          <a:custGeom xmlns:a="http://schemas.openxmlformats.org/drawingml/2006/main">
            <a:pathLst>
              <a:path w="1077102" h="235271">
                <a:moveTo>
                  <a:pt x="0" y="17290"/>
                </a:moveTo>
                <a:cubicBezTo>
                  <a:pt x="0" y="699"/>
                  <a:pt x="4160" y="0"/>
                  <a:pt x="103188" y="0"/>
                </a:cubicBezTo>
                <a:lnTo>
                  <a:pt x="963375" y="184"/>
                </a:lnTo>
                <a:cubicBezTo>
                  <a:pt x="1062398" y="184"/>
                  <a:pt x="1076826" y="0"/>
                  <a:pt x="1076826" y="16591"/>
                </a:cubicBezTo>
                <a:lnTo>
                  <a:pt x="1077102" y="218447"/>
                </a:lnTo>
                <a:cubicBezTo>
                  <a:pt x="1077102" y="235039"/>
                  <a:pt x="1075717" y="235271"/>
                  <a:pt x="976689" y="235271"/>
                </a:cubicBezTo>
                <a:lnTo>
                  <a:pt x="103188" y="234389"/>
                </a:lnTo>
                <a:cubicBezTo>
                  <a:pt x="4160" y="234389"/>
                  <a:pt x="276" y="233740"/>
                  <a:pt x="276" y="217142"/>
                </a:cubicBezTo>
                <a:lnTo>
                  <a:pt x="0" y="172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6D28C9B3-3F7D-4B5B-A2CC-03DD8DA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44" y="1326357"/>
            <a:ext cx="1089356" cy="247525"/>
          </a:xfrm>
          <a:custGeom xmlns:a="http://schemas.openxmlformats.org/drawingml/2006/main">
            <a:pathLst>
              <a:path w="1089356" h="247525">
                <a:moveTo>
                  <a:pt x="80" y="20151"/>
                </a:moveTo>
                <a:lnTo>
                  <a:pt x="220" y="18442"/>
                </a:lnTo>
                <a:lnTo>
                  <a:pt x="478" y="16739"/>
                </a:lnTo>
                <a:lnTo>
                  <a:pt x="895" y="14999"/>
                </a:lnTo>
                <a:lnTo>
                  <a:pt x="1519" y="13240"/>
                </a:lnTo>
                <a:lnTo>
                  <a:pt x="2402" y="11506"/>
                </a:lnTo>
                <a:lnTo>
                  <a:pt x="3547" y="9852"/>
                </a:lnTo>
                <a:lnTo>
                  <a:pt x="4944" y="8357"/>
                </a:lnTo>
                <a:lnTo>
                  <a:pt x="6550" y="7058"/>
                </a:lnTo>
                <a:lnTo>
                  <a:pt x="8320" y="5949"/>
                </a:lnTo>
                <a:lnTo>
                  <a:pt x="10238" y="5024"/>
                </a:lnTo>
                <a:lnTo>
                  <a:pt x="12296" y="4240"/>
                </a:lnTo>
                <a:lnTo>
                  <a:pt x="14527" y="3572"/>
                </a:lnTo>
                <a:lnTo>
                  <a:pt x="16941" y="3002"/>
                </a:lnTo>
                <a:lnTo>
                  <a:pt x="19569" y="2506"/>
                </a:lnTo>
                <a:lnTo>
                  <a:pt x="22436" y="2077"/>
                </a:lnTo>
                <a:lnTo>
                  <a:pt x="25573" y="1709"/>
                </a:lnTo>
                <a:lnTo>
                  <a:pt x="29005" y="1385"/>
                </a:lnTo>
                <a:lnTo>
                  <a:pt x="32767" y="1109"/>
                </a:lnTo>
                <a:lnTo>
                  <a:pt x="41252" y="674"/>
                </a:lnTo>
                <a:lnTo>
                  <a:pt x="51270" y="367"/>
                </a:lnTo>
                <a:lnTo>
                  <a:pt x="62941" y="172"/>
                </a:lnTo>
                <a:lnTo>
                  <a:pt x="76420" y="61"/>
                </a:lnTo>
                <a:lnTo>
                  <a:pt x="109309" y="0"/>
                </a:lnTo>
                <a:lnTo>
                  <a:pt x="969502" y="184"/>
                </a:lnTo>
                <a:lnTo>
                  <a:pt x="1002820" y="208"/>
                </a:lnTo>
                <a:lnTo>
                  <a:pt x="1016790" y="276"/>
                </a:lnTo>
                <a:lnTo>
                  <a:pt x="1029104" y="416"/>
                </a:lnTo>
                <a:lnTo>
                  <a:pt x="1039875" y="649"/>
                </a:lnTo>
                <a:lnTo>
                  <a:pt x="1049225" y="1011"/>
                </a:lnTo>
                <a:lnTo>
                  <a:pt x="1057238" y="1519"/>
                </a:lnTo>
                <a:lnTo>
                  <a:pt x="1060835" y="1844"/>
                </a:lnTo>
                <a:lnTo>
                  <a:pt x="1064138" y="2218"/>
                </a:lnTo>
                <a:lnTo>
                  <a:pt x="1067183" y="2647"/>
                </a:lnTo>
                <a:lnTo>
                  <a:pt x="1069989" y="3143"/>
                </a:lnTo>
                <a:lnTo>
                  <a:pt x="1072580" y="3719"/>
                </a:lnTo>
                <a:lnTo>
                  <a:pt x="1074982" y="4381"/>
                </a:lnTo>
                <a:lnTo>
                  <a:pt x="1077213" y="5153"/>
                </a:lnTo>
                <a:lnTo>
                  <a:pt x="1079289" y="6059"/>
                </a:lnTo>
                <a:lnTo>
                  <a:pt x="1081219" y="7119"/>
                </a:lnTo>
                <a:lnTo>
                  <a:pt x="1082990" y="8363"/>
                </a:lnTo>
                <a:lnTo>
                  <a:pt x="1084577" y="9809"/>
                </a:lnTo>
                <a:lnTo>
                  <a:pt x="1085943" y="11445"/>
                </a:lnTo>
                <a:lnTo>
                  <a:pt x="1087052" y="13228"/>
                </a:lnTo>
                <a:lnTo>
                  <a:pt x="1087885" y="15103"/>
                </a:lnTo>
                <a:lnTo>
                  <a:pt x="1088468" y="17008"/>
                </a:lnTo>
                <a:lnTo>
                  <a:pt x="1088835" y="18919"/>
                </a:lnTo>
                <a:lnTo>
                  <a:pt x="1089025" y="20813"/>
                </a:lnTo>
                <a:lnTo>
                  <a:pt x="1089080" y="22626"/>
                </a:lnTo>
                <a:lnTo>
                  <a:pt x="1089356" y="224611"/>
                </a:lnTo>
                <a:lnTo>
                  <a:pt x="1089313" y="227717"/>
                </a:lnTo>
                <a:lnTo>
                  <a:pt x="1089221" y="229334"/>
                </a:lnTo>
                <a:lnTo>
                  <a:pt x="1089038" y="230964"/>
                </a:lnTo>
                <a:lnTo>
                  <a:pt x="1088725" y="232637"/>
                </a:lnTo>
                <a:lnTo>
                  <a:pt x="1088228" y="234358"/>
                </a:lnTo>
                <a:lnTo>
                  <a:pt x="1087487" y="236086"/>
                </a:lnTo>
                <a:lnTo>
                  <a:pt x="1086464" y="237771"/>
                </a:lnTo>
                <a:lnTo>
                  <a:pt x="1085171" y="239321"/>
                </a:lnTo>
                <a:lnTo>
                  <a:pt x="1083652" y="240681"/>
                </a:lnTo>
                <a:lnTo>
                  <a:pt x="1081948" y="241821"/>
                </a:lnTo>
                <a:lnTo>
                  <a:pt x="1080110" y="242771"/>
                </a:lnTo>
                <a:lnTo>
                  <a:pt x="1078125" y="243561"/>
                </a:lnTo>
                <a:lnTo>
                  <a:pt x="1075999" y="244216"/>
                </a:lnTo>
                <a:lnTo>
                  <a:pt x="1073690" y="244774"/>
                </a:lnTo>
                <a:lnTo>
                  <a:pt x="1071177" y="245252"/>
                </a:lnTo>
                <a:lnTo>
                  <a:pt x="1068427" y="245656"/>
                </a:lnTo>
                <a:lnTo>
                  <a:pt x="1065412" y="246012"/>
                </a:lnTo>
                <a:lnTo>
                  <a:pt x="1062110" y="246312"/>
                </a:lnTo>
                <a:lnTo>
                  <a:pt x="1058464" y="246563"/>
                </a:lnTo>
                <a:lnTo>
                  <a:pt x="1050211" y="246961"/>
                </a:lnTo>
                <a:lnTo>
                  <a:pt x="1040408" y="247231"/>
                </a:lnTo>
                <a:lnTo>
                  <a:pt x="1028920" y="247396"/>
                </a:lnTo>
                <a:lnTo>
                  <a:pt x="1015583" y="247482"/>
                </a:lnTo>
                <a:lnTo>
                  <a:pt x="982816" y="247525"/>
                </a:lnTo>
                <a:lnTo>
                  <a:pt x="109309" y="246643"/>
                </a:lnTo>
                <a:lnTo>
                  <a:pt x="76433" y="246581"/>
                </a:lnTo>
                <a:lnTo>
                  <a:pt x="62972" y="246471"/>
                </a:lnTo>
                <a:lnTo>
                  <a:pt x="51318" y="246281"/>
                </a:lnTo>
                <a:lnTo>
                  <a:pt x="41320" y="245981"/>
                </a:lnTo>
                <a:lnTo>
                  <a:pt x="32852" y="245552"/>
                </a:lnTo>
                <a:lnTo>
                  <a:pt x="29102" y="245276"/>
                </a:lnTo>
                <a:lnTo>
                  <a:pt x="25690" y="244952"/>
                </a:lnTo>
                <a:lnTo>
                  <a:pt x="22565" y="244584"/>
                </a:lnTo>
                <a:lnTo>
                  <a:pt x="19704" y="244155"/>
                </a:lnTo>
                <a:lnTo>
                  <a:pt x="17088" y="243665"/>
                </a:lnTo>
                <a:lnTo>
                  <a:pt x="14686" y="243095"/>
                </a:lnTo>
                <a:lnTo>
                  <a:pt x="12468" y="242427"/>
                </a:lnTo>
                <a:lnTo>
                  <a:pt x="10416" y="241649"/>
                </a:lnTo>
                <a:lnTo>
                  <a:pt x="8510" y="240718"/>
                </a:lnTo>
                <a:lnTo>
                  <a:pt x="6746" y="239609"/>
                </a:lnTo>
                <a:lnTo>
                  <a:pt x="5147" y="238298"/>
                </a:lnTo>
                <a:lnTo>
                  <a:pt x="3756" y="236803"/>
                </a:lnTo>
                <a:lnTo>
                  <a:pt x="2623" y="235149"/>
                </a:lnTo>
                <a:lnTo>
                  <a:pt x="1759" y="233409"/>
                </a:lnTo>
                <a:lnTo>
                  <a:pt x="1146" y="231650"/>
                </a:lnTo>
                <a:lnTo>
                  <a:pt x="741" y="229923"/>
                </a:lnTo>
                <a:lnTo>
                  <a:pt x="490" y="228225"/>
                </a:lnTo>
                <a:lnTo>
                  <a:pt x="349" y="226522"/>
                </a:lnTo>
                <a:lnTo>
                  <a:pt x="276" y="223348"/>
                </a:lnTo>
                <a:lnTo>
                  <a:pt x="0" y="23349"/>
                </a:lnTo>
                <a:lnTo>
                  <a:pt x="80" y="20151"/>
                </a:lnTo>
                <a:moveTo>
                  <a:pt x="12254" y="23564"/>
                </a:moveTo>
                <a:lnTo>
                  <a:pt x="12254" y="23410"/>
                </a:lnTo>
                <a:lnTo>
                  <a:pt x="12529" y="223263"/>
                </a:lnTo>
                <a:lnTo>
                  <a:pt x="12529" y="223128"/>
                </a:lnTo>
                <a:lnTo>
                  <a:pt x="12597" y="226057"/>
                </a:lnTo>
                <a:lnTo>
                  <a:pt x="12578" y="225695"/>
                </a:lnTo>
                <a:lnTo>
                  <a:pt x="12689" y="227025"/>
                </a:lnTo>
                <a:lnTo>
                  <a:pt x="12646" y="226645"/>
                </a:lnTo>
                <a:lnTo>
                  <a:pt x="12824" y="227888"/>
                </a:lnTo>
                <a:lnTo>
                  <a:pt x="12732" y="227380"/>
                </a:lnTo>
                <a:lnTo>
                  <a:pt x="13001" y="228544"/>
                </a:lnTo>
                <a:lnTo>
                  <a:pt x="12824" y="227919"/>
                </a:lnTo>
                <a:lnTo>
                  <a:pt x="13197" y="229003"/>
                </a:lnTo>
                <a:lnTo>
                  <a:pt x="12903" y="228293"/>
                </a:lnTo>
                <a:lnTo>
                  <a:pt x="13399" y="229303"/>
                </a:lnTo>
                <a:lnTo>
                  <a:pt x="12964" y="228562"/>
                </a:lnTo>
                <a:lnTo>
                  <a:pt x="13608" y="229500"/>
                </a:lnTo>
                <a:lnTo>
                  <a:pt x="13056" y="228808"/>
                </a:lnTo>
                <a:lnTo>
                  <a:pt x="13853" y="229671"/>
                </a:lnTo>
                <a:lnTo>
                  <a:pt x="13234" y="229089"/>
                </a:lnTo>
                <a:lnTo>
                  <a:pt x="14208" y="229880"/>
                </a:lnTo>
                <a:lnTo>
                  <a:pt x="13583" y="229433"/>
                </a:lnTo>
                <a:lnTo>
                  <a:pt x="14747" y="230168"/>
                </a:lnTo>
                <a:lnTo>
                  <a:pt x="14171" y="229843"/>
                </a:lnTo>
                <a:lnTo>
                  <a:pt x="15538" y="230511"/>
                </a:lnTo>
                <a:lnTo>
                  <a:pt x="15042" y="230296"/>
                </a:lnTo>
                <a:lnTo>
                  <a:pt x="16629" y="230903"/>
                </a:lnTo>
                <a:lnTo>
                  <a:pt x="16205" y="230756"/>
                </a:lnTo>
                <a:lnTo>
                  <a:pt x="18038" y="231307"/>
                </a:lnTo>
                <a:lnTo>
                  <a:pt x="17694" y="231215"/>
                </a:lnTo>
                <a:lnTo>
                  <a:pt x="19777" y="231711"/>
                </a:lnTo>
                <a:lnTo>
                  <a:pt x="19496" y="231650"/>
                </a:lnTo>
                <a:lnTo>
                  <a:pt x="21854" y="232092"/>
                </a:lnTo>
                <a:lnTo>
                  <a:pt x="21628" y="232054"/>
                </a:lnTo>
                <a:lnTo>
                  <a:pt x="24280" y="232453"/>
                </a:lnTo>
                <a:lnTo>
                  <a:pt x="24097" y="232428"/>
                </a:lnTo>
                <a:lnTo>
                  <a:pt x="27050" y="232778"/>
                </a:lnTo>
                <a:lnTo>
                  <a:pt x="26903" y="232759"/>
                </a:lnTo>
                <a:lnTo>
                  <a:pt x="30187" y="233065"/>
                </a:lnTo>
                <a:lnTo>
                  <a:pt x="30064" y="233060"/>
                </a:lnTo>
                <a:lnTo>
                  <a:pt x="33686" y="233323"/>
                </a:lnTo>
                <a:lnTo>
                  <a:pt x="33544" y="233317"/>
                </a:lnTo>
                <a:lnTo>
                  <a:pt x="41877" y="233740"/>
                </a:lnTo>
                <a:lnTo>
                  <a:pt x="41749" y="233733"/>
                </a:lnTo>
                <a:lnTo>
                  <a:pt x="51643" y="234028"/>
                </a:lnTo>
                <a:lnTo>
                  <a:pt x="51557" y="234028"/>
                </a:lnTo>
                <a:lnTo>
                  <a:pt x="63150" y="234217"/>
                </a:lnTo>
                <a:lnTo>
                  <a:pt x="63094" y="234217"/>
                </a:lnTo>
                <a:lnTo>
                  <a:pt x="76512" y="234328"/>
                </a:lnTo>
                <a:lnTo>
                  <a:pt x="76476" y="234328"/>
                </a:lnTo>
                <a:lnTo>
                  <a:pt x="109328" y="234389"/>
                </a:lnTo>
                <a:lnTo>
                  <a:pt x="109322" y="234389"/>
                </a:lnTo>
                <a:lnTo>
                  <a:pt x="982822" y="235271"/>
                </a:lnTo>
                <a:lnTo>
                  <a:pt x="982803" y="235271"/>
                </a:lnTo>
                <a:lnTo>
                  <a:pt x="1015551" y="235228"/>
                </a:lnTo>
                <a:lnTo>
                  <a:pt x="1015521" y="235228"/>
                </a:lnTo>
                <a:lnTo>
                  <a:pt x="1028810" y="235143"/>
                </a:lnTo>
                <a:lnTo>
                  <a:pt x="1028767" y="235143"/>
                </a:lnTo>
                <a:lnTo>
                  <a:pt x="1040194" y="234977"/>
                </a:lnTo>
                <a:lnTo>
                  <a:pt x="1040114" y="234977"/>
                </a:lnTo>
                <a:lnTo>
                  <a:pt x="1049819" y="234714"/>
                </a:lnTo>
                <a:lnTo>
                  <a:pt x="1049691" y="234720"/>
                </a:lnTo>
                <a:lnTo>
                  <a:pt x="1057809" y="234328"/>
                </a:lnTo>
                <a:lnTo>
                  <a:pt x="1057674" y="234340"/>
                </a:lnTo>
                <a:lnTo>
                  <a:pt x="1061185" y="234089"/>
                </a:lnTo>
                <a:lnTo>
                  <a:pt x="1061062" y="234101"/>
                </a:lnTo>
                <a:lnTo>
                  <a:pt x="1064230" y="233813"/>
                </a:lnTo>
                <a:lnTo>
                  <a:pt x="1064076" y="233825"/>
                </a:lnTo>
                <a:lnTo>
                  <a:pt x="1066913" y="233501"/>
                </a:lnTo>
                <a:lnTo>
                  <a:pt x="1066723" y="233525"/>
                </a:lnTo>
                <a:lnTo>
                  <a:pt x="1069260" y="233145"/>
                </a:lnTo>
                <a:lnTo>
                  <a:pt x="1069021" y="233188"/>
                </a:lnTo>
                <a:lnTo>
                  <a:pt x="1071263" y="232765"/>
                </a:lnTo>
                <a:lnTo>
                  <a:pt x="1070963" y="232826"/>
                </a:lnTo>
                <a:lnTo>
                  <a:pt x="1072936" y="232349"/>
                </a:lnTo>
                <a:lnTo>
                  <a:pt x="1072562" y="232453"/>
                </a:lnTo>
                <a:lnTo>
                  <a:pt x="1074278" y="231926"/>
                </a:lnTo>
                <a:lnTo>
                  <a:pt x="1073825" y="232085"/>
                </a:lnTo>
                <a:lnTo>
                  <a:pt x="1075307" y="231497"/>
                </a:lnTo>
                <a:lnTo>
                  <a:pt x="1074762" y="231742"/>
                </a:lnTo>
                <a:lnTo>
                  <a:pt x="1076024" y="231093"/>
                </a:lnTo>
                <a:lnTo>
                  <a:pt x="1075405" y="231454"/>
                </a:lnTo>
                <a:lnTo>
                  <a:pt x="1076465" y="230743"/>
                </a:lnTo>
                <a:lnTo>
                  <a:pt x="1075809" y="231252"/>
                </a:lnTo>
                <a:lnTo>
                  <a:pt x="1076679" y="230474"/>
                </a:lnTo>
                <a:lnTo>
                  <a:pt x="1076055" y="231129"/>
                </a:lnTo>
                <a:lnTo>
                  <a:pt x="1076759" y="230278"/>
                </a:lnTo>
                <a:lnTo>
                  <a:pt x="1076226" y="231025"/>
                </a:lnTo>
                <a:lnTo>
                  <a:pt x="1076784" y="230106"/>
                </a:lnTo>
                <a:lnTo>
                  <a:pt x="1076391" y="230872"/>
                </a:lnTo>
                <a:lnTo>
                  <a:pt x="1076814" y="229873"/>
                </a:lnTo>
                <a:lnTo>
                  <a:pt x="1076563" y="230578"/>
                </a:lnTo>
                <a:lnTo>
                  <a:pt x="1076876" y="229506"/>
                </a:lnTo>
                <a:lnTo>
                  <a:pt x="1076735" y="230088"/>
                </a:lnTo>
                <a:lnTo>
                  <a:pt x="1076955" y="228936"/>
                </a:lnTo>
                <a:lnTo>
                  <a:pt x="1076888" y="229383"/>
                </a:lnTo>
                <a:lnTo>
                  <a:pt x="1077022" y="228146"/>
                </a:lnTo>
                <a:lnTo>
                  <a:pt x="1076998" y="228470"/>
                </a:lnTo>
                <a:lnTo>
                  <a:pt x="1077071" y="227147"/>
                </a:lnTo>
                <a:lnTo>
                  <a:pt x="1077065" y="227411"/>
                </a:lnTo>
                <a:lnTo>
                  <a:pt x="1077102" y="224488"/>
                </a:lnTo>
                <a:lnTo>
                  <a:pt x="1077102" y="224580"/>
                </a:lnTo>
                <a:lnTo>
                  <a:pt x="1076827" y="22731"/>
                </a:lnTo>
                <a:lnTo>
                  <a:pt x="1076827" y="22902"/>
                </a:lnTo>
                <a:lnTo>
                  <a:pt x="1076784" y="21395"/>
                </a:lnTo>
                <a:lnTo>
                  <a:pt x="1076808" y="21824"/>
                </a:lnTo>
                <a:lnTo>
                  <a:pt x="1076667" y="20414"/>
                </a:lnTo>
                <a:lnTo>
                  <a:pt x="1076746" y="20948"/>
                </a:lnTo>
                <a:lnTo>
                  <a:pt x="1076495" y="19630"/>
                </a:lnTo>
                <a:lnTo>
                  <a:pt x="1076655" y="20267"/>
                </a:lnTo>
                <a:lnTo>
                  <a:pt x="1076275" y="19036"/>
                </a:lnTo>
                <a:lnTo>
                  <a:pt x="1076544" y="19747"/>
                </a:lnTo>
                <a:lnTo>
                  <a:pt x="1076030" y="18601"/>
                </a:lnTo>
                <a:lnTo>
                  <a:pt x="1076422" y="19336"/>
                </a:lnTo>
                <a:lnTo>
                  <a:pt x="1075760" y="18276"/>
                </a:lnTo>
                <a:lnTo>
                  <a:pt x="1076269" y="18975"/>
                </a:lnTo>
                <a:lnTo>
                  <a:pt x="1075448" y="17994"/>
                </a:lnTo>
                <a:lnTo>
                  <a:pt x="1076024" y="18595"/>
                </a:lnTo>
                <a:lnTo>
                  <a:pt x="1075025" y="17688"/>
                </a:lnTo>
                <a:lnTo>
                  <a:pt x="1075626" y="18166"/>
                </a:lnTo>
                <a:lnTo>
                  <a:pt x="1074443" y="17333"/>
                </a:lnTo>
                <a:lnTo>
                  <a:pt x="1075013" y="17688"/>
                </a:lnTo>
                <a:lnTo>
                  <a:pt x="1073628" y="16928"/>
                </a:lnTo>
                <a:lnTo>
                  <a:pt x="1074137" y="17179"/>
                </a:lnTo>
                <a:lnTo>
                  <a:pt x="1072544" y="16487"/>
                </a:lnTo>
                <a:lnTo>
                  <a:pt x="1072985" y="16659"/>
                </a:lnTo>
                <a:lnTo>
                  <a:pt x="1071159" y="16028"/>
                </a:lnTo>
                <a:lnTo>
                  <a:pt x="1071533" y="16144"/>
                </a:lnTo>
                <a:lnTo>
                  <a:pt x="1069474" y="15574"/>
                </a:lnTo>
                <a:lnTo>
                  <a:pt x="1069781" y="15648"/>
                </a:lnTo>
                <a:lnTo>
                  <a:pt x="1067471" y="15139"/>
                </a:lnTo>
                <a:lnTo>
                  <a:pt x="1067721" y="15188"/>
                </a:lnTo>
                <a:lnTo>
                  <a:pt x="1065148" y="14729"/>
                </a:lnTo>
                <a:lnTo>
                  <a:pt x="1065357" y="14765"/>
                </a:lnTo>
                <a:lnTo>
                  <a:pt x="1062502" y="14361"/>
                </a:lnTo>
                <a:lnTo>
                  <a:pt x="1062673" y="14379"/>
                </a:lnTo>
                <a:lnTo>
                  <a:pt x="1059524" y="14024"/>
                </a:lnTo>
                <a:lnTo>
                  <a:pt x="1059665" y="14036"/>
                </a:lnTo>
                <a:lnTo>
                  <a:pt x="1056222" y="13730"/>
                </a:lnTo>
                <a:lnTo>
                  <a:pt x="1056381" y="13742"/>
                </a:lnTo>
                <a:lnTo>
                  <a:pt x="1048526" y="13246"/>
                </a:lnTo>
                <a:lnTo>
                  <a:pt x="1048680" y="13252"/>
                </a:lnTo>
                <a:lnTo>
                  <a:pt x="1039459" y="12897"/>
                </a:lnTo>
                <a:lnTo>
                  <a:pt x="1039563" y="12903"/>
                </a:lnTo>
                <a:lnTo>
                  <a:pt x="1028872" y="12670"/>
                </a:lnTo>
                <a:lnTo>
                  <a:pt x="1028933" y="12670"/>
                </a:lnTo>
                <a:lnTo>
                  <a:pt x="1016673" y="12529"/>
                </a:lnTo>
                <a:lnTo>
                  <a:pt x="1016709" y="12529"/>
                </a:lnTo>
                <a:lnTo>
                  <a:pt x="1002777" y="12462"/>
                </a:lnTo>
                <a:lnTo>
                  <a:pt x="1002802" y="12462"/>
                </a:lnTo>
                <a:lnTo>
                  <a:pt x="969496" y="12437"/>
                </a:lnTo>
                <a:lnTo>
                  <a:pt x="109315" y="12253"/>
                </a:lnTo>
                <a:lnTo>
                  <a:pt x="109328" y="12253"/>
                </a:lnTo>
                <a:lnTo>
                  <a:pt x="76463" y="12315"/>
                </a:lnTo>
                <a:lnTo>
                  <a:pt x="76500" y="12315"/>
                </a:lnTo>
                <a:lnTo>
                  <a:pt x="63070" y="12425"/>
                </a:lnTo>
                <a:lnTo>
                  <a:pt x="63125" y="12425"/>
                </a:lnTo>
                <a:lnTo>
                  <a:pt x="51515" y="12621"/>
                </a:lnTo>
                <a:lnTo>
                  <a:pt x="51600" y="12621"/>
                </a:lnTo>
                <a:lnTo>
                  <a:pt x="41687" y="12921"/>
                </a:lnTo>
                <a:lnTo>
                  <a:pt x="41815" y="12915"/>
                </a:lnTo>
                <a:lnTo>
                  <a:pt x="33459" y="13344"/>
                </a:lnTo>
                <a:lnTo>
                  <a:pt x="33600" y="13332"/>
                </a:lnTo>
                <a:lnTo>
                  <a:pt x="29966" y="13601"/>
                </a:lnTo>
                <a:lnTo>
                  <a:pt x="30089" y="13589"/>
                </a:lnTo>
                <a:lnTo>
                  <a:pt x="26793" y="13901"/>
                </a:lnTo>
                <a:lnTo>
                  <a:pt x="26940" y="13883"/>
                </a:lnTo>
                <a:lnTo>
                  <a:pt x="23968" y="14239"/>
                </a:lnTo>
                <a:lnTo>
                  <a:pt x="24152" y="14214"/>
                </a:lnTo>
                <a:lnTo>
                  <a:pt x="21493" y="14606"/>
                </a:lnTo>
                <a:lnTo>
                  <a:pt x="21720" y="14569"/>
                </a:lnTo>
                <a:lnTo>
                  <a:pt x="19342" y="15017"/>
                </a:lnTo>
                <a:lnTo>
                  <a:pt x="19624" y="14955"/>
                </a:lnTo>
                <a:lnTo>
                  <a:pt x="17523" y="15458"/>
                </a:lnTo>
                <a:lnTo>
                  <a:pt x="17872" y="15360"/>
                </a:lnTo>
                <a:lnTo>
                  <a:pt x="16028" y="15918"/>
                </a:lnTo>
                <a:lnTo>
                  <a:pt x="16444" y="15771"/>
                </a:lnTo>
                <a:lnTo>
                  <a:pt x="14839" y="16383"/>
                </a:lnTo>
                <a:lnTo>
                  <a:pt x="15336" y="16169"/>
                </a:lnTo>
                <a:lnTo>
                  <a:pt x="13957" y="16836"/>
                </a:lnTo>
                <a:lnTo>
                  <a:pt x="14527" y="16524"/>
                </a:lnTo>
                <a:lnTo>
                  <a:pt x="13357" y="17253"/>
                </a:lnTo>
                <a:lnTo>
                  <a:pt x="13975" y="16812"/>
                </a:lnTo>
                <a:lnTo>
                  <a:pt x="12989" y="17608"/>
                </a:lnTo>
                <a:lnTo>
                  <a:pt x="13608" y="17032"/>
                </a:lnTo>
                <a:lnTo>
                  <a:pt x="12799" y="17897"/>
                </a:lnTo>
                <a:lnTo>
                  <a:pt x="13357" y="17216"/>
                </a:lnTo>
                <a:lnTo>
                  <a:pt x="12701" y="18148"/>
                </a:lnTo>
                <a:lnTo>
                  <a:pt x="13142" y="17412"/>
                </a:lnTo>
                <a:lnTo>
                  <a:pt x="12634" y="18423"/>
                </a:lnTo>
                <a:lnTo>
                  <a:pt x="12934" y="17713"/>
                </a:lnTo>
                <a:lnTo>
                  <a:pt x="12547" y="18797"/>
                </a:lnTo>
                <a:lnTo>
                  <a:pt x="12738" y="18172"/>
                </a:lnTo>
                <a:lnTo>
                  <a:pt x="12456" y="19336"/>
                </a:lnTo>
                <a:lnTo>
                  <a:pt x="12560" y="18822"/>
                </a:lnTo>
                <a:lnTo>
                  <a:pt x="12370" y="20071"/>
                </a:lnTo>
                <a:lnTo>
                  <a:pt x="12413" y="19679"/>
                </a:lnTo>
                <a:lnTo>
                  <a:pt x="12303" y="21009"/>
                </a:lnTo>
                <a:lnTo>
                  <a:pt x="12321" y="20635"/>
                </a:lnTo>
                <a:lnTo>
                  <a:pt x="12254" y="23564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B8D8D5BF-6F5E-4392-96F8-7107C95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3" y="2926693"/>
            <a:ext cx="3919966" cy="1974381"/>
          </a:xfrm>
          <a:custGeom xmlns:a="http://schemas.openxmlformats.org/drawingml/2006/main">
            <a:pathLst>
              <a:path w="3919966" h="1974381">
                <a:moveTo>
                  <a:pt x="0" y="145096"/>
                </a:moveTo>
                <a:cubicBezTo>
                  <a:pt x="0" y="5851"/>
                  <a:pt x="15146" y="0"/>
                  <a:pt x="375540" y="0"/>
                </a:cubicBezTo>
                <a:lnTo>
                  <a:pt x="3506060" y="1562"/>
                </a:lnTo>
                <a:cubicBezTo>
                  <a:pt x="3866460" y="1562"/>
                  <a:pt x="3918954" y="0"/>
                  <a:pt x="3918954" y="139245"/>
                </a:cubicBezTo>
                <a:lnTo>
                  <a:pt x="3919966" y="1833188"/>
                </a:lnTo>
                <a:cubicBezTo>
                  <a:pt x="3919966" y="1972433"/>
                  <a:pt x="3914917" y="1974381"/>
                  <a:pt x="3554517" y="1974381"/>
                </a:cubicBezTo>
                <a:lnTo>
                  <a:pt x="375540" y="1966967"/>
                </a:lnTo>
                <a:cubicBezTo>
                  <a:pt x="15146" y="1966967"/>
                  <a:pt x="1011" y="1961508"/>
                  <a:pt x="1011" y="1822263"/>
                </a:cubicBezTo>
                <a:lnTo>
                  <a:pt x="0" y="1450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21FACBED-BECD-4749-A791-ED351D6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" y="2911376"/>
            <a:ext cx="3950593" cy="2005015"/>
          </a:xfrm>
          <a:custGeom xmlns:a="http://schemas.openxmlformats.org/drawingml/2006/main">
            <a:pathLst>
              <a:path w="3950593" h="2005015">
                <a:moveTo>
                  <a:pt x="1011" y="1837592"/>
                </a:moveTo>
                <a:lnTo>
                  <a:pt x="956" y="1745690"/>
                </a:lnTo>
                <a:lnTo>
                  <a:pt x="31590" y="1745671"/>
                </a:lnTo>
                <a:lnTo>
                  <a:pt x="31645" y="1837574"/>
                </a:lnTo>
                <a:lnTo>
                  <a:pt x="1011" y="1837592"/>
                </a:lnTo>
                <a:moveTo>
                  <a:pt x="937" y="1715055"/>
                </a:moveTo>
                <a:lnTo>
                  <a:pt x="882" y="1623152"/>
                </a:lnTo>
                <a:lnTo>
                  <a:pt x="31517" y="1623133"/>
                </a:lnTo>
                <a:lnTo>
                  <a:pt x="31572" y="1715037"/>
                </a:lnTo>
                <a:lnTo>
                  <a:pt x="937" y="1715055"/>
                </a:lnTo>
                <a:moveTo>
                  <a:pt x="864" y="1592518"/>
                </a:moveTo>
                <a:lnTo>
                  <a:pt x="809" y="1500615"/>
                </a:lnTo>
                <a:lnTo>
                  <a:pt x="31443" y="1500597"/>
                </a:lnTo>
                <a:lnTo>
                  <a:pt x="31498" y="1592499"/>
                </a:lnTo>
                <a:lnTo>
                  <a:pt x="864" y="1592518"/>
                </a:lnTo>
                <a:moveTo>
                  <a:pt x="790" y="1469981"/>
                </a:moveTo>
                <a:lnTo>
                  <a:pt x="735" y="1378078"/>
                </a:lnTo>
                <a:lnTo>
                  <a:pt x="31370" y="1378059"/>
                </a:lnTo>
                <a:lnTo>
                  <a:pt x="31425" y="1469962"/>
                </a:lnTo>
                <a:lnTo>
                  <a:pt x="790" y="1469981"/>
                </a:lnTo>
                <a:moveTo>
                  <a:pt x="717" y="1347443"/>
                </a:moveTo>
                <a:lnTo>
                  <a:pt x="662" y="1255541"/>
                </a:lnTo>
                <a:lnTo>
                  <a:pt x="31296" y="1255522"/>
                </a:lnTo>
                <a:lnTo>
                  <a:pt x="31351" y="1347425"/>
                </a:lnTo>
                <a:lnTo>
                  <a:pt x="717" y="1347443"/>
                </a:lnTo>
                <a:moveTo>
                  <a:pt x="643" y="1224907"/>
                </a:moveTo>
                <a:lnTo>
                  <a:pt x="588" y="1133004"/>
                </a:lnTo>
                <a:lnTo>
                  <a:pt x="31223" y="1132985"/>
                </a:lnTo>
                <a:lnTo>
                  <a:pt x="31278" y="1224888"/>
                </a:lnTo>
                <a:lnTo>
                  <a:pt x="643" y="1224907"/>
                </a:lnTo>
                <a:moveTo>
                  <a:pt x="570" y="1102369"/>
                </a:moveTo>
                <a:lnTo>
                  <a:pt x="515" y="1010466"/>
                </a:lnTo>
                <a:lnTo>
                  <a:pt x="31149" y="1010448"/>
                </a:lnTo>
                <a:lnTo>
                  <a:pt x="31204" y="1102350"/>
                </a:lnTo>
                <a:lnTo>
                  <a:pt x="570" y="1102369"/>
                </a:lnTo>
                <a:moveTo>
                  <a:pt x="490" y="979832"/>
                </a:moveTo>
                <a:lnTo>
                  <a:pt x="435" y="887929"/>
                </a:lnTo>
                <a:lnTo>
                  <a:pt x="31069" y="887910"/>
                </a:lnTo>
                <a:lnTo>
                  <a:pt x="31125" y="979813"/>
                </a:lnTo>
                <a:lnTo>
                  <a:pt x="490" y="979832"/>
                </a:lnTo>
                <a:moveTo>
                  <a:pt x="417" y="857295"/>
                </a:moveTo>
                <a:lnTo>
                  <a:pt x="362" y="765392"/>
                </a:lnTo>
                <a:lnTo>
                  <a:pt x="30996" y="765373"/>
                </a:lnTo>
                <a:lnTo>
                  <a:pt x="31051" y="857276"/>
                </a:lnTo>
                <a:lnTo>
                  <a:pt x="417" y="857295"/>
                </a:lnTo>
                <a:moveTo>
                  <a:pt x="343" y="734757"/>
                </a:moveTo>
                <a:lnTo>
                  <a:pt x="288" y="642855"/>
                </a:lnTo>
                <a:lnTo>
                  <a:pt x="30922" y="642836"/>
                </a:lnTo>
                <a:lnTo>
                  <a:pt x="30977" y="734739"/>
                </a:lnTo>
                <a:lnTo>
                  <a:pt x="343" y="734757"/>
                </a:lnTo>
                <a:moveTo>
                  <a:pt x="270" y="612220"/>
                </a:moveTo>
                <a:lnTo>
                  <a:pt x="215" y="520317"/>
                </a:lnTo>
                <a:lnTo>
                  <a:pt x="30849" y="520298"/>
                </a:lnTo>
                <a:lnTo>
                  <a:pt x="30904" y="612202"/>
                </a:lnTo>
                <a:lnTo>
                  <a:pt x="270" y="612220"/>
                </a:lnTo>
                <a:moveTo>
                  <a:pt x="196" y="489683"/>
                </a:moveTo>
                <a:lnTo>
                  <a:pt x="141" y="397780"/>
                </a:lnTo>
                <a:lnTo>
                  <a:pt x="30775" y="397762"/>
                </a:lnTo>
                <a:lnTo>
                  <a:pt x="30830" y="489664"/>
                </a:lnTo>
                <a:lnTo>
                  <a:pt x="196" y="489683"/>
                </a:lnTo>
                <a:moveTo>
                  <a:pt x="123" y="367146"/>
                </a:moveTo>
                <a:lnTo>
                  <a:pt x="67" y="275243"/>
                </a:lnTo>
                <a:lnTo>
                  <a:pt x="30702" y="275224"/>
                </a:lnTo>
                <a:lnTo>
                  <a:pt x="30757" y="367128"/>
                </a:lnTo>
                <a:lnTo>
                  <a:pt x="123" y="367146"/>
                </a:lnTo>
                <a:moveTo>
                  <a:pt x="49" y="244608"/>
                </a:moveTo>
                <a:lnTo>
                  <a:pt x="0" y="160419"/>
                </a:lnTo>
                <a:lnTo>
                  <a:pt x="30634" y="160401"/>
                </a:lnTo>
                <a:lnTo>
                  <a:pt x="30683" y="244590"/>
                </a:lnTo>
                <a:lnTo>
                  <a:pt x="49" y="244608"/>
                </a:lnTo>
                <a:moveTo>
                  <a:pt x="0" y="160346"/>
                </a:moveTo>
                <a:lnTo>
                  <a:pt x="31" y="152632"/>
                </a:lnTo>
                <a:lnTo>
                  <a:pt x="30665" y="152760"/>
                </a:lnTo>
                <a:lnTo>
                  <a:pt x="30634" y="160475"/>
                </a:lnTo>
                <a:lnTo>
                  <a:pt x="0" y="160346"/>
                </a:lnTo>
                <a:moveTo>
                  <a:pt x="846" y="121201"/>
                </a:moveTo>
                <a:lnTo>
                  <a:pt x="1005" y="118340"/>
                </a:lnTo>
                <a:lnTo>
                  <a:pt x="1409" y="112930"/>
                </a:lnTo>
                <a:lnTo>
                  <a:pt x="1899" y="107642"/>
                </a:lnTo>
                <a:lnTo>
                  <a:pt x="2488" y="102490"/>
                </a:lnTo>
                <a:lnTo>
                  <a:pt x="3198" y="97448"/>
                </a:lnTo>
                <a:lnTo>
                  <a:pt x="4025" y="92527"/>
                </a:lnTo>
                <a:lnTo>
                  <a:pt x="4993" y="87718"/>
                </a:lnTo>
                <a:lnTo>
                  <a:pt x="6115" y="83012"/>
                </a:lnTo>
                <a:lnTo>
                  <a:pt x="7395" y="78417"/>
                </a:lnTo>
                <a:lnTo>
                  <a:pt x="8860" y="73926"/>
                </a:lnTo>
                <a:lnTo>
                  <a:pt x="10514" y="69540"/>
                </a:lnTo>
                <a:lnTo>
                  <a:pt x="12370" y="65263"/>
                </a:lnTo>
                <a:lnTo>
                  <a:pt x="14447" y="61103"/>
                </a:lnTo>
                <a:lnTo>
                  <a:pt x="16751" y="57072"/>
                </a:lnTo>
                <a:lnTo>
                  <a:pt x="19287" y="53175"/>
                </a:lnTo>
                <a:lnTo>
                  <a:pt x="22069" y="49425"/>
                </a:lnTo>
                <a:lnTo>
                  <a:pt x="25083" y="45834"/>
                </a:lnTo>
                <a:lnTo>
                  <a:pt x="28337" y="42416"/>
                </a:lnTo>
                <a:lnTo>
                  <a:pt x="31823" y="39169"/>
                </a:lnTo>
                <a:lnTo>
                  <a:pt x="35542" y="36105"/>
                </a:lnTo>
                <a:lnTo>
                  <a:pt x="39475" y="33219"/>
                </a:lnTo>
                <a:lnTo>
                  <a:pt x="43635" y="30518"/>
                </a:lnTo>
                <a:lnTo>
                  <a:pt x="45498" y="29433"/>
                </a:lnTo>
                <a:lnTo>
                  <a:pt x="60852" y="55944"/>
                </a:lnTo>
                <a:lnTo>
                  <a:pt x="59332" y="56827"/>
                </a:lnTo>
                <a:lnTo>
                  <a:pt x="60013" y="56404"/>
                </a:lnTo>
                <a:lnTo>
                  <a:pt x="56545" y="58664"/>
                </a:lnTo>
                <a:lnTo>
                  <a:pt x="57237" y="58187"/>
                </a:lnTo>
                <a:lnTo>
                  <a:pt x="53996" y="60558"/>
                </a:lnTo>
                <a:lnTo>
                  <a:pt x="54695" y="60018"/>
                </a:lnTo>
                <a:lnTo>
                  <a:pt x="51674" y="62512"/>
                </a:lnTo>
                <a:lnTo>
                  <a:pt x="52360" y="61911"/>
                </a:lnTo>
                <a:lnTo>
                  <a:pt x="49548" y="64527"/>
                </a:lnTo>
                <a:lnTo>
                  <a:pt x="50210" y="63866"/>
                </a:lnTo>
                <a:lnTo>
                  <a:pt x="47606" y="66611"/>
                </a:lnTo>
                <a:lnTo>
                  <a:pt x="48231" y="65906"/>
                </a:lnTo>
                <a:lnTo>
                  <a:pt x="45817" y="68780"/>
                </a:lnTo>
                <a:lnTo>
                  <a:pt x="46399" y="68045"/>
                </a:lnTo>
                <a:lnTo>
                  <a:pt x="44175" y="71041"/>
                </a:lnTo>
                <a:lnTo>
                  <a:pt x="44702" y="70287"/>
                </a:lnTo>
                <a:lnTo>
                  <a:pt x="42661" y="73418"/>
                </a:lnTo>
                <a:lnTo>
                  <a:pt x="43127" y="72658"/>
                </a:lnTo>
                <a:lnTo>
                  <a:pt x="41258" y="75930"/>
                </a:lnTo>
                <a:lnTo>
                  <a:pt x="41663" y="75170"/>
                </a:lnTo>
                <a:lnTo>
                  <a:pt x="39959" y="78582"/>
                </a:lnTo>
                <a:lnTo>
                  <a:pt x="40302" y="77848"/>
                </a:lnTo>
                <a:lnTo>
                  <a:pt x="38759" y="81401"/>
                </a:lnTo>
                <a:lnTo>
                  <a:pt x="39040" y="80696"/>
                </a:lnTo>
                <a:lnTo>
                  <a:pt x="37650" y="84397"/>
                </a:lnTo>
                <a:lnTo>
                  <a:pt x="37882" y="83736"/>
                </a:lnTo>
                <a:lnTo>
                  <a:pt x="36627" y="87583"/>
                </a:lnTo>
                <a:lnTo>
                  <a:pt x="36816" y="86964"/>
                </a:lnTo>
                <a:lnTo>
                  <a:pt x="35701" y="90965"/>
                </a:lnTo>
                <a:lnTo>
                  <a:pt x="35848" y="90389"/>
                </a:lnTo>
                <a:lnTo>
                  <a:pt x="34862" y="94549"/>
                </a:lnTo>
                <a:lnTo>
                  <a:pt x="34972" y="94022"/>
                </a:lnTo>
                <a:lnTo>
                  <a:pt x="34108" y="98336"/>
                </a:lnTo>
                <a:lnTo>
                  <a:pt x="34194" y="97864"/>
                </a:lnTo>
                <a:lnTo>
                  <a:pt x="33440" y="102337"/>
                </a:lnTo>
                <a:lnTo>
                  <a:pt x="33502" y="101914"/>
                </a:lnTo>
                <a:lnTo>
                  <a:pt x="32852" y="106552"/>
                </a:lnTo>
                <a:lnTo>
                  <a:pt x="32901" y="106172"/>
                </a:lnTo>
                <a:lnTo>
                  <a:pt x="32350" y="110976"/>
                </a:lnTo>
                <a:lnTo>
                  <a:pt x="32387" y="110644"/>
                </a:lnTo>
                <a:lnTo>
                  <a:pt x="31921" y="115614"/>
                </a:lnTo>
                <a:lnTo>
                  <a:pt x="31945" y="115326"/>
                </a:lnTo>
                <a:lnTo>
                  <a:pt x="31566" y="120466"/>
                </a:lnTo>
                <a:lnTo>
                  <a:pt x="31584" y="120215"/>
                </a:lnTo>
                <a:lnTo>
                  <a:pt x="31431" y="122947"/>
                </a:lnTo>
                <a:lnTo>
                  <a:pt x="846" y="121201"/>
                </a:lnTo>
                <a:moveTo>
                  <a:pt x="77223" y="16481"/>
                </a:moveTo>
                <a:lnTo>
                  <a:pt x="78853" y="16009"/>
                </a:lnTo>
                <a:lnTo>
                  <a:pt x="84820" y="14471"/>
                </a:lnTo>
                <a:lnTo>
                  <a:pt x="91045" y="13044"/>
                </a:lnTo>
                <a:lnTo>
                  <a:pt x="97540" y="11720"/>
                </a:lnTo>
                <a:lnTo>
                  <a:pt x="104310" y="10495"/>
                </a:lnTo>
                <a:lnTo>
                  <a:pt x="111368" y="9368"/>
                </a:lnTo>
                <a:lnTo>
                  <a:pt x="118720" y="8320"/>
                </a:lnTo>
                <a:lnTo>
                  <a:pt x="126385" y="7358"/>
                </a:lnTo>
                <a:lnTo>
                  <a:pt x="134362" y="6476"/>
                </a:lnTo>
                <a:lnTo>
                  <a:pt x="142670" y="5667"/>
                </a:lnTo>
                <a:lnTo>
                  <a:pt x="151309" y="4932"/>
                </a:lnTo>
                <a:lnTo>
                  <a:pt x="160291" y="4264"/>
                </a:lnTo>
                <a:lnTo>
                  <a:pt x="169634" y="3657"/>
                </a:lnTo>
                <a:lnTo>
                  <a:pt x="171522" y="3553"/>
                </a:lnTo>
                <a:lnTo>
                  <a:pt x="173243" y="34139"/>
                </a:lnTo>
                <a:lnTo>
                  <a:pt x="171417" y="34236"/>
                </a:lnTo>
                <a:lnTo>
                  <a:pt x="171552" y="34230"/>
                </a:lnTo>
                <a:lnTo>
                  <a:pt x="162350" y="34825"/>
                </a:lnTo>
                <a:lnTo>
                  <a:pt x="162497" y="34819"/>
                </a:lnTo>
                <a:lnTo>
                  <a:pt x="153668" y="35475"/>
                </a:lnTo>
                <a:lnTo>
                  <a:pt x="153827" y="35462"/>
                </a:lnTo>
                <a:lnTo>
                  <a:pt x="145360" y="36185"/>
                </a:lnTo>
                <a:lnTo>
                  <a:pt x="145544" y="36166"/>
                </a:lnTo>
                <a:lnTo>
                  <a:pt x="137432" y="36957"/>
                </a:lnTo>
                <a:lnTo>
                  <a:pt x="137628" y="36938"/>
                </a:lnTo>
                <a:lnTo>
                  <a:pt x="129865" y="37797"/>
                </a:lnTo>
                <a:lnTo>
                  <a:pt x="130086" y="37772"/>
                </a:lnTo>
                <a:lnTo>
                  <a:pt x="122660" y="38703"/>
                </a:lnTo>
                <a:lnTo>
                  <a:pt x="122905" y="38666"/>
                </a:lnTo>
                <a:lnTo>
                  <a:pt x="115810" y="39677"/>
                </a:lnTo>
                <a:lnTo>
                  <a:pt x="116086" y="39635"/>
                </a:lnTo>
                <a:lnTo>
                  <a:pt x="109309" y="40719"/>
                </a:lnTo>
                <a:lnTo>
                  <a:pt x="109616" y="40670"/>
                </a:lnTo>
                <a:lnTo>
                  <a:pt x="103158" y="41840"/>
                </a:lnTo>
                <a:lnTo>
                  <a:pt x="103489" y="41773"/>
                </a:lnTo>
                <a:lnTo>
                  <a:pt x="97343" y="43029"/>
                </a:lnTo>
                <a:lnTo>
                  <a:pt x="97711" y="42949"/>
                </a:lnTo>
                <a:lnTo>
                  <a:pt x="91866" y="44285"/>
                </a:lnTo>
                <a:lnTo>
                  <a:pt x="92264" y="44187"/>
                </a:lnTo>
                <a:lnTo>
                  <a:pt x="86720" y="45620"/>
                </a:lnTo>
                <a:lnTo>
                  <a:pt x="87155" y="45498"/>
                </a:lnTo>
                <a:lnTo>
                  <a:pt x="85739" y="45908"/>
                </a:lnTo>
                <a:lnTo>
                  <a:pt x="77223" y="16481"/>
                </a:lnTo>
                <a:moveTo>
                  <a:pt x="202438" y="2095"/>
                </a:moveTo>
                <a:lnTo>
                  <a:pt x="210709" y="1801"/>
                </a:lnTo>
                <a:lnTo>
                  <a:pt x="221964" y="1464"/>
                </a:lnTo>
                <a:lnTo>
                  <a:pt x="245657" y="919"/>
                </a:lnTo>
                <a:lnTo>
                  <a:pt x="271052" y="527"/>
                </a:lnTo>
                <a:lnTo>
                  <a:pt x="294714" y="294"/>
                </a:lnTo>
                <a:lnTo>
                  <a:pt x="295015" y="30928"/>
                </a:lnTo>
                <a:lnTo>
                  <a:pt x="271395" y="31155"/>
                </a:lnTo>
                <a:lnTo>
                  <a:pt x="271487" y="31155"/>
                </a:lnTo>
                <a:lnTo>
                  <a:pt x="246190" y="31547"/>
                </a:lnTo>
                <a:lnTo>
                  <a:pt x="246300" y="31547"/>
                </a:lnTo>
                <a:lnTo>
                  <a:pt x="222724" y="32086"/>
                </a:lnTo>
                <a:lnTo>
                  <a:pt x="222834" y="32086"/>
                </a:lnTo>
                <a:lnTo>
                  <a:pt x="211671" y="32423"/>
                </a:lnTo>
                <a:lnTo>
                  <a:pt x="211750" y="32417"/>
                </a:lnTo>
                <a:lnTo>
                  <a:pt x="203522" y="32711"/>
                </a:lnTo>
                <a:lnTo>
                  <a:pt x="202438" y="2095"/>
                </a:lnTo>
                <a:moveTo>
                  <a:pt x="325410" y="110"/>
                </a:moveTo>
                <a:lnTo>
                  <a:pt x="327187" y="98"/>
                </a:lnTo>
                <a:lnTo>
                  <a:pt x="358048" y="18"/>
                </a:lnTo>
                <a:lnTo>
                  <a:pt x="390857" y="0"/>
                </a:lnTo>
                <a:lnTo>
                  <a:pt x="417405" y="12"/>
                </a:lnTo>
                <a:lnTo>
                  <a:pt x="417393" y="30646"/>
                </a:lnTo>
                <a:lnTo>
                  <a:pt x="390851" y="30634"/>
                </a:lnTo>
                <a:lnTo>
                  <a:pt x="390869" y="30634"/>
                </a:lnTo>
                <a:lnTo>
                  <a:pt x="358085" y="30653"/>
                </a:lnTo>
                <a:lnTo>
                  <a:pt x="358109" y="30653"/>
                </a:lnTo>
                <a:lnTo>
                  <a:pt x="327291" y="30732"/>
                </a:lnTo>
                <a:lnTo>
                  <a:pt x="327334" y="30732"/>
                </a:lnTo>
                <a:lnTo>
                  <a:pt x="325582" y="30745"/>
                </a:lnTo>
                <a:lnTo>
                  <a:pt x="325410" y="110"/>
                </a:lnTo>
                <a:moveTo>
                  <a:pt x="448039" y="30"/>
                </a:moveTo>
                <a:lnTo>
                  <a:pt x="539942" y="73"/>
                </a:lnTo>
                <a:lnTo>
                  <a:pt x="539930" y="30707"/>
                </a:lnTo>
                <a:lnTo>
                  <a:pt x="448027" y="30664"/>
                </a:lnTo>
                <a:lnTo>
                  <a:pt x="448039" y="30"/>
                </a:lnTo>
                <a:moveTo>
                  <a:pt x="570576" y="92"/>
                </a:moveTo>
                <a:lnTo>
                  <a:pt x="662479" y="134"/>
                </a:lnTo>
                <a:lnTo>
                  <a:pt x="662467" y="30769"/>
                </a:lnTo>
                <a:lnTo>
                  <a:pt x="570564" y="30726"/>
                </a:lnTo>
                <a:lnTo>
                  <a:pt x="570576" y="92"/>
                </a:lnTo>
                <a:moveTo>
                  <a:pt x="693113" y="153"/>
                </a:moveTo>
                <a:lnTo>
                  <a:pt x="785016" y="195"/>
                </a:lnTo>
                <a:lnTo>
                  <a:pt x="785004" y="30830"/>
                </a:lnTo>
                <a:lnTo>
                  <a:pt x="693101" y="30788"/>
                </a:lnTo>
                <a:lnTo>
                  <a:pt x="693113" y="153"/>
                </a:lnTo>
                <a:moveTo>
                  <a:pt x="815651" y="214"/>
                </a:moveTo>
                <a:lnTo>
                  <a:pt x="907554" y="257"/>
                </a:lnTo>
                <a:lnTo>
                  <a:pt x="907541" y="30891"/>
                </a:lnTo>
                <a:lnTo>
                  <a:pt x="815638" y="30848"/>
                </a:lnTo>
                <a:lnTo>
                  <a:pt x="815651" y="214"/>
                </a:lnTo>
                <a:moveTo>
                  <a:pt x="938188" y="276"/>
                </a:moveTo>
                <a:lnTo>
                  <a:pt x="1030091" y="319"/>
                </a:lnTo>
                <a:lnTo>
                  <a:pt x="1030079" y="30953"/>
                </a:lnTo>
                <a:lnTo>
                  <a:pt x="938176" y="30910"/>
                </a:lnTo>
                <a:lnTo>
                  <a:pt x="938188" y="276"/>
                </a:lnTo>
                <a:moveTo>
                  <a:pt x="1060725" y="330"/>
                </a:moveTo>
                <a:lnTo>
                  <a:pt x="1152628" y="380"/>
                </a:lnTo>
                <a:lnTo>
                  <a:pt x="1152615" y="31014"/>
                </a:lnTo>
                <a:lnTo>
                  <a:pt x="1060713" y="30965"/>
                </a:lnTo>
                <a:lnTo>
                  <a:pt x="1060725" y="330"/>
                </a:lnTo>
                <a:moveTo>
                  <a:pt x="1183262" y="392"/>
                </a:moveTo>
                <a:lnTo>
                  <a:pt x="1275165" y="441"/>
                </a:lnTo>
                <a:lnTo>
                  <a:pt x="1275153" y="31075"/>
                </a:lnTo>
                <a:lnTo>
                  <a:pt x="1183250" y="31026"/>
                </a:lnTo>
                <a:lnTo>
                  <a:pt x="1183262" y="392"/>
                </a:lnTo>
                <a:moveTo>
                  <a:pt x="1305800" y="453"/>
                </a:moveTo>
                <a:lnTo>
                  <a:pt x="1397703" y="502"/>
                </a:lnTo>
                <a:lnTo>
                  <a:pt x="1397690" y="31136"/>
                </a:lnTo>
                <a:lnTo>
                  <a:pt x="1305787" y="31088"/>
                </a:lnTo>
                <a:lnTo>
                  <a:pt x="1305800" y="453"/>
                </a:lnTo>
                <a:moveTo>
                  <a:pt x="1428337" y="515"/>
                </a:moveTo>
                <a:lnTo>
                  <a:pt x="1520239" y="563"/>
                </a:lnTo>
                <a:lnTo>
                  <a:pt x="1520227" y="31198"/>
                </a:lnTo>
                <a:lnTo>
                  <a:pt x="1428324" y="31149"/>
                </a:lnTo>
                <a:lnTo>
                  <a:pt x="1428337" y="515"/>
                </a:lnTo>
                <a:moveTo>
                  <a:pt x="1550874" y="576"/>
                </a:moveTo>
                <a:lnTo>
                  <a:pt x="1642777" y="624"/>
                </a:lnTo>
                <a:lnTo>
                  <a:pt x="1642765" y="31259"/>
                </a:lnTo>
                <a:lnTo>
                  <a:pt x="1550861" y="31210"/>
                </a:lnTo>
                <a:lnTo>
                  <a:pt x="1550874" y="576"/>
                </a:lnTo>
                <a:moveTo>
                  <a:pt x="1673412" y="637"/>
                </a:moveTo>
                <a:lnTo>
                  <a:pt x="1765314" y="686"/>
                </a:lnTo>
                <a:lnTo>
                  <a:pt x="1765302" y="31320"/>
                </a:lnTo>
                <a:lnTo>
                  <a:pt x="1673399" y="31271"/>
                </a:lnTo>
                <a:lnTo>
                  <a:pt x="1673412" y="637"/>
                </a:lnTo>
                <a:moveTo>
                  <a:pt x="1795948" y="698"/>
                </a:moveTo>
                <a:lnTo>
                  <a:pt x="1887851" y="747"/>
                </a:lnTo>
                <a:lnTo>
                  <a:pt x="1887839" y="31382"/>
                </a:lnTo>
                <a:lnTo>
                  <a:pt x="1795936" y="31332"/>
                </a:lnTo>
                <a:lnTo>
                  <a:pt x="1795948" y="698"/>
                </a:lnTo>
                <a:moveTo>
                  <a:pt x="1918486" y="759"/>
                </a:moveTo>
                <a:lnTo>
                  <a:pt x="2010389" y="808"/>
                </a:lnTo>
                <a:lnTo>
                  <a:pt x="2010376" y="31443"/>
                </a:lnTo>
                <a:lnTo>
                  <a:pt x="1918473" y="31393"/>
                </a:lnTo>
                <a:lnTo>
                  <a:pt x="1918486" y="759"/>
                </a:lnTo>
                <a:moveTo>
                  <a:pt x="2041023" y="821"/>
                </a:moveTo>
                <a:lnTo>
                  <a:pt x="2132926" y="870"/>
                </a:lnTo>
                <a:lnTo>
                  <a:pt x="2132914" y="31504"/>
                </a:lnTo>
                <a:lnTo>
                  <a:pt x="2041011" y="31455"/>
                </a:lnTo>
                <a:lnTo>
                  <a:pt x="2041023" y="821"/>
                </a:lnTo>
                <a:moveTo>
                  <a:pt x="2163560" y="882"/>
                </a:moveTo>
                <a:lnTo>
                  <a:pt x="2255463" y="931"/>
                </a:lnTo>
                <a:lnTo>
                  <a:pt x="2255450" y="31566"/>
                </a:lnTo>
                <a:lnTo>
                  <a:pt x="2163548" y="31517"/>
                </a:lnTo>
                <a:lnTo>
                  <a:pt x="2163560" y="882"/>
                </a:lnTo>
                <a:moveTo>
                  <a:pt x="2286097" y="943"/>
                </a:moveTo>
                <a:lnTo>
                  <a:pt x="2378000" y="992"/>
                </a:lnTo>
                <a:lnTo>
                  <a:pt x="2377988" y="31627"/>
                </a:lnTo>
                <a:lnTo>
                  <a:pt x="2286085" y="31578"/>
                </a:lnTo>
                <a:lnTo>
                  <a:pt x="2286097" y="943"/>
                </a:lnTo>
                <a:moveTo>
                  <a:pt x="2408634" y="1005"/>
                </a:moveTo>
                <a:lnTo>
                  <a:pt x="2500538" y="1053"/>
                </a:lnTo>
                <a:lnTo>
                  <a:pt x="2500525" y="31688"/>
                </a:lnTo>
                <a:lnTo>
                  <a:pt x="2408622" y="31639"/>
                </a:lnTo>
                <a:lnTo>
                  <a:pt x="2408634" y="1005"/>
                </a:lnTo>
                <a:moveTo>
                  <a:pt x="2531172" y="1066"/>
                </a:moveTo>
                <a:lnTo>
                  <a:pt x="2623074" y="1115"/>
                </a:lnTo>
                <a:lnTo>
                  <a:pt x="2623062" y="31749"/>
                </a:lnTo>
                <a:lnTo>
                  <a:pt x="2531159" y="31700"/>
                </a:lnTo>
                <a:lnTo>
                  <a:pt x="2531172" y="1066"/>
                </a:lnTo>
                <a:moveTo>
                  <a:pt x="2653709" y="1127"/>
                </a:moveTo>
                <a:lnTo>
                  <a:pt x="2745612" y="1176"/>
                </a:lnTo>
                <a:lnTo>
                  <a:pt x="2745600" y="31810"/>
                </a:lnTo>
                <a:lnTo>
                  <a:pt x="2653696" y="31761"/>
                </a:lnTo>
                <a:lnTo>
                  <a:pt x="2653709" y="1127"/>
                </a:lnTo>
                <a:moveTo>
                  <a:pt x="2776247" y="1188"/>
                </a:moveTo>
                <a:lnTo>
                  <a:pt x="2868149" y="1237"/>
                </a:lnTo>
                <a:lnTo>
                  <a:pt x="2868136" y="31871"/>
                </a:lnTo>
                <a:lnTo>
                  <a:pt x="2776234" y="31822"/>
                </a:lnTo>
                <a:lnTo>
                  <a:pt x="2776247" y="1188"/>
                </a:lnTo>
                <a:moveTo>
                  <a:pt x="2898783" y="1250"/>
                </a:moveTo>
                <a:lnTo>
                  <a:pt x="2990686" y="1293"/>
                </a:lnTo>
                <a:lnTo>
                  <a:pt x="2990674" y="31927"/>
                </a:lnTo>
                <a:lnTo>
                  <a:pt x="2898771" y="31884"/>
                </a:lnTo>
                <a:lnTo>
                  <a:pt x="2898783" y="1250"/>
                </a:lnTo>
                <a:moveTo>
                  <a:pt x="3021320" y="1311"/>
                </a:moveTo>
                <a:lnTo>
                  <a:pt x="3113224" y="1353"/>
                </a:lnTo>
                <a:lnTo>
                  <a:pt x="3113211" y="31988"/>
                </a:lnTo>
                <a:lnTo>
                  <a:pt x="3021308" y="31945"/>
                </a:lnTo>
                <a:lnTo>
                  <a:pt x="3021320" y="1311"/>
                </a:lnTo>
                <a:moveTo>
                  <a:pt x="3143858" y="1372"/>
                </a:moveTo>
                <a:lnTo>
                  <a:pt x="3235760" y="1415"/>
                </a:lnTo>
                <a:lnTo>
                  <a:pt x="3235749" y="32049"/>
                </a:lnTo>
                <a:lnTo>
                  <a:pt x="3143846" y="32006"/>
                </a:lnTo>
                <a:lnTo>
                  <a:pt x="3143858" y="1372"/>
                </a:lnTo>
                <a:moveTo>
                  <a:pt x="3266395" y="1434"/>
                </a:moveTo>
                <a:lnTo>
                  <a:pt x="3358298" y="1477"/>
                </a:lnTo>
                <a:lnTo>
                  <a:pt x="3358285" y="32111"/>
                </a:lnTo>
                <a:lnTo>
                  <a:pt x="3266383" y="32068"/>
                </a:lnTo>
                <a:lnTo>
                  <a:pt x="3266395" y="1434"/>
                </a:lnTo>
                <a:moveTo>
                  <a:pt x="3388932" y="1495"/>
                </a:moveTo>
                <a:lnTo>
                  <a:pt x="3480835" y="1537"/>
                </a:lnTo>
                <a:lnTo>
                  <a:pt x="3480823" y="32172"/>
                </a:lnTo>
                <a:lnTo>
                  <a:pt x="3388920" y="32129"/>
                </a:lnTo>
                <a:lnTo>
                  <a:pt x="3388932" y="1495"/>
                </a:lnTo>
                <a:moveTo>
                  <a:pt x="3511469" y="1556"/>
                </a:moveTo>
                <a:lnTo>
                  <a:pt x="3521389" y="1562"/>
                </a:lnTo>
                <a:lnTo>
                  <a:pt x="3521371" y="32196"/>
                </a:lnTo>
                <a:lnTo>
                  <a:pt x="3511457" y="32190"/>
                </a:lnTo>
                <a:lnTo>
                  <a:pt x="3511469" y="1556"/>
                </a:lnTo>
                <a:moveTo>
                  <a:pt x="3521382" y="1562"/>
                </a:moveTo>
                <a:lnTo>
                  <a:pt x="3585427" y="1574"/>
                </a:lnTo>
                <a:lnTo>
                  <a:pt x="3603397" y="1612"/>
                </a:lnTo>
                <a:lnTo>
                  <a:pt x="3603336" y="32246"/>
                </a:lnTo>
                <a:lnTo>
                  <a:pt x="3585378" y="32208"/>
                </a:lnTo>
                <a:lnTo>
                  <a:pt x="3585402" y="32208"/>
                </a:lnTo>
                <a:lnTo>
                  <a:pt x="3521377" y="32196"/>
                </a:lnTo>
                <a:lnTo>
                  <a:pt x="3521382" y="1562"/>
                </a:lnTo>
                <a:moveTo>
                  <a:pt x="3634074" y="1728"/>
                </a:moveTo>
                <a:lnTo>
                  <a:pt x="3642695" y="1764"/>
                </a:lnTo>
                <a:lnTo>
                  <a:pt x="3668911" y="1991"/>
                </a:lnTo>
                <a:lnTo>
                  <a:pt x="3693584" y="2334"/>
                </a:lnTo>
                <a:lnTo>
                  <a:pt x="3716762" y="2830"/>
                </a:lnTo>
                <a:lnTo>
                  <a:pt x="3726363" y="3124"/>
                </a:lnTo>
                <a:lnTo>
                  <a:pt x="3725419" y="33747"/>
                </a:lnTo>
                <a:lnTo>
                  <a:pt x="3715893" y="33453"/>
                </a:lnTo>
                <a:lnTo>
                  <a:pt x="3716039" y="33458"/>
                </a:lnTo>
                <a:lnTo>
                  <a:pt x="3692984" y="32962"/>
                </a:lnTo>
                <a:lnTo>
                  <a:pt x="3693100" y="32968"/>
                </a:lnTo>
                <a:lnTo>
                  <a:pt x="3668526" y="32619"/>
                </a:lnTo>
                <a:lnTo>
                  <a:pt x="3668605" y="32625"/>
                </a:lnTo>
                <a:lnTo>
                  <a:pt x="3642462" y="32399"/>
                </a:lnTo>
                <a:lnTo>
                  <a:pt x="3642523" y="32399"/>
                </a:lnTo>
                <a:lnTo>
                  <a:pt x="3633927" y="32362"/>
                </a:lnTo>
                <a:lnTo>
                  <a:pt x="3634074" y="1728"/>
                </a:lnTo>
                <a:moveTo>
                  <a:pt x="3757212" y="4301"/>
                </a:moveTo>
                <a:lnTo>
                  <a:pt x="3758848" y="4374"/>
                </a:lnTo>
                <a:lnTo>
                  <a:pt x="3768522" y="4901"/>
                </a:lnTo>
                <a:lnTo>
                  <a:pt x="3777866" y="5483"/>
                </a:lnTo>
                <a:lnTo>
                  <a:pt x="3786896" y="6133"/>
                </a:lnTo>
                <a:lnTo>
                  <a:pt x="3795609" y="6850"/>
                </a:lnTo>
                <a:lnTo>
                  <a:pt x="3804021" y="7640"/>
                </a:lnTo>
                <a:lnTo>
                  <a:pt x="3812139" y="8510"/>
                </a:lnTo>
                <a:lnTo>
                  <a:pt x="3819963" y="9460"/>
                </a:lnTo>
                <a:lnTo>
                  <a:pt x="3827505" y="10495"/>
                </a:lnTo>
                <a:lnTo>
                  <a:pt x="3834778" y="11617"/>
                </a:lnTo>
                <a:lnTo>
                  <a:pt x="3841781" y="12842"/>
                </a:lnTo>
                <a:lnTo>
                  <a:pt x="3848521" y="14165"/>
                </a:lnTo>
                <a:lnTo>
                  <a:pt x="3851044" y="14722"/>
                </a:lnTo>
                <a:lnTo>
                  <a:pt x="3844458" y="44640"/>
                </a:lnTo>
                <a:lnTo>
                  <a:pt x="3842105" y="44119"/>
                </a:lnTo>
                <a:lnTo>
                  <a:pt x="3842448" y="44193"/>
                </a:lnTo>
                <a:lnTo>
                  <a:pt x="3836040" y="42931"/>
                </a:lnTo>
                <a:lnTo>
                  <a:pt x="3836352" y="42992"/>
                </a:lnTo>
                <a:lnTo>
                  <a:pt x="3829650" y="41822"/>
                </a:lnTo>
                <a:lnTo>
                  <a:pt x="3829937" y="41871"/>
                </a:lnTo>
                <a:lnTo>
                  <a:pt x="3822947" y="40786"/>
                </a:lnTo>
                <a:lnTo>
                  <a:pt x="3823211" y="40823"/>
                </a:lnTo>
                <a:lnTo>
                  <a:pt x="3815913" y="39824"/>
                </a:lnTo>
                <a:lnTo>
                  <a:pt x="3816152" y="39855"/>
                </a:lnTo>
                <a:lnTo>
                  <a:pt x="3808554" y="38930"/>
                </a:lnTo>
                <a:lnTo>
                  <a:pt x="3808770" y="38955"/>
                </a:lnTo>
                <a:lnTo>
                  <a:pt x="3800860" y="38109"/>
                </a:lnTo>
                <a:lnTo>
                  <a:pt x="3801055" y="38127"/>
                </a:lnTo>
                <a:lnTo>
                  <a:pt x="3792833" y="37355"/>
                </a:lnTo>
                <a:lnTo>
                  <a:pt x="3793011" y="37373"/>
                </a:lnTo>
                <a:lnTo>
                  <a:pt x="3784458" y="36669"/>
                </a:lnTo>
                <a:lnTo>
                  <a:pt x="3784618" y="36681"/>
                </a:lnTo>
                <a:lnTo>
                  <a:pt x="3775745" y="36044"/>
                </a:lnTo>
                <a:lnTo>
                  <a:pt x="3775887" y="36050"/>
                </a:lnTo>
                <a:lnTo>
                  <a:pt x="3766678" y="35475"/>
                </a:lnTo>
                <a:lnTo>
                  <a:pt x="3766806" y="35486"/>
                </a:lnTo>
                <a:lnTo>
                  <a:pt x="3757255" y="34972"/>
                </a:lnTo>
                <a:lnTo>
                  <a:pt x="3757371" y="34972"/>
                </a:lnTo>
                <a:lnTo>
                  <a:pt x="3755790" y="34905"/>
                </a:lnTo>
                <a:lnTo>
                  <a:pt x="3757212" y="4301"/>
                </a:lnTo>
                <a:moveTo>
                  <a:pt x="3882622" y="24060"/>
                </a:moveTo>
                <a:lnTo>
                  <a:pt x="3883977" y="24581"/>
                </a:lnTo>
                <a:lnTo>
                  <a:pt x="3889111" y="26798"/>
                </a:lnTo>
                <a:lnTo>
                  <a:pt x="3894031" y="29176"/>
                </a:lnTo>
                <a:lnTo>
                  <a:pt x="3898748" y="31719"/>
                </a:lnTo>
                <a:lnTo>
                  <a:pt x="3903258" y="34433"/>
                </a:lnTo>
                <a:lnTo>
                  <a:pt x="3907552" y="37330"/>
                </a:lnTo>
                <a:lnTo>
                  <a:pt x="3911639" y="40413"/>
                </a:lnTo>
                <a:lnTo>
                  <a:pt x="3915505" y="43678"/>
                </a:lnTo>
                <a:lnTo>
                  <a:pt x="3919151" y="47127"/>
                </a:lnTo>
                <a:lnTo>
                  <a:pt x="3922564" y="50761"/>
                </a:lnTo>
                <a:lnTo>
                  <a:pt x="3925750" y="54572"/>
                </a:lnTo>
                <a:lnTo>
                  <a:pt x="3928702" y="58554"/>
                </a:lnTo>
                <a:lnTo>
                  <a:pt x="3931417" y="62696"/>
                </a:lnTo>
                <a:lnTo>
                  <a:pt x="3933904" y="66991"/>
                </a:lnTo>
                <a:lnTo>
                  <a:pt x="3936165" y="71427"/>
                </a:lnTo>
                <a:lnTo>
                  <a:pt x="3938205" y="76004"/>
                </a:lnTo>
                <a:lnTo>
                  <a:pt x="3940037" y="80715"/>
                </a:lnTo>
                <a:lnTo>
                  <a:pt x="3941667" y="85561"/>
                </a:lnTo>
                <a:lnTo>
                  <a:pt x="3943113" y="90531"/>
                </a:lnTo>
                <a:lnTo>
                  <a:pt x="3944381" y="95628"/>
                </a:lnTo>
                <a:lnTo>
                  <a:pt x="3945490" y="100860"/>
                </a:lnTo>
                <a:lnTo>
                  <a:pt x="3946072" y="104175"/>
                </a:lnTo>
                <a:lnTo>
                  <a:pt x="3915910" y="109505"/>
                </a:lnTo>
                <a:lnTo>
                  <a:pt x="3915364" y="106442"/>
                </a:lnTo>
                <a:lnTo>
                  <a:pt x="3915462" y="106938"/>
                </a:lnTo>
                <a:lnTo>
                  <a:pt x="3914464" y="102221"/>
                </a:lnTo>
                <a:lnTo>
                  <a:pt x="3914592" y="102759"/>
                </a:lnTo>
                <a:lnTo>
                  <a:pt x="3913459" y="98220"/>
                </a:lnTo>
                <a:lnTo>
                  <a:pt x="3913618" y="98795"/>
                </a:lnTo>
                <a:lnTo>
                  <a:pt x="3912343" y="94427"/>
                </a:lnTo>
                <a:lnTo>
                  <a:pt x="3912540" y="95045"/>
                </a:lnTo>
                <a:lnTo>
                  <a:pt x="3911118" y="90843"/>
                </a:lnTo>
                <a:lnTo>
                  <a:pt x="3911357" y="91498"/>
                </a:lnTo>
                <a:lnTo>
                  <a:pt x="3909789" y="87455"/>
                </a:lnTo>
                <a:lnTo>
                  <a:pt x="3910077" y="88141"/>
                </a:lnTo>
                <a:lnTo>
                  <a:pt x="3908343" y="84262"/>
                </a:lnTo>
                <a:lnTo>
                  <a:pt x="3908686" y="84973"/>
                </a:lnTo>
                <a:lnTo>
                  <a:pt x="3906787" y="81254"/>
                </a:lnTo>
                <a:lnTo>
                  <a:pt x="3907185" y="81977"/>
                </a:lnTo>
                <a:lnTo>
                  <a:pt x="3905120" y="78411"/>
                </a:lnTo>
                <a:lnTo>
                  <a:pt x="3905567" y="79141"/>
                </a:lnTo>
                <a:lnTo>
                  <a:pt x="3903325" y="75722"/>
                </a:lnTo>
                <a:lnTo>
                  <a:pt x="3903828" y="76438"/>
                </a:lnTo>
                <a:lnTo>
                  <a:pt x="3901408" y="73173"/>
                </a:lnTo>
                <a:lnTo>
                  <a:pt x="3901959" y="73871"/>
                </a:lnTo>
                <a:lnTo>
                  <a:pt x="3899343" y="70747"/>
                </a:lnTo>
                <a:lnTo>
                  <a:pt x="3899937" y="71421"/>
                </a:lnTo>
                <a:lnTo>
                  <a:pt x="3897137" y="68437"/>
                </a:lnTo>
                <a:lnTo>
                  <a:pt x="3897762" y="69061"/>
                </a:lnTo>
                <a:lnTo>
                  <a:pt x="3894760" y="66219"/>
                </a:lnTo>
                <a:lnTo>
                  <a:pt x="3895410" y="66801"/>
                </a:lnTo>
                <a:lnTo>
                  <a:pt x="3892199" y="64087"/>
                </a:lnTo>
                <a:lnTo>
                  <a:pt x="3892860" y="64613"/>
                </a:lnTo>
                <a:lnTo>
                  <a:pt x="3889436" y="62035"/>
                </a:lnTo>
                <a:lnTo>
                  <a:pt x="3890097" y="62506"/>
                </a:lnTo>
                <a:lnTo>
                  <a:pt x="3886458" y="60056"/>
                </a:lnTo>
                <a:lnTo>
                  <a:pt x="3887114" y="60472"/>
                </a:lnTo>
                <a:lnTo>
                  <a:pt x="3883253" y="58144"/>
                </a:lnTo>
                <a:lnTo>
                  <a:pt x="3883891" y="58512"/>
                </a:lnTo>
                <a:lnTo>
                  <a:pt x="3879798" y="56306"/>
                </a:lnTo>
                <a:lnTo>
                  <a:pt x="3880411" y="56618"/>
                </a:lnTo>
                <a:lnTo>
                  <a:pt x="3876085" y="54529"/>
                </a:lnTo>
                <a:lnTo>
                  <a:pt x="3876667" y="54798"/>
                </a:lnTo>
                <a:lnTo>
                  <a:pt x="3872103" y="52826"/>
                </a:lnTo>
                <a:lnTo>
                  <a:pt x="3872654" y="53046"/>
                </a:lnTo>
                <a:lnTo>
                  <a:pt x="3871576" y="52629"/>
                </a:lnTo>
                <a:lnTo>
                  <a:pt x="3882622" y="24060"/>
                </a:lnTo>
                <a:moveTo>
                  <a:pt x="3949258" y="136770"/>
                </a:moveTo>
                <a:lnTo>
                  <a:pt x="3949424" y="141500"/>
                </a:lnTo>
                <a:lnTo>
                  <a:pt x="3949552" y="147939"/>
                </a:lnTo>
                <a:lnTo>
                  <a:pt x="3949589" y="154507"/>
                </a:lnTo>
                <a:lnTo>
                  <a:pt x="3949632" y="229199"/>
                </a:lnTo>
                <a:lnTo>
                  <a:pt x="3918998" y="229217"/>
                </a:lnTo>
                <a:lnTo>
                  <a:pt x="3918955" y="154568"/>
                </a:lnTo>
                <a:lnTo>
                  <a:pt x="3918955" y="154654"/>
                </a:lnTo>
                <a:lnTo>
                  <a:pt x="3918917" y="148233"/>
                </a:lnTo>
                <a:lnTo>
                  <a:pt x="3918917" y="148435"/>
                </a:lnTo>
                <a:lnTo>
                  <a:pt x="3918795" y="142216"/>
                </a:lnTo>
                <a:lnTo>
                  <a:pt x="3918801" y="142449"/>
                </a:lnTo>
                <a:lnTo>
                  <a:pt x="3918642" y="137842"/>
                </a:lnTo>
                <a:lnTo>
                  <a:pt x="3949258" y="136770"/>
                </a:lnTo>
                <a:moveTo>
                  <a:pt x="3949650" y="259834"/>
                </a:moveTo>
                <a:lnTo>
                  <a:pt x="3949705" y="351737"/>
                </a:lnTo>
                <a:lnTo>
                  <a:pt x="3919071" y="351755"/>
                </a:lnTo>
                <a:lnTo>
                  <a:pt x="3919016" y="259852"/>
                </a:lnTo>
                <a:lnTo>
                  <a:pt x="3949650" y="259834"/>
                </a:lnTo>
                <a:moveTo>
                  <a:pt x="3949724" y="382371"/>
                </a:moveTo>
                <a:lnTo>
                  <a:pt x="3949778" y="474274"/>
                </a:lnTo>
                <a:lnTo>
                  <a:pt x="3919144" y="474292"/>
                </a:lnTo>
                <a:lnTo>
                  <a:pt x="3919090" y="382389"/>
                </a:lnTo>
                <a:lnTo>
                  <a:pt x="3949724" y="382371"/>
                </a:lnTo>
                <a:moveTo>
                  <a:pt x="3949797" y="504908"/>
                </a:moveTo>
                <a:lnTo>
                  <a:pt x="3949853" y="596811"/>
                </a:lnTo>
                <a:lnTo>
                  <a:pt x="3919218" y="596830"/>
                </a:lnTo>
                <a:lnTo>
                  <a:pt x="3919163" y="504926"/>
                </a:lnTo>
                <a:lnTo>
                  <a:pt x="3949797" y="504908"/>
                </a:lnTo>
                <a:moveTo>
                  <a:pt x="3949871" y="627445"/>
                </a:moveTo>
                <a:lnTo>
                  <a:pt x="3949926" y="719348"/>
                </a:lnTo>
                <a:lnTo>
                  <a:pt x="3919292" y="719367"/>
                </a:lnTo>
                <a:lnTo>
                  <a:pt x="3919236" y="627464"/>
                </a:lnTo>
                <a:lnTo>
                  <a:pt x="3949871" y="627445"/>
                </a:lnTo>
                <a:moveTo>
                  <a:pt x="3949945" y="749983"/>
                </a:moveTo>
                <a:lnTo>
                  <a:pt x="3949999" y="841886"/>
                </a:lnTo>
                <a:lnTo>
                  <a:pt x="3919365" y="841904"/>
                </a:lnTo>
                <a:lnTo>
                  <a:pt x="3919310" y="750001"/>
                </a:lnTo>
                <a:lnTo>
                  <a:pt x="3949945" y="749983"/>
                </a:lnTo>
                <a:moveTo>
                  <a:pt x="3950018" y="872520"/>
                </a:moveTo>
                <a:lnTo>
                  <a:pt x="3950073" y="964423"/>
                </a:lnTo>
                <a:lnTo>
                  <a:pt x="3919438" y="964441"/>
                </a:lnTo>
                <a:lnTo>
                  <a:pt x="3919384" y="872539"/>
                </a:lnTo>
                <a:lnTo>
                  <a:pt x="3950018" y="872520"/>
                </a:lnTo>
                <a:moveTo>
                  <a:pt x="3950091" y="995057"/>
                </a:moveTo>
                <a:lnTo>
                  <a:pt x="3950146" y="1086960"/>
                </a:lnTo>
                <a:lnTo>
                  <a:pt x="3919512" y="1086972"/>
                </a:lnTo>
                <a:lnTo>
                  <a:pt x="3919457" y="995075"/>
                </a:lnTo>
                <a:lnTo>
                  <a:pt x="3950091" y="995057"/>
                </a:lnTo>
                <a:moveTo>
                  <a:pt x="3950165" y="1117595"/>
                </a:moveTo>
                <a:lnTo>
                  <a:pt x="3950220" y="1209497"/>
                </a:lnTo>
                <a:lnTo>
                  <a:pt x="3919586" y="1209510"/>
                </a:lnTo>
                <a:lnTo>
                  <a:pt x="3919531" y="1117607"/>
                </a:lnTo>
                <a:lnTo>
                  <a:pt x="3950165" y="1117595"/>
                </a:lnTo>
                <a:moveTo>
                  <a:pt x="3950238" y="1240131"/>
                </a:moveTo>
                <a:lnTo>
                  <a:pt x="3950293" y="1332034"/>
                </a:lnTo>
                <a:lnTo>
                  <a:pt x="3919659" y="1332047"/>
                </a:lnTo>
                <a:lnTo>
                  <a:pt x="3919604" y="1240144"/>
                </a:lnTo>
                <a:lnTo>
                  <a:pt x="3950238" y="1240131"/>
                </a:lnTo>
                <a:moveTo>
                  <a:pt x="3950312" y="1362669"/>
                </a:moveTo>
                <a:lnTo>
                  <a:pt x="3950367" y="1454572"/>
                </a:lnTo>
                <a:lnTo>
                  <a:pt x="3919733" y="1454584"/>
                </a:lnTo>
                <a:lnTo>
                  <a:pt x="3919678" y="1362681"/>
                </a:lnTo>
                <a:lnTo>
                  <a:pt x="3950312" y="1362669"/>
                </a:lnTo>
                <a:moveTo>
                  <a:pt x="3950385" y="1485206"/>
                </a:moveTo>
                <a:lnTo>
                  <a:pt x="3950441" y="1577109"/>
                </a:lnTo>
                <a:lnTo>
                  <a:pt x="3919806" y="1577121"/>
                </a:lnTo>
                <a:lnTo>
                  <a:pt x="3919751" y="1485219"/>
                </a:lnTo>
                <a:lnTo>
                  <a:pt x="3950385" y="1485206"/>
                </a:lnTo>
                <a:moveTo>
                  <a:pt x="3950459" y="1607743"/>
                </a:moveTo>
                <a:lnTo>
                  <a:pt x="3950508" y="1699640"/>
                </a:lnTo>
                <a:lnTo>
                  <a:pt x="3919873" y="1699658"/>
                </a:lnTo>
                <a:lnTo>
                  <a:pt x="3919824" y="1607755"/>
                </a:lnTo>
                <a:lnTo>
                  <a:pt x="3950459" y="1607743"/>
                </a:lnTo>
                <a:moveTo>
                  <a:pt x="3950526" y="1730274"/>
                </a:moveTo>
                <a:lnTo>
                  <a:pt x="3950582" y="1822177"/>
                </a:lnTo>
                <a:lnTo>
                  <a:pt x="3919948" y="1822196"/>
                </a:lnTo>
                <a:lnTo>
                  <a:pt x="3919892" y="1730293"/>
                </a:lnTo>
                <a:lnTo>
                  <a:pt x="3950526" y="1730274"/>
                </a:lnTo>
                <a:moveTo>
                  <a:pt x="3950593" y="1852854"/>
                </a:moveTo>
                <a:lnTo>
                  <a:pt x="3950575" y="1861254"/>
                </a:lnTo>
                <a:lnTo>
                  <a:pt x="3950453" y="1873305"/>
                </a:lnTo>
                <a:lnTo>
                  <a:pt x="3950171" y="1884665"/>
                </a:lnTo>
                <a:lnTo>
                  <a:pt x="3949945" y="1890179"/>
                </a:lnTo>
                <a:lnTo>
                  <a:pt x="3949650" y="1895516"/>
                </a:lnTo>
                <a:lnTo>
                  <a:pt x="3949276" y="1900718"/>
                </a:lnTo>
                <a:lnTo>
                  <a:pt x="3948817" y="1905791"/>
                </a:lnTo>
                <a:lnTo>
                  <a:pt x="3948253" y="1910741"/>
                </a:lnTo>
                <a:lnTo>
                  <a:pt x="3947579" y="1915575"/>
                </a:lnTo>
                <a:lnTo>
                  <a:pt x="3946783" y="1920293"/>
                </a:lnTo>
                <a:lnTo>
                  <a:pt x="3945845" y="1924912"/>
                </a:lnTo>
                <a:lnTo>
                  <a:pt x="3944754" y="1929428"/>
                </a:lnTo>
                <a:lnTo>
                  <a:pt x="3943499" y="1933839"/>
                </a:lnTo>
                <a:lnTo>
                  <a:pt x="3942059" y="1938153"/>
                </a:lnTo>
                <a:lnTo>
                  <a:pt x="3940417" y="1942362"/>
                </a:lnTo>
                <a:lnTo>
                  <a:pt x="3938560" y="1946467"/>
                </a:lnTo>
                <a:lnTo>
                  <a:pt x="3936477" y="1950450"/>
                </a:lnTo>
                <a:lnTo>
                  <a:pt x="3936214" y="1950896"/>
                </a:lnTo>
                <a:lnTo>
                  <a:pt x="3909954" y="1935107"/>
                </a:lnTo>
                <a:lnTo>
                  <a:pt x="3909752" y="1935450"/>
                </a:lnTo>
                <a:lnTo>
                  <a:pt x="3909985" y="1935059"/>
                </a:lnTo>
                <a:lnTo>
                  <a:pt x="3909538" y="1935861"/>
                </a:lnTo>
                <a:lnTo>
                  <a:pt x="3911204" y="1932663"/>
                </a:lnTo>
                <a:lnTo>
                  <a:pt x="3910824" y="1933447"/>
                </a:lnTo>
                <a:lnTo>
                  <a:pt x="3912338" y="1930108"/>
                </a:lnTo>
                <a:lnTo>
                  <a:pt x="3912019" y="1930855"/>
                </a:lnTo>
                <a:lnTo>
                  <a:pt x="3913379" y="1927375"/>
                </a:lnTo>
                <a:lnTo>
                  <a:pt x="3913122" y="1928080"/>
                </a:lnTo>
                <a:lnTo>
                  <a:pt x="3914335" y="1924453"/>
                </a:lnTo>
                <a:lnTo>
                  <a:pt x="3914133" y="1925109"/>
                </a:lnTo>
                <a:lnTo>
                  <a:pt x="3915211" y="1921328"/>
                </a:lnTo>
                <a:lnTo>
                  <a:pt x="3915051" y="1921935"/>
                </a:lnTo>
                <a:lnTo>
                  <a:pt x="3916001" y="1917995"/>
                </a:lnTo>
                <a:lnTo>
                  <a:pt x="3915879" y="1918546"/>
                </a:lnTo>
                <a:lnTo>
                  <a:pt x="3916712" y="1914448"/>
                </a:lnTo>
                <a:lnTo>
                  <a:pt x="3916620" y="1914944"/>
                </a:lnTo>
                <a:lnTo>
                  <a:pt x="3917337" y="1910686"/>
                </a:lnTo>
                <a:lnTo>
                  <a:pt x="3917270" y="1911126"/>
                </a:lnTo>
                <a:lnTo>
                  <a:pt x="3917888" y="1906709"/>
                </a:lnTo>
                <a:lnTo>
                  <a:pt x="3917840" y="1907095"/>
                </a:lnTo>
                <a:lnTo>
                  <a:pt x="3918354" y="1902506"/>
                </a:lnTo>
                <a:lnTo>
                  <a:pt x="3918323" y="1902850"/>
                </a:lnTo>
                <a:lnTo>
                  <a:pt x="3918752" y="1898089"/>
                </a:lnTo>
                <a:lnTo>
                  <a:pt x="3918728" y="1898383"/>
                </a:lnTo>
                <a:lnTo>
                  <a:pt x="3919084" y="1893457"/>
                </a:lnTo>
                <a:lnTo>
                  <a:pt x="3919065" y="1893708"/>
                </a:lnTo>
                <a:lnTo>
                  <a:pt x="3919347" y="1888599"/>
                </a:lnTo>
                <a:lnTo>
                  <a:pt x="3919341" y="1888813"/>
                </a:lnTo>
                <a:lnTo>
                  <a:pt x="3919555" y="1883525"/>
                </a:lnTo>
                <a:lnTo>
                  <a:pt x="3919549" y="1883777"/>
                </a:lnTo>
                <a:lnTo>
                  <a:pt x="3919824" y="1872657"/>
                </a:lnTo>
                <a:lnTo>
                  <a:pt x="3919819" y="1872883"/>
                </a:lnTo>
                <a:lnTo>
                  <a:pt x="3919941" y="1861003"/>
                </a:lnTo>
                <a:lnTo>
                  <a:pt x="3919941" y="1861132"/>
                </a:lnTo>
                <a:lnTo>
                  <a:pt x="3919959" y="1852793"/>
                </a:lnTo>
                <a:lnTo>
                  <a:pt x="3950593" y="1852854"/>
                </a:lnTo>
                <a:moveTo>
                  <a:pt x="3909581" y="1977689"/>
                </a:moveTo>
                <a:lnTo>
                  <a:pt x="3907044" y="1979197"/>
                </a:lnTo>
                <a:lnTo>
                  <a:pt x="3902657" y="1981494"/>
                </a:lnTo>
                <a:lnTo>
                  <a:pt x="3898056" y="1983626"/>
                </a:lnTo>
                <a:lnTo>
                  <a:pt x="3893234" y="1985605"/>
                </a:lnTo>
                <a:lnTo>
                  <a:pt x="3888198" y="1987437"/>
                </a:lnTo>
                <a:lnTo>
                  <a:pt x="3882935" y="1989134"/>
                </a:lnTo>
                <a:lnTo>
                  <a:pt x="3877433" y="1990703"/>
                </a:lnTo>
                <a:lnTo>
                  <a:pt x="3871680" y="1992148"/>
                </a:lnTo>
                <a:lnTo>
                  <a:pt x="3865675" y="1993484"/>
                </a:lnTo>
                <a:lnTo>
                  <a:pt x="3859407" y="1994722"/>
                </a:lnTo>
                <a:lnTo>
                  <a:pt x="3852858" y="1995856"/>
                </a:lnTo>
                <a:lnTo>
                  <a:pt x="3846021" y="1996903"/>
                </a:lnTo>
                <a:lnTo>
                  <a:pt x="3838883" y="1997859"/>
                </a:lnTo>
                <a:lnTo>
                  <a:pt x="3831439" y="1998735"/>
                </a:lnTo>
                <a:lnTo>
                  <a:pt x="3823670" y="1999531"/>
                </a:lnTo>
                <a:lnTo>
                  <a:pt x="3815576" y="2000260"/>
                </a:lnTo>
                <a:lnTo>
                  <a:pt x="3814142" y="2000371"/>
                </a:lnTo>
                <a:lnTo>
                  <a:pt x="3811759" y="1969828"/>
                </a:lnTo>
                <a:lnTo>
                  <a:pt x="3813101" y="1969724"/>
                </a:lnTo>
                <a:lnTo>
                  <a:pt x="3812923" y="1969743"/>
                </a:lnTo>
                <a:lnTo>
                  <a:pt x="3820833" y="1969032"/>
                </a:lnTo>
                <a:lnTo>
                  <a:pt x="3820630" y="1969050"/>
                </a:lnTo>
                <a:lnTo>
                  <a:pt x="3828192" y="1968272"/>
                </a:lnTo>
                <a:lnTo>
                  <a:pt x="3827965" y="1968297"/>
                </a:lnTo>
                <a:lnTo>
                  <a:pt x="3835176" y="1967445"/>
                </a:lnTo>
                <a:lnTo>
                  <a:pt x="3834931" y="1967482"/>
                </a:lnTo>
                <a:lnTo>
                  <a:pt x="3841805" y="1966557"/>
                </a:lnTo>
                <a:lnTo>
                  <a:pt x="3841529" y="1966593"/>
                </a:lnTo>
                <a:lnTo>
                  <a:pt x="3848079" y="1965595"/>
                </a:lnTo>
                <a:lnTo>
                  <a:pt x="3847773" y="1965643"/>
                </a:lnTo>
                <a:lnTo>
                  <a:pt x="3854004" y="1964566"/>
                </a:lnTo>
                <a:lnTo>
                  <a:pt x="3853661" y="1964627"/>
                </a:lnTo>
                <a:lnTo>
                  <a:pt x="3859579" y="1963463"/>
                </a:lnTo>
                <a:lnTo>
                  <a:pt x="3859206" y="1963542"/>
                </a:lnTo>
                <a:lnTo>
                  <a:pt x="3864811" y="1962292"/>
                </a:lnTo>
                <a:lnTo>
                  <a:pt x="3864401" y="1962390"/>
                </a:lnTo>
                <a:lnTo>
                  <a:pt x="3869713" y="1961055"/>
                </a:lnTo>
                <a:lnTo>
                  <a:pt x="3869260" y="1961171"/>
                </a:lnTo>
                <a:lnTo>
                  <a:pt x="3874290" y="1959743"/>
                </a:lnTo>
                <a:lnTo>
                  <a:pt x="3873793" y="1959891"/>
                </a:lnTo>
                <a:lnTo>
                  <a:pt x="3878542" y="1958365"/>
                </a:lnTo>
                <a:lnTo>
                  <a:pt x="3878003" y="1958549"/>
                </a:lnTo>
                <a:lnTo>
                  <a:pt x="3882476" y="1956919"/>
                </a:lnTo>
                <a:lnTo>
                  <a:pt x="3881893" y="1957146"/>
                </a:lnTo>
                <a:lnTo>
                  <a:pt x="3886102" y="1955418"/>
                </a:lnTo>
                <a:lnTo>
                  <a:pt x="3885478" y="1955694"/>
                </a:lnTo>
                <a:lnTo>
                  <a:pt x="3889429" y="1953855"/>
                </a:lnTo>
                <a:lnTo>
                  <a:pt x="3888767" y="1954187"/>
                </a:lnTo>
                <a:lnTo>
                  <a:pt x="3892474" y="1952244"/>
                </a:lnTo>
                <a:lnTo>
                  <a:pt x="3891776" y="1952631"/>
                </a:lnTo>
                <a:lnTo>
                  <a:pt x="3893969" y="1951331"/>
                </a:lnTo>
                <a:lnTo>
                  <a:pt x="3909581" y="1977689"/>
                </a:lnTo>
                <a:moveTo>
                  <a:pt x="3783147" y="2002343"/>
                </a:moveTo>
                <a:lnTo>
                  <a:pt x="3779685" y="2002515"/>
                </a:lnTo>
                <a:lnTo>
                  <a:pt x="3769791" y="2002938"/>
                </a:lnTo>
                <a:lnTo>
                  <a:pt x="3759491" y="2003311"/>
                </a:lnTo>
                <a:lnTo>
                  <a:pt x="3737747" y="2003912"/>
                </a:lnTo>
                <a:lnTo>
                  <a:pt x="3714317" y="2004353"/>
                </a:lnTo>
                <a:lnTo>
                  <a:pt x="3690699" y="2004641"/>
                </a:lnTo>
                <a:lnTo>
                  <a:pt x="3690324" y="1974007"/>
                </a:lnTo>
                <a:lnTo>
                  <a:pt x="3713895" y="1973725"/>
                </a:lnTo>
                <a:lnTo>
                  <a:pt x="3713796" y="1973725"/>
                </a:lnTo>
                <a:lnTo>
                  <a:pt x="3737103" y="1973284"/>
                </a:lnTo>
                <a:lnTo>
                  <a:pt x="3736968" y="1973290"/>
                </a:lnTo>
                <a:lnTo>
                  <a:pt x="3758578" y="1972689"/>
                </a:lnTo>
                <a:lnTo>
                  <a:pt x="3758449" y="1972696"/>
                </a:lnTo>
                <a:lnTo>
                  <a:pt x="3768638" y="1972328"/>
                </a:lnTo>
                <a:lnTo>
                  <a:pt x="3768540" y="1972328"/>
                </a:lnTo>
                <a:lnTo>
                  <a:pt x="3778331" y="1971912"/>
                </a:lnTo>
                <a:lnTo>
                  <a:pt x="3778214" y="1971917"/>
                </a:lnTo>
                <a:lnTo>
                  <a:pt x="3781621" y="1971752"/>
                </a:lnTo>
                <a:lnTo>
                  <a:pt x="3783147" y="2002343"/>
                </a:lnTo>
                <a:moveTo>
                  <a:pt x="3659936" y="2004862"/>
                </a:moveTo>
                <a:lnTo>
                  <a:pt x="3633369" y="2004960"/>
                </a:lnTo>
                <a:lnTo>
                  <a:pt x="3569828" y="2005015"/>
                </a:lnTo>
                <a:lnTo>
                  <a:pt x="3567941" y="2005008"/>
                </a:lnTo>
                <a:lnTo>
                  <a:pt x="3568014" y="1974374"/>
                </a:lnTo>
                <a:lnTo>
                  <a:pt x="3569871" y="1974381"/>
                </a:lnTo>
                <a:lnTo>
                  <a:pt x="3569821" y="1974381"/>
                </a:lnTo>
                <a:lnTo>
                  <a:pt x="3633320" y="1974325"/>
                </a:lnTo>
                <a:lnTo>
                  <a:pt x="3633278" y="1974325"/>
                </a:lnTo>
                <a:lnTo>
                  <a:pt x="3659819" y="1974227"/>
                </a:lnTo>
                <a:lnTo>
                  <a:pt x="3659936" y="2004862"/>
                </a:lnTo>
                <a:moveTo>
                  <a:pt x="3537306" y="2004942"/>
                </a:moveTo>
                <a:lnTo>
                  <a:pt x="3445403" y="2004727"/>
                </a:lnTo>
                <a:lnTo>
                  <a:pt x="3445477" y="1974093"/>
                </a:lnTo>
                <a:lnTo>
                  <a:pt x="3537380" y="1974307"/>
                </a:lnTo>
                <a:lnTo>
                  <a:pt x="3537306" y="2004942"/>
                </a:lnTo>
                <a:moveTo>
                  <a:pt x="3414769" y="2004653"/>
                </a:moveTo>
                <a:lnTo>
                  <a:pt x="3322867" y="2004439"/>
                </a:lnTo>
                <a:lnTo>
                  <a:pt x="3322940" y="1973805"/>
                </a:lnTo>
                <a:lnTo>
                  <a:pt x="3414842" y="1974019"/>
                </a:lnTo>
                <a:lnTo>
                  <a:pt x="3414769" y="2004653"/>
                </a:lnTo>
                <a:moveTo>
                  <a:pt x="3292232" y="2004365"/>
                </a:moveTo>
                <a:lnTo>
                  <a:pt x="3200329" y="2004151"/>
                </a:lnTo>
                <a:lnTo>
                  <a:pt x="3200402" y="1973517"/>
                </a:lnTo>
                <a:lnTo>
                  <a:pt x="3292306" y="1973731"/>
                </a:lnTo>
                <a:lnTo>
                  <a:pt x="3292232" y="2004365"/>
                </a:lnTo>
                <a:moveTo>
                  <a:pt x="3169695" y="2004083"/>
                </a:moveTo>
                <a:lnTo>
                  <a:pt x="3077792" y="2003869"/>
                </a:lnTo>
                <a:lnTo>
                  <a:pt x="3077865" y="1973235"/>
                </a:lnTo>
                <a:lnTo>
                  <a:pt x="3169768" y="1973449"/>
                </a:lnTo>
                <a:lnTo>
                  <a:pt x="3169695" y="2004083"/>
                </a:lnTo>
                <a:moveTo>
                  <a:pt x="3047158" y="2003796"/>
                </a:moveTo>
                <a:lnTo>
                  <a:pt x="2955255" y="2003581"/>
                </a:lnTo>
                <a:lnTo>
                  <a:pt x="2955328" y="1972947"/>
                </a:lnTo>
                <a:lnTo>
                  <a:pt x="3047231" y="1973161"/>
                </a:lnTo>
                <a:lnTo>
                  <a:pt x="3047158" y="2003796"/>
                </a:lnTo>
                <a:moveTo>
                  <a:pt x="2924620" y="2003514"/>
                </a:moveTo>
                <a:lnTo>
                  <a:pt x="2832718" y="2003299"/>
                </a:lnTo>
                <a:lnTo>
                  <a:pt x="2832791" y="1972665"/>
                </a:lnTo>
                <a:lnTo>
                  <a:pt x="2924694" y="1972880"/>
                </a:lnTo>
                <a:lnTo>
                  <a:pt x="2924620" y="2003514"/>
                </a:lnTo>
                <a:moveTo>
                  <a:pt x="2802083" y="2003226"/>
                </a:moveTo>
                <a:lnTo>
                  <a:pt x="2710180" y="2003011"/>
                </a:lnTo>
                <a:lnTo>
                  <a:pt x="2710254" y="1972377"/>
                </a:lnTo>
                <a:lnTo>
                  <a:pt x="2802157" y="1972592"/>
                </a:lnTo>
                <a:lnTo>
                  <a:pt x="2802083" y="2003226"/>
                </a:lnTo>
                <a:moveTo>
                  <a:pt x="2679545" y="2002938"/>
                </a:moveTo>
                <a:lnTo>
                  <a:pt x="2587643" y="2002723"/>
                </a:lnTo>
                <a:lnTo>
                  <a:pt x="2587716" y="1972089"/>
                </a:lnTo>
                <a:lnTo>
                  <a:pt x="2679619" y="1972303"/>
                </a:lnTo>
                <a:lnTo>
                  <a:pt x="2679545" y="2002938"/>
                </a:lnTo>
                <a:moveTo>
                  <a:pt x="2557009" y="2002656"/>
                </a:moveTo>
                <a:lnTo>
                  <a:pt x="2465112" y="2002442"/>
                </a:lnTo>
                <a:lnTo>
                  <a:pt x="2465179" y="1971808"/>
                </a:lnTo>
                <a:lnTo>
                  <a:pt x="2557082" y="1972021"/>
                </a:lnTo>
                <a:lnTo>
                  <a:pt x="2557009" y="2002656"/>
                </a:lnTo>
                <a:moveTo>
                  <a:pt x="2434478" y="2002368"/>
                </a:moveTo>
                <a:lnTo>
                  <a:pt x="2342574" y="2002153"/>
                </a:lnTo>
                <a:lnTo>
                  <a:pt x="2342642" y="1971519"/>
                </a:lnTo>
                <a:lnTo>
                  <a:pt x="2434545" y="1971734"/>
                </a:lnTo>
                <a:lnTo>
                  <a:pt x="2434478" y="2002368"/>
                </a:lnTo>
                <a:moveTo>
                  <a:pt x="2311940" y="2002080"/>
                </a:moveTo>
                <a:lnTo>
                  <a:pt x="2220037" y="2001866"/>
                </a:lnTo>
                <a:lnTo>
                  <a:pt x="2220105" y="1971231"/>
                </a:lnTo>
                <a:lnTo>
                  <a:pt x="2312007" y="1971446"/>
                </a:lnTo>
                <a:lnTo>
                  <a:pt x="2311940" y="2002080"/>
                </a:lnTo>
                <a:moveTo>
                  <a:pt x="2189403" y="2001798"/>
                </a:moveTo>
                <a:lnTo>
                  <a:pt x="2097500" y="2001584"/>
                </a:lnTo>
                <a:lnTo>
                  <a:pt x="2097568" y="1970949"/>
                </a:lnTo>
                <a:lnTo>
                  <a:pt x="2189471" y="1971164"/>
                </a:lnTo>
                <a:lnTo>
                  <a:pt x="2189403" y="2001798"/>
                </a:lnTo>
                <a:moveTo>
                  <a:pt x="2066866" y="2001510"/>
                </a:moveTo>
                <a:lnTo>
                  <a:pt x="1974963" y="2001296"/>
                </a:lnTo>
                <a:lnTo>
                  <a:pt x="1975030" y="1970662"/>
                </a:lnTo>
                <a:lnTo>
                  <a:pt x="2066933" y="1970876"/>
                </a:lnTo>
                <a:lnTo>
                  <a:pt x="2066866" y="2001510"/>
                </a:lnTo>
                <a:moveTo>
                  <a:pt x="1944329" y="2001223"/>
                </a:moveTo>
                <a:lnTo>
                  <a:pt x="1852426" y="2001014"/>
                </a:lnTo>
                <a:lnTo>
                  <a:pt x="1852493" y="1970380"/>
                </a:lnTo>
                <a:lnTo>
                  <a:pt x="1944396" y="1970594"/>
                </a:lnTo>
                <a:lnTo>
                  <a:pt x="1944329" y="2001223"/>
                </a:lnTo>
                <a:moveTo>
                  <a:pt x="1821791" y="2000941"/>
                </a:moveTo>
                <a:lnTo>
                  <a:pt x="1729888" y="2000726"/>
                </a:lnTo>
                <a:lnTo>
                  <a:pt x="1729962" y="1970092"/>
                </a:lnTo>
                <a:lnTo>
                  <a:pt x="1821859" y="1970306"/>
                </a:lnTo>
                <a:lnTo>
                  <a:pt x="1821791" y="2000941"/>
                </a:lnTo>
                <a:moveTo>
                  <a:pt x="1699254" y="2000652"/>
                </a:moveTo>
                <a:lnTo>
                  <a:pt x="1607352" y="2000438"/>
                </a:lnTo>
                <a:lnTo>
                  <a:pt x="1607425" y="1969804"/>
                </a:lnTo>
                <a:lnTo>
                  <a:pt x="1699327" y="1970018"/>
                </a:lnTo>
                <a:lnTo>
                  <a:pt x="1699254" y="2000652"/>
                </a:lnTo>
                <a:moveTo>
                  <a:pt x="1576717" y="2000371"/>
                </a:moveTo>
                <a:lnTo>
                  <a:pt x="1484814" y="2000156"/>
                </a:lnTo>
                <a:lnTo>
                  <a:pt x="1484888" y="1969522"/>
                </a:lnTo>
                <a:lnTo>
                  <a:pt x="1576791" y="1969737"/>
                </a:lnTo>
                <a:lnTo>
                  <a:pt x="1576717" y="2000371"/>
                </a:lnTo>
                <a:moveTo>
                  <a:pt x="1454180" y="2000083"/>
                </a:moveTo>
                <a:lnTo>
                  <a:pt x="1362277" y="1999868"/>
                </a:lnTo>
                <a:lnTo>
                  <a:pt x="1362350" y="1969234"/>
                </a:lnTo>
                <a:lnTo>
                  <a:pt x="1454253" y="1969448"/>
                </a:lnTo>
                <a:lnTo>
                  <a:pt x="1454180" y="2000083"/>
                </a:lnTo>
                <a:moveTo>
                  <a:pt x="1331643" y="1999795"/>
                </a:moveTo>
                <a:lnTo>
                  <a:pt x="1239740" y="1999580"/>
                </a:lnTo>
                <a:lnTo>
                  <a:pt x="1239814" y="1968946"/>
                </a:lnTo>
                <a:lnTo>
                  <a:pt x="1331716" y="1969161"/>
                </a:lnTo>
                <a:lnTo>
                  <a:pt x="1331643" y="1999795"/>
                </a:lnTo>
                <a:moveTo>
                  <a:pt x="1209106" y="1999513"/>
                </a:moveTo>
                <a:lnTo>
                  <a:pt x="1117202" y="1999299"/>
                </a:lnTo>
                <a:lnTo>
                  <a:pt x="1117276" y="1968664"/>
                </a:lnTo>
                <a:lnTo>
                  <a:pt x="1209179" y="1968879"/>
                </a:lnTo>
                <a:lnTo>
                  <a:pt x="1209106" y="1999513"/>
                </a:lnTo>
                <a:moveTo>
                  <a:pt x="1086568" y="1999225"/>
                </a:moveTo>
                <a:lnTo>
                  <a:pt x="994665" y="1999011"/>
                </a:lnTo>
                <a:lnTo>
                  <a:pt x="994739" y="1968376"/>
                </a:lnTo>
                <a:lnTo>
                  <a:pt x="1086642" y="1968591"/>
                </a:lnTo>
                <a:lnTo>
                  <a:pt x="1086568" y="1999225"/>
                </a:lnTo>
                <a:moveTo>
                  <a:pt x="964031" y="1998943"/>
                </a:moveTo>
                <a:lnTo>
                  <a:pt x="872128" y="1998729"/>
                </a:lnTo>
                <a:lnTo>
                  <a:pt x="872202" y="1968094"/>
                </a:lnTo>
                <a:lnTo>
                  <a:pt x="964104" y="1968309"/>
                </a:lnTo>
                <a:lnTo>
                  <a:pt x="964031" y="1998943"/>
                </a:lnTo>
                <a:moveTo>
                  <a:pt x="841494" y="1998655"/>
                </a:moveTo>
                <a:lnTo>
                  <a:pt x="749591" y="1998441"/>
                </a:lnTo>
                <a:lnTo>
                  <a:pt x="749664" y="1967807"/>
                </a:lnTo>
                <a:lnTo>
                  <a:pt x="841567" y="1968021"/>
                </a:lnTo>
                <a:lnTo>
                  <a:pt x="841494" y="1998655"/>
                </a:lnTo>
                <a:moveTo>
                  <a:pt x="718956" y="1998367"/>
                </a:moveTo>
                <a:lnTo>
                  <a:pt x="627054" y="1998153"/>
                </a:lnTo>
                <a:lnTo>
                  <a:pt x="627127" y="1967519"/>
                </a:lnTo>
                <a:lnTo>
                  <a:pt x="719030" y="1967733"/>
                </a:lnTo>
                <a:lnTo>
                  <a:pt x="718956" y="1998367"/>
                </a:lnTo>
                <a:moveTo>
                  <a:pt x="596419" y="1998085"/>
                </a:moveTo>
                <a:lnTo>
                  <a:pt x="504516" y="1997871"/>
                </a:lnTo>
                <a:lnTo>
                  <a:pt x="504590" y="1967237"/>
                </a:lnTo>
                <a:lnTo>
                  <a:pt x="596493" y="1967451"/>
                </a:lnTo>
                <a:lnTo>
                  <a:pt x="596419" y="1998085"/>
                </a:lnTo>
                <a:moveTo>
                  <a:pt x="473882" y="1997797"/>
                </a:moveTo>
                <a:lnTo>
                  <a:pt x="390820" y="1997601"/>
                </a:lnTo>
                <a:lnTo>
                  <a:pt x="390851" y="1997601"/>
                </a:lnTo>
                <a:lnTo>
                  <a:pt x="382010" y="1997601"/>
                </a:lnTo>
                <a:lnTo>
                  <a:pt x="382028" y="1966967"/>
                </a:lnTo>
                <a:lnTo>
                  <a:pt x="390881" y="1966967"/>
                </a:lnTo>
                <a:lnTo>
                  <a:pt x="473956" y="1967163"/>
                </a:lnTo>
                <a:lnTo>
                  <a:pt x="473882" y="1997797"/>
                </a:lnTo>
                <a:moveTo>
                  <a:pt x="351345" y="1997565"/>
                </a:moveTo>
                <a:lnTo>
                  <a:pt x="327199" y="1997509"/>
                </a:lnTo>
                <a:lnTo>
                  <a:pt x="298237" y="1997357"/>
                </a:lnTo>
                <a:lnTo>
                  <a:pt x="271101" y="1997099"/>
                </a:lnTo>
                <a:lnTo>
                  <a:pt x="259252" y="1996915"/>
                </a:lnTo>
                <a:lnTo>
                  <a:pt x="259718" y="1966287"/>
                </a:lnTo>
                <a:lnTo>
                  <a:pt x="271524" y="1966465"/>
                </a:lnTo>
                <a:lnTo>
                  <a:pt x="271438" y="1966465"/>
                </a:lnTo>
                <a:lnTo>
                  <a:pt x="298501" y="1966722"/>
                </a:lnTo>
                <a:lnTo>
                  <a:pt x="298433" y="1966722"/>
                </a:lnTo>
                <a:lnTo>
                  <a:pt x="327340" y="1966875"/>
                </a:lnTo>
                <a:lnTo>
                  <a:pt x="327297" y="1966875"/>
                </a:lnTo>
                <a:lnTo>
                  <a:pt x="351418" y="1966931"/>
                </a:lnTo>
                <a:lnTo>
                  <a:pt x="351345" y="1997565"/>
                </a:lnTo>
                <a:moveTo>
                  <a:pt x="228507" y="1996321"/>
                </a:moveTo>
                <a:lnTo>
                  <a:pt x="222068" y="1996180"/>
                </a:lnTo>
                <a:lnTo>
                  <a:pt x="210825" y="1995843"/>
                </a:lnTo>
                <a:lnTo>
                  <a:pt x="199999" y="1995463"/>
                </a:lnTo>
                <a:lnTo>
                  <a:pt x="189559" y="1995034"/>
                </a:lnTo>
                <a:lnTo>
                  <a:pt x="179505" y="1994556"/>
                </a:lnTo>
                <a:lnTo>
                  <a:pt x="169818" y="1994017"/>
                </a:lnTo>
                <a:lnTo>
                  <a:pt x="160499" y="1993417"/>
                </a:lnTo>
                <a:lnTo>
                  <a:pt x="151536" y="1992755"/>
                </a:lnTo>
                <a:lnTo>
                  <a:pt x="142915" y="1992026"/>
                </a:lnTo>
                <a:lnTo>
                  <a:pt x="135636" y="1991321"/>
                </a:lnTo>
                <a:lnTo>
                  <a:pt x="138577" y="1960828"/>
                </a:lnTo>
                <a:lnTo>
                  <a:pt x="145764" y="1961526"/>
                </a:lnTo>
                <a:lnTo>
                  <a:pt x="145586" y="1961508"/>
                </a:lnTo>
                <a:lnTo>
                  <a:pt x="154035" y="1962225"/>
                </a:lnTo>
                <a:lnTo>
                  <a:pt x="153870" y="1962213"/>
                </a:lnTo>
                <a:lnTo>
                  <a:pt x="162680" y="1962862"/>
                </a:lnTo>
                <a:lnTo>
                  <a:pt x="162533" y="1962850"/>
                </a:lnTo>
                <a:lnTo>
                  <a:pt x="171717" y="1963438"/>
                </a:lnTo>
                <a:lnTo>
                  <a:pt x="171589" y="1963432"/>
                </a:lnTo>
                <a:lnTo>
                  <a:pt x="181147" y="1963965"/>
                </a:lnTo>
                <a:lnTo>
                  <a:pt x="181031" y="1963959"/>
                </a:lnTo>
                <a:lnTo>
                  <a:pt x="190974" y="1964437"/>
                </a:lnTo>
                <a:lnTo>
                  <a:pt x="190870" y="1964431"/>
                </a:lnTo>
                <a:lnTo>
                  <a:pt x="201206" y="1964853"/>
                </a:lnTo>
                <a:lnTo>
                  <a:pt x="201114" y="1964853"/>
                </a:lnTo>
                <a:lnTo>
                  <a:pt x="211855" y="1965227"/>
                </a:lnTo>
                <a:lnTo>
                  <a:pt x="211769" y="1965227"/>
                </a:lnTo>
                <a:lnTo>
                  <a:pt x="222920" y="1965552"/>
                </a:lnTo>
                <a:lnTo>
                  <a:pt x="222809" y="1965552"/>
                </a:lnTo>
                <a:lnTo>
                  <a:pt x="229200" y="1965699"/>
                </a:lnTo>
                <a:lnTo>
                  <a:pt x="228507" y="1996321"/>
                </a:lnTo>
                <a:moveTo>
                  <a:pt x="104028" y="1987125"/>
                </a:moveTo>
                <a:lnTo>
                  <a:pt x="97914" y="1986021"/>
                </a:lnTo>
                <a:lnTo>
                  <a:pt x="91444" y="1984710"/>
                </a:lnTo>
                <a:lnTo>
                  <a:pt x="85237" y="1983289"/>
                </a:lnTo>
                <a:lnTo>
                  <a:pt x="79294" y="1981764"/>
                </a:lnTo>
                <a:lnTo>
                  <a:pt x="73596" y="1980115"/>
                </a:lnTo>
                <a:lnTo>
                  <a:pt x="68143" y="1978344"/>
                </a:lnTo>
                <a:lnTo>
                  <a:pt x="62917" y="1976439"/>
                </a:lnTo>
                <a:lnTo>
                  <a:pt x="57917" y="1974393"/>
                </a:lnTo>
                <a:lnTo>
                  <a:pt x="53132" y="1972194"/>
                </a:lnTo>
                <a:lnTo>
                  <a:pt x="48568" y="1969834"/>
                </a:lnTo>
                <a:lnTo>
                  <a:pt x="44218" y="1967310"/>
                </a:lnTo>
                <a:lnTo>
                  <a:pt x="40082" y="1964608"/>
                </a:lnTo>
                <a:lnTo>
                  <a:pt x="36167" y="1961729"/>
                </a:lnTo>
                <a:lnTo>
                  <a:pt x="32466" y="1958671"/>
                </a:lnTo>
                <a:lnTo>
                  <a:pt x="28999" y="1955430"/>
                </a:lnTo>
                <a:lnTo>
                  <a:pt x="25770" y="1952011"/>
                </a:lnTo>
                <a:lnTo>
                  <a:pt x="22774" y="1948421"/>
                </a:lnTo>
                <a:lnTo>
                  <a:pt x="20017" y="1944678"/>
                </a:lnTo>
                <a:lnTo>
                  <a:pt x="17498" y="1940787"/>
                </a:lnTo>
                <a:lnTo>
                  <a:pt x="15550" y="1937350"/>
                </a:lnTo>
                <a:lnTo>
                  <a:pt x="42208" y="1922254"/>
                </a:lnTo>
                <a:lnTo>
                  <a:pt x="43930" y="1925292"/>
                </a:lnTo>
                <a:lnTo>
                  <a:pt x="43464" y="1924526"/>
                </a:lnTo>
                <a:lnTo>
                  <a:pt x="45486" y="1927657"/>
                </a:lnTo>
                <a:lnTo>
                  <a:pt x="44959" y="1926891"/>
                </a:lnTo>
                <a:lnTo>
                  <a:pt x="47165" y="1929887"/>
                </a:lnTo>
                <a:lnTo>
                  <a:pt x="46583" y="1929146"/>
                </a:lnTo>
                <a:lnTo>
                  <a:pt x="48972" y="1932007"/>
                </a:lnTo>
                <a:lnTo>
                  <a:pt x="48341" y="1931297"/>
                </a:lnTo>
                <a:lnTo>
                  <a:pt x="50933" y="1934029"/>
                </a:lnTo>
                <a:lnTo>
                  <a:pt x="50265" y="1933367"/>
                </a:lnTo>
                <a:lnTo>
                  <a:pt x="53053" y="1935977"/>
                </a:lnTo>
                <a:lnTo>
                  <a:pt x="52366" y="1935371"/>
                </a:lnTo>
                <a:lnTo>
                  <a:pt x="55362" y="1937852"/>
                </a:lnTo>
                <a:lnTo>
                  <a:pt x="54664" y="1937307"/>
                </a:lnTo>
                <a:lnTo>
                  <a:pt x="57880" y="1939672"/>
                </a:lnTo>
                <a:lnTo>
                  <a:pt x="57182" y="1939187"/>
                </a:lnTo>
                <a:lnTo>
                  <a:pt x="60631" y="1941436"/>
                </a:lnTo>
                <a:lnTo>
                  <a:pt x="59945" y="1941020"/>
                </a:lnTo>
                <a:lnTo>
                  <a:pt x="63621" y="1943152"/>
                </a:lnTo>
                <a:lnTo>
                  <a:pt x="62960" y="1942791"/>
                </a:lnTo>
                <a:lnTo>
                  <a:pt x="66881" y="1944813"/>
                </a:lnTo>
                <a:lnTo>
                  <a:pt x="66250" y="1944506"/>
                </a:lnTo>
                <a:lnTo>
                  <a:pt x="70416" y="1946424"/>
                </a:lnTo>
                <a:lnTo>
                  <a:pt x="69822" y="1946166"/>
                </a:lnTo>
                <a:lnTo>
                  <a:pt x="74245" y="1947974"/>
                </a:lnTo>
                <a:lnTo>
                  <a:pt x="73688" y="1947759"/>
                </a:lnTo>
                <a:lnTo>
                  <a:pt x="78381" y="1949468"/>
                </a:lnTo>
                <a:lnTo>
                  <a:pt x="77860" y="1949291"/>
                </a:lnTo>
                <a:lnTo>
                  <a:pt x="82823" y="1950902"/>
                </a:lnTo>
                <a:lnTo>
                  <a:pt x="82345" y="1950755"/>
                </a:lnTo>
                <a:lnTo>
                  <a:pt x="87584" y="1952269"/>
                </a:lnTo>
                <a:lnTo>
                  <a:pt x="87142" y="1952152"/>
                </a:lnTo>
                <a:lnTo>
                  <a:pt x="92669" y="1953574"/>
                </a:lnTo>
                <a:lnTo>
                  <a:pt x="92271" y="1953476"/>
                </a:lnTo>
                <a:lnTo>
                  <a:pt x="98091" y="1954805"/>
                </a:lnTo>
                <a:lnTo>
                  <a:pt x="97723" y="1954725"/>
                </a:lnTo>
                <a:lnTo>
                  <a:pt x="103844" y="1955970"/>
                </a:lnTo>
                <a:lnTo>
                  <a:pt x="103513" y="1955908"/>
                </a:lnTo>
                <a:lnTo>
                  <a:pt x="109463" y="1956974"/>
                </a:lnTo>
                <a:lnTo>
                  <a:pt x="104028" y="1987125"/>
                </a:lnTo>
                <a:moveTo>
                  <a:pt x="4577" y="1903229"/>
                </a:moveTo>
                <a:lnTo>
                  <a:pt x="4117" y="1900472"/>
                </a:lnTo>
                <a:lnTo>
                  <a:pt x="3431" y="1895442"/>
                </a:lnTo>
                <a:lnTo>
                  <a:pt x="2849" y="1890296"/>
                </a:lnTo>
                <a:lnTo>
                  <a:pt x="2371" y="1885020"/>
                </a:lnTo>
                <a:lnTo>
                  <a:pt x="1979" y="1879610"/>
                </a:lnTo>
                <a:lnTo>
                  <a:pt x="1673" y="1874066"/>
                </a:lnTo>
                <a:lnTo>
                  <a:pt x="1434" y="1868380"/>
                </a:lnTo>
                <a:lnTo>
                  <a:pt x="1262" y="1862510"/>
                </a:lnTo>
                <a:lnTo>
                  <a:pt x="1060" y="1850403"/>
                </a:lnTo>
                <a:lnTo>
                  <a:pt x="1011" y="1837647"/>
                </a:lnTo>
                <a:lnTo>
                  <a:pt x="31645" y="1837519"/>
                </a:lnTo>
                <a:lnTo>
                  <a:pt x="31694" y="1850189"/>
                </a:lnTo>
                <a:lnTo>
                  <a:pt x="31694" y="1849999"/>
                </a:lnTo>
                <a:lnTo>
                  <a:pt x="31890" y="1861904"/>
                </a:lnTo>
                <a:lnTo>
                  <a:pt x="31884" y="1861696"/>
                </a:lnTo>
                <a:lnTo>
                  <a:pt x="32056" y="1867369"/>
                </a:lnTo>
                <a:lnTo>
                  <a:pt x="32049" y="1867191"/>
                </a:lnTo>
                <a:lnTo>
                  <a:pt x="32276" y="1872687"/>
                </a:lnTo>
                <a:lnTo>
                  <a:pt x="32264" y="1872473"/>
                </a:lnTo>
                <a:lnTo>
                  <a:pt x="32564" y="1877791"/>
                </a:lnTo>
                <a:lnTo>
                  <a:pt x="32546" y="1877539"/>
                </a:lnTo>
                <a:lnTo>
                  <a:pt x="32913" y="1882679"/>
                </a:lnTo>
                <a:lnTo>
                  <a:pt x="32895" y="1882392"/>
                </a:lnTo>
                <a:lnTo>
                  <a:pt x="33342" y="1887361"/>
                </a:lnTo>
                <a:lnTo>
                  <a:pt x="33312" y="1887030"/>
                </a:lnTo>
                <a:lnTo>
                  <a:pt x="33851" y="1891833"/>
                </a:lnTo>
                <a:lnTo>
                  <a:pt x="33802" y="1891460"/>
                </a:lnTo>
                <a:lnTo>
                  <a:pt x="34439" y="1896091"/>
                </a:lnTo>
                <a:lnTo>
                  <a:pt x="34378" y="1895669"/>
                </a:lnTo>
                <a:lnTo>
                  <a:pt x="34800" y="1898211"/>
                </a:lnTo>
                <a:lnTo>
                  <a:pt x="4577" y="1903229"/>
                </a:lnTo>
              </a:path>
            </a:pathLst>
          </a:custGeom>
          <a:solidFill xmlns:a="http://schemas.openxmlformats.org/drawingml/2006/main">
            <a:srgbClr val="2F5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EBCC29F6-06CB-41B6-9440-919E31E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2" y="2424290"/>
            <a:ext cx="1985715" cy="276321"/>
          </a:xfrm>
          <a:custGeom xmlns:a="http://schemas.openxmlformats.org/drawingml/2006/main">
            <a:pathLst>
              <a:path w="1985715" h="276321">
                <a:moveTo>
                  <a:pt x="0" y="20305"/>
                </a:moveTo>
                <a:cubicBezTo>
                  <a:pt x="0" y="821"/>
                  <a:pt x="7671" y="0"/>
                  <a:pt x="190233" y="0"/>
                </a:cubicBezTo>
                <a:lnTo>
                  <a:pt x="1776048" y="220"/>
                </a:lnTo>
                <a:cubicBezTo>
                  <a:pt x="1958610" y="220"/>
                  <a:pt x="1985201" y="0"/>
                  <a:pt x="1985201" y="19490"/>
                </a:cubicBezTo>
                <a:lnTo>
                  <a:pt x="1985715" y="256562"/>
                </a:lnTo>
                <a:cubicBezTo>
                  <a:pt x="1985715" y="276045"/>
                  <a:pt x="1983161" y="276321"/>
                  <a:pt x="1800593" y="276321"/>
                </a:cubicBezTo>
                <a:lnTo>
                  <a:pt x="190233" y="275286"/>
                </a:lnTo>
                <a:cubicBezTo>
                  <a:pt x="7671" y="275286"/>
                  <a:pt x="509" y="274520"/>
                  <a:pt x="509" y="255030"/>
                </a:cubicBezTo>
                <a:lnTo>
                  <a:pt x="0" y="2030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9066CA00-ABBC-4AF8-B4F7-BC08F185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09" y="2421227"/>
            <a:ext cx="1991842" cy="282448"/>
          </a:xfrm>
          <a:custGeom xmlns:a="http://schemas.openxmlformats.org/drawingml/2006/main">
            <a:pathLst>
              <a:path w="1991842" h="282448">
                <a:moveTo>
                  <a:pt x="30" y="21481"/>
                </a:moveTo>
                <a:lnTo>
                  <a:pt x="141" y="19630"/>
                </a:lnTo>
                <a:lnTo>
                  <a:pt x="386" y="17811"/>
                </a:lnTo>
                <a:lnTo>
                  <a:pt x="814" y="16009"/>
                </a:lnTo>
                <a:lnTo>
                  <a:pt x="1477" y="14245"/>
                </a:lnTo>
                <a:lnTo>
                  <a:pt x="2420" y="12548"/>
                </a:lnTo>
                <a:lnTo>
                  <a:pt x="3664" y="10980"/>
                </a:lnTo>
                <a:lnTo>
                  <a:pt x="5208" y="9570"/>
                </a:lnTo>
                <a:lnTo>
                  <a:pt x="7033" y="8326"/>
                </a:lnTo>
                <a:lnTo>
                  <a:pt x="9141" y="7236"/>
                </a:lnTo>
                <a:lnTo>
                  <a:pt x="11555" y="6274"/>
                </a:lnTo>
                <a:lnTo>
                  <a:pt x="14306" y="5429"/>
                </a:lnTo>
                <a:lnTo>
                  <a:pt x="17425" y="4669"/>
                </a:lnTo>
                <a:lnTo>
                  <a:pt x="20954" y="3995"/>
                </a:lnTo>
                <a:lnTo>
                  <a:pt x="24930" y="3394"/>
                </a:lnTo>
                <a:lnTo>
                  <a:pt x="29391" y="2861"/>
                </a:lnTo>
                <a:lnTo>
                  <a:pt x="34372" y="2389"/>
                </a:lnTo>
                <a:lnTo>
                  <a:pt x="39898" y="1973"/>
                </a:lnTo>
                <a:lnTo>
                  <a:pt x="46019" y="1605"/>
                </a:lnTo>
                <a:lnTo>
                  <a:pt x="52752" y="1287"/>
                </a:lnTo>
                <a:lnTo>
                  <a:pt x="60135" y="1017"/>
                </a:lnTo>
                <a:lnTo>
                  <a:pt x="68204" y="784"/>
                </a:lnTo>
                <a:lnTo>
                  <a:pt x="86511" y="435"/>
                </a:lnTo>
                <a:lnTo>
                  <a:pt x="107925" y="202"/>
                </a:lnTo>
                <a:lnTo>
                  <a:pt x="132701" y="73"/>
                </a:lnTo>
                <a:lnTo>
                  <a:pt x="193296" y="0"/>
                </a:lnTo>
                <a:lnTo>
                  <a:pt x="1779111" y="220"/>
                </a:lnTo>
                <a:lnTo>
                  <a:pt x="1840521" y="245"/>
                </a:lnTo>
                <a:lnTo>
                  <a:pt x="1866223" y="324"/>
                </a:lnTo>
                <a:lnTo>
                  <a:pt x="1888844" y="490"/>
                </a:lnTo>
                <a:lnTo>
                  <a:pt x="1908578" y="760"/>
                </a:lnTo>
                <a:lnTo>
                  <a:pt x="1925611" y="1177"/>
                </a:lnTo>
                <a:lnTo>
                  <a:pt x="1933184" y="1446"/>
                </a:lnTo>
                <a:lnTo>
                  <a:pt x="1940156" y="1764"/>
                </a:lnTo>
                <a:lnTo>
                  <a:pt x="1946553" y="2132"/>
                </a:lnTo>
                <a:lnTo>
                  <a:pt x="1952397" y="2555"/>
                </a:lnTo>
                <a:lnTo>
                  <a:pt x="1957722" y="3039"/>
                </a:lnTo>
                <a:lnTo>
                  <a:pt x="1962550" y="3584"/>
                </a:lnTo>
                <a:lnTo>
                  <a:pt x="1966906" y="4197"/>
                </a:lnTo>
                <a:lnTo>
                  <a:pt x="1970821" y="4883"/>
                </a:lnTo>
                <a:lnTo>
                  <a:pt x="1974326" y="5655"/>
                </a:lnTo>
                <a:lnTo>
                  <a:pt x="1977444" y="6519"/>
                </a:lnTo>
                <a:lnTo>
                  <a:pt x="1980213" y="7493"/>
                </a:lnTo>
                <a:lnTo>
                  <a:pt x="1982658" y="8590"/>
                </a:lnTo>
                <a:lnTo>
                  <a:pt x="1984796" y="9827"/>
                </a:lnTo>
                <a:lnTo>
                  <a:pt x="1986647" y="11237"/>
                </a:lnTo>
                <a:lnTo>
                  <a:pt x="1988190" y="12824"/>
                </a:lnTo>
                <a:lnTo>
                  <a:pt x="1989422" y="14576"/>
                </a:lnTo>
                <a:lnTo>
                  <a:pt x="1990323" y="16463"/>
                </a:lnTo>
                <a:lnTo>
                  <a:pt x="1990917" y="18442"/>
                </a:lnTo>
                <a:lnTo>
                  <a:pt x="1991235" y="20470"/>
                </a:lnTo>
                <a:lnTo>
                  <a:pt x="1991327" y="22479"/>
                </a:lnTo>
                <a:lnTo>
                  <a:pt x="1991842" y="259656"/>
                </a:lnTo>
                <a:lnTo>
                  <a:pt x="1991769" y="263228"/>
                </a:lnTo>
                <a:lnTo>
                  <a:pt x="1991603" y="265018"/>
                </a:lnTo>
                <a:lnTo>
                  <a:pt x="1991303" y="266763"/>
                </a:lnTo>
                <a:lnTo>
                  <a:pt x="1990795" y="268498"/>
                </a:lnTo>
                <a:lnTo>
                  <a:pt x="1990023" y="270182"/>
                </a:lnTo>
                <a:lnTo>
                  <a:pt x="1988951" y="271775"/>
                </a:lnTo>
                <a:lnTo>
                  <a:pt x="1987578" y="273222"/>
                </a:lnTo>
                <a:lnTo>
                  <a:pt x="1985918" y="274490"/>
                </a:lnTo>
                <a:lnTo>
                  <a:pt x="1983975" y="275592"/>
                </a:lnTo>
                <a:lnTo>
                  <a:pt x="1981745" y="276548"/>
                </a:lnTo>
                <a:lnTo>
                  <a:pt x="1979197" y="277381"/>
                </a:lnTo>
                <a:lnTo>
                  <a:pt x="1976286" y="278123"/>
                </a:lnTo>
                <a:lnTo>
                  <a:pt x="1972978" y="278773"/>
                </a:lnTo>
                <a:lnTo>
                  <a:pt x="1969234" y="279348"/>
                </a:lnTo>
                <a:lnTo>
                  <a:pt x="1965007" y="279857"/>
                </a:lnTo>
                <a:lnTo>
                  <a:pt x="1960265" y="280304"/>
                </a:lnTo>
                <a:lnTo>
                  <a:pt x="1954971" y="280696"/>
                </a:lnTo>
                <a:lnTo>
                  <a:pt x="1949089" y="281039"/>
                </a:lnTo>
                <a:lnTo>
                  <a:pt x="1942583" y="281333"/>
                </a:lnTo>
                <a:lnTo>
                  <a:pt x="1935420" y="281578"/>
                </a:lnTo>
                <a:lnTo>
                  <a:pt x="1927559" y="281786"/>
                </a:lnTo>
                <a:lnTo>
                  <a:pt x="1909644" y="282099"/>
                </a:lnTo>
                <a:lnTo>
                  <a:pt x="1888556" y="282295"/>
                </a:lnTo>
                <a:lnTo>
                  <a:pt x="1864036" y="282399"/>
                </a:lnTo>
                <a:lnTo>
                  <a:pt x="1803656" y="282448"/>
                </a:lnTo>
                <a:lnTo>
                  <a:pt x="193296" y="281413"/>
                </a:lnTo>
                <a:lnTo>
                  <a:pt x="132720" y="281339"/>
                </a:lnTo>
                <a:lnTo>
                  <a:pt x="107974" y="281211"/>
                </a:lnTo>
                <a:lnTo>
                  <a:pt x="86591" y="280984"/>
                </a:lnTo>
                <a:lnTo>
                  <a:pt x="68327" y="280641"/>
                </a:lnTo>
                <a:lnTo>
                  <a:pt x="60276" y="280408"/>
                </a:lnTo>
                <a:lnTo>
                  <a:pt x="52911" y="280139"/>
                </a:lnTo>
                <a:lnTo>
                  <a:pt x="46202" y="279826"/>
                </a:lnTo>
                <a:lnTo>
                  <a:pt x="40106" y="279459"/>
                </a:lnTo>
                <a:lnTo>
                  <a:pt x="34604" y="279048"/>
                </a:lnTo>
                <a:lnTo>
                  <a:pt x="29648" y="278576"/>
                </a:lnTo>
                <a:lnTo>
                  <a:pt x="25212" y="278043"/>
                </a:lnTo>
                <a:lnTo>
                  <a:pt x="21260" y="277449"/>
                </a:lnTo>
                <a:lnTo>
                  <a:pt x="17749" y="276775"/>
                </a:lnTo>
                <a:lnTo>
                  <a:pt x="14649" y="276022"/>
                </a:lnTo>
                <a:lnTo>
                  <a:pt x="11923" y="275176"/>
                </a:lnTo>
                <a:lnTo>
                  <a:pt x="9527" y="274213"/>
                </a:lnTo>
                <a:lnTo>
                  <a:pt x="7432" y="273123"/>
                </a:lnTo>
                <a:lnTo>
                  <a:pt x="5624" y="271880"/>
                </a:lnTo>
                <a:lnTo>
                  <a:pt x="4099" y="270464"/>
                </a:lnTo>
                <a:lnTo>
                  <a:pt x="2873" y="268889"/>
                </a:lnTo>
                <a:lnTo>
                  <a:pt x="1942" y="267199"/>
                </a:lnTo>
                <a:lnTo>
                  <a:pt x="1299" y="265434"/>
                </a:lnTo>
                <a:lnTo>
                  <a:pt x="882" y="263639"/>
                </a:lnTo>
                <a:lnTo>
                  <a:pt x="649" y="261825"/>
                </a:lnTo>
                <a:lnTo>
                  <a:pt x="539" y="259981"/>
                </a:lnTo>
                <a:lnTo>
                  <a:pt x="508" y="258119"/>
                </a:lnTo>
                <a:lnTo>
                  <a:pt x="0" y="23350"/>
                </a:lnTo>
                <a:lnTo>
                  <a:pt x="30" y="21481"/>
                </a:lnTo>
                <a:moveTo>
                  <a:pt x="6127" y="23417"/>
                </a:moveTo>
                <a:lnTo>
                  <a:pt x="6127" y="23361"/>
                </a:lnTo>
                <a:lnTo>
                  <a:pt x="6635" y="258088"/>
                </a:lnTo>
                <a:lnTo>
                  <a:pt x="6635" y="258051"/>
                </a:lnTo>
                <a:lnTo>
                  <a:pt x="6666" y="259821"/>
                </a:lnTo>
                <a:lnTo>
                  <a:pt x="6660" y="259687"/>
                </a:lnTo>
                <a:lnTo>
                  <a:pt x="6758" y="261354"/>
                </a:lnTo>
                <a:lnTo>
                  <a:pt x="6740" y="261139"/>
                </a:lnTo>
                <a:lnTo>
                  <a:pt x="6941" y="262701"/>
                </a:lnTo>
                <a:lnTo>
                  <a:pt x="6886" y="262413"/>
                </a:lnTo>
                <a:lnTo>
                  <a:pt x="7223" y="263872"/>
                </a:lnTo>
                <a:lnTo>
                  <a:pt x="7113" y="263504"/>
                </a:lnTo>
                <a:lnTo>
                  <a:pt x="7616" y="264870"/>
                </a:lnTo>
                <a:lnTo>
                  <a:pt x="7426" y="264454"/>
                </a:lnTo>
                <a:lnTo>
                  <a:pt x="8124" y="265728"/>
                </a:lnTo>
                <a:lnTo>
                  <a:pt x="7855" y="265318"/>
                </a:lnTo>
                <a:lnTo>
                  <a:pt x="8780" y="266500"/>
                </a:lnTo>
                <a:lnTo>
                  <a:pt x="8449" y="266138"/>
                </a:lnTo>
                <a:lnTo>
                  <a:pt x="9631" y="267235"/>
                </a:lnTo>
                <a:lnTo>
                  <a:pt x="9282" y="266959"/>
                </a:lnTo>
                <a:lnTo>
                  <a:pt x="10753" y="267971"/>
                </a:lnTo>
                <a:lnTo>
                  <a:pt x="10434" y="267781"/>
                </a:lnTo>
                <a:lnTo>
                  <a:pt x="12223" y="268712"/>
                </a:lnTo>
                <a:lnTo>
                  <a:pt x="11947" y="268583"/>
                </a:lnTo>
                <a:lnTo>
                  <a:pt x="14086" y="269441"/>
                </a:lnTo>
                <a:lnTo>
                  <a:pt x="13853" y="269361"/>
                </a:lnTo>
                <a:lnTo>
                  <a:pt x="16377" y="270139"/>
                </a:lnTo>
                <a:lnTo>
                  <a:pt x="16193" y="270090"/>
                </a:lnTo>
                <a:lnTo>
                  <a:pt x="19122" y="270801"/>
                </a:lnTo>
                <a:lnTo>
                  <a:pt x="18975" y="270771"/>
                </a:lnTo>
                <a:lnTo>
                  <a:pt x="22351" y="271420"/>
                </a:lnTo>
                <a:lnTo>
                  <a:pt x="22234" y="271395"/>
                </a:lnTo>
                <a:lnTo>
                  <a:pt x="26082" y="271978"/>
                </a:lnTo>
                <a:lnTo>
                  <a:pt x="25990" y="271965"/>
                </a:lnTo>
                <a:lnTo>
                  <a:pt x="30340" y="272486"/>
                </a:lnTo>
                <a:lnTo>
                  <a:pt x="30267" y="272480"/>
                </a:lnTo>
                <a:lnTo>
                  <a:pt x="35150" y="272946"/>
                </a:lnTo>
                <a:lnTo>
                  <a:pt x="35094" y="272939"/>
                </a:lnTo>
                <a:lnTo>
                  <a:pt x="40548" y="273350"/>
                </a:lnTo>
                <a:lnTo>
                  <a:pt x="40499" y="273344"/>
                </a:lnTo>
                <a:lnTo>
                  <a:pt x="46545" y="273705"/>
                </a:lnTo>
                <a:lnTo>
                  <a:pt x="46509" y="273705"/>
                </a:lnTo>
                <a:lnTo>
                  <a:pt x="53181" y="274018"/>
                </a:lnTo>
                <a:lnTo>
                  <a:pt x="53150" y="274018"/>
                </a:lnTo>
                <a:lnTo>
                  <a:pt x="60484" y="274287"/>
                </a:lnTo>
                <a:lnTo>
                  <a:pt x="60460" y="274287"/>
                </a:lnTo>
                <a:lnTo>
                  <a:pt x="68486" y="274514"/>
                </a:lnTo>
                <a:lnTo>
                  <a:pt x="68455" y="274514"/>
                </a:lnTo>
                <a:lnTo>
                  <a:pt x="86695" y="274863"/>
                </a:lnTo>
                <a:lnTo>
                  <a:pt x="86664" y="274863"/>
                </a:lnTo>
                <a:lnTo>
                  <a:pt x="108029" y="275084"/>
                </a:lnTo>
                <a:lnTo>
                  <a:pt x="108010" y="275084"/>
                </a:lnTo>
                <a:lnTo>
                  <a:pt x="132744" y="275212"/>
                </a:lnTo>
                <a:lnTo>
                  <a:pt x="132732" y="275212"/>
                </a:lnTo>
                <a:lnTo>
                  <a:pt x="193302" y="275286"/>
                </a:lnTo>
                <a:lnTo>
                  <a:pt x="1803656" y="276322"/>
                </a:lnTo>
                <a:lnTo>
                  <a:pt x="1864023" y="276273"/>
                </a:lnTo>
                <a:lnTo>
                  <a:pt x="1864012" y="276273"/>
                </a:lnTo>
                <a:lnTo>
                  <a:pt x="1888519" y="276168"/>
                </a:lnTo>
                <a:lnTo>
                  <a:pt x="1888507" y="276168"/>
                </a:lnTo>
                <a:lnTo>
                  <a:pt x="1909571" y="275973"/>
                </a:lnTo>
                <a:lnTo>
                  <a:pt x="1909546" y="275973"/>
                </a:lnTo>
                <a:lnTo>
                  <a:pt x="1927437" y="275666"/>
                </a:lnTo>
                <a:lnTo>
                  <a:pt x="1927406" y="275666"/>
                </a:lnTo>
                <a:lnTo>
                  <a:pt x="1935242" y="275458"/>
                </a:lnTo>
                <a:lnTo>
                  <a:pt x="1935218" y="275458"/>
                </a:lnTo>
                <a:lnTo>
                  <a:pt x="1942356" y="275206"/>
                </a:lnTo>
                <a:lnTo>
                  <a:pt x="1942319" y="275212"/>
                </a:lnTo>
                <a:lnTo>
                  <a:pt x="1948795" y="274918"/>
                </a:lnTo>
                <a:lnTo>
                  <a:pt x="1948752" y="274918"/>
                </a:lnTo>
                <a:lnTo>
                  <a:pt x="1954591" y="274581"/>
                </a:lnTo>
                <a:lnTo>
                  <a:pt x="1954542" y="274588"/>
                </a:lnTo>
                <a:lnTo>
                  <a:pt x="1959780" y="274202"/>
                </a:lnTo>
                <a:lnTo>
                  <a:pt x="1959719" y="274202"/>
                </a:lnTo>
                <a:lnTo>
                  <a:pt x="1964394" y="273760"/>
                </a:lnTo>
                <a:lnTo>
                  <a:pt x="1964314" y="273773"/>
                </a:lnTo>
                <a:lnTo>
                  <a:pt x="1968450" y="273271"/>
                </a:lnTo>
                <a:lnTo>
                  <a:pt x="1968352" y="273289"/>
                </a:lnTo>
                <a:lnTo>
                  <a:pt x="1971985" y="272725"/>
                </a:lnTo>
                <a:lnTo>
                  <a:pt x="1971856" y="272750"/>
                </a:lnTo>
                <a:lnTo>
                  <a:pt x="1975024" y="272124"/>
                </a:lnTo>
                <a:lnTo>
                  <a:pt x="1974865" y="272161"/>
                </a:lnTo>
                <a:lnTo>
                  <a:pt x="1977591" y="271469"/>
                </a:lnTo>
                <a:lnTo>
                  <a:pt x="1977389" y="271530"/>
                </a:lnTo>
                <a:lnTo>
                  <a:pt x="1979711" y="270771"/>
                </a:lnTo>
                <a:lnTo>
                  <a:pt x="1979460" y="270863"/>
                </a:lnTo>
                <a:lnTo>
                  <a:pt x="1981408" y="270029"/>
                </a:lnTo>
                <a:lnTo>
                  <a:pt x="1981102" y="270177"/>
                </a:lnTo>
                <a:lnTo>
                  <a:pt x="1982713" y="269263"/>
                </a:lnTo>
                <a:lnTo>
                  <a:pt x="1982364" y="269496"/>
                </a:lnTo>
                <a:lnTo>
                  <a:pt x="1983669" y="268498"/>
                </a:lnTo>
                <a:lnTo>
                  <a:pt x="1983308" y="268822"/>
                </a:lnTo>
                <a:lnTo>
                  <a:pt x="1984337" y="267744"/>
                </a:lnTo>
                <a:lnTo>
                  <a:pt x="1984012" y="268142"/>
                </a:lnTo>
                <a:lnTo>
                  <a:pt x="1984796" y="266978"/>
                </a:lnTo>
                <a:lnTo>
                  <a:pt x="1984551" y="267413"/>
                </a:lnTo>
                <a:lnTo>
                  <a:pt x="1985128" y="266151"/>
                </a:lnTo>
                <a:lnTo>
                  <a:pt x="1984974" y="266562"/>
                </a:lnTo>
                <a:lnTo>
                  <a:pt x="1985372" y="265207"/>
                </a:lnTo>
                <a:lnTo>
                  <a:pt x="1985293" y="265544"/>
                </a:lnTo>
                <a:lnTo>
                  <a:pt x="1985544" y="264092"/>
                </a:lnTo>
                <a:lnTo>
                  <a:pt x="1985513" y="264337"/>
                </a:lnTo>
                <a:lnTo>
                  <a:pt x="1985654" y="262781"/>
                </a:lnTo>
                <a:lnTo>
                  <a:pt x="1985642" y="262990"/>
                </a:lnTo>
                <a:lnTo>
                  <a:pt x="1985715" y="259559"/>
                </a:lnTo>
                <a:lnTo>
                  <a:pt x="1985715" y="259632"/>
                </a:lnTo>
                <a:lnTo>
                  <a:pt x="1985201" y="22559"/>
                </a:lnTo>
                <a:lnTo>
                  <a:pt x="1985207" y="22694"/>
                </a:lnTo>
                <a:lnTo>
                  <a:pt x="1985128" y="20923"/>
                </a:lnTo>
                <a:lnTo>
                  <a:pt x="1985158" y="21260"/>
                </a:lnTo>
                <a:lnTo>
                  <a:pt x="1984901" y="19600"/>
                </a:lnTo>
                <a:lnTo>
                  <a:pt x="1984993" y="20005"/>
                </a:lnTo>
                <a:lnTo>
                  <a:pt x="1984527" y="18454"/>
                </a:lnTo>
                <a:lnTo>
                  <a:pt x="1984699" y="18895"/>
                </a:lnTo>
                <a:lnTo>
                  <a:pt x="1984006" y="17449"/>
                </a:lnTo>
                <a:lnTo>
                  <a:pt x="1984257" y="17884"/>
                </a:lnTo>
                <a:lnTo>
                  <a:pt x="1983320" y="16543"/>
                </a:lnTo>
                <a:lnTo>
                  <a:pt x="1983632" y="16922"/>
                </a:lnTo>
                <a:lnTo>
                  <a:pt x="1982420" y="15672"/>
                </a:lnTo>
                <a:lnTo>
                  <a:pt x="1982756" y="15973"/>
                </a:lnTo>
                <a:lnTo>
                  <a:pt x="1981237" y="14821"/>
                </a:lnTo>
                <a:lnTo>
                  <a:pt x="1981562" y="15035"/>
                </a:lnTo>
                <a:lnTo>
                  <a:pt x="1979723" y="13969"/>
                </a:lnTo>
                <a:lnTo>
                  <a:pt x="1980005" y="14117"/>
                </a:lnTo>
                <a:lnTo>
                  <a:pt x="1977824" y="13136"/>
                </a:lnTo>
                <a:lnTo>
                  <a:pt x="1978063" y="13234"/>
                </a:lnTo>
                <a:lnTo>
                  <a:pt x="1975514" y="12339"/>
                </a:lnTo>
                <a:lnTo>
                  <a:pt x="1975710" y="12400"/>
                </a:lnTo>
                <a:lnTo>
                  <a:pt x="1972769" y="11580"/>
                </a:lnTo>
                <a:lnTo>
                  <a:pt x="1972928" y="11623"/>
                </a:lnTo>
                <a:lnTo>
                  <a:pt x="1969565" y="10881"/>
                </a:lnTo>
                <a:lnTo>
                  <a:pt x="1969694" y="10906"/>
                </a:lnTo>
                <a:lnTo>
                  <a:pt x="1965895" y="10238"/>
                </a:lnTo>
                <a:lnTo>
                  <a:pt x="1965999" y="10256"/>
                </a:lnTo>
                <a:lnTo>
                  <a:pt x="1961735" y="9656"/>
                </a:lnTo>
                <a:lnTo>
                  <a:pt x="1961821" y="9662"/>
                </a:lnTo>
                <a:lnTo>
                  <a:pt x="1957067" y="9129"/>
                </a:lnTo>
                <a:lnTo>
                  <a:pt x="1957134" y="9135"/>
                </a:lnTo>
                <a:lnTo>
                  <a:pt x="1951877" y="8658"/>
                </a:lnTo>
                <a:lnTo>
                  <a:pt x="1951932" y="8663"/>
                </a:lnTo>
                <a:lnTo>
                  <a:pt x="1946136" y="8247"/>
                </a:lnTo>
                <a:lnTo>
                  <a:pt x="1946179" y="8247"/>
                </a:lnTo>
                <a:lnTo>
                  <a:pt x="1939825" y="7886"/>
                </a:lnTo>
                <a:lnTo>
                  <a:pt x="1939862" y="7886"/>
                </a:lnTo>
                <a:lnTo>
                  <a:pt x="1932920" y="7567"/>
                </a:lnTo>
                <a:lnTo>
                  <a:pt x="1932951" y="7573"/>
                </a:lnTo>
                <a:lnTo>
                  <a:pt x="1925409" y="7303"/>
                </a:lnTo>
                <a:lnTo>
                  <a:pt x="1925445" y="7303"/>
                </a:lnTo>
                <a:lnTo>
                  <a:pt x="1908443" y="6887"/>
                </a:lnTo>
                <a:lnTo>
                  <a:pt x="1908474" y="6887"/>
                </a:lnTo>
                <a:lnTo>
                  <a:pt x="1888770" y="6617"/>
                </a:lnTo>
                <a:lnTo>
                  <a:pt x="1888788" y="6617"/>
                </a:lnTo>
                <a:lnTo>
                  <a:pt x="1866187" y="6452"/>
                </a:lnTo>
                <a:lnTo>
                  <a:pt x="1866199" y="6452"/>
                </a:lnTo>
                <a:lnTo>
                  <a:pt x="1840503" y="6372"/>
                </a:lnTo>
                <a:lnTo>
                  <a:pt x="1840515" y="6372"/>
                </a:lnTo>
                <a:lnTo>
                  <a:pt x="1779111" y="6347"/>
                </a:lnTo>
                <a:lnTo>
                  <a:pt x="193296" y="6127"/>
                </a:lnTo>
                <a:lnTo>
                  <a:pt x="193302" y="6127"/>
                </a:lnTo>
                <a:lnTo>
                  <a:pt x="132714" y="6201"/>
                </a:lnTo>
                <a:lnTo>
                  <a:pt x="132726" y="6201"/>
                </a:lnTo>
                <a:lnTo>
                  <a:pt x="107967" y="6329"/>
                </a:lnTo>
                <a:lnTo>
                  <a:pt x="107979" y="6329"/>
                </a:lnTo>
                <a:lnTo>
                  <a:pt x="86591" y="6562"/>
                </a:lnTo>
                <a:lnTo>
                  <a:pt x="86615" y="6555"/>
                </a:lnTo>
                <a:lnTo>
                  <a:pt x="68339" y="6911"/>
                </a:lnTo>
                <a:lnTo>
                  <a:pt x="68370" y="6911"/>
                </a:lnTo>
                <a:lnTo>
                  <a:pt x="60325" y="7138"/>
                </a:lnTo>
                <a:lnTo>
                  <a:pt x="60350" y="7138"/>
                </a:lnTo>
                <a:lnTo>
                  <a:pt x="52991" y="7414"/>
                </a:lnTo>
                <a:lnTo>
                  <a:pt x="53022" y="7408"/>
                </a:lnTo>
                <a:lnTo>
                  <a:pt x="46325" y="7726"/>
                </a:lnTo>
                <a:lnTo>
                  <a:pt x="46362" y="7726"/>
                </a:lnTo>
                <a:lnTo>
                  <a:pt x="40290" y="8087"/>
                </a:lnTo>
                <a:lnTo>
                  <a:pt x="40339" y="8081"/>
                </a:lnTo>
                <a:lnTo>
                  <a:pt x="34862" y="8498"/>
                </a:lnTo>
                <a:lnTo>
                  <a:pt x="34923" y="8492"/>
                </a:lnTo>
                <a:lnTo>
                  <a:pt x="30009" y="8958"/>
                </a:lnTo>
                <a:lnTo>
                  <a:pt x="30083" y="8952"/>
                </a:lnTo>
                <a:lnTo>
                  <a:pt x="25708" y="9472"/>
                </a:lnTo>
                <a:lnTo>
                  <a:pt x="25800" y="9460"/>
                </a:lnTo>
                <a:lnTo>
                  <a:pt x="21928" y="10048"/>
                </a:lnTo>
                <a:lnTo>
                  <a:pt x="22045" y="10030"/>
                </a:lnTo>
                <a:lnTo>
                  <a:pt x="18650" y="10673"/>
                </a:lnTo>
                <a:lnTo>
                  <a:pt x="18791" y="10642"/>
                </a:lnTo>
                <a:lnTo>
                  <a:pt x="15838" y="11359"/>
                </a:lnTo>
                <a:lnTo>
                  <a:pt x="16022" y="11310"/>
                </a:lnTo>
                <a:lnTo>
                  <a:pt x="13479" y="12095"/>
                </a:lnTo>
                <a:lnTo>
                  <a:pt x="13706" y="12015"/>
                </a:lnTo>
                <a:lnTo>
                  <a:pt x="11543" y="12872"/>
                </a:lnTo>
                <a:lnTo>
                  <a:pt x="11818" y="12744"/>
                </a:lnTo>
                <a:lnTo>
                  <a:pt x="10011" y="13682"/>
                </a:lnTo>
                <a:lnTo>
                  <a:pt x="10330" y="13491"/>
                </a:lnTo>
                <a:lnTo>
                  <a:pt x="8841" y="14508"/>
                </a:lnTo>
                <a:lnTo>
                  <a:pt x="9184" y="14233"/>
                </a:lnTo>
                <a:lnTo>
                  <a:pt x="7983" y="15336"/>
                </a:lnTo>
                <a:lnTo>
                  <a:pt x="8314" y="14980"/>
                </a:lnTo>
                <a:lnTo>
                  <a:pt x="7376" y="16163"/>
                </a:lnTo>
                <a:lnTo>
                  <a:pt x="7652" y="15753"/>
                </a:lnTo>
                <a:lnTo>
                  <a:pt x="6936" y="17027"/>
                </a:lnTo>
                <a:lnTo>
                  <a:pt x="7132" y="16610"/>
                </a:lnTo>
                <a:lnTo>
                  <a:pt x="6617" y="17976"/>
                </a:lnTo>
                <a:lnTo>
                  <a:pt x="6733" y="17608"/>
                </a:lnTo>
                <a:lnTo>
                  <a:pt x="6384" y="19073"/>
                </a:lnTo>
                <a:lnTo>
                  <a:pt x="6439" y="18773"/>
                </a:lnTo>
                <a:lnTo>
                  <a:pt x="6231" y="20335"/>
                </a:lnTo>
                <a:lnTo>
                  <a:pt x="6250" y="20121"/>
                </a:lnTo>
                <a:lnTo>
                  <a:pt x="6151" y="21787"/>
                </a:lnTo>
                <a:lnTo>
                  <a:pt x="6151" y="21646"/>
                </a:lnTo>
                <a:lnTo>
                  <a:pt x="6127" y="23417"/>
                </a:lnTo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91C20689-EB05-441E-B57A-CBE1BA71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31" y="5777521"/>
            <a:ext cx="3823161" cy="1357712"/>
          </a:xfrm>
          <a:custGeom xmlns:a="http://schemas.openxmlformats.org/drawingml/2006/main">
            <a:pathLst>
              <a:path w="3823161" h="1357712">
                <a:moveTo>
                  <a:pt x="0" y="99775"/>
                </a:moveTo>
                <a:cubicBezTo>
                  <a:pt x="0" y="4025"/>
                  <a:pt x="14772" y="0"/>
                  <a:pt x="366270" y="0"/>
                </a:cubicBezTo>
                <a:lnTo>
                  <a:pt x="3419480" y="1072"/>
                </a:lnTo>
                <a:cubicBezTo>
                  <a:pt x="3770979" y="1072"/>
                  <a:pt x="3822174" y="0"/>
                  <a:pt x="3822174" y="95751"/>
                </a:cubicBezTo>
                <a:lnTo>
                  <a:pt x="3823161" y="1260620"/>
                </a:lnTo>
                <a:cubicBezTo>
                  <a:pt x="3823161" y="1356370"/>
                  <a:pt x="3818235" y="1357712"/>
                  <a:pt x="3466737" y="1357712"/>
                </a:cubicBezTo>
                <a:lnTo>
                  <a:pt x="366270" y="1352615"/>
                </a:lnTo>
                <a:cubicBezTo>
                  <a:pt x="14772" y="1352615"/>
                  <a:pt x="986" y="1348859"/>
                  <a:pt x="986" y="1253108"/>
                </a:cubicBezTo>
                <a:lnTo>
                  <a:pt x="0" y="997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4B606ED8-C929-480C-A7B3-C2C14D93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" y="5765267"/>
            <a:ext cx="3847662" cy="1382220"/>
          </a:xfrm>
          <a:custGeom xmlns:a="http://schemas.openxmlformats.org/drawingml/2006/main">
            <a:pathLst>
              <a:path w="3847662" h="1382220">
                <a:moveTo>
                  <a:pt x="987" y="1265375"/>
                </a:moveTo>
                <a:lnTo>
                  <a:pt x="919" y="1191852"/>
                </a:lnTo>
                <a:lnTo>
                  <a:pt x="25427" y="1191828"/>
                </a:lnTo>
                <a:lnTo>
                  <a:pt x="25494" y="1265350"/>
                </a:lnTo>
                <a:lnTo>
                  <a:pt x="987" y="1265375"/>
                </a:lnTo>
                <a:moveTo>
                  <a:pt x="901" y="1167345"/>
                </a:moveTo>
                <a:lnTo>
                  <a:pt x="839" y="1093823"/>
                </a:lnTo>
                <a:lnTo>
                  <a:pt x="25347" y="1093798"/>
                </a:lnTo>
                <a:lnTo>
                  <a:pt x="25408" y="1167320"/>
                </a:lnTo>
                <a:lnTo>
                  <a:pt x="901" y="1167345"/>
                </a:lnTo>
                <a:moveTo>
                  <a:pt x="815" y="1069315"/>
                </a:moveTo>
                <a:lnTo>
                  <a:pt x="754" y="995793"/>
                </a:lnTo>
                <a:lnTo>
                  <a:pt x="25261" y="995768"/>
                </a:lnTo>
                <a:lnTo>
                  <a:pt x="25322" y="1069291"/>
                </a:lnTo>
                <a:lnTo>
                  <a:pt x="815" y="1069315"/>
                </a:lnTo>
                <a:moveTo>
                  <a:pt x="735" y="971285"/>
                </a:moveTo>
                <a:lnTo>
                  <a:pt x="668" y="897763"/>
                </a:lnTo>
                <a:lnTo>
                  <a:pt x="25175" y="897738"/>
                </a:lnTo>
                <a:lnTo>
                  <a:pt x="25243" y="971260"/>
                </a:lnTo>
                <a:lnTo>
                  <a:pt x="735" y="971285"/>
                </a:lnTo>
                <a:moveTo>
                  <a:pt x="649" y="873255"/>
                </a:moveTo>
                <a:lnTo>
                  <a:pt x="588" y="799733"/>
                </a:lnTo>
                <a:lnTo>
                  <a:pt x="25096" y="799709"/>
                </a:lnTo>
                <a:lnTo>
                  <a:pt x="25157" y="873231"/>
                </a:lnTo>
                <a:lnTo>
                  <a:pt x="649" y="873255"/>
                </a:lnTo>
                <a:moveTo>
                  <a:pt x="564" y="775226"/>
                </a:moveTo>
                <a:lnTo>
                  <a:pt x="502" y="701704"/>
                </a:lnTo>
                <a:lnTo>
                  <a:pt x="25010" y="701679"/>
                </a:lnTo>
                <a:lnTo>
                  <a:pt x="25071" y="775201"/>
                </a:lnTo>
                <a:lnTo>
                  <a:pt x="564" y="775226"/>
                </a:lnTo>
                <a:moveTo>
                  <a:pt x="484" y="677196"/>
                </a:moveTo>
                <a:lnTo>
                  <a:pt x="423" y="603674"/>
                </a:lnTo>
                <a:lnTo>
                  <a:pt x="24930" y="603649"/>
                </a:lnTo>
                <a:lnTo>
                  <a:pt x="24991" y="677171"/>
                </a:lnTo>
                <a:lnTo>
                  <a:pt x="484" y="677196"/>
                </a:lnTo>
                <a:moveTo>
                  <a:pt x="398" y="579166"/>
                </a:moveTo>
                <a:lnTo>
                  <a:pt x="337" y="505644"/>
                </a:lnTo>
                <a:lnTo>
                  <a:pt x="24844" y="505619"/>
                </a:lnTo>
                <a:lnTo>
                  <a:pt x="24906" y="579141"/>
                </a:lnTo>
                <a:lnTo>
                  <a:pt x="398" y="579166"/>
                </a:lnTo>
                <a:moveTo>
                  <a:pt x="312" y="481136"/>
                </a:moveTo>
                <a:lnTo>
                  <a:pt x="251" y="407614"/>
                </a:lnTo>
                <a:lnTo>
                  <a:pt x="24759" y="407590"/>
                </a:lnTo>
                <a:lnTo>
                  <a:pt x="24820" y="481112"/>
                </a:lnTo>
                <a:lnTo>
                  <a:pt x="312" y="481136"/>
                </a:lnTo>
                <a:moveTo>
                  <a:pt x="233" y="383106"/>
                </a:moveTo>
                <a:lnTo>
                  <a:pt x="172" y="309584"/>
                </a:lnTo>
                <a:lnTo>
                  <a:pt x="24679" y="309560"/>
                </a:lnTo>
                <a:lnTo>
                  <a:pt x="24740" y="383082"/>
                </a:lnTo>
                <a:lnTo>
                  <a:pt x="233" y="383106"/>
                </a:lnTo>
                <a:moveTo>
                  <a:pt x="147" y="285077"/>
                </a:moveTo>
                <a:lnTo>
                  <a:pt x="86" y="211555"/>
                </a:lnTo>
                <a:lnTo>
                  <a:pt x="24593" y="211530"/>
                </a:lnTo>
                <a:lnTo>
                  <a:pt x="24655" y="285052"/>
                </a:lnTo>
                <a:lnTo>
                  <a:pt x="147" y="285077"/>
                </a:lnTo>
                <a:moveTo>
                  <a:pt x="61" y="187047"/>
                </a:moveTo>
                <a:lnTo>
                  <a:pt x="0" y="113524"/>
                </a:lnTo>
                <a:lnTo>
                  <a:pt x="24508" y="113500"/>
                </a:lnTo>
                <a:lnTo>
                  <a:pt x="24569" y="187022"/>
                </a:lnTo>
                <a:lnTo>
                  <a:pt x="61" y="187047"/>
                </a:lnTo>
                <a:moveTo>
                  <a:pt x="582" y="88270"/>
                </a:moveTo>
                <a:lnTo>
                  <a:pt x="686" y="86578"/>
                </a:lnTo>
                <a:lnTo>
                  <a:pt x="1005" y="82658"/>
                </a:lnTo>
                <a:lnTo>
                  <a:pt x="1403" y="78816"/>
                </a:lnTo>
                <a:lnTo>
                  <a:pt x="1899" y="75048"/>
                </a:lnTo>
                <a:lnTo>
                  <a:pt x="2506" y="71347"/>
                </a:lnTo>
                <a:lnTo>
                  <a:pt x="3223" y="67720"/>
                </a:lnTo>
                <a:lnTo>
                  <a:pt x="4081" y="64154"/>
                </a:lnTo>
                <a:lnTo>
                  <a:pt x="5079" y="60656"/>
                </a:lnTo>
                <a:lnTo>
                  <a:pt x="6231" y="57225"/>
                </a:lnTo>
                <a:lnTo>
                  <a:pt x="7561" y="53867"/>
                </a:lnTo>
                <a:lnTo>
                  <a:pt x="9080" y="50583"/>
                </a:lnTo>
                <a:lnTo>
                  <a:pt x="10783" y="47391"/>
                </a:lnTo>
                <a:lnTo>
                  <a:pt x="12695" y="44291"/>
                </a:lnTo>
                <a:lnTo>
                  <a:pt x="14815" y="41302"/>
                </a:lnTo>
                <a:lnTo>
                  <a:pt x="17137" y="38434"/>
                </a:lnTo>
                <a:lnTo>
                  <a:pt x="19667" y="35695"/>
                </a:lnTo>
                <a:lnTo>
                  <a:pt x="22400" y="33097"/>
                </a:lnTo>
                <a:lnTo>
                  <a:pt x="25328" y="30640"/>
                </a:lnTo>
                <a:lnTo>
                  <a:pt x="28447" y="28331"/>
                </a:lnTo>
                <a:lnTo>
                  <a:pt x="31756" y="26155"/>
                </a:lnTo>
                <a:lnTo>
                  <a:pt x="35254" y="24121"/>
                </a:lnTo>
                <a:lnTo>
                  <a:pt x="38942" y="22216"/>
                </a:lnTo>
                <a:lnTo>
                  <a:pt x="42821" y="20439"/>
                </a:lnTo>
                <a:lnTo>
                  <a:pt x="44806" y="19624"/>
                </a:lnTo>
                <a:lnTo>
                  <a:pt x="54070" y="42312"/>
                </a:lnTo>
                <a:lnTo>
                  <a:pt x="52330" y="43029"/>
                </a:lnTo>
                <a:lnTo>
                  <a:pt x="52808" y="42821"/>
                </a:lnTo>
                <a:lnTo>
                  <a:pt x="49425" y="44371"/>
                </a:lnTo>
                <a:lnTo>
                  <a:pt x="49934" y="44119"/>
                </a:lnTo>
                <a:lnTo>
                  <a:pt x="46779" y="45755"/>
                </a:lnTo>
                <a:lnTo>
                  <a:pt x="47312" y="45461"/>
                </a:lnTo>
                <a:lnTo>
                  <a:pt x="44365" y="47177"/>
                </a:lnTo>
                <a:lnTo>
                  <a:pt x="44928" y="46827"/>
                </a:lnTo>
                <a:lnTo>
                  <a:pt x="42183" y="48629"/>
                </a:lnTo>
                <a:lnTo>
                  <a:pt x="42759" y="48224"/>
                </a:lnTo>
                <a:lnTo>
                  <a:pt x="40217" y="50111"/>
                </a:lnTo>
                <a:lnTo>
                  <a:pt x="40793" y="49652"/>
                </a:lnTo>
                <a:lnTo>
                  <a:pt x="38440" y="51625"/>
                </a:lnTo>
                <a:lnTo>
                  <a:pt x="39016" y="51117"/>
                </a:lnTo>
                <a:lnTo>
                  <a:pt x="36847" y="53181"/>
                </a:lnTo>
                <a:lnTo>
                  <a:pt x="37398" y="52618"/>
                </a:lnTo>
                <a:lnTo>
                  <a:pt x="35407" y="54774"/>
                </a:lnTo>
                <a:lnTo>
                  <a:pt x="35928" y="54173"/>
                </a:lnTo>
                <a:lnTo>
                  <a:pt x="34102" y="56422"/>
                </a:lnTo>
                <a:lnTo>
                  <a:pt x="34580" y="55791"/>
                </a:lnTo>
                <a:lnTo>
                  <a:pt x="32920" y="58138"/>
                </a:lnTo>
                <a:lnTo>
                  <a:pt x="33349" y="57488"/>
                </a:lnTo>
                <a:lnTo>
                  <a:pt x="31841" y="59933"/>
                </a:lnTo>
                <a:lnTo>
                  <a:pt x="32221" y="59277"/>
                </a:lnTo>
                <a:lnTo>
                  <a:pt x="30861" y="61820"/>
                </a:lnTo>
                <a:lnTo>
                  <a:pt x="31179" y="61176"/>
                </a:lnTo>
                <a:lnTo>
                  <a:pt x="29960" y="63823"/>
                </a:lnTo>
                <a:lnTo>
                  <a:pt x="30224" y="63198"/>
                </a:lnTo>
                <a:lnTo>
                  <a:pt x="29140" y="65949"/>
                </a:lnTo>
                <a:lnTo>
                  <a:pt x="29354" y="65362"/>
                </a:lnTo>
                <a:lnTo>
                  <a:pt x="28392" y="68216"/>
                </a:lnTo>
                <a:lnTo>
                  <a:pt x="28563" y="67665"/>
                </a:lnTo>
                <a:lnTo>
                  <a:pt x="27718" y="70631"/>
                </a:lnTo>
                <a:lnTo>
                  <a:pt x="27853" y="70115"/>
                </a:lnTo>
                <a:lnTo>
                  <a:pt x="27111" y="73191"/>
                </a:lnTo>
                <a:lnTo>
                  <a:pt x="27215" y="72732"/>
                </a:lnTo>
                <a:lnTo>
                  <a:pt x="26584" y="75918"/>
                </a:lnTo>
                <a:lnTo>
                  <a:pt x="26658" y="75501"/>
                </a:lnTo>
                <a:lnTo>
                  <a:pt x="26119" y="78804"/>
                </a:lnTo>
                <a:lnTo>
                  <a:pt x="26174" y="78430"/>
                </a:lnTo>
                <a:lnTo>
                  <a:pt x="25721" y="81848"/>
                </a:lnTo>
                <a:lnTo>
                  <a:pt x="25764" y="81524"/>
                </a:lnTo>
                <a:lnTo>
                  <a:pt x="25390" y="85065"/>
                </a:lnTo>
                <a:lnTo>
                  <a:pt x="25421" y="84777"/>
                </a:lnTo>
                <a:lnTo>
                  <a:pt x="25120" y="88435"/>
                </a:lnTo>
                <a:lnTo>
                  <a:pt x="25139" y="88190"/>
                </a:lnTo>
                <a:lnTo>
                  <a:pt x="25047" y="89765"/>
                </a:lnTo>
                <a:lnTo>
                  <a:pt x="582" y="88270"/>
                </a:lnTo>
                <a:moveTo>
                  <a:pt x="70153" y="12027"/>
                </a:moveTo>
                <a:lnTo>
                  <a:pt x="70434" y="11960"/>
                </a:lnTo>
                <a:lnTo>
                  <a:pt x="75844" y="10856"/>
                </a:lnTo>
                <a:lnTo>
                  <a:pt x="81500" y="9827"/>
                </a:lnTo>
                <a:lnTo>
                  <a:pt x="87424" y="8872"/>
                </a:lnTo>
                <a:lnTo>
                  <a:pt x="93618" y="7983"/>
                </a:lnTo>
                <a:lnTo>
                  <a:pt x="100094" y="7157"/>
                </a:lnTo>
                <a:lnTo>
                  <a:pt x="106865" y="6390"/>
                </a:lnTo>
                <a:lnTo>
                  <a:pt x="113935" y="5686"/>
                </a:lnTo>
                <a:lnTo>
                  <a:pt x="121312" y="5030"/>
                </a:lnTo>
                <a:lnTo>
                  <a:pt x="129007" y="4430"/>
                </a:lnTo>
                <a:lnTo>
                  <a:pt x="137027" y="3878"/>
                </a:lnTo>
                <a:lnTo>
                  <a:pt x="145133" y="3395"/>
                </a:lnTo>
                <a:lnTo>
                  <a:pt x="146604" y="27859"/>
                </a:lnTo>
                <a:lnTo>
                  <a:pt x="138553" y="28342"/>
                </a:lnTo>
                <a:lnTo>
                  <a:pt x="138657" y="28337"/>
                </a:lnTo>
                <a:lnTo>
                  <a:pt x="130741" y="28876"/>
                </a:lnTo>
                <a:lnTo>
                  <a:pt x="130857" y="28870"/>
                </a:lnTo>
                <a:lnTo>
                  <a:pt x="123279" y="29458"/>
                </a:lnTo>
                <a:lnTo>
                  <a:pt x="123407" y="29446"/>
                </a:lnTo>
                <a:lnTo>
                  <a:pt x="116165" y="30089"/>
                </a:lnTo>
                <a:lnTo>
                  <a:pt x="116306" y="30077"/>
                </a:lnTo>
                <a:lnTo>
                  <a:pt x="109383" y="30769"/>
                </a:lnTo>
                <a:lnTo>
                  <a:pt x="109542" y="30750"/>
                </a:lnTo>
                <a:lnTo>
                  <a:pt x="102937" y="31498"/>
                </a:lnTo>
                <a:lnTo>
                  <a:pt x="103109" y="31480"/>
                </a:lnTo>
                <a:lnTo>
                  <a:pt x="96817" y="32282"/>
                </a:lnTo>
                <a:lnTo>
                  <a:pt x="97007" y="32258"/>
                </a:lnTo>
                <a:lnTo>
                  <a:pt x="91015" y="33116"/>
                </a:lnTo>
                <a:lnTo>
                  <a:pt x="91229" y="33085"/>
                </a:lnTo>
                <a:lnTo>
                  <a:pt x="85531" y="34004"/>
                </a:lnTo>
                <a:lnTo>
                  <a:pt x="85764" y="33967"/>
                </a:lnTo>
                <a:lnTo>
                  <a:pt x="80354" y="34947"/>
                </a:lnTo>
                <a:lnTo>
                  <a:pt x="80611" y="34898"/>
                </a:lnTo>
                <a:lnTo>
                  <a:pt x="75483" y="35946"/>
                </a:lnTo>
                <a:lnTo>
                  <a:pt x="75765" y="35885"/>
                </a:lnTo>
                <a:lnTo>
                  <a:pt x="75624" y="35916"/>
                </a:lnTo>
                <a:lnTo>
                  <a:pt x="70153" y="12027"/>
                </a:lnTo>
                <a:moveTo>
                  <a:pt x="169825" y="2249"/>
                </a:moveTo>
                <a:lnTo>
                  <a:pt x="172551" y="2132"/>
                </a:lnTo>
                <a:lnTo>
                  <a:pt x="192482" y="1501"/>
                </a:lnTo>
                <a:lnTo>
                  <a:pt x="213956" y="1005"/>
                </a:lnTo>
                <a:lnTo>
                  <a:pt x="237024" y="631"/>
                </a:lnTo>
                <a:lnTo>
                  <a:pt x="243714" y="558"/>
                </a:lnTo>
                <a:lnTo>
                  <a:pt x="243984" y="25065"/>
                </a:lnTo>
                <a:lnTo>
                  <a:pt x="237324" y="25139"/>
                </a:lnTo>
                <a:lnTo>
                  <a:pt x="237391" y="25132"/>
                </a:lnTo>
                <a:lnTo>
                  <a:pt x="214391" y="25506"/>
                </a:lnTo>
                <a:lnTo>
                  <a:pt x="214477" y="25506"/>
                </a:lnTo>
                <a:lnTo>
                  <a:pt x="193100" y="26002"/>
                </a:lnTo>
                <a:lnTo>
                  <a:pt x="193211" y="25996"/>
                </a:lnTo>
                <a:lnTo>
                  <a:pt x="173390" y="26627"/>
                </a:lnTo>
                <a:lnTo>
                  <a:pt x="173525" y="26621"/>
                </a:lnTo>
                <a:lnTo>
                  <a:pt x="170872" y="26732"/>
                </a:lnTo>
                <a:lnTo>
                  <a:pt x="169825" y="2249"/>
                </a:lnTo>
                <a:moveTo>
                  <a:pt x="268271" y="313"/>
                </a:moveTo>
                <a:lnTo>
                  <a:pt x="288208" y="177"/>
                </a:lnTo>
                <a:lnTo>
                  <a:pt x="316452" y="67"/>
                </a:lnTo>
                <a:lnTo>
                  <a:pt x="341861" y="43"/>
                </a:lnTo>
                <a:lnTo>
                  <a:pt x="341891" y="24550"/>
                </a:lnTo>
                <a:lnTo>
                  <a:pt x="316495" y="24575"/>
                </a:lnTo>
                <a:lnTo>
                  <a:pt x="316532" y="24575"/>
                </a:lnTo>
                <a:lnTo>
                  <a:pt x="288324" y="24685"/>
                </a:lnTo>
                <a:lnTo>
                  <a:pt x="288361" y="24685"/>
                </a:lnTo>
                <a:lnTo>
                  <a:pt x="268436" y="24820"/>
                </a:lnTo>
                <a:lnTo>
                  <a:pt x="268271" y="313"/>
                </a:lnTo>
                <a:moveTo>
                  <a:pt x="366368" y="12"/>
                </a:moveTo>
                <a:lnTo>
                  <a:pt x="378518" y="0"/>
                </a:lnTo>
                <a:lnTo>
                  <a:pt x="439909" y="18"/>
                </a:lnTo>
                <a:lnTo>
                  <a:pt x="439903" y="24526"/>
                </a:lnTo>
                <a:lnTo>
                  <a:pt x="378518" y="24507"/>
                </a:lnTo>
                <a:lnTo>
                  <a:pt x="378536" y="24507"/>
                </a:lnTo>
                <a:lnTo>
                  <a:pt x="366399" y="24520"/>
                </a:lnTo>
                <a:lnTo>
                  <a:pt x="366368" y="12"/>
                </a:lnTo>
                <a:moveTo>
                  <a:pt x="464416" y="31"/>
                </a:moveTo>
                <a:lnTo>
                  <a:pt x="537938" y="55"/>
                </a:lnTo>
                <a:lnTo>
                  <a:pt x="537932" y="24562"/>
                </a:lnTo>
                <a:lnTo>
                  <a:pt x="464410" y="24538"/>
                </a:lnTo>
                <a:lnTo>
                  <a:pt x="464416" y="31"/>
                </a:lnTo>
                <a:moveTo>
                  <a:pt x="562446" y="61"/>
                </a:moveTo>
                <a:lnTo>
                  <a:pt x="635968" y="92"/>
                </a:lnTo>
                <a:lnTo>
                  <a:pt x="635962" y="24600"/>
                </a:lnTo>
                <a:lnTo>
                  <a:pt x="562440" y="24569"/>
                </a:lnTo>
                <a:lnTo>
                  <a:pt x="562446" y="61"/>
                </a:lnTo>
                <a:moveTo>
                  <a:pt x="660476" y="98"/>
                </a:moveTo>
                <a:lnTo>
                  <a:pt x="733998" y="123"/>
                </a:lnTo>
                <a:lnTo>
                  <a:pt x="733992" y="24630"/>
                </a:lnTo>
                <a:lnTo>
                  <a:pt x="660470" y="24605"/>
                </a:lnTo>
                <a:lnTo>
                  <a:pt x="660476" y="98"/>
                </a:lnTo>
                <a:moveTo>
                  <a:pt x="758505" y="135"/>
                </a:moveTo>
                <a:lnTo>
                  <a:pt x="832028" y="159"/>
                </a:lnTo>
                <a:lnTo>
                  <a:pt x="832022" y="24667"/>
                </a:lnTo>
                <a:lnTo>
                  <a:pt x="758500" y="24642"/>
                </a:lnTo>
                <a:lnTo>
                  <a:pt x="758505" y="135"/>
                </a:lnTo>
                <a:moveTo>
                  <a:pt x="856535" y="165"/>
                </a:moveTo>
                <a:lnTo>
                  <a:pt x="930058" y="196"/>
                </a:lnTo>
                <a:lnTo>
                  <a:pt x="930051" y="24703"/>
                </a:lnTo>
                <a:lnTo>
                  <a:pt x="856529" y="24673"/>
                </a:lnTo>
                <a:lnTo>
                  <a:pt x="856535" y="165"/>
                </a:lnTo>
                <a:moveTo>
                  <a:pt x="954565" y="202"/>
                </a:moveTo>
                <a:lnTo>
                  <a:pt x="1028087" y="227"/>
                </a:lnTo>
                <a:lnTo>
                  <a:pt x="1028081" y="24734"/>
                </a:lnTo>
                <a:lnTo>
                  <a:pt x="954559" y="24710"/>
                </a:lnTo>
                <a:lnTo>
                  <a:pt x="954565" y="202"/>
                </a:lnTo>
                <a:moveTo>
                  <a:pt x="1052594" y="239"/>
                </a:moveTo>
                <a:lnTo>
                  <a:pt x="1126117" y="263"/>
                </a:lnTo>
                <a:lnTo>
                  <a:pt x="1126111" y="24771"/>
                </a:lnTo>
                <a:lnTo>
                  <a:pt x="1052589" y="24746"/>
                </a:lnTo>
                <a:lnTo>
                  <a:pt x="1052594" y="239"/>
                </a:lnTo>
                <a:moveTo>
                  <a:pt x="1150625" y="270"/>
                </a:moveTo>
                <a:lnTo>
                  <a:pt x="1224147" y="294"/>
                </a:lnTo>
                <a:lnTo>
                  <a:pt x="1224141" y="24801"/>
                </a:lnTo>
                <a:lnTo>
                  <a:pt x="1150619" y="24777"/>
                </a:lnTo>
                <a:lnTo>
                  <a:pt x="1150625" y="270"/>
                </a:lnTo>
                <a:moveTo>
                  <a:pt x="1248655" y="306"/>
                </a:moveTo>
                <a:lnTo>
                  <a:pt x="1322177" y="331"/>
                </a:lnTo>
                <a:lnTo>
                  <a:pt x="1322170" y="24839"/>
                </a:lnTo>
                <a:lnTo>
                  <a:pt x="1248648" y="24814"/>
                </a:lnTo>
                <a:lnTo>
                  <a:pt x="1248655" y="306"/>
                </a:lnTo>
                <a:moveTo>
                  <a:pt x="1346684" y="337"/>
                </a:moveTo>
                <a:lnTo>
                  <a:pt x="1420206" y="367"/>
                </a:lnTo>
                <a:lnTo>
                  <a:pt x="1420200" y="24875"/>
                </a:lnTo>
                <a:lnTo>
                  <a:pt x="1346678" y="24844"/>
                </a:lnTo>
                <a:lnTo>
                  <a:pt x="1346684" y="337"/>
                </a:lnTo>
                <a:moveTo>
                  <a:pt x="1444714" y="374"/>
                </a:moveTo>
                <a:lnTo>
                  <a:pt x="1518236" y="398"/>
                </a:lnTo>
                <a:lnTo>
                  <a:pt x="1518230" y="24905"/>
                </a:lnTo>
                <a:lnTo>
                  <a:pt x="1444708" y="24881"/>
                </a:lnTo>
                <a:lnTo>
                  <a:pt x="1444714" y="374"/>
                </a:lnTo>
                <a:moveTo>
                  <a:pt x="1542744" y="410"/>
                </a:moveTo>
                <a:lnTo>
                  <a:pt x="1616266" y="435"/>
                </a:lnTo>
                <a:lnTo>
                  <a:pt x="1616260" y="24942"/>
                </a:lnTo>
                <a:lnTo>
                  <a:pt x="1542738" y="24918"/>
                </a:lnTo>
                <a:lnTo>
                  <a:pt x="1542744" y="410"/>
                </a:lnTo>
                <a:moveTo>
                  <a:pt x="1640774" y="441"/>
                </a:moveTo>
                <a:lnTo>
                  <a:pt x="1714296" y="472"/>
                </a:lnTo>
                <a:lnTo>
                  <a:pt x="1714290" y="24979"/>
                </a:lnTo>
                <a:lnTo>
                  <a:pt x="1640767" y="24948"/>
                </a:lnTo>
                <a:lnTo>
                  <a:pt x="1640774" y="441"/>
                </a:lnTo>
                <a:moveTo>
                  <a:pt x="1738803" y="478"/>
                </a:moveTo>
                <a:lnTo>
                  <a:pt x="1812325" y="502"/>
                </a:lnTo>
                <a:lnTo>
                  <a:pt x="1812319" y="25010"/>
                </a:lnTo>
                <a:lnTo>
                  <a:pt x="1738797" y="24985"/>
                </a:lnTo>
                <a:lnTo>
                  <a:pt x="1738803" y="478"/>
                </a:lnTo>
                <a:moveTo>
                  <a:pt x="1836833" y="515"/>
                </a:moveTo>
                <a:lnTo>
                  <a:pt x="1910355" y="539"/>
                </a:lnTo>
                <a:lnTo>
                  <a:pt x="1910349" y="25047"/>
                </a:lnTo>
                <a:lnTo>
                  <a:pt x="1836827" y="25022"/>
                </a:lnTo>
                <a:lnTo>
                  <a:pt x="1836833" y="515"/>
                </a:lnTo>
                <a:moveTo>
                  <a:pt x="1934863" y="545"/>
                </a:moveTo>
                <a:lnTo>
                  <a:pt x="2008385" y="570"/>
                </a:lnTo>
                <a:lnTo>
                  <a:pt x="2008379" y="25078"/>
                </a:lnTo>
                <a:lnTo>
                  <a:pt x="1934857" y="25053"/>
                </a:lnTo>
                <a:lnTo>
                  <a:pt x="1934863" y="545"/>
                </a:lnTo>
                <a:moveTo>
                  <a:pt x="2032893" y="582"/>
                </a:moveTo>
                <a:lnTo>
                  <a:pt x="2106415" y="606"/>
                </a:lnTo>
                <a:lnTo>
                  <a:pt x="2106409" y="25114"/>
                </a:lnTo>
                <a:lnTo>
                  <a:pt x="2032886" y="25089"/>
                </a:lnTo>
                <a:lnTo>
                  <a:pt x="2032893" y="582"/>
                </a:lnTo>
                <a:moveTo>
                  <a:pt x="2130922" y="613"/>
                </a:moveTo>
                <a:lnTo>
                  <a:pt x="2204445" y="643"/>
                </a:lnTo>
                <a:lnTo>
                  <a:pt x="2204438" y="25151"/>
                </a:lnTo>
                <a:lnTo>
                  <a:pt x="2130916" y="25120"/>
                </a:lnTo>
                <a:lnTo>
                  <a:pt x="2130922" y="613"/>
                </a:lnTo>
                <a:moveTo>
                  <a:pt x="2228952" y="649"/>
                </a:moveTo>
                <a:lnTo>
                  <a:pt x="2302474" y="674"/>
                </a:lnTo>
                <a:lnTo>
                  <a:pt x="2302468" y="25181"/>
                </a:lnTo>
                <a:lnTo>
                  <a:pt x="2228946" y="25157"/>
                </a:lnTo>
                <a:lnTo>
                  <a:pt x="2228952" y="649"/>
                </a:lnTo>
                <a:moveTo>
                  <a:pt x="2326982" y="686"/>
                </a:moveTo>
                <a:lnTo>
                  <a:pt x="2400504" y="711"/>
                </a:lnTo>
                <a:lnTo>
                  <a:pt x="2400498" y="25218"/>
                </a:lnTo>
                <a:lnTo>
                  <a:pt x="2326976" y="25194"/>
                </a:lnTo>
                <a:lnTo>
                  <a:pt x="2326982" y="686"/>
                </a:lnTo>
                <a:moveTo>
                  <a:pt x="2425012" y="717"/>
                </a:moveTo>
                <a:lnTo>
                  <a:pt x="2498534" y="748"/>
                </a:lnTo>
                <a:lnTo>
                  <a:pt x="2498528" y="25255"/>
                </a:lnTo>
                <a:lnTo>
                  <a:pt x="2425005" y="25224"/>
                </a:lnTo>
                <a:lnTo>
                  <a:pt x="2425012" y="717"/>
                </a:lnTo>
                <a:moveTo>
                  <a:pt x="2523041" y="753"/>
                </a:moveTo>
                <a:lnTo>
                  <a:pt x="2596564" y="778"/>
                </a:lnTo>
                <a:lnTo>
                  <a:pt x="2596557" y="25286"/>
                </a:lnTo>
                <a:lnTo>
                  <a:pt x="2523035" y="25261"/>
                </a:lnTo>
                <a:lnTo>
                  <a:pt x="2523041" y="753"/>
                </a:lnTo>
                <a:moveTo>
                  <a:pt x="2621071" y="791"/>
                </a:moveTo>
                <a:lnTo>
                  <a:pt x="2694593" y="815"/>
                </a:lnTo>
                <a:lnTo>
                  <a:pt x="2694587" y="25322"/>
                </a:lnTo>
                <a:lnTo>
                  <a:pt x="2621065" y="25298"/>
                </a:lnTo>
                <a:lnTo>
                  <a:pt x="2621071" y="791"/>
                </a:lnTo>
                <a:moveTo>
                  <a:pt x="2719101" y="821"/>
                </a:moveTo>
                <a:lnTo>
                  <a:pt x="2792623" y="845"/>
                </a:lnTo>
                <a:lnTo>
                  <a:pt x="2792617" y="25353"/>
                </a:lnTo>
                <a:lnTo>
                  <a:pt x="2719095" y="25328"/>
                </a:lnTo>
                <a:lnTo>
                  <a:pt x="2719101" y="821"/>
                </a:lnTo>
                <a:moveTo>
                  <a:pt x="2817131" y="858"/>
                </a:moveTo>
                <a:lnTo>
                  <a:pt x="2890653" y="882"/>
                </a:lnTo>
                <a:lnTo>
                  <a:pt x="2890647" y="25390"/>
                </a:lnTo>
                <a:lnTo>
                  <a:pt x="2817125" y="25365"/>
                </a:lnTo>
                <a:lnTo>
                  <a:pt x="2817131" y="858"/>
                </a:lnTo>
                <a:moveTo>
                  <a:pt x="2915160" y="888"/>
                </a:moveTo>
                <a:lnTo>
                  <a:pt x="2988683" y="919"/>
                </a:lnTo>
                <a:lnTo>
                  <a:pt x="2988676" y="25426"/>
                </a:lnTo>
                <a:lnTo>
                  <a:pt x="2915154" y="25396"/>
                </a:lnTo>
                <a:lnTo>
                  <a:pt x="2915160" y="888"/>
                </a:lnTo>
                <a:moveTo>
                  <a:pt x="3013190" y="925"/>
                </a:moveTo>
                <a:lnTo>
                  <a:pt x="3086712" y="950"/>
                </a:lnTo>
                <a:lnTo>
                  <a:pt x="3086706" y="25457"/>
                </a:lnTo>
                <a:lnTo>
                  <a:pt x="3013184" y="25433"/>
                </a:lnTo>
                <a:lnTo>
                  <a:pt x="3013190" y="925"/>
                </a:lnTo>
                <a:moveTo>
                  <a:pt x="3111220" y="962"/>
                </a:moveTo>
                <a:lnTo>
                  <a:pt x="3184742" y="987"/>
                </a:lnTo>
                <a:lnTo>
                  <a:pt x="3184736" y="25494"/>
                </a:lnTo>
                <a:lnTo>
                  <a:pt x="3111214" y="25469"/>
                </a:lnTo>
                <a:lnTo>
                  <a:pt x="3111220" y="962"/>
                </a:lnTo>
                <a:moveTo>
                  <a:pt x="3209250" y="992"/>
                </a:moveTo>
                <a:lnTo>
                  <a:pt x="3282772" y="1023"/>
                </a:lnTo>
                <a:lnTo>
                  <a:pt x="3282766" y="25530"/>
                </a:lnTo>
                <a:lnTo>
                  <a:pt x="3209243" y="25500"/>
                </a:lnTo>
                <a:lnTo>
                  <a:pt x="3209250" y="992"/>
                </a:lnTo>
                <a:moveTo>
                  <a:pt x="3307280" y="1030"/>
                </a:moveTo>
                <a:lnTo>
                  <a:pt x="3380802" y="1054"/>
                </a:lnTo>
                <a:lnTo>
                  <a:pt x="3380795" y="25561"/>
                </a:lnTo>
                <a:lnTo>
                  <a:pt x="3307273" y="25537"/>
                </a:lnTo>
                <a:lnTo>
                  <a:pt x="3307280" y="1030"/>
                </a:lnTo>
                <a:moveTo>
                  <a:pt x="3405309" y="1066"/>
                </a:moveTo>
                <a:lnTo>
                  <a:pt x="3431734" y="1072"/>
                </a:lnTo>
                <a:lnTo>
                  <a:pt x="3431728" y="25579"/>
                </a:lnTo>
                <a:lnTo>
                  <a:pt x="3405303" y="25573"/>
                </a:lnTo>
                <a:lnTo>
                  <a:pt x="3405309" y="1066"/>
                </a:lnTo>
                <a:moveTo>
                  <a:pt x="3431734" y="1072"/>
                </a:moveTo>
                <a:lnTo>
                  <a:pt x="3478831" y="1078"/>
                </a:lnTo>
                <a:lnTo>
                  <a:pt x="3478825" y="25586"/>
                </a:lnTo>
                <a:lnTo>
                  <a:pt x="3431728" y="25579"/>
                </a:lnTo>
                <a:lnTo>
                  <a:pt x="3431734" y="1072"/>
                </a:lnTo>
                <a:moveTo>
                  <a:pt x="3503363" y="1103"/>
                </a:moveTo>
                <a:lnTo>
                  <a:pt x="3550007" y="1213"/>
                </a:lnTo>
                <a:lnTo>
                  <a:pt x="3575550" y="1366"/>
                </a:lnTo>
                <a:lnTo>
                  <a:pt x="3576978" y="1385"/>
                </a:lnTo>
                <a:lnTo>
                  <a:pt x="3576739" y="25886"/>
                </a:lnTo>
                <a:lnTo>
                  <a:pt x="3575330" y="25874"/>
                </a:lnTo>
                <a:lnTo>
                  <a:pt x="3575379" y="25874"/>
                </a:lnTo>
                <a:lnTo>
                  <a:pt x="3549879" y="25721"/>
                </a:lnTo>
                <a:lnTo>
                  <a:pt x="3549928" y="25721"/>
                </a:lnTo>
                <a:lnTo>
                  <a:pt x="3503309" y="25610"/>
                </a:lnTo>
                <a:lnTo>
                  <a:pt x="3503363" y="1103"/>
                </a:lnTo>
                <a:moveTo>
                  <a:pt x="3601546" y="1636"/>
                </a:moveTo>
                <a:lnTo>
                  <a:pt x="3622127" y="1948"/>
                </a:lnTo>
                <a:lnTo>
                  <a:pt x="3643264" y="2408"/>
                </a:lnTo>
                <a:lnTo>
                  <a:pt x="3663024" y="3002"/>
                </a:lnTo>
                <a:lnTo>
                  <a:pt x="3675363" y="3511"/>
                </a:lnTo>
                <a:lnTo>
                  <a:pt x="3674358" y="27994"/>
                </a:lnTo>
                <a:lnTo>
                  <a:pt x="3662086" y="27491"/>
                </a:lnTo>
                <a:lnTo>
                  <a:pt x="3662221" y="27497"/>
                </a:lnTo>
                <a:lnTo>
                  <a:pt x="3642572" y="26903"/>
                </a:lnTo>
                <a:lnTo>
                  <a:pt x="3642676" y="26903"/>
                </a:lnTo>
                <a:lnTo>
                  <a:pt x="3621636" y="26450"/>
                </a:lnTo>
                <a:lnTo>
                  <a:pt x="3621716" y="26450"/>
                </a:lnTo>
                <a:lnTo>
                  <a:pt x="3601179" y="26137"/>
                </a:lnTo>
                <a:lnTo>
                  <a:pt x="3601546" y="1636"/>
                </a:lnTo>
                <a:moveTo>
                  <a:pt x="3700146" y="4791"/>
                </a:moveTo>
                <a:lnTo>
                  <a:pt x="3706770" y="5232"/>
                </a:lnTo>
                <a:lnTo>
                  <a:pt x="3714599" y="5821"/>
                </a:lnTo>
                <a:lnTo>
                  <a:pt x="3722141" y="6470"/>
                </a:lnTo>
                <a:lnTo>
                  <a:pt x="3729396" y="7168"/>
                </a:lnTo>
                <a:lnTo>
                  <a:pt x="3736374" y="7934"/>
                </a:lnTo>
                <a:lnTo>
                  <a:pt x="3743083" y="8755"/>
                </a:lnTo>
                <a:lnTo>
                  <a:pt x="3749535" y="9650"/>
                </a:lnTo>
                <a:lnTo>
                  <a:pt x="3755722" y="10612"/>
                </a:lnTo>
                <a:lnTo>
                  <a:pt x="3761666" y="11647"/>
                </a:lnTo>
                <a:lnTo>
                  <a:pt x="3767370" y="12756"/>
                </a:lnTo>
                <a:lnTo>
                  <a:pt x="3772841" y="13951"/>
                </a:lnTo>
                <a:lnTo>
                  <a:pt x="3775071" y="14496"/>
                </a:lnTo>
                <a:lnTo>
                  <a:pt x="3769264" y="38305"/>
                </a:lnTo>
                <a:lnTo>
                  <a:pt x="3767180" y="37797"/>
                </a:lnTo>
                <a:lnTo>
                  <a:pt x="3767474" y="37864"/>
                </a:lnTo>
                <a:lnTo>
                  <a:pt x="3762285" y="36730"/>
                </a:lnTo>
                <a:lnTo>
                  <a:pt x="3762548" y="36786"/>
                </a:lnTo>
                <a:lnTo>
                  <a:pt x="3757101" y="35726"/>
                </a:lnTo>
                <a:lnTo>
                  <a:pt x="3757340" y="35769"/>
                </a:lnTo>
                <a:lnTo>
                  <a:pt x="3751630" y="34776"/>
                </a:lnTo>
                <a:lnTo>
                  <a:pt x="3751851" y="34813"/>
                </a:lnTo>
                <a:lnTo>
                  <a:pt x="3745871" y="33882"/>
                </a:lnTo>
                <a:lnTo>
                  <a:pt x="3746073" y="33912"/>
                </a:lnTo>
                <a:lnTo>
                  <a:pt x="3739818" y="33048"/>
                </a:lnTo>
                <a:lnTo>
                  <a:pt x="3740001" y="33073"/>
                </a:lnTo>
                <a:lnTo>
                  <a:pt x="3733464" y="32264"/>
                </a:lnTo>
                <a:lnTo>
                  <a:pt x="3733630" y="32282"/>
                </a:lnTo>
                <a:lnTo>
                  <a:pt x="3726810" y="31541"/>
                </a:lnTo>
                <a:lnTo>
                  <a:pt x="3726957" y="31553"/>
                </a:lnTo>
                <a:lnTo>
                  <a:pt x="3719844" y="30867"/>
                </a:lnTo>
                <a:lnTo>
                  <a:pt x="3719985" y="30879"/>
                </a:lnTo>
                <a:lnTo>
                  <a:pt x="3712571" y="30248"/>
                </a:lnTo>
                <a:lnTo>
                  <a:pt x="3712694" y="30255"/>
                </a:lnTo>
                <a:lnTo>
                  <a:pt x="3704980" y="29673"/>
                </a:lnTo>
                <a:lnTo>
                  <a:pt x="3705091" y="29678"/>
                </a:lnTo>
                <a:lnTo>
                  <a:pt x="3698523" y="29244"/>
                </a:lnTo>
                <a:lnTo>
                  <a:pt x="3700146" y="4791"/>
                </a:lnTo>
                <a:moveTo>
                  <a:pt x="3800228" y="22706"/>
                </a:moveTo>
                <a:lnTo>
                  <a:pt x="3801172" y="23104"/>
                </a:lnTo>
                <a:lnTo>
                  <a:pt x="3805203" y="25022"/>
                </a:lnTo>
                <a:lnTo>
                  <a:pt x="3809045" y="27062"/>
                </a:lnTo>
                <a:lnTo>
                  <a:pt x="3812703" y="29244"/>
                </a:lnTo>
                <a:lnTo>
                  <a:pt x="3816177" y="31560"/>
                </a:lnTo>
                <a:lnTo>
                  <a:pt x="3819460" y="34022"/>
                </a:lnTo>
                <a:lnTo>
                  <a:pt x="3822554" y="36638"/>
                </a:lnTo>
                <a:lnTo>
                  <a:pt x="3825453" y="39396"/>
                </a:lnTo>
                <a:lnTo>
                  <a:pt x="3828155" y="42294"/>
                </a:lnTo>
                <a:lnTo>
                  <a:pt x="3830648" y="45339"/>
                </a:lnTo>
                <a:lnTo>
                  <a:pt x="3832940" y="48506"/>
                </a:lnTo>
                <a:lnTo>
                  <a:pt x="3835023" y="51803"/>
                </a:lnTo>
                <a:lnTo>
                  <a:pt x="3836904" y="55215"/>
                </a:lnTo>
                <a:lnTo>
                  <a:pt x="3838588" y="58726"/>
                </a:lnTo>
                <a:lnTo>
                  <a:pt x="3840078" y="62341"/>
                </a:lnTo>
                <a:lnTo>
                  <a:pt x="3841382" y="66041"/>
                </a:lnTo>
                <a:lnTo>
                  <a:pt x="3842516" y="69834"/>
                </a:lnTo>
                <a:lnTo>
                  <a:pt x="3843490" y="73712"/>
                </a:lnTo>
                <a:lnTo>
                  <a:pt x="3844311" y="77670"/>
                </a:lnTo>
                <a:lnTo>
                  <a:pt x="3844991" y="81720"/>
                </a:lnTo>
                <a:lnTo>
                  <a:pt x="3845543" y="85856"/>
                </a:lnTo>
                <a:lnTo>
                  <a:pt x="3845977" y="90089"/>
                </a:lnTo>
                <a:lnTo>
                  <a:pt x="3846027" y="90733"/>
                </a:lnTo>
                <a:lnTo>
                  <a:pt x="3821587" y="92552"/>
                </a:lnTo>
                <a:lnTo>
                  <a:pt x="3821550" y="92075"/>
                </a:lnTo>
                <a:lnTo>
                  <a:pt x="3821581" y="92411"/>
                </a:lnTo>
                <a:lnTo>
                  <a:pt x="3821182" y="88533"/>
                </a:lnTo>
                <a:lnTo>
                  <a:pt x="3821225" y="88913"/>
                </a:lnTo>
                <a:lnTo>
                  <a:pt x="3820729" y="85169"/>
                </a:lnTo>
                <a:lnTo>
                  <a:pt x="3820790" y="85580"/>
                </a:lnTo>
                <a:lnTo>
                  <a:pt x="3820184" y="81965"/>
                </a:lnTo>
                <a:lnTo>
                  <a:pt x="3820269" y="82425"/>
                </a:lnTo>
                <a:lnTo>
                  <a:pt x="3819547" y="78932"/>
                </a:lnTo>
                <a:lnTo>
                  <a:pt x="3819657" y="79428"/>
                </a:lnTo>
                <a:lnTo>
                  <a:pt x="3818817" y="76065"/>
                </a:lnTo>
                <a:lnTo>
                  <a:pt x="3818958" y="76598"/>
                </a:lnTo>
                <a:lnTo>
                  <a:pt x="3817990" y="73351"/>
                </a:lnTo>
                <a:lnTo>
                  <a:pt x="3818174" y="73920"/>
                </a:lnTo>
                <a:lnTo>
                  <a:pt x="3817071" y="70796"/>
                </a:lnTo>
                <a:lnTo>
                  <a:pt x="3817298" y="71390"/>
                </a:lnTo>
                <a:lnTo>
                  <a:pt x="3816061" y="68382"/>
                </a:lnTo>
                <a:lnTo>
                  <a:pt x="3816336" y="69001"/>
                </a:lnTo>
                <a:lnTo>
                  <a:pt x="3814951" y="66109"/>
                </a:lnTo>
                <a:lnTo>
                  <a:pt x="3815276" y="66740"/>
                </a:lnTo>
                <a:lnTo>
                  <a:pt x="3813744" y="63964"/>
                </a:lnTo>
                <a:lnTo>
                  <a:pt x="3814118" y="64595"/>
                </a:lnTo>
                <a:lnTo>
                  <a:pt x="3812427" y="61924"/>
                </a:lnTo>
                <a:lnTo>
                  <a:pt x="3812849" y="62549"/>
                </a:lnTo>
                <a:lnTo>
                  <a:pt x="3811005" y="59988"/>
                </a:lnTo>
                <a:lnTo>
                  <a:pt x="3811465" y="60595"/>
                </a:lnTo>
                <a:lnTo>
                  <a:pt x="3809455" y="58138"/>
                </a:lnTo>
                <a:lnTo>
                  <a:pt x="3809952" y="58707"/>
                </a:lnTo>
                <a:lnTo>
                  <a:pt x="3807765" y="56361"/>
                </a:lnTo>
                <a:lnTo>
                  <a:pt x="3808291" y="56894"/>
                </a:lnTo>
                <a:lnTo>
                  <a:pt x="3805932" y="54646"/>
                </a:lnTo>
                <a:lnTo>
                  <a:pt x="3806472" y="55129"/>
                </a:lnTo>
                <a:lnTo>
                  <a:pt x="3803929" y="52985"/>
                </a:lnTo>
                <a:lnTo>
                  <a:pt x="3804474" y="53420"/>
                </a:lnTo>
                <a:lnTo>
                  <a:pt x="3801742" y="51367"/>
                </a:lnTo>
                <a:lnTo>
                  <a:pt x="3802287" y="51754"/>
                </a:lnTo>
                <a:lnTo>
                  <a:pt x="3799358" y="49799"/>
                </a:lnTo>
                <a:lnTo>
                  <a:pt x="3799891" y="50136"/>
                </a:lnTo>
                <a:lnTo>
                  <a:pt x="3796761" y="48274"/>
                </a:lnTo>
                <a:lnTo>
                  <a:pt x="3797282" y="48562"/>
                </a:lnTo>
                <a:lnTo>
                  <a:pt x="3793942" y="46791"/>
                </a:lnTo>
                <a:lnTo>
                  <a:pt x="3794438" y="47036"/>
                </a:lnTo>
                <a:lnTo>
                  <a:pt x="3790885" y="45351"/>
                </a:lnTo>
                <a:lnTo>
                  <a:pt x="3791356" y="45559"/>
                </a:lnTo>
                <a:lnTo>
                  <a:pt x="3790646" y="45259"/>
                </a:lnTo>
                <a:lnTo>
                  <a:pt x="3800228" y="22706"/>
                </a:lnTo>
                <a:moveTo>
                  <a:pt x="3846688" y="116123"/>
                </a:moveTo>
                <a:lnTo>
                  <a:pt x="3846755" y="189645"/>
                </a:lnTo>
                <a:lnTo>
                  <a:pt x="3822248" y="189663"/>
                </a:lnTo>
                <a:lnTo>
                  <a:pt x="3822181" y="116141"/>
                </a:lnTo>
                <a:lnTo>
                  <a:pt x="3846688" y="116123"/>
                </a:lnTo>
                <a:moveTo>
                  <a:pt x="3846774" y="214152"/>
                </a:moveTo>
                <a:lnTo>
                  <a:pt x="3846836" y="287674"/>
                </a:lnTo>
                <a:lnTo>
                  <a:pt x="3822328" y="287693"/>
                </a:lnTo>
                <a:lnTo>
                  <a:pt x="3822267" y="214171"/>
                </a:lnTo>
                <a:lnTo>
                  <a:pt x="3846774" y="214152"/>
                </a:lnTo>
                <a:moveTo>
                  <a:pt x="3846854" y="312182"/>
                </a:moveTo>
                <a:lnTo>
                  <a:pt x="3846922" y="385704"/>
                </a:lnTo>
                <a:lnTo>
                  <a:pt x="3822414" y="385722"/>
                </a:lnTo>
                <a:lnTo>
                  <a:pt x="3822346" y="312200"/>
                </a:lnTo>
                <a:lnTo>
                  <a:pt x="3846854" y="312182"/>
                </a:lnTo>
                <a:moveTo>
                  <a:pt x="3846940" y="410212"/>
                </a:moveTo>
                <a:lnTo>
                  <a:pt x="3847001" y="483734"/>
                </a:lnTo>
                <a:lnTo>
                  <a:pt x="3822493" y="483752"/>
                </a:lnTo>
                <a:lnTo>
                  <a:pt x="3822432" y="410230"/>
                </a:lnTo>
                <a:lnTo>
                  <a:pt x="3846940" y="410212"/>
                </a:lnTo>
                <a:moveTo>
                  <a:pt x="3847019" y="508242"/>
                </a:moveTo>
                <a:lnTo>
                  <a:pt x="3847087" y="581764"/>
                </a:lnTo>
                <a:lnTo>
                  <a:pt x="3822579" y="581783"/>
                </a:lnTo>
                <a:lnTo>
                  <a:pt x="3822511" y="508260"/>
                </a:lnTo>
                <a:lnTo>
                  <a:pt x="3847019" y="508242"/>
                </a:lnTo>
                <a:moveTo>
                  <a:pt x="3847105" y="606271"/>
                </a:moveTo>
                <a:lnTo>
                  <a:pt x="3847166" y="679793"/>
                </a:lnTo>
                <a:lnTo>
                  <a:pt x="3822659" y="679812"/>
                </a:lnTo>
                <a:lnTo>
                  <a:pt x="3822597" y="606290"/>
                </a:lnTo>
                <a:lnTo>
                  <a:pt x="3847105" y="606271"/>
                </a:lnTo>
                <a:moveTo>
                  <a:pt x="3847191" y="704301"/>
                </a:moveTo>
                <a:lnTo>
                  <a:pt x="3847252" y="777823"/>
                </a:lnTo>
                <a:lnTo>
                  <a:pt x="3822744" y="777842"/>
                </a:lnTo>
                <a:lnTo>
                  <a:pt x="3822684" y="704320"/>
                </a:lnTo>
                <a:lnTo>
                  <a:pt x="3847191" y="704301"/>
                </a:lnTo>
                <a:moveTo>
                  <a:pt x="3847270" y="802331"/>
                </a:moveTo>
                <a:lnTo>
                  <a:pt x="3847331" y="875853"/>
                </a:lnTo>
                <a:lnTo>
                  <a:pt x="3822824" y="875872"/>
                </a:lnTo>
                <a:lnTo>
                  <a:pt x="3822763" y="802349"/>
                </a:lnTo>
                <a:lnTo>
                  <a:pt x="3847270" y="802331"/>
                </a:lnTo>
                <a:moveTo>
                  <a:pt x="3847356" y="900361"/>
                </a:moveTo>
                <a:lnTo>
                  <a:pt x="3847417" y="973883"/>
                </a:lnTo>
                <a:lnTo>
                  <a:pt x="3822910" y="973902"/>
                </a:lnTo>
                <a:lnTo>
                  <a:pt x="3822849" y="900379"/>
                </a:lnTo>
                <a:lnTo>
                  <a:pt x="3847356" y="900361"/>
                </a:lnTo>
                <a:moveTo>
                  <a:pt x="3847436" y="998390"/>
                </a:moveTo>
                <a:lnTo>
                  <a:pt x="3847497" y="1071912"/>
                </a:lnTo>
                <a:lnTo>
                  <a:pt x="3822989" y="1071931"/>
                </a:lnTo>
                <a:lnTo>
                  <a:pt x="3822928" y="998409"/>
                </a:lnTo>
                <a:lnTo>
                  <a:pt x="3847436" y="998390"/>
                </a:lnTo>
                <a:moveTo>
                  <a:pt x="3847522" y="1096420"/>
                </a:moveTo>
                <a:lnTo>
                  <a:pt x="3847583" y="1169943"/>
                </a:lnTo>
                <a:lnTo>
                  <a:pt x="3823075" y="1169961"/>
                </a:lnTo>
                <a:lnTo>
                  <a:pt x="3823014" y="1096439"/>
                </a:lnTo>
                <a:lnTo>
                  <a:pt x="3847522" y="1096420"/>
                </a:lnTo>
                <a:moveTo>
                  <a:pt x="3847601" y="1194450"/>
                </a:moveTo>
                <a:lnTo>
                  <a:pt x="3847662" y="1267972"/>
                </a:lnTo>
                <a:lnTo>
                  <a:pt x="3823155" y="1267991"/>
                </a:lnTo>
                <a:lnTo>
                  <a:pt x="3823094" y="1194468"/>
                </a:lnTo>
                <a:lnTo>
                  <a:pt x="3847601" y="1194450"/>
                </a:lnTo>
                <a:moveTo>
                  <a:pt x="3847424" y="1292921"/>
                </a:moveTo>
                <a:lnTo>
                  <a:pt x="3847246" y="1297963"/>
                </a:lnTo>
                <a:lnTo>
                  <a:pt x="3847019" y="1301859"/>
                </a:lnTo>
                <a:lnTo>
                  <a:pt x="3846725" y="1305628"/>
                </a:lnTo>
                <a:lnTo>
                  <a:pt x="3846345" y="1309329"/>
                </a:lnTo>
                <a:lnTo>
                  <a:pt x="3845880" y="1312950"/>
                </a:lnTo>
                <a:lnTo>
                  <a:pt x="3845310" y="1316510"/>
                </a:lnTo>
                <a:lnTo>
                  <a:pt x="3844617" y="1320007"/>
                </a:lnTo>
                <a:lnTo>
                  <a:pt x="3843796" y="1323438"/>
                </a:lnTo>
                <a:lnTo>
                  <a:pt x="3842822" y="1326814"/>
                </a:lnTo>
                <a:lnTo>
                  <a:pt x="3841689" y="1330123"/>
                </a:lnTo>
                <a:lnTo>
                  <a:pt x="3840378" y="1333365"/>
                </a:lnTo>
                <a:lnTo>
                  <a:pt x="3838877" y="1336532"/>
                </a:lnTo>
                <a:lnTo>
                  <a:pt x="3837173" y="1339608"/>
                </a:lnTo>
                <a:lnTo>
                  <a:pt x="3835262" y="1342585"/>
                </a:lnTo>
                <a:lnTo>
                  <a:pt x="3833142" y="1345452"/>
                </a:lnTo>
                <a:lnTo>
                  <a:pt x="3830807" y="1348192"/>
                </a:lnTo>
                <a:lnTo>
                  <a:pt x="3828265" y="1350789"/>
                </a:lnTo>
                <a:lnTo>
                  <a:pt x="3825526" y="1353240"/>
                </a:lnTo>
                <a:lnTo>
                  <a:pt x="3822586" y="1355549"/>
                </a:lnTo>
                <a:lnTo>
                  <a:pt x="3819460" y="1357700"/>
                </a:lnTo>
                <a:lnTo>
                  <a:pt x="3816146" y="1359716"/>
                </a:lnTo>
                <a:lnTo>
                  <a:pt x="3812648" y="1361585"/>
                </a:lnTo>
                <a:lnTo>
                  <a:pt x="3808959" y="1363324"/>
                </a:lnTo>
                <a:lnTo>
                  <a:pt x="3807397" y="1363980"/>
                </a:lnTo>
                <a:lnTo>
                  <a:pt x="3797949" y="1341366"/>
                </a:lnTo>
                <a:lnTo>
                  <a:pt x="3799254" y="1340820"/>
                </a:lnTo>
                <a:lnTo>
                  <a:pt x="3798745" y="1341048"/>
                </a:lnTo>
                <a:lnTo>
                  <a:pt x="3801901" y="1339558"/>
                </a:lnTo>
                <a:lnTo>
                  <a:pt x="3801350" y="1339834"/>
                </a:lnTo>
                <a:lnTo>
                  <a:pt x="3804290" y="1338260"/>
                </a:lnTo>
                <a:lnTo>
                  <a:pt x="3803715" y="1338590"/>
                </a:lnTo>
                <a:lnTo>
                  <a:pt x="3806441" y="1336936"/>
                </a:lnTo>
                <a:lnTo>
                  <a:pt x="3805840" y="1337322"/>
                </a:lnTo>
                <a:lnTo>
                  <a:pt x="3808365" y="1335583"/>
                </a:lnTo>
                <a:lnTo>
                  <a:pt x="3807758" y="1336029"/>
                </a:lnTo>
                <a:lnTo>
                  <a:pt x="3810087" y="1334204"/>
                </a:lnTo>
                <a:lnTo>
                  <a:pt x="3809480" y="1334711"/>
                </a:lnTo>
                <a:lnTo>
                  <a:pt x="3811625" y="1332795"/>
                </a:lnTo>
                <a:lnTo>
                  <a:pt x="3811030" y="1333365"/>
                </a:lnTo>
                <a:lnTo>
                  <a:pt x="3812991" y="1331354"/>
                </a:lnTo>
                <a:lnTo>
                  <a:pt x="3812427" y="1331974"/>
                </a:lnTo>
                <a:lnTo>
                  <a:pt x="3814222" y="1329872"/>
                </a:lnTo>
                <a:lnTo>
                  <a:pt x="3813702" y="1330528"/>
                </a:lnTo>
                <a:lnTo>
                  <a:pt x="3815331" y="1328328"/>
                </a:lnTo>
                <a:lnTo>
                  <a:pt x="3814860" y="1329009"/>
                </a:lnTo>
                <a:lnTo>
                  <a:pt x="3816329" y="1326711"/>
                </a:lnTo>
                <a:lnTo>
                  <a:pt x="3815919" y="1327402"/>
                </a:lnTo>
                <a:lnTo>
                  <a:pt x="3817249" y="1325007"/>
                </a:lnTo>
                <a:lnTo>
                  <a:pt x="3816900" y="1325688"/>
                </a:lnTo>
                <a:lnTo>
                  <a:pt x="3818081" y="1323187"/>
                </a:lnTo>
                <a:lnTo>
                  <a:pt x="3817794" y="1323843"/>
                </a:lnTo>
                <a:lnTo>
                  <a:pt x="3818842" y="1321244"/>
                </a:lnTo>
                <a:lnTo>
                  <a:pt x="3818609" y="1321870"/>
                </a:lnTo>
                <a:lnTo>
                  <a:pt x="3819541" y="1319162"/>
                </a:lnTo>
                <a:lnTo>
                  <a:pt x="3819356" y="1319744"/>
                </a:lnTo>
                <a:lnTo>
                  <a:pt x="3820165" y="1316926"/>
                </a:lnTo>
                <a:lnTo>
                  <a:pt x="3820024" y="1317459"/>
                </a:lnTo>
                <a:lnTo>
                  <a:pt x="3820729" y="1314531"/>
                </a:lnTo>
                <a:lnTo>
                  <a:pt x="3820625" y="1315015"/>
                </a:lnTo>
                <a:lnTo>
                  <a:pt x="3821225" y="1311975"/>
                </a:lnTo>
                <a:lnTo>
                  <a:pt x="3821145" y="1312404"/>
                </a:lnTo>
                <a:lnTo>
                  <a:pt x="3821654" y="1309249"/>
                </a:lnTo>
                <a:lnTo>
                  <a:pt x="3821599" y="1309629"/>
                </a:lnTo>
                <a:lnTo>
                  <a:pt x="3822022" y="1306357"/>
                </a:lnTo>
                <a:lnTo>
                  <a:pt x="3821979" y="1306687"/>
                </a:lnTo>
                <a:lnTo>
                  <a:pt x="3822328" y="1303299"/>
                </a:lnTo>
                <a:lnTo>
                  <a:pt x="3822298" y="1303581"/>
                </a:lnTo>
                <a:lnTo>
                  <a:pt x="3822573" y="1300071"/>
                </a:lnTo>
                <a:lnTo>
                  <a:pt x="3822561" y="1300310"/>
                </a:lnTo>
                <a:lnTo>
                  <a:pt x="3822769" y="1296676"/>
                </a:lnTo>
                <a:lnTo>
                  <a:pt x="3822757" y="1296957"/>
                </a:lnTo>
                <a:lnTo>
                  <a:pt x="3822928" y="1292051"/>
                </a:lnTo>
                <a:lnTo>
                  <a:pt x="3847424" y="1292921"/>
                </a:lnTo>
                <a:moveTo>
                  <a:pt x="3781634" y="1371669"/>
                </a:moveTo>
                <a:lnTo>
                  <a:pt x="3777400" y="1372520"/>
                </a:lnTo>
                <a:lnTo>
                  <a:pt x="3771959" y="1373490"/>
                </a:lnTo>
                <a:lnTo>
                  <a:pt x="3766255" y="1374383"/>
                </a:lnTo>
                <a:lnTo>
                  <a:pt x="3760282" y="1375211"/>
                </a:lnTo>
                <a:lnTo>
                  <a:pt x="3754019" y="1375977"/>
                </a:lnTo>
                <a:lnTo>
                  <a:pt x="3747470" y="1376681"/>
                </a:lnTo>
                <a:lnTo>
                  <a:pt x="3740614" y="1377330"/>
                </a:lnTo>
                <a:lnTo>
                  <a:pt x="3733446" y="1377925"/>
                </a:lnTo>
                <a:lnTo>
                  <a:pt x="3725958" y="1378471"/>
                </a:lnTo>
                <a:lnTo>
                  <a:pt x="3718134" y="1378966"/>
                </a:lnTo>
                <a:lnTo>
                  <a:pt x="3709980" y="1379413"/>
                </a:lnTo>
                <a:lnTo>
                  <a:pt x="3706757" y="1379566"/>
                </a:lnTo>
                <a:lnTo>
                  <a:pt x="3705593" y="1355090"/>
                </a:lnTo>
                <a:lnTo>
                  <a:pt x="3708767" y="1354936"/>
                </a:lnTo>
                <a:lnTo>
                  <a:pt x="3708674" y="1354942"/>
                </a:lnTo>
                <a:lnTo>
                  <a:pt x="3716743" y="1354496"/>
                </a:lnTo>
                <a:lnTo>
                  <a:pt x="3716639" y="1354503"/>
                </a:lnTo>
                <a:lnTo>
                  <a:pt x="3724353" y="1354017"/>
                </a:lnTo>
                <a:lnTo>
                  <a:pt x="3724237" y="1354024"/>
                </a:lnTo>
                <a:lnTo>
                  <a:pt x="3731608" y="1353491"/>
                </a:lnTo>
                <a:lnTo>
                  <a:pt x="3731485" y="1353497"/>
                </a:lnTo>
                <a:lnTo>
                  <a:pt x="3738519" y="1352915"/>
                </a:lnTo>
                <a:lnTo>
                  <a:pt x="3738371" y="1352927"/>
                </a:lnTo>
                <a:lnTo>
                  <a:pt x="3745080" y="1352289"/>
                </a:lnTo>
                <a:lnTo>
                  <a:pt x="3744921" y="1352309"/>
                </a:lnTo>
                <a:lnTo>
                  <a:pt x="3751305" y="1351622"/>
                </a:lnTo>
                <a:lnTo>
                  <a:pt x="3751134" y="1351640"/>
                </a:lnTo>
                <a:lnTo>
                  <a:pt x="3757206" y="1350900"/>
                </a:lnTo>
                <a:lnTo>
                  <a:pt x="3757010" y="1350924"/>
                </a:lnTo>
                <a:lnTo>
                  <a:pt x="3762781" y="1350122"/>
                </a:lnTo>
                <a:lnTo>
                  <a:pt x="3762560" y="1350158"/>
                </a:lnTo>
                <a:lnTo>
                  <a:pt x="3768032" y="1349294"/>
                </a:lnTo>
                <a:lnTo>
                  <a:pt x="3767793" y="1349337"/>
                </a:lnTo>
                <a:lnTo>
                  <a:pt x="3772976" y="1348417"/>
                </a:lnTo>
                <a:lnTo>
                  <a:pt x="3772706" y="1348466"/>
                </a:lnTo>
                <a:lnTo>
                  <a:pt x="3776812" y="1347640"/>
                </a:lnTo>
                <a:lnTo>
                  <a:pt x="3781634" y="1371669"/>
                </a:lnTo>
                <a:moveTo>
                  <a:pt x="3682023" y="1380548"/>
                </a:moveTo>
                <a:lnTo>
                  <a:pt x="3663777" y="1381050"/>
                </a:lnTo>
                <a:lnTo>
                  <a:pt x="3642608" y="1381459"/>
                </a:lnTo>
                <a:lnTo>
                  <a:pt x="3619811" y="1381766"/>
                </a:lnTo>
                <a:lnTo>
                  <a:pt x="3608280" y="1381864"/>
                </a:lnTo>
                <a:lnTo>
                  <a:pt x="3608072" y="1357356"/>
                </a:lnTo>
                <a:lnTo>
                  <a:pt x="3619572" y="1357258"/>
                </a:lnTo>
                <a:lnTo>
                  <a:pt x="3619517" y="1357258"/>
                </a:lnTo>
                <a:lnTo>
                  <a:pt x="3642247" y="1356958"/>
                </a:lnTo>
                <a:lnTo>
                  <a:pt x="3642174" y="1356958"/>
                </a:lnTo>
                <a:lnTo>
                  <a:pt x="3663250" y="1356549"/>
                </a:lnTo>
                <a:lnTo>
                  <a:pt x="3663152" y="1356549"/>
                </a:lnTo>
                <a:lnTo>
                  <a:pt x="3681349" y="1356046"/>
                </a:lnTo>
                <a:lnTo>
                  <a:pt x="3682023" y="1380548"/>
                </a:lnTo>
                <a:moveTo>
                  <a:pt x="3583730" y="1382029"/>
                </a:moveTo>
                <a:lnTo>
                  <a:pt x="3569043" y="1382110"/>
                </a:lnTo>
                <a:lnTo>
                  <a:pt x="3540939" y="1382182"/>
                </a:lnTo>
                <a:lnTo>
                  <a:pt x="3510153" y="1382201"/>
                </a:lnTo>
                <a:lnTo>
                  <a:pt x="3510140" y="1357694"/>
                </a:lnTo>
                <a:lnTo>
                  <a:pt x="3540915" y="1357675"/>
                </a:lnTo>
                <a:lnTo>
                  <a:pt x="3540890" y="1357675"/>
                </a:lnTo>
                <a:lnTo>
                  <a:pt x="3568964" y="1357603"/>
                </a:lnTo>
                <a:lnTo>
                  <a:pt x="3568933" y="1357603"/>
                </a:lnTo>
                <a:lnTo>
                  <a:pt x="3583607" y="1357528"/>
                </a:lnTo>
                <a:lnTo>
                  <a:pt x="3583730" y="1382029"/>
                </a:lnTo>
                <a:moveTo>
                  <a:pt x="3485645" y="1382214"/>
                </a:moveTo>
                <a:lnTo>
                  <a:pt x="3478985" y="1382220"/>
                </a:lnTo>
                <a:lnTo>
                  <a:pt x="3412098" y="1382110"/>
                </a:lnTo>
                <a:lnTo>
                  <a:pt x="3412135" y="1357603"/>
                </a:lnTo>
                <a:lnTo>
                  <a:pt x="3479015" y="1357712"/>
                </a:lnTo>
                <a:lnTo>
                  <a:pt x="3478985" y="1357712"/>
                </a:lnTo>
                <a:lnTo>
                  <a:pt x="3485632" y="1357706"/>
                </a:lnTo>
                <a:lnTo>
                  <a:pt x="3485645" y="1382214"/>
                </a:lnTo>
                <a:moveTo>
                  <a:pt x="3387590" y="1382066"/>
                </a:moveTo>
                <a:lnTo>
                  <a:pt x="3314068" y="1381950"/>
                </a:lnTo>
                <a:lnTo>
                  <a:pt x="3314111" y="1357442"/>
                </a:lnTo>
                <a:lnTo>
                  <a:pt x="3387628" y="1357558"/>
                </a:lnTo>
                <a:lnTo>
                  <a:pt x="3387590" y="1382066"/>
                </a:lnTo>
                <a:moveTo>
                  <a:pt x="3289560" y="1381907"/>
                </a:moveTo>
                <a:lnTo>
                  <a:pt x="3216038" y="1381785"/>
                </a:lnTo>
                <a:lnTo>
                  <a:pt x="3216081" y="1357277"/>
                </a:lnTo>
                <a:lnTo>
                  <a:pt x="3289603" y="1357400"/>
                </a:lnTo>
                <a:lnTo>
                  <a:pt x="3289560" y="1381907"/>
                </a:lnTo>
                <a:moveTo>
                  <a:pt x="3191531" y="1381748"/>
                </a:moveTo>
                <a:lnTo>
                  <a:pt x="3118009" y="1381626"/>
                </a:lnTo>
                <a:lnTo>
                  <a:pt x="3118052" y="1357119"/>
                </a:lnTo>
                <a:lnTo>
                  <a:pt x="3191574" y="1357240"/>
                </a:lnTo>
                <a:lnTo>
                  <a:pt x="3191531" y="1381748"/>
                </a:lnTo>
                <a:moveTo>
                  <a:pt x="3093501" y="1381583"/>
                </a:moveTo>
                <a:lnTo>
                  <a:pt x="3019979" y="1381466"/>
                </a:lnTo>
                <a:lnTo>
                  <a:pt x="3020022" y="1356958"/>
                </a:lnTo>
                <a:lnTo>
                  <a:pt x="3093544" y="1357075"/>
                </a:lnTo>
                <a:lnTo>
                  <a:pt x="3093501" y="1381583"/>
                </a:lnTo>
                <a:moveTo>
                  <a:pt x="2995471" y="1381423"/>
                </a:moveTo>
                <a:lnTo>
                  <a:pt x="2921949" y="1381301"/>
                </a:lnTo>
                <a:lnTo>
                  <a:pt x="2921992" y="1356793"/>
                </a:lnTo>
                <a:lnTo>
                  <a:pt x="2995514" y="1356915"/>
                </a:lnTo>
                <a:lnTo>
                  <a:pt x="2995471" y="1381423"/>
                </a:lnTo>
                <a:moveTo>
                  <a:pt x="2897442" y="1381264"/>
                </a:moveTo>
                <a:lnTo>
                  <a:pt x="2823919" y="1381141"/>
                </a:lnTo>
                <a:lnTo>
                  <a:pt x="2823962" y="1356633"/>
                </a:lnTo>
                <a:lnTo>
                  <a:pt x="2897484" y="1356756"/>
                </a:lnTo>
                <a:lnTo>
                  <a:pt x="2897442" y="1381264"/>
                </a:lnTo>
                <a:moveTo>
                  <a:pt x="2799412" y="1381105"/>
                </a:moveTo>
                <a:lnTo>
                  <a:pt x="2725889" y="1380983"/>
                </a:lnTo>
                <a:lnTo>
                  <a:pt x="2725932" y="1356475"/>
                </a:lnTo>
                <a:lnTo>
                  <a:pt x="2799455" y="1356597"/>
                </a:lnTo>
                <a:lnTo>
                  <a:pt x="2799412" y="1381105"/>
                </a:lnTo>
                <a:moveTo>
                  <a:pt x="2701382" y="1380938"/>
                </a:moveTo>
                <a:lnTo>
                  <a:pt x="2627860" y="1380822"/>
                </a:lnTo>
                <a:lnTo>
                  <a:pt x="2627903" y="1356314"/>
                </a:lnTo>
                <a:lnTo>
                  <a:pt x="2701425" y="1356432"/>
                </a:lnTo>
                <a:lnTo>
                  <a:pt x="2701382" y="1380938"/>
                </a:lnTo>
                <a:moveTo>
                  <a:pt x="2603352" y="1380780"/>
                </a:moveTo>
                <a:lnTo>
                  <a:pt x="2529830" y="1380657"/>
                </a:lnTo>
                <a:lnTo>
                  <a:pt x="2529873" y="1356149"/>
                </a:lnTo>
                <a:lnTo>
                  <a:pt x="2603395" y="1356272"/>
                </a:lnTo>
                <a:lnTo>
                  <a:pt x="2603352" y="1380780"/>
                </a:lnTo>
                <a:moveTo>
                  <a:pt x="2505323" y="1380620"/>
                </a:moveTo>
                <a:lnTo>
                  <a:pt x="2431800" y="1380498"/>
                </a:lnTo>
                <a:lnTo>
                  <a:pt x="2431843" y="1355991"/>
                </a:lnTo>
                <a:lnTo>
                  <a:pt x="2505365" y="1356113"/>
                </a:lnTo>
                <a:lnTo>
                  <a:pt x="2505323" y="1380620"/>
                </a:lnTo>
                <a:moveTo>
                  <a:pt x="2407293" y="1380455"/>
                </a:moveTo>
                <a:lnTo>
                  <a:pt x="2333770" y="1380338"/>
                </a:lnTo>
                <a:lnTo>
                  <a:pt x="2333813" y="1355831"/>
                </a:lnTo>
                <a:lnTo>
                  <a:pt x="2407336" y="1355948"/>
                </a:lnTo>
                <a:lnTo>
                  <a:pt x="2407293" y="1380455"/>
                </a:lnTo>
                <a:moveTo>
                  <a:pt x="2309263" y="1380297"/>
                </a:moveTo>
                <a:lnTo>
                  <a:pt x="2235741" y="1380173"/>
                </a:lnTo>
                <a:lnTo>
                  <a:pt x="2235784" y="1355666"/>
                </a:lnTo>
                <a:lnTo>
                  <a:pt x="2309306" y="1355789"/>
                </a:lnTo>
                <a:lnTo>
                  <a:pt x="2309263" y="1380297"/>
                </a:lnTo>
                <a:moveTo>
                  <a:pt x="2211233" y="1380136"/>
                </a:moveTo>
                <a:lnTo>
                  <a:pt x="2137711" y="1380014"/>
                </a:lnTo>
                <a:lnTo>
                  <a:pt x="2137754" y="1355507"/>
                </a:lnTo>
                <a:lnTo>
                  <a:pt x="2211276" y="1355629"/>
                </a:lnTo>
                <a:lnTo>
                  <a:pt x="2211233" y="1380136"/>
                </a:lnTo>
                <a:moveTo>
                  <a:pt x="2113204" y="1379978"/>
                </a:moveTo>
                <a:lnTo>
                  <a:pt x="2039681" y="1379855"/>
                </a:lnTo>
                <a:lnTo>
                  <a:pt x="2039724" y="1355347"/>
                </a:lnTo>
                <a:lnTo>
                  <a:pt x="2113246" y="1355470"/>
                </a:lnTo>
                <a:lnTo>
                  <a:pt x="2113204" y="1379978"/>
                </a:lnTo>
                <a:moveTo>
                  <a:pt x="2015174" y="1379813"/>
                </a:moveTo>
                <a:lnTo>
                  <a:pt x="1941651" y="1379695"/>
                </a:lnTo>
                <a:lnTo>
                  <a:pt x="1941694" y="1355189"/>
                </a:lnTo>
                <a:lnTo>
                  <a:pt x="2015217" y="1355305"/>
                </a:lnTo>
                <a:lnTo>
                  <a:pt x="2015174" y="1379813"/>
                </a:lnTo>
                <a:moveTo>
                  <a:pt x="1917144" y="1379652"/>
                </a:moveTo>
                <a:lnTo>
                  <a:pt x="1843622" y="1379530"/>
                </a:lnTo>
                <a:lnTo>
                  <a:pt x="1843664" y="1355023"/>
                </a:lnTo>
                <a:lnTo>
                  <a:pt x="1917187" y="1355145"/>
                </a:lnTo>
                <a:lnTo>
                  <a:pt x="1917144" y="1379652"/>
                </a:lnTo>
                <a:moveTo>
                  <a:pt x="1819114" y="1379494"/>
                </a:moveTo>
                <a:lnTo>
                  <a:pt x="1745592" y="1379371"/>
                </a:lnTo>
                <a:lnTo>
                  <a:pt x="1745635" y="1354863"/>
                </a:lnTo>
                <a:lnTo>
                  <a:pt x="1819157" y="1354986"/>
                </a:lnTo>
                <a:lnTo>
                  <a:pt x="1819114" y="1379494"/>
                </a:lnTo>
                <a:moveTo>
                  <a:pt x="1721084" y="1379328"/>
                </a:moveTo>
                <a:lnTo>
                  <a:pt x="1647562" y="1379212"/>
                </a:lnTo>
                <a:lnTo>
                  <a:pt x="1647605" y="1354704"/>
                </a:lnTo>
                <a:lnTo>
                  <a:pt x="1721127" y="1354821"/>
                </a:lnTo>
                <a:lnTo>
                  <a:pt x="1721084" y="1379328"/>
                </a:lnTo>
                <a:moveTo>
                  <a:pt x="1623054" y="1379169"/>
                </a:moveTo>
                <a:lnTo>
                  <a:pt x="1549532" y="1379045"/>
                </a:lnTo>
                <a:lnTo>
                  <a:pt x="1549575" y="1354539"/>
                </a:lnTo>
                <a:lnTo>
                  <a:pt x="1623097" y="1354661"/>
                </a:lnTo>
                <a:lnTo>
                  <a:pt x="1623054" y="1379169"/>
                </a:lnTo>
                <a:moveTo>
                  <a:pt x="1525025" y="1379009"/>
                </a:moveTo>
                <a:lnTo>
                  <a:pt x="1451503" y="1378887"/>
                </a:lnTo>
                <a:lnTo>
                  <a:pt x="1451545" y="1354380"/>
                </a:lnTo>
                <a:lnTo>
                  <a:pt x="1525068" y="1354503"/>
                </a:lnTo>
                <a:lnTo>
                  <a:pt x="1525025" y="1379009"/>
                </a:lnTo>
                <a:moveTo>
                  <a:pt x="1426995" y="1378843"/>
                </a:moveTo>
                <a:lnTo>
                  <a:pt x="1353473" y="1378727"/>
                </a:lnTo>
                <a:lnTo>
                  <a:pt x="1353516" y="1354220"/>
                </a:lnTo>
                <a:lnTo>
                  <a:pt x="1427038" y="1354335"/>
                </a:lnTo>
                <a:lnTo>
                  <a:pt x="1426995" y="1378843"/>
                </a:lnTo>
                <a:moveTo>
                  <a:pt x="1328965" y="1378685"/>
                </a:moveTo>
                <a:lnTo>
                  <a:pt x="1255443" y="1378562"/>
                </a:lnTo>
                <a:lnTo>
                  <a:pt x="1255486" y="1354055"/>
                </a:lnTo>
                <a:lnTo>
                  <a:pt x="1329008" y="1354177"/>
                </a:lnTo>
                <a:lnTo>
                  <a:pt x="1328965" y="1378685"/>
                </a:lnTo>
                <a:moveTo>
                  <a:pt x="1230935" y="1378525"/>
                </a:moveTo>
                <a:lnTo>
                  <a:pt x="1157413" y="1378404"/>
                </a:lnTo>
                <a:lnTo>
                  <a:pt x="1157456" y="1353896"/>
                </a:lnTo>
                <a:lnTo>
                  <a:pt x="1230978" y="1354017"/>
                </a:lnTo>
                <a:lnTo>
                  <a:pt x="1230935" y="1378525"/>
                </a:lnTo>
                <a:moveTo>
                  <a:pt x="1132906" y="1378366"/>
                </a:moveTo>
                <a:lnTo>
                  <a:pt x="1059384" y="1378243"/>
                </a:lnTo>
                <a:lnTo>
                  <a:pt x="1059426" y="1353737"/>
                </a:lnTo>
                <a:lnTo>
                  <a:pt x="1132949" y="1353859"/>
                </a:lnTo>
                <a:lnTo>
                  <a:pt x="1132906" y="1378366"/>
                </a:lnTo>
                <a:moveTo>
                  <a:pt x="1034876" y="1378200"/>
                </a:moveTo>
                <a:lnTo>
                  <a:pt x="961354" y="1378085"/>
                </a:lnTo>
                <a:lnTo>
                  <a:pt x="961397" y="1353577"/>
                </a:lnTo>
                <a:lnTo>
                  <a:pt x="1034919" y="1353694"/>
                </a:lnTo>
                <a:lnTo>
                  <a:pt x="1034876" y="1378200"/>
                </a:lnTo>
                <a:moveTo>
                  <a:pt x="936846" y="1378041"/>
                </a:moveTo>
                <a:lnTo>
                  <a:pt x="863330" y="1377918"/>
                </a:lnTo>
                <a:lnTo>
                  <a:pt x="863366" y="1353411"/>
                </a:lnTo>
                <a:lnTo>
                  <a:pt x="936889" y="1353533"/>
                </a:lnTo>
                <a:lnTo>
                  <a:pt x="936846" y="1378041"/>
                </a:lnTo>
                <a:moveTo>
                  <a:pt x="838823" y="1377882"/>
                </a:moveTo>
                <a:lnTo>
                  <a:pt x="765300" y="1377760"/>
                </a:lnTo>
                <a:lnTo>
                  <a:pt x="765337" y="1353252"/>
                </a:lnTo>
                <a:lnTo>
                  <a:pt x="838859" y="1353375"/>
                </a:lnTo>
                <a:lnTo>
                  <a:pt x="838823" y="1377882"/>
                </a:lnTo>
                <a:moveTo>
                  <a:pt x="740793" y="1377716"/>
                </a:moveTo>
                <a:lnTo>
                  <a:pt x="667270" y="1377599"/>
                </a:lnTo>
                <a:lnTo>
                  <a:pt x="667307" y="1353092"/>
                </a:lnTo>
                <a:lnTo>
                  <a:pt x="740829" y="1353210"/>
                </a:lnTo>
                <a:lnTo>
                  <a:pt x="740793" y="1377716"/>
                </a:lnTo>
                <a:moveTo>
                  <a:pt x="642763" y="1377557"/>
                </a:moveTo>
                <a:lnTo>
                  <a:pt x="569241" y="1377434"/>
                </a:lnTo>
                <a:lnTo>
                  <a:pt x="569277" y="1352927"/>
                </a:lnTo>
                <a:lnTo>
                  <a:pt x="642800" y="1353049"/>
                </a:lnTo>
                <a:lnTo>
                  <a:pt x="642763" y="1377557"/>
                </a:lnTo>
                <a:moveTo>
                  <a:pt x="544733" y="1377398"/>
                </a:moveTo>
                <a:lnTo>
                  <a:pt x="471211" y="1377276"/>
                </a:lnTo>
                <a:lnTo>
                  <a:pt x="471247" y="1352768"/>
                </a:lnTo>
                <a:lnTo>
                  <a:pt x="544770" y="1352891"/>
                </a:lnTo>
                <a:lnTo>
                  <a:pt x="544733" y="1377398"/>
                </a:lnTo>
                <a:moveTo>
                  <a:pt x="446703" y="1377233"/>
                </a:moveTo>
                <a:lnTo>
                  <a:pt x="378499" y="1377122"/>
                </a:lnTo>
                <a:lnTo>
                  <a:pt x="378505" y="1377122"/>
                </a:lnTo>
                <a:lnTo>
                  <a:pt x="373187" y="1377115"/>
                </a:lnTo>
                <a:lnTo>
                  <a:pt x="373212" y="1352609"/>
                </a:lnTo>
                <a:lnTo>
                  <a:pt x="378536" y="1352615"/>
                </a:lnTo>
                <a:lnTo>
                  <a:pt x="446740" y="1352725"/>
                </a:lnTo>
                <a:lnTo>
                  <a:pt x="446703" y="1377233"/>
                </a:lnTo>
                <a:moveTo>
                  <a:pt x="348680" y="1377091"/>
                </a:moveTo>
                <a:lnTo>
                  <a:pt x="316465" y="1377055"/>
                </a:lnTo>
                <a:lnTo>
                  <a:pt x="288238" y="1376950"/>
                </a:lnTo>
                <a:lnTo>
                  <a:pt x="275090" y="1376864"/>
                </a:lnTo>
                <a:lnTo>
                  <a:pt x="275249" y="1352356"/>
                </a:lnTo>
                <a:lnTo>
                  <a:pt x="288379" y="1352442"/>
                </a:lnTo>
                <a:lnTo>
                  <a:pt x="288348" y="1352442"/>
                </a:lnTo>
                <a:lnTo>
                  <a:pt x="316538" y="1352547"/>
                </a:lnTo>
                <a:lnTo>
                  <a:pt x="316507" y="1352547"/>
                </a:lnTo>
                <a:lnTo>
                  <a:pt x="348704" y="1352584"/>
                </a:lnTo>
                <a:lnTo>
                  <a:pt x="348680" y="1377091"/>
                </a:lnTo>
                <a:moveTo>
                  <a:pt x="250534" y="1376657"/>
                </a:moveTo>
                <a:lnTo>
                  <a:pt x="237091" y="1376510"/>
                </a:lnTo>
                <a:lnTo>
                  <a:pt x="214048" y="1376142"/>
                </a:lnTo>
                <a:lnTo>
                  <a:pt x="192610" y="1375658"/>
                </a:lnTo>
                <a:lnTo>
                  <a:pt x="176772" y="1375162"/>
                </a:lnTo>
                <a:lnTo>
                  <a:pt x="177544" y="1350666"/>
                </a:lnTo>
                <a:lnTo>
                  <a:pt x="193321" y="1351156"/>
                </a:lnTo>
                <a:lnTo>
                  <a:pt x="193217" y="1351156"/>
                </a:lnTo>
                <a:lnTo>
                  <a:pt x="214563" y="1351640"/>
                </a:lnTo>
                <a:lnTo>
                  <a:pt x="214483" y="1351640"/>
                </a:lnTo>
                <a:lnTo>
                  <a:pt x="237453" y="1352008"/>
                </a:lnTo>
                <a:lnTo>
                  <a:pt x="237385" y="1352002"/>
                </a:lnTo>
                <a:lnTo>
                  <a:pt x="250791" y="1352149"/>
                </a:lnTo>
                <a:lnTo>
                  <a:pt x="250534" y="1376657"/>
                </a:lnTo>
                <a:moveTo>
                  <a:pt x="152032" y="1374139"/>
                </a:moveTo>
                <a:lnTo>
                  <a:pt x="145605" y="1373802"/>
                </a:lnTo>
                <a:lnTo>
                  <a:pt x="137266" y="1373305"/>
                </a:lnTo>
                <a:lnTo>
                  <a:pt x="129264" y="1372760"/>
                </a:lnTo>
                <a:lnTo>
                  <a:pt x="121588" y="1372166"/>
                </a:lnTo>
                <a:lnTo>
                  <a:pt x="114229" y="1371523"/>
                </a:lnTo>
                <a:lnTo>
                  <a:pt x="107183" y="1370818"/>
                </a:lnTo>
                <a:lnTo>
                  <a:pt x="100438" y="1370058"/>
                </a:lnTo>
                <a:lnTo>
                  <a:pt x="93980" y="1369237"/>
                </a:lnTo>
                <a:lnTo>
                  <a:pt x="87810" y="1368355"/>
                </a:lnTo>
                <a:lnTo>
                  <a:pt x="81904" y="1367404"/>
                </a:lnTo>
                <a:lnTo>
                  <a:pt x="77388" y="1366583"/>
                </a:lnTo>
                <a:lnTo>
                  <a:pt x="81757" y="1342469"/>
                </a:lnTo>
                <a:lnTo>
                  <a:pt x="86162" y="1343265"/>
                </a:lnTo>
                <a:lnTo>
                  <a:pt x="85923" y="1343228"/>
                </a:lnTo>
                <a:lnTo>
                  <a:pt x="91603" y="1344141"/>
                </a:lnTo>
                <a:lnTo>
                  <a:pt x="91388" y="1344110"/>
                </a:lnTo>
                <a:lnTo>
                  <a:pt x="97362" y="1344963"/>
                </a:lnTo>
                <a:lnTo>
                  <a:pt x="97166" y="1344938"/>
                </a:lnTo>
                <a:lnTo>
                  <a:pt x="103440" y="1345734"/>
                </a:lnTo>
                <a:lnTo>
                  <a:pt x="103268" y="1345715"/>
                </a:lnTo>
                <a:lnTo>
                  <a:pt x="109849" y="1346457"/>
                </a:lnTo>
                <a:lnTo>
                  <a:pt x="109689" y="1346438"/>
                </a:lnTo>
                <a:lnTo>
                  <a:pt x="116588" y="1347124"/>
                </a:lnTo>
                <a:lnTo>
                  <a:pt x="116447" y="1347113"/>
                </a:lnTo>
                <a:lnTo>
                  <a:pt x="123671" y="1347750"/>
                </a:lnTo>
                <a:lnTo>
                  <a:pt x="123542" y="1347738"/>
                </a:lnTo>
                <a:lnTo>
                  <a:pt x="131097" y="1348319"/>
                </a:lnTo>
                <a:lnTo>
                  <a:pt x="130986" y="1348315"/>
                </a:lnTo>
                <a:lnTo>
                  <a:pt x="138878" y="1348853"/>
                </a:lnTo>
                <a:lnTo>
                  <a:pt x="138774" y="1348847"/>
                </a:lnTo>
                <a:lnTo>
                  <a:pt x="147014" y="1349337"/>
                </a:lnTo>
                <a:lnTo>
                  <a:pt x="146922" y="1349331"/>
                </a:lnTo>
                <a:lnTo>
                  <a:pt x="153306" y="1349661"/>
                </a:lnTo>
                <a:lnTo>
                  <a:pt x="152032" y="1374139"/>
                </a:lnTo>
                <a:moveTo>
                  <a:pt x="52060" y="1360163"/>
                </a:moveTo>
                <a:lnTo>
                  <a:pt x="51699" y="1360047"/>
                </a:lnTo>
                <a:lnTo>
                  <a:pt x="47447" y="1358503"/>
                </a:lnTo>
                <a:lnTo>
                  <a:pt x="43397" y="1356842"/>
                </a:lnTo>
                <a:lnTo>
                  <a:pt x="39537" y="1355066"/>
                </a:lnTo>
                <a:lnTo>
                  <a:pt x="35867" y="1353166"/>
                </a:lnTo>
                <a:lnTo>
                  <a:pt x="32387" y="1351132"/>
                </a:lnTo>
                <a:lnTo>
                  <a:pt x="29096" y="1348964"/>
                </a:lnTo>
                <a:lnTo>
                  <a:pt x="25996" y="1346647"/>
                </a:lnTo>
                <a:lnTo>
                  <a:pt x="23086" y="1344196"/>
                </a:lnTo>
                <a:lnTo>
                  <a:pt x="20372" y="1341592"/>
                </a:lnTo>
                <a:lnTo>
                  <a:pt x="17860" y="1338860"/>
                </a:lnTo>
                <a:lnTo>
                  <a:pt x="15556" y="1335992"/>
                </a:lnTo>
                <a:lnTo>
                  <a:pt x="13461" y="1333003"/>
                </a:lnTo>
                <a:lnTo>
                  <a:pt x="11574" y="1329909"/>
                </a:lnTo>
                <a:lnTo>
                  <a:pt x="9883" y="1326716"/>
                </a:lnTo>
                <a:lnTo>
                  <a:pt x="8388" y="1323433"/>
                </a:lnTo>
                <a:lnTo>
                  <a:pt x="7077" y="1320082"/>
                </a:lnTo>
                <a:lnTo>
                  <a:pt x="5943" y="1316656"/>
                </a:lnTo>
                <a:lnTo>
                  <a:pt x="4957" y="1313163"/>
                </a:lnTo>
                <a:lnTo>
                  <a:pt x="4124" y="1309604"/>
                </a:lnTo>
                <a:lnTo>
                  <a:pt x="3419" y="1305982"/>
                </a:lnTo>
                <a:lnTo>
                  <a:pt x="2825" y="1302294"/>
                </a:lnTo>
                <a:lnTo>
                  <a:pt x="2341" y="1298533"/>
                </a:lnTo>
                <a:lnTo>
                  <a:pt x="2034" y="1295525"/>
                </a:lnTo>
                <a:lnTo>
                  <a:pt x="26419" y="1293037"/>
                </a:lnTo>
                <a:lnTo>
                  <a:pt x="26707" y="1295887"/>
                </a:lnTo>
                <a:lnTo>
                  <a:pt x="26670" y="1295562"/>
                </a:lnTo>
                <a:lnTo>
                  <a:pt x="27111" y="1298981"/>
                </a:lnTo>
                <a:lnTo>
                  <a:pt x="27056" y="1298613"/>
                </a:lnTo>
                <a:lnTo>
                  <a:pt x="27583" y="1301915"/>
                </a:lnTo>
                <a:lnTo>
                  <a:pt x="27510" y="1301499"/>
                </a:lnTo>
                <a:lnTo>
                  <a:pt x="28135" y="1304684"/>
                </a:lnTo>
                <a:lnTo>
                  <a:pt x="28031" y="1304224"/>
                </a:lnTo>
                <a:lnTo>
                  <a:pt x="28753" y="1307294"/>
                </a:lnTo>
                <a:lnTo>
                  <a:pt x="28625" y="1306785"/>
                </a:lnTo>
                <a:lnTo>
                  <a:pt x="29458" y="1309751"/>
                </a:lnTo>
                <a:lnTo>
                  <a:pt x="29287" y="1309200"/>
                </a:lnTo>
                <a:lnTo>
                  <a:pt x="30236" y="1312048"/>
                </a:lnTo>
                <a:lnTo>
                  <a:pt x="30022" y="1311461"/>
                </a:lnTo>
                <a:lnTo>
                  <a:pt x="31094" y="1314205"/>
                </a:lnTo>
                <a:lnTo>
                  <a:pt x="30830" y="1313580"/>
                </a:lnTo>
                <a:lnTo>
                  <a:pt x="32037" y="1316227"/>
                </a:lnTo>
                <a:lnTo>
                  <a:pt x="31719" y="1315577"/>
                </a:lnTo>
                <a:lnTo>
                  <a:pt x="33060" y="1318120"/>
                </a:lnTo>
                <a:lnTo>
                  <a:pt x="32687" y="1317459"/>
                </a:lnTo>
                <a:lnTo>
                  <a:pt x="34176" y="1319898"/>
                </a:lnTo>
                <a:lnTo>
                  <a:pt x="33747" y="1319248"/>
                </a:lnTo>
                <a:lnTo>
                  <a:pt x="35389" y="1321589"/>
                </a:lnTo>
                <a:lnTo>
                  <a:pt x="34911" y="1320951"/>
                </a:lnTo>
                <a:lnTo>
                  <a:pt x="36712" y="1323193"/>
                </a:lnTo>
                <a:lnTo>
                  <a:pt x="36191" y="1322586"/>
                </a:lnTo>
                <a:lnTo>
                  <a:pt x="38164" y="1324737"/>
                </a:lnTo>
                <a:lnTo>
                  <a:pt x="37613" y="1324174"/>
                </a:lnTo>
                <a:lnTo>
                  <a:pt x="39757" y="1326232"/>
                </a:lnTo>
                <a:lnTo>
                  <a:pt x="39187" y="1325712"/>
                </a:lnTo>
                <a:lnTo>
                  <a:pt x="41516" y="1327679"/>
                </a:lnTo>
                <a:lnTo>
                  <a:pt x="40934" y="1327218"/>
                </a:lnTo>
                <a:lnTo>
                  <a:pt x="43458" y="1329100"/>
                </a:lnTo>
                <a:lnTo>
                  <a:pt x="42882" y="1328695"/>
                </a:lnTo>
                <a:lnTo>
                  <a:pt x="45602" y="1330484"/>
                </a:lnTo>
                <a:lnTo>
                  <a:pt x="45039" y="1330135"/>
                </a:lnTo>
                <a:lnTo>
                  <a:pt x="47961" y="1331845"/>
                </a:lnTo>
                <a:lnTo>
                  <a:pt x="47422" y="1331544"/>
                </a:lnTo>
                <a:lnTo>
                  <a:pt x="50559" y="1333174"/>
                </a:lnTo>
                <a:lnTo>
                  <a:pt x="50044" y="1332923"/>
                </a:lnTo>
                <a:lnTo>
                  <a:pt x="53402" y="1334467"/>
                </a:lnTo>
                <a:lnTo>
                  <a:pt x="52924" y="1334259"/>
                </a:lnTo>
                <a:lnTo>
                  <a:pt x="56508" y="1335730"/>
                </a:lnTo>
                <a:lnTo>
                  <a:pt x="56061" y="1335552"/>
                </a:lnTo>
                <a:lnTo>
                  <a:pt x="59884" y="1336948"/>
                </a:lnTo>
                <a:lnTo>
                  <a:pt x="59467" y="1336802"/>
                </a:lnTo>
                <a:lnTo>
                  <a:pt x="59676" y="1336869"/>
                </a:lnTo>
                <a:lnTo>
                  <a:pt x="59614" y="1336850"/>
                </a:lnTo>
                <a:lnTo>
                  <a:pt x="52060" y="1360163"/>
                </a:lnTo>
                <a:moveTo>
                  <a:pt x="1011" y="1269871"/>
                </a:moveTo>
                <a:lnTo>
                  <a:pt x="987" y="1265429"/>
                </a:lnTo>
                <a:lnTo>
                  <a:pt x="25494" y="1265288"/>
                </a:lnTo>
                <a:lnTo>
                  <a:pt x="25519" y="1269731"/>
                </a:lnTo>
                <a:lnTo>
                  <a:pt x="1011" y="1269871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815E7CA6-3EB1-4839-90BE-C1B65446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406" y="2923017"/>
            <a:ext cx="2535601" cy="1978057"/>
          </a:xfrm>
          <a:custGeom xmlns:a="http://schemas.openxmlformats.org/drawingml/2006/main">
            <a:pathLst>
              <a:path w="2535601" h="1978057">
                <a:moveTo>
                  <a:pt x="0" y="145366"/>
                </a:moveTo>
                <a:cubicBezTo>
                  <a:pt x="0" y="5863"/>
                  <a:pt x="9797" y="0"/>
                  <a:pt x="242918" y="0"/>
                </a:cubicBezTo>
                <a:lnTo>
                  <a:pt x="2267870" y="1562"/>
                </a:lnTo>
                <a:cubicBezTo>
                  <a:pt x="2500992" y="1562"/>
                  <a:pt x="2534946" y="0"/>
                  <a:pt x="2534946" y="139502"/>
                </a:cubicBezTo>
                <a:lnTo>
                  <a:pt x="2535601" y="1836600"/>
                </a:lnTo>
                <a:cubicBezTo>
                  <a:pt x="2535601" y="1976102"/>
                  <a:pt x="2532336" y="1978057"/>
                  <a:pt x="2299215" y="1978057"/>
                </a:cubicBezTo>
                <a:lnTo>
                  <a:pt x="242918" y="1970631"/>
                </a:lnTo>
                <a:cubicBezTo>
                  <a:pt x="9797" y="1970631"/>
                  <a:pt x="656" y="1965159"/>
                  <a:pt x="656" y="1825657"/>
                </a:cubicBezTo>
                <a:lnTo>
                  <a:pt x="0" y="14536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6431E5DF-D045-4A62-85D8-EB86B96D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090" y="2907699"/>
            <a:ext cx="2566228" cy="2008691"/>
          </a:xfrm>
          <a:custGeom xmlns:a="http://schemas.openxmlformats.org/drawingml/2006/main">
            <a:pathLst>
              <a:path w="2566228" h="2008691">
                <a:moveTo>
                  <a:pt x="655" y="1840981"/>
                </a:moveTo>
                <a:lnTo>
                  <a:pt x="619" y="1749078"/>
                </a:lnTo>
                <a:lnTo>
                  <a:pt x="31253" y="1749066"/>
                </a:lnTo>
                <a:lnTo>
                  <a:pt x="31289" y="1840969"/>
                </a:lnTo>
                <a:lnTo>
                  <a:pt x="655" y="1840981"/>
                </a:lnTo>
                <a:moveTo>
                  <a:pt x="606" y="1718444"/>
                </a:moveTo>
                <a:lnTo>
                  <a:pt x="570" y="1626541"/>
                </a:lnTo>
                <a:lnTo>
                  <a:pt x="31204" y="1626529"/>
                </a:lnTo>
                <a:lnTo>
                  <a:pt x="31241" y="1718431"/>
                </a:lnTo>
                <a:lnTo>
                  <a:pt x="606" y="1718444"/>
                </a:lnTo>
                <a:moveTo>
                  <a:pt x="557" y="1595907"/>
                </a:moveTo>
                <a:lnTo>
                  <a:pt x="521" y="1504004"/>
                </a:lnTo>
                <a:lnTo>
                  <a:pt x="31155" y="1503991"/>
                </a:lnTo>
                <a:lnTo>
                  <a:pt x="31191" y="1595894"/>
                </a:lnTo>
                <a:lnTo>
                  <a:pt x="557" y="1595907"/>
                </a:lnTo>
                <a:moveTo>
                  <a:pt x="508" y="1473369"/>
                </a:moveTo>
                <a:lnTo>
                  <a:pt x="471" y="1381467"/>
                </a:lnTo>
                <a:lnTo>
                  <a:pt x="31106" y="1381454"/>
                </a:lnTo>
                <a:lnTo>
                  <a:pt x="31142" y="1473357"/>
                </a:lnTo>
                <a:lnTo>
                  <a:pt x="508" y="1473369"/>
                </a:lnTo>
                <a:moveTo>
                  <a:pt x="459" y="1350832"/>
                </a:moveTo>
                <a:lnTo>
                  <a:pt x="428" y="1258929"/>
                </a:lnTo>
                <a:lnTo>
                  <a:pt x="31063" y="1258917"/>
                </a:lnTo>
                <a:lnTo>
                  <a:pt x="31093" y="1350820"/>
                </a:lnTo>
                <a:lnTo>
                  <a:pt x="459" y="1350832"/>
                </a:lnTo>
                <a:moveTo>
                  <a:pt x="416" y="1228295"/>
                </a:moveTo>
                <a:lnTo>
                  <a:pt x="380" y="1136392"/>
                </a:lnTo>
                <a:lnTo>
                  <a:pt x="31014" y="1136379"/>
                </a:lnTo>
                <a:lnTo>
                  <a:pt x="31051" y="1228283"/>
                </a:lnTo>
                <a:lnTo>
                  <a:pt x="416" y="1228295"/>
                </a:lnTo>
                <a:moveTo>
                  <a:pt x="367" y="1105758"/>
                </a:moveTo>
                <a:lnTo>
                  <a:pt x="330" y="1013854"/>
                </a:lnTo>
                <a:lnTo>
                  <a:pt x="30965" y="1013843"/>
                </a:lnTo>
                <a:lnTo>
                  <a:pt x="31002" y="1105745"/>
                </a:lnTo>
                <a:lnTo>
                  <a:pt x="367" y="1105758"/>
                </a:lnTo>
                <a:moveTo>
                  <a:pt x="319" y="983220"/>
                </a:moveTo>
                <a:lnTo>
                  <a:pt x="281" y="891318"/>
                </a:lnTo>
                <a:lnTo>
                  <a:pt x="30916" y="891305"/>
                </a:lnTo>
                <a:lnTo>
                  <a:pt x="30953" y="983209"/>
                </a:lnTo>
                <a:lnTo>
                  <a:pt x="319" y="983220"/>
                </a:lnTo>
                <a:moveTo>
                  <a:pt x="269" y="860684"/>
                </a:moveTo>
                <a:lnTo>
                  <a:pt x="238" y="768780"/>
                </a:lnTo>
                <a:lnTo>
                  <a:pt x="30873" y="768768"/>
                </a:lnTo>
                <a:lnTo>
                  <a:pt x="30904" y="860671"/>
                </a:lnTo>
                <a:lnTo>
                  <a:pt x="269" y="860684"/>
                </a:lnTo>
                <a:moveTo>
                  <a:pt x="227" y="738146"/>
                </a:moveTo>
                <a:lnTo>
                  <a:pt x="190" y="646243"/>
                </a:lnTo>
                <a:lnTo>
                  <a:pt x="30824" y="646231"/>
                </a:lnTo>
                <a:lnTo>
                  <a:pt x="30861" y="738134"/>
                </a:lnTo>
                <a:lnTo>
                  <a:pt x="227" y="738146"/>
                </a:lnTo>
                <a:moveTo>
                  <a:pt x="178" y="615609"/>
                </a:moveTo>
                <a:lnTo>
                  <a:pt x="141" y="523706"/>
                </a:lnTo>
                <a:lnTo>
                  <a:pt x="30775" y="523694"/>
                </a:lnTo>
                <a:lnTo>
                  <a:pt x="30812" y="615596"/>
                </a:lnTo>
                <a:lnTo>
                  <a:pt x="178" y="615609"/>
                </a:lnTo>
                <a:moveTo>
                  <a:pt x="128" y="493072"/>
                </a:moveTo>
                <a:lnTo>
                  <a:pt x="92" y="401169"/>
                </a:lnTo>
                <a:lnTo>
                  <a:pt x="30726" y="401156"/>
                </a:lnTo>
                <a:lnTo>
                  <a:pt x="30763" y="493059"/>
                </a:lnTo>
                <a:lnTo>
                  <a:pt x="128" y="493072"/>
                </a:lnTo>
                <a:moveTo>
                  <a:pt x="79" y="370534"/>
                </a:moveTo>
                <a:lnTo>
                  <a:pt x="43" y="278632"/>
                </a:lnTo>
                <a:lnTo>
                  <a:pt x="30677" y="278619"/>
                </a:lnTo>
                <a:lnTo>
                  <a:pt x="30713" y="370522"/>
                </a:lnTo>
                <a:lnTo>
                  <a:pt x="79" y="370534"/>
                </a:lnTo>
                <a:moveTo>
                  <a:pt x="37" y="247998"/>
                </a:moveTo>
                <a:lnTo>
                  <a:pt x="0" y="160665"/>
                </a:lnTo>
                <a:lnTo>
                  <a:pt x="12" y="156045"/>
                </a:lnTo>
                <a:lnTo>
                  <a:pt x="30646" y="156131"/>
                </a:lnTo>
                <a:lnTo>
                  <a:pt x="30634" y="160726"/>
                </a:lnTo>
                <a:lnTo>
                  <a:pt x="30634" y="160677"/>
                </a:lnTo>
                <a:lnTo>
                  <a:pt x="30671" y="247985"/>
                </a:lnTo>
                <a:lnTo>
                  <a:pt x="37" y="247998"/>
                </a:lnTo>
                <a:moveTo>
                  <a:pt x="423" y="125092"/>
                </a:moveTo>
                <a:lnTo>
                  <a:pt x="441" y="124357"/>
                </a:lnTo>
                <a:lnTo>
                  <a:pt x="894" y="113605"/>
                </a:lnTo>
                <a:lnTo>
                  <a:pt x="1207" y="108378"/>
                </a:lnTo>
                <a:lnTo>
                  <a:pt x="1580" y="103336"/>
                </a:lnTo>
                <a:lnTo>
                  <a:pt x="2028" y="98428"/>
                </a:lnTo>
                <a:lnTo>
                  <a:pt x="2549" y="93649"/>
                </a:lnTo>
                <a:lnTo>
                  <a:pt x="3155" y="88993"/>
                </a:lnTo>
                <a:lnTo>
                  <a:pt x="3847" y="84459"/>
                </a:lnTo>
                <a:lnTo>
                  <a:pt x="4644" y="80042"/>
                </a:lnTo>
                <a:lnTo>
                  <a:pt x="5551" y="75728"/>
                </a:lnTo>
                <a:lnTo>
                  <a:pt x="6574" y="71525"/>
                </a:lnTo>
                <a:lnTo>
                  <a:pt x="7726" y="67426"/>
                </a:lnTo>
                <a:lnTo>
                  <a:pt x="9012" y="63425"/>
                </a:lnTo>
                <a:lnTo>
                  <a:pt x="10452" y="59529"/>
                </a:lnTo>
                <a:lnTo>
                  <a:pt x="12045" y="55730"/>
                </a:lnTo>
                <a:lnTo>
                  <a:pt x="13815" y="52042"/>
                </a:lnTo>
                <a:lnTo>
                  <a:pt x="15758" y="48463"/>
                </a:lnTo>
                <a:lnTo>
                  <a:pt x="17884" y="45002"/>
                </a:lnTo>
                <a:lnTo>
                  <a:pt x="20194" y="41669"/>
                </a:lnTo>
                <a:lnTo>
                  <a:pt x="22694" y="38471"/>
                </a:lnTo>
                <a:lnTo>
                  <a:pt x="25390" y="35420"/>
                </a:lnTo>
                <a:lnTo>
                  <a:pt x="28263" y="32521"/>
                </a:lnTo>
                <a:lnTo>
                  <a:pt x="31314" y="29783"/>
                </a:lnTo>
                <a:lnTo>
                  <a:pt x="32815" y="28582"/>
                </a:lnTo>
                <a:lnTo>
                  <a:pt x="51931" y="52519"/>
                </a:lnTo>
                <a:lnTo>
                  <a:pt x="50773" y="53444"/>
                </a:lnTo>
                <a:lnTo>
                  <a:pt x="51447" y="52875"/>
                </a:lnTo>
                <a:lnTo>
                  <a:pt x="49052" y="55026"/>
                </a:lnTo>
                <a:lnTo>
                  <a:pt x="49700" y="54407"/>
                </a:lnTo>
                <a:lnTo>
                  <a:pt x="47459" y="56667"/>
                </a:lnTo>
                <a:lnTo>
                  <a:pt x="48071" y="56012"/>
                </a:lnTo>
                <a:lnTo>
                  <a:pt x="45976" y="58389"/>
                </a:lnTo>
                <a:lnTo>
                  <a:pt x="46546" y="57703"/>
                </a:lnTo>
                <a:lnTo>
                  <a:pt x="44591" y="60203"/>
                </a:lnTo>
                <a:lnTo>
                  <a:pt x="45112" y="59492"/>
                </a:lnTo>
                <a:lnTo>
                  <a:pt x="43292" y="62114"/>
                </a:lnTo>
                <a:lnTo>
                  <a:pt x="43764" y="61397"/>
                </a:lnTo>
                <a:lnTo>
                  <a:pt x="42073" y="64148"/>
                </a:lnTo>
                <a:lnTo>
                  <a:pt x="42483" y="63438"/>
                </a:lnTo>
                <a:lnTo>
                  <a:pt x="40928" y="66311"/>
                </a:lnTo>
                <a:lnTo>
                  <a:pt x="41282" y="65612"/>
                </a:lnTo>
                <a:lnTo>
                  <a:pt x="39843" y="68621"/>
                </a:lnTo>
                <a:lnTo>
                  <a:pt x="40143" y="67947"/>
                </a:lnTo>
                <a:lnTo>
                  <a:pt x="38820" y="71090"/>
                </a:lnTo>
                <a:lnTo>
                  <a:pt x="39071" y="70453"/>
                </a:lnTo>
                <a:lnTo>
                  <a:pt x="37864" y="73730"/>
                </a:lnTo>
                <a:lnTo>
                  <a:pt x="38072" y="73130"/>
                </a:lnTo>
                <a:lnTo>
                  <a:pt x="36969" y="76549"/>
                </a:lnTo>
                <a:lnTo>
                  <a:pt x="37141" y="75985"/>
                </a:lnTo>
                <a:lnTo>
                  <a:pt x="36142" y="79545"/>
                </a:lnTo>
                <a:lnTo>
                  <a:pt x="36277" y="79030"/>
                </a:lnTo>
                <a:lnTo>
                  <a:pt x="35370" y="82737"/>
                </a:lnTo>
                <a:lnTo>
                  <a:pt x="35480" y="82266"/>
                </a:lnTo>
                <a:lnTo>
                  <a:pt x="34671" y="86119"/>
                </a:lnTo>
                <a:lnTo>
                  <a:pt x="34757" y="85690"/>
                </a:lnTo>
                <a:lnTo>
                  <a:pt x="34035" y="89697"/>
                </a:lnTo>
                <a:lnTo>
                  <a:pt x="34096" y="89305"/>
                </a:lnTo>
                <a:lnTo>
                  <a:pt x="33458" y="93465"/>
                </a:lnTo>
                <a:lnTo>
                  <a:pt x="33507" y="93116"/>
                </a:lnTo>
                <a:lnTo>
                  <a:pt x="32944" y="97436"/>
                </a:lnTo>
                <a:lnTo>
                  <a:pt x="32987" y="97123"/>
                </a:lnTo>
                <a:lnTo>
                  <a:pt x="32497" y="101608"/>
                </a:lnTo>
                <a:lnTo>
                  <a:pt x="32521" y="101326"/>
                </a:lnTo>
                <a:lnTo>
                  <a:pt x="32105" y="105970"/>
                </a:lnTo>
                <a:lnTo>
                  <a:pt x="32123" y="105725"/>
                </a:lnTo>
                <a:lnTo>
                  <a:pt x="31767" y="110535"/>
                </a:lnTo>
                <a:lnTo>
                  <a:pt x="31779" y="110320"/>
                </a:lnTo>
                <a:lnTo>
                  <a:pt x="31486" y="115302"/>
                </a:lnTo>
                <a:lnTo>
                  <a:pt x="31498" y="115026"/>
                </a:lnTo>
                <a:lnTo>
                  <a:pt x="31057" y="125509"/>
                </a:lnTo>
                <a:lnTo>
                  <a:pt x="31063" y="125233"/>
                </a:lnTo>
                <a:lnTo>
                  <a:pt x="31051" y="125821"/>
                </a:lnTo>
                <a:lnTo>
                  <a:pt x="423" y="125092"/>
                </a:lnTo>
                <a:moveTo>
                  <a:pt x="65030" y="12407"/>
                </a:moveTo>
                <a:lnTo>
                  <a:pt x="65998" y="12107"/>
                </a:lnTo>
                <a:lnTo>
                  <a:pt x="70631" y="10808"/>
                </a:lnTo>
                <a:lnTo>
                  <a:pt x="75434" y="9613"/>
                </a:lnTo>
                <a:lnTo>
                  <a:pt x="80409" y="8516"/>
                </a:lnTo>
                <a:lnTo>
                  <a:pt x="85567" y="7518"/>
                </a:lnTo>
                <a:lnTo>
                  <a:pt x="90910" y="6598"/>
                </a:lnTo>
                <a:lnTo>
                  <a:pt x="96449" y="5765"/>
                </a:lnTo>
                <a:lnTo>
                  <a:pt x="102190" y="5012"/>
                </a:lnTo>
                <a:lnTo>
                  <a:pt x="108139" y="4320"/>
                </a:lnTo>
                <a:lnTo>
                  <a:pt x="114302" y="3701"/>
                </a:lnTo>
                <a:lnTo>
                  <a:pt x="120693" y="3143"/>
                </a:lnTo>
                <a:lnTo>
                  <a:pt x="127304" y="2647"/>
                </a:lnTo>
                <a:lnTo>
                  <a:pt x="134191" y="2206"/>
                </a:lnTo>
                <a:lnTo>
                  <a:pt x="148589" y="1477"/>
                </a:lnTo>
                <a:lnTo>
                  <a:pt x="160144" y="1060"/>
                </a:lnTo>
                <a:lnTo>
                  <a:pt x="161234" y="31676"/>
                </a:lnTo>
                <a:lnTo>
                  <a:pt x="149796" y="32086"/>
                </a:lnTo>
                <a:lnTo>
                  <a:pt x="150022" y="32074"/>
                </a:lnTo>
                <a:lnTo>
                  <a:pt x="135844" y="32791"/>
                </a:lnTo>
                <a:lnTo>
                  <a:pt x="136059" y="32779"/>
                </a:lnTo>
                <a:lnTo>
                  <a:pt x="129362" y="33214"/>
                </a:lnTo>
                <a:lnTo>
                  <a:pt x="129521" y="33201"/>
                </a:lnTo>
                <a:lnTo>
                  <a:pt x="123076" y="33685"/>
                </a:lnTo>
                <a:lnTo>
                  <a:pt x="123260" y="33674"/>
                </a:lnTo>
                <a:lnTo>
                  <a:pt x="117066" y="34212"/>
                </a:lnTo>
                <a:lnTo>
                  <a:pt x="117268" y="34194"/>
                </a:lnTo>
                <a:lnTo>
                  <a:pt x="111313" y="34789"/>
                </a:lnTo>
                <a:lnTo>
                  <a:pt x="111539" y="34770"/>
                </a:lnTo>
                <a:lnTo>
                  <a:pt x="105829" y="35426"/>
                </a:lnTo>
                <a:lnTo>
                  <a:pt x="106074" y="35396"/>
                </a:lnTo>
                <a:lnTo>
                  <a:pt x="100596" y="36118"/>
                </a:lnTo>
                <a:lnTo>
                  <a:pt x="100873" y="36082"/>
                </a:lnTo>
                <a:lnTo>
                  <a:pt x="95628" y="36872"/>
                </a:lnTo>
                <a:lnTo>
                  <a:pt x="95934" y="36822"/>
                </a:lnTo>
                <a:lnTo>
                  <a:pt x="90910" y="37680"/>
                </a:lnTo>
                <a:lnTo>
                  <a:pt x="91241" y="37619"/>
                </a:lnTo>
                <a:lnTo>
                  <a:pt x="86438" y="38556"/>
                </a:lnTo>
                <a:lnTo>
                  <a:pt x="86805" y="38477"/>
                </a:lnTo>
                <a:lnTo>
                  <a:pt x="82216" y="39488"/>
                </a:lnTo>
                <a:lnTo>
                  <a:pt x="82621" y="39396"/>
                </a:lnTo>
                <a:lnTo>
                  <a:pt x="78239" y="40480"/>
                </a:lnTo>
                <a:lnTo>
                  <a:pt x="78681" y="40364"/>
                </a:lnTo>
                <a:lnTo>
                  <a:pt x="74508" y="41534"/>
                </a:lnTo>
                <a:lnTo>
                  <a:pt x="74980" y="41393"/>
                </a:lnTo>
                <a:lnTo>
                  <a:pt x="74257" y="41627"/>
                </a:lnTo>
                <a:lnTo>
                  <a:pt x="65030" y="12407"/>
                </a:lnTo>
                <a:moveTo>
                  <a:pt x="191085" y="367"/>
                </a:moveTo>
                <a:lnTo>
                  <a:pt x="198197" y="264"/>
                </a:lnTo>
                <a:lnTo>
                  <a:pt x="216995" y="98"/>
                </a:lnTo>
                <a:lnTo>
                  <a:pt x="236987" y="19"/>
                </a:lnTo>
                <a:lnTo>
                  <a:pt x="258228" y="0"/>
                </a:lnTo>
                <a:lnTo>
                  <a:pt x="283226" y="19"/>
                </a:lnTo>
                <a:lnTo>
                  <a:pt x="283201" y="30653"/>
                </a:lnTo>
                <a:lnTo>
                  <a:pt x="258223" y="30634"/>
                </a:lnTo>
                <a:lnTo>
                  <a:pt x="258247" y="30634"/>
                </a:lnTo>
                <a:lnTo>
                  <a:pt x="237042" y="30653"/>
                </a:lnTo>
                <a:lnTo>
                  <a:pt x="237085" y="30653"/>
                </a:lnTo>
                <a:lnTo>
                  <a:pt x="217148" y="30732"/>
                </a:lnTo>
                <a:lnTo>
                  <a:pt x="217222" y="30732"/>
                </a:lnTo>
                <a:lnTo>
                  <a:pt x="198510" y="30892"/>
                </a:lnTo>
                <a:lnTo>
                  <a:pt x="198615" y="30892"/>
                </a:lnTo>
                <a:lnTo>
                  <a:pt x="191544" y="31002"/>
                </a:lnTo>
                <a:lnTo>
                  <a:pt x="191085" y="367"/>
                </a:lnTo>
                <a:moveTo>
                  <a:pt x="313860" y="43"/>
                </a:moveTo>
                <a:lnTo>
                  <a:pt x="405764" y="116"/>
                </a:lnTo>
                <a:lnTo>
                  <a:pt x="405739" y="30750"/>
                </a:lnTo>
                <a:lnTo>
                  <a:pt x="313836" y="30677"/>
                </a:lnTo>
                <a:lnTo>
                  <a:pt x="313860" y="43"/>
                </a:lnTo>
                <a:moveTo>
                  <a:pt x="436398" y="135"/>
                </a:moveTo>
                <a:lnTo>
                  <a:pt x="528301" y="208"/>
                </a:lnTo>
                <a:lnTo>
                  <a:pt x="528276" y="30843"/>
                </a:lnTo>
                <a:lnTo>
                  <a:pt x="436373" y="30769"/>
                </a:lnTo>
                <a:lnTo>
                  <a:pt x="436398" y="135"/>
                </a:lnTo>
                <a:moveTo>
                  <a:pt x="558935" y="233"/>
                </a:moveTo>
                <a:lnTo>
                  <a:pt x="650838" y="300"/>
                </a:lnTo>
                <a:lnTo>
                  <a:pt x="650813" y="30934"/>
                </a:lnTo>
                <a:lnTo>
                  <a:pt x="558911" y="30867"/>
                </a:lnTo>
                <a:lnTo>
                  <a:pt x="558935" y="233"/>
                </a:lnTo>
                <a:moveTo>
                  <a:pt x="681472" y="325"/>
                </a:moveTo>
                <a:lnTo>
                  <a:pt x="773375" y="399"/>
                </a:lnTo>
                <a:lnTo>
                  <a:pt x="773350" y="31033"/>
                </a:lnTo>
                <a:lnTo>
                  <a:pt x="681447" y="30959"/>
                </a:lnTo>
                <a:lnTo>
                  <a:pt x="681472" y="325"/>
                </a:lnTo>
                <a:moveTo>
                  <a:pt x="804010" y="423"/>
                </a:moveTo>
                <a:lnTo>
                  <a:pt x="895912" y="491"/>
                </a:lnTo>
                <a:lnTo>
                  <a:pt x="895888" y="31125"/>
                </a:lnTo>
                <a:lnTo>
                  <a:pt x="803985" y="31057"/>
                </a:lnTo>
                <a:lnTo>
                  <a:pt x="804010" y="423"/>
                </a:lnTo>
                <a:moveTo>
                  <a:pt x="926547" y="515"/>
                </a:moveTo>
                <a:lnTo>
                  <a:pt x="1018449" y="588"/>
                </a:lnTo>
                <a:lnTo>
                  <a:pt x="1018425" y="31223"/>
                </a:lnTo>
                <a:lnTo>
                  <a:pt x="926522" y="31149"/>
                </a:lnTo>
                <a:lnTo>
                  <a:pt x="926547" y="515"/>
                </a:lnTo>
                <a:moveTo>
                  <a:pt x="1049084" y="613"/>
                </a:moveTo>
                <a:lnTo>
                  <a:pt x="1140987" y="680"/>
                </a:lnTo>
                <a:lnTo>
                  <a:pt x="1140962" y="31314"/>
                </a:lnTo>
                <a:lnTo>
                  <a:pt x="1049059" y="31247"/>
                </a:lnTo>
                <a:lnTo>
                  <a:pt x="1049084" y="613"/>
                </a:lnTo>
                <a:moveTo>
                  <a:pt x="1171621" y="705"/>
                </a:moveTo>
                <a:lnTo>
                  <a:pt x="1263524" y="778"/>
                </a:lnTo>
                <a:lnTo>
                  <a:pt x="1263500" y="31413"/>
                </a:lnTo>
                <a:lnTo>
                  <a:pt x="1171597" y="31339"/>
                </a:lnTo>
                <a:lnTo>
                  <a:pt x="1171621" y="705"/>
                </a:lnTo>
                <a:moveTo>
                  <a:pt x="1294158" y="802"/>
                </a:moveTo>
                <a:lnTo>
                  <a:pt x="1386061" y="870"/>
                </a:lnTo>
                <a:lnTo>
                  <a:pt x="1386036" y="31504"/>
                </a:lnTo>
                <a:lnTo>
                  <a:pt x="1294134" y="31437"/>
                </a:lnTo>
                <a:lnTo>
                  <a:pt x="1294158" y="802"/>
                </a:lnTo>
                <a:moveTo>
                  <a:pt x="1416696" y="895"/>
                </a:moveTo>
                <a:lnTo>
                  <a:pt x="1508599" y="969"/>
                </a:lnTo>
                <a:lnTo>
                  <a:pt x="1508574" y="31603"/>
                </a:lnTo>
                <a:lnTo>
                  <a:pt x="1416671" y="31529"/>
                </a:lnTo>
                <a:lnTo>
                  <a:pt x="1416696" y="895"/>
                </a:lnTo>
                <a:moveTo>
                  <a:pt x="1539233" y="987"/>
                </a:moveTo>
                <a:lnTo>
                  <a:pt x="1631136" y="1060"/>
                </a:lnTo>
                <a:lnTo>
                  <a:pt x="1631111" y="31695"/>
                </a:lnTo>
                <a:lnTo>
                  <a:pt x="1539208" y="31621"/>
                </a:lnTo>
                <a:lnTo>
                  <a:pt x="1539233" y="987"/>
                </a:lnTo>
                <a:moveTo>
                  <a:pt x="1661769" y="1085"/>
                </a:moveTo>
                <a:lnTo>
                  <a:pt x="1753673" y="1152"/>
                </a:lnTo>
                <a:lnTo>
                  <a:pt x="1753648" y="31786"/>
                </a:lnTo>
                <a:lnTo>
                  <a:pt x="1661745" y="31719"/>
                </a:lnTo>
                <a:lnTo>
                  <a:pt x="1661769" y="1085"/>
                </a:lnTo>
                <a:moveTo>
                  <a:pt x="1784307" y="1177"/>
                </a:moveTo>
                <a:lnTo>
                  <a:pt x="1876210" y="1250"/>
                </a:lnTo>
                <a:lnTo>
                  <a:pt x="1876185" y="31884"/>
                </a:lnTo>
                <a:lnTo>
                  <a:pt x="1784283" y="31811"/>
                </a:lnTo>
                <a:lnTo>
                  <a:pt x="1784307" y="1177"/>
                </a:lnTo>
                <a:moveTo>
                  <a:pt x="1906845" y="1274"/>
                </a:moveTo>
                <a:lnTo>
                  <a:pt x="1998747" y="1342"/>
                </a:lnTo>
                <a:lnTo>
                  <a:pt x="1998723" y="31976"/>
                </a:lnTo>
                <a:lnTo>
                  <a:pt x="1906820" y="31909"/>
                </a:lnTo>
                <a:lnTo>
                  <a:pt x="1906845" y="1274"/>
                </a:lnTo>
                <a:moveTo>
                  <a:pt x="2029382" y="1366"/>
                </a:moveTo>
                <a:lnTo>
                  <a:pt x="2121284" y="1440"/>
                </a:lnTo>
                <a:lnTo>
                  <a:pt x="2121260" y="32074"/>
                </a:lnTo>
                <a:lnTo>
                  <a:pt x="2029356" y="32000"/>
                </a:lnTo>
                <a:lnTo>
                  <a:pt x="2029382" y="1366"/>
                </a:lnTo>
                <a:moveTo>
                  <a:pt x="2151919" y="1464"/>
                </a:moveTo>
                <a:lnTo>
                  <a:pt x="2243822" y="1532"/>
                </a:lnTo>
                <a:lnTo>
                  <a:pt x="2243797" y="32166"/>
                </a:lnTo>
                <a:lnTo>
                  <a:pt x="2151894" y="32099"/>
                </a:lnTo>
                <a:lnTo>
                  <a:pt x="2151919" y="1464"/>
                </a:lnTo>
                <a:moveTo>
                  <a:pt x="2274455" y="1556"/>
                </a:moveTo>
                <a:lnTo>
                  <a:pt x="2283199" y="1563"/>
                </a:lnTo>
                <a:lnTo>
                  <a:pt x="2283193" y="1563"/>
                </a:lnTo>
                <a:lnTo>
                  <a:pt x="2324629" y="1581"/>
                </a:lnTo>
                <a:lnTo>
                  <a:pt x="2343714" y="1642"/>
                </a:lnTo>
                <a:lnTo>
                  <a:pt x="2361751" y="1771"/>
                </a:lnTo>
                <a:lnTo>
                  <a:pt x="2366550" y="1832"/>
                </a:lnTo>
                <a:lnTo>
                  <a:pt x="2366145" y="32467"/>
                </a:lnTo>
                <a:lnTo>
                  <a:pt x="2361390" y="32399"/>
                </a:lnTo>
                <a:lnTo>
                  <a:pt x="2361483" y="32405"/>
                </a:lnTo>
                <a:lnTo>
                  <a:pt x="2343530" y="32277"/>
                </a:lnTo>
                <a:lnTo>
                  <a:pt x="2343591" y="32277"/>
                </a:lnTo>
                <a:lnTo>
                  <a:pt x="2324555" y="32215"/>
                </a:lnTo>
                <a:lnTo>
                  <a:pt x="2324599" y="32215"/>
                </a:lnTo>
                <a:lnTo>
                  <a:pt x="2283180" y="32197"/>
                </a:lnTo>
                <a:lnTo>
                  <a:pt x="2274432" y="32191"/>
                </a:lnTo>
                <a:lnTo>
                  <a:pt x="2274455" y="1556"/>
                </a:lnTo>
                <a:moveTo>
                  <a:pt x="2397483" y="2432"/>
                </a:moveTo>
                <a:lnTo>
                  <a:pt x="2409933" y="2843"/>
                </a:lnTo>
                <a:lnTo>
                  <a:pt x="2424097" y="3523"/>
                </a:lnTo>
                <a:lnTo>
                  <a:pt x="2430911" y="3940"/>
                </a:lnTo>
                <a:lnTo>
                  <a:pt x="2437485" y="4411"/>
                </a:lnTo>
                <a:lnTo>
                  <a:pt x="2443852" y="4944"/>
                </a:lnTo>
                <a:lnTo>
                  <a:pt x="2450014" y="5539"/>
                </a:lnTo>
                <a:lnTo>
                  <a:pt x="2455988" y="6207"/>
                </a:lnTo>
                <a:lnTo>
                  <a:pt x="2461779" y="6941"/>
                </a:lnTo>
                <a:lnTo>
                  <a:pt x="2467378" y="7757"/>
                </a:lnTo>
                <a:lnTo>
                  <a:pt x="2472807" y="8658"/>
                </a:lnTo>
                <a:lnTo>
                  <a:pt x="2478064" y="9644"/>
                </a:lnTo>
                <a:lnTo>
                  <a:pt x="2483150" y="10728"/>
                </a:lnTo>
                <a:lnTo>
                  <a:pt x="2488081" y="11911"/>
                </a:lnTo>
                <a:lnTo>
                  <a:pt x="2492113" y="13002"/>
                </a:lnTo>
                <a:lnTo>
                  <a:pt x="2484117" y="42576"/>
                </a:lnTo>
                <a:lnTo>
                  <a:pt x="2480300" y="41540"/>
                </a:lnTo>
                <a:lnTo>
                  <a:pt x="2480723" y="41651"/>
                </a:lnTo>
                <a:lnTo>
                  <a:pt x="2476195" y="40566"/>
                </a:lnTo>
                <a:lnTo>
                  <a:pt x="2476587" y="40652"/>
                </a:lnTo>
                <a:lnTo>
                  <a:pt x="2471869" y="39647"/>
                </a:lnTo>
                <a:lnTo>
                  <a:pt x="2472225" y="39721"/>
                </a:lnTo>
                <a:lnTo>
                  <a:pt x="2467311" y="38795"/>
                </a:lnTo>
                <a:lnTo>
                  <a:pt x="2467637" y="38851"/>
                </a:lnTo>
                <a:lnTo>
                  <a:pt x="2462519" y="38005"/>
                </a:lnTo>
                <a:lnTo>
                  <a:pt x="2462814" y="38054"/>
                </a:lnTo>
                <a:lnTo>
                  <a:pt x="2457495" y="37276"/>
                </a:lnTo>
                <a:lnTo>
                  <a:pt x="2457765" y="37313"/>
                </a:lnTo>
                <a:lnTo>
                  <a:pt x="2452233" y="36608"/>
                </a:lnTo>
                <a:lnTo>
                  <a:pt x="2452478" y="36638"/>
                </a:lnTo>
                <a:lnTo>
                  <a:pt x="2446738" y="35995"/>
                </a:lnTo>
                <a:lnTo>
                  <a:pt x="2446959" y="36020"/>
                </a:lnTo>
                <a:lnTo>
                  <a:pt x="2441002" y="35444"/>
                </a:lnTo>
                <a:lnTo>
                  <a:pt x="2441199" y="35462"/>
                </a:lnTo>
                <a:lnTo>
                  <a:pt x="2435022" y="34948"/>
                </a:lnTo>
                <a:lnTo>
                  <a:pt x="2435200" y="34960"/>
                </a:lnTo>
                <a:lnTo>
                  <a:pt x="2428797" y="34500"/>
                </a:lnTo>
                <a:lnTo>
                  <a:pt x="2428956" y="34513"/>
                </a:lnTo>
                <a:lnTo>
                  <a:pt x="2422328" y="34103"/>
                </a:lnTo>
                <a:lnTo>
                  <a:pt x="2422536" y="34114"/>
                </a:lnTo>
                <a:lnTo>
                  <a:pt x="2408580" y="33447"/>
                </a:lnTo>
                <a:lnTo>
                  <a:pt x="2408805" y="33459"/>
                </a:lnTo>
                <a:lnTo>
                  <a:pt x="2396467" y="33048"/>
                </a:lnTo>
                <a:lnTo>
                  <a:pt x="2397483" y="2432"/>
                </a:lnTo>
                <a:moveTo>
                  <a:pt x="2524512" y="27424"/>
                </a:moveTo>
                <a:lnTo>
                  <a:pt x="2525780" y="28276"/>
                </a:lnTo>
                <a:lnTo>
                  <a:pt x="2529229" y="30849"/>
                </a:lnTo>
                <a:lnTo>
                  <a:pt x="2532519" y="33594"/>
                </a:lnTo>
                <a:lnTo>
                  <a:pt x="2535638" y="36510"/>
                </a:lnTo>
                <a:lnTo>
                  <a:pt x="2538586" y="39580"/>
                </a:lnTo>
                <a:lnTo>
                  <a:pt x="2541354" y="42815"/>
                </a:lnTo>
                <a:lnTo>
                  <a:pt x="2543940" y="46203"/>
                </a:lnTo>
                <a:lnTo>
                  <a:pt x="2546341" y="49732"/>
                </a:lnTo>
                <a:lnTo>
                  <a:pt x="2548571" y="53396"/>
                </a:lnTo>
                <a:lnTo>
                  <a:pt x="2550618" y="57194"/>
                </a:lnTo>
                <a:lnTo>
                  <a:pt x="2552499" y="61122"/>
                </a:lnTo>
                <a:lnTo>
                  <a:pt x="2554215" y="65172"/>
                </a:lnTo>
                <a:lnTo>
                  <a:pt x="2555771" y="69338"/>
                </a:lnTo>
                <a:lnTo>
                  <a:pt x="2557180" y="73633"/>
                </a:lnTo>
                <a:lnTo>
                  <a:pt x="2558454" y="78044"/>
                </a:lnTo>
                <a:lnTo>
                  <a:pt x="2559594" y="82578"/>
                </a:lnTo>
                <a:lnTo>
                  <a:pt x="2560605" y="87247"/>
                </a:lnTo>
                <a:lnTo>
                  <a:pt x="2561505" y="92038"/>
                </a:lnTo>
                <a:lnTo>
                  <a:pt x="2562302" y="96970"/>
                </a:lnTo>
                <a:lnTo>
                  <a:pt x="2562989" y="102037"/>
                </a:lnTo>
                <a:lnTo>
                  <a:pt x="2563589" y="107251"/>
                </a:lnTo>
                <a:lnTo>
                  <a:pt x="2564091" y="112618"/>
                </a:lnTo>
                <a:lnTo>
                  <a:pt x="2564513" y="118138"/>
                </a:lnTo>
                <a:lnTo>
                  <a:pt x="2564698" y="121177"/>
                </a:lnTo>
                <a:lnTo>
                  <a:pt x="2534119" y="123033"/>
                </a:lnTo>
                <a:lnTo>
                  <a:pt x="2533946" y="120117"/>
                </a:lnTo>
                <a:lnTo>
                  <a:pt x="2533959" y="120356"/>
                </a:lnTo>
                <a:lnTo>
                  <a:pt x="2533555" y="115093"/>
                </a:lnTo>
                <a:lnTo>
                  <a:pt x="2533579" y="115363"/>
                </a:lnTo>
                <a:lnTo>
                  <a:pt x="2533101" y="110278"/>
                </a:lnTo>
                <a:lnTo>
                  <a:pt x="2533133" y="110578"/>
                </a:lnTo>
                <a:lnTo>
                  <a:pt x="2532574" y="105676"/>
                </a:lnTo>
                <a:lnTo>
                  <a:pt x="2532612" y="106007"/>
                </a:lnTo>
                <a:lnTo>
                  <a:pt x="2531968" y="101283"/>
                </a:lnTo>
                <a:lnTo>
                  <a:pt x="2532023" y="101645"/>
                </a:lnTo>
                <a:lnTo>
                  <a:pt x="2531293" y="97099"/>
                </a:lnTo>
                <a:lnTo>
                  <a:pt x="2531362" y="97491"/>
                </a:lnTo>
                <a:lnTo>
                  <a:pt x="2530540" y="93116"/>
                </a:lnTo>
                <a:lnTo>
                  <a:pt x="2530626" y="93545"/>
                </a:lnTo>
                <a:lnTo>
                  <a:pt x="2529713" y="89336"/>
                </a:lnTo>
                <a:lnTo>
                  <a:pt x="2529823" y="89807"/>
                </a:lnTo>
                <a:lnTo>
                  <a:pt x="2528806" y="85758"/>
                </a:lnTo>
                <a:lnTo>
                  <a:pt x="2528942" y="86266"/>
                </a:lnTo>
                <a:lnTo>
                  <a:pt x="2527820" y="82382"/>
                </a:lnTo>
                <a:lnTo>
                  <a:pt x="2527991" y="82927"/>
                </a:lnTo>
                <a:lnTo>
                  <a:pt x="2526767" y="79196"/>
                </a:lnTo>
                <a:lnTo>
                  <a:pt x="2526968" y="79778"/>
                </a:lnTo>
                <a:lnTo>
                  <a:pt x="2525633" y="76200"/>
                </a:lnTo>
                <a:lnTo>
                  <a:pt x="2525877" y="76813"/>
                </a:lnTo>
                <a:lnTo>
                  <a:pt x="2524426" y="73387"/>
                </a:lnTo>
                <a:lnTo>
                  <a:pt x="2524713" y="74031"/>
                </a:lnTo>
                <a:lnTo>
                  <a:pt x="2523145" y="70753"/>
                </a:lnTo>
                <a:lnTo>
                  <a:pt x="2523482" y="71415"/>
                </a:lnTo>
                <a:lnTo>
                  <a:pt x="2521797" y="68284"/>
                </a:lnTo>
                <a:lnTo>
                  <a:pt x="2522183" y="68958"/>
                </a:lnTo>
                <a:lnTo>
                  <a:pt x="2520369" y="65968"/>
                </a:lnTo>
                <a:lnTo>
                  <a:pt x="2520805" y="66648"/>
                </a:lnTo>
                <a:lnTo>
                  <a:pt x="2518863" y="63799"/>
                </a:lnTo>
                <a:lnTo>
                  <a:pt x="2519346" y="64473"/>
                </a:lnTo>
                <a:lnTo>
                  <a:pt x="2517270" y="61759"/>
                </a:lnTo>
                <a:lnTo>
                  <a:pt x="2517808" y="62415"/>
                </a:lnTo>
                <a:lnTo>
                  <a:pt x="2515591" y="59835"/>
                </a:lnTo>
                <a:lnTo>
                  <a:pt x="2516166" y="60466"/>
                </a:lnTo>
                <a:lnTo>
                  <a:pt x="2513814" y="58009"/>
                </a:lnTo>
                <a:lnTo>
                  <a:pt x="2514421" y="58609"/>
                </a:lnTo>
                <a:lnTo>
                  <a:pt x="2511927" y="56281"/>
                </a:lnTo>
                <a:lnTo>
                  <a:pt x="2512557" y="56839"/>
                </a:lnTo>
                <a:lnTo>
                  <a:pt x="2509911" y="54627"/>
                </a:lnTo>
                <a:lnTo>
                  <a:pt x="2510561" y="55142"/>
                </a:lnTo>
                <a:lnTo>
                  <a:pt x="2507761" y="53053"/>
                </a:lnTo>
                <a:lnTo>
                  <a:pt x="2508415" y="53512"/>
                </a:lnTo>
                <a:lnTo>
                  <a:pt x="2507473" y="52881"/>
                </a:lnTo>
                <a:lnTo>
                  <a:pt x="2524512" y="27424"/>
                </a:lnTo>
                <a:moveTo>
                  <a:pt x="2565561" y="152596"/>
                </a:moveTo>
                <a:lnTo>
                  <a:pt x="2565579" y="154752"/>
                </a:lnTo>
                <a:lnTo>
                  <a:pt x="2565617" y="244621"/>
                </a:lnTo>
                <a:lnTo>
                  <a:pt x="2534982" y="244634"/>
                </a:lnTo>
                <a:lnTo>
                  <a:pt x="2534946" y="154826"/>
                </a:lnTo>
                <a:lnTo>
                  <a:pt x="2534951" y="154949"/>
                </a:lnTo>
                <a:lnTo>
                  <a:pt x="2534932" y="152853"/>
                </a:lnTo>
                <a:lnTo>
                  <a:pt x="2565561" y="152596"/>
                </a:lnTo>
                <a:moveTo>
                  <a:pt x="2565628" y="275255"/>
                </a:moveTo>
                <a:lnTo>
                  <a:pt x="2565665" y="367158"/>
                </a:lnTo>
                <a:lnTo>
                  <a:pt x="2535032" y="367171"/>
                </a:lnTo>
                <a:lnTo>
                  <a:pt x="2534994" y="275268"/>
                </a:lnTo>
                <a:lnTo>
                  <a:pt x="2565628" y="275255"/>
                </a:lnTo>
                <a:moveTo>
                  <a:pt x="2565677" y="397793"/>
                </a:moveTo>
                <a:lnTo>
                  <a:pt x="2565709" y="489696"/>
                </a:lnTo>
                <a:lnTo>
                  <a:pt x="2535074" y="489708"/>
                </a:lnTo>
                <a:lnTo>
                  <a:pt x="2535044" y="397805"/>
                </a:lnTo>
                <a:lnTo>
                  <a:pt x="2565677" y="397793"/>
                </a:lnTo>
                <a:moveTo>
                  <a:pt x="2565721" y="520330"/>
                </a:moveTo>
                <a:lnTo>
                  <a:pt x="2565757" y="612232"/>
                </a:lnTo>
                <a:lnTo>
                  <a:pt x="2535123" y="612245"/>
                </a:lnTo>
                <a:lnTo>
                  <a:pt x="2535086" y="520343"/>
                </a:lnTo>
                <a:lnTo>
                  <a:pt x="2565721" y="520330"/>
                </a:lnTo>
                <a:moveTo>
                  <a:pt x="2565770" y="642867"/>
                </a:moveTo>
                <a:lnTo>
                  <a:pt x="2565807" y="734770"/>
                </a:lnTo>
                <a:lnTo>
                  <a:pt x="2535172" y="734782"/>
                </a:lnTo>
                <a:lnTo>
                  <a:pt x="2535135" y="642879"/>
                </a:lnTo>
                <a:lnTo>
                  <a:pt x="2565770" y="642867"/>
                </a:lnTo>
                <a:moveTo>
                  <a:pt x="2565819" y="765404"/>
                </a:moveTo>
                <a:lnTo>
                  <a:pt x="2565849" y="857307"/>
                </a:lnTo>
                <a:lnTo>
                  <a:pt x="2535215" y="857320"/>
                </a:lnTo>
                <a:lnTo>
                  <a:pt x="2535184" y="765417"/>
                </a:lnTo>
                <a:lnTo>
                  <a:pt x="2565819" y="765404"/>
                </a:lnTo>
                <a:moveTo>
                  <a:pt x="2565862" y="887941"/>
                </a:moveTo>
                <a:lnTo>
                  <a:pt x="2565898" y="979845"/>
                </a:lnTo>
                <a:lnTo>
                  <a:pt x="2535265" y="979856"/>
                </a:lnTo>
                <a:lnTo>
                  <a:pt x="2535228" y="887954"/>
                </a:lnTo>
                <a:lnTo>
                  <a:pt x="2565862" y="887941"/>
                </a:lnTo>
                <a:moveTo>
                  <a:pt x="2565910" y="1010479"/>
                </a:moveTo>
                <a:lnTo>
                  <a:pt x="2565947" y="1102382"/>
                </a:lnTo>
                <a:lnTo>
                  <a:pt x="2535313" y="1102394"/>
                </a:lnTo>
                <a:lnTo>
                  <a:pt x="2535277" y="1010491"/>
                </a:lnTo>
                <a:lnTo>
                  <a:pt x="2565910" y="1010479"/>
                </a:lnTo>
                <a:moveTo>
                  <a:pt x="2565960" y="1133016"/>
                </a:moveTo>
                <a:lnTo>
                  <a:pt x="2565996" y="1224919"/>
                </a:lnTo>
                <a:lnTo>
                  <a:pt x="2535363" y="1224931"/>
                </a:lnTo>
                <a:lnTo>
                  <a:pt x="2535325" y="1133029"/>
                </a:lnTo>
                <a:lnTo>
                  <a:pt x="2565960" y="1133016"/>
                </a:lnTo>
                <a:moveTo>
                  <a:pt x="2566003" y="1255554"/>
                </a:moveTo>
                <a:lnTo>
                  <a:pt x="2566040" y="1347456"/>
                </a:lnTo>
                <a:lnTo>
                  <a:pt x="2535405" y="1347468"/>
                </a:lnTo>
                <a:lnTo>
                  <a:pt x="2535367" y="1255565"/>
                </a:lnTo>
                <a:lnTo>
                  <a:pt x="2566003" y="1255554"/>
                </a:lnTo>
                <a:moveTo>
                  <a:pt x="2566052" y="1378090"/>
                </a:moveTo>
                <a:lnTo>
                  <a:pt x="2566089" y="1469993"/>
                </a:lnTo>
                <a:lnTo>
                  <a:pt x="2535453" y="1470006"/>
                </a:lnTo>
                <a:lnTo>
                  <a:pt x="2535417" y="1378103"/>
                </a:lnTo>
                <a:lnTo>
                  <a:pt x="2566052" y="1378090"/>
                </a:lnTo>
                <a:moveTo>
                  <a:pt x="2566100" y="1500628"/>
                </a:moveTo>
                <a:lnTo>
                  <a:pt x="2566138" y="1592531"/>
                </a:lnTo>
                <a:lnTo>
                  <a:pt x="2535502" y="1592543"/>
                </a:lnTo>
                <a:lnTo>
                  <a:pt x="2535466" y="1500640"/>
                </a:lnTo>
                <a:lnTo>
                  <a:pt x="2566100" y="1500628"/>
                </a:lnTo>
                <a:moveTo>
                  <a:pt x="2566149" y="1623165"/>
                </a:moveTo>
                <a:lnTo>
                  <a:pt x="2566181" y="1715067"/>
                </a:lnTo>
                <a:lnTo>
                  <a:pt x="2535546" y="1715080"/>
                </a:lnTo>
                <a:lnTo>
                  <a:pt x="2535516" y="1623177"/>
                </a:lnTo>
                <a:lnTo>
                  <a:pt x="2566149" y="1623165"/>
                </a:lnTo>
                <a:moveTo>
                  <a:pt x="2566192" y="1745702"/>
                </a:moveTo>
                <a:lnTo>
                  <a:pt x="2566228" y="1837605"/>
                </a:lnTo>
                <a:lnTo>
                  <a:pt x="2535595" y="1837617"/>
                </a:lnTo>
                <a:lnTo>
                  <a:pt x="2535558" y="1745714"/>
                </a:lnTo>
                <a:lnTo>
                  <a:pt x="2566192" y="1745702"/>
                </a:lnTo>
                <a:moveTo>
                  <a:pt x="2566192" y="1868344"/>
                </a:moveTo>
                <a:lnTo>
                  <a:pt x="2566145" y="1876670"/>
                </a:lnTo>
                <a:lnTo>
                  <a:pt x="2565960" y="1887998"/>
                </a:lnTo>
                <a:lnTo>
                  <a:pt x="2565628" y="1898641"/>
                </a:lnTo>
                <a:lnTo>
                  <a:pt x="2565390" y="1903787"/>
                </a:lnTo>
                <a:lnTo>
                  <a:pt x="2565103" y="1908763"/>
                </a:lnTo>
                <a:lnTo>
                  <a:pt x="2564747" y="1913590"/>
                </a:lnTo>
                <a:lnTo>
                  <a:pt x="2564324" y="1918290"/>
                </a:lnTo>
                <a:lnTo>
                  <a:pt x="2563821" y="1922861"/>
                </a:lnTo>
                <a:lnTo>
                  <a:pt x="2563240" y="1927315"/>
                </a:lnTo>
                <a:lnTo>
                  <a:pt x="2562566" y="1931652"/>
                </a:lnTo>
                <a:lnTo>
                  <a:pt x="2561787" y="1935874"/>
                </a:lnTo>
                <a:lnTo>
                  <a:pt x="2560898" y="1939997"/>
                </a:lnTo>
                <a:lnTo>
                  <a:pt x="2559887" y="1944016"/>
                </a:lnTo>
                <a:lnTo>
                  <a:pt x="2558743" y="1947937"/>
                </a:lnTo>
                <a:lnTo>
                  <a:pt x="2557450" y="1951761"/>
                </a:lnTo>
                <a:lnTo>
                  <a:pt x="2556003" y="1955492"/>
                </a:lnTo>
                <a:lnTo>
                  <a:pt x="2554386" y="1959119"/>
                </a:lnTo>
                <a:lnTo>
                  <a:pt x="2552597" y="1962642"/>
                </a:lnTo>
                <a:lnTo>
                  <a:pt x="2550618" y="1966055"/>
                </a:lnTo>
                <a:lnTo>
                  <a:pt x="2550275" y="1966575"/>
                </a:lnTo>
                <a:lnTo>
                  <a:pt x="2524708" y="1949690"/>
                </a:lnTo>
                <a:lnTo>
                  <a:pt x="2524567" y="1949910"/>
                </a:lnTo>
                <a:lnTo>
                  <a:pt x="2524812" y="1949537"/>
                </a:lnTo>
                <a:lnTo>
                  <a:pt x="2524347" y="1950290"/>
                </a:lnTo>
                <a:lnTo>
                  <a:pt x="2525890" y="1947631"/>
                </a:lnTo>
                <a:lnTo>
                  <a:pt x="2525485" y="1948372"/>
                </a:lnTo>
                <a:lnTo>
                  <a:pt x="2526907" y="1945579"/>
                </a:lnTo>
                <a:lnTo>
                  <a:pt x="2526563" y="1946302"/>
                </a:lnTo>
                <a:lnTo>
                  <a:pt x="2527863" y="1943373"/>
                </a:lnTo>
                <a:lnTo>
                  <a:pt x="2527582" y="1944059"/>
                </a:lnTo>
                <a:lnTo>
                  <a:pt x="2528770" y="1941002"/>
                </a:lnTo>
                <a:lnTo>
                  <a:pt x="2528531" y="1941645"/>
                </a:lnTo>
                <a:lnTo>
                  <a:pt x="2529615" y="1938447"/>
                </a:lnTo>
                <a:lnTo>
                  <a:pt x="2529426" y="1939047"/>
                </a:lnTo>
                <a:lnTo>
                  <a:pt x="2530399" y="1935702"/>
                </a:lnTo>
                <a:lnTo>
                  <a:pt x="2530247" y="1936260"/>
                </a:lnTo>
                <a:lnTo>
                  <a:pt x="2531128" y="1932774"/>
                </a:lnTo>
                <a:lnTo>
                  <a:pt x="2531005" y="1933276"/>
                </a:lnTo>
                <a:lnTo>
                  <a:pt x="2531791" y="1929643"/>
                </a:lnTo>
                <a:lnTo>
                  <a:pt x="2531698" y="1930102"/>
                </a:lnTo>
                <a:lnTo>
                  <a:pt x="2532397" y="1926310"/>
                </a:lnTo>
                <a:lnTo>
                  <a:pt x="2532329" y="1926727"/>
                </a:lnTo>
                <a:lnTo>
                  <a:pt x="2532942" y="1922780"/>
                </a:lnTo>
                <a:lnTo>
                  <a:pt x="2532893" y="1923148"/>
                </a:lnTo>
                <a:lnTo>
                  <a:pt x="2533426" y="1919049"/>
                </a:lnTo>
                <a:lnTo>
                  <a:pt x="2533388" y="1919374"/>
                </a:lnTo>
                <a:lnTo>
                  <a:pt x="2533856" y="1915116"/>
                </a:lnTo>
                <a:lnTo>
                  <a:pt x="2533824" y="1915404"/>
                </a:lnTo>
                <a:lnTo>
                  <a:pt x="2534223" y="1910974"/>
                </a:lnTo>
                <a:lnTo>
                  <a:pt x="2534205" y="1911232"/>
                </a:lnTo>
                <a:lnTo>
                  <a:pt x="2534535" y="1906637"/>
                </a:lnTo>
                <a:lnTo>
                  <a:pt x="2534523" y="1906857"/>
                </a:lnTo>
                <a:lnTo>
                  <a:pt x="2534805" y="1902090"/>
                </a:lnTo>
                <a:lnTo>
                  <a:pt x="2534793" y="1902280"/>
                </a:lnTo>
                <a:lnTo>
                  <a:pt x="2535019" y="1897342"/>
                </a:lnTo>
                <a:lnTo>
                  <a:pt x="2535013" y="1897575"/>
                </a:lnTo>
                <a:lnTo>
                  <a:pt x="2535337" y="1887165"/>
                </a:lnTo>
                <a:lnTo>
                  <a:pt x="2535331" y="1887392"/>
                </a:lnTo>
                <a:lnTo>
                  <a:pt x="2535509" y="1876247"/>
                </a:lnTo>
                <a:lnTo>
                  <a:pt x="2535509" y="1876394"/>
                </a:lnTo>
                <a:lnTo>
                  <a:pt x="2535558" y="1868148"/>
                </a:lnTo>
                <a:lnTo>
                  <a:pt x="2566192" y="1868344"/>
                </a:lnTo>
                <a:moveTo>
                  <a:pt x="2521479" y="1991597"/>
                </a:moveTo>
                <a:lnTo>
                  <a:pt x="2520694" y="1991989"/>
                </a:lnTo>
                <a:lnTo>
                  <a:pt x="2516810" y="1993705"/>
                </a:lnTo>
                <a:lnTo>
                  <a:pt x="2512772" y="1995279"/>
                </a:lnTo>
                <a:lnTo>
                  <a:pt x="2508595" y="1996719"/>
                </a:lnTo>
                <a:lnTo>
                  <a:pt x="2504255" y="1998043"/>
                </a:lnTo>
                <a:lnTo>
                  <a:pt x="2499759" y="1999250"/>
                </a:lnTo>
                <a:lnTo>
                  <a:pt x="2495097" y="2000353"/>
                </a:lnTo>
                <a:lnTo>
                  <a:pt x="2490256" y="2001357"/>
                </a:lnTo>
                <a:lnTo>
                  <a:pt x="2485238" y="2002270"/>
                </a:lnTo>
                <a:lnTo>
                  <a:pt x="2480031" y="2003104"/>
                </a:lnTo>
                <a:lnTo>
                  <a:pt x="2474633" y="2003851"/>
                </a:lnTo>
                <a:lnTo>
                  <a:pt x="2469027" y="2004531"/>
                </a:lnTo>
                <a:lnTo>
                  <a:pt x="2463207" y="2005138"/>
                </a:lnTo>
                <a:lnTo>
                  <a:pt x="2457172" y="2005683"/>
                </a:lnTo>
                <a:lnTo>
                  <a:pt x="2450910" y="2006167"/>
                </a:lnTo>
                <a:lnTo>
                  <a:pt x="2444415" y="2006596"/>
                </a:lnTo>
                <a:lnTo>
                  <a:pt x="2437651" y="2006976"/>
                </a:lnTo>
                <a:lnTo>
                  <a:pt x="2425085" y="2007515"/>
                </a:lnTo>
                <a:lnTo>
                  <a:pt x="2423767" y="1976905"/>
                </a:lnTo>
                <a:lnTo>
                  <a:pt x="2436236" y="1976372"/>
                </a:lnTo>
                <a:lnTo>
                  <a:pt x="2436039" y="1976379"/>
                </a:lnTo>
                <a:lnTo>
                  <a:pt x="2442632" y="1976011"/>
                </a:lnTo>
                <a:lnTo>
                  <a:pt x="2442473" y="1976023"/>
                </a:lnTo>
                <a:lnTo>
                  <a:pt x="2448808" y="1975606"/>
                </a:lnTo>
                <a:lnTo>
                  <a:pt x="2448637" y="1975618"/>
                </a:lnTo>
                <a:lnTo>
                  <a:pt x="2454714" y="1975147"/>
                </a:lnTo>
                <a:lnTo>
                  <a:pt x="2454518" y="1975165"/>
                </a:lnTo>
                <a:lnTo>
                  <a:pt x="2460344" y="1974639"/>
                </a:lnTo>
                <a:lnTo>
                  <a:pt x="2460130" y="1974663"/>
                </a:lnTo>
                <a:lnTo>
                  <a:pt x="2465718" y="1974075"/>
                </a:lnTo>
                <a:lnTo>
                  <a:pt x="2465474" y="1974105"/>
                </a:lnTo>
                <a:lnTo>
                  <a:pt x="2470821" y="1973456"/>
                </a:lnTo>
                <a:lnTo>
                  <a:pt x="2470546" y="1973493"/>
                </a:lnTo>
                <a:lnTo>
                  <a:pt x="2475662" y="1972782"/>
                </a:lnTo>
                <a:lnTo>
                  <a:pt x="2475362" y="1972825"/>
                </a:lnTo>
                <a:lnTo>
                  <a:pt x="2480251" y="1972046"/>
                </a:lnTo>
                <a:lnTo>
                  <a:pt x="2479914" y="1972108"/>
                </a:lnTo>
                <a:lnTo>
                  <a:pt x="2484576" y="1971256"/>
                </a:lnTo>
                <a:lnTo>
                  <a:pt x="2484209" y="1971330"/>
                </a:lnTo>
                <a:lnTo>
                  <a:pt x="2488656" y="1970405"/>
                </a:lnTo>
                <a:lnTo>
                  <a:pt x="2488247" y="1970497"/>
                </a:lnTo>
                <a:lnTo>
                  <a:pt x="2492480" y="1969492"/>
                </a:lnTo>
                <a:lnTo>
                  <a:pt x="2492033" y="1969602"/>
                </a:lnTo>
                <a:lnTo>
                  <a:pt x="2496058" y="1968523"/>
                </a:lnTo>
                <a:lnTo>
                  <a:pt x="2495567" y="1968665"/>
                </a:lnTo>
                <a:lnTo>
                  <a:pt x="2499397" y="1967500"/>
                </a:lnTo>
                <a:lnTo>
                  <a:pt x="2498865" y="1967672"/>
                </a:lnTo>
                <a:lnTo>
                  <a:pt x="2502491" y="1966416"/>
                </a:lnTo>
                <a:lnTo>
                  <a:pt x="2501922" y="1966631"/>
                </a:lnTo>
                <a:lnTo>
                  <a:pt x="2505360" y="1965289"/>
                </a:lnTo>
                <a:lnTo>
                  <a:pt x="2504746" y="1965540"/>
                </a:lnTo>
                <a:lnTo>
                  <a:pt x="2507993" y="1964106"/>
                </a:lnTo>
                <a:lnTo>
                  <a:pt x="2507343" y="1964413"/>
                </a:lnTo>
                <a:lnTo>
                  <a:pt x="2507809" y="1964180"/>
                </a:lnTo>
                <a:lnTo>
                  <a:pt x="2521479" y="1991597"/>
                </a:lnTo>
                <a:moveTo>
                  <a:pt x="2394090" y="2008293"/>
                </a:moveTo>
                <a:lnTo>
                  <a:pt x="2391847" y="2008336"/>
                </a:lnTo>
                <a:lnTo>
                  <a:pt x="2374354" y="2008526"/>
                </a:lnTo>
                <a:lnTo>
                  <a:pt x="2355655" y="2008636"/>
                </a:lnTo>
                <a:lnTo>
                  <a:pt x="2314513" y="2008691"/>
                </a:lnTo>
                <a:lnTo>
                  <a:pt x="2301843" y="2008648"/>
                </a:lnTo>
                <a:lnTo>
                  <a:pt x="2301954" y="1978014"/>
                </a:lnTo>
                <a:lnTo>
                  <a:pt x="2314587" y="1978057"/>
                </a:lnTo>
                <a:lnTo>
                  <a:pt x="2314513" y="1978057"/>
                </a:lnTo>
                <a:lnTo>
                  <a:pt x="2355582" y="1978002"/>
                </a:lnTo>
                <a:lnTo>
                  <a:pt x="2355514" y="1978002"/>
                </a:lnTo>
                <a:lnTo>
                  <a:pt x="2374133" y="1977891"/>
                </a:lnTo>
                <a:lnTo>
                  <a:pt x="2374054" y="1977898"/>
                </a:lnTo>
                <a:lnTo>
                  <a:pt x="2391448" y="1977702"/>
                </a:lnTo>
                <a:lnTo>
                  <a:pt x="2391332" y="1977702"/>
                </a:lnTo>
                <a:lnTo>
                  <a:pt x="2393513" y="1977665"/>
                </a:lnTo>
                <a:lnTo>
                  <a:pt x="2394090" y="2008293"/>
                </a:lnTo>
                <a:moveTo>
                  <a:pt x="2271209" y="2008532"/>
                </a:moveTo>
                <a:lnTo>
                  <a:pt x="2179305" y="2008201"/>
                </a:lnTo>
                <a:lnTo>
                  <a:pt x="2179422" y="1977567"/>
                </a:lnTo>
                <a:lnTo>
                  <a:pt x="2271318" y="1977898"/>
                </a:lnTo>
                <a:lnTo>
                  <a:pt x="2271209" y="2008532"/>
                </a:lnTo>
                <a:moveTo>
                  <a:pt x="2148671" y="2008091"/>
                </a:moveTo>
                <a:lnTo>
                  <a:pt x="2056774" y="2007760"/>
                </a:lnTo>
                <a:lnTo>
                  <a:pt x="2056885" y="1977126"/>
                </a:lnTo>
                <a:lnTo>
                  <a:pt x="2148789" y="1977457"/>
                </a:lnTo>
                <a:lnTo>
                  <a:pt x="2148671" y="2008091"/>
                </a:lnTo>
                <a:moveTo>
                  <a:pt x="2026140" y="2007650"/>
                </a:moveTo>
                <a:lnTo>
                  <a:pt x="1934237" y="2007319"/>
                </a:lnTo>
                <a:lnTo>
                  <a:pt x="1934348" y="1976685"/>
                </a:lnTo>
                <a:lnTo>
                  <a:pt x="2026251" y="1977016"/>
                </a:lnTo>
                <a:lnTo>
                  <a:pt x="2026140" y="2007650"/>
                </a:lnTo>
                <a:moveTo>
                  <a:pt x="1903604" y="2007209"/>
                </a:moveTo>
                <a:lnTo>
                  <a:pt x="1811700" y="2006878"/>
                </a:lnTo>
                <a:lnTo>
                  <a:pt x="1811810" y="1976243"/>
                </a:lnTo>
                <a:lnTo>
                  <a:pt x="1903713" y="1976575"/>
                </a:lnTo>
                <a:lnTo>
                  <a:pt x="1903604" y="2007209"/>
                </a:lnTo>
                <a:moveTo>
                  <a:pt x="1781066" y="2006768"/>
                </a:moveTo>
                <a:lnTo>
                  <a:pt x="1689163" y="2006430"/>
                </a:lnTo>
                <a:lnTo>
                  <a:pt x="1689272" y="1975796"/>
                </a:lnTo>
                <a:lnTo>
                  <a:pt x="1781176" y="1976133"/>
                </a:lnTo>
                <a:lnTo>
                  <a:pt x="1781066" y="2006768"/>
                </a:lnTo>
                <a:moveTo>
                  <a:pt x="1658528" y="2006320"/>
                </a:moveTo>
                <a:lnTo>
                  <a:pt x="1566626" y="2005989"/>
                </a:lnTo>
                <a:lnTo>
                  <a:pt x="1566736" y="1975355"/>
                </a:lnTo>
                <a:lnTo>
                  <a:pt x="1658639" y="1975686"/>
                </a:lnTo>
                <a:lnTo>
                  <a:pt x="1658528" y="2006320"/>
                </a:lnTo>
                <a:moveTo>
                  <a:pt x="1535991" y="2005879"/>
                </a:moveTo>
                <a:lnTo>
                  <a:pt x="1444089" y="2005549"/>
                </a:lnTo>
                <a:lnTo>
                  <a:pt x="1444199" y="1974914"/>
                </a:lnTo>
                <a:lnTo>
                  <a:pt x="1536102" y="1975245"/>
                </a:lnTo>
                <a:lnTo>
                  <a:pt x="1535991" y="2005879"/>
                </a:lnTo>
                <a:moveTo>
                  <a:pt x="1413454" y="2005438"/>
                </a:moveTo>
                <a:lnTo>
                  <a:pt x="1321551" y="2005107"/>
                </a:lnTo>
                <a:lnTo>
                  <a:pt x="1321662" y="1974473"/>
                </a:lnTo>
                <a:lnTo>
                  <a:pt x="1413564" y="1974804"/>
                </a:lnTo>
                <a:lnTo>
                  <a:pt x="1413454" y="2005438"/>
                </a:lnTo>
                <a:moveTo>
                  <a:pt x="1290917" y="2004997"/>
                </a:moveTo>
                <a:lnTo>
                  <a:pt x="1199020" y="2004666"/>
                </a:lnTo>
                <a:lnTo>
                  <a:pt x="1199131" y="1974032"/>
                </a:lnTo>
                <a:lnTo>
                  <a:pt x="1291027" y="1974363"/>
                </a:lnTo>
                <a:lnTo>
                  <a:pt x="1290917" y="2004997"/>
                </a:lnTo>
                <a:moveTo>
                  <a:pt x="1168386" y="2004556"/>
                </a:moveTo>
                <a:lnTo>
                  <a:pt x="1076483" y="2004218"/>
                </a:lnTo>
                <a:lnTo>
                  <a:pt x="1076594" y="1973584"/>
                </a:lnTo>
                <a:lnTo>
                  <a:pt x="1168496" y="1973921"/>
                </a:lnTo>
                <a:lnTo>
                  <a:pt x="1168386" y="2004556"/>
                </a:lnTo>
                <a:moveTo>
                  <a:pt x="1045849" y="2004108"/>
                </a:moveTo>
                <a:lnTo>
                  <a:pt x="953946" y="2003778"/>
                </a:lnTo>
                <a:lnTo>
                  <a:pt x="954056" y="1973144"/>
                </a:lnTo>
                <a:lnTo>
                  <a:pt x="1045959" y="1973474"/>
                </a:lnTo>
                <a:lnTo>
                  <a:pt x="1045849" y="2004108"/>
                </a:lnTo>
                <a:moveTo>
                  <a:pt x="923312" y="2003667"/>
                </a:moveTo>
                <a:lnTo>
                  <a:pt x="831409" y="2003336"/>
                </a:lnTo>
                <a:lnTo>
                  <a:pt x="831519" y="1972702"/>
                </a:lnTo>
                <a:lnTo>
                  <a:pt x="923422" y="1973033"/>
                </a:lnTo>
                <a:lnTo>
                  <a:pt x="923312" y="2003667"/>
                </a:lnTo>
                <a:moveTo>
                  <a:pt x="800774" y="2003226"/>
                </a:moveTo>
                <a:lnTo>
                  <a:pt x="708871" y="2002896"/>
                </a:lnTo>
                <a:lnTo>
                  <a:pt x="708982" y="1972261"/>
                </a:lnTo>
                <a:lnTo>
                  <a:pt x="800885" y="1972592"/>
                </a:lnTo>
                <a:lnTo>
                  <a:pt x="800774" y="2003226"/>
                </a:lnTo>
                <a:moveTo>
                  <a:pt x="678237" y="2002785"/>
                </a:moveTo>
                <a:lnTo>
                  <a:pt x="586335" y="2002455"/>
                </a:lnTo>
                <a:lnTo>
                  <a:pt x="586444" y="1971820"/>
                </a:lnTo>
                <a:lnTo>
                  <a:pt x="678348" y="1972151"/>
                </a:lnTo>
                <a:lnTo>
                  <a:pt x="678237" y="2002785"/>
                </a:lnTo>
                <a:moveTo>
                  <a:pt x="555700" y="2002344"/>
                </a:moveTo>
                <a:lnTo>
                  <a:pt x="463797" y="2002007"/>
                </a:lnTo>
                <a:lnTo>
                  <a:pt x="463908" y="1971373"/>
                </a:lnTo>
                <a:lnTo>
                  <a:pt x="555810" y="1971710"/>
                </a:lnTo>
                <a:lnTo>
                  <a:pt x="555700" y="2002344"/>
                </a:lnTo>
                <a:moveTo>
                  <a:pt x="433163" y="2001897"/>
                </a:moveTo>
                <a:lnTo>
                  <a:pt x="341260" y="2001566"/>
                </a:lnTo>
                <a:lnTo>
                  <a:pt x="341376" y="1970931"/>
                </a:lnTo>
                <a:lnTo>
                  <a:pt x="433273" y="1971262"/>
                </a:lnTo>
                <a:lnTo>
                  <a:pt x="433163" y="2001897"/>
                </a:lnTo>
                <a:moveTo>
                  <a:pt x="310625" y="2001456"/>
                </a:moveTo>
                <a:lnTo>
                  <a:pt x="258180" y="2001266"/>
                </a:lnTo>
                <a:lnTo>
                  <a:pt x="258216" y="2001266"/>
                </a:lnTo>
                <a:lnTo>
                  <a:pt x="236993" y="2001247"/>
                </a:lnTo>
                <a:lnTo>
                  <a:pt x="218723" y="2001180"/>
                </a:lnTo>
                <a:lnTo>
                  <a:pt x="218839" y="1970545"/>
                </a:lnTo>
                <a:lnTo>
                  <a:pt x="237085" y="1970613"/>
                </a:lnTo>
                <a:lnTo>
                  <a:pt x="237042" y="1970613"/>
                </a:lnTo>
                <a:lnTo>
                  <a:pt x="258266" y="1970631"/>
                </a:lnTo>
                <a:lnTo>
                  <a:pt x="310741" y="1970821"/>
                </a:lnTo>
                <a:lnTo>
                  <a:pt x="310625" y="2001456"/>
                </a:lnTo>
                <a:moveTo>
                  <a:pt x="187922" y="2000861"/>
                </a:moveTo>
                <a:lnTo>
                  <a:pt x="180602" y="2000758"/>
                </a:lnTo>
                <a:lnTo>
                  <a:pt x="164096" y="2000371"/>
                </a:lnTo>
                <a:lnTo>
                  <a:pt x="148662" y="1999826"/>
                </a:lnTo>
                <a:lnTo>
                  <a:pt x="134283" y="1999109"/>
                </a:lnTo>
                <a:lnTo>
                  <a:pt x="127408" y="1998674"/>
                </a:lnTo>
                <a:lnTo>
                  <a:pt x="120809" y="1998184"/>
                </a:lnTo>
                <a:lnTo>
                  <a:pt x="114431" y="1997633"/>
                </a:lnTo>
                <a:lnTo>
                  <a:pt x="108279" y="1997019"/>
                </a:lnTo>
                <a:lnTo>
                  <a:pt x="102343" y="1996346"/>
                </a:lnTo>
                <a:lnTo>
                  <a:pt x="96614" y="1995592"/>
                </a:lnTo>
                <a:lnTo>
                  <a:pt x="94206" y="1995231"/>
                </a:lnTo>
                <a:lnTo>
                  <a:pt x="98735" y="1964934"/>
                </a:lnTo>
                <a:lnTo>
                  <a:pt x="101007" y="1965277"/>
                </a:lnTo>
                <a:lnTo>
                  <a:pt x="100732" y="1965234"/>
                </a:lnTo>
                <a:lnTo>
                  <a:pt x="106196" y="1965950"/>
                </a:lnTo>
                <a:lnTo>
                  <a:pt x="105952" y="1965920"/>
                </a:lnTo>
                <a:lnTo>
                  <a:pt x="111650" y="1966575"/>
                </a:lnTo>
                <a:lnTo>
                  <a:pt x="111423" y="1966551"/>
                </a:lnTo>
                <a:lnTo>
                  <a:pt x="117366" y="1967139"/>
                </a:lnTo>
                <a:lnTo>
                  <a:pt x="117164" y="1967121"/>
                </a:lnTo>
                <a:lnTo>
                  <a:pt x="123346" y="1967654"/>
                </a:lnTo>
                <a:lnTo>
                  <a:pt x="123168" y="1967642"/>
                </a:lnTo>
                <a:lnTo>
                  <a:pt x="129601" y="1968119"/>
                </a:lnTo>
                <a:lnTo>
                  <a:pt x="129436" y="1968107"/>
                </a:lnTo>
                <a:lnTo>
                  <a:pt x="136127" y="1968530"/>
                </a:lnTo>
                <a:lnTo>
                  <a:pt x="135918" y="1968518"/>
                </a:lnTo>
                <a:lnTo>
                  <a:pt x="150071" y="1969228"/>
                </a:lnTo>
                <a:lnTo>
                  <a:pt x="149844" y="1969216"/>
                </a:lnTo>
                <a:lnTo>
                  <a:pt x="165076" y="1969749"/>
                </a:lnTo>
                <a:lnTo>
                  <a:pt x="164904" y="1969743"/>
                </a:lnTo>
                <a:lnTo>
                  <a:pt x="181251" y="1970129"/>
                </a:lnTo>
                <a:lnTo>
                  <a:pt x="181116" y="1970129"/>
                </a:lnTo>
                <a:lnTo>
                  <a:pt x="188376" y="1970233"/>
                </a:lnTo>
                <a:lnTo>
                  <a:pt x="187922" y="2000861"/>
                </a:lnTo>
                <a:moveTo>
                  <a:pt x="61507" y="1987805"/>
                </a:moveTo>
                <a:lnTo>
                  <a:pt x="57494" y="1986383"/>
                </a:lnTo>
                <a:lnTo>
                  <a:pt x="53347" y="1984729"/>
                </a:lnTo>
                <a:lnTo>
                  <a:pt x="49346" y="1982940"/>
                </a:lnTo>
                <a:lnTo>
                  <a:pt x="45504" y="1981010"/>
                </a:lnTo>
                <a:lnTo>
                  <a:pt x="41810" y="1978921"/>
                </a:lnTo>
                <a:lnTo>
                  <a:pt x="38269" y="1976678"/>
                </a:lnTo>
                <a:lnTo>
                  <a:pt x="34892" y="1974271"/>
                </a:lnTo>
                <a:lnTo>
                  <a:pt x="31676" y="1971697"/>
                </a:lnTo>
                <a:lnTo>
                  <a:pt x="28637" y="1968965"/>
                </a:lnTo>
                <a:lnTo>
                  <a:pt x="25775" y="1966073"/>
                </a:lnTo>
                <a:lnTo>
                  <a:pt x="23098" y="1963021"/>
                </a:lnTo>
                <a:lnTo>
                  <a:pt x="20610" y="1959830"/>
                </a:lnTo>
                <a:lnTo>
                  <a:pt x="18307" y="1956503"/>
                </a:lnTo>
                <a:lnTo>
                  <a:pt x="16199" y="1953047"/>
                </a:lnTo>
                <a:lnTo>
                  <a:pt x="14269" y="1949475"/>
                </a:lnTo>
                <a:lnTo>
                  <a:pt x="12517" y="1945787"/>
                </a:lnTo>
                <a:lnTo>
                  <a:pt x="10937" y="1942001"/>
                </a:lnTo>
                <a:lnTo>
                  <a:pt x="9515" y="1938110"/>
                </a:lnTo>
                <a:lnTo>
                  <a:pt x="8240" y="1934116"/>
                </a:lnTo>
                <a:lnTo>
                  <a:pt x="7101" y="1930022"/>
                </a:lnTo>
                <a:lnTo>
                  <a:pt x="6090" y="1925832"/>
                </a:lnTo>
                <a:lnTo>
                  <a:pt x="5201" y="1921525"/>
                </a:lnTo>
                <a:lnTo>
                  <a:pt x="4417" y="1917113"/>
                </a:lnTo>
                <a:lnTo>
                  <a:pt x="3731" y="1912591"/>
                </a:lnTo>
                <a:lnTo>
                  <a:pt x="3137" y="1907947"/>
                </a:lnTo>
                <a:lnTo>
                  <a:pt x="2775" y="1904584"/>
                </a:lnTo>
                <a:lnTo>
                  <a:pt x="33238" y="1901325"/>
                </a:lnTo>
                <a:lnTo>
                  <a:pt x="33581" y="1904529"/>
                </a:lnTo>
                <a:lnTo>
                  <a:pt x="33544" y="1904216"/>
                </a:lnTo>
                <a:lnTo>
                  <a:pt x="34096" y="1908529"/>
                </a:lnTo>
                <a:lnTo>
                  <a:pt x="34047" y="1908180"/>
                </a:lnTo>
                <a:lnTo>
                  <a:pt x="34678" y="1912340"/>
                </a:lnTo>
                <a:lnTo>
                  <a:pt x="34611" y="1911948"/>
                </a:lnTo>
                <a:lnTo>
                  <a:pt x="35321" y="1915949"/>
                </a:lnTo>
                <a:lnTo>
                  <a:pt x="35241" y="1915520"/>
                </a:lnTo>
                <a:lnTo>
                  <a:pt x="36038" y="1919368"/>
                </a:lnTo>
                <a:lnTo>
                  <a:pt x="35934" y="1918896"/>
                </a:lnTo>
                <a:lnTo>
                  <a:pt x="36822" y="1922597"/>
                </a:lnTo>
                <a:lnTo>
                  <a:pt x="36687" y="1922083"/>
                </a:lnTo>
                <a:lnTo>
                  <a:pt x="37680" y="1925636"/>
                </a:lnTo>
                <a:lnTo>
                  <a:pt x="37508" y="1925072"/>
                </a:lnTo>
                <a:lnTo>
                  <a:pt x="38599" y="1928485"/>
                </a:lnTo>
                <a:lnTo>
                  <a:pt x="38391" y="1927884"/>
                </a:lnTo>
                <a:lnTo>
                  <a:pt x="39592" y="1931156"/>
                </a:lnTo>
                <a:lnTo>
                  <a:pt x="39341" y="1930512"/>
                </a:lnTo>
                <a:lnTo>
                  <a:pt x="40645" y="1933649"/>
                </a:lnTo>
                <a:lnTo>
                  <a:pt x="40345" y="1932976"/>
                </a:lnTo>
                <a:lnTo>
                  <a:pt x="41773" y="1935971"/>
                </a:lnTo>
                <a:lnTo>
                  <a:pt x="41417" y="1935273"/>
                </a:lnTo>
                <a:lnTo>
                  <a:pt x="42961" y="1938141"/>
                </a:lnTo>
                <a:lnTo>
                  <a:pt x="42557" y="1937429"/>
                </a:lnTo>
                <a:lnTo>
                  <a:pt x="44229" y="1940169"/>
                </a:lnTo>
                <a:lnTo>
                  <a:pt x="43758" y="1939446"/>
                </a:lnTo>
                <a:lnTo>
                  <a:pt x="45565" y="1942062"/>
                </a:lnTo>
                <a:lnTo>
                  <a:pt x="45038" y="1941345"/>
                </a:lnTo>
                <a:lnTo>
                  <a:pt x="46981" y="1943838"/>
                </a:lnTo>
                <a:lnTo>
                  <a:pt x="46405" y="1943147"/>
                </a:lnTo>
                <a:lnTo>
                  <a:pt x="48488" y="1945511"/>
                </a:lnTo>
                <a:lnTo>
                  <a:pt x="47875" y="1944850"/>
                </a:lnTo>
                <a:lnTo>
                  <a:pt x="50099" y="1947104"/>
                </a:lnTo>
                <a:lnTo>
                  <a:pt x="49450" y="1946485"/>
                </a:lnTo>
                <a:lnTo>
                  <a:pt x="51827" y="1948624"/>
                </a:lnTo>
                <a:lnTo>
                  <a:pt x="51159" y="1948054"/>
                </a:lnTo>
                <a:lnTo>
                  <a:pt x="53689" y="1950082"/>
                </a:lnTo>
                <a:lnTo>
                  <a:pt x="53010" y="1949567"/>
                </a:lnTo>
                <a:lnTo>
                  <a:pt x="55705" y="1951484"/>
                </a:lnTo>
                <a:lnTo>
                  <a:pt x="55025" y="1951026"/>
                </a:lnTo>
                <a:lnTo>
                  <a:pt x="57886" y="1952839"/>
                </a:lnTo>
                <a:lnTo>
                  <a:pt x="57212" y="1952441"/>
                </a:lnTo>
                <a:lnTo>
                  <a:pt x="60245" y="1954150"/>
                </a:lnTo>
                <a:lnTo>
                  <a:pt x="59596" y="1953807"/>
                </a:lnTo>
                <a:lnTo>
                  <a:pt x="62800" y="1955418"/>
                </a:lnTo>
                <a:lnTo>
                  <a:pt x="62181" y="1955124"/>
                </a:lnTo>
                <a:lnTo>
                  <a:pt x="65569" y="1956638"/>
                </a:lnTo>
                <a:lnTo>
                  <a:pt x="64975" y="1956386"/>
                </a:lnTo>
                <a:lnTo>
                  <a:pt x="68553" y="1957814"/>
                </a:lnTo>
                <a:lnTo>
                  <a:pt x="67996" y="1957606"/>
                </a:lnTo>
                <a:lnTo>
                  <a:pt x="71733" y="1958929"/>
                </a:lnTo>
                <a:lnTo>
                  <a:pt x="61507" y="1987805"/>
                </a:lnTo>
                <a:moveTo>
                  <a:pt x="974" y="1872730"/>
                </a:moveTo>
                <a:lnTo>
                  <a:pt x="814" y="1865850"/>
                </a:lnTo>
                <a:lnTo>
                  <a:pt x="686" y="1853768"/>
                </a:lnTo>
                <a:lnTo>
                  <a:pt x="655" y="1841018"/>
                </a:lnTo>
                <a:lnTo>
                  <a:pt x="31289" y="1840938"/>
                </a:lnTo>
                <a:lnTo>
                  <a:pt x="31320" y="1853626"/>
                </a:lnTo>
                <a:lnTo>
                  <a:pt x="31320" y="1853504"/>
                </a:lnTo>
                <a:lnTo>
                  <a:pt x="31443" y="1865433"/>
                </a:lnTo>
                <a:lnTo>
                  <a:pt x="31443" y="1865237"/>
                </a:lnTo>
                <a:lnTo>
                  <a:pt x="31602" y="1872025"/>
                </a:lnTo>
                <a:lnTo>
                  <a:pt x="974" y="187273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8613A8C5-0D5A-4CAD-ABE7-0C1EE3E0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17" y="5777827"/>
            <a:ext cx="3044743" cy="1357406"/>
          </a:xfrm>
          <a:custGeom xmlns:a="http://schemas.openxmlformats.org/drawingml/2006/main">
            <a:pathLst>
              <a:path w="3044743" h="1357406">
                <a:moveTo>
                  <a:pt x="0" y="99751"/>
                </a:moveTo>
                <a:cubicBezTo>
                  <a:pt x="0" y="4020"/>
                  <a:pt x="11763" y="0"/>
                  <a:pt x="291694" y="0"/>
                </a:cubicBezTo>
                <a:lnTo>
                  <a:pt x="2723256" y="1073"/>
                </a:lnTo>
                <a:cubicBezTo>
                  <a:pt x="3003185" y="1073"/>
                  <a:pt x="3043960" y="0"/>
                  <a:pt x="3043960" y="95733"/>
                </a:cubicBezTo>
                <a:lnTo>
                  <a:pt x="3044743" y="1260332"/>
                </a:lnTo>
                <a:cubicBezTo>
                  <a:pt x="3044743" y="1356064"/>
                  <a:pt x="3040823" y="1357406"/>
                  <a:pt x="2760892" y="1357406"/>
                </a:cubicBezTo>
                <a:lnTo>
                  <a:pt x="291694" y="1352309"/>
                </a:lnTo>
                <a:cubicBezTo>
                  <a:pt x="11763" y="1352309"/>
                  <a:pt x="784" y="1348559"/>
                  <a:pt x="784" y="1252827"/>
                </a:cubicBezTo>
                <a:lnTo>
                  <a:pt x="0" y="997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E37CEA8B-7047-437D-AAED-E5F97948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463" y="5765574"/>
            <a:ext cx="3069238" cy="1381913"/>
          </a:xfrm>
          <a:custGeom xmlns:a="http://schemas.openxmlformats.org/drawingml/2006/main">
            <a:pathLst>
              <a:path w="3069238" h="1381913">
                <a:moveTo>
                  <a:pt x="785" y="1265086"/>
                </a:moveTo>
                <a:lnTo>
                  <a:pt x="735" y="1191564"/>
                </a:lnTo>
                <a:lnTo>
                  <a:pt x="25243" y="1191546"/>
                </a:lnTo>
                <a:lnTo>
                  <a:pt x="25292" y="1265068"/>
                </a:lnTo>
                <a:lnTo>
                  <a:pt x="785" y="1265086"/>
                </a:lnTo>
                <a:moveTo>
                  <a:pt x="717" y="1167057"/>
                </a:moveTo>
                <a:lnTo>
                  <a:pt x="668" y="1093534"/>
                </a:lnTo>
                <a:lnTo>
                  <a:pt x="25175" y="1093516"/>
                </a:lnTo>
                <a:lnTo>
                  <a:pt x="25225" y="1167039"/>
                </a:lnTo>
                <a:lnTo>
                  <a:pt x="717" y="1167057"/>
                </a:lnTo>
                <a:moveTo>
                  <a:pt x="650" y="1069027"/>
                </a:moveTo>
                <a:lnTo>
                  <a:pt x="601" y="995504"/>
                </a:lnTo>
                <a:lnTo>
                  <a:pt x="25108" y="995486"/>
                </a:lnTo>
                <a:lnTo>
                  <a:pt x="25157" y="1069009"/>
                </a:lnTo>
                <a:lnTo>
                  <a:pt x="650" y="1069027"/>
                </a:lnTo>
                <a:moveTo>
                  <a:pt x="583" y="970997"/>
                </a:moveTo>
                <a:lnTo>
                  <a:pt x="533" y="897475"/>
                </a:lnTo>
                <a:lnTo>
                  <a:pt x="25040" y="897457"/>
                </a:lnTo>
                <a:lnTo>
                  <a:pt x="25090" y="970979"/>
                </a:lnTo>
                <a:lnTo>
                  <a:pt x="583" y="970997"/>
                </a:lnTo>
                <a:moveTo>
                  <a:pt x="515" y="872967"/>
                </a:moveTo>
                <a:lnTo>
                  <a:pt x="466" y="799445"/>
                </a:lnTo>
                <a:lnTo>
                  <a:pt x="24973" y="799427"/>
                </a:lnTo>
                <a:lnTo>
                  <a:pt x="25022" y="872949"/>
                </a:lnTo>
                <a:lnTo>
                  <a:pt x="515" y="872967"/>
                </a:lnTo>
                <a:moveTo>
                  <a:pt x="453" y="774938"/>
                </a:moveTo>
                <a:lnTo>
                  <a:pt x="399" y="701415"/>
                </a:lnTo>
                <a:lnTo>
                  <a:pt x="24906" y="701397"/>
                </a:lnTo>
                <a:lnTo>
                  <a:pt x="24961" y="774920"/>
                </a:lnTo>
                <a:lnTo>
                  <a:pt x="453" y="774938"/>
                </a:lnTo>
                <a:moveTo>
                  <a:pt x="386" y="676908"/>
                </a:moveTo>
                <a:lnTo>
                  <a:pt x="337" y="603385"/>
                </a:lnTo>
                <a:lnTo>
                  <a:pt x="24845" y="603367"/>
                </a:lnTo>
                <a:lnTo>
                  <a:pt x="24894" y="676889"/>
                </a:lnTo>
                <a:lnTo>
                  <a:pt x="386" y="676908"/>
                </a:lnTo>
                <a:moveTo>
                  <a:pt x="319" y="578878"/>
                </a:moveTo>
                <a:lnTo>
                  <a:pt x="270" y="505356"/>
                </a:lnTo>
                <a:lnTo>
                  <a:pt x="24777" y="505338"/>
                </a:lnTo>
                <a:lnTo>
                  <a:pt x="24826" y="578860"/>
                </a:lnTo>
                <a:lnTo>
                  <a:pt x="319" y="578878"/>
                </a:lnTo>
                <a:moveTo>
                  <a:pt x="251" y="480848"/>
                </a:moveTo>
                <a:lnTo>
                  <a:pt x="202" y="407326"/>
                </a:lnTo>
                <a:lnTo>
                  <a:pt x="24710" y="407308"/>
                </a:lnTo>
                <a:lnTo>
                  <a:pt x="24759" y="480830"/>
                </a:lnTo>
                <a:lnTo>
                  <a:pt x="251" y="480848"/>
                </a:lnTo>
                <a:moveTo>
                  <a:pt x="184" y="382818"/>
                </a:moveTo>
                <a:lnTo>
                  <a:pt x="135" y="309296"/>
                </a:lnTo>
                <a:lnTo>
                  <a:pt x="24643" y="309278"/>
                </a:lnTo>
                <a:lnTo>
                  <a:pt x="24692" y="382800"/>
                </a:lnTo>
                <a:lnTo>
                  <a:pt x="184" y="382818"/>
                </a:lnTo>
                <a:moveTo>
                  <a:pt x="116" y="284788"/>
                </a:moveTo>
                <a:lnTo>
                  <a:pt x="67" y="211266"/>
                </a:lnTo>
                <a:lnTo>
                  <a:pt x="24575" y="211248"/>
                </a:lnTo>
                <a:lnTo>
                  <a:pt x="24624" y="284770"/>
                </a:lnTo>
                <a:lnTo>
                  <a:pt x="116" y="284788"/>
                </a:lnTo>
                <a:moveTo>
                  <a:pt x="49" y="186759"/>
                </a:moveTo>
                <a:lnTo>
                  <a:pt x="0" y="113237"/>
                </a:lnTo>
                <a:lnTo>
                  <a:pt x="24508" y="113218"/>
                </a:lnTo>
                <a:lnTo>
                  <a:pt x="24557" y="186740"/>
                </a:lnTo>
                <a:lnTo>
                  <a:pt x="49" y="186759"/>
                </a:lnTo>
                <a:moveTo>
                  <a:pt x="478" y="88214"/>
                </a:moveTo>
                <a:lnTo>
                  <a:pt x="540" y="86781"/>
                </a:lnTo>
                <a:lnTo>
                  <a:pt x="791" y="82872"/>
                </a:lnTo>
                <a:lnTo>
                  <a:pt x="1103" y="79085"/>
                </a:lnTo>
                <a:lnTo>
                  <a:pt x="1495" y="75391"/>
                </a:lnTo>
                <a:lnTo>
                  <a:pt x="1967" y="71770"/>
                </a:lnTo>
                <a:lnTo>
                  <a:pt x="2524" y="68223"/>
                </a:lnTo>
                <a:lnTo>
                  <a:pt x="3186" y="64748"/>
                </a:lnTo>
                <a:lnTo>
                  <a:pt x="3964" y="61336"/>
                </a:lnTo>
                <a:lnTo>
                  <a:pt x="4859" y="57996"/>
                </a:lnTo>
                <a:lnTo>
                  <a:pt x="5894" y="54725"/>
                </a:lnTo>
                <a:lnTo>
                  <a:pt x="7070" y="51521"/>
                </a:lnTo>
                <a:lnTo>
                  <a:pt x="8406" y="48384"/>
                </a:lnTo>
                <a:lnTo>
                  <a:pt x="9908" y="45333"/>
                </a:lnTo>
                <a:lnTo>
                  <a:pt x="11580" y="42361"/>
                </a:lnTo>
                <a:lnTo>
                  <a:pt x="13436" y="39488"/>
                </a:lnTo>
                <a:lnTo>
                  <a:pt x="15471" y="36725"/>
                </a:lnTo>
                <a:lnTo>
                  <a:pt x="17688" y="34072"/>
                </a:lnTo>
                <a:lnTo>
                  <a:pt x="20091" y="31547"/>
                </a:lnTo>
                <a:lnTo>
                  <a:pt x="22664" y="29152"/>
                </a:lnTo>
                <a:lnTo>
                  <a:pt x="25408" y="26891"/>
                </a:lnTo>
                <a:lnTo>
                  <a:pt x="28318" y="24765"/>
                </a:lnTo>
                <a:lnTo>
                  <a:pt x="31388" y="22774"/>
                </a:lnTo>
                <a:lnTo>
                  <a:pt x="34623" y="20911"/>
                </a:lnTo>
                <a:lnTo>
                  <a:pt x="38012" y="19171"/>
                </a:lnTo>
                <a:lnTo>
                  <a:pt x="41565" y="17553"/>
                </a:lnTo>
                <a:lnTo>
                  <a:pt x="41828" y="17443"/>
                </a:lnTo>
                <a:lnTo>
                  <a:pt x="51055" y="40149"/>
                </a:lnTo>
                <a:lnTo>
                  <a:pt x="51270" y="40063"/>
                </a:lnTo>
                <a:lnTo>
                  <a:pt x="51031" y="40156"/>
                </a:lnTo>
                <a:lnTo>
                  <a:pt x="51503" y="39953"/>
                </a:lnTo>
                <a:lnTo>
                  <a:pt x="48445" y="41350"/>
                </a:lnTo>
                <a:lnTo>
                  <a:pt x="48948" y="41111"/>
                </a:lnTo>
                <a:lnTo>
                  <a:pt x="46068" y="42582"/>
                </a:lnTo>
                <a:lnTo>
                  <a:pt x="46595" y="42294"/>
                </a:lnTo>
                <a:lnTo>
                  <a:pt x="43905" y="43850"/>
                </a:lnTo>
                <a:lnTo>
                  <a:pt x="44451" y="43513"/>
                </a:lnTo>
                <a:lnTo>
                  <a:pt x="41932" y="45143"/>
                </a:lnTo>
                <a:lnTo>
                  <a:pt x="42496" y="44757"/>
                </a:lnTo>
                <a:lnTo>
                  <a:pt x="40150" y="46472"/>
                </a:lnTo>
                <a:lnTo>
                  <a:pt x="40713" y="46037"/>
                </a:lnTo>
                <a:lnTo>
                  <a:pt x="38526" y="47833"/>
                </a:lnTo>
                <a:lnTo>
                  <a:pt x="39084" y="47348"/>
                </a:lnTo>
                <a:lnTo>
                  <a:pt x="37062" y="49230"/>
                </a:lnTo>
                <a:lnTo>
                  <a:pt x="37595" y="48696"/>
                </a:lnTo>
                <a:lnTo>
                  <a:pt x="35726" y="50669"/>
                </a:lnTo>
                <a:lnTo>
                  <a:pt x="36235" y="50099"/>
                </a:lnTo>
                <a:lnTo>
                  <a:pt x="34507" y="52164"/>
                </a:lnTo>
                <a:lnTo>
                  <a:pt x="34978" y="51558"/>
                </a:lnTo>
                <a:lnTo>
                  <a:pt x="33392" y="53714"/>
                </a:lnTo>
                <a:lnTo>
                  <a:pt x="33820" y="53096"/>
                </a:lnTo>
                <a:lnTo>
                  <a:pt x="32368" y="55344"/>
                </a:lnTo>
                <a:lnTo>
                  <a:pt x="32748" y="54719"/>
                </a:lnTo>
                <a:lnTo>
                  <a:pt x="31425" y="57066"/>
                </a:lnTo>
                <a:lnTo>
                  <a:pt x="31749" y="56447"/>
                </a:lnTo>
                <a:lnTo>
                  <a:pt x="30549" y="58891"/>
                </a:lnTo>
                <a:lnTo>
                  <a:pt x="30825" y="58291"/>
                </a:lnTo>
                <a:lnTo>
                  <a:pt x="29740" y="60833"/>
                </a:lnTo>
                <a:lnTo>
                  <a:pt x="29967" y="60258"/>
                </a:lnTo>
                <a:lnTo>
                  <a:pt x="28998" y="62904"/>
                </a:lnTo>
                <a:lnTo>
                  <a:pt x="29183" y="62365"/>
                </a:lnTo>
                <a:lnTo>
                  <a:pt x="28312" y="65116"/>
                </a:lnTo>
                <a:lnTo>
                  <a:pt x="28459" y="64614"/>
                </a:lnTo>
                <a:lnTo>
                  <a:pt x="27694" y="67469"/>
                </a:lnTo>
                <a:lnTo>
                  <a:pt x="27810" y="67003"/>
                </a:lnTo>
                <a:lnTo>
                  <a:pt x="27136" y="69968"/>
                </a:lnTo>
                <a:lnTo>
                  <a:pt x="27222" y="69546"/>
                </a:lnTo>
                <a:lnTo>
                  <a:pt x="26634" y="72622"/>
                </a:lnTo>
                <a:lnTo>
                  <a:pt x="26701" y="72242"/>
                </a:lnTo>
                <a:lnTo>
                  <a:pt x="26198" y="75434"/>
                </a:lnTo>
                <a:lnTo>
                  <a:pt x="26248" y="75097"/>
                </a:lnTo>
                <a:lnTo>
                  <a:pt x="25819" y="78393"/>
                </a:lnTo>
                <a:lnTo>
                  <a:pt x="25850" y="78099"/>
                </a:lnTo>
                <a:lnTo>
                  <a:pt x="25494" y="81512"/>
                </a:lnTo>
                <a:lnTo>
                  <a:pt x="25518" y="81254"/>
                </a:lnTo>
                <a:lnTo>
                  <a:pt x="25225" y="84790"/>
                </a:lnTo>
                <a:lnTo>
                  <a:pt x="25243" y="84563"/>
                </a:lnTo>
                <a:lnTo>
                  <a:pt x="25004" y="88220"/>
                </a:lnTo>
                <a:lnTo>
                  <a:pt x="25016" y="87939"/>
                </a:lnTo>
                <a:lnTo>
                  <a:pt x="24961" y="89238"/>
                </a:lnTo>
                <a:lnTo>
                  <a:pt x="478" y="88214"/>
                </a:lnTo>
                <a:moveTo>
                  <a:pt x="67433" y="9730"/>
                </a:moveTo>
                <a:lnTo>
                  <a:pt x="71286" y="8951"/>
                </a:lnTo>
                <a:lnTo>
                  <a:pt x="76310" y="8044"/>
                </a:lnTo>
                <a:lnTo>
                  <a:pt x="81549" y="7205"/>
                </a:lnTo>
                <a:lnTo>
                  <a:pt x="87014" y="6427"/>
                </a:lnTo>
                <a:lnTo>
                  <a:pt x="92706" y="5710"/>
                </a:lnTo>
                <a:lnTo>
                  <a:pt x="98643" y="5054"/>
                </a:lnTo>
                <a:lnTo>
                  <a:pt x="104824" y="4448"/>
                </a:lnTo>
                <a:lnTo>
                  <a:pt x="111264" y="3896"/>
                </a:lnTo>
                <a:lnTo>
                  <a:pt x="117967" y="3388"/>
                </a:lnTo>
                <a:lnTo>
                  <a:pt x="124957" y="2929"/>
                </a:lnTo>
                <a:lnTo>
                  <a:pt x="139705" y="2138"/>
                </a:lnTo>
                <a:lnTo>
                  <a:pt x="142449" y="2028"/>
                </a:lnTo>
                <a:lnTo>
                  <a:pt x="143424" y="26517"/>
                </a:lnTo>
                <a:lnTo>
                  <a:pt x="140765" y="26621"/>
                </a:lnTo>
                <a:lnTo>
                  <a:pt x="140930" y="26615"/>
                </a:lnTo>
                <a:lnTo>
                  <a:pt x="126342" y="27393"/>
                </a:lnTo>
                <a:lnTo>
                  <a:pt x="126496" y="27387"/>
                </a:lnTo>
                <a:lnTo>
                  <a:pt x="119639" y="27840"/>
                </a:lnTo>
                <a:lnTo>
                  <a:pt x="119750" y="27828"/>
                </a:lnTo>
                <a:lnTo>
                  <a:pt x="113176" y="28324"/>
                </a:lnTo>
                <a:lnTo>
                  <a:pt x="113305" y="28318"/>
                </a:lnTo>
                <a:lnTo>
                  <a:pt x="107000" y="28858"/>
                </a:lnTo>
                <a:lnTo>
                  <a:pt x="107147" y="28845"/>
                </a:lnTo>
                <a:lnTo>
                  <a:pt x="101112" y="29439"/>
                </a:lnTo>
                <a:lnTo>
                  <a:pt x="101271" y="29421"/>
                </a:lnTo>
                <a:lnTo>
                  <a:pt x="95500" y="30058"/>
                </a:lnTo>
                <a:lnTo>
                  <a:pt x="95677" y="30040"/>
                </a:lnTo>
                <a:lnTo>
                  <a:pt x="90163" y="30732"/>
                </a:lnTo>
                <a:lnTo>
                  <a:pt x="90360" y="30708"/>
                </a:lnTo>
                <a:lnTo>
                  <a:pt x="85102" y="31456"/>
                </a:lnTo>
                <a:lnTo>
                  <a:pt x="85317" y="31418"/>
                </a:lnTo>
                <a:lnTo>
                  <a:pt x="80305" y="32221"/>
                </a:lnTo>
                <a:lnTo>
                  <a:pt x="80538" y="32184"/>
                </a:lnTo>
                <a:lnTo>
                  <a:pt x="75765" y="33042"/>
                </a:lnTo>
                <a:lnTo>
                  <a:pt x="76028" y="32993"/>
                </a:lnTo>
                <a:lnTo>
                  <a:pt x="72310" y="33747"/>
                </a:lnTo>
                <a:lnTo>
                  <a:pt x="67433" y="9730"/>
                </a:lnTo>
                <a:moveTo>
                  <a:pt x="167074" y="1170"/>
                </a:moveTo>
                <a:lnTo>
                  <a:pt x="172778" y="1005"/>
                </a:lnTo>
                <a:lnTo>
                  <a:pt x="191183" y="631"/>
                </a:lnTo>
                <a:lnTo>
                  <a:pt x="210905" y="362"/>
                </a:lnTo>
                <a:lnTo>
                  <a:pt x="231994" y="177"/>
                </a:lnTo>
                <a:lnTo>
                  <a:pt x="240884" y="135"/>
                </a:lnTo>
                <a:lnTo>
                  <a:pt x="241000" y="24642"/>
                </a:lnTo>
                <a:lnTo>
                  <a:pt x="232135" y="24685"/>
                </a:lnTo>
                <a:lnTo>
                  <a:pt x="232184" y="24685"/>
                </a:lnTo>
                <a:lnTo>
                  <a:pt x="211150" y="24869"/>
                </a:lnTo>
                <a:lnTo>
                  <a:pt x="211212" y="24869"/>
                </a:lnTo>
                <a:lnTo>
                  <a:pt x="191563" y="25132"/>
                </a:lnTo>
                <a:lnTo>
                  <a:pt x="191642" y="25132"/>
                </a:lnTo>
                <a:lnTo>
                  <a:pt x="173329" y="25506"/>
                </a:lnTo>
                <a:lnTo>
                  <a:pt x="173433" y="25506"/>
                </a:lnTo>
                <a:lnTo>
                  <a:pt x="167784" y="25665"/>
                </a:lnTo>
                <a:lnTo>
                  <a:pt x="167074" y="1170"/>
                </a:lnTo>
                <a:moveTo>
                  <a:pt x="265434" y="55"/>
                </a:moveTo>
                <a:lnTo>
                  <a:pt x="303942" y="0"/>
                </a:lnTo>
                <a:lnTo>
                  <a:pt x="338975" y="12"/>
                </a:lnTo>
                <a:lnTo>
                  <a:pt x="338963" y="24519"/>
                </a:lnTo>
                <a:lnTo>
                  <a:pt x="303942" y="24507"/>
                </a:lnTo>
                <a:lnTo>
                  <a:pt x="303966" y="24507"/>
                </a:lnTo>
                <a:lnTo>
                  <a:pt x="265465" y="24562"/>
                </a:lnTo>
                <a:lnTo>
                  <a:pt x="265434" y="55"/>
                </a:lnTo>
                <a:moveTo>
                  <a:pt x="363482" y="24"/>
                </a:moveTo>
                <a:lnTo>
                  <a:pt x="437005" y="61"/>
                </a:lnTo>
                <a:lnTo>
                  <a:pt x="436993" y="24569"/>
                </a:lnTo>
                <a:lnTo>
                  <a:pt x="363470" y="24532"/>
                </a:lnTo>
                <a:lnTo>
                  <a:pt x="363482" y="24"/>
                </a:lnTo>
                <a:moveTo>
                  <a:pt x="461513" y="67"/>
                </a:moveTo>
                <a:lnTo>
                  <a:pt x="535035" y="104"/>
                </a:lnTo>
                <a:lnTo>
                  <a:pt x="535022" y="24612"/>
                </a:lnTo>
                <a:lnTo>
                  <a:pt x="461500" y="24575"/>
                </a:lnTo>
                <a:lnTo>
                  <a:pt x="461513" y="67"/>
                </a:lnTo>
                <a:moveTo>
                  <a:pt x="559542" y="110"/>
                </a:moveTo>
                <a:lnTo>
                  <a:pt x="633064" y="147"/>
                </a:lnTo>
                <a:lnTo>
                  <a:pt x="633052" y="24654"/>
                </a:lnTo>
                <a:lnTo>
                  <a:pt x="559530" y="24618"/>
                </a:lnTo>
                <a:lnTo>
                  <a:pt x="559542" y="110"/>
                </a:lnTo>
                <a:moveTo>
                  <a:pt x="657571" y="153"/>
                </a:moveTo>
                <a:lnTo>
                  <a:pt x="731094" y="190"/>
                </a:lnTo>
                <a:lnTo>
                  <a:pt x="731082" y="24697"/>
                </a:lnTo>
                <a:lnTo>
                  <a:pt x="657559" y="24661"/>
                </a:lnTo>
                <a:lnTo>
                  <a:pt x="657571" y="153"/>
                </a:lnTo>
                <a:moveTo>
                  <a:pt x="755602" y="202"/>
                </a:moveTo>
                <a:lnTo>
                  <a:pt x="829124" y="233"/>
                </a:lnTo>
                <a:lnTo>
                  <a:pt x="829112" y="24740"/>
                </a:lnTo>
                <a:lnTo>
                  <a:pt x="755589" y="24710"/>
                </a:lnTo>
                <a:lnTo>
                  <a:pt x="755602" y="202"/>
                </a:lnTo>
                <a:moveTo>
                  <a:pt x="853631" y="245"/>
                </a:moveTo>
                <a:lnTo>
                  <a:pt x="927154" y="276"/>
                </a:lnTo>
                <a:lnTo>
                  <a:pt x="927141" y="24783"/>
                </a:lnTo>
                <a:lnTo>
                  <a:pt x="853619" y="24753"/>
                </a:lnTo>
                <a:lnTo>
                  <a:pt x="853631" y="245"/>
                </a:lnTo>
                <a:moveTo>
                  <a:pt x="951661" y="288"/>
                </a:moveTo>
                <a:lnTo>
                  <a:pt x="1025183" y="319"/>
                </a:lnTo>
                <a:lnTo>
                  <a:pt x="1025171" y="24826"/>
                </a:lnTo>
                <a:lnTo>
                  <a:pt x="951649" y="24795"/>
                </a:lnTo>
                <a:lnTo>
                  <a:pt x="951661" y="288"/>
                </a:lnTo>
                <a:moveTo>
                  <a:pt x="1049691" y="331"/>
                </a:moveTo>
                <a:lnTo>
                  <a:pt x="1123213" y="362"/>
                </a:lnTo>
                <a:lnTo>
                  <a:pt x="1123201" y="24869"/>
                </a:lnTo>
                <a:lnTo>
                  <a:pt x="1049678" y="24838"/>
                </a:lnTo>
                <a:lnTo>
                  <a:pt x="1049691" y="331"/>
                </a:lnTo>
                <a:moveTo>
                  <a:pt x="1147721" y="374"/>
                </a:moveTo>
                <a:lnTo>
                  <a:pt x="1221243" y="405"/>
                </a:lnTo>
                <a:lnTo>
                  <a:pt x="1221231" y="24912"/>
                </a:lnTo>
                <a:lnTo>
                  <a:pt x="1147708" y="24881"/>
                </a:lnTo>
                <a:lnTo>
                  <a:pt x="1147721" y="374"/>
                </a:lnTo>
                <a:moveTo>
                  <a:pt x="1245750" y="416"/>
                </a:moveTo>
                <a:lnTo>
                  <a:pt x="1319273" y="447"/>
                </a:lnTo>
                <a:lnTo>
                  <a:pt x="1319260" y="24954"/>
                </a:lnTo>
                <a:lnTo>
                  <a:pt x="1245738" y="24924"/>
                </a:lnTo>
                <a:lnTo>
                  <a:pt x="1245750" y="416"/>
                </a:lnTo>
                <a:moveTo>
                  <a:pt x="1343780" y="459"/>
                </a:moveTo>
                <a:lnTo>
                  <a:pt x="1417302" y="490"/>
                </a:lnTo>
                <a:lnTo>
                  <a:pt x="1417290" y="24997"/>
                </a:lnTo>
                <a:lnTo>
                  <a:pt x="1343768" y="24967"/>
                </a:lnTo>
                <a:lnTo>
                  <a:pt x="1343780" y="459"/>
                </a:lnTo>
                <a:moveTo>
                  <a:pt x="1441810" y="502"/>
                </a:moveTo>
                <a:lnTo>
                  <a:pt x="1515333" y="533"/>
                </a:lnTo>
                <a:lnTo>
                  <a:pt x="1515320" y="25040"/>
                </a:lnTo>
                <a:lnTo>
                  <a:pt x="1441797" y="25010"/>
                </a:lnTo>
                <a:lnTo>
                  <a:pt x="1441810" y="502"/>
                </a:lnTo>
                <a:moveTo>
                  <a:pt x="1539840" y="545"/>
                </a:moveTo>
                <a:lnTo>
                  <a:pt x="1613362" y="576"/>
                </a:lnTo>
                <a:lnTo>
                  <a:pt x="1613350" y="25083"/>
                </a:lnTo>
                <a:lnTo>
                  <a:pt x="1539828" y="25053"/>
                </a:lnTo>
                <a:lnTo>
                  <a:pt x="1539840" y="545"/>
                </a:lnTo>
                <a:moveTo>
                  <a:pt x="1637870" y="588"/>
                </a:moveTo>
                <a:lnTo>
                  <a:pt x="1711392" y="619"/>
                </a:lnTo>
                <a:lnTo>
                  <a:pt x="1711379" y="25126"/>
                </a:lnTo>
                <a:lnTo>
                  <a:pt x="1637857" y="25096"/>
                </a:lnTo>
                <a:lnTo>
                  <a:pt x="1637870" y="588"/>
                </a:lnTo>
                <a:moveTo>
                  <a:pt x="1735899" y="631"/>
                </a:moveTo>
                <a:lnTo>
                  <a:pt x="1809422" y="662"/>
                </a:lnTo>
                <a:lnTo>
                  <a:pt x="1809409" y="25169"/>
                </a:lnTo>
                <a:lnTo>
                  <a:pt x="1735887" y="25139"/>
                </a:lnTo>
                <a:lnTo>
                  <a:pt x="1735899" y="631"/>
                </a:lnTo>
                <a:moveTo>
                  <a:pt x="1833929" y="674"/>
                </a:moveTo>
                <a:lnTo>
                  <a:pt x="1907451" y="705"/>
                </a:lnTo>
                <a:lnTo>
                  <a:pt x="1907439" y="25212"/>
                </a:lnTo>
                <a:lnTo>
                  <a:pt x="1833916" y="25181"/>
                </a:lnTo>
                <a:lnTo>
                  <a:pt x="1833929" y="674"/>
                </a:lnTo>
                <a:moveTo>
                  <a:pt x="1931959" y="717"/>
                </a:moveTo>
                <a:lnTo>
                  <a:pt x="2005481" y="748"/>
                </a:lnTo>
                <a:lnTo>
                  <a:pt x="2005468" y="25255"/>
                </a:lnTo>
                <a:lnTo>
                  <a:pt x="1931947" y="25224"/>
                </a:lnTo>
                <a:lnTo>
                  <a:pt x="1931959" y="717"/>
                </a:lnTo>
                <a:moveTo>
                  <a:pt x="2029988" y="760"/>
                </a:moveTo>
                <a:lnTo>
                  <a:pt x="2103511" y="796"/>
                </a:lnTo>
                <a:lnTo>
                  <a:pt x="2103498" y="25304"/>
                </a:lnTo>
                <a:lnTo>
                  <a:pt x="2029976" y="25267"/>
                </a:lnTo>
                <a:lnTo>
                  <a:pt x="2029988" y="760"/>
                </a:lnTo>
                <a:moveTo>
                  <a:pt x="2128018" y="803"/>
                </a:moveTo>
                <a:lnTo>
                  <a:pt x="2201540" y="839"/>
                </a:lnTo>
                <a:lnTo>
                  <a:pt x="2201528" y="25347"/>
                </a:lnTo>
                <a:lnTo>
                  <a:pt x="2128006" y="25310"/>
                </a:lnTo>
                <a:lnTo>
                  <a:pt x="2128018" y="803"/>
                </a:lnTo>
                <a:moveTo>
                  <a:pt x="2226048" y="845"/>
                </a:moveTo>
                <a:lnTo>
                  <a:pt x="2299570" y="882"/>
                </a:lnTo>
                <a:lnTo>
                  <a:pt x="2299557" y="25390"/>
                </a:lnTo>
                <a:lnTo>
                  <a:pt x="2226036" y="25353"/>
                </a:lnTo>
                <a:lnTo>
                  <a:pt x="2226048" y="845"/>
                </a:lnTo>
                <a:moveTo>
                  <a:pt x="2324077" y="888"/>
                </a:moveTo>
                <a:lnTo>
                  <a:pt x="2397600" y="925"/>
                </a:lnTo>
                <a:lnTo>
                  <a:pt x="2397589" y="25433"/>
                </a:lnTo>
                <a:lnTo>
                  <a:pt x="2324065" y="25396"/>
                </a:lnTo>
                <a:lnTo>
                  <a:pt x="2324077" y="888"/>
                </a:lnTo>
                <a:moveTo>
                  <a:pt x="2422108" y="937"/>
                </a:moveTo>
                <a:lnTo>
                  <a:pt x="2495629" y="968"/>
                </a:lnTo>
                <a:lnTo>
                  <a:pt x="2495617" y="25475"/>
                </a:lnTo>
                <a:lnTo>
                  <a:pt x="2422095" y="25445"/>
                </a:lnTo>
                <a:lnTo>
                  <a:pt x="2422108" y="937"/>
                </a:lnTo>
                <a:moveTo>
                  <a:pt x="2520137" y="980"/>
                </a:moveTo>
                <a:lnTo>
                  <a:pt x="2593659" y="1011"/>
                </a:lnTo>
                <a:lnTo>
                  <a:pt x="2593648" y="25518"/>
                </a:lnTo>
                <a:lnTo>
                  <a:pt x="2520125" y="25488"/>
                </a:lnTo>
                <a:lnTo>
                  <a:pt x="2520137" y="980"/>
                </a:lnTo>
                <a:moveTo>
                  <a:pt x="2618167" y="1023"/>
                </a:moveTo>
                <a:lnTo>
                  <a:pt x="2691689" y="1053"/>
                </a:lnTo>
                <a:lnTo>
                  <a:pt x="2691678" y="25561"/>
                </a:lnTo>
                <a:lnTo>
                  <a:pt x="2618154" y="25530"/>
                </a:lnTo>
                <a:lnTo>
                  <a:pt x="2618167" y="1023"/>
                </a:lnTo>
                <a:moveTo>
                  <a:pt x="2716197" y="1066"/>
                </a:moveTo>
                <a:lnTo>
                  <a:pt x="2735514" y="1072"/>
                </a:lnTo>
                <a:lnTo>
                  <a:pt x="2735503" y="25579"/>
                </a:lnTo>
                <a:lnTo>
                  <a:pt x="2716185" y="25573"/>
                </a:lnTo>
                <a:lnTo>
                  <a:pt x="2716197" y="1066"/>
                </a:lnTo>
                <a:moveTo>
                  <a:pt x="2735510" y="1072"/>
                </a:moveTo>
                <a:lnTo>
                  <a:pt x="2785259" y="1084"/>
                </a:lnTo>
                <a:lnTo>
                  <a:pt x="2789749" y="1096"/>
                </a:lnTo>
                <a:lnTo>
                  <a:pt x="2789676" y="25604"/>
                </a:lnTo>
                <a:lnTo>
                  <a:pt x="2785204" y="25592"/>
                </a:lnTo>
                <a:lnTo>
                  <a:pt x="2785240" y="25592"/>
                </a:lnTo>
                <a:lnTo>
                  <a:pt x="2735503" y="25579"/>
                </a:lnTo>
                <a:lnTo>
                  <a:pt x="2735510" y="1072"/>
                </a:lnTo>
                <a:moveTo>
                  <a:pt x="2814257" y="1170"/>
                </a:moveTo>
                <a:lnTo>
                  <a:pt x="2829721" y="1213"/>
                </a:lnTo>
                <a:lnTo>
                  <a:pt x="2850086" y="1366"/>
                </a:lnTo>
                <a:lnTo>
                  <a:pt x="2869246" y="1605"/>
                </a:lnTo>
                <a:lnTo>
                  <a:pt x="2887240" y="1948"/>
                </a:lnTo>
                <a:lnTo>
                  <a:pt x="2888075" y="1967"/>
                </a:lnTo>
                <a:lnTo>
                  <a:pt x="2887406" y="26468"/>
                </a:lnTo>
                <a:lnTo>
                  <a:pt x="2886621" y="26444"/>
                </a:lnTo>
                <a:lnTo>
                  <a:pt x="2886726" y="26450"/>
                </a:lnTo>
                <a:lnTo>
                  <a:pt x="2868823" y="26113"/>
                </a:lnTo>
                <a:lnTo>
                  <a:pt x="2868903" y="26113"/>
                </a:lnTo>
                <a:lnTo>
                  <a:pt x="2849812" y="25874"/>
                </a:lnTo>
                <a:lnTo>
                  <a:pt x="2849873" y="25874"/>
                </a:lnTo>
                <a:lnTo>
                  <a:pt x="2829568" y="25721"/>
                </a:lnTo>
                <a:lnTo>
                  <a:pt x="2829624" y="25721"/>
                </a:lnTo>
                <a:lnTo>
                  <a:pt x="2814184" y="25678"/>
                </a:lnTo>
                <a:lnTo>
                  <a:pt x="2814257" y="1170"/>
                </a:lnTo>
                <a:moveTo>
                  <a:pt x="2912697" y="2732"/>
                </a:moveTo>
                <a:lnTo>
                  <a:pt x="2919909" y="3009"/>
                </a:lnTo>
                <a:lnTo>
                  <a:pt x="2934638" y="3768"/>
                </a:lnTo>
                <a:lnTo>
                  <a:pt x="2941660" y="4209"/>
                </a:lnTo>
                <a:lnTo>
                  <a:pt x="2948418" y="4706"/>
                </a:lnTo>
                <a:lnTo>
                  <a:pt x="2954943" y="5244"/>
                </a:lnTo>
                <a:lnTo>
                  <a:pt x="2961229" y="5845"/>
                </a:lnTo>
                <a:lnTo>
                  <a:pt x="2967293" y="6494"/>
                </a:lnTo>
                <a:lnTo>
                  <a:pt x="2973132" y="7205"/>
                </a:lnTo>
                <a:lnTo>
                  <a:pt x="2978765" y="7977"/>
                </a:lnTo>
                <a:lnTo>
                  <a:pt x="2984185" y="8816"/>
                </a:lnTo>
                <a:lnTo>
                  <a:pt x="2987513" y="9392"/>
                </a:lnTo>
                <a:lnTo>
                  <a:pt x="2983316" y="33538"/>
                </a:lnTo>
                <a:lnTo>
                  <a:pt x="2980105" y="32981"/>
                </a:lnTo>
                <a:lnTo>
                  <a:pt x="2980332" y="33018"/>
                </a:lnTo>
                <a:lnTo>
                  <a:pt x="2975125" y="32215"/>
                </a:lnTo>
                <a:lnTo>
                  <a:pt x="2975332" y="32239"/>
                </a:lnTo>
                <a:lnTo>
                  <a:pt x="2969898" y="31498"/>
                </a:lnTo>
                <a:lnTo>
                  <a:pt x="2970088" y="31522"/>
                </a:lnTo>
                <a:lnTo>
                  <a:pt x="2964420" y="30836"/>
                </a:lnTo>
                <a:lnTo>
                  <a:pt x="2964591" y="30855"/>
                </a:lnTo>
                <a:lnTo>
                  <a:pt x="2958686" y="30217"/>
                </a:lnTo>
                <a:lnTo>
                  <a:pt x="2958845" y="30236"/>
                </a:lnTo>
                <a:lnTo>
                  <a:pt x="2952700" y="29654"/>
                </a:lnTo>
                <a:lnTo>
                  <a:pt x="2952841" y="29666"/>
                </a:lnTo>
                <a:lnTo>
                  <a:pt x="2946450" y="29133"/>
                </a:lnTo>
                <a:lnTo>
                  <a:pt x="2946574" y="29145"/>
                </a:lnTo>
                <a:lnTo>
                  <a:pt x="2939938" y="28662"/>
                </a:lnTo>
                <a:lnTo>
                  <a:pt x="2940048" y="28667"/>
                </a:lnTo>
                <a:lnTo>
                  <a:pt x="2933155" y="28226"/>
                </a:lnTo>
                <a:lnTo>
                  <a:pt x="2933302" y="28238"/>
                </a:lnTo>
                <a:lnTo>
                  <a:pt x="2918732" y="27485"/>
                </a:lnTo>
                <a:lnTo>
                  <a:pt x="2918892" y="27491"/>
                </a:lnTo>
                <a:lnTo>
                  <a:pt x="2911766" y="27222"/>
                </a:lnTo>
                <a:lnTo>
                  <a:pt x="2912697" y="2732"/>
                </a:lnTo>
                <a:moveTo>
                  <a:pt x="3013190" y="15605"/>
                </a:moveTo>
                <a:lnTo>
                  <a:pt x="3016811" y="16849"/>
                </a:lnTo>
                <a:lnTo>
                  <a:pt x="3020781" y="18368"/>
                </a:lnTo>
                <a:lnTo>
                  <a:pt x="3024592" y="19992"/>
                </a:lnTo>
                <a:lnTo>
                  <a:pt x="3028250" y="21738"/>
                </a:lnTo>
                <a:lnTo>
                  <a:pt x="3031749" y="23607"/>
                </a:lnTo>
                <a:lnTo>
                  <a:pt x="3035094" y="25598"/>
                </a:lnTo>
                <a:lnTo>
                  <a:pt x="3038280" y="27730"/>
                </a:lnTo>
                <a:lnTo>
                  <a:pt x="3041312" y="29991"/>
                </a:lnTo>
                <a:lnTo>
                  <a:pt x="3044180" y="32392"/>
                </a:lnTo>
                <a:lnTo>
                  <a:pt x="3046876" y="34936"/>
                </a:lnTo>
                <a:lnTo>
                  <a:pt x="3049400" y="37613"/>
                </a:lnTo>
                <a:lnTo>
                  <a:pt x="3051753" y="40418"/>
                </a:lnTo>
                <a:lnTo>
                  <a:pt x="3053922" y="43347"/>
                </a:lnTo>
                <a:lnTo>
                  <a:pt x="3055913" y="46393"/>
                </a:lnTo>
                <a:lnTo>
                  <a:pt x="3057732" y="49554"/>
                </a:lnTo>
                <a:lnTo>
                  <a:pt x="3059375" y="52807"/>
                </a:lnTo>
                <a:lnTo>
                  <a:pt x="3060846" y="56159"/>
                </a:lnTo>
                <a:lnTo>
                  <a:pt x="3062156" y="59602"/>
                </a:lnTo>
                <a:lnTo>
                  <a:pt x="3063314" y="63131"/>
                </a:lnTo>
                <a:lnTo>
                  <a:pt x="3064332" y="66746"/>
                </a:lnTo>
                <a:lnTo>
                  <a:pt x="3065213" y="70446"/>
                </a:lnTo>
                <a:lnTo>
                  <a:pt x="3065973" y="74233"/>
                </a:lnTo>
                <a:lnTo>
                  <a:pt x="3066481" y="77327"/>
                </a:lnTo>
                <a:lnTo>
                  <a:pt x="3042299" y="81316"/>
                </a:lnTo>
                <a:lnTo>
                  <a:pt x="3041828" y="78430"/>
                </a:lnTo>
                <a:lnTo>
                  <a:pt x="3041900" y="78834"/>
                </a:lnTo>
                <a:lnTo>
                  <a:pt x="3041226" y="75470"/>
                </a:lnTo>
                <a:lnTo>
                  <a:pt x="3041325" y="75912"/>
                </a:lnTo>
                <a:lnTo>
                  <a:pt x="3040553" y="72671"/>
                </a:lnTo>
                <a:lnTo>
                  <a:pt x="3040675" y="73142"/>
                </a:lnTo>
                <a:lnTo>
                  <a:pt x="3039794" y="70024"/>
                </a:lnTo>
                <a:lnTo>
                  <a:pt x="3039952" y="70532"/>
                </a:lnTo>
                <a:lnTo>
                  <a:pt x="3038966" y="67524"/>
                </a:lnTo>
                <a:lnTo>
                  <a:pt x="3039156" y="68063"/>
                </a:lnTo>
                <a:lnTo>
                  <a:pt x="3038054" y="65177"/>
                </a:lnTo>
                <a:lnTo>
                  <a:pt x="3038287" y="65741"/>
                </a:lnTo>
                <a:lnTo>
                  <a:pt x="3037067" y="62966"/>
                </a:lnTo>
                <a:lnTo>
                  <a:pt x="3037343" y="63548"/>
                </a:lnTo>
                <a:lnTo>
                  <a:pt x="3035994" y="60882"/>
                </a:lnTo>
                <a:lnTo>
                  <a:pt x="3036319" y="61476"/>
                </a:lnTo>
                <a:lnTo>
                  <a:pt x="3034843" y="58916"/>
                </a:lnTo>
                <a:lnTo>
                  <a:pt x="3035210" y="59516"/>
                </a:lnTo>
                <a:lnTo>
                  <a:pt x="3033610" y="57059"/>
                </a:lnTo>
                <a:lnTo>
                  <a:pt x="3034022" y="57654"/>
                </a:lnTo>
                <a:lnTo>
                  <a:pt x="3032282" y="55301"/>
                </a:lnTo>
                <a:lnTo>
                  <a:pt x="3032729" y="55871"/>
                </a:lnTo>
                <a:lnTo>
                  <a:pt x="3030848" y="53628"/>
                </a:lnTo>
                <a:lnTo>
                  <a:pt x="3031331" y="54174"/>
                </a:lnTo>
                <a:lnTo>
                  <a:pt x="3029303" y="52023"/>
                </a:lnTo>
                <a:lnTo>
                  <a:pt x="3029813" y="52532"/>
                </a:lnTo>
                <a:lnTo>
                  <a:pt x="3027637" y="50479"/>
                </a:lnTo>
                <a:lnTo>
                  <a:pt x="3028164" y="50951"/>
                </a:lnTo>
                <a:lnTo>
                  <a:pt x="3025829" y="48991"/>
                </a:lnTo>
                <a:lnTo>
                  <a:pt x="3026363" y="49419"/>
                </a:lnTo>
                <a:lnTo>
                  <a:pt x="3023869" y="47551"/>
                </a:lnTo>
                <a:lnTo>
                  <a:pt x="3024403" y="47930"/>
                </a:lnTo>
                <a:lnTo>
                  <a:pt x="3021750" y="46159"/>
                </a:lnTo>
                <a:lnTo>
                  <a:pt x="3022270" y="46491"/>
                </a:lnTo>
                <a:lnTo>
                  <a:pt x="3019446" y="44805"/>
                </a:lnTo>
                <a:lnTo>
                  <a:pt x="3019954" y="45093"/>
                </a:lnTo>
                <a:lnTo>
                  <a:pt x="3016958" y="43489"/>
                </a:lnTo>
                <a:lnTo>
                  <a:pt x="3017448" y="43740"/>
                </a:lnTo>
                <a:lnTo>
                  <a:pt x="3014268" y="42220"/>
                </a:lnTo>
                <a:lnTo>
                  <a:pt x="3014735" y="42435"/>
                </a:lnTo>
                <a:lnTo>
                  <a:pt x="3011377" y="40995"/>
                </a:lnTo>
                <a:lnTo>
                  <a:pt x="3011812" y="41172"/>
                </a:lnTo>
                <a:lnTo>
                  <a:pt x="3008264" y="39818"/>
                </a:lnTo>
                <a:lnTo>
                  <a:pt x="3008674" y="39966"/>
                </a:lnTo>
                <a:lnTo>
                  <a:pt x="3005256" y="38795"/>
                </a:lnTo>
                <a:lnTo>
                  <a:pt x="3013190" y="15605"/>
                </a:lnTo>
                <a:moveTo>
                  <a:pt x="3068436" y="103661"/>
                </a:moveTo>
                <a:lnTo>
                  <a:pt x="3068467" y="107937"/>
                </a:lnTo>
                <a:lnTo>
                  <a:pt x="3068515" y="177256"/>
                </a:lnTo>
                <a:lnTo>
                  <a:pt x="3044008" y="177275"/>
                </a:lnTo>
                <a:lnTo>
                  <a:pt x="3043960" y="107992"/>
                </a:lnTo>
                <a:lnTo>
                  <a:pt x="3043960" y="108072"/>
                </a:lnTo>
                <a:lnTo>
                  <a:pt x="3043929" y="103826"/>
                </a:lnTo>
                <a:lnTo>
                  <a:pt x="3068436" y="103661"/>
                </a:lnTo>
                <a:moveTo>
                  <a:pt x="3068529" y="201764"/>
                </a:moveTo>
                <a:lnTo>
                  <a:pt x="3068578" y="275286"/>
                </a:lnTo>
                <a:lnTo>
                  <a:pt x="3044070" y="275304"/>
                </a:lnTo>
                <a:lnTo>
                  <a:pt x="3044021" y="201782"/>
                </a:lnTo>
                <a:lnTo>
                  <a:pt x="3068529" y="201764"/>
                </a:lnTo>
                <a:moveTo>
                  <a:pt x="3068596" y="299793"/>
                </a:moveTo>
                <a:lnTo>
                  <a:pt x="3068645" y="373316"/>
                </a:lnTo>
                <a:lnTo>
                  <a:pt x="3044137" y="373334"/>
                </a:lnTo>
                <a:lnTo>
                  <a:pt x="3044089" y="299812"/>
                </a:lnTo>
                <a:lnTo>
                  <a:pt x="3068596" y="299793"/>
                </a:lnTo>
                <a:moveTo>
                  <a:pt x="3068664" y="397823"/>
                </a:moveTo>
                <a:lnTo>
                  <a:pt x="3068712" y="471346"/>
                </a:lnTo>
                <a:lnTo>
                  <a:pt x="3044205" y="471364"/>
                </a:lnTo>
                <a:lnTo>
                  <a:pt x="3044156" y="397841"/>
                </a:lnTo>
                <a:lnTo>
                  <a:pt x="3068664" y="397823"/>
                </a:lnTo>
                <a:moveTo>
                  <a:pt x="3068731" y="495853"/>
                </a:moveTo>
                <a:lnTo>
                  <a:pt x="3068779" y="569375"/>
                </a:lnTo>
                <a:lnTo>
                  <a:pt x="3044272" y="569394"/>
                </a:lnTo>
                <a:lnTo>
                  <a:pt x="3044223" y="495871"/>
                </a:lnTo>
                <a:lnTo>
                  <a:pt x="3068731" y="495853"/>
                </a:lnTo>
                <a:moveTo>
                  <a:pt x="3068792" y="593882"/>
                </a:moveTo>
                <a:lnTo>
                  <a:pt x="3068841" y="667405"/>
                </a:lnTo>
                <a:lnTo>
                  <a:pt x="3044333" y="667423"/>
                </a:lnTo>
                <a:lnTo>
                  <a:pt x="3044284" y="593901"/>
                </a:lnTo>
                <a:lnTo>
                  <a:pt x="3068792" y="593882"/>
                </a:lnTo>
                <a:moveTo>
                  <a:pt x="3068859" y="691912"/>
                </a:moveTo>
                <a:lnTo>
                  <a:pt x="3068908" y="765435"/>
                </a:lnTo>
                <a:lnTo>
                  <a:pt x="3044400" y="765453"/>
                </a:lnTo>
                <a:lnTo>
                  <a:pt x="3044351" y="691931"/>
                </a:lnTo>
                <a:lnTo>
                  <a:pt x="3068859" y="691912"/>
                </a:lnTo>
                <a:moveTo>
                  <a:pt x="3068927" y="789942"/>
                </a:moveTo>
                <a:lnTo>
                  <a:pt x="3068975" y="863464"/>
                </a:lnTo>
                <a:lnTo>
                  <a:pt x="3044468" y="863483"/>
                </a:lnTo>
                <a:lnTo>
                  <a:pt x="3044419" y="789961"/>
                </a:lnTo>
                <a:lnTo>
                  <a:pt x="3068927" y="789942"/>
                </a:lnTo>
                <a:moveTo>
                  <a:pt x="3068994" y="887972"/>
                </a:moveTo>
                <a:lnTo>
                  <a:pt x="3069043" y="961494"/>
                </a:lnTo>
                <a:lnTo>
                  <a:pt x="3044535" y="961513"/>
                </a:lnTo>
                <a:lnTo>
                  <a:pt x="3044486" y="887991"/>
                </a:lnTo>
                <a:lnTo>
                  <a:pt x="3068994" y="887972"/>
                </a:lnTo>
                <a:moveTo>
                  <a:pt x="3069055" y="986001"/>
                </a:moveTo>
                <a:lnTo>
                  <a:pt x="3069110" y="1059524"/>
                </a:lnTo>
                <a:lnTo>
                  <a:pt x="3044603" y="1059542"/>
                </a:lnTo>
                <a:lnTo>
                  <a:pt x="3044547" y="986020"/>
                </a:lnTo>
                <a:lnTo>
                  <a:pt x="3069055" y="986001"/>
                </a:lnTo>
                <a:moveTo>
                  <a:pt x="3069122" y="1084032"/>
                </a:moveTo>
                <a:lnTo>
                  <a:pt x="3069172" y="1157554"/>
                </a:lnTo>
                <a:lnTo>
                  <a:pt x="3044664" y="1157572"/>
                </a:lnTo>
                <a:lnTo>
                  <a:pt x="3044614" y="1084050"/>
                </a:lnTo>
                <a:lnTo>
                  <a:pt x="3069122" y="1084032"/>
                </a:lnTo>
                <a:moveTo>
                  <a:pt x="3069189" y="1182061"/>
                </a:moveTo>
                <a:lnTo>
                  <a:pt x="3069238" y="1255583"/>
                </a:lnTo>
                <a:lnTo>
                  <a:pt x="3044732" y="1255602"/>
                </a:lnTo>
                <a:lnTo>
                  <a:pt x="3044682" y="1182080"/>
                </a:lnTo>
                <a:lnTo>
                  <a:pt x="3069189" y="1182061"/>
                </a:lnTo>
                <a:moveTo>
                  <a:pt x="3069234" y="1280128"/>
                </a:moveTo>
                <a:lnTo>
                  <a:pt x="3069234" y="1281371"/>
                </a:lnTo>
                <a:lnTo>
                  <a:pt x="3069135" y="1289698"/>
                </a:lnTo>
                <a:lnTo>
                  <a:pt x="3068915" y="1297602"/>
                </a:lnTo>
                <a:lnTo>
                  <a:pt x="3068510" y="1305070"/>
                </a:lnTo>
                <a:lnTo>
                  <a:pt x="3068210" y="1308753"/>
                </a:lnTo>
                <a:lnTo>
                  <a:pt x="3067848" y="1312306"/>
                </a:lnTo>
                <a:lnTo>
                  <a:pt x="3067401" y="1315786"/>
                </a:lnTo>
                <a:lnTo>
                  <a:pt x="3066862" y="1319199"/>
                </a:lnTo>
                <a:lnTo>
                  <a:pt x="3066224" y="1322538"/>
                </a:lnTo>
                <a:lnTo>
                  <a:pt x="3065477" y="1325816"/>
                </a:lnTo>
                <a:lnTo>
                  <a:pt x="3064594" y="1329033"/>
                </a:lnTo>
                <a:lnTo>
                  <a:pt x="3063584" y="1332188"/>
                </a:lnTo>
                <a:lnTo>
                  <a:pt x="3062413" y="1335277"/>
                </a:lnTo>
                <a:lnTo>
                  <a:pt x="3061084" y="1338290"/>
                </a:lnTo>
                <a:lnTo>
                  <a:pt x="3059583" y="1341231"/>
                </a:lnTo>
                <a:lnTo>
                  <a:pt x="3057897" y="1344087"/>
                </a:lnTo>
                <a:lnTo>
                  <a:pt x="3056030" y="1346836"/>
                </a:lnTo>
                <a:lnTo>
                  <a:pt x="3053976" y="1349478"/>
                </a:lnTo>
                <a:lnTo>
                  <a:pt x="3051735" y="1351997"/>
                </a:lnTo>
                <a:lnTo>
                  <a:pt x="3049308" y="1354379"/>
                </a:lnTo>
                <a:lnTo>
                  <a:pt x="3046716" y="1356629"/>
                </a:lnTo>
                <a:lnTo>
                  <a:pt x="3045056" y="1357889"/>
                </a:lnTo>
                <a:lnTo>
                  <a:pt x="3030210" y="1338394"/>
                </a:lnTo>
                <a:lnTo>
                  <a:pt x="3031559" y="1337365"/>
                </a:lnTo>
                <a:lnTo>
                  <a:pt x="3030964" y="1337843"/>
                </a:lnTo>
                <a:lnTo>
                  <a:pt x="3032980" y="1336103"/>
                </a:lnTo>
                <a:lnTo>
                  <a:pt x="3032399" y="1336642"/>
                </a:lnTo>
                <a:lnTo>
                  <a:pt x="3034254" y="1334809"/>
                </a:lnTo>
                <a:lnTo>
                  <a:pt x="3033696" y="1335399"/>
                </a:lnTo>
                <a:lnTo>
                  <a:pt x="3035407" y="1333480"/>
                </a:lnTo>
                <a:lnTo>
                  <a:pt x="3034885" y="1334100"/>
                </a:lnTo>
                <a:lnTo>
                  <a:pt x="3036454" y="1332095"/>
                </a:lnTo>
                <a:lnTo>
                  <a:pt x="3035982" y="1332740"/>
                </a:lnTo>
                <a:lnTo>
                  <a:pt x="3037410" y="1330637"/>
                </a:lnTo>
                <a:lnTo>
                  <a:pt x="3036994" y="1331293"/>
                </a:lnTo>
                <a:lnTo>
                  <a:pt x="3038291" y="1329093"/>
                </a:lnTo>
                <a:lnTo>
                  <a:pt x="3037931" y="1329749"/>
                </a:lnTo>
                <a:lnTo>
                  <a:pt x="3039101" y="1327459"/>
                </a:lnTo>
                <a:lnTo>
                  <a:pt x="3038801" y="1328096"/>
                </a:lnTo>
                <a:lnTo>
                  <a:pt x="3039854" y="1325700"/>
                </a:lnTo>
                <a:lnTo>
                  <a:pt x="3039603" y="1326306"/>
                </a:lnTo>
                <a:lnTo>
                  <a:pt x="3040547" y="1323812"/>
                </a:lnTo>
                <a:lnTo>
                  <a:pt x="3040345" y="1324382"/>
                </a:lnTo>
                <a:lnTo>
                  <a:pt x="3041184" y="1321784"/>
                </a:lnTo>
                <a:lnTo>
                  <a:pt x="3041025" y="1322317"/>
                </a:lnTo>
                <a:lnTo>
                  <a:pt x="3041765" y="1319610"/>
                </a:lnTo>
                <a:lnTo>
                  <a:pt x="3041643" y="1320094"/>
                </a:lnTo>
                <a:lnTo>
                  <a:pt x="3042286" y="1317281"/>
                </a:lnTo>
                <a:lnTo>
                  <a:pt x="3042195" y="1317722"/>
                </a:lnTo>
                <a:lnTo>
                  <a:pt x="3042753" y="1314794"/>
                </a:lnTo>
                <a:lnTo>
                  <a:pt x="3042685" y="1315192"/>
                </a:lnTo>
                <a:lnTo>
                  <a:pt x="3043163" y="1312152"/>
                </a:lnTo>
                <a:lnTo>
                  <a:pt x="3043114" y="1312501"/>
                </a:lnTo>
                <a:lnTo>
                  <a:pt x="3043519" y="1309347"/>
                </a:lnTo>
                <a:lnTo>
                  <a:pt x="3043482" y="1309653"/>
                </a:lnTo>
                <a:lnTo>
                  <a:pt x="3043819" y="1306381"/>
                </a:lnTo>
                <a:lnTo>
                  <a:pt x="3043793" y="1306645"/>
                </a:lnTo>
                <a:lnTo>
                  <a:pt x="3044070" y="1303256"/>
                </a:lnTo>
                <a:lnTo>
                  <a:pt x="3044044" y="1303581"/>
                </a:lnTo>
                <a:lnTo>
                  <a:pt x="3044430" y="1296437"/>
                </a:lnTo>
                <a:lnTo>
                  <a:pt x="3044419" y="1296756"/>
                </a:lnTo>
                <a:lnTo>
                  <a:pt x="3044640" y="1289110"/>
                </a:lnTo>
                <a:lnTo>
                  <a:pt x="3044633" y="1289312"/>
                </a:lnTo>
                <a:lnTo>
                  <a:pt x="3044726" y="1281151"/>
                </a:lnTo>
                <a:lnTo>
                  <a:pt x="3044726" y="1281261"/>
                </a:lnTo>
                <a:lnTo>
                  <a:pt x="3044726" y="1280073"/>
                </a:lnTo>
                <a:lnTo>
                  <a:pt x="3069234" y="1280128"/>
                </a:lnTo>
                <a:moveTo>
                  <a:pt x="3018899" y="1370218"/>
                </a:moveTo>
                <a:lnTo>
                  <a:pt x="3016058" y="1371026"/>
                </a:lnTo>
                <a:lnTo>
                  <a:pt x="3011812" y="1372098"/>
                </a:lnTo>
                <a:lnTo>
                  <a:pt x="3007370" y="1373091"/>
                </a:lnTo>
                <a:lnTo>
                  <a:pt x="3002726" y="1374003"/>
                </a:lnTo>
                <a:lnTo>
                  <a:pt x="2997880" y="1374849"/>
                </a:lnTo>
                <a:lnTo>
                  <a:pt x="2992813" y="1375628"/>
                </a:lnTo>
                <a:lnTo>
                  <a:pt x="2987519" y="1376344"/>
                </a:lnTo>
                <a:lnTo>
                  <a:pt x="2981992" y="1377000"/>
                </a:lnTo>
                <a:lnTo>
                  <a:pt x="2976221" y="1377600"/>
                </a:lnTo>
                <a:lnTo>
                  <a:pt x="2970205" y="1378151"/>
                </a:lnTo>
                <a:lnTo>
                  <a:pt x="2963900" y="1378648"/>
                </a:lnTo>
                <a:lnTo>
                  <a:pt x="2950580" y="1379506"/>
                </a:lnTo>
                <a:lnTo>
                  <a:pt x="2943332" y="1379855"/>
                </a:lnTo>
                <a:lnTo>
                  <a:pt x="2942168" y="1355371"/>
                </a:lnTo>
                <a:lnTo>
                  <a:pt x="2949306" y="1355029"/>
                </a:lnTo>
                <a:lnTo>
                  <a:pt x="2949104" y="1355041"/>
                </a:lnTo>
                <a:lnTo>
                  <a:pt x="2962233" y="1354201"/>
                </a:lnTo>
                <a:lnTo>
                  <a:pt x="2962049" y="1354214"/>
                </a:lnTo>
                <a:lnTo>
                  <a:pt x="2968194" y="1353724"/>
                </a:lnTo>
                <a:lnTo>
                  <a:pt x="2968054" y="1353736"/>
                </a:lnTo>
                <a:lnTo>
                  <a:pt x="2973923" y="1353202"/>
                </a:lnTo>
                <a:lnTo>
                  <a:pt x="2973764" y="1353215"/>
                </a:lnTo>
                <a:lnTo>
                  <a:pt x="2979363" y="1352634"/>
                </a:lnTo>
                <a:lnTo>
                  <a:pt x="2979186" y="1352651"/>
                </a:lnTo>
                <a:lnTo>
                  <a:pt x="2984529" y="1352020"/>
                </a:lnTo>
                <a:lnTo>
                  <a:pt x="2984333" y="1352045"/>
                </a:lnTo>
                <a:lnTo>
                  <a:pt x="2989418" y="1351359"/>
                </a:lnTo>
                <a:lnTo>
                  <a:pt x="2989198" y="1351390"/>
                </a:lnTo>
                <a:lnTo>
                  <a:pt x="2994038" y="1350648"/>
                </a:lnTo>
                <a:lnTo>
                  <a:pt x="2993793" y="1350685"/>
                </a:lnTo>
                <a:lnTo>
                  <a:pt x="2998388" y="1349882"/>
                </a:lnTo>
                <a:lnTo>
                  <a:pt x="2998118" y="1349937"/>
                </a:lnTo>
                <a:lnTo>
                  <a:pt x="3002481" y="1349073"/>
                </a:lnTo>
                <a:lnTo>
                  <a:pt x="3002180" y="1349134"/>
                </a:lnTo>
                <a:lnTo>
                  <a:pt x="3006310" y="1348215"/>
                </a:lnTo>
                <a:lnTo>
                  <a:pt x="3005979" y="1348296"/>
                </a:lnTo>
                <a:lnTo>
                  <a:pt x="3009888" y="1347308"/>
                </a:lnTo>
                <a:lnTo>
                  <a:pt x="3009527" y="1347407"/>
                </a:lnTo>
                <a:lnTo>
                  <a:pt x="3012186" y="1346647"/>
                </a:lnTo>
                <a:lnTo>
                  <a:pt x="3018899" y="1370218"/>
                </a:lnTo>
                <a:moveTo>
                  <a:pt x="2918561" y="1380785"/>
                </a:moveTo>
                <a:lnTo>
                  <a:pt x="2903544" y="1381153"/>
                </a:lnTo>
                <a:lnTo>
                  <a:pt x="2885353" y="1381460"/>
                </a:lnTo>
                <a:lnTo>
                  <a:pt x="2865815" y="1381669"/>
                </a:lnTo>
                <a:lnTo>
                  <a:pt x="2844880" y="1381804"/>
                </a:lnTo>
                <a:lnTo>
                  <a:pt x="2844787" y="1381804"/>
                </a:lnTo>
                <a:lnTo>
                  <a:pt x="2844708" y="1357296"/>
                </a:lnTo>
                <a:lnTo>
                  <a:pt x="2844782" y="1357296"/>
                </a:lnTo>
                <a:lnTo>
                  <a:pt x="2844745" y="1357296"/>
                </a:lnTo>
                <a:lnTo>
                  <a:pt x="2865637" y="1357161"/>
                </a:lnTo>
                <a:lnTo>
                  <a:pt x="2865582" y="1357161"/>
                </a:lnTo>
                <a:lnTo>
                  <a:pt x="2885053" y="1356952"/>
                </a:lnTo>
                <a:lnTo>
                  <a:pt x="2884980" y="1356952"/>
                </a:lnTo>
                <a:lnTo>
                  <a:pt x="2903084" y="1356652"/>
                </a:lnTo>
                <a:lnTo>
                  <a:pt x="2902993" y="1356652"/>
                </a:lnTo>
                <a:lnTo>
                  <a:pt x="2917960" y="1356285"/>
                </a:lnTo>
                <a:lnTo>
                  <a:pt x="2918561" y="1380785"/>
                </a:lnTo>
                <a:moveTo>
                  <a:pt x="2820249" y="1381876"/>
                </a:moveTo>
                <a:lnTo>
                  <a:pt x="2773140" y="1381913"/>
                </a:lnTo>
                <a:lnTo>
                  <a:pt x="2746690" y="1381858"/>
                </a:lnTo>
                <a:lnTo>
                  <a:pt x="2746746" y="1357350"/>
                </a:lnTo>
                <a:lnTo>
                  <a:pt x="2773170" y="1357406"/>
                </a:lnTo>
                <a:lnTo>
                  <a:pt x="2773134" y="1357406"/>
                </a:lnTo>
                <a:lnTo>
                  <a:pt x="2820231" y="1357368"/>
                </a:lnTo>
                <a:lnTo>
                  <a:pt x="2820249" y="1381876"/>
                </a:lnTo>
                <a:moveTo>
                  <a:pt x="2722183" y="1381809"/>
                </a:moveTo>
                <a:lnTo>
                  <a:pt x="2648660" y="1381655"/>
                </a:lnTo>
                <a:lnTo>
                  <a:pt x="2648715" y="1357149"/>
                </a:lnTo>
                <a:lnTo>
                  <a:pt x="2722238" y="1357302"/>
                </a:lnTo>
                <a:lnTo>
                  <a:pt x="2722183" y="1381809"/>
                </a:lnTo>
                <a:moveTo>
                  <a:pt x="2624154" y="1381608"/>
                </a:moveTo>
                <a:lnTo>
                  <a:pt x="2550630" y="1381454"/>
                </a:lnTo>
                <a:lnTo>
                  <a:pt x="2550686" y="1356947"/>
                </a:lnTo>
                <a:lnTo>
                  <a:pt x="2624208" y="1357100"/>
                </a:lnTo>
                <a:lnTo>
                  <a:pt x="2624154" y="1381608"/>
                </a:lnTo>
                <a:moveTo>
                  <a:pt x="2526123" y="1381404"/>
                </a:moveTo>
                <a:lnTo>
                  <a:pt x="2452601" y="1381251"/>
                </a:lnTo>
                <a:lnTo>
                  <a:pt x="2452656" y="1356744"/>
                </a:lnTo>
                <a:lnTo>
                  <a:pt x="2526178" y="1356897"/>
                </a:lnTo>
                <a:lnTo>
                  <a:pt x="2526123" y="1381404"/>
                </a:lnTo>
                <a:moveTo>
                  <a:pt x="2428094" y="1381203"/>
                </a:moveTo>
                <a:lnTo>
                  <a:pt x="2354571" y="1381049"/>
                </a:lnTo>
                <a:lnTo>
                  <a:pt x="2354626" y="1356543"/>
                </a:lnTo>
                <a:lnTo>
                  <a:pt x="2428149" y="1356695"/>
                </a:lnTo>
                <a:lnTo>
                  <a:pt x="2428094" y="1381203"/>
                </a:lnTo>
                <a:moveTo>
                  <a:pt x="2330064" y="1381001"/>
                </a:moveTo>
                <a:lnTo>
                  <a:pt x="2256541" y="1380848"/>
                </a:lnTo>
                <a:lnTo>
                  <a:pt x="2256597" y="1356340"/>
                </a:lnTo>
                <a:lnTo>
                  <a:pt x="2330118" y="1356494"/>
                </a:lnTo>
                <a:lnTo>
                  <a:pt x="2330064" y="1381001"/>
                </a:lnTo>
                <a:moveTo>
                  <a:pt x="2232034" y="1380798"/>
                </a:moveTo>
                <a:lnTo>
                  <a:pt x="2158512" y="1380645"/>
                </a:lnTo>
                <a:lnTo>
                  <a:pt x="2158567" y="1356138"/>
                </a:lnTo>
                <a:lnTo>
                  <a:pt x="2232089" y="1356290"/>
                </a:lnTo>
                <a:lnTo>
                  <a:pt x="2232034" y="1380798"/>
                </a:lnTo>
                <a:moveTo>
                  <a:pt x="2134005" y="1380596"/>
                </a:moveTo>
                <a:lnTo>
                  <a:pt x="2060488" y="1380444"/>
                </a:lnTo>
                <a:lnTo>
                  <a:pt x="2060537" y="1355936"/>
                </a:lnTo>
                <a:lnTo>
                  <a:pt x="2134059" y="1356089"/>
                </a:lnTo>
                <a:lnTo>
                  <a:pt x="2134005" y="1380596"/>
                </a:lnTo>
                <a:moveTo>
                  <a:pt x="2035980" y="1380395"/>
                </a:moveTo>
                <a:lnTo>
                  <a:pt x="1962458" y="1380241"/>
                </a:lnTo>
                <a:lnTo>
                  <a:pt x="1962507" y="1355734"/>
                </a:lnTo>
                <a:lnTo>
                  <a:pt x="2036029" y="1355887"/>
                </a:lnTo>
                <a:lnTo>
                  <a:pt x="2035980" y="1380395"/>
                </a:lnTo>
                <a:moveTo>
                  <a:pt x="1937951" y="1380191"/>
                </a:moveTo>
                <a:lnTo>
                  <a:pt x="1864428" y="1380039"/>
                </a:lnTo>
                <a:lnTo>
                  <a:pt x="1864477" y="1355531"/>
                </a:lnTo>
                <a:lnTo>
                  <a:pt x="1938000" y="1355685"/>
                </a:lnTo>
                <a:lnTo>
                  <a:pt x="1937951" y="1380191"/>
                </a:lnTo>
                <a:moveTo>
                  <a:pt x="1839920" y="1379990"/>
                </a:moveTo>
                <a:lnTo>
                  <a:pt x="1766399" y="1379837"/>
                </a:lnTo>
                <a:lnTo>
                  <a:pt x="1766448" y="1355329"/>
                </a:lnTo>
                <a:lnTo>
                  <a:pt x="1839969" y="1355482"/>
                </a:lnTo>
                <a:lnTo>
                  <a:pt x="1839920" y="1379990"/>
                </a:lnTo>
                <a:moveTo>
                  <a:pt x="1741891" y="1379788"/>
                </a:moveTo>
                <a:lnTo>
                  <a:pt x="1668368" y="1379634"/>
                </a:lnTo>
                <a:lnTo>
                  <a:pt x="1668418" y="1355127"/>
                </a:lnTo>
                <a:lnTo>
                  <a:pt x="1741940" y="1355280"/>
                </a:lnTo>
                <a:lnTo>
                  <a:pt x="1741891" y="1379788"/>
                </a:lnTo>
                <a:moveTo>
                  <a:pt x="1643861" y="1379586"/>
                </a:moveTo>
                <a:lnTo>
                  <a:pt x="1570339" y="1379432"/>
                </a:lnTo>
                <a:lnTo>
                  <a:pt x="1570388" y="1354924"/>
                </a:lnTo>
                <a:lnTo>
                  <a:pt x="1643910" y="1355078"/>
                </a:lnTo>
                <a:lnTo>
                  <a:pt x="1643861" y="1379586"/>
                </a:lnTo>
                <a:moveTo>
                  <a:pt x="1545832" y="1379383"/>
                </a:moveTo>
                <a:lnTo>
                  <a:pt x="1472309" y="1379230"/>
                </a:lnTo>
                <a:lnTo>
                  <a:pt x="1472358" y="1354722"/>
                </a:lnTo>
                <a:lnTo>
                  <a:pt x="1545881" y="1354875"/>
                </a:lnTo>
                <a:lnTo>
                  <a:pt x="1545832" y="1379383"/>
                </a:lnTo>
                <a:moveTo>
                  <a:pt x="1447802" y="1379181"/>
                </a:moveTo>
                <a:lnTo>
                  <a:pt x="1374279" y="1379027"/>
                </a:lnTo>
                <a:lnTo>
                  <a:pt x="1374328" y="1354520"/>
                </a:lnTo>
                <a:lnTo>
                  <a:pt x="1447851" y="1354673"/>
                </a:lnTo>
                <a:lnTo>
                  <a:pt x="1447802" y="1379181"/>
                </a:lnTo>
                <a:moveTo>
                  <a:pt x="1349772" y="1378979"/>
                </a:moveTo>
                <a:lnTo>
                  <a:pt x="1276249" y="1378825"/>
                </a:lnTo>
                <a:lnTo>
                  <a:pt x="1276299" y="1354317"/>
                </a:lnTo>
                <a:lnTo>
                  <a:pt x="1349821" y="1354471"/>
                </a:lnTo>
                <a:lnTo>
                  <a:pt x="1349772" y="1378979"/>
                </a:lnTo>
                <a:moveTo>
                  <a:pt x="1251742" y="1378776"/>
                </a:moveTo>
                <a:lnTo>
                  <a:pt x="1178220" y="1378623"/>
                </a:lnTo>
                <a:lnTo>
                  <a:pt x="1178269" y="1354115"/>
                </a:lnTo>
                <a:lnTo>
                  <a:pt x="1251791" y="1354268"/>
                </a:lnTo>
                <a:lnTo>
                  <a:pt x="1251742" y="1378776"/>
                </a:lnTo>
                <a:moveTo>
                  <a:pt x="1153713" y="1378574"/>
                </a:moveTo>
                <a:lnTo>
                  <a:pt x="1080190" y="1378421"/>
                </a:lnTo>
                <a:lnTo>
                  <a:pt x="1080239" y="1353914"/>
                </a:lnTo>
                <a:lnTo>
                  <a:pt x="1153762" y="1354067"/>
                </a:lnTo>
                <a:lnTo>
                  <a:pt x="1153713" y="1378574"/>
                </a:lnTo>
                <a:moveTo>
                  <a:pt x="1055683" y="1378372"/>
                </a:moveTo>
                <a:lnTo>
                  <a:pt x="982160" y="1378218"/>
                </a:lnTo>
                <a:lnTo>
                  <a:pt x="982209" y="1353710"/>
                </a:lnTo>
                <a:lnTo>
                  <a:pt x="1055731" y="1353864"/>
                </a:lnTo>
                <a:lnTo>
                  <a:pt x="1055683" y="1378372"/>
                </a:lnTo>
                <a:moveTo>
                  <a:pt x="957653" y="1378169"/>
                </a:moveTo>
                <a:lnTo>
                  <a:pt x="884130" y="1378016"/>
                </a:lnTo>
                <a:lnTo>
                  <a:pt x="884180" y="1353509"/>
                </a:lnTo>
                <a:lnTo>
                  <a:pt x="957702" y="1353663"/>
                </a:lnTo>
                <a:lnTo>
                  <a:pt x="957653" y="1378169"/>
                </a:lnTo>
                <a:moveTo>
                  <a:pt x="859623" y="1377968"/>
                </a:moveTo>
                <a:lnTo>
                  <a:pt x="786101" y="1377815"/>
                </a:lnTo>
                <a:lnTo>
                  <a:pt x="786150" y="1353308"/>
                </a:lnTo>
                <a:lnTo>
                  <a:pt x="859672" y="1353460"/>
                </a:lnTo>
                <a:lnTo>
                  <a:pt x="859623" y="1377968"/>
                </a:lnTo>
                <a:moveTo>
                  <a:pt x="761594" y="1377760"/>
                </a:moveTo>
                <a:lnTo>
                  <a:pt x="688071" y="1377611"/>
                </a:lnTo>
                <a:lnTo>
                  <a:pt x="688120" y="1353105"/>
                </a:lnTo>
                <a:lnTo>
                  <a:pt x="761642" y="1353252"/>
                </a:lnTo>
                <a:lnTo>
                  <a:pt x="761594" y="1377760"/>
                </a:lnTo>
                <a:moveTo>
                  <a:pt x="663564" y="1377564"/>
                </a:moveTo>
                <a:lnTo>
                  <a:pt x="590041" y="1377410"/>
                </a:lnTo>
                <a:lnTo>
                  <a:pt x="590090" y="1352903"/>
                </a:lnTo>
                <a:lnTo>
                  <a:pt x="663613" y="1353056"/>
                </a:lnTo>
                <a:lnTo>
                  <a:pt x="663564" y="1377564"/>
                </a:lnTo>
                <a:moveTo>
                  <a:pt x="565534" y="1377355"/>
                </a:moveTo>
                <a:lnTo>
                  <a:pt x="492012" y="1377209"/>
                </a:lnTo>
                <a:lnTo>
                  <a:pt x="492061" y="1352701"/>
                </a:lnTo>
                <a:lnTo>
                  <a:pt x="565583" y="1352855"/>
                </a:lnTo>
                <a:lnTo>
                  <a:pt x="565534" y="1377355"/>
                </a:lnTo>
                <a:moveTo>
                  <a:pt x="467504" y="1377153"/>
                </a:moveTo>
                <a:lnTo>
                  <a:pt x="393982" y="1377005"/>
                </a:lnTo>
                <a:lnTo>
                  <a:pt x="394031" y="1352499"/>
                </a:lnTo>
                <a:lnTo>
                  <a:pt x="467553" y="1352645"/>
                </a:lnTo>
                <a:lnTo>
                  <a:pt x="467504" y="1377153"/>
                </a:lnTo>
                <a:moveTo>
                  <a:pt x="369474" y="1376957"/>
                </a:moveTo>
                <a:lnTo>
                  <a:pt x="303923" y="1376816"/>
                </a:lnTo>
                <a:lnTo>
                  <a:pt x="303972" y="1352308"/>
                </a:lnTo>
                <a:lnTo>
                  <a:pt x="369523" y="1352450"/>
                </a:lnTo>
                <a:lnTo>
                  <a:pt x="369474" y="1376957"/>
                </a:lnTo>
                <a:moveTo>
                  <a:pt x="303929" y="1376816"/>
                </a:moveTo>
                <a:lnTo>
                  <a:pt x="295964" y="1376809"/>
                </a:lnTo>
                <a:lnTo>
                  <a:pt x="295995" y="1352302"/>
                </a:lnTo>
                <a:lnTo>
                  <a:pt x="303966" y="1352308"/>
                </a:lnTo>
                <a:lnTo>
                  <a:pt x="303929" y="1376816"/>
                </a:lnTo>
                <a:moveTo>
                  <a:pt x="271457" y="1376773"/>
                </a:moveTo>
                <a:lnTo>
                  <a:pt x="254510" y="1376755"/>
                </a:lnTo>
                <a:lnTo>
                  <a:pt x="232013" y="1376644"/>
                </a:lnTo>
                <a:lnTo>
                  <a:pt x="210942" y="1376467"/>
                </a:lnTo>
                <a:lnTo>
                  <a:pt x="197788" y="1376295"/>
                </a:lnTo>
                <a:lnTo>
                  <a:pt x="198112" y="1351787"/>
                </a:lnTo>
                <a:lnTo>
                  <a:pt x="211242" y="1351966"/>
                </a:lnTo>
                <a:lnTo>
                  <a:pt x="211181" y="1351966"/>
                </a:lnTo>
                <a:lnTo>
                  <a:pt x="232196" y="1352136"/>
                </a:lnTo>
                <a:lnTo>
                  <a:pt x="232153" y="1352136"/>
                </a:lnTo>
                <a:lnTo>
                  <a:pt x="254608" y="1352248"/>
                </a:lnTo>
                <a:lnTo>
                  <a:pt x="254565" y="1352248"/>
                </a:lnTo>
                <a:lnTo>
                  <a:pt x="271487" y="1352265"/>
                </a:lnTo>
                <a:lnTo>
                  <a:pt x="271457" y="1376773"/>
                </a:lnTo>
                <a:moveTo>
                  <a:pt x="173200" y="1375842"/>
                </a:moveTo>
                <a:lnTo>
                  <a:pt x="172851" y="1375836"/>
                </a:lnTo>
                <a:lnTo>
                  <a:pt x="155732" y="1375352"/>
                </a:lnTo>
                <a:lnTo>
                  <a:pt x="139833" y="1374721"/>
                </a:lnTo>
                <a:lnTo>
                  <a:pt x="125117" y="1373942"/>
                </a:lnTo>
                <a:lnTo>
                  <a:pt x="118138" y="1373488"/>
                </a:lnTo>
                <a:lnTo>
                  <a:pt x="111454" y="1372986"/>
                </a:lnTo>
                <a:lnTo>
                  <a:pt x="105033" y="1372435"/>
                </a:lnTo>
                <a:lnTo>
                  <a:pt x="98864" y="1371842"/>
                </a:lnTo>
                <a:lnTo>
                  <a:pt x="98704" y="1371823"/>
                </a:lnTo>
                <a:lnTo>
                  <a:pt x="101394" y="1347462"/>
                </a:lnTo>
                <a:lnTo>
                  <a:pt x="101473" y="1347469"/>
                </a:lnTo>
                <a:lnTo>
                  <a:pt x="101321" y="1347455"/>
                </a:lnTo>
                <a:lnTo>
                  <a:pt x="107331" y="1348039"/>
                </a:lnTo>
                <a:lnTo>
                  <a:pt x="107190" y="1348025"/>
                </a:lnTo>
                <a:lnTo>
                  <a:pt x="113476" y="1348564"/>
                </a:lnTo>
                <a:lnTo>
                  <a:pt x="113347" y="1348553"/>
                </a:lnTo>
                <a:lnTo>
                  <a:pt x="119909" y="1349043"/>
                </a:lnTo>
                <a:lnTo>
                  <a:pt x="119793" y="1349036"/>
                </a:lnTo>
                <a:lnTo>
                  <a:pt x="126636" y="1349484"/>
                </a:lnTo>
                <a:lnTo>
                  <a:pt x="126489" y="1349471"/>
                </a:lnTo>
                <a:lnTo>
                  <a:pt x="141047" y="1350243"/>
                </a:lnTo>
                <a:lnTo>
                  <a:pt x="140881" y="1350239"/>
                </a:lnTo>
                <a:lnTo>
                  <a:pt x="156633" y="1350857"/>
                </a:lnTo>
                <a:lnTo>
                  <a:pt x="156499" y="1350857"/>
                </a:lnTo>
                <a:lnTo>
                  <a:pt x="173501" y="1351341"/>
                </a:lnTo>
                <a:lnTo>
                  <a:pt x="173396" y="1351334"/>
                </a:lnTo>
                <a:lnTo>
                  <a:pt x="173691" y="1351341"/>
                </a:lnTo>
                <a:lnTo>
                  <a:pt x="173200" y="1375842"/>
                </a:lnTo>
                <a:moveTo>
                  <a:pt x="73614" y="1368336"/>
                </a:moveTo>
                <a:lnTo>
                  <a:pt x="71593" y="1367975"/>
                </a:lnTo>
                <a:lnTo>
                  <a:pt x="66795" y="1367000"/>
                </a:lnTo>
                <a:lnTo>
                  <a:pt x="62200" y="1365953"/>
                </a:lnTo>
                <a:lnTo>
                  <a:pt x="57801" y="1364832"/>
                </a:lnTo>
                <a:lnTo>
                  <a:pt x="53586" y="1363619"/>
                </a:lnTo>
                <a:lnTo>
                  <a:pt x="49548" y="1362313"/>
                </a:lnTo>
                <a:lnTo>
                  <a:pt x="45682" y="1360917"/>
                </a:lnTo>
                <a:lnTo>
                  <a:pt x="41988" y="1359410"/>
                </a:lnTo>
                <a:lnTo>
                  <a:pt x="38452" y="1357792"/>
                </a:lnTo>
                <a:lnTo>
                  <a:pt x="35077" y="1356058"/>
                </a:lnTo>
                <a:lnTo>
                  <a:pt x="31860" y="1354201"/>
                </a:lnTo>
                <a:lnTo>
                  <a:pt x="28803" y="1352210"/>
                </a:lnTo>
                <a:lnTo>
                  <a:pt x="25904" y="1350090"/>
                </a:lnTo>
                <a:lnTo>
                  <a:pt x="23172" y="1347829"/>
                </a:lnTo>
                <a:lnTo>
                  <a:pt x="20617" y="1345434"/>
                </a:lnTo>
                <a:lnTo>
                  <a:pt x="18234" y="1342910"/>
                </a:lnTo>
                <a:lnTo>
                  <a:pt x="16028" y="1340262"/>
                </a:lnTo>
                <a:lnTo>
                  <a:pt x="14013" y="1337500"/>
                </a:lnTo>
                <a:lnTo>
                  <a:pt x="12175" y="1334626"/>
                </a:lnTo>
                <a:lnTo>
                  <a:pt x="10514" y="1331661"/>
                </a:lnTo>
                <a:lnTo>
                  <a:pt x="9031" y="1328610"/>
                </a:lnTo>
                <a:lnTo>
                  <a:pt x="7713" y="1325480"/>
                </a:lnTo>
                <a:lnTo>
                  <a:pt x="6550" y="1322280"/>
                </a:lnTo>
                <a:lnTo>
                  <a:pt x="6274" y="1321380"/>
                </a:lnTo>
                <a:lnTo>
                  <a:pt x="29673" y="1314101"/>
                </a:lnTo>
                <a:lnTo>
                  <a:pt x="29869" y="1314733"/>
                </a:lnTo>
                <a:lnTo>
                  <a:pt x="29685" y="1314187"/>
                </a:lnTo>
                <a:lnTo>
                  <a:pt x="30647" y="1316828"/>
                </a:lnTo>
                <a:lnTo>
                  <a:pt x="30420" y="1316252"/>
                </a:lnTo>
                <a:lnTo>
                  <a:pt x="31492" y="1318794"/>
                </a:lnTo>
                <a:lnTo>
                  <a:pt x="31217" y="1318194"/>
                </a:lnTo>
                <a:lnTo>
                  <a:pt x="32405" y="1320633"/>
                </a:lnTo>
                <a:lnTo>
                  <a:pt x="32081" y="1320008"/>
                </a:lnTo>
                <a:lnTo>
                  <a:pt x="33385" y="1322348"/>
                </a:lnTo>
                <a:lnTo>
                  <a:pt x="33012" y="1321724"/>
                </a:lnTo>
                <a:lnTo>
                  <a:pt x="34446" y="1323966"/>
                </a:lnTo>
                <a:lnTo>
                  <a:pt x="34022" y="1323347"/>
                </a:lnTo>
                <a:lnTo>
                  <a:pt x="35591" y="1325491"/>
                </a:lnTo>
                <a:lnTo>
                  <a:pt x="35119" y="1324891"/>
                </a:lnTo>
                <a:lnTo>
                  <a:pt x="36829" y="1326943"/>
                </a:lnTo>
                <a:lnTo>
                  <a:pt x="36320" y="1326368"/>
                </a:lnTo>
                <a:lnTo>
                  <a:pt x="38177" y="1328334"/>
                </a:lnTo>
                <a:lnTo>
                  <a:pt x="37638" y="1327800"/>
                </a:lnTo>
                <a:lnTo>
                  <a:pt x="39647" y="1329676"/>
                </a:lnTo>
                <a:lnTo>
                  <a:pt x="39084" y="1329186"/>
                </a:lnTo>
                <a:lnTo>
                  <a:pt x="41252" y="1330975"/>
                </a:lnTo>
                <a:lnTo>
                  <a:pt x="40682" y="1330533"/>
                </a:lnTo>
                <a:lnTo>
                  <a:pt x="43017" y="1332243"/>
                </a:lnTo>
                <a:lnTo>
                  <a:pt x="42453" y="1331857"/>
                </a:lnTo>
                <a:lnTo>
                  <a:pt x="44953" y="1333480"/>
                </a:lnTo>
                <a:lnTo>
                  <a:pt x="44401" y="1333144"/>
                </a:lnTo>
                <a:lnTo>
                  <a:pt x="47073" y="1334687"/>
                </a:lnTo>
                <a:lnTo>
                  <a:pt x="46546" y="1334400"/>
                </a:lnTo>
                <a:lnTo>
                  <a:pt x="49401" y="1335870"/>
                </a:lnTo>
                <a:lnTo>
                  <a:pt x="48898" y="1335625"/>
                </a:lnTo>
                <a:lnTo>
                  <a:pt x="51938" y="1337016"/>
                </a:lnTo>
                <a:lnTo>
                  <a:pt x="51465" y="1336808"/>
                </a:lnTo>
                <a:lnTo>
                  <a:pt x="54701" y="1338125"/>
                </a:lnTo>
                <a:lnTo>
                  <a:pt x="54259" y="1337953"/>
                </a:lnTo>
                <a:lnTo>
                  <a:pt x="57691" y="1339203"/>
                </a:lnTo>
                <a:lnTo>
                  <a:pt x="57280" y="1339062"/>
                </a:lnTo>
                <a:lnTo>
                  <a:pt x="60925" y="1340232"/>
                </a:lnTo>
                <a:lnTo>
                  <a:pt x="60546" y="1340123"/>
                </a:lnTo>
                <a:lnTo>
                  <a:pt x="64394" y="1341225"/>
                </a:lnTo>
                <a:lnTo>
                  <a:pt x="64051" y="1341132"/>
                </a:lnTo>
                <a:lnTo>
                  <a:pt x="68119" y="1342174"/>
                </a:lnTo>
                <a:lnTo>
                  <a:pt x="67801" y="1342095"/>
                </a:lnTo>
                <a:lnTo>
                  <a:pt x="72095" y="1343075"/>
                </a:lnTo>
                <a:lnTo>
                  <a:pt x="71801" y="1343008"/>
                </a:lnTo>
                <a:lnTo>
                  <a:pt x="76322" y="1343927"/>
                </a:lnTo>
                <a:lnTo>
                  <a:pt x="76059" y="1343878"/>
                </a:lnTo>
                <a:lnTo>
                  <a:pt x="77946" y="1344216"/>
                </a:lnTo>
                <a:lnTo>
                  <a:pt x="73614" y="1368336"/>
                </a:lnTo>
                <a:moveTo>
                  <a:pt x="1587" y="1294642"/>
                </a:moveTo>
                <a:lnTo>
                  <a:pt x="1544" y="1294183"/>
                </a:lnTo>
                <a:lnTo>
                  <a:pt x="1299" y="1290281"/>
                </a:lnTo>
                <a:lnTo>
                  <a:pt x="980" y="1282334"/>
                </a:lnTo>
                <a:lnTo>
                  <a:pt x="827" y="1273927"/>
                </a:lnTo>
                <a:lnTo>
                  <a:pt x="785" y="1265136"/>
                </a:lnTo>
                <a:lnTo>
                  <a:pt x="25292" y="1265025"/>
                </a:lnTo>
                <a:lnTo>
                  <a:pt x="25335" y="1273732"/>
                </a:lnTo>
                <a:lnTo>
                  <a:pt x="25329" y="1273560"/>
                </a:lnTo>
                <a:lnTo>
                  <a:pt x="25482" y="1281745"/>
                </a:lnTo>
                <a:lnTo>
                  <a:pt x="25475" y="1281476"/>
                </a:lnTo>
                <a:lnTo>
                  <a:pt x="25782" y="1289153"/>
                </a:lnTo>
                <a:lnTo>
                  <a:pt x="25770" y="1288883"/>
                </a:lnTo>
                <a:lnTo>
                  <a:pt x="25996" y="1292535"/>
                </a:lnTo>
                <a:lnTo>
                  <a:pt x="25984" y="1292314"/>
                </a:lnTo>
                <a:lnTo>
                  <a:pt x="26009" y="1292657"/>
                </a:lnTo>
                <a:lnTo>
                  <a:pt x="1587" y="1294642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97E2B4E2-9C3B-48EB-B491-82971377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877" y="5279101"/>
            <a:ext cx="3432267" cy="1857970"/>
          </a:xfrm>
          <a:custGeom xmlns:a="http://schemas.openxmlformats.org/drawingml/2006/main">
            <a:pathLst>
              <a:path w="3432267" h="1857970">
                <a:moveTo>
                  <a:pt x="0" y="136537"/>
                </a:moveTo>
                <a:cubicBezTo>
                  <a:pt x="0" y="5508"/>
                  <a:pt x="13258" y="0"/>
                  <a:pt x="328816" y="0"/>
                </a:cubicBezTo>
                <a:lnTo>
                  <a:pt x="3069857" y="1470"/>
                </a:lnTo>
                <a:cubicBezTo>
                  <a:pt x="3385421" y="1470"/>
                  <a:pt x="3431386" y="0"/>
                  <a:pt x="3431386" y="131035"/>
                </a:cubicBezTo>
                <a:lnTo>
                  <a:pt x="3432267" y="1725103"/>
                </a:lnTo>
                <a:cubicBezTo>
                  <a:pt x="3432267" y="1856132"/>
                  <a:pt x="3427849" y="1857970"/>
                  <a:pt x="3112287" y="1857970"/>
                </a:cubicBezTo>
                <a:lnTo>
                  <a:pt x="328816" y="1850997"/>
                </a:lnTo>
                <a:cubicBezTo>
                  <a:pt x="13258" y="1850997"/>
                  <a:pt x="883" y="1845857"/>
                  <a:pt x="883" y="1714823"/>
                </a:cubicBezTo>
                <a:lnTo>
                  <a:pt x="0" y="1365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E9CEF215-AA65-45FB-9E54-25D4DD4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623" y="5266847"/>
            <a:ext cx="3456774" cy="1882478"/>
          </a:xfrm>
          <a:custGeom xmlns:a="http://schemas.openxmlformats.org/drawingml/2006/main">
            <a:pathLst>
              <a:path w="3456774" h="1882478">
                <a:moveTo>
                  <a:pt x="883" y="1727082"/>
                </a:moveTo>
                <a:lnTo>
                  <a:pt x="839" y="1653560"/>
                </a:lnTo>
                <a:lnTo>
                  <a:pt x="25346" y="1653548"/>
                </a:lnTo>
                <a:lnTo>
                  <a:pt x="25390" y="1727070"/>
                </a:lnTo>
                <a:lnTo>
                  <a:pt x="883" y="1727082"/>
                </a:lnTo>
                <a:moveTo>
                  <a:pt x="827" y="1629052"/>
                </a:moveTo>
                <a:lnTo>
                  <a:pt x="785" y="1555530"/>
                </a:lnTo>
                <a:lnTo>
                  <a:pt x="25293" y="1555518"/>
                </a:lnTo>
                <a:lnTo>
                  <a:pt x="25335" y="1629041"/>
                </a:lnTo>
                <a:lnTo>
                  <a:pt x="827" y="1629052"/>
                </a:lnTo>
                <a:moveTo>
                  <a:pt x="772" y="1531023"/>
                </a:moveTo>
                <a:lnTo>
                  <a:pt x="736" y="1457501"/>
                </a:lnTo>
                <a:lnTo>
                  <a:pt x="25243" y="1457488"/>
                </a:lnTo>
                <a:lnTo>
                  <a:pt x="25279" y="1531011"/>
                </a:lnTo>
                <a:lnTo>
                  <a:pt x="772" y="1531023"/>
                </a:lnTo>
                <a:moveTo>
                  <a:pt x="717" y="1432993"/>
                </a:moveTo>
                <a:lnTo>
                  <a:pt x="680" y="1359471"/>
                </a:lnTo>
                <a:lnTo>
                  <a:pt x="25188" y="1359459"/>
                </a:lnTo>
                <a:lnTo>
                  <a:pt x="25224" y="1432981"/>
                </a:lnTo>
                <a:lnTo>
                  <a:pt x="717" y="1432993"/>
                </a:lnTo>
                <a:moveTo>
                  <a:pt x="662" y="1334963"/>
                </a:moveTo>
                <a:lnTo>
                  <a:pt x="626" y="1261441"/>
                </a:lnTo>
                <a:lnTo>
                  <a:pt x="25132" y="1261429"/>
                </a:lnTo>
                <a:lnTo>
                  <a:pt x="25169" y="1334951"/>
                </a:lnTo>
                <a:lnTo>
                  <a:pt x="662" y="1334963"/>
                </a:lnTo>
                <a:moveTo>
                  <a:pt x="607" y="1236933"/>
                </a:moveTo>
                <a:lnTo>
                  <a:pt x="571" y="1163411"/>
                </a:lnTo>
                <a:lnTo>
                  <a:pt x="25078" y="1163399"/>
                </a:lnTo>
                <a:lnTo>
                  <a:pt x="25114" y="1236922"/>
                </a:lnTo>
                <a:lnTo>
                  <a:pt x="607" y="1236933"/>
                </a:lnTo>
                <a:moveTo>
                  <a:pt x="552" y="1138904"/>
                </a:moveTo>
                <a:lnTo>
                  <a:pt x="515" y="1065381"/>
                </a:lnTo>
                <a:lnTo>
                  <a:pt x="25023" y="1065369"/>
                </a:lnTo>
                <a:lnTo>
                  <a:pt x="25059" y="1138892"/>
                </a:lnTo>
                <a:lnTo>
                  <a:pt x="552" y="1138904"/>
                </a:lnTo>
                <a:moveTo>
                  <a:pt x="496" y="1040874"/>
                </a:moveTo>
                <a:lnTo>
                  <a:pt x="459" y="967351"/>
                </a:lnTo>
                <a:lnTo>
                  <a:pt x="24967" y="967339"/>
                </a:lnTo>
                <a:lnTo>
                  <a:pt x="25004" y="1040862"/>
                </a:lnTo>
                <a:lnTo>
                  <a:pt x="496" y="1040874"/>
                </a:lnTo>
                <a:moveTo>
                  <a:pt x="448" y="942844"/>
                </a:moveTo>
                <a:lnTo>
                  <a:pt x="405" y="869322"/>
                </a:lnTo>
                <a:lnTo>
                  <a:pt x="24912" y="869310"/>
                </a:lnTo>
                <a:lnTo>
                  <a:pt x="24955" y="942832"/>
                </a:lnTo>
                <a:lnTo>
                  <a:pt x="448" y="942844"/>
                </a:lnTo>
                <a:moveTo>
                  <a:pt x="386" y="844814"/>
                </a:moveTo>
                <a:lnTo>
                  <a:pt x="350" y="771292"/>
                </a:lnTo>
                <a:lnTo>
                  <a:pt x="24858" y="771280"/>
                </a:lnTo>
                <a:lnTo>
                  <a:pt x="24894" y="844802"/>
                </a:lnTo>
                <a:lnTo>
                  <a:pt x="386" y="844814"/>
                </a:lnTo>
                <a:moveTo>
                  <a:pt x="338" y="746785"/>
                </a:moveTo>
                <a:lnTo>
                  <a:pt x="294" y="673262"/>
                </a:lnTo>
                <a:lnTo>
                  <a:pt x="24802" y="673250"/>
                </a:lnTo>
                <a:lnTo>
                  <a:pt x="24845" y="746772"/>
                </a:lnTo>
                <a:lnTo>
                  <a:pt x="338" y="746785"/>
                </a:lnTo>
                <a:moveTo>
                  <a:pt x="283" y="648755"/>
                </a:moveTo>
                <a:lnTo>
                  <a:pt x="238" y="575232"/>
                </a:lnTo>
                <a:lnTo>
                  <a:pt x="24746" y="575220"/>
                </a:lnTo>
                <a:lnTo>
                  <a:pt x="24790" y="648742"/>
                </a:lnTo>
                <a:lnTo>
                  <a:pt x="283" y="648755"/>
                </a:lnTo>
                <a:moveTo>
                  <a:pt x="227" y="550725"/>
                </a:moveTo>
                <a:lnTo>
                  <a:pt x="185" y="477203"/>
                </a:lnTo>
                <a:lnTo>
                  <a:pt x="24692" y="477191"/>
                </a:lnTo>
                <a:lnTo>
                  <a:pt x="24735" y="550713"/>
                </a:lnTo>
                <a:lnTo>
                  <a:pt x="227" y="550725"/>
                </a:lnTo>
                <a:moveTo>
                  <a:pt x="171" y="452695"/>
                </a:moveTo>
                <a:lnTo>
                  <a:pt x="129" y="379173"/>
                </a:lnTo>
                <a:lnTo>
                  <a:pt x="24637" y="379161"/>
                </a:lnTo>
                <a:lnTo>
                  <a:pt x="24679" y="452683"/>
                </a:lnTo>
                <a:lnTo>
                  <a:pt x="171" y="452695"/>
                </a:lnTo>
                <a:moveTo>
                  <a:pt x="117" y="354666"/>
                </a:moveTo>
                <a:lnTo>
                  <a:pt x="73" y="281143"/>
                </a:lnTo>
                <a:lnTo>
                  <a:pt x="24581" y="281131"/>
                </a:lnTo>
                <a:lnTo>
                  <a:pt x="24624" y="354653"/>
                </a:lnTo>
                <a:lnTo>
                  <a:pt x="117" y="354666"/>
                </a:lnTo>
                <a:moveTo>
                  <a:pt x="62" y="256635"/>
                </a:moveTo>
                <a:lnTo>
                  <a:pt x="20" y="183113"/>
                </a:lnTo>
                <a:lnTo>
                  <a:pt x="24526" y="183101"/>
                </a:lnTo>
                <a:lnTo>
                  <a:pt x="24569" y="256623"/>
                </a:lnTo>
                <a:lnTo>
                  <a:pt x="62" y="256635"/>
                </a:lnTo>
                <a:moveTo>
                  <a:pt x="6" y="158606"/>
                </a:moveTo>
                <a:lnTo>
                  <a:pt x="0" y="148803"/>
                </a:lnTo>
                <a:lnTo>
                  <a:pt x="24508" y="148785"/>
                </a:lnTo>
                <a:lnTo>
                  <a:pt x="24514" y="158594"/>
                </a:lnTo>
                <a:lnTo>
                  <a:pt x="6" y="158606"/>
                </a:lnTo>
                <a:moveTo>
                  <a:pt x="0" y="148742"/>
                </a:moveTo>
                <a:lnTo>
                  <a:pt x="50" y="136752"/>
                </a:lnTo>
                <a:lnTo>
                  <a:pt x="227" y="125356"/>
                </a:lnTo>
                <a:lnTo>
                  <a:pt x="601" y="114615"/>
                </a:lnTo>
                <a:lnTo>
                  <a:pt x="876" y="109401"/>
                </a:lnTo>
                <a:lnTo>
                  <a:pt x="1220" y="104359"/>
                </a:lnTo>
                <a:lnTo>
                  <a:pt x="1649" y="99445"/>
                </a:lnTo>
                <a:lnTo>
                  <a:pt x="2157" y="94666"/>
                </a:lnTo>
                <a:lnTo>
                  <a:pt x="2764" y="90004"/>
                </a:lnTo>
                <a:lnTo>
                  <a:pt x="3480" y="85458"/>
                </a:lnTo>
                <a:lnTo>
                  <a:pt x="3933" y="83019"/>
                </a:lnTo>
                <a:lnTo>
                  <a:pt x="28025" y="87528"/>
                </a:lnTo>
                <a:lnTo>
                  <a:pt x="27602" y="89789"/>
                </a:lnTo>
                <a:lnTo>
                  <a:pt x="27662" y="89434"/>
                </a:lnTo>
                <a:lnTo>
                  <a:pt x="27002" y="93643"/>
                </a:lnTo>
                <a:lnTo>
                  <a:pt x="27044" y="93330"/>
                </a:lnTo>
                <a:lnTo>
                  <a:pt x="26481" y="97693"/>
                </a:lnTo>
                <a:lnTo>
                  <a:pt x="26511" y="97411"/>
                </a:lnTo>
                <a:lnTo>
                  <a:pt x="26027" y="101926"/>
                </a:lnTo>
                <a:lnTo>
                  <a:pt x="26051" y="101681"/>
                </a:lnTo>
                <a:lnTo>
                  <a:pt x="25647" y="106362"/>
                </a:lnTo>
                <a:lnTo>
                  <a:pt x="25665" y="106142"/>
                </a:lnTo>
                <a:lnTo>
                  <a:pt x="25335" y="110982"/>
                </a:lnTo>
                <a:lnTo>
                  <a:pt x="25341" y="110798"/>
                </a:lnTo>
                <a:lnTo>
                  <a:pt x="25078" y="115804"/>
                </a:lnTo>
                <a:lnTo>
                  <a:pt x="25090" y="115571"/>
                </a:lnTo>
                <a:lnTo>
                  <a:pt x="24728" y="126085"/>
                </a:lnTo>
                <a:lnTo>
                  <a:pt x="24728" y="125864"/>
                </a:lnTo>
                <a:lnTo>
                  <a:pt x="24551" y="137070"/>
                </a:lnTo>
                <a:lnTo>
                  <a:pt x="24558" y="136923"/>
                </a:lnTo>
                <a:lnTo>
                  <a:pt x="24508" y="148840"/>
                </a:lnTo>
                <a:lnTo>
                  <a:pt x="0" y="148742"/>
                </a:lnTo>
                <a:moveTo>
                  <a:pt x="12578" y="56251"/>
                </a:moveTo>
                <a:lnTo>
                  <a:pt x="14300" y="53004"/>
                </a:lnTo>
                <a:lnTo>
                  <a:pt x="16457" y="49450"/>
                </a:lnTo>
                <a:lnTo>
                  <a:pt x="18816" y="46031"/>
                </a:lnTo>
                <a:lnTo>
                  <a:pt x="21384" y="42747"/>
                </a:lnTo>
                <a:lnTo>
                  <a:pt x="24158" y="39610"/>
                </a:lnTo>
                <a:lnTo>
                  <a:pt x="27148" y="36620"/>
                </a:lnTo>
                <a:lnTo>
                  <a:pt x="30334" y="33796"/>
                </a:lnTo>
                <a:lnTo>
                  <a:pt x="33729" y="31124"/>
                </a:lnTo>
                <a:lnTo>
                  <a:pt x="37313" y="28612"/>
                </a:lnTo>
                <a:lnTo>
                  <a:pt x="41099" y="26259"/>
                </a:lnTo>
                <a:lnTo>
                  <a:pt x="45075" y="24054"/>
                </a:lnTo>
                <a:lnTo>
                  <a:pt x="49254" y="21989"/>
                </a:lnTo>
                <a:lnTo>
                  <a:pt x="53622" y="20066"/>
                </a:lnTo>
                <a:lnTo>
                  <a:pt x="58193" y="18276"/>
                </a:lnTo>
                <a:lnTo>
                  <a:pt x="62972" y="16604"/>
                </a:lnTo>
                <a:lnTo>
                  <a:pt x="67966" y="15054"/>
                </a:lnTo>
                <a:lnTo>
                  <a:pt x="73179" y="13607"/>
                </a:lnTo>
                <a:lnTo>
                  <a:pt x="78620" y="12272"/>
                </a:lnTo>
                <a:lnTo>
                  <a:pt x="80544" y="11849"/>
                </a:lnTo>
                <a:lnTo>
                  <a:pt x="85782" y="35787"/>
                </a:lnTo>
                <a:lnTo>
                  <a:pt x="84018" y="36173"/>
                </a:lnTo>
                <a:lnTo>
                  <a:pt x="84331" y="36106"/>
                </a:lnTo>
                <a:lnTo>
                  <a:pt x="79215" y="37362"/>
                </a:lnTo>
                <a:lnTo>
                  <a:pt x="79552" y="37276"/>
                </a:lnTo>
                <a:lnTo>
                  <a:pt x="74693" y="38617"/>
                </a:lnTo>
                <a:lnTo>
                  <a:pt x="75061" y="38513"/>
                </a:lnTo>
                <a:lnTo>
                  <a:pt x="70460" y="39947"/>
                </a:lnTo>
                <a:lnTo>
                  <a:pt x="70857" y="39813"/>
                </a:lnTo>
                <a:lnTo>
                  <a:pt x="66495" y="41338"/>
                </a:lnTo>
                <a:lnTo>
                  <a:pt x="66924" y="41178"/>
                </a:lnTo>
                <a:lnTo>
                  <a:pt x="62801" y="42796"/>
                </a:lnTo>
                <a:lnTo>
                  <a:pt x="63260" y="42600"/>
                </a:lnTo>
                <a:lnTo>
                  <a:pt x="59370" y="44315"/>
                </a:lnTo>
                <a:lnTo>
                  <a:pt x="59860" y="44089"/>
                </a:lnTo>
                <a:lnTo>
                  <a:pt x="56190" y="45896"/>
                </a:lnTo>
                <a:lnTo>
                  <a:pt x="56705" y="45627"/>
                </a:lnTo>
                <a:lnTo>
                  <a:pt x="53255" y="47538"/>
                </a:lnTo>
                <a:lnTo>
                  <a:pt x="53789" y="47226"/>
                </a:lnTo>
                <a:lnTo>
                  <a:pt x="50547" y="49242"/>
                </a:lnTo>
                <a:lnTo>
                  <a:pt x="51098" y="48880"/>
                </a:lnTo>
                <a:lnTo>
                  <a:pt x="48059" y="51006"/>
                </a:lnTo>
                <a:lnTo>
                  <a:pt x="48617" y="50596"/>
                </a:lnTo>
                <a:lnTo>
                  <a:pt x="45780" y="52826"/>
                </a:lnTo>
                <a:lnTo>
                  <a:pt x="46326" y="52367"/>
                </a:lnTo>
                <a:lnTo>
                  <a:pt x="43679" y="54713"/>
                </a:lnTo>
                <a:lnTo>
                  <a:pt x="44218" y="54211"/>
                </a:lnTo>
                <a:lnTo>
                  <a:pt x="41754" y="56674"/>
                </a:lnTo>
                <a:lnTo>
                  <a:pt x="42264" y="56128"/>
                </a:lnTo>
                <a:lnTo>
                  <a:pt x="39985" y="58707"/>
                </a:lnTo>
                <a:lnTo>
                  <a:pt x="40457" y="58138"/>
                </a:lnTo>
                <a:lnTo>
                  <a:pt x="38348" y="60840"/>
                </a:lnTo>
                <a:lnTo>
                  <a:pt x="38783" y="60245"/>
                </a:lnTo>
                <a:lnTo>
                  <a:pt x="36835" y="63070"/>
                </a:lnTo>
                <a:lnTo>
                  <a:pt x="37227" y="62463"/>
                </a:lnTo>
                <a:lnTo>
                  <a:pt x="35439" y="65417"/>
                </a:lnTo>
                <a:lnTo>
                  <a:pt x="35780" y="64816"/>
                </a:lnTo>
                <a:lnTo>
                  <a:pt x="34218" y="67751"/>
                </a:lnTo>
                <a:lnTo>
                  <a:pt x="12578" y="56251"/>
                </a:lnTo>
                <a:moveTo>
                  <a:pt x="105658" y="7444"/>
                </a:moveTo>
                <a:lnTo>
                  <a:pt x="109529" y="6923"/>
                </a:lnTo>
                <a:lnTo>
                  <a:pt x="116515" y="6096"/>
                </a:lnTo>
                <a:lnTo>
                  <a:pt x="123782" y="5336"/>
                </a:lnTo>
                <a:lnTo>
                  <a:pt x="131348" y="4638"/>
                </a:lnTo>
                <a:lnTo>
                  <a:pt x="139209" y="4013"/>
                </a:lnTo>
                <a:lnTo>
                  <a:pt x="147388" y="3443"/>
                </a:lnTo>
                <a:lnTo>
                  <a:pt x="155880" y="2928"/>
                </a:lnTo>
                <a:lnTo>
                  <a:pt x="164696" y="2469"/>
                </a:lnTo>
                <a:lnTo>
                  <a:pt x="173868" y="2059"/>
                </a:lnTo>
                <a:lnTo>
                  <a:pt x="180148" y="1838"/>
                </a:lnTo>
                <a:lnTo>
                  <a:pt x="181011" y="26327"/>
                </a:lnTo>
                <a:lnTo>
                  <a:pt x="174787" y="26548"/>
                </a:lnTo>
                <a:lnTo>
                  <a:pt x="174904" y="26541"/>
                </a:lnTo>
                <a:lnTo>
                  <a:pt x="165835" y="26946"/>
                </a:lnTo>
                <a:lnTo>
                  <a:pt x="165928" y="26946"/>
                </a:lnTo>
                <a:lnTo>
                  <a:pt x="157203" y="27399"/>
                </a:lnTo>
                <a:lnTo>
                  <a:pt x="157308" y="27393"/>
                </a:lnTo>
                <a:lnTo>
                  <a:pt x="148920" y="27902"/>
                </a:lnTo>
                <a:lnTo>
                  <a:pt x="149036" y="27890"/>
                </a:lnTo>
                <a:lnTo>
                  <a:pt x="140979" y="28453"/>
                </a:lnTo>
                <a:lnTo>
                  <a:pt x="141102" y="28447"/>
                </a:lnTo>
                <a:lnTo>
                  <a:pt x="133370" y="29066"/>
                </a:lnTo>
                <a:lnTo>
                  <a:pt x="133510" y="29054"/>
                </a:lnTo>
                <a:lnTo>
                  <a:pt x="126098" y="29734"/>
                </a:lnTo>
                <a:lnTo>
                  <a:pt x="126249" y="29715"/>
                </a:lnTo>
                <a:lnTo>
                  <a:pt x="119150" y="30456"/>
                </a:lnTo>
                <a:lnTo>
                  <a:pt x="119321" y="30438"/>
                </a:lnTo>
                <a:lnTo>
                  <a:pt x="112520" y="31247"/>
                </a:lnTo>
                <a:lnTo>
                  <a:pt x="112711" y="31223"/>
                </a:lnTo>
                <a:lnTo>
                  <a:pt x="108929" y="31731"/>
                </a:lnTo>
                <a:lnTo>
                  <a:pt x="105658" y="7444"/>
                </a:lnTo>
                <a:moveTo>
                  <a:pt x="204772" y="1091"/>
                </a:moveTo>
                <a:lnTo>
                  <a:pt x="213937" y="864"/>
                </a:lnTo>
                <a:lnTo>
                  <a:pt x="236177" y="496"/>
                </a:lnTo>
                <a:lnTo>
                  <a:pt x="259950" y="245"/>
                </a:lnTo>
                <a:lnTo>
                  <a:pt x="278514" y="135"/>
                </a:lnTo>
                <a:lnTo>
                  <a:pt x="278663" y="24642"/>
                </a:lnTo>
                <a:lnTo>
                  <a:pt x="260128" y="24753"/>
                </a:lnTo>
                <a:lnTo>
                  <a:pt x="260183" y="24753"/>
                </a:lnTo>
                <a:lnTo>
                  <a:pt x="236473" y="24997"/>
                </a:lnTo>
                <a:lnTo>
                  <a:pt x="236546" y="24997"/>
                </a:lnTo>
                <a:lnTo>
                  <a:pt x="214397" y="25365"/>
                </a:lnTo>
                <a:lnTo>
                  <a:pt x="214495" y="25365"/>
                </a:lnTo>
                <a:lnTo>
                  <a:pt x="205379" y="25592"/>
                </a:lnTo>
                <a:lnTo>
                  <a:pt x="204772" y="1091"/>
                </a:lnTo>
                <a:moveTo>
                  <a:pt x="303078" y="61"/>
                </a:moveTo>
                <a:lnTo>
                  <a:pt x="341064" y="0"/>
                </a:lnTo>
                <a:lnTo>
                  <a:pt x="376625" y="19"/>
                </a:lnTo>
                <a:lnTo>
                  <a:pt x="376613" y="24526"/>
                </a:lnTo>
                <a:lnTo>
                  <a:pt x="341064" y="24508"/>
                </a:lnTo>
                <a:lnTo>
                  <a:pt x="341094" y="24508"/>
                </a:lnTo>
                <a:lnTo>
                  <a:pt x="303120" y="24568"/>
                </a:lnTo>
                <a:lnTo>
                  <a:pt x="303078" y="61"/>
                </a:lnTo>
                <a:moveTo>
                  <a:pt x="401131" y="31"/>
                </a:moveTo>
                <a:lnTo>
                  <a:pt x="474654" y="73"/>
                </a:lnTo>
                <a:lnTo>
                  <a:pt x="474642" y="24581"/>
                </a:lnTo>
                <a:lnTo>
                  <a:pt x="401120" y="24538"/>
                </a:lnTo>
                <a:lnTo>
                  <a:pt x="401131" y="31"/>
                </a:lnTo>
                <a:moveTo>
                  <a:pt x="499161" y="86"/>
                </a:moveTo>
                <a:lnTo>
                  <a:pt x="572684" y="123"/>
                </a:lnTo>
                <a:lnTo>
                  <a:pt x="572672" y="24630"/>
                </a:lnTo>
                <a:lnTo>
                  <a:pt x="499150" y="24593"/>
                </a:lnTo>
                <a:lnTo>
                  <a:pt x="499161" y="86"/>
                </a:lnTo>
                <a:moveTo>
                  <a:pt x="597190" y="135"/>
                </a:moveTo>
                <a:lnTo>
                  <a:pt x="670714" y="178"/>
                </a:lnTo>
                <a:lnTo>
                  <a:pt x="670702" y="24685"/>
                </a:lnTo>
                <a:lnTo>
                  <a:pt x="597179" y="24642"/>
                </a:lnTo>
                <a:lnTo>
                  <a:pt x="597190" y="135"/>
                </a:lnTo>
                <a:moveTo>
                  <a:pt x="695222" y="190"/>
                </a:moveTo>
                <a:lnTo>
                  <a:pt x="768743" y="227"/>
                </a:lnTo>
                <a:lnTo>
                  <a:pt x="768731" y="24734"/>
                </a:lnTo>
                <a:lnTo>
                  <a:pt x="695209" y="24697"/>
                </a:lnTo>
                <a:lnTo>
                  <a:pt x="695222" y="190"/>
                </a:lnTo>
                <a:moveTo>
                  <a:pt x="793250" y="245"/>
                </a:moveTo>
                <a:lnTo>
                  <a:pt x="866774" y="282"/>
                </a:lnTo>
                <a:lnTo>
                  <a:pt x="866761" y="24789"/>
                </a:lnTo>
                <a:lnTo>
                  <a:pt x="793239" y="24753"/>
                </a:lnTo>
                <a:lnTo>
                  <a:pt x="793250" y="245"/>
                </a:lnTo>
                <a:moveTo>
                  <a:pt x="891280" y="294"/>
                </a:moveTo>
                <a:lnTo>
                  <a:pt x="964803" y="331"/>
                </a:lnTo>
                <a:lnTo>
                  <a:pt x="964791" y="24838"/>
                </a:lnTo>
                <a:lnTo>
                  <a:pt x="891268" y="24801"/>
                </a:lnTo>
                <a:lnTo>
                  <a:pt x="891280" y="294"/>
                </a:lnTo>
                <a:moveTo>
                  <a:pt x="989311" y="349"/>
                </a:moveTo>
                <a:lnTo>
                  <a:pt x="1062833" y="386"/>
                </a:lnTo>
                <a:lnTo>
                  <a:pt x="1062820" y="24893"/>
                </a:lnTo>
                <a:lnTo>
                  <a:pt x="989299" y="24857"/>
                </a:lnTo>
                <a:lnTo>
                  <a:pt x="989311" y="349"/>
                </a:lnTo>
                <a:moveTo>
                  <a:pt x="1087339" y="398"/>
                </a:moveTo>
                <a:lnTo>
                  <a:pt x="1160863" y="441"/>
                </a:lnTo>
                <a:lnTo>
                  <a:pt x="1160851" y="24948"/>
                </a:lnTo>
                <a:lnTo>
                  <a:pt x="1087328" y="24906"/>
                </a:lnTo>
                <a:lnTo>
                  <a:pt x="1087339" y="398"/>
                </a:lnTo>
                <a:moveTo>
                  <a:pt x="1185370" y="453"/>
                </a:moveTo>
                <a:lnTo>
                  <a:pt x="1258892" y="490"/>
                </a:lnTo>
                <a:lnTo>
                  <a:pt x="1258880" y="24997"/>
                </a:lnTo>
                <a:lnTo>
                  <a:pt x="1185358" y="24961"/>
                </a:lnTo>
                <a:lnTo>
                  <a:pt x="1185370" y="453"/>
                </a:lnTo>
                <a:moveTo>
                  <a:pt x="1283400" y="502"/>
                </a:moveTo>
                <a:lnTo>
                  <a:pt x="1356922" y="545"/>
                </a:lnTo>
                <a:lnTo>
                  <a:pt x="1356910" y="25053"/>
                </a:lnTo>
                <a:lnTo>
                  <a:pt x="1283388" y="25010"/>
                </a:lnTo>
                <a:lnTo>
                  <a:pt x="1283400" y="502"/>
                </a:lnTo>
                <a:moveTo>
                  <a:pt x="1381428" y="558"/>
                </a:moveTo>
                <a:lnTo>
                  <a:pt x="1454952" y="594"/>
                </a:lnTo>
                <a:lnTo>
                  <a:pt x="1454940" y="25102"/>
                </a:lnTo>
                <a:lnTo>
                  <a:pt x="1381417" y="25065"/>
                </a:lnTo>
                <a:lnTo>
                  <a:pt x="1381428" y="558"/>
                </a:lnTo>
                <a:moveTo>
                  <a:pt x="1479460" y="613"/>
                </a:moveTo>
                <a:lnTo>
                  <a:pt x="1552981" y="649"/>
                </a:lnTo>
                <a:lnTo>
                  <a:pt x="1552969" y="25157"/>
                </a:lnTo>
                <a:lnTo>
                  <a:pt x="1479447" y="25120"/>
                </a:lnTo>
                <a:lnTo>
                  <a:pt x="1479460" y="613"/>
                </a:lnTo>
                <a:moveTo>
                  <a:pt x="1577489" y="662"/>
                </a:moveTo>
                <a:lnTo>
                  <a:pt x="1651012" y="698"/>
                </a:lnTo>
                <a:lnTo>
                  <a:pt x="1650999" y="25206"/>
                </a:lnTo>
                <a:lnTo>
                  <a:pt x="1577477" y="25169"/>
                </a:lnTo>
                <a:lnTo>
                  <a:pt x="1577489" y="662"/>
                </a:lnTo>
                <a:moveTo>
                  <a:pt x="1675519" y="717"/>
                </a:moveTo>
                <a:lnTo>
                  <a:pt x="1749041" y="753"/>
                </a:lnTo>
                <a:lnTo>
                  <a:pt x="1749029" y="25261"/>
                </a:lnTo>
                <a:lnTo>
                  <a:pt x="1675506" y="25225"/>
                </a:lnTo>
                <a:lnTo>
                  <a:pt x="1675519" y="717"/>
                </a:lnTo>
                <a:moveTo>
                  <a:pt x="1773549" y="766"/>
                </a:moveTo>
                <a:lnTo>
                  <a:pt x="1847071" y="809"/>
                </a:lnTo>
                <a:lnTo>
                  <a:pt x="1847058" y="25316"/>
                </a:lnTo>
                <a:lnTo>
                  <a:pt x="1773537" y="25273"/>
                </a:lnTo>
                <a:lnTo>
                  <a:pt x="1773549" y="766"/>
                </a:lnTo>
                <a:moveTo>
                  <a:pt x="1871578" y="821"/>
                </a:moveTo>
                <a:lnTo>
                  <a:pt x="1945101" y="858"/>
                </a:lnTo>
                <a:lnTo>
                  <a:pt x="1945089" y="25365"/>
                </a:lnTo>
                <a:lnTo>
                  <a:pt x="1871566" y="25329"/>
                </a:lnTo>
                <a:lnTo>
                  <a:pt x="1871578" y="821"/>
                </a:lnTo>
                <a:moveTo>
                  <a:pt x="1969608" y="870"/>
                </a:moveTo>
                <a:lnTo>
                  <a:pt x="2043130" y="913"/>
                </a:lnTo>
                <a:lnTo>
                  <a:pt x="2043118" y="25421"/>
                </a:lnTo>
                <a:lnTo>
                  <a:pt x="1969596" y="25378"/>
                </a:lnTo>
                <a:lnTo>
                  <a:pt x="1969608" y="870"/>
                </a:lnTo>
                <a:moveTo>
                  <a:pt x="2067638" y="926"/>
                </a:moveTo>
                <a:lnTo>
                  <a:pt x="2141160" y="962"/>
                </a:lnTo>
                <a:lnTo>
                  <a:pt x="2141148" y="25469"/>
                </a:lnTo>
                <a:lnTo>
                  <a:pt x="2067626" y="25433"/>
                </a:lnTo>
                <a:lnTo>
                  <a:pt x="2067638" y="926"/>
                </a:lnTo>
                <a:moveTo>
                  <a:pt x="2165667" y="974"/>
                </a:moveTo>
                <a:lnTo>
                  <a:pt x="2239190" y="1017"/>
                </a:lnTo>
                <a:lnTo>
                  <a:pt x="2239178" y="25525"/>
                </a:lnTo>
                <a:lnTo>
                  <a:pt x="2165655" y="25482"/>
                </a:lnTo>
                <a:lnTo>
                  <a:pt x="2165667" y="974"/>
                </a:lnTo>
                <a:moveTo>
                  <a:pt x="2263698" y="1029"/>
                </a:moveTo>
                <a:lnTo>
                  <a:pt x="2337219" y="1066"/>
                </a:lnTo>
                <a:lnTo>
                  <a:pt x="2337207" y="25573"/>
                </a:lnTo>
                <a:lnTo>
                  <a:pt x="2263685" y="25537"/>
                </a:lnTo>
                <a:lnTo>
                  <a:pt x="2263698" y="1029"/>
                </a:lnTo>
                <a:moveTo>
                  <a:pt x="2361727" y="1085"/>
                </a:moveTo>
                <a:lnTo>
                  <a:pt x="2435250" y="1121"/>
                </a:lnTo>
                <a:lnTo>
                  <a:pt x="2435239" y="25629"/>
                </a:lnTo>
                <a:lnTo>
                  <a:pt x="2361715" y="25592"/>
                </a:lnTo>
                <a:lnTo>
                  <a:pt x="2361727" y="1085"/>
                </a:lnTo>
                <a:moveTo>
                  <a:pt x="2459756" y="1134"/>
                </a:moveTo>
                <a:lnTo>
                  <a:pt x="2533279" y="1176"/>
                </a:lnTo>
                <a:lnTo>
                  <a:pt x="2533267" y="25684"/>
                </a:lnTo>
                <a:lnTo>
                  <a:pt x="2459744" y="25641"/>
                </a:lnTo>
                <a:lnTo>
                  <a:pt x="2459756" y="1134"/>
                </a:lnTo>
                <a:moveTo>
                  <a:pt x="2557787" y="1188"/>
                </a:moveTo>
                <a:lnTo>
                  <a:pt x="2631308" y="1226"/>
                </a:lnTo>
                <a:lnTo>
                  <a:pt x="2631296" y="25733"/>
                </a:lnTo>
                <a:lnTo>
                  <a:pt x="2557775" y="25696"/>
                </a:lnTo>
                <a:lnTo>
                  <a:pt x="2557787" y="1188"/>
                </a:lnTo>
                <a:moveTo>
                  <a:pt x="2655816" y="1238"/>
                </a:moveTo>
                <a:lnTo>
                  <a:pt x="2729339" y="1281"/>
                </a:lnTo>
                <a:lnTo>
                  <a:pt x="2729328" y="25788"/>
                </a:lnTo>
                <a:lnTo>
                  <a:pt x="2655804" y="25745"/>
                </a:lnTo>
                <a:lnTo>
                  <a:pt x="2655816" y="1238"/>
                </a:lnTo>
                <a:moveTo>
                  <a:pt x="2753847" y="1293"/>
                </a:moveTo>
                <a:lnTo>
                  <a:pt x="2827368" y="1330"/>
                </a:lnTo>
                <a:lnTo>
                  <a:pt x="2827356" y="25837"/>
                </a:lnTo>
                <a:lnTo>
                  <a:pt x="2753833" y="25800"/>
                </a:lnTo>
                <a:lnTo>
                  <a:pt x="2753847" y="1293"/>
                </a:lnTo>
                <a:moveTo>
                  <a:pt x="2851876" y="1342"/>
                </a:moveTo>
                <a:lnTo>
                  <a:pt x="2925399" y="1385"/>
                </a:lnTo>
                <a:lnTo>
                  <a:pt x="2925385" y="25892"/>
                </a:lnTo>
                <a:lnTo>
                  <a:pt x="2851864" y="25850"/>
                </a:lnTo>
                <a:lnTo>
                  <a:pt x="2851876" y="1342"/>
                </a:lnTo>
                <a:moveTo>
                  <a:pt x="2949905" y="1397"/>
                </a:moveTo>
                <a:lnTo>
                  <a:pt x="3023428" y="1434"/>
                </a:lnTo>
                <a:lnTo>
                  <a:pt x="3023417" y="25941"/>
                </a:lnTo>
                <a:lnTo>
                  <a:pt x="2949893" y="25904"/>
                </a:lnTo>
                <a:lnTo>
                  <a:pt x="2949905" y="1397"/>
                </a:lnTo>
                <a:moveTo>
                  <a:pt x="3047936" y="1452"/>
                </a:moveTo>
                <a:lnTo>
                  <a:pt x="3082118" y="1470"/>
                </a:lnTo>
                <a:lnTo>
                  <a:pt x="3082106" y="25978"/>
                </a:lnTo>
                <a:lnTo>
                  <a:pt x="3047924" y="25959"/>
                </a:lnTo>
                <a:lnTo>
                  <a:pt x="3047936" y="1452"/>
                </a:lnTo>
                <a:moveTo>
                  <a:pt x="3082118" y="1470"/>
                </a:moveTo>
                <a:lnTo>
                  <a:pt x="3121457" y="1477"/>
                </a:lnTo>
                <a:lnTo>
                  <a:pt x="3121452" y="25984"/>
                </a:lnTo>
                <a:lnTo>
                  <a:pt x="3082111" y="25978"/>
                </a:lnTo>
                <a:lnTo>
                  <a:pt x="3082118" y="1470"/>
                </a:lnTo>
                <a:moveTo>
                  <a:pt x="3145991" y="1501"/>
                </a:moveTo>
                <a:lnTo>
                  <a:pt x="3163985" y="1538"/>
                </a:lnTo>
                <a:lnTo>
                  <a:pt x="3188332" y="1660"/>
                </a:lnTo>
                <a:lnTo>
                  <a:pt x="3211291" y="1875"/>
                </a:lnTo>
                <a:lnTo>
                  <a:pt x="3219665" y="1998"/>
                </a:lnTo>
                <a:lnTo>
                  <a:pt x="3219298" y="26505"/>
                </a:lnTo>
                <a:lnTo>
                  <a:pt x="3210954" y="26376"/>
                </a:lnTo>
                <a:lnTo>
                  <a:pt x="3211026" y="26376"/>
                </a:lnTo>
                <a:lnTo>
                  <a:pt x="3188137" y="26168"/>
                </a:lnTo>
                <a:lnTo>
                  <a:pt x="3188186" y="26168"/>
                </a:lnTo>
                <a:lnTo>
                  <a:pt x="3163880" y="26046"/>
                </a:lnTo>
                <a:lnTo>
                  <a:pt x="3163910" y="26046"/>
                </a:lnTo>
                <a:lnTo>
                  <a:pt x="3145935" y="26009"/>
                </a:lnTo>
                <a:lnTo>
                  <a:pt x="3145991" y="1501"/>
                </a:lnTo>
                <a:moveTo>
                  <a:pt x="3244266" y="2457"/>
                </a:moveTo>
                <a:lnTo>
                  <a:pt x="3253179" y="2666"/>
                </a:lnTo>
                <a:lnTo>
                  <a:pt x="3272192" y="3296"/>
                </a:lnTo>
                <a:lnTo>
                  <a:pt x="3281264" y="3682"/>
                </a:lnTo>
                <a:lnTo>
                  <a:pt x="3290026" y="4117"/>
                </a:lnTo>
                <a:lnTo>
                  <a:pt x="3298493" y="4607"/>
                </a:lnTo>
                <a:lnTo>
                  <a:pt x="3306674" y="5159"/>
                </a:lnTo>
                <a:lnTo>
                  <a:pt x="3314576" y="5765"/>
                </a:lnTo>
                <a:lnTo>
                  <a:pt x="3318487" y="6115"/>
                </a:lnTo>
                <a:lnTo>
                  <a:pt x="3316322" y="30524"/>
                </a:lnTo>
                <a:lnTo>
                  <a:pt x="3312483" y="30187"/>
                </a:lnTo>
                <a:lnTo>
                  <a:pt x="3312622" y="30199"/>
                </a:lnTo>
                <a:lnTo>
                  <a:pt x="3304846" y="29599"/>
                </a:lnTo>
                <a:lnTo>
                  <a:pt x="3304969" y="29605"/>
                </a:lnTo>
                <a:lnTo>
                  <a:pt x="3296907" y="29066"/>
                </a:lnTo>
                <a:lnTo>
                  <a:pt x="3297016" y="29072"/>
                </a:lnTo>
                <a:lnTo>
                  <a:pt x="3288654" y="28588"/>
                </a:lnTo>
                <a:lnTo>
                  <a:pt x="3288752" y="28594"/>
                </a:lnTo>
                <a:lnTo>
                  <a:pt x="3280089" y="28159"/>
                </a:lnTo>
                <a:lnTo>
                  <a:pt x="3280180" y="28165"/>
                </a:lnTo>
                <a:lnTo>
                  <a:pt x="3271204" y="27786"/>
                </a:lnTo>
                <a:lnTo>
                  <a:pt x="3271322" y="27786"/>
                </a:lnTo>
                <a:lnTo>
                  <a:pt x="3252433" y="27161"/>
                </a:lnTo>
                <a:lnTo>
                  <a:pt x="3252554" y="27166"/>
                </a:lnTo>
                <a:lnTo>
                  <a:pt x="3243701" y="26958"/>
                </a:lnTo>
                <a:lnTo>
                  <a:pt x="3244266" y="2457"/>
                </a:lnTo>
                <a:moveTo>
                  <a:pt x="3343344" y="8878"/>
                </a:moveTo>
                <a:lnTo>
                  <a:pt x="3343513" y="8896"/>
                </a:lnTo>
                <a:lnTo>
                  <a:pt x="3350113" y="9870"/>
                </a:lnTo>
                <a:lnTo>
                  <a:pt x="3356473" y="10931"/>
                </a:lnTo>
                <a:lnTo>
                  <a:pt x="3362598" y="12076"/>
                </a:lnTo>
                <a:lnTo>
                  <a:pt x="3368500" y="13320"/>
                </a:lnTo>
                <a:lnTo>
                  <a:pt x="3374172" y="14668"/>
                </a:lnTo>
                <a:lnTo>
                  <a:pt x="3379637" y="16114"/>
                </a:lnTo>
                <a:lnTo>
                  <a:pt x="3384890" y="17676"/>
                </a:lnTo>
                <a:lnTo>
                  <a:pt x="3389936" y="19355"/>
                </a:lnTo>
                <a:lnTo>
                  <a:pt x="3394789" y="21162"/>
                </a:lnTo>
                <a:lnTo>
                  <a:pt x="3399452" y="23098"/>
                </a:lnTo>
                <a:lnTo>
                  <a:pt x="3403919" y="25169"/>
                </a:lnTo>
                <a:lnTo>
                  <a:pt x="3408200" y="27393"/>
                </a:lnTo>
                <a:lnTo>
                  <a:pt x="3412293" y="29764"/>
                </a:lnTo>
                <a:lnTo>
                  <a:pt x="3416197" y="32289"/>
                </a:lnTo>
                <a:lnTo>
                  <a:pt x="3418158" y="33716"/>
                </a:lnTo>
                <a:lnTo>
                  <a:pt x="3403784" y="53561"/>
                </a:lnTo>
                <a:lnTo>
                  <a:pt x="3402080" y="52324"/>
                </a:lnTo>
                <a:lnTo>
                  <a:pt x="3402607" y="52685"/>
                </a:lnTo>
                <a:lnTo>
                  <a:pt x="3399226" y="50497"/>
                </a:lnTo>
                <a:lnTo>
                  <a:pt x="3399740" y="50816"/>
                </a:lnTo>
                <a:lnTo>
                  <a:pt x="3396161" y="48739"/>
                </a:lnTo>
                <a:lnTo>
                  <a:pt x="3396664" y="49015"/>
                </a:lnTo>
                <a:lnTo>
                  <a:pt x="3392873" y="47048"/>
                </a:lnTo>
                <a:lnTo>
                  <a:pt x="3393357" y="47287"/>
                </a:lnTo>
                <a:lnTo>
                  <a:pt x="3389362" y="45431"/>
                </a:lnTo>
                <a:lnTo>
                  <a:pt x="3389815" y="45633"/>
                </a:lnTo>
                <a:lnTo>
                  <a:pt x="3385606" y="43880"/>
                </a:lnTo>
                <a:lnTo>
                  <a:pt x="3386034" y="44053"/>
                </a:lnTo>
                <a:lnTo>
                  <a:pt x="3381599" y="42404"/>
                </a:lnTo>
                <a:lnTo>
                  <a:pt x="3382002" y="42545"/>
                </a:lnTo>
                <a:lnTo>
                  <a:pt x="3377339" y="40995"/>
                </a:lnTo>
                <a:lnTo>
                  <a:pt x="3377721" y="41111"/>
                </a:lnTo>
                <a:lnTo>
                  <a:pt x="3372826" y="39659"/>
                </a:lnTo>
                <a:lnTo>
                  <a:pt x="3373174" y="39757"/>
                </a:lnTo>
                <a:lnTo>
                  <a:pt x="3368047" y="38397"/>
                </a:lnTo>
                <a:lnTo>
                  <a:pt x="3368370" y="38477"/>
                </a:lnTo>
                <a:lnTo>
                  <a:pt x="3362998" y="37209"/>
                </a:lnTo>
                <a:lnTo>
                  <a:pt x="3363291" y="37269"/>
                </a:lnTo>
                <a:lnTo>
                  <a:pt x="3357680" y="36087"/>
                </a:lnTo>
                <a:lnTo>
                  <a:pt x="3357947" y="36143"/>
                </a:lnTo>
                <a:lnTo>
                  <a:pt x="3352080" y="35040"/>
                </a:lnTo>
                <a:lnTo>
                  <a:pt x="3352324" y="35082"/>
                </a:lnTo>
                <a:lnTo>
                  <a:pt x="3346204" y="34065"/>
                </a:lnTo>
                <a:lnTo>
                  <a:pt x="3346425" y="34102"/>
                </a:lnTo>
                <a:lnTo>
                  <a:pt x="3340039" y="33158"/>
                </a:lnTo>
                <a:lnTo>
                  <a:pt x="3340241" y="33183"/>
                </a:lnTo>
                <a:lnTo>
                  <a:pt x="3340137" y="33171"/>
                </a:lnTo>
                <a:lnTo>
                  <a:pt x="3340174" y="33177"/>
                </a:lnTo>
                <a:lnTo>
                  <a:pt x="3343344" y="8878"/>
                </a:lnTo>
                <a:moveTo>
                  <a:pt x="3438254" y="54878"/>
                </a:moveTo>
                <a:lnTo>
                  <a:pt x="3440349" y="58303"/>
                </a:lnTo>
                <a:lnTo>
                  <a:pt x="3442463" y="62231"/>
                </a:lnTo>
                <a:lnTo>
                  <a:pt x="3444386" y="66292"/>
                </a:lnTo>
                <a:lnTo>
                  <a:pt x="3446126" y="70483"/>
                </a:lnTo>
                <a:lnTo>
                  <a:pt x="3447681" y="74797"/>
                </a:lnTo>
                <a:lnTo>
                  <a:pt x="3449079" y="79239"/>
                </a:lnTo>
                <a:lnTo>
                  <a:pt x="3450318" y="83803"/>
                </a:lnTo>
                <a:lnTo>
                  <a:pt x="3451402" y="88496"/>
                </a:lnTo>
                <a:lnTo>
                  <a:pt x="3452351" y="93318"/>
                </a:lnTo>
                <a:lnTo>
                  <a:pt x="3453167" y="98281"/>
                </a:lnTo>
                <a:lnTo>
                  <a:pt x="3453858" y="103372"/>
                </a:lnTo>
                <a:lnTo>
                  <a:pt x="3454434" y="108611"/>
                </a:lnTo>
                <a:lnTo>
                  <a:pt x="3454907" y="113997"/>
                </a:lnTo>
                <a:lnTo>
                  <a:pt x="3455281" y="119529"/>
                </a:lnTo>
                <a:lnTo>
                  <a:pt x="3455555" y="125221"/>
                </a:lnTo>
                <a:lnTo>
                  <a:pt x="3455746" y="131078"/>
                </a:lnTo>
                <a:lnTo>
                  <a:pt x="3455758" y="131936"/>
                </a:lnTo>
                <a:lnTo>
                  <a:pt x="3431257" y="132383"/>
                </a:lnTo>
                <a:lnTo>
                  <a:pt x="3431245" y="131611"/>
                </a:lnTo>
                <a:lnTo>
                  <a:pt x="3431250" y="131788"/>
                </a:lnTo>
                <a:lnTo>
                  <a:pt x="3431062" y="126121"/>
                </a:lnTo>
                <a:lnTo>
                  <a:pt x="3431073" y="126318"/>
                </a:lnTo>
                <a:lnTo>
                  <a:pt x="3430803" y="120834"/>
                </a:lnTo>
                <a:lnTo>
                  <a:pt x="3430815" y="121061"/>
                </a:lnTo>
                <a:lnTo>
                  <a:pt x="3430462" y="115761"/>
                </a:lnTo>
                <a:lnTo>
                  <a:pt x="3430478" y="116006"/>
                </a:lnTo>
                <a:lnTo>
                  <a:pt x="3430031" y="110884"/>
                </a:lnTo>
                <a:lnTo>
                  <a:pt x="3430062" y="111160"/>
                </a:lnTo>
                <a:lnTo>
                  <a:pt x="3429517" y="106216"/>
                </a:lnTo>
                <a:lnTo>
                  <a:pt x="3429552" y="106521"/>
                </a:lnTo>
                <a:lnTo>
                  <a:pt x="3428903" y="101749"/>
                </a:lnTo>
                <a:lnTo>
                  <a:pt x="3428952" y="102086"/>
                </a:lnTo>
                <a:lnTo>
                  <a:pt x="3428199" y="97484"/>
                </a:lnTo>
                <a:lnTo>
                  <a:pt x="3428262" y="97859"/>
                </a:lnTo>
                <a:lnTo>
                  <a:pt x="3427392" y="93416"/>
                </a:lnTo>
                <a:lnTo>
                  <a:pt x="3427476" y="93820"/>
                </a:lnTo>
                <a:lnTo>
                  <a:pt x="3426490" y="89550"/>
                </a:lnTo>
                <a:lnTo>
                  <a:pt x="3426601" y="89985"/>
                </a:lnTo>
                <a:lnTo>
                  <a:pt x="3425485" y="85874"/>
                </a:lnTo>
                <a:lnTo>
                  <a:pt x="3425627" y="86339"/>
                </a:lnTo>
                <a:lnTo>
                  <a:pt x="3424383" y="82388"/>
                </a:lnTo>
                <a:lnTo>
                  <a:pt x="3424548" y="82884"/>
                </a:lnTo>
                <a:lnTo>
                  <a:pt x="3423176" y="79085"/>
                </a:lnTo>
                <a:lnTo>
                  <a:pt x="3423378" y="79613"/>
                </a:lnTo>
                <a:lnTo>
                  <a:pt x="3421864" y="75960"/>
                </a:lnTo>
                <a:lnTo>
                  <a:pt x="3422109" y="76512"/>
                </a:lnTo>
                <a:lnTo>
                  <a:pt x="3420448" y="73008"/>
                </a:lnTo>
                <a:lnTo>
                  <a:pt x="3420737" y="73572"/>
                </a:lnTo>
                <a:lnTo>
                  <a:pt x="3418930" y="70214"/>
                </a:lnTo>
                <a:lnTo>
                  <a:pt x="3419255" y="70790"/>
                </a:lnTo>
                <a:lnTo>
                  <a:pt x="3417337" y="67646"/>
                </a:lnTo>
                <a:lnTo>
                  <a:pt x="3438254" y="54878"/>
                </a:lnTo>
                <a:moveTo>
                  <a:pt x="3455900" y="156658"/>
                </a:moveTo>
                <a:lnTo>
                  <a:pt x="3455937" y="230180"/>
                </a:lnTo>
                <a:lnTo>
                  <a:pt x="3431429" y="230192"/>
                </a:lnTo>
                <a:lnTo>
                  <a:pt x="3431392" y="156670"/>
                </a:lnTo>
                <a:lnTo>
                  <a:pt x="3455900" y="156658"/>
                </a:lnTo>
                <a:moveTo>
                  <a:pt x="3455955" y="254687"/>
                </a:moveTo>
                <a:lnTo>
                  <a:pt x="3455990" y="328210"/>
                </a:lnTo>
                <a:lnTo>
                  <a:pt x="3431482" y="328222"/>
                </a:lnTo>
                <a:lnTo>
                  <a:pt x="3431448" y="254700"/>
                </a:lnTo>
                <a:lnTo>
                  <a:pt x="3455955" y="254687"/>
                </a:lnTo>
                <a:moveTo>
                  <a:pt x="3456009" y="352717"/>
                </a:moveTo>
                <a:lnTo>
                  <a:pt x="3456046" y="426240"/>
                </a:lnTo>
                <a:lnTo>
                  <a:pt x="3431538" y="426252"/>
                </a:lnTo>
                <a:lnTo>
                  <a:pt x="3431501" y="352730"/>
                </a:lnTo>
                <a:lnTo>
                  <a:pt x="3456009" y="352717"/>
                </a:lnTo>
                <a:moveTo>
                  <a:pt x="3456058" y="450747"/>
                </a:moveTo>
                <a:lnTo>
                  <a:pt x="3456102" y="524269"/>
                </a:lnTo>
                <a:lnTo>
                  <a:pt x="3431594" y="524281"/>
                </a:lnTo>
                <a:lnTo>
                  <a:pt x="3431550" y="450759"/>
                </a:lnTo>
                <a:lnTo>
                  <a:pt x="3456058" y="450747"/>
                </a:lnTo>
                <a:moveTo>
                  <a:pt x="3456113" y="548777"/>
                </a:moveTo>
                <a:lnTo>
                  <a:pt x="3456155" y="622299"/>
                </a:lnTo>
                <a:lnTo>
                  <a:pt x="3431650" y="622311"/>
                </a:lnTo>
                <a:lnTo>
                  <a:pt x="3431606" y="548789"/>
                </a:lnTo>
                <a:lnTo>
                  <a:pt x="3456113" y="548777"/>
                </a:lnTo>
                <a:moveTo>
                  <a:pt x="3456169" y="646806"/>
                </a:moveTo>
                <a:lnTo>
                  <a:pt x="3456211" y="720329"/>
                </a:lnTo>
                <a:lnTo>
                  <a:pt x="3431703" y="720341"/>
                </a:lnTo>
                <a:lnTo>
                  <a:pt x="3431661" y="646819"/>
                </a:lnTo>
                <a:lnTo>
                  <a:pt x="3456169" y="646806"/>
                </a:lnTo>
                <a:moveTo>
                  <a:pt x="3456223" y="744837"/>
                </a:moveTo>
                <a:lnTo>
                  <a:pt x="3456267" y="818359"/>
                </a:lnTo>
                <a:lnTo>
                  <a:pt x="3431759" y="818371"/>
                </a:lnTo>
                <a:lnTo>
                  <a:pt x="3431717" y="744849"/>
                </a:lnTo>
                <a:lnTo>
                  <a:pt x="3456223" y="744837"/>
                </a:lnTo>
                <a:moveTo>
                  <a:pt x="3456279" y="842866"/>
                </a:moveTo>
                <a:lnTo>
                  <a:pt x="3456316" y="916388"/>
                </a:lnTo>
                <a:lnTo>
                  <a:pt x="3431808" y="916400"/>
                </a:lnTo>
                <a:lnTo>
                  <a:pt x="3431771" y="842878"/>
                </a:lnTo>
                <a:lnTo>
                  <a:pt x="3456279" y="842866"/>
                </a:lnTo>
                <a:moveTo>
                  <a:pt x="3456334" y="940896"/>
                </a:moveTo>
                <a:lnTo>
                  <a:pt x="3456372" y="1014418"/>
                </a:lnTo>
                <a:lnTo>
                  <a:pt x="3431864" y="1014430"/>
                </a:lnTo>
                <a:lnTo>
                  <a:pt x="3431827" y="940908"/>
                </a:lnTo>
                <a:lnTo>
                  <a:pt x="3456334" y="940896"/>
                </a:lnTo>
                <a:moveTo>
                  <a:pt x="3456388" y="1038926"/>
                </a:moveTo>
                <a:lnTo>
                  <a:pt x="3456425" y="1112448"/>
                </a:lnTo>
                <a:lnTo>
                  <a:pt x="3431917" y="1112460"/>
                </a:lnTo>
                <a:lnTo>
                  <a:pt x="3431882" y="1038938"/>
                </a:lnTo>
                <a:lnTo>
                  <a:pt x="3456388" y="1038926"/>
                </a:lnTo>
                <a:moveTo>
                  <a:pt x="3456444" y="1136956"/>
                </a:moveTo>
                <a:lnTo>
                  <a:pt x="3456481" y="1210478"/>
                </a:lnTo>
                <a:lnTo>
                  <a:pt x="3431973" y="1210489"/>
                </a:lnTo>
                <a:lnTo>
                  <a:pt x="3431936" y="1136967"/>
                </a:lnTo>
                <a:lnTo>
                  <a:pt x="3456444" y="1136956"/>
                </a:lnTo>
                <a:moveTo>
                  <a:pt x="3456493" y="1234985"/>
                </a:moveTo>
                <a:lnTo>
                  <a:pt x="3456537" y="1308507"/>
                </a:lnTo>
                <a:lnTo>
                  <a:pt x="3432029" y="1308520"/>
                </a:lnTo>
                <a:lnTo>
                  <a:pt x="3431987" y="1234997"/>
                </a:lnTo>
                <a:lnTo>
                  <a:pt x="3456493" y="1234985"/>
                </a:lnTo>
                <a:moveTo>
                  <a:pt x="3456548" y="1333015"/>
                </a:moveTo>
                <a:lnTo>
                  <a:pt x="3456593" y="1406537"/>
                </a:lnTo>
                <a:lnTo>
                  <a:pt x="3432085" y="1406549"/>
                </a:lnTo>
                <a:lnTo>
                  <a:pt x="3432041" y="1333027"/>
                </a:lnTo>
                <a:lnTo>
                  <a:pt x="3456548" y="1333015"/>
                </a:lnTo>
                <a:moveTo>
                  <a:pt x="3456604" y="1431045"/>
                </a:moveTo>
                <a:lnTo>
                  <a:pt x="3456646" y="1504567"/>
                </a:lnTo>
                <a:lnTo>
                  <a:pt x="3432138" y="1504579"/>
                </a:lnTo>
                <a:lnTo>
                  <a:pt x="3432096" y="1431057"/>
                </a:lnTo>
                <a:lnTo>
                  <a:pt x="3456604" y="1431045"/>
                </a:lnTo>
                <a:moveTo>
                  <a:pt x="3456660" y="1529075"/>
                </a:moveTo>
                <a:lnTo>
                  <a:pt x="3456702" y="1602597"/>
                </a:lnTo>
                <a:lnTo>
                  <a:pt x="3432194" y="1602609"/>
                </a:lnTo>
                <a:lnTo>
                  <a:pt x="3432152" y="1529086"/>
                </a:lnTo>
                <a:lnTo>
                  <a:pt x="3456660" y="1529075"/>
                </a:lnTo>
                <a:moveTo>
                  <a:pt x="3456713" y="1627104"/>
                </a:moveTo>
                <a:lnTo>
                  <a:pt x="3456758" y="1700626"/>
                </a:lnTo>
                <a:lnTo>
                  <a:pt x="3432250" y="1700639"/>
                </a:lnTo>
                <a:lnTo>
                  <a:pt x="3432206" y="1627116"/>
                </a:lnTo>
                <a:lnTo>
                  <a:pt x="3456713" y="1627104"/>
                </a:lnTo>
                <a:moveTo>
                  <a:pt x="3456769" y="1725134"/>
                </a:moveTo>
                <a:lnTo>
                  <a:pt x="3456774" y="1737363"/>
                </a:lnTo>
                <a:lnTo>
                  <a:pt x="3456751" y="1749335"/>
                </a:lnTo>
                <a:lnTo>
                  <a:pt x="3456646" y="1760640"/>
                </a:lnTo>
                <a:lnTo>
                  <a:pt x="3456402" y="1771281"/>
                </a:lnTo>
                <a:lnTo>
                  <a:pt x="3456200" y="1776428"/>
                </a:lnTo>
                <a:lnTo>
                  <a:pt x="3455948" y="1781403"/>
                </a:lnTo>
                <a:lnTo>
                  <a:pt x="3455623" y="1786249"/>
                </a:lnTo>
                <a:lnTo>
                  <a:pt x="3455225" y="1790962"/>
                </a:lnTo>
                <a:lnTo>
                  <a:pt x="3454741" y="1795545"/>
                </a:lnTo>
                <a:lnTo>
                  <a:pt x="3454165" y="1800017"/>
                </a:lnTo>
                <a:lnTo>
                  <a:pt x="3454090" y="1800463"/>
                </a:lnTo>
                <a:lnTo>
                  <a:pt x="3429885" y="1796659"/>
                </a:lnTo>
                <a:lnTo>
                  <a:pt x="3429927" y="1796371"/>
                </a:lnTo>
                <a:lnTo>
                  <a:pt x="3429878" y="1796702"/>
                </a:lnTo>
                <a:lnTo>
                  <a:pt x="3430417" y="1792542"/>
                </a:lnTo>
                <a:lnTo>
                  <a:pt x="3430387" y="1792829"/>
                </a:lnTo>
                <a:lnTo>
                  <a:pt x="3430841" y="1788516"/>
                </a:lnTo>
                <a:lnTo>
                  <a:pt x="3430815" y="1788768"/>
                </a:lnTo>
                <a:lnTo>
                  <a:pt x="3431196" y="1784289"/>
                </a:lnTo>
                <a:lnTo>
                  <a:pt x="3431178" y="1784510"/>
                </a:lnTo>
                <a:lnTo>
                  <a:pt x="3431489" y="1779871"/>
                </a:lnTo>
                <a:lnTo>
                  <a:pt x="3431478" y="1780055"/>
                </a:lnTo>
                <a:lnTo>
                  <a:pt x="3431722" y="1775252"/>
                </a:lnTo>
                <a:lnTo>
                  <a:pt x="3431717" y="1775411"/>
                </a:lnTo>
                <a:lnTo>
                  <a:pt x="3431906" y="1770436"/>
                </a:lnTo>
                <a:lnTo>
                  <a:pt x="3431901" y="1770619"/>
                </a:lnTo>
                <a:lnTo>
                  <a:pt x="3432145" y="1760155"/>
                </a:lnTo>
                <a:lnTo>
                  <a:pt x="3432138" y="1760327"/>
                </a:lnTo>
                <a:lnTo>
                  <a:pt x="3432243" y="1749151"/>
                </a:lnTo>
                <a:lnTo>
                  <a:pt x="3432243" y="1749244"/>
                </a:lnTo>
                <a:lnTo>
                  <a:pt x="3432268" y="1737332"/>
                </a:lnTo>
                <a:lnTo>
                  <a:pt x="3432268" y="1737363"/>
                </a:lnTo>
                <a:lnTo>
                  <a:pt x="3432261" y="1725146"/>
                </a:lnTo>
                <a:lnTo>
                  <a:pt x="3456769" y="1725134"/>
                </a:lnTo>
                <a:moveTo>
                  <a:pt x="3447058" y="1826944"/>
                </a:moveTo>
                <a:lnTo>
                  <a:pt x="3446493" y="1828286"/>
                </a:lnTo>
                <a:lnTo>
                  <a:pt x="3444730" y="1831907"/>
                </a:lnTo>
                <a:lnTo>
                  <a:pt x="3442768" y="1835417"/>
                </a:lnTo>
                <a:lnTo>
                  <a:pt x="3440600" y="1838794"/>
                </a:lnTo>
                <a:lnTo>
                  <a:pt x="3438224" y="1842041"/>
                </a:lnTo>
                <a:lnTo>
                  <a:pt x="3435631" y="1845141"/>
                </a:lnTo>
                <a:lnTo>
                  <a:pt x="3432824" y="1848088"/>
                </a:lnTo>
                <a:lnTo>
                  <a:pt x="3429810" y="1850875"/>
                </a:lnTo>
                <a:lnTo>
                  <a:pt x="3426587" y="1853504"/>
                </a:lnTo>
                <a:lnTo>
                  <a:pt x="3423176" y="1855961"/>
                </a:lnTo>
                <a:lnTo>
                  <a:pt x="3419560" y="1858264"/>
                </a:lnTo>
                <a:lnTo>
                  <a:pt x="3415755" y="1860403"/>
                </a:lnTo>
                <a:lnTo>
                  <a:pt x="3411760" y="1862394"/>
                </a:lnTo>
                <a:lnTo>
                  <a:pt x="3407570" y="1864244"/>
                </a:lnTo>
                <a:lnTo>
                  <a:pt x="3403184" y="1865959"/>
                </a:lnTo>
                <a:lnTo>
                  <a:pt x="3398589" y="1867548"/>
                </a:lnTo>
                <a:lnTo>
                  <a:pt x="3393785" y="1869017"/>
                </a:lnTo>
                <a:lnTo>
                  <a:pt x="3388766" y="1870378"/>
                </a:lnTo>
                <a:lnTo>
                  <a:pt x="3383516" y="1871633"/>
                </a:lnTo>
                <a:lnTo>
                  <a:pt x="3379283" y="1872533"/>
                </a:lnTo>
                <a:lnTo>
                  <a:pt x="3374209" y="1848553"/>
                </a:lnTo>
                <a:lnTo>
                  <a:pt x="3378290" y="1847691"/>
                </a:lnTo>
                <a:lnTo>
                  <a:pt x="3377972" y="1847763"/>
                </a:lnTo>
                <a:lnTo>
                  <a:pt x="3382885" y="1846586"/>
                </a:lnTo>
                <a:lnTo>
                  <a:pt x="3382530" y="1846679"/>
                </a:lnTo>
                <a:lnTo>
                  <a:pt x="3387187" y="1845416"/>
                </a:lnTo>
                <a:lnTo>
                  <a:pt x="3386801" y="1845527"/>
                </a:lnTo>
                <a:lnTo>
                  <a:pt x="3391206" y="1844179"/>
                </a:lnTo>
                <a:lnTo>
                  <a:pt x="3390783" y="1844314"/>
                </a:lnTo>
                <a:lnTo>
                  <a:pt x="3394943" y="1842879"/>
                </a:lnTo>
                <a:lnTo>
                  <a:pt x="3394489" y="1843046"/>
                </a:lnTo>
                <a:lnTo>
                  <a:pt x="3398405" y="1841514"/>
                </a:lnTo>
                <a:lnTo>
                  <a:pt x="3397919" y="1841715"/>
                </a:lnTo>
                <a:lnTo>
                  <a:pt x="3401610" y="1840087"/>
                </a:lnTo>
                <a:lnTo>
                  <a:pt x="3401089" y="1840331"/>
                </a:lnTo>
                <a:lnTo>
                  <a:pt x="3404549" y="1838610"/>
                </a:lnTo>
                <a:lnTo>
                  <a:pt x="3404005" y="1838898"/>
                </a:lnTo>
                <a:lnTo>
                  <a:pt x="3407251" y="1837073"/>
                </a:lnTo>
                <a:lnTo>
                  <a:pt x="3406682" y="1837408"/>
                </a:lnTo>
                <a:lnTo>
                  <a:pt x="3409721" y="1835479"/>
                </a:lnTo>
                <a:lnTo>
                  <a:pt x="3409140" y="1835870"/>
                </a:lnTo>
                <a:lnTo>
                  <a:pt x="3411970" y="1833831"/>
                </a:lnTo>
                <a:lnTo>
                  <a:pt x="3411388" y="1834278"/>
                </a:lnTo>
                <a:lnTo>
                  <a:pt x="3414023" y="1832128"/>
                </a:lnTo>
                <a:lnTo>
                  <a:pt x="3413446" y="1832630"/>
                </a:lnTo>
                <a:lnTo>
                  <a:pt x="3415897" y="1830364"/>
                </a:lnTo>
                <a:lnTo>
                  <a:pt x="3415339" y="1830908"/>
                </a:lnTo>
                <a:lnTo>
                  <a:pt x="3417607" y="1828531"/>
                </a:lnTo>
                <a:lnTo>
                  <a:pt x="3417079" y="1829120"/>
                </a:lnTo>
                <a:lnTo>
                  <a:pt x="3419174" y="1826620"/>
                </a:lnTo>
                <a:lnTo>
                  <a:pt x="3418690" y="1827233"/>
                </a:lnTo>
                <a:lnTo>
                  <a:pt x="3420613" y="1824610"/>
                </a:lnTo>
                <a:lnTo>
                  <a:pt x="3420181" y="1825241"/>
                </a:lnTo>
                <a:lnTo>
                  <a:pt x="3421943" y="1822496"/>
                </a:lnTo>
                <a:lnTo>
                  <a:pt x="3421564" y="1823127"/>
                </a:lnTo>
                <a:lnTo>
                  <a:pt x="3423169" y="1820253"/>
                </a:lnTo>
                <a:lnTo>
                  <a:pt x="3422843" y="1820878"/>
                </a:lnTo>
                <a:lnTo>
                  <a:pt x="3424308" y="1817869"/>
                </a:lnTo>
                <a:lnTo>
                  <a:pt x="3424034" y="1818476"/>
                </a:lnTo>
                <a:lnTo>
                  <a:pt x="3424469" y="1817441"/>
                </a:lnTo>
                <a:lnTo>
                  <a:pt x="3447058" y="1826944"/>
                </a:lnTo>
                <a:moveTo>
                  <a:pt x="3354076" y="1876505"/>
                </a:moveTo>
                <a:lnTo>
                  <a:pt x="3353569" y="1876573"/>
                </a:lnTo>
                <a:lnTo>
                  <a:pt x="3346767" y="1877319"/>
                </a:lnTo>
                <a:lnTo>
                  <a:pt x="3339686" y="1878005"/>
                </a:lnTo>
                <a:lnTo>
                  <a:pt x="3332302" y="1878624"/>
                </a:lnTo>
                <a:lnTo>
                  <a:pt x="3324608" y="1879182"/>
                </a:lnTo>
                <a:lnTo>
                  <a:pt x="3316606" y="1879684"/>
                </a:lnTo>
                <a:lnTo>
                  <a:pt x="3308271" y="1880126"/>
                </a:lnTo>
                <a:lnTo>
                  <a:pt x="3299609" y="1880524"/>
                </a:lnTo>
                <a:lnTo>
                  <a:pt x="3290591" y="1880872"/>
                </a:lnTo>
                <a:lnTo>
                  <a:pt x="3279557" y="1881204"/>
                </a:lnTo>
                <a:lnTo>
                  <a:pt x="3278827" y="1856709"/>
                </a:lnTo>
                <a:lnTo>
                  <a:pt x="3289805" y="1856377"/>
                </a:lnTo>
                <a:lnTo>
                  <a:pt x="3289696" y="1856383"/>
                </a:lnTo>
                <a:lnTo>
                  <a:pt x="3298616" y="1856034"/>
                </a:lnTo>
                <a:lnTo>
                  <a:pt x="3298537" y="1856040"/>
                </a:lnTo>
                <a:lnTo>
                  <a:pt x="3307102" y="1855648"/>
                </a:lnTo>
                <a:lnTo>
                  <a:pt x="3307011" y="1855654"/>
                </a:lnTo>
                <a:lnTo>
                  <a:pt x="3315238" y="1855214"/>
                </a:lnTo>
                <a:lnTo>
                  <a:pt x="3315129" y="1855220"/>
                </a:lnTo>
                <a:lnTo>
                  <a:pt x="3323019" y="1854723"/>
                </a:lnTo>
                <a:lnTo>
                  <a:pt x="3322896" y="1854734"/>
                </a:lnTo>
                <a:lnTo>
                  <a:pt x="3330458" y="1854183"/>
                </a:lnTo>
                <a:lnTo>
                  <a:pt x="3330323" y="1854197"/>
                </a:lnTo>
                <a:lnTo>
                  <a:pt x="3337558" y="1853590"/>
                </a:lnTo>
                <a:lnTo>
                  <a:pt x="3337407" y="1853602"/>
                </a:lnTo>
                <a:lnTo>
                  <a:pt x="3344334" y="1852935"/>
                </a:lnTo>
                <a:lnTo>
                  <a:pt x="3344162" y="1852953"/>
                </a:lnTo>
                <a:lnTo>
                  <a:pt x="3350776" y="1852223"/>
                </a:lnTo>
                <a:lnTo>
                  <a:pt x="3350585" y="1852242"/>
                </a:lnTo>
                <a:lnTo>
                  <a:pt x="3351008" y="1852193"/>
                </a:lnTo>
                <a:lnTo>
                  <a:pt x="3354076" y="1876505"/>
                </a:lnTo>
                <a:moveTo>
                  <a:pt x="3254937" y="1881779"/>
                </a:moveTo>
                <a:lnTo>
                  <a:pt x="3251047" y="1881854"/>
                </a:lnTo>
                <a:lnTo>
                  <a:pt x="3229016" y="1882141"/>
                </a:lnTo>
                <a:lnTo>
                  <a:pt x="3205415" y="1882325"/>
                </a:lnTo>
                <a:lnTo>
                  <a:pt x="3181219" y="1882423"/>
                </a:lnTo>
                <a:lnTo>
                  <a:pt x="3181121" y="1857916"/>
                </a:lnTo>
                <a:lnTo>
                  <a:pt x="3205292" y="1857818"/>
                </a:lnTo>
                <a:lnTo>
                  <a:pt x="3205250" y="1857818"/>
                </a:lnTo>
                <a:lnTo>
                  <a:pt x="3228795" y="1857633"/>
                </a:lnTo>
                <a:lnTo>
                  <a:pt x="3228734" y="1857633"/>
                </a:lnTo>
                <a:lnTo>
                  <a:pt x="3250679" y="1857351"/>
                </a:lnTo>
                <a:lnTo>
                  <a:pt x="3250593" y="1857351"/>
                </a:lnTo>
                <a:lnTo>
                  <a:pt x="3254442" y="1857272"/>
                </a:lnTo>
                <a:lnTo>
                  <a:pt x="3254937" y="1881779"/>
                </a:lnTo>
                <a:moveTo>
                  <a:pt x="3156676" y="1882447"/>
                </a:moveTo>
                <a:lnTo>
                  <a:pt x="3124534" y="1882478"/>
                </a:lnTo>
                <a:lnTo>
                  <a:pt x="3083111" y="1882375"/>
                </a:lnTo>
                <a:lnTo>
                  <a:pt x="3083171" y="1857867"/>
                </a:lnTo>
                <a:lnTo>
                  <a:pt x="3124571" y="1857971"/>
                </a:lnTo>
                <a:lnTo>
                  <a:pt x="3124529" y="1857971"/>
                </a:lnTo>
                <a:lnTo>
                  <a:pt x="3156650" y="1857940"/>
                </a:lnTo>
                <a:lnTo>
                  <a:pt x="3156676" y="1882447"/>
                </a:lnTo>
                <a:moveTo>
                  <a:pt x="3058603" y="1882313"/>
                </a:moveTo>
                <a:lnTo>
                  <a:pt x="2985079" y="1882128"/>
                </a:lnTo>
                <a:lnTo>
                  <a:pt x="2985142" y="1857621"/>
                </a:lnTo>
                <a:lnTo>
                  <a:pt x="3058663" y="1857805"/>
                </a:lnTo>
                <a:lnTo>
                  <a:pt x="3058603" y="1882313"/>
                </a:lnTo>
                <a:moveTo>
                  <a:pt x="2960574" y="1882068"/>
                </a:moveTo>
                <a:lnTo>
                  <a:pt x="2887051" y="1881884"/>
                </a:lnTo>
                <a:lnTo>
                  <a:pt x="2887111" y="1857376"/>
                </a:lnTo>
                <a:lnTo>
                  <a:pt x="2960634" y="1857560"/>
                </a:lnTo>
                <a:lnTo>
                  <a:pt x="2960574" y="1882068"/>
                </a:lnTo>
                <a:moveTo>
                  <a:pt x="2862543" y="1881822"/>
                </a:moveTo>
                <a:lnTo>
                  <a:pt x="2789022" y="1881637"/>
                </a:lnTo>
                <a:lnTo>
                  <a:pt x="2789082" y="1857131"/>
                </a:lnTo>
                <a:lnTo>
                  <a:pt x="2862606" y="1857315"/>
                </a:lnTo>
                <a:lnTo>
                  <a:pt x="2862543" y="1881822"/>
                </a:lnTo>
                <a:moveTo>
                  <a:pt x="2764514" y="1881577"/>
                </a:moveTo>
                <a:lnTo>
                  <a:pt x="2690990" y="1881393"/>
                </a:lnTo>
                <a:lnTo>
                  <a:pt x="2691053" y="1856885"/>
                </a:lnTo>
                <a:lnTo>
                  <a:pt x="2764574" y="1857070"/>
                </a:lnTo>
                <a:lnTo>
                  <a:pt x="2764514" y="1881577"/>
                </a:lnTo>
                <a:moveTo>
                  <a:pt x="2666485" y="1881333"/>
                </a:moveTo>
                <a:lnTo>
                  <a:pt x="2592961" y="1881149"/>
                </a:lnTo>
                <a:lnTo>
                  <a:pt x="2593022" y="1856641"/>
                </a:lnTo>
                <a:lnTo>
                  <a:pt x="2666545" y="1856825"/>
                </a:lnTo>
                <a:lnTo>
                  <a:pt x="2666485" y="1881333"/>
                </a:lnTo>
                <a:moveTo>
                  <a:pt x="2568454" y="1881086"/>
                </a:moveTo>
                <a:lnTo>
                  <a:pt x="2494933" y="1880897"/>
                </a:lnTo>
                <a:lnTo>
                  <a:pt x="2494993" y="1856390"/>
                </a:lnTo>
                <a:lnTo>
                  <a:pt x="2568516" y="1856580"/>
                </a:lnTo>
                <a:lnTo>
                  <a:pt x="2568454" y="1881086"/>
                </a:lnTo>
                <a:moveTo>
                  <a:pt x="2470425" y="1880835"/>
                </a:moveTo>
                <a:lnTo>
                  <a:pt x="2396901" y="1880653"/>
                </a:lnTo>
                <a:lnTo>
                  <a:pt x="2396963" y="1856145"/>
                </a:lnTo>
                <a:lnTo>
                  <a:pt x="2470485" y="1856329"/>
                </a:lnTo>
                <a:lnTo>
                  <a:pt x="2470425" y="1880835"/>
                </a:lnTo>
                <a:moveTo>
                  <a:pt x="2372395" y="1880591"/>
                </a:moveTo>
                <a:lnTo>
                  <a:pt x="2298872" y="1880407"/>
                </a:lnTo>
                <a:lnTo>
                  <a:pt x="2298933" y="1855900"/>
                </a:lnTo>
                <a:lnTo>
                  <a:pt x="2372456" y="1856083"/>
                </a:lnTo>
                <a:lnTo>
                  <a:pt x="2372395" y="1880591"/>
                </a:lnTo>
                <a:moveTo>
                  <a:pt x="2274365" y="1880346"/>
                </a:moveTo>
                <a:lnTo>
                  <a:pt x="2200842" y="1880162"/>
                </a:lnTo>
                <a:lnTo>
                  <a:pt x="2200904" y="1855654"/>
                </a:lnTo>
                <a:lnTo>
                  <a:pt x="2274426" y="1855839"/>
                </a:lnTo>
                <a:lnTo>
                  <a:pt x="2274365" y="1880346"/>
                </a:lnTo>
                <a:moveTo>
                  <a:pt x="2176336" y="1880100"/>
                </a:moveTo>
                <a:lnTo>
                  <a:pt x="2102812" y="1879917"/>
                </a:lnTo>
                <a:lnTo>
                  <a:pt x="2102874" y="1855410"/>
                </a:lnTo>
                <a:lnTo>
                  <a:pt x="2176396" y="1855593"/>
                </a:lnTo>
                <a:lnTo>
                  <a:pt x="2176336" y="1880100"/>
                </a:lnTo>
                <a:moveTo>
                  <a:pt x="2078305" y="1879856"/>
                </a:moveTo>
                <a:lnTo>
                  <a:pt x="2004783" y="1879672"/>
                </a:lnTo>
                <a:lnTo>
                  <a:pt x="2004844" y="1855165"/>
                </a:lnTo>
                <a:lnTo>
                  <a:pt x="2078367" y="1855348"/>
                </a:lnTo>
                <a:lnTo>
                  <a:pt x="2078305" y="1879856"/>
                </a:lnTo>
                <a:moveTo>
                  <a:pt x="1980276" y="1879611"/>
                </a:moveTo>
                <a:lnTo>
                  <a:pt x="1906752" y="1879426"/>
                </a:lnTo>
                <a:lnTo>
                  <a:pt x="1906815" y="1854919"/>
                </a:lnTo>
                <a:lnTo>
                  <a:pt x="1980336" y="1855103"/>
                </a:lnTo>
                <a:lnTo>
                  <a:pt x="1980276" y="1879611"/>
                </a:lnTo>
                <a:moveTo>
                  <a:pt x="1882246" y="1879366"/>
                </a:moveTo>
                <a:lnTo>
                  <a:pt x="1808729" y="1879182"/>
                </a:lnTo>
                <a:lnTo>
                  <a:pt x="1808791" y="1854674"/>
                </a:lnTo>
                <a:lnTo>
                  <a:pt x="1882307" y="1854858"/>
                </a:lnTo>
                <a:lnTo>
                  <a:pt x="1882246" y="1879366"/>
                </a:lnTo>
                <a:moveTo>
                  <a:pt x="1784222" y="1879121"/>
                </a:moveTo>
                <a:lnTo>
                  <a:pt x="1710699" y="1878938"/>
                </a:lnTo>
                <a:lnTo>
                  <a:pt x="1710761" y="1854430"/>
                </a:lnTo>
                <a:lnTo>
                  <a:pt x="1784283" y="1854614"/>
                </a:lnTo>
                <a:lnTo>
                  <a:pt x="1784222" y="1879121"/>
                </a:lnTo>
                <a:moveTo>
                  <a:pt x="1686191" y="1878875"/>
                </a:moveTo>
                <a:lnTo>
                  <a:pt x="1612670" y="1878691"/>
                </a:lnTo>
                <a:lnTo>
                  <a:pt x="1612731" y="1854183"/>
                </a:lnTo>
                <a:lnTo>
                  <a:pt x="1686254" y="1854368"/>
                </a:lnTo>
                <a:lnTo>
                  <a:pt x="1686191" y="1878875"/>
                </a:lnTo>
                <a:moveTo>
                  <a:pt x="1588162" y="1878631"/>
                </a:moveTo>
                <a:lnTo>
                  <a:pt x="1514640" y="1878447"/>
                </a:lnTo>
                <a:lnTo>
                  <a:pt x="1514702" y="1853939"/>
                </a:lnTo>
                <a:lnTo>
                  <a:pt x="1588223" y="1854123"/>
                </a:lnTo>
                <a:lnTo>
                  <a:pt x="1588162" y="1878631"/>
                </a:lnTo>
                <a:moveTo>
                  <a:pt x="1490132" y="1878385"/>
                </a:moveTo>
                <a:lnTo>
                  <a:pt x="1416610" y="1878202"/>
                </a:lnTo>
                <a:lnTo>
                  <a:pt x="1416672" y="1853695"/>
                </a:lnTo>
                <a:lnTo>
                  <a:pt x="1490194" y="1853879"/>
                </a:lnTo>
                <a:lnTo>
                  <a:pt x="1490132" y="1878385"/>
                </a:lnTo>
                <a:moveTo>
                  <a:pt x="1392102" y="1878140"/>
                </a:moveTo>
                <a:lnTo>
                  <a:pt x="1318581" y="1877950"/>
                </a:lnTo>
                <a:lnTo>
                  <a:pt x="1318642" y="1853443"/>
                </a:lnTo>
                <a:lnTo>
                  <a:pt x="1392164" y="1853632"/>
                </a:lnTo>
                <a:lnTo>
                  <a:pt x="1392102" y="1878140"/>
                </a:lnTo>
                <a:moveTo>
                  <a:pt x="1294073" y="1877889"/>
                </a:moveTo>
                <a:lnTo>
                  <a:pt x="1220550" y="1877705"/>
                </a:lnTo>
                <a:lnTo>
                  <a:pt x="1220613" y="1853197"/>
                </a:lnTo>
                <a:lnTo>
                  <a:pt x="1294134" y="1853381"/>
                </a:lnTo>
                <a:lnTo>
                  <a:pt x="1294073" y="1877889"/>
                </a:lnTo>
                <a:moveTo>
                  <a:pt x="1196043" y="1877644"/>
                </a:moveTo>
                <a:lnTo>
                  <a:pt x="1122521" y="1877461"/>
                </a:lnTo>
                <a:lnTo>
                  <a:pt x="1122581" y="1852953"/>
                </a:lnTo>
                <a:lnTo>
                  <a:pt x="1196105" y="1853137"/>
                </a:lnTo>
                <a:lnTo>
                  <a:pt x="1196043" y="1877644"/>
                </a:lnTo>
                <a:moveTo>
                  <a:pt x="1098013" y="1877399"/>
                </a:moveTo>
                <a:lnTo>
                  <a:pt x="1024491" y="1877214"/>
                </a:lnTo>
                <a:lnTo>
                  <a:pt x="1024553" y="1852708"/>
                </a:lnTo>
                <a:lnTo>
                  <a:pt x="1098075" y="1852892"/>
                </a:lnTo>
                <a:lnTo>
                  <a:pt x="1098013" y="1877399"/>
                </a:lnTo>
                <a:moveTo>
                  <a:pt x="999984" y="1877154"/>
                </a:moveTo>
                <a:lnTo>
                  <a:pt x="926461" y="1876970"/>
                </a:lnTo>
                <a:lnTo>
                  <a:pt x="926523" y="1852463"/>
                </a:lnTo>
                <a:lnTo>
                  <a:pt x="1000045" y="1852646"/>
                </a:lnTo>
                <a:lnTo>
                  <a:pt x="999984" y="1877154"/>
                </a:lnTo>
                <a:moveTo>
                  <a:pt x="901953" y="1876909"/>
                </a:moveTo>
                <a:lnTo>
                  <a:pt x="828432" y="1876725"/>
                </a:lnTo>
                <a:lnTo>
                  <a:pt x="828492" y="1852218"/>
                </a:lnTo>
                <a:lnTo>
                  <a:pt x="902016" y="1852401"/>
                </a:lnTo>
                <a:lnTo>
                  <a:pt x="901953" y="1876909"/>
                </a:lnTo>
                <a:moveTo>
                  <a:pt x="803924" y="1876663"/>
                </a:moveTo>
                <a:lnTo>
                  <a:pt x="730402" y="1876480"/>
                </a:lnTo>
                <a:lnTo>
                  <a:pt x="730464" y="1851972"/>
                </a:lnTo>
                <a:lnTo>
                  <a:pt x="803985" y="1852157"/>
                </a:lnTo>
                <a:lnTo>
                  <a:pt x="803924" y="1876663"/>
                </a:lnTo>
                <a:moveTo>
                  <a:pt x="705894" y="1876419"/>
                </a:moveTo>
                <a:lnTo>
                  <a:pt x="632372" y="1876234"/>
                </a:lnTo>
                <a:lnTo>
                  <a:pt x="632433" y="1851728"/>
                </a:lnTo>
                <a:lnTo>
                  <a:pt x="705956" y="1851911"/>
                </a:lnTo>
                <a:lnTo>
                  <a:pt x="705894" y="1876419"/>
                </a:lnTo>
                <a:moveTo>
                  <a:pt x="607864" y="1876173"/>
                </a:moveTo>
                <a:lnTo>
                  <a:pt x="534343" y="1875989"/>
                </a:lnTo>
                <a:lnTo>
                  <a:pt x="534403" y="1851481"/>
                </a:lnTo>
                <a:lnTo>
                  <a:pt x="607926" y="1851666"/>
                </a:lnTo>
                <a:lnTo>
                  <a:pt x="607864" y="1876173"/>
                </a:lnTo>
                <a:moveTo>
                  <a:pt x="509835" y="1875929"/>
                </a:moveTo>
                <a:lnTo>
                  <a:pt x="436312" y="1875745"/>
                </a:lnTo>
                <a:lnTo>
                  <a:pt x="436375" y="1851237"/>
                </a:lnTo>
                <a:lnTo>
                  <a:pt x="509896" y="1851421"/>
                </a:lnTo>
                <a:lnTo>
                  <a:pt x="509835" y="1875929"/>
                </a:lnTo>
                <a:moveTo>
                  <a:pt x="411805" y="1875683"/>
                </a:moveTo>
                <a:lnTo>
                  <a:pt x="341040" y="1875505"/>
                </a:lnTo>
                <a:lnTo>
                  <a:pt x="341052" y="1875505"/>
                </a:lnTo>
                <a:lnTo>
                  <a:pt x="338294" y="1875499"/>
                </a:lnTo>
                <a:lnTo>
                  <a:pt x="338332" y="1850992"/>
                </a:lnTo>
                <a:lnTo>
                  <a:pt x="341094" y="1850997"/>
                </a:lnTo>
                <a:lnTo>
                  <a:pt x="411867" y="1851177"/>
                </a:lnTo>
                <a:lnTo>
                  <a:pt x="411805" y="1875683"/>
                </a:lnTo>
                <a:moveTo>
                  <a:pt x="313787" y="1875463"/>
                </a:moveTo>
                <a:lnTo>
                  <a:pt x="285341" y="1875413"/>
                </a:lnTo>
                <a:lnTo>
                  <a:pt x="259976" y="1875267"/>
                </a:lnTo>
                <a:lnTo>
                  <a:pt x="240161" y="1875063"/>
                </a:lnTo>
                <a:lnTo>
                  <a:pt x="240412" y="1850563"/>
                </a:lnTo>
                <a:lnTo>
                  <a:pt x="260202" y="1850765"/>
                </a:lnTo>
                <a:lnTo>
                  <a:pt x="260146" y="1850759"/>
                </a:lnTo>
                <a:lnTo>
                  <a:pt x="285456" y="1850907"/>
                </a:lnTo>
                <a:lnTo>
                  <a:pt x="285407" y="1850907"/>
                </a:lnTo>
                <a:lnTo>
                  <a:pt x="313824" y="1850956"/>
                </a:lnTo>
                <a:lnTo>
                  <a:pt x="313787" y="1875463"/>
                </a:lnTo>
                <a:moveTo>
                  <a:pt x="215581" y="1874691"/>
                </a:moveTo>
                <a:lnTo>
                  <a:pt x="214000" y="1874666"/>
                </a:lnTo>
                <a:lnTo>
                  <a:pt x="193266" y="1874158"/>
                </a:lnTo>
                <a:lnTo>
                  <a:pt x="173985" y="1873489"/>
                </a:lnTo>
                <a:lnTo>
                  <a:pt x="164825" y="1873085"/>
                </a:lnTo>
                <a:lnTo>
                  <a:pt x="156027" y="1872631"/>
                </a:lnTo>
                <a:lnTo>
                  <a:pt x="147548" y="1872130"/>
                </a:lnTo>
                <a:lnTo>
                  <a:pt x="141482" y="1871707"/>
                </a:lnTo>
                <a:lnTo>
                  <a:pt x="143174" y="1847261"/>
                </a:lnTo>
                <a:lnTo>
                  <a:pt x="149177" y="1847677"/>
                </a:lnTo>
                <a:lnTo>
                  <a:pt x="149066" y="1847665"/>
                </a:lnTo>
                <a:lnTo>
                  <a:pt x="157436" y="1848167"/>
                </a:lnTo>
                <a:lnTo>
                  <a:pt x="157338" y="1848160"/>
                </a:lnTo>
                <a:lnTo>
                  <a:pt x="166045" y="1848608"/>
                </a:lnTo>
                <a:lnTo>
                  <a:pt x="165953" y="1848608"/>
                </a:lnTo>
                <a:lnTo>
                  <a:pt x="175008" y="1849007"/>
                </a:lnTo>
                <a:lnTo>
                  <a:pt x="174892" y="1849001"/>
                </a:lnTo>
                <a:lnTo>
                  <a:pt x="194050" y="1849670"/>
                </a:lnTo>
                <a:lnTo>
                  <a:pt x="193928" y="1849663"/>
                </a:lnTo>
                <a:lnTo>
                  <a:pt x="214544" y="1850165"/>
                </a:lnTo>
                <a:lnTo>
                  <a:pt x="214446" y="1850158"/>
                </a:lnTo>
                <a:lnTo>
                  <a:pt x="215983" y="1850184"/>
                </a:lnTo>
                <a:lnTo>
                  <a:pt x="215581" y="1874691"/>
                </a:lnTo>
                <a:moveTo>
                  <a:pt x="116484" y="1869471"/>
                </a:moveTo>
                <a:lnTo>
                  <a:pt x="109781" y="1868680"/>
                </a:lnTo>
                <a:lnTo>
                  <a:pt x="103097" y="1867785"/>
                </a:lnTo>
                <a:lnTo>
                  <a:pt x="96682" y="1866812"/>
                </a:lnTo>
                <a:lnTo>
                  <a:pt x="90525" y="1865757"/>
                </a:lnTo>
                <a:lnTo>
                  <a:pt x="84624" y="1864613"/>
                </a:lnTo>
                <a:lnTo>
                  <a:pt x="78970" y="1863373"/>
                </a:lnTo>
                <a:lnTo>
                  <a:pt x="73548" y="1862044"/>
                </a:lnTo>
                <a:lnTo>
                  <a:pt x="68352" y="1860611"/>
                </a:lnTo>
                <a:lnTo>
                  <a:pt x="63376" y="1859067"/>
                </a:lnTo>
                <a:lnTo>
                  <a:pt x="58622" y="1857401"/>
                </a:lnTo>
                <a:lnTo>
                  <a:pt x="54063" y="1855618"/>
                </a:lnTo>
                <a:lnTo>
                  <a:pt x="49714" y="1853700"/>
                </a:lnTo>
                <a:lnTo>
                  <a:pt x="45554" y="1851649"/>
                </a:lnTo>
                <a:lnTo>
                  <a:pt x="41595" y="1849453"/>
                </a:lnTo>
                <a:lnTo>
                  <a:pt x="40866" y="1848995"/>
                </a:lnTo>
                <a:lnTo>
                  <a:pt x="53837" y="1828206"/>
                </a:lnTo>
                <a:lnTo>
                  <a:pt x="54302" y="1828494"/>
                </a:lnTo>
                <a:lnTo>
                  <a:pt x="53763" y="1828176"/>
                </a:lnTo>
                <a:lnTo>
                  <a:pt x="57194" y="1830081"/>
                </a:lnTo>
                <a:lnTo>
                  <a:pt x="56674" y="1829806"/>
                </a:lnTo>
                <a:lnTo>
                  <a:pt x="60325" y="1831613"/>
                </a:lnTo>
                <a:lnTo>
                  <a:pt x="59829" y="1831380"/>
                </a:lnTo>
                <a:lnTo>
                  <a:pt x="63707" y="1833083"/>
                </a:lnTo>
                <a:lnTo>
                  <a:pt x="63241" y="1832894"/>
                </a:lnTo>
                <a:lnTo>
                  <a:pt x="67346" y="1834498"/>
                </a:lnTo>
                <a:lnTo>
                  <a:pt x="66911" y="1834339"/>
                </a:lnTo>
                <a:lnTo>
                  <a:pt x="71255" y="1835859"/>
                </a:lnTo>
                <a:lnTo>
                  <a:pt x="70850" y="1835724"/>
                </a:lnTo>
                <a:lnTo>
                  <a:pt x="75441" y="1837145"/>
                </a:lnTo>
                <a:lnTo>
                  <a:pt x="75066" y="1837041"/>
                </a:lnTo>
                <a:lnTo>
                  <a:pt x="79907" y="1838377"/>
                </a:lnTo>
                <a:lnTo>
                  <a:pt x="79564" y="1838284"/>
                </a:lnTo>
                <a:lnTo>
                  <a:pt x="84661" y="1839540"/>
                </a:lnTo>
                <a:lnTo>
                  <a:pt x="84348" y="1839468"/>
                </a:lnTo>
                <a:lnTo>
                  <a:pt x="89710" y="1840638"/>
                </a:lnTo>
                <a:lnTo>
                  <a:pt x="89428" y="1840582"/>
                </a:lnTo>
                <a:lnTo>
                  <a:pt x="95058" y="1841672"/>
                </a:lnTo>
                <a:lnTo>
                  <a:pt x="94801" y="1841624"/>
                </a:lnTo>
                <a:lnTo>
                  <a:pt x="100714" y="1842635"/>
                </a:lnTo>
                <a:lnTo>
                  <a:pt x="100474" y="1842598"/>
                </a:lnTo>
                <a:lnTo>
                  <a:pt x="106669" y="1843542"/>
                </a:lnTo>
                <a:lnTo>
                  <a:pt x="106460" y="1843512"/>
                </a:lnTo>
                <a:lnTo>
                  <a:pt x="112943" y="1844382"/>
                </a:lnTo>
                <a:lnTo>
                  <a:pt x="112752" y="1844356"/>
                </a:lnTo>
                <a:lnTo>
                  <a:pt x="119357" y="1845135"/>
                </a:lnTo>
                <a:lnTo>
                  <a:pt x="116484" y="1869471"/>
                </a:lnTo>
                <a:moveTo>
                  <a:pt x="19135" y="1829266"/>
                </a:moveTo>
                <a:lnTo>
                  <a:pt x="17094" y="1826294"/>
                </a:lnTo>
                <a:lnTo>
                  <a:pt x="14962" y="1822748"/>
                </a:lnTo>
                <a:lnTo>
                  <a:pt x="13026" y="1819077"/>
                </a:lnTo>
                <a:lnTo>
                  <a:pt x="11287" y="1815290"/>
                </a:lnTo>
                <a:lnTo>
                  <a:pt x="9724" y="1811400"/>
                </a:lnTo>
                <a:lnTo>
                  <a:pt x="8338" y="1807400"/>
                </a:lnTo>
                <a:lnTo>
                  <a:pt x="7114" y="1803293"/>
                </a:lnTo>
                <a:lnTo>
                  <a:pt x="6029" y="1799084"/>
                </a:lnTo>
                <a:lnTo>
                  <a:pt x="5092" y="1794772"/>
                </a:lnTo>
                <a:lnTo>
                  <a:pt x="4276" y="1790349"/>
                </a:lnTo>
                <a:lnTo>
                  <a:pt x="3578" y="1785808"/>
                </a:lnTo>
                <a:lnTo>
                  <a:pt x="2978" y="1781158"/>
                </a:lnTo>
                <a:lnTo>
                  <a:pt x="2482" y="1776379"/>
                </a:lnTo>
                <a:lnTo>
                  <a:pt x="2065" y="1771472"/>
                </a:lnTo>
                <a:lnTo>
                  <a:pt x="1728" y="1766435"/>
                </a:lnTo>
                <a:lnTo>
                  <a:pt x="1459" y="1761233"/>
                </a:lnTo>
                <a:lnTo>
                  <a:pt x="1152" y="1752062"/>
                </a:lnTo>
                <a:lnTo>
                  <a:pt x="25647" y="1751247"/>
                </a:lnTo>
                <a:lnTo>
                  <a:pt x="25947" y="1760302"/>
                </a:lnTo>
                <a:lnTo>
                  <a:pt x="25941" y="1760076"/>
                </a:lnTo>
                <a:lnTo>
                  <a:pt x="26198" y="1765081"/>
                </a:lnTo>
                <a:lnTo>
                  <a:pt x="26187" y="1764898"/>
                </a:lnTo>
                <a:lnTo>
                  <a:pt x="26511" y="1769732"/>
                </a:lnTo>
                <a:lnTo>
                  <a:pt x="26493" y="1769517"/>
                </a:lnTo>
                <a:lnTo>
                  <a:pt x="26891" y="1774192"/>
                </a:lnTo>
                <a:lnTo>
                  <a:pt x="26867" y="1773947"/>
                </a:lnTo>
                <a:lnTo>
                  <a:pt x="27339" y="1778462"/>
                </a:lnTo>
                <a:lnTo>
                  <a:pt x="27308" y="1778187"/>
                </a:lnTo>
                <a:lnTo>
                  <a:pt x="27865" y="1782544"/>
                </a:lnTo>
                <a:lnTo>
                  <a:pt x="27823" y="1782230"/>
                </a:lnTo>
                <a:lnTo>
                  <a:pt x="28472" y="1786434"/>
                </a:lnTo>
                <a:lnTo>
                  <a:pt x="28411" y="1786084"/>
                </a:lnTo>
                <a:lnTo>
                  <a:pt x="29158" y="1790134"/>
                </a:lnTo>
                <a:lnTo>
                  <a:pt x="29078" y="1789742"/>
                </a:lnTo>
                <a:lnTo>
                  <a:pt x="29930" y="1793650"/>
                </a:lnTo>
                <a:lnTo>
                  <a:pt x="29826" y="1793222"/>
                </a:lnTo>
                <a:lnTo>
                  <a:pt x="30795" y="1796978"/>
                </a:lnTo>
                <a:lnTo>
                  <a:pt x="30660" y="1796512"/>
                </a:lnTo>
                <a:lnTo>
                  <a:pt x="31743" y="1800126"/>
                </a:lnTo>
                <a:lnTo>
                  <a:pt x="31578" y="1799618"/>
                </a:lnTo>
                <a:lnTo>
                  <a:pt x="32785" y="1803092"/>
                </a:lnTo>
                <a:lnTo>
                  <a:pt x="32583" y="1802553"/>
                </a:lnTo>
                <a:lnTo>
                  <a:pt x="33919" y="1805892"/>
                </a:lnTo>
                <a:lnTo>
                  <a:pt x="33674" y="1805322"/>
                </a:lnTo>
                <a:lnTo>
                  <a:pt x="35150" y="1808526"/>
                </a:lnTo>
                <a:lnTo>
                  <a:pt x="34856" y="1807938"/>
                </a:lnTo>
                <a:lnTo>
                  <a:pt x="36479" y="1811008"/>
                </a:lnTo>
                <a:lnTo>
                  <a:pt x="36136" y="1810407"/>
                </a:lnTo>
                <a:lnTo>
                  <a:pt x="37907" y="1813349"/>
                </a:lnTo>
                <a:lnTo>
                  <a:pt x="37522" y="1812742"/>
                </a:lnTo>
                <a:lnTo>
                  <a:pt x="39352" y="1815419"/>
                </a:lnTo>
                <a:lnTo>
                  <a:pt x="19135" y="1829266"/>
                </a:lnTo>
                <a:moveTo>
                  <a:pt x="883" y="1727199"/>
                </a:moveTo>
                <a:lnTo>
                  <a:pt x="883" y="1727125"/>
                </a:lnTo>
                <a:lnTo>
                  <a:pt x="25390" y="1727034"/>
                </a:lnTo>
                <a:lnTo>
                  <a:pt x="25390" y="1727101"/>
                </a:lnTo>
                <a:lnTo>
                  <a:pt x="883" y="1727199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DF751EA3-712B-4504-B04F-B45D3C5A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081" y="2892382"/>
            <a:ext cx="3295638" cy="894215"/>
          </a:xfrm>
          <a:custGeom xmlns:a="http://schemas.openxmlformats.org/drawingml/2006/main">
            <a:pathLst>
              <a:path w="3295638" h="894215">
                <a:moveTo>
                  <a:pt x="0" y="65716"/>
                </a:moveTo>
                <a:cubicBezTo>
                  <a:pt x="0" y="2647"/>
                  <a:pt x="12732" y="0"/>
                  <a:pt x="315730" y="0"/>
                </a:cubicBezTo>
                <a:lnTo>
                  <a:pt x="2947657" y="705"/>
                </a:lnTo>
                <a:cubicBezTo>
                  <a:pt x="3250655" y="705"/>
                  <a:pt x="3294792" y="0"/>
                  <a:pt x="3294792" y="63064"/>
                </a:cubicBezTo>
                <a:lnTo>
                  <a:pt x="3295638" y="830269"/>
                </a:lnTo>
                <a:cubicBezTo>
                  <a:pt x="3295638" y="893333"/>
                  <a:pt x="3291392" y="894215"/>
                  <a:pt x="2988394" y="894215"/>
                </a:cubicBezTo>
                <a:lnTo>
                  <a:pt x="315730" y="890858"/>
                </a:lnTo>
                <a:cubicBezTo>
                  <a:pt x="12732" y="890858"/>
                  <a:pt x="851" y="888389"/>
                  <a:pt x="851" y="825319"/>
                </a:cubicBezTo>
                <a:lnTo>
                  <a:pt x="0" y="657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9748A3EA-FE9C-4602-9B25-1679E8F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125" y="2882426"/>
            <a:ext cx="3315550" cy="914127"/>
          </a:xfrm>
          <a:custGeom xmlns:a="http://schemas.openxmlformats.org/drawingml/2006/main">
            <a:pathLst>
              <a:path w="3315550" h="914127">
                <a:moveTo>
                  <a:pt x="49" y="69735"/>
                </a:moveTo>
                <a:lnTo>
                  <a:pt x="227" y="64038"/>
                </a:lnTo>
                <a:lnTo>
                  <a:pt x="600" y="58609"/>
                </a:lnTo>
                <a:lnTo>
                  <a:pt x="894" y="55870"/>
                </a:lnTo>
                <a:lnTo>
                  <a:pt x="1256" y="53218"/>
                </a:lnTo>
                <a:lnTo>
                  <a:pt x="1703" y="50602"/>
                </a:lnTo>
                <a:lnTo>
                  <a:pt x="2255" y="48022"/>
                </a:lnTo>
                <a:lnTo>
                  <a:pt x="2922" y="45467"/>
                </a:lnTo>
                <a:lnTo>
                  <a:pt x="3707" y="42955"/>
                </a:lnTo>
                <a:lnTo>
                  <a:pt x="4632" y="40480"/>
                </a:lnTo>
                <a:lnTo>
                  <a:pt x="5703" y="38048"/>
                </a:lnTo>
                <a:lnTo>
                  <a:pt x="6936" y="35670"/>
                </a:lnTo>
                <a:lnTo>
                  <a:pt x="8333" y="33367"/>
                </a:lnTo>
                <a:lnTo>
                  <a:pt x="9889" y="31136"/>
                </a:lnTo>
                <a:lnTo>
                  <a:pt x="11617" y="28992"/>
                </a:lnTo>
                <a:lnTo>
                  <a:pt x="13510" y="26952"/>
                </a:lnTo>
                <a:lnTo>
                  <a:pt x="15562" y="25016"/>
                </a:lnTo>
                <a:lnTo>
                  <a:pt x="17768" y="23196"/>
                </a:lnTo>
                <a:lnTo>
                  <a:pt x="20127" y="21480"/>
                </a:lnTo>
                <a:lnTo>
                  <a:pt x="22627" y="19876"/>
                </a:lnTo>
                <a:lnTo>
                  <a:pt x="25279" y="18374"/>
                </a:lnTo>
                <a:lnTo>
                  <a:pt x="28073" y="16977"/>
                </a:lnTo>
                <a:lnTo>
                  <a:pt x="31014" y="15666"/>
                </a:lnTo>
                <a:lnTo>
                  <a:pt x="34115" y="14441"/>
                </a:lnTo>
                <a:lnTo>
                  <a:pt x="37373" y="13302"/>
                </a:lnTo>
                <a:lnTo>
                  <a:pt x="40804" y="12229"/>
                </a:lnTo>
                <a:lnTo>
                  <a:pt x="44408" y="11231"/>
                </a:lnTo>
                <a:lnTo>
                  <a:pt x="48188" y="10292"/>
                </a:lnTo>
                <a:lnTo>
                  <a:pt x="52163" y="9417"/>
                </a:lnTo>
                <a:lnTo>
                  <a:pt x="56337" y="8596"/>
                </a:lnTo>
                <a:lnTo>
                  <a:pt x="60723" y="7830"/>
                </a:lnTo>
                <a:lnTo>
                  <a:pt x="65318" y="7113"/>
                </a:lnTo>
                <a:lnTo>
                  <a:pt x="70141" y="6445"/>
                </a:lnTo>
                <a:lnTo>
                  <a:pt x="75194" y="5821"/>
                </a:lnTo>
                <a:lnTo>
                  <a:pt x="80520" y="5232"/>
                </a:lnTo>
                <a:lnTo>
                  <a:pt x="91823" y="4196"/>
                </a:lnTo>
                <a:lnTo>
                  <a:pt x="104205" y="3308"/>
                </a:lnTo>
                <a:lnTo>
                  <a:pt x="117703" y="2549"/>
                </a:lnTo>
                <a:lnTo>
                  <a:pt x="132365" y="1917"/>
                </a:lnTo>
                <a:lnTo>
                  <a:pt x="148246" y="1403"/>
                </a:lnTo>
                <a:lnTo>
                  <a:pt x="165400" y="986"/>
                </a:lnTo>
                <a:lnTo>
                  <a:pt x="183885" y="662"/>
                </a:lnTo>
                <a:lnTo>
                  <a:pt x="203755" y="416"/>
                </a:lnTo>
                <a:lnTo>
                  <a:pt x="225064" y="238"/>
                </a:lnTo>
                <a:lnTo>
                  <a:pt x="272180" y="42"/>
                </a:lnTo>
                <a:lnTo>
                  <a:pt x="325686" y="0"/>
                </a:lnTo>
                <a:lnTo>
                  <a:pt x="2957614" y="705"/>
                </a:lnTo>
                <a:lnTo>
                  <a:pt x="3011457" y="716"/>
                </a:lnTo>
                <a:lnTo>
                  <a:pt x="3059552" y="796"/>
                </a:lnTo>
                <a:lnTo>
                  <a:pt x="3081567" y="901"/>
                </a:lnTo>
                <a:lnTo>
                  <a:pt x="3102256" y="1060"/>
                </a:lnTo>
                <a:lnTo>
                  <a:pt x="3121685" y="1280"/>
                </a:lnTo>
                <a:lnTo>
                  <a:pt x="3139875" y="1580"/>
                </a:lnTo>
                <a:lnTo>
                  <a:pt x="3156890" y="1979"/>
                </a:lnTo>
                <a:lnTo>
                  <a:pt x="3172752" y="2475"/>
                </a:lnTo>
                <a:lnTo>
                  <a:pt x="3187511" y="3088"/>
                </a:lnTo>
                <a:lnTo>
                  <a:pt x="3201217" y="3829"/>
                </a:lnTo>
                <a:lnTo>
                  <a:pt x="3213905" y="4711"/>
                </a:lnTo>
                <a:lnTo>
                  <a:pt x="3225595" y="5747"/>
                </a:lnTo>
                <a:lnTo>
                  <a:pt x="3231134" y="6329"/>
                </a:lnTo>
                <a:lnTo>
                  <a:pt x="3236429" y="6960"/>
                </a:lnTo>
                <a:lnTo>
                  <a:pt x="3241496" y="7634"/>
                </a:lnTo>
                <a:lnTo>
                  <a:pt x="3246354" y="8356"/>
                </a:lnTo>
                <a:lnTo>
                  <a:pt x="3251010" y="9135"/>
                </a:lnTo>
                <a:lnTo>
                  <a:pt x="3255465" y="9962"/>
                </a:lnTo>
                <a:lnTo>
                  <a:pt x="3259728" y="10851"/>
                </a:lnTo>
                <a:lnTo>
                  <a:pt x="3263804" y="11800"/>
                </a:lnTo>
                <a:lnTo>
                  <a:pt x="3267699" y="12811"/>
                </a:lnTo>
                <a:lnTo>
                  <a:pt x="3271425" y="13896"/>
                </a:lnTo>
                <a:lnTo>
                  <a:pt x="3274978" y="15047"/>
                </a:lnTo>
                <a:lnTo>
                  <a:pt x="3278380" y="16279"/>
                </a:lnTo>
                <a:lnTo>
                  <a:pt x="3281615" y="17596"/>
                </a:lnTo>
                <a:lnTo>
                  <a:pt x="3284703" y="19005"/>
                </a:lnTo>
                <a:lnTo>
                  <a:pt x="3287642" y="20500"/>
                </a:lnTo>
                <a:lnTo>
                  <a:pt x="3290435" y="22106"/>
                </a:lnTo>
                <a:lnTo>
                  <a:pt x="3293084" y="23809"/>
                </a:lnTo>
                <a:lnTo>
                  <a:pt x="3295588" y="25629"/>
                </a:lnTo>
                <a:lnTo>
                  <a:pt x="3297935" y="27558"/>
                </a:lnTo>
                <a:lnTo>
                  <a:pt x="3300135" y="29598"/>
                </a:lnTo>
                <a:lnTo>
                  <a:pt x="3302169" y="31755"/>
                </a:lnTo>
                <a:lnTo>
                  <a:pt x="3304044" y="34022"/>
                </a:lnTo>
                <a:lnTo>
                  <a:pt x="3305748" y="36381"/>
                </a:lnTo>
                <a:lnTo>
                  <a:pt x="3307285" y="38838"/>
                </a:lnTo>
                <a:lnTo>
                  <a:pt x="3308653" y="41368"/>
                </a:lnTo>
                <a:lnTo>
                  <a:pt x="3309860" y="43979"/>
                </a:lnTo>
                <a:lnTo>
                  <a:pt x="3310901" y="46649"/>
                </a:lnTo>
                <a:lnTo>
                  <a:pt x="3311801" y="49376"/>
                </a:lnTo>
                <a:lnTo>
                  <a:pt x="3312555" y="52157"/>
                </a:lnTo>
                <a:lnTo>
                  <a:pt x="3313173" y="54982"/>
                </a:lnTo>
                <a:lnTo>
                  <a:pt x="3313676" y="57862"/>
                </a:lnTo>
                <a:lnTo>
                  <a:pt x="3314069" y="60785"/>
                </a:lnTo>
                <a:lnTo>
                  <a:pt x="3314357" y="63762"/>
                </a:lnTo>
                <a:lnTo>
                  <a:pt x="3314552" y="66789"/>
                </a:lnTo>
                <a:lnTo>
                  <a:pt x="3314669" y="69870"/>
                </a:lnTo>
                <a:lnTo>
                  <a:pt x="3314706" y="72958"/>
                </a:lnTo>
                <a:lnTo>
                  <a:pt x="3315550" y="840237"/>
                </a:lnTo>
                <a:lnTo>
                  <a:pt x="3315527" y="846063"/>
                </a:lnTo>
                <a:lnTo>
                  <a:pt x="3315422" y="851658"/>
                </a:lnTo>
                <a:lnTo>
                  <a:pt x="3315178" y="857043"/>
                </a:lnTo>
                <a:lnTo>
                  <a:pt x="3314717" y="862178"/>
                </a:lnTo>
                <a:lnTo>
                  <a:pt x="3314369" y="864794"/>
                </a:lnTo>
                <a:lnTo>
                  <a:pt x="3313945" y="867318"/>
                </a:lnTo>
                <a:lnTo>
                  <a:pt x="3313420" y="869812"/>
                </a:lnTo>
                <a:lnTo>
                  <a:pt x="3312783" y="872280"/>
                </a:lnTo>
                <a:lnTo>
                  <a:pt x="3312015" y="874719"/>
                </a:lnTo>
                <a:lnTo>
                  <a:pt x="3311115" y="877121"/>
                </a:lnTo>
                <a:lnTo>
                  <a:pt x="3310055" y="879474"/>
                </a:lnTo>
                <a:lnTo>
                  <a:pt x="3308836" y="881778"/>
                </a:lnTo>
                <a:lnTo>
                  <a:pt x="3307450" y="884013"/>
                </a:lnTo>
                <a:lnTo>
                  <a:pt x="3305888" y="886170"/>
                </a:lnTo>
                <a:lnTo>
                  <a:pt x="3304160" y="888230"/>
                </a:lnTo>
                <a:lnTo>
                  <a:pt x="3302267" y="890184"/>
                </a:lnTo>
                <a:lnTo>
                  <a:pt x="3300216" y="892022"/>
                </a:lnTo>
                <a:lnTo>
                  <a:pt x="3298009" y="893743"/>
                </a:lnTo>
                <a:lnTo>
                  <a:pt x="3295656" y="895355"/>
                </a:lnTo>
                <a:lnTo>
                  <a:pt x="3293158" y="896849"/>
                </a:lnTo>
                <a:lnTo>
                  <a:pt x="3290517" y="898241"/>
                </a:lnTo>
                <a:lnTo>
                  <a:pt x="3287728" y="899533"/>
                </a:lnTo>
                <a:lnTo>
                  <a:pt x="3284794" y="900734"/>
                </a:lnTo>
                <a:lnTo>
                  <a:pt x="3281701" y="901850"/>
                </a:lnTo>
                <a:lnTo>
                  <a:pt x="3278448" y="902891"/>
                </a:lnTo>
                <a:lnTo>
                  <a:pt x="3275022" y="903852"/>
                </a:lnTo>
                <a:lnTo>
                  <a:pt x="3271418" y="904753"/>
                </a:lnTo>
                <a:lnTo>
                  <a:pt x="3267632" y="905592"/>
                </a:lnTo>
                <a:lnTo>
                  <a:pt x="3263644" y="906377"/>
                </a:lnTo>
                <a:lnTo>
                  <a:pt x="3259453" y="907100"/>
                </a:lnTo>
                <a:lnTo>
                  <a:pt x="3255042" y="907779"/>
                </a:lnTo>
                <a:lnTo>
                  <a:pt x="3250410" y="908405"/>
                </a:lnTo>
                <a:lnTo>
                  <a:pt x="3245552" y="908993"/>
                </a:lnTo>
                <a:lnTo>
                  <a:pt x="3240417" y="909532"/>
                </a:lnTo>
                <a:lnTo>
                  <a:pt x="3229492" y="910494"/>
                </a:lnTo>
                <a:lnTo>
                  <a:pt x="3217472" y="911309"/>
                </a:lnTo>
                <a:lnTo>
                  <a:pt x="3204329" y="911989"/>
                </a:lnTo>
                <a:lnTo>
                  <a:pt x="3190004" y="912547"/>
                </a:lnTo>
                <a:lnTo>
                  <a:pt x="3174438" y="913000"/>
                </a:lnTo>
                <a:lnTo>
                  <a:pt x="3157569" y="913355"/>
                </a:lnTo>
                <a:lnTo>
                  <a:pt x="3139349" y="913631"/>
                </a:lnTo>
                <a:lnTo>
                  <a:pt x="3119706" y="913827"/>
                </a:lnTo>
                <a:lnTo>
                  <a:pt x="3098591" y="913968"/>
                </a:lnTo>
                <a:lnTo>
                  <a:pt x="3051752" y="914103"/>
                </a:lnTo>
                <a:lnTo>
                  <a:pt x="2998351" y="914127"/>
                </a:lnTo>
                <a:lnTo>
                  <a:pt x="325673" y="910770"/>
                </a:lnTo>
                <a:lnTo>
                  <a:pt x="325679" y="910770"/>
                </a:lnTo>
                <a:lnTo>
                  <a:pt x="272192" y="910727"/>
                </a:lnTo>
                <a:lnTo>
                  <a:pt x="225101" y="910543"/>
                </a:lnTo>
                <a:lnTo>
                  <a:pt x="203810" y="910365"/>
                </a:lnTo>
                <a:lnTo>
                  <a:pt x="183966" y="910126"/>
                </a:lnTo>
                <a:lnTo>
                  <a:pt x="165505" y="909808"/>
                </a:lnTo>
                <a:lnTo>
                  <a:pt x="148380" y="909397"/>
                </a:lnTo>
                <a:lnTo>
                  <a:pt x="132530" y="908883"/>
                </a:lnTo>
                <a:lnTo>
                  <a:pt x="117906" y="908257"/>
                </a:lnTo>
                <a:lnTo>
                  <a:pt x="104445" y="907517"/>
                </a:lnTo>
                <a:lnTo>
                  <a:pt x="92093" y="906628"/>
                </a:lnTo>
                <a:lnTo>
                  <a:pt x="80825" y="905599"/>
                </a:lnTo>
                <a:lnTo>
                  <a:pt x="75526" y="905023"/>
                </a:lnTo>
                <a:lnTo>
                  <a:pt x="70490" y="904398"/>
                </a:lnTo>
                <a:lnTo>
                  <a:pt x="65686" y="903736"/>
                </a:lnTo>
                <a:lnTo>
                  <a:pt x="61109" y="903019"/>
                </a:lnTo>
                <a:lnTo>
                  <a:pt x="56747" y="902259"/>
                </a:lnTo>
                <a:lnTo>
                  <a:pt x="52586" y="901445"/>
                </a:lnTo>
                <a:lnTo>
                  <a:pt x="48635" y="900568"/>
                </a:lnTo>
                <a:lnTo>
                  <a:pt x="44867" y="899637"/>
                </a:lnTo>
                <a:lnTo>
                  <a:pt x="41282" y="898638"/>
                </a:lnTo>
                <a:lnTo>
                  <a:pt x="37870" y="897573"/>
                </a:lnTo>
                <a:lnTo>
                  <a:pt x="34629" y="896432"/>
                </a:lnTo>
                <a:lnTo>
                  <a:pt x="31547" y="895214"/>
                </a:lnTo>
                <a:lnTo>
                  <a:pt x="28618" y="893902"/>
                </a:lnTo>
                <a:lnTo>
                  <a:pt x="25837" y="892506"/>
                </a:lnTo>
                <a:lnTo>
                  <a:pt x="23202" y="891005"/>
                </a:lnTo>
                <a:lnTo>
                  <a:pt x="20715" y="889399"/>
                </a:lnTo>
                <a:lnTo>
                  <a:pt x="18374" y="887690"/>
                </a:lnTo>
                <a:lnTo>
                  <a:pt x="16187" y="885865"/>
                </a:lnTo>
                <a:lnTo>
                  <a:pt x="14147" y="883927"/>
                </a:lnTo>
                <a:lnTo>
                  <a:pt x="12273" y="881882"/>
                </a:lnTo>
                <a:lnTo>
                  <a:pt x="10563" y="879743"/>
                </a:lnTo>
                <a:lnTo>
                  <a:pt x="9019" y="877513"/>
                </a:lnTo>
                <a:lnTo>
                  <a:pt x="7640" y="875204"/>
                </a:lnTo>
                <a:lnTo>
                  <a:pt x="6426" y="872826"/>
                </a:lnTo>
                <a:lnTo>
                  <a:pt x="5373" y="870400"/>
                </a:lnTo>
                <a:lnTo>
                  <a:pt x="4460" y="867931"/>
                </a:lnTo>
                <a:lnTo>
                  <a:pt x="3688" y="865419"/>
                </a:lnTo>
                <a:lnTo>
                  <a:pt x="3038" y="862870"/>
                </a:lnTo>
                <a:lnTo>
                  <a:pt x="2500" y="860296"/>
                </a:lnTo>
                <a:lnTo>
                  <a:pt x="2059" y="857687"/>
                </a:lnTo>
                <a:lnTo>
                  <a:pt x="1709" y="855040"/>
                </a:lnTo>
                <a:lnTo>
                  <a:pt x="1427" y="852307"/>
                </a:lnTo>
                <a:lnTo>
                  <a:pt x="1066" y="846886"/>
                </a:lnTo>
                <a:lnTo>
                  <a:pt x="894" y="841199"/>
                </a:lnTo>
                <a:lnTo>
                  <a:pt x="851" y="835318"/>
                </a:lnTo>
                <a:lnTo>
                  <a:pt x="0" y="75636"/>
                </a:lnTo>
                <a:lnTo>
                  <a:pt x="49" y="69735"/>
                </a:lnTo>
                <a:moveTo>
                  <a:pt x="19913" y="75752"/>
                </a:moveTo>
                <a:lnTo>
                  <a:pt x="19913" y="75660"/>
                </a:lnTo>
                <a:lnTo>
                  <a:pt x="20764" y="835262"/>
                </a:lnTo>
                <a:lnTo>
                  <a:pt x="20758" y="835201"/>
                </a:lnTo>
                <a:lnTo>
                  <a:pt x="20807" y="840936"/>
                </a:lnTo>
                <a:lnTo>
                  <a:pt x="20800" y="840709"/>
                </a:lnTo>
                <a:lnTo>
                  <a:pt x="20966" y="846101"/>
                </a:lnTo>
                <a:lnTo>
                  <a:pt x="20948" y="845745"/>
                </a:lnTo>
                <a:lnTo>
                  <a:pt x="21285" y="850806"/>
                </a:lnTo>
                <a:lnTo>
                  <a:pt x="21255" y="850445"/>
                </a:lnTo>
                <a:lnTo>
                  <a:pt x="21499" y="852846"/>
                </a:lnTo>
                <a:lnTo>
                  <a:pt x="21468" y="852553"/>
                </a:lnTo>
                <a:lnTo>
                  <a:pt x="21774" y="854880"/>
                </a:lnTo>
                <a:lnTo>
                  <a:pt x="21725" y="854544"/>
                </a:lnTo>
                <a:lnTo>
                  <a:pt x="22106" y="856792"/>
                </a:lnTo>
                <a:lnTo>
                  <a:pt x="22032" y="856412"/>
                </a:lnTo>
                <a:lnTo>
                  <a:pt x="22486" y="858587"/>
                </a:lnTo>
                <a:lnTo>
                  <a:pt x="22388" y="858158"/>
                </a:lnTo>
                <a:lnTo>
                  <a:pt x="22921" y="860260"/>
                </a:lnTo>
                <a:lnTo>
                  <a:pt x="22793" y="859788"/>
                </a:lnTo>
                <a:lnTo>
                  <a:pt x="23416" y="861816"/>
                </a:lnTo>
                <a:lnTo>
                  <a:pt x="23245" y="861308"/>
                </a:lnTo>
                <a:lnTo>
                  <a:pt x="23962" y="863256"/>
                </a:lnTo>
                <a:lnTo>
                  <a:pt x="23749" y="862723"/>
                </a:lnTo>
                <a:lnTo>
                  <a:pt x="24562" y="864598"/>
                </a:lnTo>
                <a:lnTo>
                  <a:pt x="24300" y="864040"/>
                </a:lnTo>
                <a:lnTo>
                  <a:pt x="25224" y="865854"/>
                </a:lnTo>
                <a:lnTo>
                  <a:pt x="24911" y="865284"/>
                </a:lnTo>
                <a:lnTo>
                  <a:pt x="25947" y="867024"/>
                </a:lnTo>
                <a:lnTo>
                  <a:pt x="25586" y="866454"/>
                </a:lnTo>
                <a:lnTo>
                  <a:pt x="26744" y="868133"/>
                </a:lnTo>
                <a:lnTo>
                  <a:pt x="26333" y="867582"/>
                </a:lnTo>
                <a:lnTo>
                  <a:pt x="27613" y="869187"/>
                </a:lnTo>
                <a:lnTo>
                  <a:pt x="27173" y="868666"/>
                </a:lnTo>
                <a:lnTo>
                  <a:pt x="28588" y="870210"/>
                </a:lnTo>
                <a:lnTo>
                  <a:pt x="28116" y="869726"/>
                </a:lnTo>
                <a:lnTo>
                  <a:pt x="29667" y="871208"/>
                </a:lnTo>
                <a:lnTo>
                  <a:pt x="29182" y="870774"/>
                </a:lnTo>
                <a:lnTo>
                  <a:pt x="30878" y="872189"/>
                </a:lnTo>
                <a:lnTo>
                  <a:pt x="30390" y="871803"/>
                </a:lnTo>
                <a:lnTo>
                  <a:pt x="32239" y="873157"/>
                </a:lnTo>
                <a:lnTo>
                  <a:pt x="31755" y="872826"/>
                </a:lnTo>
                <a:lnTo>
                  <a:pt x="33765" y="874125"/>
                </a:lnTo>
                <a:lnTo>
                  <a:pt x="33293" y="873837"/>
                </a:lnTo>
                <a:lnTo>
                  <a:pt x="35469" y="875074"/>
                </a:lnTo>
                <a:lnTo>
                  <a:pt x="35021" y="874836"/>
                </a:lnTo>
                <a:lnTo>
                  <a:pt x="37369" y="876019"/>
                </a:lnTo>
                <a:lnTo>
                  <a:pt x="36945" y="875816"/>
                </a:lnTo>
                <a:lnTo>
                  <a:pt x="39469" y="876944"/>
                </a:lnTo>
                <a:lnTo>
                  <a:pt x="39077" y="876778"/>
                </a:lnTo>
                <a:lnTo>
                  <a:pt x="41779" y="877850"/>
                </a:lnTo>
                <a:lnTo>
                  <a:pt x="41417" y="877715"/>
                </a:lnTo>
                <a:lnTo>
                  <a:pt x="44315" y="878732"/>
                </a:lnTo>
                <a:lnTo>
                  <a:pt x="43985" y="878622"/>
                </a:lnTo>
                <a:lnTo>
                  <a:pt x="47073" y="879590"/>
                </a:lnTo>
                <a:lnTo>
                  <a:pt x="46773" y="879499"/>
                </a:lnTo>
                <a:lnTo>
                  <a:pt x="50069" y="880417"/>
                </a:lnTo>
                <a:lnTo>
                  <a:pt x="49793" y="880344"/>
                </a:lnTo>
                <a:lnTo>
                  <a:pt x="53298" y="881208"/>
                </a:lnTo>
                <a:lnTo>
                  <a:pt x="53047" y="881153"/>
                </a:lnTo>
                <a:lnTo>
                  <a:pt x="56765" y="881973"/>
                </a:lnTo>
                <a:lnTo>
                  <a:pt x="56538" y="881925"/>
                </a:lnTo>
                <a:lnTo>
                  <a:pt x="60484" y="882696"/>
                </a:lnTo>
                <a:lnTo>
                  <a:pt x="60275" y="882660"/>
                </a:lnTo>
                <a:lnTo>
                  <a:pt x="64448" y="883389"/>
                </a:lnTo>
                <a:lnTo>
                  <a:pt x="64265" y="883358"/>
                </a:lnTo>
                <a:lnTo>
                  <a:pt x="68670" y="884045"/>
                </a:lnTo>
                <a:lnTo>
                  <a:pt x="68504" y="884020"/>
                </a:lnTo>
                <a:lnTo>
                  <a:pt x="73148" y="884663"/>
                </a:lnTo>
                <a:lnTo>
                  <a:pt x="73001" y="884645"/>
                </a:lnTo>
                <a:lnTo>
                  <a:pt x="77891" y="885251"/>
                </a:lnTo>
                <a:lnTo>
                  <a:pt x="77756" y="885233"/>
                </a:lnTo>
                <a:lnTo>
                  <a:pt x="82903" y="885797"/>
                </a:lnTo>
                <a:lnTo>
                  <a:pt x="82724" y="885778"/>
                </a:lnTo>
                <a:lnTo>
                  <a:pt x="93808" y="886789"/>
                </a:lnTo>
                <a:lnTo>
                  <a:pt x="93612" y="886777"/>
                </a:lnTo>
                <a:lnTo>
                  <a:pt x="105787" y="887647"/>
                </a:lnTo>
                <a:lnTo>
                  <a:pt x="105627" y="887635"/>
                </a:lnTo>
                <a:lnTo>
                  <a:pt x="118940" y="888376"/>
                </a:lnTo>
                <a:lnTo>
                  <a:pt x="118818" y="888370"/>
                </a:lnTo>
                <a:lnTo>
                  <a:pt x="133327" y="888989"/>
                </a:lnTo>
                <a:lnTo>
                  <a:pt x="133222" y="888983"/>
                </a:lnTo>
                <a:lnTo>
                  <a:pt x="148980" y="889491"/>
                </a:lnTo>
                <a:lnTo>
                  <a:pt x="148894" y="889491"/>
                </a:lnTo>
                <a:lnTo>
                  <a:pt x="165951" y="889896"/>
                </a:lnTo>
                <a:lnTo>
                  <a:pt x="165884" y="889896"/>
                </a:lnTo>
                <a:lnTo>
                  <a:pt x="184284" y="890214"/>
                </a:lnTo>
                <a:lnTo>
                  <a:pt x="184234" y="890214"/>
                </a:lnTo>
                <a:lnTo>
                  <a:pt x="204031" y="890460"/>
                </a:lnTo>
                <a:lnTo>
                  <a:pt x="203993" y="890453"/>
                </a:lnTo>
                <a:lnTo>
                  <a:pt x="225241" y="890631"/>
                </a:lnTo>
                <a:lnTo>
                  <a:pt x="225199" y="890631"/>
                </a:lnTo>
                <a:lnTo>
                  <a:pt x="272259" y="890814"/>
                </a:lnTo>
                <a:lnTo>
                  <a:pt x="272222" y="890814"/>
                </a:lnTo>
                <a:lnTo>
                  <a:pt x="325698" y="890857"/>
                </a:lnTo>
                <a:lnTo>
                  <a:pt x="2998362" y="894215"/>
                </a:lnTo>
                <a:lnTo>
                  <a:pt x="2998344" y="894215"/>
                </a:lnTo>
                <a:lnTo>
                  <a:pt x="3051733" y="894191"/>
                </a:lnTo>
                <a:lnTo>
                  <a:pt x="3051710" y="894191"/>
                </a:lnTo>
                <a:lnTo>
                  <a:pt x="3098519" y="894056"/>
                </a:lnTo>
                <a:lnTo>
                  <a:pt x="3098482" y="894056"/>
                </a:lnTo>
                <a:lnTo>
                  <a:pt x="3119560" y="893915"/>
                </a:lnTo>
                <a:lnTo>
                  <a:pt x="3119522" y="893915"/>
                </a:lnTo>
                <a:lnTo>
                  <a:pt x="3139121" y="893719"/>
                </a:lnTo>
                <a:lnTo>
                  <a:pt x="3139072" y="893719"/>
                </a:lnTo>
                <a:lnTo>
                  <a:pt x="3157239" y="893449"/>
                </a:lnTo>
                <a:lnTo>
                  <a:pt x="3157178" y="893449"/>
                </a:lnTo>
                <a:lnTo>
                  <a:pt x="3173977" y="893094"/>
                </a:lnTo>
                <a:lnTo>
                  <a:pt x="3173898" y="893094"/>
                </a:lnTo>
                <a:lnTo>
                  <a:pt x="3189374" y="892647"/>
                </a:lnTo>
                <a:lnTo>
                  <a:pt x="3189276" y="892647"/>
                </a:lnTo>
                <a:lnTo>
                  <a:pt x="3203485" y="892095"/>
                </a:lnTo>
                <a:lnTo>
                  <a:pt x="3203361" y="892101"/>
                </a:lnTo>
                <a:lnTo>
                  <a:pt x="3216363" y="891427"/>
                </a:lnTo>
                <a:lnTo>
                  <a:pt x="3216203" y="891433"/>
                </a:lnTo>
                <a:lnTo>
                  <a:pt x="3228046" y="890631"/>
                </a:lnTo>
                <a:lnTo>
                  <a:pt x="3227851" y="890649"/>
                </a:lnTo>
                <a:lnTo>
                  <a:pt x="3238592" y="889706"/>
                </a:lnTo>
                <a:lnTo>
                  <a:pt x="3238408" y="889724"/>
                </a:lnTo>
                <a:lnTo>
                  <a:pt x="3243382" y="889197"/>
                </a:lnTo>
                <a:lnTo>
                  <a:pt x="3243247" y="889209"/>
                </a:lnTo>
                <a:lnTo>
                  <a:pt x="3247966" y="888646"/>
                </a:lnTo>
                <a:lnTo>
                  <a:pt x="3247812" y="888664"/>
                </a:lnTo>
                <a:lnTo>
                  <a:pt x="3252279" y="888057"/>
                </a:lnTo>
                <a:lnTo>
                  <a:pt x="3252107" y="888082"/>
                </a:lnTo>
                <a:lnTo>
                  <a:pt x="3256335" y="887432"/>
                </a:lnTo>
                <a:lnTo>
                  <a:pt x="3256144" y="887463"/>
                </a:lnTo>
                <a:lnTo>
                  <a:pt x="3260132" y="886771"/>
                </a:lnTo>
                <a:lnTo>
                  <a:pt x="3259918" y="886813"/>
                </a:lnTo>
                <a:lnTo>
                  <a:pt x="3263686" y="886078"/>
                </a:lnTo>
                <a:lnTo>
                  <a:pt x="3263448" y="886127"/>
                </a:lnTo>
                <a:lnTo>
                  <a:pt x="3266990" y="885344"/>
                </a:lnTo>
                <a:lnTo>
                  <a:pt x="3266725" y="885405"/>
                </a:lnTo>
                <a:lnTo>
                  <a:pt x="3270053" y="884572"/>
                </a:lnTo>
                <a:lnTo>
                  <a:pt x="3269757" y="884651"/>
                </a:lnTo>
                <a:lnTo>
                  <a:pt x="3272876" y="883768"/>
                </a:lnTo>
                <a:lnTo>
                  <a:pt x="3272553" y="883867"/>
                </a:lnTo>
                <a:lnTo>
                  <a:pt x="3275469" y="882936"/>
                </a:lnTo>
                <a:lnTo>
                  <a:pt x="3275113" y="883058"/>
                </a:lnTo>
                <a:lnTo>
                  <a:pt x="3277834" y="882078"/>
                </a:lnTo>
                <a:lnTo>
                  <a:pt x="3277448" y="882225"/>
                </a:lnTo>
                <a:lnTo>
                  <a:pt x="3279978" y="881189"/>
                </a:lnTo>
                <a:lnTo>
                  <a:pt x="3279561" y="881373"/>
                </a:lnTo>
                <a:lnTo>
                  <a:pt x="3281908" y="880282"/>
                </a:lnTo>
                <a:lnTo>
                  <a:pt x="3281461" y="880509"/>
                </a:lnTo>
                <a:lnTo>
                  <a:pt x="3283636" y="879364"/>
                </a:lnTo>
                <a:lnTo>
                  <a:pt x="3283157" y="879633"/>
                </a:lnTo>
                <a:lnTo>
                  <a:pt x="3285161" y="878427"/>
                </a:lnTo>
                <a:lnTo>
                  <a:pt x="3284666" y="878745"/>
                </a:lnTo>
                <a:lnTo>
                  <a:pt x="3286510" y="877489"/>
                </a:lnTo>
                <a:lnTo>
                  <a:pt x="3285994" y="877863"/>
                </a:lnTo>
                <a:lnTo>
                  <a:pt x="3287691" y="876539"/>
                </a:lnTo>
                <a:lnTo>
                  <a:pt x="3287177" y="876967"/>
                </a:lnTo>
                <a:lnTo>
                  <a:pt x="3288721" y="875583"/>
                </a:lnTo>
                <a:lnTo>
                  <a:pt x="3288219" y="876067"/>
                </a:lnTo>
                <a:lnTo>
                  <a:pt x="3289621" y="874621"/>
                </a:lnTo>
                <a:lnTo>
                  <a:pt x="3289145" y="875148"/>
                </a:lnTo>
                <a:lnTo>
                  <a:pt x="3290412" y="873641"/>
                </a:lnTo>
                <a:lnTo>
                  <a:pt x="3289970" y="874205"/>
                </a:lnTo>
                <a:lnTo>
                  <a:pt x="3291112" y="872630"/>
                </a:lnTo>
                <a:lnTo>
                  <a:pt x="3290719" y="873212"/>
                </a:lnTo>
                <a:lnTo>
                  <a:pt x="3291735" y="871570"/>
                </a:lnTo>
                <a:lnTo>
                  <a:pt x="3291398" y="872164"/>
                </a:lnTo>
                <a:lnTo>
                  <a:pt x="3292305" y="870449"/>
                </a:lnTo>
                <a:lnTo>
                  <a:pt x="3292017" y="871038"/>
                </a:lnTo>
                <a:lnTo>
                  <a:pt x="3292819" y="869254"/>
                </a:lnTo>
                <a:lnTo>
                  <a:pt x="3292586" y="869818"/>
                </a:lnTo>
                <a:lnTo>
                  <a:pt x="3293286" y="867962"/>
                </a:lnTo>
                <a:lnTo>
                  <a:pt x="3293102" y="868489"/>
                </a:lnTo>
                <a:lnTo>
                  <a:pt x="3293709" y="866565"/>
                </a:lnTo>
                <a:lnTo>
                  <a:pt x="3293568" y="867049"/>
                </a:lnTo>
                <a:lnTo>
                  <a:pt x="3294081" y="865051"/>
                </a:lnTo>
                <a:lnTo>
                  <a:pt x="3293977" y="865493"/>
                </a:lnTo>
                <a:lnTo>
                  <a:pt x="3294419" y="863415"/>
                </a:lnTo>
                <a:lnTo>
                  <a:pt x="3294347" y="863807"/>
                </a:lnTo>
                <a:lnTo>
                  <a:pt x="3294707" y="861651"/>
                </a:lnTo>
                <a:lnTo>
                  <a:pt x="3294651" y="862000"/>
                </a:lnTo>
                <a:lnTo>
                  <a:pt x="3294951" y="859764"/>
                </a:lnTo>
                <a:lnTo>
                  <a:pt x="3294902" y="860193"/>
                </a:lnTo>
                <a:lnTo>
                  <a:pt x="3295326" y="855487"/>
                </a:lnTo>
                <a:lnTo>
                  <a:pt x="3295295" y="855909"/>
                </a:lnTo>
                <a:lnTo>
                  <a:pt x="3295528" y="850874"/>
                </a:lnTo>
                <a:lnTo>
                  <a:pt x="3295516" y="851149"/>
                </a:lnTo>
                <a:lnTo>
                  <a:pt x="3295621" y="845770"/>
                </a:lnTo>
                <a:lnTo>
                  <a:pt x="3295621" y="845917"/>
                </a:lnTo>
                <a:lnTo>
                  <a:pt x="3295637" y="840188"/>
                </a:lnTo>
                <a:lnTo>
                  <a:pt x="3295637" y="840231"/>
                </a:lnTo>
                <a:lnTo>
                  <a:pt x="3294793" y="73032"/>
                </a:lnTo>
                <a:lnTo>
                  <a:pt x="3294793" y="73136"/>
                </a:lnTo>
                <a:lnTo>
                  <a:pt x="3294756" y="70226"/>
                </a:lnTo>
                <a:lnTo>
                  <a:pt x="3294763" y="70471"/>
                </a:lnTo>
                <a:lnTo>
                  <a:pt x="3294658" y="67659"/>
                </a:lnTo>
                <a:lnTo>
                  <a:pt x="3294677" y="67940"/>
                </a:lnTo>
                <a:lnTo>
                  <a:pt x="3294500" y="65214"/>
                </a:lnTo>
                <a:lnTo>
                  <a:pt x="3294523" y="65533"/>
                </a:lnTo>
                <a:lnTo>
                  <a:pt x="3294265" y="62892"/>
                </a:lnTo>
                <a:lnTo>
                  <a:pt x="3294309" y="63247"/>
                </a:lnTo>
                <a:lnTo>
                  <a:pt x="3293965" y="60699"/>
                </a:lnTo>
                <a:lnTo>
                  <a:pt x="3294028" y="61090"/>
                </a:lnTo>
                <a:lnTo>
                  <a:pt x="3293598" y="58621"/>
                </a:lnTo>
                <a:lnTo>
                  <a:pt x="3293684" y="59057"/>
                </a:lnTo>
                <a:lnTo>
                  <a:pt x="3293158" y="56673"/>
                </a:lnTo>
                <a:lnTo>
                  <a:pt x="3293272" y="57138"/>
                </a:lnTo>
                <a:lnTo>
                  <a:pt x="3292649" y="54841"/>
                </a:lnTo>
                <a:lnTo>
                  <a:pt x="3292796" y="55337"/>
                </a:lnTo>
                <a:lnTo>
                  <a:pt x="3292072" y="53126"/>
                </a:lnTo>
                <a:lnTo>
                  <a:pt x="3292263" y="53647"/>
                </a:lnTo>
                <a:lnTo>
                  <a:pt x="3291424" y="51514"/>
                </a:lnTo>
                <a:lnTo>
                  <a:pt x="3291656" y="52060"/>
                </a:lnTo>
                <a:lnTo>
                  <a:pt x="3290707" y="50001"/>
                </a:lnTo>
                <a:lnTo>
                  <a:pt x="3290982" y="50559"/>
                </a:lnTo>
                <a:lnTo>
                  <a:pt x="3289917" y="48580"/>
                </a:lnTo>
                <a:lnTo>
                  <a:pt x="3290235" y="49131"/>
                </a:lnTo>
                <a:lnTo>
                  <a:pt x="3289047" y="47226"/>
                </a:lnTo>
                <a:lnTo>
                  <a:pt x="3289414" y="47771"/>
                </a:lnTo>
                <a:lnTo>
                  <a:pt x="3288091" y="45939"/>
                </a:lnTo>
                <a:lnTo>
                  <a:pt x="3288496" y="46466"/>
                </a:lnTo>
                <a:lnTo>
                  <a:pt x="3287035" y="44708"/>
                </a:lnTo>
                <a:lnTo>
                  <a:pt x="3287470" y="45197"/>
                </a:lnTo>
                <a:lnTo>
                  <a:pt x="3285880" y="43507"/>
                </a:lnTo>
                <a:lnTo>
                  <a:pt x="3286331" y="43960"/>
                </a:lnTo>
                <a:lnTo>
                  <a:pt x="3284598" y="42343"/>
                </a:lnTo>
                <a:lnTo>
                  <a:pt x="3285063" y="42747"/>
                </a:lnTo>
                <a:lnTo>
                  <a:pt x="3283178" y="41203"/>
                </a:lnTo>
                <a:lnTo>
                  <a:pt x="3283643" y="41564"/>
                </a:lnTo>
                <a:lnTo>
                  <a:pt x="3281608" y="40081"/>
                </a:lnTo>
                <a:lnTo>
                  <a:pt x="3282061" y="40394"/>
                </a:lnTo>
                <a:lnTo>
                  <a:pt x="3279868" y="38979"/>
                </a:lnTo>
                <a:lnTo>
                  <a:pt x="3280315" y="39249"/>
                </a:lnTo>
                <a:lnTo>
                  <a:pt x="3277957" y="37901"/>
                </a:lnTo>
                <a:lnTo>
                  <a:pt x="3278380" y="38127"/>
                </a:lnTo>
                <a:lnTo>
                  <a:pt x="3275855" y="36841"/>
                </a:lnTo>
                <a:lnTo>
                  <a:pt x="3276252" y="37036"/>
                </a:lnTo>
                <a:lnTo>
                  <a:pt x="3273557" y="35805"/>
                </a:lnTo>
                <a:lnTo>
                  <a:pt x="3273932" y="35970"/>
                </a:lnTo>
                <a:lnTo>
                  <a:pt x="3271057" y="34800"/>
                </a:lnTo>
                <a:lnTo>
                  <a:pt x="3271406" y="34935"/>
                </a:lnTo>
                <a:lnTo>
                  <a:pt x="3268348" y="33826"/>
                </a:lnTo>
                <a:lnTo>
                  <a:pt x="3268667" y="33936"/>
                </a:lnTo>
                <a:lnTo>
                  <a:pt x="3265420" y="32883"/>
                </a:lnTo>
                <a:lnTo>
                  <a:pt x="3265720" y="32975"/>
                </a:lnTo>
                <a:lnTo>
                  <a:pt x="3262283" y="31976"/>
                </a:lnTo>
                <a:lnTo>
                  <a:pt x="3262553" y="32049"/>
                </a:lnTo>
                <a:lnTo>
                  <a:pt x="3258914" y="31106"/>
                </a:lnTo>
                <a:lnTo>
                  <a:pt x="3259165" y="31167"/>
                </a:lnTo>
                <a:lnTo>
                  <a:pt x="3255323" y="30273"/>
                </a:lnTo>
                <a:lnTo>
                  <a:pt x="3255551" y="30321"/>
                </a:lnTo>
                <a:lnTo>
                  <a:pt x="3251507" y="29476"/>
                </a:lnTo>
                <a:lnTo>
                  <a:pt x="3251714" y="29519"/>
                </a:lnTo>
                <a:lnTo>
                  <a:pt x="3247456" y="28728"/>
                </a:lnTo>
                <a:lnTo>
                  <a:pt x="3247640" y="28759"/>
                </a:lnTo>
                <a:lnTo>
                  <a:pt x="3243168" y="28012"/>
                </a:lnTo>
                <a:lnTo>
                  <a:pt x="3243338" y="28042"/>
                </a:lnTo>
                <a:lnTo>
                  <a:pt x="3238641" y="27338"/>
                </a:lnTo>
                <a:lnTo>
                  <a:pt x="3238794" y="27362"/>
                </a:lnTo>
                <a:lnTo>
                  <a:pt x="3233874" y="26707"/>
                </a:lnTo>
                <a:lnTo>
                  <a:pt x="3234008" y="26725"/>
                </a:lnTo>
                <a:lnTo>
                  <a:pt x="3228855" y="26112"/>
                </a:lnTo>
                <a:lnTo>
                  <a:pt x="3228985" y="26125"/>
                </a:lnTo>
                <a:lnTo>
                  <a:pt x="3223586" y="25555"/>
                </a:lnTo>
                <a:lnTo>
                  <a:pt x="3223758" y="25573"/>
                </a:lnTo>
                <a:lnTo>
                  <a:pt x="3212245" y="24550"/>
                </a:lnTo>
                <a:lnTo>
                  <a:pt x="3212431" y="24568"/>
                </a:lnTo>
                <a:lnTo>
                  <a:pt x="3199913" y="23699"/>
                </a:lnTo>
                <a:lnTo>
                  <a:pt x="3200066" y="23704"/>
                </a:lnTo>
                <a:lnTo>
                  <a:pt x="3186500" y="22975"/>
                </a:lnTo>
                <a:lnTo>
                  <a:pt x="3186623" y="22975"/>
                </a:lnTo>
                <a:lnTo>
                  <a:pt x="3171973" y="22369"/>
                </a:lnTo>
                <a:lnTo>
                  <a:pt x="3172077" y="22375"/>
                </a:lnTo>
                <a:lnTo>
                  <a:pt x="3156302" y="21879"/>
                </a:lnTo>
                <a:lnTo>
                  <a:pt x="3156388" y="21885"/>
                </a:lnTo>
                <a:lnTo>
                  <a:pt x="3139451" y="21493"/>
                </a:lnTo>
                <a:lnTo>
                  <a:pt x="3139514" y="21493"/>
                </a:lnTo>
                <a:lnTo>
                  <a:pt x="3121378" y="21193"/>
                </a:lnTo>
                <a:lnTo>
                  <a:pt x="3121427" y="21193"/>
                </a:lnTo>
                <a:lnTo>
                  <a:pt x="3102049" y="20966"/>
                </a:lnTo>
                <a:lnTo>
                  <a:pt x="3102084" y="20966"/>
                </a:lnTo>
                <a:lnTo>
                  <a:pt x="3081425" y="20813"/>
                </a:lnTo>
                <a:lnTo>
                  <a:pt x="3081455" y="20813"/>
                </a:lnTo>
                <a:lnTo>
                  <a:pt x="3059480" y="20709"/>
                </a:lnTo>
                <a:lnTo>
                  <a:pt x="3059503" y="20709"/>
                </a:lnTo>
                <a:lnTo>
                  <a:pt x="3011427" y="20629"/>
                </a:lnTo>
                <a:lnTo>
                  <a:pt x="3011443" y="20629"/>
                </a:lnTo>
                <a:lnTo>
                  <a:pt x="2957614" y="20616"/>
                </a:lnTo>
                <a:lnTo>
                  <a:pt x="325686" y="19912"/>
                </a:lnTo>
                <a:lnTo>
                  <a:pt x="325692" y="19912"/>
                </a:lnTo>
                <a:lnTo>
                  <a:pt x="272217" y="19955"/>
                </a:lnTo>
                <a:lnTo>
                  <a:pt x="272247" y="19955"/>
                </a:lnTo>
                <a:lnTo>
                  <a:pt x="225169" y="20151"/>
                </a:lnTo>
                <a:lnTo>
                  <a:pt x="225211" y="20151"/>
                </a:lnTo>
                <a:lnTo>
                  <a:pt x="203939" y="20329"/>
                </a:lnTo>
                <a:lnTo>
                  <a:pt x="203982" y="20323"/>
                </a:lnTo>
                <a:lnTo>
                  <a:pt x="184155" y="20574"/>
                </a:lnTo>
                <a:lnTo>
                  <a:pt x="184210" y="20567"/>
                </a:lnTo>
                <a:lnTo>
                  <a:pt x="165781" y="20892"/>
                </a:lnTo>
                <a:lnTo>
                  <a:pt x="165848" y="20892"/>
                </a:lnTo>
                <a:lnTo>
                  <a:pt x="148767" y="21309"/>
                </a:lnTo>
                <a:lnTo>
                  <a:pt x="148853" y="21309"/>
                </a:lnTo>
                <a:lnTo>
                  <a:pt x="133063" y="21817"/>
                </a:lnTo>
                <a:lnTo>
                  <a:pt x="133167" y="21817"/>
                </a:lnTo>
                <a:lnTo>
                  <a:pt x="118622" y="22443"/>
                </a:lnTo>
                <a:lnTo>
                  <a:pt x="118751" y="22436"/>
                </a:lnTo>
                <a:lnTo>
                  <a:pt x="105401" y="23183"/>
                </a:lnTo>
                <a:lnTo>
                  <a:pt x="105560" y="23172"/>
                </a:lnTo>
                <a:lnTo>
                  <a:pt x="93349" y="24047"/>
                </a:lnTo>
                <a:lnTo>
                  <a:pt x="93544" y="24036"/>
                </a:lnTo>
                <a:lnTo>
                  <a:pt x="82425" y="25053"/>
                </a:lnTo>
                <a:lnTo>
                  <a:pt x="82602" y="25040"/>
                </a:lnTo>
                <a:lnTo>
                  <a:pt x="77437" y="25604"/>
                </a:lnTo>
                <a:lnTo>
                  <a:pt x="77573" y="25591"/>
                </a:lnTo>
                <a:lnTo>
                  <a:pt x="72660" y="26198"/>
                </a:lnTo>
                <a:lnTo>
                  <a:pt x="72806" y="26174"/>
                </a:lnTo>
                <a:lnTo>
                  <a:pt x="68144" y="26823"/>
                </a:lnTo>
                <a:lnTo>
                  <a:pt x="68302" y="26798"/>
                </a:lnTo>
                <a:lnTo>
                  <a:pt x="63879" y="27491"/>
                </a:lnTo>
                <a:lnTo>
                  <a:pt x="64062" y="27460"/>
                </a:lnTo>
                <a:lnTo>
                  <a:pt x="59878" y="28195"/>
                </a:lnTo>
                <a:lnTo>
                  <a:pt x="60079" y="28153"/>
                </a:lnTo>
                <a:lnTo>
                  <a:pt x="56116" y="28931"/>
                </a:lnTo>
                <a:lnTo>
                  <a:pt x="56342" y="28888"/>
                </a:lnTo>
                <a:lnTo>
                  <a:pt x="52599" y="29709"/>
                </a:lnTo>
                <a:lnTo>
                  <a:pt x="52850" y="29654"/>
                </a:lnTo>
                <a:lnTo>
                  <a:pt x="49327" y="30524"/>
                </a:lnTo>
                <a:lnTo>
                  <a:pt x="49597" y="30450"/>
                </a:lnTo>
                <a:lnTo>
                  <a:pt x="46282" y="31375"/>
                </a:lnTo>
                <a:lnTo>
                  <a:pt x="46582" y="31284"/>
                </a:lnTo>
                <a:lnTo>
                  <a:pt x="43475" y="32257"/>
                </a:lnTo>
                <a:lnTo>
                  <a:pt x="43801" y="32147"/>
                </a:lnTo>
                <a:lnTo>
                  <a:pt x="40891" y="33171"/>
                </a:lnTo>
                <a:lnTo>
                  <a:pt x="41245" y="33036"/>
                </a:lnTo>
                <a:lnTo>
                  <a:pt x="38520" y="34108"/>
                </a:lnTo>
                <a:lnTo>
                  <a:pt x="38912" y="33949"/>
                </a:lnTo>
                <a:lnTo>
                  <a:pt x="36369" y="35076"/>
                </a:lnTo>
                <a:lnTo>
                  <a:pt x="36785" y="34880"/>
                </a:lnTo>
                <a:lnTo>
                  <a:pt x="34427" y="36062"/>
                </a:lnTo>
                <a:lnTo>
                  <a:pt x="34868" y="35829"/>
                </a:lnTo>
                <a:lnTo>
                  <a:pt x="32675" y="37068"/>
                </a:lnTo>
                <a:lnTo>
                  <a:pt x="33140" y="36785"/>
                </a:lnTo>
                <a:lnTo>
                  <a:pt x="31118" y="38084"/>
                </a:lnTo>
                <a:lnTo>
                  <a:pt x="31597" y="37759"/>
                </a:lnTo>
                <a:lnTo>
                  <a:pt x="29727" y="39120"/>
                </a:lnTo>
                <a:lnTo>
                  <a:pt x="30218" y="38739"/>
                </a:lnTo>
                <a:lnTo>
                  <a:pt x="28502" y="40155"/>
                </a:lnTo>
                <a:lnTo>
                  <a:pt x="28985" y="39727"/>
                </a:lnTo>
                <a:lnTo>
                  <a:pt x="27411" y="41209"/>
                </a:lnTo>
                <a:lnTo>
                  <a:pt x="27883" y="40731"/>
                </a:lnTo>
                <a:lnTo>
                  <a:pt x="26455" y="42281"/>
                </a:lnTo>
                <a:lnTo>
                  <a:pt x="26897" y="41766"/>
                </a:lnTo>
                <a:lnTo>
                  <a:pt x="25597" y="43372"/>
                </a:lnTo>
                <a:lnTo>
                  <a:pt x="26009" y="42826"/>
                </a:lnTo>
                <a:lnTo>
                  <a:pt x="24838" y="44505"/>
                </a:lnTo>
                <a:lnTo>
                  <a:pt x="25205" y="43942"/>
                </a:lnTo>
                <a:lnTo>
                  <a:pt x="24151" y="45688"/>
                </a:lnTo>
                <a:lnTo>
                  <a:pt x="24469" y="45118"/>
                </a:lnTo>
                <a:lnTo>
                  <a:pt x="23532" y="46931"/>
                </a:lnTo>
                <a:lnTo>
                  <a:pt x="23796" y="46374"/>
                </a:lnTo>
                <a:lnTo>
                  <a:pt x="22963" y="48255"/>
                </a:lnTo>
                <a:lnTo>
                  <a:pt x="23183" y="47716"/>
                </a:lnTo>
                <a:lnTo>
                  <a:pt x="22454" y="49670"/>
                </a:lnTo>
                <a:lnTo>
                  <a:pt x="22627" y="49162"/>
                </a:lnTo>
                <a:lnTo>
                  <a:pt x="21995" y="51190"/>
                </a:lnTo>
                <a:lnTo>
                  <a:pt x="22130" y="50718"/>
                </a:lnTo>
                <a:lnTo>
                  <a:pt x="21585" y="52819"/>
                </a:lnTo>
                <a:lnTo>
                  <a:pt x="21684" y="52390"/>
                </a:lnTo>
                <a:lnTo>
                  <a:pt x="21223" y="54565"/>
                </a:lnTo>
                <a:lnTo>
                  <a:pt x="21298" y="54179"/>
                </a:lnTo>
                <a:lnTo>
                  <a:pt x="20905" y="56434"/>
                </a:lnTo>
                <a:lnTo>
                  <a:pt x="20960" y="56091"/>
                </a:lnTo>
                <a:lnTo>
                  <a:pt x="20642" y="58420"/>
                </a:lnTo>
                <a:lnTo>
                  <a:pt x="20679" y="58119"/>
                </a:lnTo>
                <a:lnTo>
                  <a:pt x="20421" y="60527"/>
                </a:lnTo>
                <a:lnTo>
                  <a:pt x="20451" y="60159"/>
                </a:lnTo>
                <a:lnTo>
                  <a:pt x="20109" y="65220"/>
                </a:lnTo>
                <a:lnTo>
                  <a:pt x="20127" y="64852"/>
                </a:lnTo>
                <a:lnTo>
                  <a:pt x="19956" y="70250"/>
                </a:lnTo>
                <a:lnTo>
                  <a:pt x="19956" y="70011"/>
                </a:lnTo>
                <a:lnTo>
                  <a:pt x="19913" y="7575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245E609C-2A17-4A0A-8025-1943D378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703" y="1411826"/>
            <a:ext cx="4265828" cy="2874404"/>
          </a:xfrm>
          <a:custGeom xmlns:a="http://schemas.openxmlformats.org/drawingml/2006/main">
            <a:pathLst>
              <a:path w="4265828" h="2874404">
                <a:moveTo>
                  <a:pt x="1091" y="2640009"/>
                </a:moveTo>
                <a:lnTo>
                  <a:pt x="1049" y="2548106"/>
                </a:lnTo>
                <a:lnTo>
                  <a:pt x="31682" y="2548094"/>
                </a:lnTo>
                <a:lnTo>
                  <a:pt x="31726" y="2639997"/>
                </a:lnTo>
                <a:lnTo>
                  <a:pt x="1091" y="2640009"/>
                </a:lnTo>
                <a:moveTo>
                  <a:pt x="1037" y="2517472"/>
                </a:moveTo>
                <a:lnTo>
                  <a:pt x="993" y="2425569"/>
                </a:lnTo>
                <a:lnTo>
                  <a:pt x="31628" y="2425557"/>
                </a:lnTo>
                <a:lnTo>
                  <a:pt x="31670" y="2517459"/>
                </a:lnTo>
                <a:lnTo>
                  <a:pt x="1037" y="2517472"/>
                </a:lnTo>
                <a:moveTo>
                  <a:pt x="981" y="2394934"/>
                </a:moveTo>
                <a:lnTo>
                  <a:pt x="939" y="2303032"/>
                </a:lnTo>
                <a:lnTo>
                  <a:pt x="31572" y="2303020"/>
                </a:lnTo>
                <a:lnTo>
                  <a:pt x="31617" y="2394923"/>
                </a:lnTo>
                <a:lnTo>
                  <a:pt x="981" y="2394934"/>
                </a:lnTo>
                <a:moveTo>
                  <a:pt x="926" y="2272398"/>
                </a:moveTo>
                <a:lnTo>
                  <a:pt x="884" y="2180495"/>
                </a:lnTo>
                <a:lnTo>
                  <a:pt x="31517" y="2180482"/>
                </a:lnTo>
                <a:lnTo>
                  <a:pt x="31561" y="2272385"/>
                </a:lnTo>
                <a:lnTo>
                  <a:pt x="926" y="2272398"/>
                </a:lnTo>
                <a:moveTo>
                  <a:pt x="870" y="2149860"/>
                </a:moveTo>
                <a:lnTo>
                  <a:pt x="828" y="2057957"/>
                </a:lnTo>
                <a:lnTo>
                  <a:pt x="31463" y="2057945"/>
                </a:lnTo>
                <a:lnTo>
                  <a:pt x="31505" y="2149848"/>
                </a:lnTo>
                <a:lnTo>
                  <a:pt x="870" y="2149860"/>
                </a:lnTo>
                <a:moveTo>
                  <a:pt x="816" y="2027323"/>
                </a:moveTo>
                <a:lnTo>
                  <a:pt x="772" y="1935421"/>
                </a:lnTo>
                <a:lnTo>
                  <a:pt x="31407" y="1935408"/>
                </a:lnTo>
                <a:lnTo>
                  <a:pt x="31449" y="2027311"/>
                </a:lnTo>
                <a:lnTo>
                  <a:pt x="816" y="2027323"/>
                </a:lnTo>
                <a:moveTo>
                  <a:pt x="760" y="1904786"/>
                </a:moveTo>
                <a:lnTo>
                  <a:pt x="719" y="1812883"/>
                </a:lnTo>
                <a:lnTo>
                  <a:pt x="31352" y="1812871"/>
                </a:lnTo>
                <a:lnTo>
                  <a:pt x="31396" y="1904774"/>
                </a:lnTo>
                <a:lnTo>
                  <a:pt x="760" y="1904786"/>
                </a:lnTo>
                <a:moveTo>
                  <a:pt x="705" y="1782248"/>
                </a:moveTo>
                <a:lnTo>
                  <a:pt x="663" y="1690346"/>
                </a:lnTo>
                <a:lnTo>
                  <a:pt x="31298" y="1690333"/>
                </a:lnTo>
                <a:lnTo>
                  <a:pt x="31340" y="1782236"/>
                </a:lnTo>
                <a:lnTo>
                  <a:pt x="705" y="1782248"/>
                </a:lnTo>
                <a:moveTo>
                  <a:pt x="651" y="1659712"/>
                </a:moveTo>
                <a:lnTo>
                  <a:pt x="607" y="1567809"/>
                </a:lnTo>
                <a:lnTo>
                  <a:pt x="31242" y="1567796"/>
                </a:lnTo>
                <a:lnTo>
                  <a:pt x="31284" y="1659699"/>
                </a:lnTo>
                <a:lnTo>
                  <a:pt x="651" y="1659712"/>
                </a:lnTo>
                <a:moveTo>
                  <a:pt x="595" y="1537174"/>
                </a:moveTo>
                <a:lnTo>
                  <a:pt x="551" y="1445271"/>
                </a:lnTo>
                <a:lnTo>
                  <a:pt x="31186" y="1445259"/>
                </a:lnTo>
                <a:lnTo>
                  <a:pt x="31231" y="1537162"/>
                </a:lnTo>
                <a:lnTo>
                  <a:pt x="595" y="1537174"/>
                </a:lnTo>
                <a:moveTo>
                  <a:pt x="540" y="1414637"/>
                </a:moveTo>
                <a:lnTo>
                  <a:pt x="498" y="1322734"/>
                </a:lnTo>
                <a:lnTo>
                  <a:pt x="31131" y="1322722"/>
                </a:lnTo>
                <a:lnTo>
                  <a:pt x="31175" y="1414624"/>
                </a:lnTo>
                <a:lnTo>
                  <a:pt x="540" y="1414637"/>
                </a:lnTo>
                <a:moveTo>
                  <a:pt x="484" y="1292100"/>
                </a:moveTo>
                <a:lnTo>
                  <a:pt x="442" y="1200197"/>
                </a:lnTo>
                <a:lnTo>
                  <a:pt x="31077" y="1200185"/>
                </a:lnTo>
                <a:lnTo>
                  <a:pt x="31119" y="1292088"/>
                </a:lnTo>
                <a:lnTo>
                  <a:pt x="484" y="1292100"/>
                </a:lnTo>
                <a:moveTo>
                  <a:pt x="430" y="1169563"/>
                </a:moveTo>
                <a:lnTo>
                  <a:pt x="386" y="1077660"/>
                </a:lnTo>
                <a:lnTo>
                  <a:pt x="31021" y="1077647"/>
                </a:lnTo>
                <a:lnTo>
                  <a:pt x="31063" y="1169550"/>
                </a:lnTo>
                <a:lnTo>
                  <a:pt x="430" y="1169563"/>
                </a:lnTo>
                <a:moveTo>
                  <a:pt x="374" y="1047025"/>
                </a:moveTo>
                <a:lnTo>
                  <a:pt x="333" y="955122"/>
                </a:lnTo>
                <a:lnTo>
                  <a:pt x="30966" y="955110"/>
                </a:lnTo>
                <a:lnTo>
                  <a:pt x="31010" y="1047013"/>
                </a:lnTo>
                <a:lnTo>
                  <a:pt x="374" y="1047025"/>
                </a:lnTo>
                <a:moveTo>
                  <a:pt x="319" y="924488"/>
                </a:moveTo>
                <a:lnTo>
                  <a:pt x="277" y="832586"/>
                </a:lnTo>
                <a:lnTo>
                  <a:pt x="30912" y="832573"/>
                </a:lnTo>
                <a:lnTo>
                  <a:pt x="30954" y="924476"/>
                </a:lnTo>
                <a:lnTo>
                  <a:pt x="319" y="924488"/>
                </a:lnTo>
                <a:moveTo>
                  <a:pt x="265" y="801951"/>
                </a:moveTo>
                <a:lnTo>
                  <a:pt x="221" y="710048"/>
                </a:lnTo>
                <a:lnTo>
                  <a:pt x="30856" y="710036"/>
                </a:lnTo>
                <a:lnTo>
                  <a:pt x="30898" y="801939"/>
                </a:lnTo>
                <a:lnTo>
                  <a:pt x="265" y="801951"/>
                </a:lnTo>
                <a:moveTo>
                  <a:pt x="209" y="679414"/>
                </a:moveTo>
                <a:lnTo>
                  <a:pt x="165" y="587511"/>
                </a:lnTo>
                <a:lnTo>
                  <a:pt x="30800" y="587498"/>
                </a:lnTo>
                <a:lnTo>
                  <a:pt x="30845" y="679401"/>
                </a:lnTo>
                <a:lnTo>
                  <a:pt x="209" y="679414"/>
                </a:lnTo>
                <a:moveTo>
                  <a:pt x="153" y="556876"/>
                </a:moveTo>
                <a:lnTo>
                  <a:pt x="112" y="464974"/>
                </a:lnTo>
                <a:lnTo>
                  <a:pt x="30745" y="464961"/>
                </a:lnTo>
                <a:lnTo>
                  <a:pt x="30789" y="556864"/>
                </a:lnTo>
                <a:lnTo>
                  <a:pt x="153" y="556876"/>
                </a:lnTo>
                <a:moveTo>
                  <a:pt x="93" y="434339"/>
                </a:moveTo>
                <a:lnTo>
                  <a:pt x="56" y="342436"/>
                </a:lnTo>
                <a:lnTo>
                  <a:pt x="30691" y="342424"/>
                </a:lnTo>
                <a:lnTo>
                  <a:pt x="30726" y="434327"/>
                </a:lnTo>
                <a:lnTo>
                  <a:pt x="93" y="434339"/>
                </a:lnTo>
                <a:moveTo>
                  <a:pt x="37" y="311802"/>
                </a:moveTo>
                <a:lnTo>
                  <a:pt x="0" y="224280"/>
                </a:lnTo>
                <a:lnTo>
                  <a:pt x="14" y="219844"/>
                </a:lnTo>
                <a:lnTo>
                  <a:pt x="30647" y="219942"/>
                </a:lnTo>
                <a:lnTo>
                  <a:pt x="30635" y="224353"/>
                </a:lnTo>
                <a:lnTo>
                  <a:pt x="30635" y="224298"/>
                </a:lnTo>
                <a:lnTo>
                  <a:pt x="30673" y="311790"/>
                </a:lnTo>
                <a:lnTo>
                  <a:pt x="37" y="311802"/>
                </a:lnTo>
                <a:moveTo>
                  <a:pt x="277" y="189063"/>
                </a:moveTo>
                <a:lnTo>
                  <a:pt x="284" y="188628"/>
                </a:lnTo>
                <a:lnTo>
                  <a:pt x="479" y="180301"/>
                </a:lnTo>
                <a:lnTo>
                  <a:pt x="735" y="172232"/>
                </a:lnTo>
                <a:lnTo>
                  <a:pt x="1074" y="164396"/>
                </a:lnTo>
                <a:lnTo>
                  <a:pt x="1495" y="156786"/>
                </a:lnTo>
                <a:lnTo>
                  <a:pt x="2012" y="149391"/>
                </a:lnTo>
                <a:lnTo>
                  <a:pt x="2630" y="142204"/>
                </a:lnTo>
                <a:lnTo>
                  <a:pt x="3365" y="135220"/>
                </a:lnTo>
                <a:lnTo>
                  <a:pt x="4223" y="128437"/>
                </a:lnTo>
                <a:lnTo>
                  <a:pt x="5216" y="121839"/>
                </a:lnTo>
                <a:lnTo>
                  <a:pt x="6360" y="115430"/>
                </a:lnTo>
                <a:lnTo>
                  <a:pt x="7665" y="109199"/>
                </a:lnTo>
                <a:lnTo>
                  <a:pt x="9141" y="103140"/>
                </a:lnTo>
                <a:lnTo>
                  <a:pt x="10809" y="97246"/>
                </a:lnTo>
                <a:lnTo>
                  <a:pt x="11997" y="93600"/>
                </a:lnTo>
                <a:lnTo>
                  <a:pt x="41125" y="103097"/>
                </a:lnTo>
                <a:lnTo>
                  <a:pt x="40028" y="106460"/>
                </a:lnTo>
                <a:lnTo>
                  <a:pt x="40205" y="105878"/>
                </a:lnTo>
                <a:lnTo>
                  <a:pt x="38698" y="111209"/>
                </a:lnTo>
                <a:lnTo>
                  <a:pt x="38839" y="110670"/>
                </a:lnTo>
                <a:lnTo>
                  <a:pt x="37486" y="116214"/>
                </a:lnTo>
                <a:lnTo>
                  <a:pt x="37595" y="115718"/>
                </a:lnTo>
                <a:lnTo>
                  <a:pt x="36395" y="121484"/>
                </a:lnTo>
                <a:lnTo>
                  <a:pt x="36479" y="121036"/>
                </a:lnTo>
                <a:lnTo>
                  <a:pt x="35414" y="127022"/>
                </a:lnTo>
                <a:lnTo>
                  <a:pt x="35475" y="126618"/>
                </a:lnTo>
                <a:lnTo>
                  <a:pt x="34537" y="132831"/>
                </a:lnTo>
                <a:lnTo>
                  <a:pt x="34586" y="132463"/>
                </a:lnTo>
                <a:lnTo>
                  <a:pt x="33772" y="138908"/>
                </a:lnTo>
                <a:lnTo>
                  <a:pt x="33814" y="138584"/>
                </a:lnTo>
                <a:lnTo>
                  <a:pt x="33110" y="145262"/>
                </a:lnTo>
                <a:lnTo>
                  <a:pt x="33135" y="144980"/>
                </a:lnTo>
                <a:lnTo>
                  <a:pt x="32540" y="151897"/>
                </a:lnTo>
                <a:lnTo>
                  <a:pt x="32558" y="151646"/>
                </a:lnTo>
                <a:lnTo>
                  <a:pt x="32063" y="158808"/>
                </a:lnTo>
                <a:lnTo>
                  <a:pt x="32075" y="158588"/>
                </a:lnTo>
                <a:lnTo>
                  <a:pt x="31663" y="165995"/>
                </a:lnTo>
                <a:lnTo>
                  <a:pt x="31677" y="165805"/>
                </a:lnTo>
                <a:lnTo>
                  <a:pt x="31345" y="173470"/>
                </a:lnTo>
                <a:lnTo>
                  <a:pt x="31352" y="173304"/>
                </a:lnTo>
                <a:lnTo>
                  <a:pt x="31096" y="181220"/>
                </a:lnTo>
                <a:lnTo>
                  <a:pt x="31100" y="181086"/>
                </a:lnTo>
                <a:lnTo>
                  <a:pt x="30912" y="189265"/>
                </a:lnTo>
                <a:lnTo>
                  <a:pt x="30912" y="189099"/>
                </a:lnTo>
                <a:lnTo>
                  <a:pt x="30912" y="189455"/>
                </a:lnTo>
                <a:lnTo>
                  <a:pt x="277" y="189063"/>
                </a:lnTo>
                <a:moveTo>
                  <a:pt x="27805" y="62200"/>
                </a:moveTo>
                <a:lnTo>
                  <a:pt x="28821" y="60779"/>
                </a:lnTo>
                <a:lnTo>
                  <a:pt x="32424" y="56306"/>
                </a:lnTo>
                <a:lnTo>
                  <a:pt x="36302" y="52042"/>
                </a:lnTo>
                <a:lnTo>
                  <a:pt x="40456" y="47992"/>
                </a:lnTo>
                <a:lnTo>
                  <a:pt x="44867" y="44156"/>
                </a:lnTo>
                <a:lnTo>
                  <a:pt x="49548" y="40541"/>
                </a:lnTo>
                <a:lnTo>
                  <a:pt x="54494" y="37147"/>
                </a:lnTo>
                <a:lnTo>
                  <a:pt x="59694" y="33961"/>
                </a:lnTo>
                <a:lnTo>
                  <a:pt x="65147" y="30984"/>
                </a:lnTo>
                <a:lnTo>
                  <a:pt x="70863" y="28202"/>
                </a:lnTo>
                <a:lnTo>
                  <a:pt x="76837" y="25616"/>
                </a:lnTo>
                <a:lnTo>
                  <a:pt x="83081" y="23209"/>
                </a:lnTo>
                <a:lnTo>
                  <a:pt x="89599" y="20966"/>
                </a:lnTo>
                <a:lnTo>
                  <a:pt x="96389" y="18889"/>
                </a:lnTo>
                <a:lnTo>
                  <a:pt x="103470" y="16965"/>
                </a:lnTo>
                <a:lnTo>
                  <a:pt x="110854" y="15188"/>
                </a:lnTo>
                <a:lnTo>
                  <a:pt x="116363" y="14006"/>
                </a:lnTo>
                <a:lnTo>
                  <a:pt x="122772" y="43966"/>
                </a:lnTo>
                <a:lnTo>
                  <a:pt x="117453" y="45100"/>
                </a:lnTo>
                <a:lnTo>
                  <a:pt x="117839" y="45014"/>
                </a:lnTo>
                <a:lnTo>
                  <a:pt x="110865" y="46699"/>
                </a:lnTo>
                <a:lnTo>
                  <a:pt x="111296" y="46589"/>
                </a:lnTo>
                <a:lnTo>
                  <a:pt x="104654" y="48390"/>
                </a:lnTo>
                <a:lnTo>
                  <a:pt x="105112" y="48255"/>
                </a:lnTo>
                <a:lnTo>
                  <a:pt x="98803" y="50185"/>
                </a:lnTo>
                <a:lnTo>
                  <a:pt x="99299" y="50026"/>
                </a:lnTo>
                <a:lnTo>
                  <a:pt x="93306" y="52084"/>
                </a:lnTo>
                <a:lnTo>
                  <a:pt x="93845" y="51888"/>
                </a:lnTo>
                <a:lnTo>
                  <a:pt x="88160" y="54082"/>
                </a:lnTo>
                <a:lnTo>
                  <a:pt x="88736" y="53849"/>
                </a:lnTo>
                <a:lnTo>
                  <a:pt x="83351" y="56183"/>
                </a:lnTo>
                <a:lnTo>
                  <a:pt x="83958" y="55902"/>
                </a:lnTo>
                <a:lnTo>
                  <a:pt x="78867" y="58377"/>
                </a:lnTo>
                <a:lnTo>
                  <a:pt x="79509" y="58046"/>
                </a:lnTo>
                <a:lnTo>
                  <a:pt x="74700" y="60668"/>
                </a:lnTo>
                <a:lnTo>
                  <a:pt x="75367" y="60282"/>
                </a:lnTo>
                <a:lnTo>
                  <a:pt x="70833" y="63057"/>
                </a:lnTo>
                <a:lnTo>
                  <a:pt x="71514" y="62617"/>
                </a:lnTo>
                <a:lnTo>
                  <a:pt x="67256" y="65545"/>
                </a:lnTo>
                <a:lnTo>
                  <a:pt x="67942" y="65049"/>
                </a:lnTo>
                <a:lnTo>
                  <a:pt x="63940" y="68137"/>
                </a:lnTo>
                <a:lnTo>
                  <a:pt x="64622" y="67579"/>
                </a:lnTo>
                <a:lnTo>
                  <a:pt x="60871" y="70833"/>
                </a:lnTo>
                <a:lnTo>
                  <a:pt x="61533" y="70220"/>
                </a:lnTo>
                <a:lnTo>
                  <a:pt x="58034" y="73639"/>
                </a:lnTo>
                <a:lnTo>
                  <a:pt x="58666" y="72989"/>
                </a:lnTo>
                <a:lnTo>
                  <a:pt x="55399" y="76580"/>
                </a:lnTo>
                <a:lnTo>
                  <a:pt x="55987" y="75887"/>
                </a:lnTo>
                <a:lnTo>
                  <a:pt x="52955" y="79655"/>
                </a:lnTo>
                <a:lnTo>
                  <a:pt x="53494" y="78938"/>
                </a:lnTo>
                <a:lnTo>
                  <a:pt x="52741" y="79998"/>
                </a:lnTo>
                <a:lnTo>
                  <a:pt x="27805" y="62200"/>
                </a:lnTo>
                <a:moveTo>
                  <a:pt x="147812" y="8804"/>
                </a:moveTo>
                <a:lnTo>
                  <a:pt x="152565" y="8185"/>
                </a:lnTo>
                <a:lnTo>
                  <a:pt x="161939" y="7120"/>
                </a:lnTo>
                <a:lnTo>
                  <a:pt x="171687" y="6151"/>
                </a:lnTo>
                <a:lnTo>
                  <a:pt x="181810" y="5275"/>
                </a:lnTo>
                <a:lnTo>
                  <a:pt x="192323" y="4485"/>
                </a:lnTo>
                <a:lnTo>
                  <a:pt x="203234" y="3780"/>
                </a:lnTo>
                <a:lnTo>
                  <a:pt x="214557" y="3155"/>
                </a:lnTo>
                <a:lnTo>
                  <a:pt x="226298" y="2598"/>
                </a:lnTo>
                <a:lnTo>
                  <a:pt x="238458" y="2108"/>
                </a:lnTo>
                <a:lnTo>
                  <a:pt x="240897" y="2028"/>
                </a:lnTo>
                <a:lnTo>
                  <a:pt x="241927" y="32644"/>
                </a:lnTo>
                <a:lnTo>
                  <a:pt x="239537" y="32724"/>
                </a:lnTo>
                <a:lnTo>
                  <a:pt x="239634" y="32724"/>
                </a:lnTo>
                <a:lnTo>
                  <a:pt x="227577" y="33208"/>
                </a:lnTo>
                <a:lnTo>
                  <a:pt x="227686" y="33201"/>
                </a:lnTo>
                <a:lnTo>
                  <a:pt x="216064" y="33747"/>
                </a:lnTo>
                <a:lnTo>
                  <a:pt x="216194" y="33741"/>
                </a:lnTo>
                <a:lnTo>
                  <a:pt x="205006" y="34366"/>
                </a:lnTo>
                <a:lnTo>
                  <a:pt x="205146" y="34353"/>
                </a:lnTo>
                <a:lnTo>
                  <a:pt x="194381" y="35052"/>
                </a:lnTo>
                <a:lnTo>
                  <a:pt x="194535" y="35039"/>
                </a:lnTo>
                <a:lnTo>
                  <a:pt x="184186" y="35818"/>
                </a:lnTo>
                <a:lnTo>
                  <a:pt x="184365" y="35805"/>
                </a:lnTo>
                <a:lnTo>
                  <a:pt x="174427" y="36663"/>
                </a:lnTo>
                <a:lnTo>
                  <a:pt x="174617" y="36645"/>
                </a:lnTo>
                <a:lnTo>
                  <a:pt x="165076" y="37595"/>
                </a:lnTo>
                <a:lnTo>
                  <a:pt x="165292" y="37570"/>
                </a:lnTo>
                <a:lnTo>
                  <a:pt x="156144" y="38611"/>
                </a:lnTo>
                <a:lnTo>
                  <a:pt x="156383" y="38581"/>
                </a:lnTo>
                <a:lnTo>
                  <a:pt x="151751" y="39181"/>
                </a:lnTo>
                <a:lnTo>
                  <a:pt x="147812" y="8804"/>
                </a:lnTo>
                <a:moveTo>
                  <a:pt x="271683" y="1152"/>
                </a:moveTo>
                <a:lnTo>
                  <a:pt x="277609" y="1017"/>
                </a:lnTo>
                <a:lnTo>
                  <a:pt x="291592" y="754"/>
                </a:lnTo>
                <a:lnTo>
                  <a:pt x="320932" y="374"/>
                </a:lnTo>
                <a:lnTo>
                  <a:pt x="352253" y="141"/>
                </a:lnTo>
                <a:lnTo>
                  <a:pt x="363875" y="104"/>
                </a:lnTo>
                <a:lnTo>
                  <a:pt x="363980" y="30739"/>
                </a:lnTo>
                <a:lnTo>
                  <a:pt x="352388" y="30775"/>
                </a:lnTo>
                <a:lnTo>
                  <a:pt x="352448" y="30775"/>
                </a:lnTo>
                <a:lnTo>
                  <a:pt x="321201" y="31008"/>
                </a:lnTo>
                <a:lnTo>
                  <a:pt x="321287" y="31008"/>
                </a:lnTo>
                <a:lnTo>
                  <a:pt x="292031" y="31388"/>
                </a:lnTo>
                <a:lnTo>
                  <a:pt x="292110" y="31388"/>
                </a:lnTo>
                <a:lnTo>
                  <a:pt x="278209" y="31645"/>
                </a:lnTo>
                <a:lnTo>
                  <a:pt x="278276" y="31639"/>
                </a:lnTo>
                <a:lnTo>
                  <a:pt x="272383" y="31774"/>
                </a:lnTo>
                <a:lnTo>
                  <a:pt x="271683" y="1152"/>
                </a:lnTo>
                <a:moveTo>
                  <a:pt x="394546" y="24"/>
                </a:moveTo>
                <a:lnTo>
                  <a:pt x="421058" y="0"/>
                </a:lnTo>
                <a:lnTo>
                  <a:pt x="486473" y="43"/>
                </a:lnTo>
                <a:lnTo>
                  <a:pt x="486454" y="30677"/>
                </a:lnTo>
                <a:lnTo>
                  <a:pt x="421051" y="30634"/>
                </a:lnTo>
                <a:lnTo>
                  <a:pt x="421070" y="30634"/>
                </a:lnTo>
                <a:lnTo>
                  <a:pt x="394576" y="30659"/>
                </a:lnTo>
                <a:lnTo>
                  <a:pt x="394546" y="24"/>
                </a:lnTo>
                <a:moveTo>
                  <a:pt x="517108" y="61"/>
                </a:moveTo>
                <a:lnTo>
                  <a:pt x="609012" y="122"/>
                </a:lnTo>
                <a:lnTo>
                  <a:pt x="608993" y="30757"/>
                </a:lnTo>
                <a:lnTo>
                  <a:pt x="517089" y="30696"/>
                </a:lnTo>
                <a:lnTo>
                  <a:pt x="517108" y="61"/>
                </a:lnTo>
                <a:moveTo>
                  <a:pt x="639645" y="147"/>
                </a:moveTo>
                <a:lnTo>
                  <a:pt x="731548" y="208"/>
                </a:lnTo>
                <a:lnTo>
                  <a:pt x="731530" y="30843"/>
                </a:lnTo>
                <a:lnTo>
                  <a:pt x="639626" y="30782"/>
                </a:lnTo>
                <a:lnTo>
                  <a:pt x="639645" y="147"/>
                </a:lnTo>
                <a:moveTo>
                  <a:pt x="762181" y="227"/>
                </a:moveTo>
                <a:lnTo>
                  <a:pt x="854085" y="288"/>
                </a:lnTo>
                <a:lnTo>
                  <a:pt x="854066" y="30922"/>
                </a:lnTo>
                <a:lnTo>
                  <a:pt x="762163" y="30861"/>
                </a:lnTo>
                <a:lnTo>
                  <a:pt x="762181" y="227"/>
                </a:lnTo>
                <a:moveTo>
                  <a:pt x="884720" y="306"/>
                </a:moveTo>
                <a:lnTo>
                  <a:pt x="976622" y="368"/>
                </a:lnTo>
                <a:lnTo>
                  <a:pt x="976603" y="31002"/>
                </a:lnTo>
                <a:lnTo>
                  <a:pt x="884702" y="30941"/>
                </a:lnTo>
                <a:lnTo>
                  <a:pt x="884720" y="306"/>
                </a:lnTo>
                <a:moveTo>
                  <a:pt x="1007257" y="392"/>
                </a:moveTo>
                <a:lnTo>
                  <a:pt x="1099161" y="453"/>
                </a:lnTo>
                <a:lnTo>
                  <a:pt x="1099140" y="31088"/>
                </a:lnTo>
                <a:lnTo>
                  <a:pt x="1007239" y="31026"/>
                </a:lnTo>
                <a:lnTo>
                  <a:pt x="1007257" y="392"/>
                </a:lnTo>
                <a:moveTo>
                  <a:pt x="1129794" y="472"/>
                </a:moveTo>
                <a:lnTo>
                  <a:pt x="1221698" y="533"/>
                </a:lnTo>
                <a:lnTo>
                  <a:pt x="1221679" y="31168"/>
                </a:lnTo>
                <a:lnTo>
                  <a:pt x="1129775" y="31106"/>
                </a:lnTo>
                <a:lnTo>
                  <a:pt x="1129794" y="472"/>
                </a:lnTo>
                <a:moveTo>
                  <a:pt x="1252331" y="551"/>
                </a:moveTo>
                <a:lnTo>
                  <a:pt x="1344234" y="613"/>
                </a:lnTo>
                <a:lnTo>
                  <a:pt x="1344216" y="31247"/>
                </a:lnTo>
                <a:lnTo>
                  <a:pt x="1252312" y="31186"/>
                </a:lnTo>
                <a:lnTo>
                  <a:pt x="1252331" y="551"/>
                </a:lnTo>
                <a:moveTo>
                  <a:pt x="1374870" y="631"/>
                </a:moveTo>
                <a:lnTo>
                  <a:pt x="1466771" y="692"/>
                </a:lnTo>
                <a:lnTo>
                  <a:pt x="1466752" y="31327"/>
                </a:lnTo>
                <a:lnTo>
                  <a:pt x="1374849" y="31265"/>
                </a:lnTo>
                <a:lnTo>
                  <a:pt x="1374870" y="631"/>
                </a:lnTo>
                <a:moveTo>
                  <a:pt x="1497406" y="717"/>
                </a:moveTo>
                <a:lnTo>
                  <a:pt x="1589308" y="778"/>
                </a:lnTo>
                <a:lnTo>
                  <a:pt x="1589289" y="31412"/>
                </a:lnTo>
                <a:lnTo>
                  <a:pt x="1497388" y="31351"/>
                </a:lnTo>
                <a:lnTo>
                  <a:pt x="1497406" y="717"/>
                </a:lnTo>
                <a:moveTo>
                  <a:pt x="1619943" y="796"/>
                </a:moveTo>
                <a:lnTo>
                  <a:pt x="1711847" y="858"/>
                </a:lnTo>
                <a:lnTo>
                  <a:pt x="1711828" y="31492"/>
                </a:lnTo>
                <a:lnTo>
                  <a:pt x="1619924" y="31431"/>
                </a:lnTo>
                <a:lnTo>
                  <a:pt x="1619943" y="796"/>
                </a:lnTo>
                <a:moveTo>
                  <a:pt x="1742480" y="876"/>
                </a:moveTo>
                <a:lnTo>
                  <a:pt x="1834383" y="937"/>
                </a:lnTo>
                <a:lnTo>
                  <a:pt x="1834365" y="31572"/>
                </a:lnTo>
                <a:lnTo>
                  <a:pt x="1742461" y="31511"/>
                </a:lnTo>
                <a:lnTo>
                  <a:pt x="1742480" y="876"/>
                </a:lnTo>
                <a:moveTo>
                  <a:pt x="1865016" y="962"/>
                </a:moveTo>
                <a:lnTo>
                  <a:pt x="1956920" y="1023"/>
                </a:lnTo>
                <a:lnTo>
                  <a:pt x="1956901" y="31658"/>
                </a:lnTo>
                <a:lnTo>
                  <a:pt x="1865000" y="31596"/>
                </a:lnTo>
                <a:lnTo>
                  <a:pt x="1865016" y="962"/>
                </a:lnTo>
                <a:moveTo>
                  <a:pt x="1987555" y="1042"/>
                </a:moveTo>
                <a:lnTo>
                  <a:pt x="2079457" y="1103"/>
                </a:lnTo>
                <a:lnTo>
                  <a:pt x="2079441" y="31737"/>
                </a:lnTo>
                <a:lnTo>
                  <a:pt x="1987537" y="31676"/>
                </a:lnTo>
                <a:lnTo>
                  <a:pt x="1987555" y="1042"/>
                </a:lnTo>
                <a:moveTo>
                  <a:pt x="2110092" y="1121"/>
                </a:moveTo>
                <a:lnTo>
                  <a:pt x="2201993" y="1182"/>
                </a:lnTo>
                <a:lnTo>
                  <a:pt x="2201977" y="31817"/>
                </a:lnTo>
                <a:lnTo>
                  <a:pt x="2110074" y="31755"/>
                </a:lnTo>
                <a:lnTo>
                  <a:pt x="2110092" y="1121"/>
                </a:lnTo>
                <a:moveTo>
                  <a:pt x="2232629" y="1201"/>
                </a:moveTo>
                <a:lnTo>
                  <a:pt x="2324533" y="1262"/>
                </a:lnTo>
                <a:lnTo>
                  <a:pt x="2324514" y="31897"/>
                </a:lnTo>
                <a:lnTo>
                  <a:pt x="2232610" y="31835"/>
                </a:lnTo>
                <a:lnTo>
                  <a:pt x="2232629" y="1201"/>
                </a:lnTo>
                <a:moveTo>
                  <a:pt x="2355166" y="1287"/>
                </a:moveTo>
                <a:lnTo>
                  <a:pt x="2447069" y="1348"/>
                </a:lnTo>
                <a:lnTo>
                  <a:pt x="2447051" y="31982"/>
                </a:lnTo>
                <a:lnTo>
                  <a:pt x="2355149" y="31921"/>
                </a:lnTo>
                <a:lnTo>
                  <a:pt x="2355166" y="1287"/>
                </a:lnTo>
                <a:moveTo>
                  <a:pt x="2477702" y="1366"/>
                </a:moveTo>
                <a:lnTo>
                  <a:pt x="2569606" y="1428"/>
                </a:lnTo>
                <a:lnTo>
                  <a:pt x="2569587" y="32062"/>
                </a:lnTo>
                <a:lnTo>
                  <a:pt x="2477686" y="32001"/>
                </a:lnTo>
                <a:lnTo>
                  <a:pt x="2477702" y="1366"/>
                </a:lnTo>
                <a:moveTo>
                  <a:pt x="2600241" y="1446"/>
                </a:moveTo>
                <a:lnTo>
                  <a:pt x="2692143" y="1507"/>
                </a:lnTo>
                <a:lnTo>
                  <a:pt x="2692126" y="32141"/>
                </a:lnTo>
                <a:lnTo>
                  <a:pt x="2600223" y="32080"/>
                </a:lnTo>
                <a:lnTo>
                  <a:pt x="2600241" y="1446"/>
                </a:lnTo>
                <a:moveTo>
                  <a:pt x="2722778" y="1532"/>
                </a:moveTo>
                <a:lnTo>
                  <a:pt x="2814682" y="1593"/>
                </a:lnTo>
                <a:lnTo>
                  <a:pt x="2814663" y="32227"/>
                </a:lnTo>
                <a:lnTo>
                  <a:pt x="2722759" y="32166"/>
                </a:lnTo>
                <a:lnTo>
                  <a:pt x="2722778" y="1532"/>
                </a:lnTo>
                <a:moveTo>
                  <a:pt x="2845315" y="1611"/>
                </a:moveTo>
                <a:lnTo>
                  <a:pt x="2937218" y="1673"/>
                </a:lnTo>
                <a:lnTo>
                  <a:pt x="2937200" y="32307"/>
                </a:lnTo>
                <a:lnTo>
                  <a:pt x="2845296" y="32246"/>
                </a:lnTo>
                <a:lnTo>
                  <a:pt x="2845315" y="1611"/>
                </a:lnTo>
                <a:moveTo>
                  <a:pt x="2967851" y="1691"/>
                </a:moveTo>
                <a:lnTo>
                  <a:pt x="3059755" y="1752"/>
                </a:lnTo>
                <a:lnTo>
                  <a:pt x="3059736" y="32387"/>
                </a:lnTo>
                <a:lnTo>
                  <a:pt x="2967835" y="32325"/>
                </a:lnTo>
                <a:lnTo>
                  <a:pt x="2967851" y="1691"/>
                </a:lnTo>
                <a:moveTo>
                  <a:pt x="3090390" y="1771"/>
                </a:moveTo>
                <a:lnTo>
                  <a:pt x="3182292" y="1832"/>
                </a:lnTo>
                <a:lnTo>
                  <a:pt x="3182276" y="32466"/>
                </a:lnTo>
                <a:lnTo>
                  <a:pt x="3090372" y="32405"/>
                </a:lnTo>
                <a:lnTo>
                  <a:pt x="3090390" y="1771"/>
                </a:lnTo>
                <a:moveTo>
                  <a:pt x="3212927" y="1857"/>
                </a:moveTo>
                <a:lnTo>
                  <a:pt x="3304829" y="1918"/>
                </a:lnTo>
                <a:lnTo>
                  <a:pt x="3304812" y="32552"/>
                </a:lnTo>
                <a:lnTo>
                  <a:pt x="3212909" y="32491"/>
                </a:lnTo>
                <a:lnTo>
                  <a:pt x="3212927" y="1857"/>
                </a:lnTo>
                <a:moveTo>
                  <a:pt x="3335464" y="1936"/>
                </a:moveTo>
                <a:lnTo>
                  <a:pt x="3427368" y="1997"/>
                </a:lnTo>
                <a:lnTo>
                  <a:pt x="3427349" y="32632"/>
                </a:lnTo>
                <a:lnTo>
                  <a:pt x="3335445" y="32570"/>
                </a:lnTo>
                <a:lnTo>
                  <a:pt x="3335464" y="1936"/>
                </a:lnTo>
                <a:moveTo>
                  <a:pt x="3458001" y="2016"/>
                </a:moveTo>
                <a:lnTo>
                  <a:pt x="3549904" y="2077"/>
                </a:lnTo>
                <a:lnTo>
                  <a:pt x="3549886" y="32711"/>
                </a:lnTo>
                <a:lnTo>
                  <a:pt x="3457984" y="32650"/>
                </a:lnTo>
                <a:lnTo>
                  <a:pt x="3458001" y="2016"/>
                </a:lnTo>
                <a:moveTo>
                  <a:pt x="3580537" y="2101"/>
                </a:moveTo>
                <a:lnTo>
                  <a:pt x="3672441" y="2163"/>
                </a:lnTo>
                <a:lnTo>
                  <a:pt x="3672422" y="32797"/>
                </a:lnTo>
                <a:lnTo>
                  <a:pt x="3580521" y="32736"/>
                </a:lnTo>
                <a:lnTo>
                  <a:pt x="3580537" y="2101"/>
                </a:lnTo>
                <a:moveTo>
                  <a:pt x="3703076" y="2181"/>
                </a:moveTo>
                <a:lnTo>
                  <a:pt x="3794978" y="2243"/>
                </a:lnTo>
                <a:lnTo>
                  <a:pt x="3794961" y="32877"/>
                </a:lnTo>
                <a:lnTo>
                  <a:pt x="3703058" y="32815"/>
                </a:lnTo>
                <a:lnTo>
                  <a:pt x="3703076" y="2181"/>
                </a:lnTo>
                <a:moveTo>
                  <a:pt x="3825606" y="2255"/>
                </a:moveTo>
                <a:lnTo>
                  <a:pt x="3872526" y="2273"/>
                </a:lnTo>
                <a:lnTo>
                  <a:pt x="3904362" y="2359"/>
                </a:lnTo>
                <a:lnTo>
                  <a:pt x="3917600" y="2439"/>
                </a:lnTo>
                <a:lnTo>
                  <a:pt x="3917412" y="33073"/>
                </a:lnTo>
                <a:lnTo>
                  <a:pt x="3904197" y="32993"/>
                </a:lnTo>
                <a:lnTo>
                  <a:pt x="3904250" y="32993"/>
                </a:lnTo>
                <a:lnTo>
                  <a:pt x="3872459" y="32908"/>
                </a:lnTo>
                <a:lnTo>
                  <a:pt x="3872496" y="32908"/>
                </a:lnTo>
                <a:lnTo>
                  <a:pt x="3825601" y="32889"/>
                </a:lnTo>
                <a:lnTo>
                  <a:pt x="3825606" y="2255"/>
                </a:lnTo>
                <a:moveTo>
                  <a:pt x="3948317" y="2702"/>
                </a:moveTo>
                <a:lnTo>
                  <a:pt x="3962763" y="2868"/>
                </a:lnTo>
                <a:lnTo>
                  <a:pt x="3989422" y="3363"/>
                </a:lnTo>
                <a:lnTo>
                  <a:pt x="4002177" y="3695"/>
                </a:lnTo>
                <a:lnTo>
                  <a:pt x="4014515" y="4080"/>
                </a:lnTo>
                <a:lnTo>
                  <a:pt x="4026471" y="4528"/>
                </a:lnTo>
                <a:lnTo>
                  <a:pt x="4038044" y="5049"/>
                </a:lnTo>
                <a:lnTo>
                  <a:pt x="4040814" y="5196"/>
                </a:lnTo>
                <a:lnTo>
                  <a:pt x="4039195" y="35787"/>
                </a:lnTo>
                <a:lnTo>
                  <a:pt x="4036486" y="35640"/>
                </a:lnTo>
                <a:lnTo>
                  <a:pt x="4036609" y="35646"/>
                </a:lnTo>
                <a:lnTo>
                  <a:pt x="4025152" y="35138"/>
                </a:lnTo>
                <a:lnTo>
                  <a:pt x="4025261" y="35138"/>
                </a:lnTo>
                <a:lnTo>
                  <a:pt x="4013413" y="34696"/>
                </a:lnTo>
                <a:lnTo>
                  <a:pt x="4013506" y="34696"/>
                </a:lnTo>
                <a:lnTo>
                  <a:pt x="4001258" y="34317"/>
                </a:lnTo>
                <a:lnTo>
                  <a:pt x="4001342" y="34317"/>
                </a:lnTo>
                <a:lnTo>
                  <a:pt x="3988684" y="33992"/>
                </a:lnTo>
                <a:lnTo>
                  <a:pt x="3988796" y="33992"/>
                </a:lnTo>
                <a:lnTo>
                  <a:pt x="3962249" y="33496"/>
                </a:lnTo>
                <a:lnTo>
                  <a:pt x="3962358" y="33496"/>
                </a:lnTo>
                <a:lnTo>
                  <a:pt x="3947966" y="33336"/>
                </a:lnTo>
                <a:lnTo>
                  <a:pt x="3948317" y="2702"/>
                </a:lnTo>
                <a:moveTo>
                  <a:pt x="4071844" y="7168"/>
                </a:moveTo>
                <a:lnTo>
                  <a:pt x="4080693" y="7910"/>
                </a:lnTo>
                <a:lnTo>
                  <a:pt x="4090483" y="8847"/>
                </a:lnTo>
                <a:lnTo>
                  <a:pt x="4099943" y="9883"/>
                </a:lnTo>
                <a:lnTo>
                  <a:pt x="4109072" y="11028"/>
                </a:lnTo>
                <a:lnTo>
                  <a:pt x="4117888" y="12284"/>
                </a:lnTo>
                <a:lnTo>
                  <a:pt x="4126399" y="13663"/>
                </a:lnTo>
                <a:lnTo>
                  <a:pt x="4134601" y="15164"/>
                </a:lnTo>
                <a:lnTo>
                  <a:pt x="4142519" y="16800"/>
                </a:lnTo>
                <a:lnTo>
                  <a:pt x="4150147" y="18576"/>
                </a:lnTo>
                <a:lnTo>
                  <a:pt x="4157497" y="20494"/>
                </a:lnTo>
                <a:lnTo>
                  <a:pt x="4164576" y="22577"/>
                </a:lnTo>
                <a:lnTo>
                  <a:pt x="4165825" y="22988"/>
                </a:lnTo>
                <a:lnTo>
                  <a:pt x="4156244" y="52084"/>
                </a:lnTo>
                <a:lnTo>
                  <a:pt x="4155237" y="51754"/>
                </a:lnTo>
                <a:lnTo>
                  <a:pt x="4155709" y="51901"/>
                </a:lnTo>
                <a:lnTo>
                  <a:pt x="4149086" y="49952"/>
                </a:lnTo>
                <a:lnTo>
                  <a:pt x="4149521" y="50075"/>
                </a:lnTo>
                <a:lnTo>
                  <a:pt x="4142594" y="48261"/>
                </a:lnTo>
                <a:lnTo>
                  <a:pt x="4142996" y="48365"/>
                </a:lnTo>
                <a:lnTo>
                  <a:pt x="4135762" y="46681"/>
                </a:lnTo>
                <a:lnTo>
                  <a:pt x="4136134" y="46760"/>
                </a:lnTo>
                <a:lnTo>
                  <a:pt x="4128574" y="45198"/>
                </a:lnTo>
                <a:lnTo>
                  <a:pt x="4128915" y="45265"/>
                </a:lnTo>
                <a:lnTo>
                  <a:pt x="4121037" y="43826"/>
                </a:lnTo>
                <a:lnTo>
                  <a:pt x="4121351" y="43881"/>
                </a:lnTo>
                <a:lnTo>
                  <a:pt x="4113140" y="42551"/>
                </a:lnTo>
                <a:lnTo>
                  <a:pt x="4113423" y="42594"/>
                </a:lnTo>
                <a:lnTo>
                  <a:pt x="4104875" y="41375"/>
                </a:lnTo>
                <a:lnTo>
                  <a:pt x="4105133" y="41411"/>
                </a:lnTo>
                <a:lnTo>
                  <a:pt x="4096250" y="40296"/>
                </a:lnTo>
                <a:lnTo>
                  <a:pt x="4096480" y="40321"/>
                </a:lnTo>
                <a:lnTo>
                  <a:pt x="4087248" y="39310"/>
                </a:lnTo>
                <a:lnTo>
                  <a:pt x="4087457" y="39328"/>
                </a:lnTo>
                <a:lnTo>
                  <a:pt x="4077870" y="38409"/>
                </a:lnTo>
                <a:lnTo>
                  <a:pt x="4078058" y="38428"/>
                </a:lnTo>
                <a:lnTo>
                  <a:pt x="4069303" y="37699"/>
                </a:lnTo>
                <a:lnTo>
                  <a:pt x="4071844" y="7168"/>
                </a:lnTo>
                <a:moveTo>
                  <a:pt x="4196895" y="36063"/>
                </a:moveTo>
                <a:lnTo>
                  <a:pt x="4201716" y="38838"/>
                </a:lnTo>
                <a:lnTo>
                  <a:pt x="4207034" y="42263"/>
                </a:lnTo>
                <a:lnTo>
                  <a:pt x="4212113" y="45909"/>
                </a:lnTo>
                <a:lnTo>
                  <a:pt x="4216929" y="49787"/>
                </a:lnTo>
                <a:lnTo>
                  <a:pt x="4221500" y="53886"/>
                </a:lnTo>
                <a:lnTo>
                  <a:pt x="4225800" y="58211"/>
                </a:lnTo>
                <a:lnTo>
                  <a:pt x="4229844" y="62764"/>
                </a:lnTo>
                <a:lnTo>
                  <a:pt x="4233625" y="67536"/>
                </a:lnTo>
                <a:lnTo>
                  <a:pt x="4237141" y="72524"/>
                </a:lnTo>
                <a:lnTo>
                  <a:pt x="4240395" y="77719"/>
                </a:lnTo>
                <a:lnTo>
                  <a:pt x="4243397" y="83111"/>
                </a:lnTo>
                <a:lnTo>
                  <a:pt x="4246148" y="88705"/>
                </a:lnTo>
                <a:lnTo>
                  <a:pt x="4248662" y="94495"/>
                </a:lnTo>
                <a:lnTo>
                  <a:pt x="4250945" y="100474"/>
                </a:lnTo>
                <a:lnTo>
                  <a:pt x="4253010" y="106650"/>
                </a:lnTo>
                <a:lnTo>
                  <a:pt x="4254866" y="113022"/>
                </a:lnTo>
                <a:lnTo>
                  <a:pt x="4256080" y="117801"/>
                </a:lnTo>
                <a:lnTo>
                  <a:pt x="4226377" y="125313"/>
                </a:lnTo>
                <a:lnTo>
                  <a:pt x="4225237" y="120803"/>
                </a:lnTo>
                <a:lnTo>
                  <a:pt x="4225384" y="121336"/>
                </a:lnTo>
                <a:lnTo>
                  <a:pt x="4223686" y="115516"/>
                </a:lnTo>
                <a:lnTo>
                  <a:pt x="4223865" y="116086"/>
                </a:lnTo>
                <a:lnTo>
                  <a:pt x="4221996" y="110498"/>
                </a:lnTo>
                <a:lnTo>
                  <a:pt x="4222210" y="111105"/>
                </a:lnTo>
                <a:lnTo>
                  <a:pt x="4220163" y="105744"/>
                </a:lnTo>
                <a:lnTo>
                  <a:pt x="4220421" y="106381"/>
                </a:lnTo>
                <a:lnTo>
                  <a:pt x="4218191" y="101240"/>
                </a:lnTo>
                <a:lnTo>
                  <a:pt x="4218498" y="101902"/>
                </a:lnTo>
                <a:lnTo>
                  <a:pt x="4216078" y="96982"/>
                </a:lnTo>
                <a:lnTo>
                  <a:pt x="4216433" y="97662"/>
                </a:lnTo>
                <a:lnTo>
                  <a:pt x="4213817" y="92957"/>
                </a:lnTo>
                <a:lnTo>
                  <a:pt x="4214226" y="93649"/>
                </a:lnTo>
                <a:lnTo>
                  <a:pt x="4211403" y="89146"/>
                </a:lnTo>
                <a:lnTo>
                  <a:pt x="4211862" y="89838"/>
                </a:lnTo>
                <a:lnTo>
                  <a:pt x="4208836" y="85543"/>
                </a:lnTo>
                <a:lnTo>
                  <a:pt x="4209345" y="86223"/>
                </a:lnTo>
                <a:lnTo>
                  <a:pt x="4206097" y="82124"/>
                </a:lnTo>
                <a:lnTo>
                  <a:pt x="4206655" y="82786"/>
                </a:lnTo>
                <a:lnTo>
                  <a:pt x="4203188" y="78877"/>
                </a:lnTo>
                <a:lnTo>
                  <a:pt x="4203774" y="79514"/>
                </a:lnTo>
                <a:lnTo>
                  <a:pt x="4200081" y="75795"/>
                </a:lnTo>
                <a:lnTo>
                  <a:pt x="4200704" y="76390"/>
                </a:lnTo>
                <a:lnTo>
                  <a:pt x="4196772" y="72855"/>
                </a:lnTo>
                <a:lnTo>
                  <a:pt x="4197416" y="73400"/>
                </a:lnTo>
                <a:lnTo>
                  <a:pt x="4193242" y="70048"/>
                </a:lnTo>
                <a:lnTo>
                  <a:pt x="4193900" y="70545"/>
                </a:lnTo>
                <a:lnTo>
                  <a:pt x="4189475" y="67371"/>
                </a:lnTo>
                <a:lnTo>
                  <a:pt x="4190130" y="67812"/>
                </a:lnTo>
                <a:lnTo>
                  <a:pt x="4185456" y="64810"/>
                </a:lnTo>
                <a:lnTo>
                  <a:pt x="4186098" y="65202"/>
                </a:lnTo>
                <a:lnTo>
                  <a:pt x="4181608" y="62610"/>
                </a:lnTo>
                <a:lnTo>
                  <a:pt x="4196895" y="36063"/>
                </a:lnTo>
                <a:moveTo>
                  <a:pt x="4261661" y="150053"/>
                </a:moveTo>
                <a:lnTo>
                  <a:pt x="4262268" y="155567"/>
                </a:lnTo>
                <a:lnTo>
                  <a:pt x="4262968" y="163428"/>
                </a:lnTo>
                <a:lnTo>
                  <a:pt x="4263537" y="171534"/>
                </a:lnTo>
                <a:lnTo>
                  <a:pt x="4263991" y="179885"/>
                </a:lnTo>
                <a:lnTo>
                  <a:pt x="4264326" y="188487"/>
                </a:lnTo>
                <a:lnTo>
                  <a:pt x="4264561" y="197346"/>
                </a:lnTo>
                <a:lnTo>
                  <a:pt x="4264696" y="206475"/>
                </a:lnTo>
                <a:lnTo>
                  <a:pt x="4264737" y="215837"/>
                </a:lnTo>
                <a:lnTo>
                  <a:pt x="4264749" y="243512"/>
                </a:lnTo>
                <a:lnTo>
                  <a:pt x="4234116" y="243530"/>
                </a:lnTo>
                <a:lnTo>
                  <a:pt x="4234104" y="215886"/>
                </a:lnTo>
                <a:lnTo>
                  <a:pt x="4234104" y="215948"/>
                </a:lnTo>
                <a:lnTo>
                  <a:pt x="4234060" y="206696"/>
                </a:lnTo>
                <a:lnTo>
                  <a:pt x="4234060" y="206849"/>
                </a:lnTo>
                <a:lnTo>
                  <a:pt x="4233932" y="197885"/>
                </a:lnTo>
                <a:lnTo>
                  <a:pt x="4233932" y="198063"/>
                </a:lnTo>
                <a:lnTo>
                  <a:pt x="4233704" y="189388"/>
                </a:lnTo>
                <a:lnTo>
                  <a:pt x="4233709" y="189590"/>
                </a:lnTo>
                <a:lnTo>
                  <a:pt x="4233379" y="181202"/>
                </a:lnTo>
                <a:lnTo>
                  <a:pt x="4233390" y="181422"/>
                </a:lnTo>
                <a:lnTo>
                  <a:pt x="4232958" y="173311"/>
                </a:lnTo>
                <a:lnTo>
                  <a:pt x="4232970" y="173562"/>
                </a:lnTo>
                <a:lnTo>
                  <a:pt x="4232418" y="165726"/>
                </a:lnTo>
                <a:lnTo>
                  <a:pt x="4232442" y="166008"/>
                </a:lnTo>
                <a:lnTo>
                  <a:pt x="4231770" y="158435"/>
                </a:lnTo>
                <a:lnTo>
                  <a:pt x="4231798" y="158747"/>
                </a:lnTo>
                <a:lnTo>
                  <a:pt x="4231211" y="153392"/>
                </a:lnTo>
                <a:lnTo>
                  <a:pt x="4261661" y="150053"/>
                </a:lnTo>
                <a:moveTo>
                  <a:pt x="4264763" y="274146"/>
                </a:moveTo>
                <a:lnTo>
                  <a:pt x="4264805" y="366049"/>
                </a:lnTo>
                <a:lnTo>
                  <a:pt x="4234172" y="366067"/>
                </a:lnTo>
                <a:lnTo>
                  <a:pt x="4234128" y="274165"/>
                </a:lnTo>
                <a:lnTo>
                  <a:pt x="4264763" y="274146"/>
                </a:lnTo>
                <a:moveTo>
                  <a:pt x="4264816" y="396684"/>
                </a:moveTo>
                <a:lnTo>
                  <a:pt x="4264858" y="488587"/>
                </a:lnTo>
                <a:lnTo>
                  <a:pt x="4234225" y="488605"/>
                </a:lnTo>
                <a:lnTo>
                  <a:pt x="4234183" y="396702"/>
                </a:lnTo>
                <a:lnTo>
                  <a:pt x="4264816" y="396684"/>
                </a:lnTo>
                <a:moveTo>
                  <a:pt x="4264872" y="519221"/>
                </a:moveTo>
                <a:lnTo>
                  <a:pt x="4264914" y="611124"/>
                </a:lnTo>
                <a:lnTo>
                  <a:pt x="4234281" y="611142"/>
                </a:lnTo>
                <a:lnTo>
                  <a:pt x="4234239" y="519239"/>
                </a:lnTo>
                <a:lnTo>
                  <a:pt x="4264872" y="519221"/>
                </a:lnTo>
                <a:moveTo>
                  <a:pt x="4264926" y="641758"/>
                </a:moveTo>
                <a:lnTo>
                  <a:pt x="4264970" y="733661"/>
                </a:lnTo>
                <a:lnTo>
                  <a:pt x="4234335" y="733679"/>
                </a:lnTo>
                <a:lnTo>
                  <a:pt x="4234293" y="641776"/>
                </a:lnTo>
                <a:lnTo>
                  <a:pt x="4264926" y="641758"/>
                </a:lnTo>
                <a:moveTo>
                  <a:pt x="4264982" y="764295"/>
                </a:moveTo>
                <a:lnTo>
                  <a:pt x="4265026" y="856198"/>
                </a:lnTo>
                <a:lnTo>
                  <a:pt x="4234390" y="856217"/>
                </a:lnTo>
                <a:lnTo>
                  <a:pt x="4234349" y="764314"/>
                </a:lnTo>
                <a:lnTo>
                  <a:pt x="4264982" y="764295"/>
                </a:lnTo>
                <a:moveTo>
                  <a:pt x="4265037" y="886832"/>
                </a:moveTo>
                <a:lnTo>
                  <a:pt x="4265082" y="978735"/>
                </a:lnTo>
                <a:lnTo>
                  <a:pt x="4234446" y="978754"/>
                </a:lnTo>
                <a:lnTo>
                  <a:pt x="4234402" y="886851"/>
                </a:lnTo>
                <a:lnTo>
                  <a:pt x="4265037" y="886832"/>
                </a:lnTo>
                <a:moveTo>
                  <a:pt x="4265093" y="1009370"/>
                </a:moveTo>
                <a:lnTo>
                  <a:pt x="4265135" y="1101273"/>
                </a:lnTo>
                <a:lnTo>
                  <a:pt x="4234502" y="1101291"/>
                </a:lnTo>
                <a:lnTo>
                  <a:pt x="4234458" y="1009388"/>
                </a:lnTo>
                <a:lnTo>
                  <a:pt x="4265093" y="1009370"/>
                </a:lnTo>
                <a:moveTo>
                  <a:pt x="4265147" y="1131907"/>
                </a:moveTo>
                <a:lnTo>
                  <a:pt x="4265186" y="1223810"/>
                </a:lnTo>
                <a:lnTo>
                  <a:pt x="4234551" y="1223828"/>
                </a:lnTo>
                <a:lnTo>
                  <a:pt x="4234514" y="1131925"/>
                </a:lnTo>
                <a:lnTo>
                  <a:pt x="4265147" y="1131907"/>
                </a:lnTo>
                <a:moveTo>
                  <a:pt x="4265202" y="1254444"/>
                </a:moveTo>
                <a:lnTo>
                  <a:pt x="4265240" y="1346347"/>
                </a:lnTo>
                <a:lnTo>
                  <a:pt x="4234604" y="1346366"/>
                </a:lnTo>
                <a:lnTo>
                  <a:pt x="4234569" y="1254462"/>
                </a:lnTo>
                <a:lnTo>
                  <a:pt x="4265202" y="1254444"/>
                </a:lnTo>
                <a:moveTo>
                  <a:pt x="4265258" y="1376981"/>
                </a:moveTo>
                <a:lnTo>
                  <a:pt x="4265293" y="1468884"/>
                </a:lnTo>
                <a:lnTo>
                  <a:pt x="4234660" y="1468902"/>
                </a:lnTo>
                <a:lnTo>
                  <a:pt x="4234625" y="1377000"/>
                </a:lnTo>
                <a:lnTo>
                  <a:pt x="4265258" y="1376981"/>
                </a:lnTo>
                <a:moveTo>
                  <a:pt x="4265314" y="1499519"/>
                </a:moveTo>
                <a:lnTo>
                  <a:pt x="4265349" y="1591422"/>
                </a:lnTo>
                <a:lnTo>
                  <a:pt x="4234716" y="1591440"/>
                </a:lnTo>
                <a:lnTo>
                  <a:pt x="4234679" y="1499537"/>
                </a:lnTo>
                <a:lnTo>
                  <a:pt x="4265314" y="1499519"/>
                </a:lnTo>
                <a:moveTo>
                  <a:pt x="4265361" y="1622056"/>
                </a:moveTo>
                <a:lnTo>
                  <a:pt x="4265405" y="1713958"/>
                </a:lnTo>
                <a:lnTo>
                  <a:pt x="4234772" y="1713977"/>
                </a:lnTo>
                <a:lnTo>
                  <a:pt x="4234728" y="1622075"/>
                </a:lnTo>
                <a:lnTo>
                  <a:pt x="4265361" y="1622056"/>
                </a:lnTo>
                <a:moveTo>
                  <a:pt x="4265416" y="1744593"/>
                </a:moveTo>
                <a:lnTo>
                  <a:pt x="4265461" y="1836496"/>
                </a:lnTo>
                <a:lnTo>
                  <a:pt x="4234825" y="1836514"/>
                </a:lnTo>
                <a:lnTo>
                  <a:pt x="4234783" y="1744611"/>
                </a:lnTo>
                <a:lnTo>
                  <a:pt x="4265416" y="1744593"/>
                </a:lnTo>
                <a:moveTo>
                  <a:pt x="4265472" y="1867131"/>
                </a:moveTo>
                <a:lnTo>
                  <a:pt x="4265516" y="1959033"/>
                </a:lnTo>
                <a:lnTo>
                  <a:pt x="4234881" y="1959052"/>
                </a:lnTo>
                <a:lnTo>
                  <a:pt x="4234837" y="1867149"/>
                </a:lnTo>
                <a:lnTo>
                  <a:pt x="4265472" y="1867131"/>
                </a:lnTo>
                <a:moveTo>
                  <a:pt x="4265528" y="1989667"/>
                </a:moveTo>
                <a:lnTo>
                  <a:pt x="4265570" y="2081570"/>
                </a:lnTo>
                <a:lnTo>
                  <a:pt x="4234937" y="2081588"/>
                </a:lnTo>
                <a:lnTo>
                  <a:pt x="4234893" y="1989686"/>
                </a:lnTo>
                <a:lnTo>
                  <a:pt x="4265528" y="1989667"/>
                </a:lnTo>
                <a:moveTo>
                  <a:pt x="4265584" y="2112205"/>
                </a:moveTo>
                <a:lnTo>
                  <a:pt x="4265626" y="2204108"/>
                </a:lnTo>
                <a:lnTo>
                  <a:pt x="4234990" y="2204126"/>
                </a:lnTo>
                <a:lnTo>
                  <a:pt x="4234948" y="2112223"/>
                </a:lnTo>
                <a:lnTo>
                  <a:pt x="4265584" y="2112205"/>
                </a:lnTo>
                <a:moveTo>
                  <a:pt x="4265637" y="2234742"/>
                </a:moveTo>
                <a:lnTo>
                  <a:pt x="4265679" y="2326645"/>
                </a:lnTo>
                <a:lnTo>
                  <a:pt x="4235046" y="2326663"/>
                </a:lnTo>
                <a:lnTo>
                  <a:pt x="4235004" y="2234760"/>
                </a:lnTo>
                <a:lnTo>
                  <a:pt x="4265637" y="2234742"/>
                </a:lnTo>
                <a:moveTo>
                  <a:pt x="4265693" y="2357279"/>
                </a:moveTo>
                <a:lnTo>
                  <a:pt x="4265735" y="2449182"/>
                </a:lnTo>
                <a:lnTo>
                  <a:pt x="4235102" y="2449200"/>
                </a:lnTo>
                <a:lnTo>
                  <a:pt x="4235058" y="2357297"/>
                </a:lnTo>
                <a:lnTo>
                  <a:pt x="4265693" y="2357279"/>
                </a:lnTo>
                <a:moveTo>
                  <a:pt x="4265747" y="2479816"/>
                </a:moveTo>
                <a:lnTo>
                  <a:pt x="4265791" y="2571719"/>
                </a:lnTo>
                <a:lnTo>
                  <a:pt x="4235158" y="2571738"/>
                </a:lnTo>
                <a:lnTo>
                  <a:pt x="4235114" y="2479835"/>
                </a:lnTo>
                <a:lnTo>
                  <a:pt x="4265747" y="2479816"/>
                </a:lnTo>
                <a:moveTo>
                  <a:pt x="4265802" y="2602354"/>
                </a:moveTo>
                <a:lnTo>
                  <a:pt x="4265828" y="2655737"/>
                </a:lnTo>
                <a:lnTo>
                  <a:pt x="4265798" y="2674031"/>
                </a:lnTo>
                <a:lnTo>
                  <a:pt x="4265668" y="2691266"/>
                </a:lnTo>
                <a:lnTo>
                  <a:pt x="4265607" y="2694550"/>
                </a:lnTo>
                <a:lnTo>
                  <a:pt x="4234979" y="2693981"/>
                </a:lnTo>
                <a:lnTo>
                  <a:pt x="4235039" y="2690783"/>
                </a:lnTo>
                <a:lnTo>
                  <a:pt x="4235035" y="2690954"/>
                </a:lnTo>
                <a:lnTo>
                  <a:pt x="4235162" y="2673848"/>
                </a:lnTo>
                <a:lnTo>
                  <a:pt x="4235162" y="2673940"/>
                </a:lnTo>
                <a:lnTo>
                  <a:pt x="4235195" y="2655706"/>
                </a:lnTo>
                <a:lnTo>
                  <a:pt x="4235195" y="2655737"/>
                </a:lnTo>
                <a:lnTo>
                  <a:pt x="4235169" y="2602372"/>
                </a:lnTo>
                <a:lnTo>
                  <a:pt x="4265802" y="2602354"/>
                </a:lnTo>
                <a:moveTo>
                  <a:pt x="4264656" y="2725706"/>
                </a:moveTo>
                <a:lnTo>
                  <a:pt x="4264426" y="2730087"/>
                </a:lnTo>
                <a:lnTo>
                  <a:pt x="4263940" y="2737175"/>
                </a:lnTo>
                <a:lnTo>
                  <a:pt x="4263354" y="2744055"/>
                </a:lnTo>
                <a:lnTo>
                  <a:pt x="4262661" y="2750734"/>
                </a:lnTo>
                <a:lnTo>
                  <a:pt x="4261833" y="2757222"/>
                </a:lnTo>
                <a:lnTo>
                  <a:pt x="4260877" y="2763521"/>
                </a:lnTo>
                <a:lnTo>
                  <a:pt x="4259768" y="2769635"/>
                </a:lnTo>
                <a:lnTo>
                  <a:pt x="4258494" y="2775584"/>
                </a:lnTo>
                <a:lnTo>
                  <a:pt x="4257047" y="2781362"/>
                </a:lnTo>
                <a:lnTo>
                  <a:pt x="4255405" y="2786974"/>
                </a:lnTo>
                <a:lnTo>
                  <a:pt x="4253554" y="2792428"/>
                </a:lnTo>
                <a:lnTo>
                  <a:pt x="4251485" y="2797714"/>
                </a:lnTo>
                <a:lnTo>
                  <a:pt x="4249176" y="2802843"/>
                </a:lnTo>
                <a:lnTo>
                  <a:pt x="4246608" y="2807799"/>
                </a:lnTo>
                <a:lnTo>
                  <a:pt x="4243783" y="2812579"/>
                </a:lnTo>
                <a:lnTo>
                  <a:pt x="4240690" y="2817167"/>
                </a:lnTo>
                <a:lnTo>
                  <a:pt x="4237313" y="2821561"/>
                </a:lnTo>
                <a:lnTo>
                  <a:pt x="4236879" y="2822069"/>
                </a:lnTo>
                <a:lnTo>
                  <a:pt x="4213780" y="2801936"/>
                </a:lnTo>
                <a:lnTo>
                  <a:pt x="4213596" y="2802157"/>
                </a:lnTo>
                <a:lnTo>
                  <a:pt x="4213908" y="2801795"/>
                </a:lnTo>
                <a:lnTo>
                  <a:pt x="4213303" y="2802530"/>
                </a:lnTo>
                <a:lnTo>
                  <a:pt x="4216101" y="2798891"/>
                </a:lnTo>
                <a:lnTo>
                  <a:pt x="4215552" y="2799650"/>
                </a:lnTo>
                <a:lnTo>
                  <a:pt x="4218131" y="2795827"/>
                </a:lnTo>
                <a:lnTo>
                  <a:pt x="4217647" y="2796594"/>
                </a:lnTo>
                <a:lnTo>
                  <a:pt x="4220017" y="2792580"/>
                </a:lnTo>
                <a:lnTo>
                  <a:pt x="4219601" y="2793340"/>
                </a:lnTo>
                <a:lnTo>
                  <a:pt x="4221770" y="2789137"/>
                </a:lnTo>
                <a:lnTo>
                  <a:pt x="4221414" y="2789872"/>
                </a:lnTo>
                <a:lnTo>
                  <a:pt x="4223400" y="2785473"/>
                </a:lnTo>
                <a:lnTo>
                  <a:pt x="4223098" y="2786184"/>
                </a:lnTo>
                <a:lnTo>
                  <a:pt x="4224905" y="2781583"/>
                </a:lnTo>
                <a:lnTo>
                  <a:pt x="4224663" y="2782250"/>
                </a:lnTo>
                <a:lnTo>
                  <a:pt x="4226291" y="2777441"/>
                </a:lnTo>
                <a:lnTo>
                  <a:pt x="4226096" y="2778066"/>
                </a:lnTo>
                <a:lnTo>
                  <a:pt x="4227558" y="2773048"/>
                </a:lnTo>
                <a:lnTo>
                  <a:pt x="4227407" y="2773624"/>
                </a:lnTo>
                <a:lnTo>
                  <a:pt x="4228716" y="2768391"/>
                </a:lnTo>
                <a:lnTo>
                  <a:pt x="4228595" y="2768918"/>
                </a:lnTo>
                <a:lnTo>
                  <a:pt x="4229758" y="2763465"/>
                </a:lnTo>
                <a:lnTo>
                  <a:pt x="4229667" y="2763943"/>
                </a:lnTo>
                <a:lnTo>
                  <a:pt x="4230691" y="2758270"/>
                </a:lnTo>
                <a:lnTo>
                  <a:pt x="4230623" y="2758699"/>
                </a:lnTo>
                <a:lnTo>
                  <a:pt x="4231516" y="2752799"/>
                </a:lnTo>
                <a:lnTo>
                  <a:pt x="4231467" y="2753179"/>
                </a:lnTo>
                <a:lnTo>
                  <a:pt x="4232246" y="2747045"/>
                </a:lnTo>
                <a:lnTo>
                  <a:pt x="4232204" y="2747383"/>
                </a:lnTo>
                <a:lnTo>
                  <a:pt x="4232872" y="2741017"/>
                </a:lnTo>
                <a:lnTo>
                  <a:pt x="4232842" y="2741311"/>
                </a:lnTo>
                <a:lnTo>
                  <a:pt x="4233404" y="2734706"/>
                </a:lnTo>
                <a:lnTo>
                  <a:pt x="4233386" y="2734964"/>
                </a:lnTo>
                <a:lnTo>
                  <a:pt x="4233853" y="2728113"/>
                </a:lnTo>
                <a:lnTo>
                  <a:pt x="4233839" y="2728334"/>
                </a:lnTo>
                <a:lnTo>
                  <a:pt x="4234067" y="2724064"/>
                </a:lnTo>
                <a:lnTo>
                  <a:pt x="4264656" y="2725706"/>
                </a:lnTo>
                <a:moveTo>
                  <a:pt x="4209057" y="2844640"/>
                </a:moveTo>
                <a:lnTo>
                  <a:pt x="4206134" y="2846245"/>
                </a:lnTo>
                <a:lnTo>
                  <a:pt x="4200637" y="2848904"/>
                </a:lnTo>
                <a:lnTo>
                  <a:pt x="4194890" y="2851374"/>
                </a:lnTo>
                <a:lnTo>
                  <a:pt x="4188875" y="2853659"/>
                </a:lnTo>
                <a:lnTo>
                  <a:pt x="4182594" y="2855767"/>
                </a:lnTo>
                <a:lnTo>
                  <a:pt x="4176038" y="2857715"/>
                </a:lnTo>
                <a:lnTo>
                  <a:pt x="4169187" y="2859510"/>
                </a:lnTo>
                <a:lnTo>
                  <a:pt x="4162044" y="2861164"/>
                </a:lnTo>
                <a:lnTo>
                  <a:pt x="4154595" y="2862678"/>
                </a:lnTo>
                <a:lnTo>
                  <a:pt x="4146826" y="2864068"/>
                </a:lnTo>
                <a:lnTo>
                  <a:pt x="4138726" y="2865343"/>
                </a:lnTo>
                <a:lnTo>
                  <a:pt x="4130290" y="2866501"/>
                </a:lnTo>
                <a:lnTo>
                  <a:pt x="4121490" y="2867549"/>
                </a:lnTo>
                <a:lnTo>
                  <a:pt x="4114623" y="2868265"/>
                </a:lnTo>
                <a:lnTo>
                  <a:pt x="4111456" y="2837796"/>
                </a:lnTo>
                <a:lnTo>
                  <a:pt x="4118207" y="2837092"/>
                </a:lnTo>
                <a:lnTo>
                  <a:pt x="4117974" y="2837117"/>
                </a:lnTo>
                <a:lnTo>
                  <a:pt x="4126516" y="2836099"/>
                </a:lnTo>
                <a:lnTo>
                  <a:pt x="4126253" y="2836130"/>
                </a:lnTo>
                <a:lnTo>
                  <a:pt x="4134420" y="2835009"/>
                </a:lnTo>
                <a:lnTo>
                  <a:pt x="4134124" y="2835052"/>
                </a:lnTo>
                <a:lnTo>
                  <a:pt x="4141917" y="2833833"/>
                </a:lnTo>
                <a:lnTo>
                  <a:pt x="4141594" y="2833888"/>
                </a:lnTo>
                <a:lnTo>
                  <a:pt x="4149019" y="2832558"/>
                </a:lnTo>
                <a:lnTo>
                  <a:pt x="4148663" y="2832625"/>
                </a:lnTo>
                <a:lnTo>
                  <a:pt x="4155735" y="2831186"/>
                </a:lnTo>
                <a:lnTo>
                  <a:pt x="4155342" y="2831272"/>
                </a:lnTo>
                <a:lnTo>
                  <a:pt x="4162069" y="2829715"/>
                </a:lnTo>
                <a:lnTo>
                  <a:pt x="4161634" y="2829819"/>
                </a:lnTo>
                <a:lnTo>
                  <a:pt x="4168025" y="2828146"/>
                </a:lnTo>
                <a:lnTo>
                  <a:pt x="4167553" y="2828281"/>
                </a:lnTo>
                <a:lnTo>
                  <a:pt x="4173613" y="2826480"/>
                </a:lnTo>
                <a:lnTo>
                  <a:pt x="4173099" y="2826639"/>
                </a:lnTo>
                <a:lnTo>
                  <a:pt x="4178840" y="2824715"/>
                </a:lnTo>
                <a:lnTo>
                  <a:pt x="4178275" y="2824912"/>
                </a:lnTo>
                <a:lnTo>
                  <a:pt x="4183710" y="2822854"/>
                </a:lnTo>
                <a:lnTo>
                  <a:pt x="4183110" y="2823092"/>
                </a:lnTo>
                <a:lnTo>
                  <a:pt x="4188237" y="2820893"/>
                </a:lnTo>
                <a:lnTo>
                  <a:pt x="4187593" y="2821186"/>
                </a:lnTo>
                <a:lnTo>
                  <a:pt x="4192428" y="2818840"/>
                </a:lnTo>
                <a:lnTo>
                  <a:pt x="4191753" y="2819189"/>
                </a:lnTo>
                <a:lnTo>
                  <a:pt x="4194353" y="2817768"/>
                </a:lnTo>
                <a:lnTo>
                  <a:pt x="4209057" y="2844640"/>
                </a:lnTo>
                <a:moveTo>
                  <a:pt x="4083516" y="2870753"/>
                </a:moveTo>
                <a:lnTo>
                  <a:pt x="4082579" y="2870815"/>
                </a:lnTo>
                <a:lnTo>
                  <a:pt x="4071863" y="2871421"/>
                </a:lnTo>
                <a:lnTo>
                  <a:pt x="4060731" y="2871960"/>
                </a:lnTo>
                <a:lnTo>
                  <a:pt x="4049169" y="2872426"/>
                </a:lnTo>
                <a:lnTo>
                  <a:pt x="4037175" y="2872830"/>
                </a:lnTo>
                <a:lnTo>
                  <a:pt x="4024736" y="2873173"/>
                </a:lnTo>
                <a:lnTo>
                  <a:pt x="4011820" y="2873467"/>
                </a:lnTo>
                <a:lnTo>
                  <a:pt x="3990903" y="2873804"/>
                </a:lnTo>
                <a:lnTo>
                  <a:pt x="3990408" y="2843170"/>
                </a:lnTo>
                <a:lnTo>
                  <a:pt x="4011274" y="2842833"/>
                </a:lnTo>
                <a:lnTo>
                  <a:pt x="4011178" y="2842838"/>
                </a:lnTo>
                <a:lnTo>
                  <a:pt x="4024001" y="2842545"/>
                </a:lnTo>
                <a:lnTo>
                  <a:pt x="4023920" y="2842551"/>
                </a:lnTo>
                <a:lnTo>
                  <a:pt x="4036279" y="2842208"/>
                </a:lnTo>
                <a:lnTo>
                  <a:pt x="4036193" y="2842208"/>
                </a:lnTo>
                <a:lnTo>
                  <a:pt x="4048092" y="2841809"/>
                </a:lnTo>
                <a:lnTo>
                  <a:pt x="4047988" y="2841816"/>
                </a:lnTo>
                <a:lnTo>
                  <a:pt x="4059438" y="2841350"/>
                </a:lnTo>
                <a:lnTo>
                  <a:pt x="4059322" y="2841356"/>
                </a:lnTo>
                <a:lnTo>
                  <a:pt x="4070326" y="2840829"/>
                </a:lnTo>
                <a:lnTo>
                  <a:pt x="4070196" y="2840836"/>
                </a:lnTo>
                <a:lnTo>
                  <a:pt x="4080772" y="2840235"/>
                </a:lnTo>
                <a:lnTo>
                  <a:pt x="4080625" y="2840241"/>
                </a:lnTo>
                <a:lnTo>
                  <a:pt x="4081483" y="2840186"/>
                </a:lnTo>
                <a:lnTo>
                  <a:pt x="4083516" y="2870753"/>
                </a:lnTo>
                <a:moveTo>
                  <a:pt x="3960170" y="2874135"/>
                </a:moveTo>
                <a:lnTo>
                  <a:pt x="3955489" y="2874184"/>
                </a:lnTo>
                <a:lnTo>
                  <a:pt x="3924330" y="2874337"/>
                </a:lnTo>
                <a:lnTo>
                  <a:pt x="3868138" y="2874404"/>
                </a:lnTo>
                <a:lnTo>
                  <a:pt x="3868103" y="2843770"/>
                </a:lnTo>
                <a:lnTo>
                  <a:pt x="3924263" y="2843702"/>
                </a:lnTo>
                <a:lnTo>
                  <a:pt x="3924200" y="2843702"/>
                </a:lnTo>
                <a:lnTo>
                  <a:pt x="3955300" y="2843550"/>
                </a:lnTo>
                <a:lnTo>
                  <a:pt x="3955233" y="2843550"/>
                </a:lnTo>
                <a:lnTo>
                  <a:pt x="3959877" y="2843507"/>
                </a:lnTo>
                <a:lnTo>
                  <a:pt x="3960170" y="2874135"/>
                </a:lnTo>
                <a:moveTo>
                  <a:pt x="3837438" y="2874362"/>
                </a:moveTo>
                <a:lnTo>
                  <a:pt x="3745541" y="2874074"/>
                </a:lnTo>
                <a:lnTo>
                  <a:pt x="3745634" y="2843440"/>
                </a:lnTo>
                <a:lnTo>
                  <a:pt x="3837536" y="2843727"/>
                </a:lnTo>
                <a:lnTo>
                  <a:pt x="3837438" y="2874362"/>
                </a:lnTo>
                <a:moveTo>
                  <a:pt x="3714906" y="2873982"/>
                </a:moveTo>
                <a:lnTo>
                  <a:pt x="3623002" y="2873693"/>
                </a:lnTo>
                <a:lnTo>
                  <a:pt x="3623095" y="2843059"/>
                </a:lnTo>
                <a:lnTo>
                  <a:pt x="3714999" y="2843348"/>
                </a:lnTo>
                <a:lnTo>
                  <a:pt x="3714906" y="2873982"/>
                </a:lnTo>
                <a:moveTo>
                  <a:pt x="3592369" y="2873596"/>
                </a:moveTo>
                <a:lnTo>
                  <a:pt x="3500465" y="2873314"/>
                </a:lnTo>
                <a:lnTo>
                  <a:pt x="3500558" y="2842679"/>
                </a:lnTo>
                <a:lnTo>
                  <a:pt x="3592462" y="2842962"/>
                </a:lnTo>
                <a:lnTo>
                  <a:pt x="3592369" y="2873596"/>
                </a:lnTo>
                <a:moveTo>
                  <a:pt x="3469832" y="2873216"/>
                </a:moveTo>
                <a:lnTo>
                  <a:pt x="3377929" y="2872934"/>
                </a:lnTo>
                <a:lnTo>
                  <a:pt x="3378022" y="2842299"/>
                </a:lnTo>
                <a:lnTo>
                  <a:pt x="3469925" y="2842581"/>
                </a:lnTo>
                <a:lnTo>
                  <a:pt x="3469832" y="2873216"/>
                </a:lnTo>
                <a:moveTo>
                  <a:pt x="3347293" y="2872836"/>
                </a:moveTo>
                <a:lnTo>
                  <a:pt x="3255392" y="2872548"/>
                </a:lnTo>
                <a:lnTo>
                  <a:pt x="3255490" y="2841920"/>
                </a:lnTo>
                <a:lnTo>
                  <a:pt x="3347393" y="2842201"/>
                </a:lnTo>
                <a:lnTo>
                  <a:pt x="3347293" y="2872836"/>
                </a:lnTo>
                <a:moveTo>
                  <a:pt x="3224757" y="2872456"/>
                </a:moveTo>
                <a:lnTo>
                  <a:pt x="3132855" y="2872168"/>
                </a:lnTo>
                <a:lnTo>
                  <a:pt x="3132953" y="2841534"/>
                </a:lnTo>
                <a:lnTo>
                  <a:pt x="3224857" y="2841822"/>
                </a:lnTo>
                <a:lnTo>
                  <a:pt x="3224757" y="2872456"/>
                </a:lnTo>
                <a:moveTo>
                  <a:pt x="3102220" y="2872076"/>
                </a:moveTo>
                <a:lnTo>
                  <a:pt x="3010316" y="2871788"/>
                </a:lnTo>
                <a:lnTo>
                  <a:pt x="3010416" y="2841154"/>
                </a:lnTo>
                <a:lnTo>
                  <a:pt x="3102318" y="2841442"/>
                </a:lnTo>
                <a:lnTo>
                  <a:pt x="3102220" y="2872076"/>
                </a:lnTo>
                <a:moveTo>
                  <a:pt x="2979683" y="2871697"/>
                </a:moveTo>
                <a:lnTo>
                  <a:pt x="2887780" y="2871409"/>
                </a:lnTo>
                <a:lnTo>
                  <a:pt x="2887880" y="2840775"/>
                </a:lnTo>
                <a:lnTo>
                  <a:pt x="2979781" y="2841062"/>
                </a:lnTo>
                <a:lnTo>
                  <a:pt x="2979683" y="2871697"/>
                </a:lnTo>
                <a:moveTo>
                  <a:pt x="2857147" y="2871310"/>
                </a:moveTo>
                <a:lnTo>
                  <a:pt x="2765243" y="2871029"/>
                </a:lnTo>
                <a:lnTo>
                  <a:pt x="2765341" y="2840394"/>
                </a:lnTo>
                <a:lnTo>
                  <a:pt x="2857244" y="2840682"/>
                </a:lnTo>
                <a:lnTo>
                  <a:pt x="2857147" y="2871310"/>
                </a:lnTo>
                <a:moveTo>
                  <a:pt x="2734608" y="2870931"/>
                </a:moveTo>
                <a:lnTo>
                  <a:pt x="2642706" y="2870648"/>
                </a:lnTo>
                <a:lnTo>
                  <a:pt x="2642804" y="2840014"/>
                </a:lnTo>
                <a:lnTo>
                  <a:pt x="2734707" y="2840297"/>
                </a:lnTo>
                <a:lnTo>
                  <a:pt x="2734608" y="2870931"/>
                </a:lnTo>
                <a:moveTo>
                  <a:pt x="2612071" y="2870551"/>
                </a:moveTo>
                <a:lnTo>
                  <a:pt x="2520174" y="2870269"/>
                </a:lnTo>
                <a:lnTo>
                  <a:pt x="2520267" y="2839635"/>
                </a:lnTo>
                <a:lnTo>
                  <a:pt x="2612171" y="2839916"/>
                </a:lnTo>
                <a:lnTo>
                  <a:pt x="2612071" y="2870551"/>
                </a:lnTo>
                <a:moveTo>
                  <a:pt x="2489539" y="2870170"/>
                </a:moveTo>
                <a:lnTo>
                  <a:pt x="2397637" y="2869883"/>
                </a:lnTo>
                <a:lnTo>
                  <a:pt x="2397730" y="2839248"/>
                </a:lnTo>
                <a:lnTo>
                  <a:pt x="2489632" y="2839536"/>
                </a:lnTo>
                <a:lnTo>
                  <a:pt x="2489539" y="2870170"/>
                </a:lnTo>
                <a:moveTo>
                  <a:pt x="2367002" y="2869791"/>
                </a:moveTo>
                <a:lnTo>
                  <a:pt x="2275101" y="2869503"/>
                </a:lnTo>
                <a:lnTo>
                  <a:pt x="2275191" y="2838869"/>
                </a:lnTo>
                <a:lnTo>
                  <a:pt x="2367095" y="2839156"/>
                </a:lnTo>
                <a:lnTo>
                  <a:pt x="2367002" y="2869791"/>
                </a:lnTo>
                <a:moveTo>
                  <a:pt x="2244465" y="2869411"/>
                </a:moveTo>
                <a:lnTo>
                  <a:pt x="2152562" y="2869123"/>
                </a:lnTo>
                <a:lnTo>
                  <a:pt x="2152655" y="2838489"/>
                </a:lnTo>
                <a:lnTo>
                  <a:pt x="2244558" y="2838777"/>
                </a:lnTo>
                <a:lnTo>
                  <a:pt x="2244465" y="2869411"/>
                </a:lnTo>
                <a:moveTo>
                  <a:pt x="2121929" y="2869031"/>
                </a:moveTo>
                <a:lnTo>
                  <a:pt x="2030025" y="2868743"/>
                </a:lnTo>
                <a:lnTo>
                  <a:pt x="2030125" y="2838109"/>
                </a:lnTo>
                <a:lnTo>
                  <a:pt x="2122026" y="2838397"/>
                </a:lnTo>
                <a:lnTo>
                  <a:pt x="2121929" y="2869031"/>
                </a:lnTo>
                <a:moveTo>
                  <a:pt x="1999392" y="2868645"/>
                </a:moveTo>
                <a:lnTo>
                  <a:pt x="1907488" y="2868364"/>
                </a:lnTo>
                <a:lnTo>
                  <a:pt x="1907586" y="2837729"/>
                </a:lnTo>
                <a:lnTo>
                  <a:pt x="1999490" y="2838011"/>
                </a:lnTo>
                <a:lnTo>
                  <a:pt x="1999392" y="2868645"/>
                </a:lnTo>
                <a:moveTo>
                  <a:pt x="1876853" y="2868265"/>
                </a:moveTo>
                <a:lnTo>
                  <a:pt x="1784952" y="2867983"/>
                </a:lnTo>
                <a:lnTo>
                  <a:pt x="1785049" y="2837349"/>
                </a:lnTo>
                <a:lnTo>
                  <a:pt x="1876953" y="2837631"/>
                </a:lnTo>
                <a:lnTo>
                  <a:pt x="1876853" y="2868265"/>
                </a:lnTo>
                <a:moveTo>
                  <a:pt x="1754316" y="2867886"/>
                </a:moveTo>
                <a:lnTo>
                  <a:pt x="1662412" y="2867597"/>
                </a:lnTo>
                <a:lnTo>
                  <a:pt x="1662512" y="2836969"/>
                </a:lnTo>
                <a:lnTo>
                  <a:pt x="1754416" y="2837252"/>
                </a:lnTo>
                <a:lnTo>
                  <a:pt x="1754316" y="2867886"/>
                </a:lnTo>
                <a:moveTo>
                  <a:pt x="1631779" y="2867505"/>
                </a:moveTo>
                <a:lnTo>
                  <a:pt x="1539878" y="2867218"/>
                </a:lnTo>
                <a:lnTo>
                  <a:pt x="1539976" y="2836583"/>
                </a:lnTo>
                <a:lnTo>
                  <a:pt x="1631877" y="2836871"/>
                </a:lnTo>
                <a:lnTo>
                  <a:pt x="1631779" y="2867505"/>
                </a:lnTo>
                <a:moveTo>
                  <a:pt x="1509243" y="2867125"/>
                </a:moveTo>
                <a:lnTo>
                  <a:pt x="1417339" y="2866838"/>
                </a:lnTo>
                <a:lnTo>
                  <a:pt x="1417437" y="2836203"/>
                </a:lnTo>
                <a:lnTo>
                  <a:pt x="1509340" y="2836491"/>
                </a:lnTo>
                <a:lnTo>
                  <a:pt x="1509243" y="2867125"/>
                </a:lnTo>
                <a:moveTo>
                  <a:pt x="1386706" y="2866746"/>
                </a:moveTo>
                <a:lnTo>
                  <a:pt x="1294802" y="2866458"/>
                </a:lnTo>
                <a:lnTo>
                  <a:pt x="1294900" y="2835824"/>
                </a:lnTo>
                <a:lnTo>
                  <a:pt x="1386804" y="2836112"/>
                </a:lnTo>
                <a:lnTo>
                  <a:pt x="1386706" y="2866746"/>
                </a:lnTo>
                <a:moveTo>
                  <a:pt x="1264169" y="2866360"/>
                </a:moveTo>
                <a:lnTo>
                  <a:pt x="1172270" y="2866078"/>
                </a:lnTo>
                <a:lnTo>
                  <a:pt x="1172363" y="2835443"/>
                </a:lnTo>
                <a:lnTo>
                  <a:pt x="1264267" y="2835732"/>
                </a:lnTo>
                <a:lnTo>
                  <a:pt x="1264169" y="2866360"/>
                </a:lnTo>
                <a:moveTo>
                  <a:pt x="1141637" y="2865980"/>
                </a:moveTo>
                <a:lnTo>
                  <a:pt x="1049734" y="2865699"/>
                </a:lnTo>
                <a:lnTo>
                  <a:pt x="1049827" y="2835064"/>
                </a:lnTo>
                <a:lnTo>
                  <a:pt x="1141728" y="2835346"/>
                </a:lnTo>
                <a:lnTo>
                  <a:pt x="1141637" y="2865980"/>
                </a:lnTo>
                <a:moveTo>
                  <a:pt x="1019101" y="2865600"/>
                </a:moveTo>
                <a:lnTo>
                  <a:pt x="927197" y="2865318"/>
                </a:lnTo>
                <a:lnTo>
                  <a:pt x="927290" y="2834684"/>
                </a:lnTo>
                <a:lnTo>
                  <a:pt x="1019191" y="2834966"/>
                </a:lnTo>
                <a:lnTo>
                  <a:pt x="1019101" y="2865600"/>
                </a:lnTo>
                <a:moveTo>
                  <a:pt x="896564" y="2865220"/>
                </a:moveTo>
                <a:lnTo>
                  <a:pt x="804660" y="2864932"/>
                </a:lnTo>
                <a:lnTo>
                  <a:pt x="804751" y="2834298"/>
                </a:lnTo>
                <a:lnTo>
                  <a:pt x="896655" y="2834586"/>
                </a:lnTo>
                <a:lnTo>
                  <a:pt x="896564" y="2865220"/>
                </a:lnTo>
                <a:moveTo>
                  <a:pt x="774025" y="2864841"/>
                </a:moveTo>
                <a:lnTo>
                  <a:pt x="682123" y="2864552"/>
                </a:lnTo>
                <a:lnTo>
                  <a:pt x="682214" y="2833918"/>
                </a:lnTo>
                <a:lnTo>
                  <a:pt x="774118" y="2834206"/>
                </a:lnTo>
                <a:lnTo>
                  <a:pt x="774025" y="2864841"/>
                </a:lnTo>
                <a:moveTo>
                  <a:pt x="651488" y="2864460"/>
                </a:moveTo>
                <a:lnTo>
                  <a:pt x="559584" y="2864173"/>
                </a:lnTo>
                <a:lnTo>
                  <a:pt x="559684" y="2833538"/>
                </a:lnTo>
                <a:lnTo>
                  <a:pt x="651586" y="2833826"/>
                </a:lnTo>
                <a:lnTo>
                  <a:pt x="651488" y="2864460"/>
                </a:lnTo>
                <a:moveTo>
                  <a:pt x="528951" y="2864081"/>
                </a:moveTo>
                <a:lnTo>
                  <a:pt x="437048" y="2863793"/>
                </a:lnTo>
                <a:lnTo>
                  <a:pt x="437145" y="2833159"/>
                </a:lnTo>
                <a:lnTo>
                  <a:pt x="529049" y="2833447"/>
                </a:lnTo>
                <a:lnTo>
                  <a:pt x="528951" y="2864081"/>
                </a:lnTo>
                <a:moveTo>
                  <a:pt x="406450" y="2863731"/>
                </a:moveTo>
                <a:lnTo>
                  <a:pt x="385607" y="2863713"/>
                </a:lnTo>
                <a:lnTo>
                  <a:pt x="352265" y="2863603"/>
                </a:lnTo>
                <a:lnTo>
                  <a:pt x="320962" y="2863382"/>
                </a:lnTo>
                <a:lnTo>
                  <a:pt x="314369" y="2863296"/>
                </a:lnTo>
                <a:lnTo>
                  <a:pt x="314755" y="2832668"/>
                </a:lnTo>
                <a:lnTo>
                  <a:pt x="321306" y="2832748"/>
                </a:lnTo>
                <a:lnTo>
                  <a:pt x="321227" y="2832748"/>
                </a:lnTo>
                <a:lnTo>
                  <a:pt x="352455" y="2832969"/>
                </a:lnTo>
                <a:lnTo>
                  <a:pt x="352392" y="2832969"/>
                </a:lnTo>
                <a:lnTo>
                  <a:pt x="385688" y="2833079"/>
                </a:lnTo>
                <a:lnTo>
                  <a:pt x="385649" y="2833079"/>
                </a:lnTo>
                <a:lnTo>
                  <a:pt x="406475" y="2833097"/>
                </a:lnTo>
                <a:lnTo>
                  <a:pt x="406450" y="2863731"/>
                </a:lnTo>
                <a:moveTo>
                  <a:pt x="283657" y="2862867"/>
                </a:moveTo>
                <a:lnTo>
                  <a:pt x="277676" y="2862758"/>
                </a:lnTo>
                <a:lnTo>
                  <a:pt x="264184" y="2862457"/>
                </a:lnTo>
                <a:lnTo>
                  <a:pt x="251154" y="2862102"/>
                </a:lnTo>
                <a:lnTo>
                  <a:pt x="238569" y="2861685"/>
                </a:lnTo>
                <a:lnTo>
                  <a:pt x="226419" y="2861207"/>
                </a:lnTo>
                <a:lnTo>
                  <a:pt x="214699" y="2860662"/>
                </a:lnTo>
                <a:lnTo>
                  <a:pt x="203399" y="2860037"/>
                </a:lnTo>
                <a:lnTo>
                  <a:pt x="192507" y="2859344"/>
                </a:lnTo>
                <a:lnTo>
                  <a:pt x="190974" y="2859228"/>
                </a:lnTo>
                <a:lnTo>
                  <a:pt x="193242" y="2828680"/>
                </a:lnTo>
                <a:lnTo>
                  <a:pt x="194693" y="2828790"/>
                </a:lnTo>
                <a:lnTo>
                  <a:pt x="194542" y="2828778"/>
                </a:lnTo>
                <a:lnTo>
                  <a:pt x="205280" y="2829464"/>
                </a:lnTo>
                <a:lnTo>
                  <a:pt x="205146" y="2829458"/>
                </a:lnTo>
                <a:lnTo>
                  <a:pt x="216317" y="2830071"/>
                </a:lnTo>
                <a:lnTo>
                  <a:pt x="216194" y="2830058"/>
                </a:lnTo>
                <a:lnTo>
                  <a:pt x="227791" y="2830603"/>
                </a:lnTo>
                <a:lnTo>
                  <a:pt x="227681" y="2830597"/>
                </a:lnTo>
                <a:lnTo>
                  <a:pt x="239727" y="2831075"/>
                </a:lnTo>
                <a:lnTo>
                  <a:pt x="239630" y="2831069"/>
                </a:lnTo>
                <a:lnTo>
                  <a:pt x="252122" y="2831480"/>
                </a:lnTo>
                <a:lnTo>
                  <a:pt x="252036" y="2831480"/>
                </a:lnTo>
                <a:lnTo>
                  <a:pt x="264988" y="2831836"/>
                </a:lnTo>
                <a:lnTo>
                  <a:pt x="264914" y="2831829"/>
                </a:lnTo>
                <a:lnTo>
                  <a:pt x="278325" y="2832129"/>
                </a:lnTo>
                <a:lnTo>
                  <a:pt x="278264" y="2832129"/>
                </a:lnTo>
                <a:lnTo>
                  <a:pt x="284208" y="2832239"/>
                </a:lnTo>
                <a:lnTo>
                  <a:pt x="283657" y="2862867"/>
                </a:lnTo>
                <a:moveTo>
                  <a:pt x="159874" y="2856483"/>
                </a:moveTo>
                <a:lnTo>
                  <a:pt x="152828" y="2855687"/>
                </a:lnTo>
                <a:lnTo>
                  <a:pt x="143835" y="2854529"/>
                </a:lnTo>
                <a:lnTo>
                  <a:pt x="135189" y="2853260"/>
                </a:lnTo>
                <a:lnTo>
                  <a:pt x="126876" y="2851882"/>
                </a:lnTo>
                <a:lnTo>
                  <a:pt x="118900" y="2850381"/>
                </a:lnTo>
                <a:lnTo>
                  <a:pt x="111235" y="2848751"/>
                </a:lnTo>
                <a:lnTo>
                  <a:pt x="103882" y="2846981"/>
                </a:lnTo>
                <a:lnTo>
                  <a:pt x="96824" y="2845069"/>
                </a:lnTo>
                <a:lnTo>
                  <a:pt x="90053" y="2843005"/>
                </a:lnTo>
                <a:lnTo>
                  <a:pt x="83560" y="2840780"/>
                </a:lnTo>
                <a:lnTo>
                  <a:pt x="77339" y="2838385"/>
                </a:lnTo>
                <a:lnTo>
                  <a:pt x="71384" y="2835805"/>
                </a:lnTo>
                <a:lnTo>
                  <a:pt x="66117" y="2833244"/>
                </a:lnTo>
                <a:lnTo>
                  <a:pt x="79504" y="2805692"/>
                </a:lnTo>
                <a:lnTo>
                  <a:pt x="84479" y="2808112"/>
                </a:lnTo>
                <a:lnTo>
                  <a:pt x="83865" y="2807830"/>
                </a:lnTo>
                <a:lnTo>
                  <a:pt x="89220" y="2810146"/>
                </a:lnTo>
                <a:lnTo>
                  <a:pt x="88643" y="2809914"/>
                </a:lnTo>
                <a:lnTo>
                  <a:pt x="94306" y="2812094"/>
                </a:lnTo>
                <a:lnTo>
                  <a:pt x="93766" y="2811898"/>
                </a:lnTo>
                <a:lnTo>
                  <a:pt x="99733" y="2813945"/>
                </a:lnTo>
                <a:lnTo>
                  <a:pt x="99238" y="2813779"/>
                </a:lnTo>
                <a:lnTo>
                  <a:pt x="105524" y="2815697"/>
                </a:lnTo>
                <a:lnTo>
                  <a:pt x="105059" y="2815562"/>
                </a:lnTo>
                <a:lnTo>
                  <a:pt x="111675" y="2817352"/>
                </a:lnTo>
                <a:lnTo>
                  <a:pt x="111247" y="2817247"/>
                </a:lnTo>
                <a:lnTo>
                  <a:pt x="118195" y="2818914"/>
                </a:lnTo>
                <a:lnTo>
                  <a:pt x="117809" y="2818828"/>
                </a:lnTo>
                <a:lnTo>
                  <a:pt x="125099" y="2820378"/>
                </a:lnTo>
                <a:lnTo>
                  <a:pt x="124744" y="2820311"/>
                </a:lnTo>
                <a:lnTo>
                  <a:pt x="132390" y="2821744"/>
                </a:lnTo>
                <a:lnTo>
                  <a:pt x="132066" y="2821689"/>
                </a:lnTo>
                <a:lnTo>
                  <a:pt x="140068" y="2823019"/>
                </a:lnTo>
                <a:lnTo>
                  <a:pt x="139773" y="2822976"/>
                </a:lnTo>
                <a:lnTo>
                  <a:pt x="148142" y="2824201"/>
                </a:lnTo>
                <a:lnTo>
                  <a:pt x="147879" y="2824164"/>
                </a:lnTo>
                <a:lnTo>
                  <a:pt x="156621" y="2825292"/>
                </a:lnTo>
                <a:lnTo>
                  <a:pt x="156383" y="2825261"/>
                </a:lnTo>
                <a:lnTo>
                  <a:pt x="163313" y="2826039"/>
                </a:lnTo>
                <a:lnTo>
                  <a:pt x="159874" y="2856483"/>
                </a:lnTo>
                <a:moveTo>
                  <a:pt x="37423" y="2812474"/>
                </a:moveTo>
                <a:lnTo>
                  <a:pt x="36981" y="2812039"/>
                </a:lnTo>
                <a:lnTo>
                  <a:pt x="33128" y="2807781"/>
                </a:lnTo>
                <a:lnTo>
                  <a:pt x="29545" y="2803320"/>
                </a:lnTo>
                <a:lnTo>
                  <a:pt x="26236" y="2798652"/>
                </a:lnTo>
                <a:lnTo>
                  <a:pt x="23192" y="2793800"/>
                </a:lnTo>
                <a:lnTo>
                  <a:pt x="20415" y="2788763"/>
                </a:lnTo>
                <a:lnTo>
                  <a:pt x="17885" y="2783555"/>
                </a:lnTo>
                <a:lnTo>
                  <a:pt x="15599" y="2778176"/>
                </a:lnTo>
                <a:lnTo>
                  <a:pt x="13541" y="2772625"/>
                </a:lnTo>
                <a:lnTo>
                  <a:pt x="11697" y="2766915"/>
                </a:lnTo>
                <a:lnTo>
                  <a:pt x="10055" y="2761033"/>
                </a:lnTo>
                <a:lnTo>
                  <a:pt x="8597" y="2754986"/>
                </a:lnTo>
                <a:lnTo>
                  <a:pt x="7311" y="2748767"/>
                </a:lnTo>
                <a:lnTo>
                  <a:pt x="6183" y="2742364"/>
                </a:lnTo>
                <a:lnTo>
                  <a:pt x="5209" y="2735784"/>
                </a:lnTo>
                <a:lnTo>
                  <a:pt x="4363" y="2729008"/>
                </a:lnTo>
                <a:lnTo>
                  <a:pt x="3646" y="2722035"/>
                </a:lnTo>
                <a:lnTo>
                  <a:pt x="3286" y="2717759"/>
                </a:lnTo>
                <a:lnTo>
                  <a:pt x="33810" y="2715180"/>
                </a:lnTo>
                <a:lnTo>
                  <a:pt x="34158" y="2719315"/>
                </a:lnTo>
                <a:lnTo>
                  <a:pt x="34133" y="2719033"/>
                </a:lnTo>
                <a:lnTo>
                  <a:pt x="34819" y="2725706"/>
                </a:lnTo>
                <a:lnTo>
                  <a:pt x="34784" y="2725387"/>
                </a:lnTo>
                <a:lnTo>
                  <a:pt x="35586" y="2731820"/>
                </a:lnTo>
                <a:lnTo>
                  <a:pt x="35537" y="2731459"/>
                </a:lnTo>
                <a:lnTo>
                  <a:pt x="36456" y="2737666"/>
                </a:lnTo>
                <a:lnTo>
                  <a:pt x="36395" y="2737261"/>
                </a:lnTo>
                <a:lnTo>
                  <a:pt x="37442" y="2743241"/>
                </a:lnTo>
                <a:lnTo>
                  <a:pt x="37356" y="2742793"/>
                </a:lnTo>
                <a:lnTo>
                  <a:pt x="38544" y="2748546"/>
                </a:lnTo>
                <a:lnTo>
                  <a:pt x="38435" y="2748056"/>
                </a:lnTo>
                <a:lnTo>
                  <a:pt x="39770" y="2753589"/>
                </a:lnTo>
                <a:lnTo>
                  <a:pt x="39630" y="2753056"/>
                </a:lnTo>
                <a:lnTo>
                  <a:pt x="41118" y="2758374"/>
                </a:lnTo>
                <a:lnTo>
                  <a:pt x="40939" y="2757792"/>
                </a:lnTo>
                <a:lnTo>
                  <a:pt x="42595" y="2762901"/>
                </a:lnTo>
                <a:lnTo>
                  <a:pt x="42374" y="2762277"/>
                </a:lnTo>
                <a:lnTo>
                  <a:pt x="44195" y="2767185"/>
                </a:lnTo>
                <a:lnTo>
                  <a:pt x="43930" y="2766523"/>
                </a:lnTo>
                <a:lnTo>
                  <a:pt x="45927" y="2771222"/>
                </a:lnTo>
                <a:lnTo>
                  <a:pt x="45616" y="2770529"/>
                </a:lnTo>
                <a:lnTo>
                  <a:pt x="47797" y="2775033"/>
                </a:lnTo>
                <a:lnTo>
                  <a:pt x="47430" y="2774316"/>
                </a:lnTo>
                <a:lnTo>
                  <a:pt x="49806" y="2778624"/>
                </a:lnTo>
                <a:lnTo>
                  <a:pt x="49378" y="2777894"/>
                </a:lnTo>
                <a:lnTo>
                  <a:pt x="51957" y="2782012"/>
                </a:lnTo>
                <a:lnTo>
                  <a:pt x="51474" y="2781282"/>
                </a:lnTo>
                <a:lnTo>
                  <a:pt x="54266" y="2785222"/>
                </a:lnTo>
                <a:lnTo>
                  <a:pt x="53722" y="2784499"/>
                </a:lnTo>
                <a:lnTo>
                  <a:pt x="56736" y="2788255"/>
                </a:lnTo>
                <a:lnTo>
                  <a:pt x="56141" y="2787556"/>
                </a:lnTo>
                <a:lnTo>
                  <a:pt x="59382" y="2791140"/>
                </a:lnTo>
                <a:lnTo>
                  <a:pt x="58745" y="2790479"/>
                </a:lnTo>
                <a:lnTo>
                  <a:pt x="59075" y="2790797"/>
                </a:lnTo>
                <a:lnTo>
                  <a:pt x="58862" y="2790589"/>
                </a:lnTo>
                <a:lnTo>
                  <a:pt x="37423" y="2812474"/>
                </a:lnTo>
                <a:moveTo>
                  <a:pt x="1625" y="2686359"/>
                </a:moveTo>
                <a:lnTo>
                  <a:pt x="1544" y="2683982"/>
                </a:lnTo>
                <a:lnTo>
                  <a:pt x="1360" y="2675661"/>
                </a:lnTo>
                <a:lnTo>
                  <a:pt x="1146" y="2658359"/>
                </a:lnTo>
                <a:lnTo>
                  <a:pt x="1091" y="2640046"/>
                </a:lnTo>
                <a:lnTo>
                  <a:pt x="31726" y="2639954"/>
                </a:lnTo>
                <a:lnTo>
                  <a:pt x="31782" y="2658200"/>
                </a:lnTo>
                <a:lnTo>
                  <a:pt x="31782" y="2658059"/>
                </a:lnTo>
                <a:lnTo>
                  <a:pt x="31989" y="2675202"/>
                </a:lnTo>
                <a:lnTo>
                  <a:pt x="31989" y="2675049"/>
                </a:lnTo>
                <a:lnTo>
                  <a:pt x="32172" y="2683221"/>
                </a:lnTo>
                <a:lnTo>
                  <a:pt x="32168" y="2683087"/>
                </a:lnTo>
                <a:lnTo>
                  <a:pt x="32240" y="2685403"/>
                </a:lnTo>
                <a:lnTo>
                  <a:pt x="1625" y="2686359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608E1345-8F91-4FE2-A5D5-547614E8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2" y="5196389"/>
            <a:ext cx="2054643" cy="297765"/>
          </a:xfrm>
          <a:custGeom xmlns:a="http://schemas.openxmlformats.org/drawingml/2006/main">
            <a:pathLst>
              <a:path w="2054643" h="297765">
                <a:moveTo>
                  <a:pt x="0" y="21879"/>
                </a:moveTo>
                <a:cubicBezTo>
                  <a:pt x="0" y="882"/>
                  <a:pt x="7934" y="0"/>
                  <a:pt x="196838" y="0"/>
                </a:cubicBezTo>
                <a:lnTo>
                  <a:pt x="1837697" y="233"/>
                </a:lnTo>
                <a:cubicBezTo>
                  <a:pt x="2026600" y="233"/>
                  <a:pt x="2054116" y="0"/>
                  <a:pt x="2054116" y="21002"/>
                </a:cubicBezTo>
                <a:lnTo>
                  <a:pt x="2054643" y="276468"/>
                </a:lnTo>
                <a:cubicBezTo>
                  <a:pt x="2054643" y="297471"/>
                  <a:pt x="2051996" y="297765"/>
                  <a:pt x="1863093" y="297765"/>
                </a:cubicBezTo>
                <a:lnTo>
                  <a:pt x="196838" y="296650"/>
                </a:lnTo>
                <a:cubicBezTo>
                  <a:pt x="7934" y="296650"/>
                  <a:pt x="527" y="295823"/>
                  <a:pt x="527" y="274826"/>
                </a:cubicBezTo>
                <a:lnTo>
                  <a:pt x="0" y="218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CB4954D8-7A2E-4E9E-9048-04AC297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16" y="5186432"/>
            <a:ext cx="2074555" cy="317678"/>
          </a:xfrm>
          <a:custGeom xmlns:a="http://schemas.openxmlformats.org/drawingml/2006/main">
            <a:pathLst>
              <a:path w="2074555" h="317678">
                <a:moveTo>
                  <a:pt x="30" y="29556"/>
                </a:moveTo>
                <a:lnTo>
                  <a:pt x="172" y="27203"/>
                </a:lnTo>
                <a:lnTo>
                  <a:pt x="496" y="24703"/>
                </a:lnTo>
                <a:lnTo>
                  <a:pt x="1091" y="22069"/>
                </a:lnTo>
                <a:lnTo>
                  <a:pt x="2077" y="19330"/>
                </a:lnTo>
                <a:lnTo>
                  <a:pt x="3535" y="16616"/>
                </a:lnTo>
                <a:lnTo>
                  <a:pt x="5465" y="14085"/>
                </a:lnTo>
                <a:lnTo>
                  <a:pt x="7800" y="11861"/>
                </a:lnTo>
                <a:lnTo>
                  <a:pt x="10428" y="9993"/>
                </a:lnTo>
                <a:lnTo>
                  <a:pt x="13289" y="8449"/>
                </a:lnTo>
                <a:lnTo>
                  <a:pt x="16365" y="7180"/>
                </a:lnTo>
                <a:lnTo>
                  <a:pt x="19685" y="6108"/>
                </a:lnTo>
                <a:lnTo>
                  <a:pt x="23300" y="5201"/>
                </a:lnTo>
                <a:lnTo>
                  <a:pt x="27258" y="4411"/>
                </a:lnTo>
                <a:lnTo>
                  <a:pt x="31620" y="3725"/>
                </a:lnTo>
                <a:lnTo>
                  <a:pt x="36430" y="3124"/>
                </a:lnTo>
                <a:lnTo>
                  <a:pt x="41736" y="2604"/>
                </a:lnTo>
                <a:lnTo>
                  <a:pt x="47587" y="2144"/>
                </a:lnTo>
                <a:lnTo>
                  <a:pt x="54014" y="1740"/>
                </a:lnTo>
                <a:lnTo>
                  <a:pt x="61066" y="1396"/>
                </a:lnTo>
                <a:lnTo>
                  <a:pt x="68774" y="1096"/>
                </a:lnTo>
                <a:lnTo>
                  <a:pt x="77186" y="845"/>
                </a:lnTo>
                <a:lnTo>
                  <a:pt x="96192" y="466"/>
                </a:lnTo>
                <a:lnTo>
                  <a:pt x="118401" y="220"/>
                </a:lnTo>
                <a:lnTo>
                  <a:pt x="144067" y="80"/>
                </a:lnTo>
                <a:lnTo>
                  <a:pt x="206787" y="0"/>
                </a:lnTo>
                <a:lnTo>
                  <a:pt x="1847652" y="233"/>
                </a:lnTo>
                <a:lnTo>
                  <a:pt x="1911207" y="263"/>
                </a:lnTo>
                <a:lnTo>
                  <a:pt x="1937821" y="349"/>
                </a:lnTo>
                <a:lnTo>
                  <a:pt x="1961269" y="527"/>
                </a:lnTo>
                <a:lnTo>
                  <a:pt x="1981733" y="821"/>
                </a:lnTo>
                <a:lnTo>
                  <a:pt x="1990941" y="1029"/>
                </a:lnTo>
                <a:lnTo>
                  <a:pt x="1999470" y="1274"/>
                </a:lnTo>
                <a:lnTo>
                  <a:pt x="2007368" y="1569"/>
                </a:lnTo>
                <a:lnTo>
                  <a:pt x="2014658" y="1912"/>
                </a:lnTo>
                <a:lnTo>
                  <a:pt x="2021374" y="2316"/>
                </a:lnTo>
                <a:lnTo>
                  <a:pt x="2027538" y="2775"/>
                </a:lnTo>
                <a:lnTo>
                  <a:pt x="2033192" y="3309"/>
                </a:lnTo>
                <a:lnTo>
                  <a:pt x="2038363" y="3915"/>
                </a:lnTo>
                <a:lnTo>
                  <a:pt x="2043094" y="4614"/>
                </a:lnTo>
                <a:lnTo>
                  <a:pt x="2047413" y="5404"/>
                </a:lnTo>
                <a:lnTo>
                  <a:pt x="2051377" y="6311"/>
                </a:lnTo>
                <a:lnTo>
                  <a:pt x="2055016" y="7364"/>
                </a:lnTo>
                <a:lnTo>
                  <a:pt x="2058380" y="8595"/>
                </a:lnTo>
                <a:lnTo>
                  <a:pt x="2061511" y="10054"/>
                </a:lnTo>
                <a:lnTo>
                  <a:pt x="2064409" y="11800"/>
                </a:lnTo>
                <a:lnTo>
                  <a:pt x="2067049" y="13901"/>
                </a:lnTo>
                <a:lnTo>
                  <a:pt x="2069360" y="16365"/>
                </a:lnTo>
                <a:lnTo>
                  <a:pt x="2071228" y="19147"/>
                </a:lnTo>
                <a:lnTo>
                  <a:pt x="2072594" y="22118"/>
                </a:lnTo>
                <a:lnTo>
                  <a:pt x="2073464" y="25132"/>
                </a:lnTo>
                <a:lnTo>
                  <a:pt x="2073905" y="28079"/>
                </a:lnTo>
                <a:lnTo>
                  <a:pt x="2074022" y="30726"/>
                </a:lnTo>
                <a:lnTo>
                  <a:pt x="2074555" y="286516"/>
                </a:lnTo>
                <a:lnTo>
                  <a:pt x="2074469" y="290658"/>
                </a:lnTo>
                <a:lnTo>
                  <a:pt x="2074261" y="293054"/>
                </a:lnTo>
                <a:lnTo>
                  <a:pt x="2073844" y="295547"/>
                </a:lnTo>
                <a:lnTo>
                  <a:pt x="2073103" y="298194"/>
                </a:lnTo>
                <a:lnTo>
                  <a:pt x="2071908" y="300914"/>
                </a:lnTo>
                <a:lnTo>
                  <a:pt x="2070211" y="303549"/>
                </a:lnTo>
                <a:lnTo>
                  <a:pt x="2068054" y="305914"/>
                </a:lnTo>
                <a:lnTo>
                  <a:pt x="2065548" y="307906"/>
                </a:lnTo>
                <a:lnTo>
                  <a:pt x="2062797" y="309529"/>
                </a:lnTo>
                <a:lnTo>
                  <a:pt x="2059850" y="310846"/>
                </a:lnTo>
                <a:lnTo>
                  <a:pt x="2056683" y="311930"/>
                </a:lnTo>
                <a:lnTo>
                  <a:pt x="2053251" y="312837"/>
                </a:lnTo>
                <a:lnTo>
                  <a:pt x="2049490" y="313604"/>
                </a:lnTo>
                <a:lnTo>
                  <a:pt x="2045354" y="314271"/>
                </a:lnTo>
                <a:lnTo>
                  <a:pt x="2040771" y="314847"/>
                </a:lnTo>
                <a:lnTo>
                  <a:pt x="2035698" y="315344"/>
                </a:lnTo>
                <a:lnTo>
                  <a:pt x="2030092" y="315778"/>
                </a:lnTo>
                <a:lnTo>
                  <a:pt x="2023897" y="316152"/>
                </a:lnTo>
                <a:lnTo>
                  <a:pt x="2017085" y="316470"/>
                </a:lnTo>
                <a:lnTo>
                  <a:pt x="2009604" y="316740"/>
                </a:lnTo>
                <a:lnTo>
                  <a:pt x="2001412" y="316967"/>
                </a:lnTo>
                <a:lnTo>
                  <a:pt x="1982812" y="317304"/>
                </a:lnTo>
                <a:lnTo>
                  <a:pt x="1960944" y="317512"/>
                </a:lnTo>
                <a:lnTo>
                  <a:pt x="1935542" y="317622"/>
                </a:lnTo>
                <a:lnTo>
                  <a:pt x="1873048" y="317678"/>
                </a:lnTo>
                <a:lnTo>
                  <a:pt x="206787" y="316563"/>
                </a:lnTo>
                <a:lnTo>
                  <a:pt x="144091" y="316483"/>
                </a:lnTo>
                <a:lnTo>
                  <a:pt x="118450" y="316342"/>
                </a:lnTo>
                <a:lnTo>
                  <a:pt x="96277" y="316103"/>
                </a:lnTo>
                <a:lnTo>
                  <a:pt x="77314" y="315723"/>
                </a:lnTo>
                <a:lnTo>
                  <a:pt x="68921" y="315478"/>
                </a:lnTo>
                <a:lnTo>
                  <a:pt x="61238" y="315184"/>
                </a:lnTo>
                <a:lnTo>
                  <a:pt x="54210" y="314841"/>
                </a:lnTo>
                <a:lnTo>
                  <a:pt x="47802" y="314442"/>
                </a:lnTo>
                <a:lnTo>
                  <a:pt x="41981" y="313983"/>
                </a:lnTo>
                <a:lnTo>
                  <a:pt x="36694" y="313462"/>
                </a:lnTo>
                <a:lnTo>
                  <a:pt x="31909" y="312862"/>
                </a:lnTo>
                <a:lnTo>
                  <a:pt x="27570" y="312182"/>
                </a:lnTo>
                <a:lnTo>
                  <a:pt x="23631" y="311397"/>
                </a:lnTo>
                <a:lnTo>
                  <a:pt x="20035" y="310485"/>
                </a:lnTo>
                <a:lnTo>
                  <a:pt x="16726" y="309418"/>
                </a:lnTo>
                <a:lnTo>
                  <a:pt x="13669" y="308138"/>
                </a:lnTo>
                <a:lnTo>
                  <a:pt x="10820" y="306594"/>
                </a:lnTo>
                <a:lnTo>
                  <a:pt x="8197" y="304713"/>
                </a:lnTo>
                <a:lnTo>
                  <a:pt x="5882" y="302477"/>
                </a:lnTo>
                <a:lnTo>
                  <a:pt x="3976" y="299934"/>
                </a:lnTo>
                <a:lnTo>
                  <a:pt x="2542" y="297214"/>
                </a:lnTo>
                <a:lnTo>
                  <a:pt x="1581" y="294487"/>
                </a:lnTo>
                <a:lnTo>
                  <a:pt x="998" y="291865"/>
                </a:lnTo>
                <a:lnTo>
                  <a:pt x="692" y="289384"/>
                </a:lnTo>
                <a:lnTo>
                  <a:pt x="558" y="287044"/>
                </a:lnTo>
                <a:lnTo>
                  <a:pt x="527" y="284862"/>
                </a:lnTo>
                <a:lnTo>
                  <a:pt x="0" y="31774"/>
                </a:lnTo>
                <a:lnTo>
                  <a:pt x="30" y="29556"/>
                </a:lnTo>
                <a:moveTo>
                  <a:pt x="19912" y="31988"/>
                </a:moveTo>
                <a:lnTo>
                  <a:pt x="19912" y="31817"/>
                </a:lnTo>
                <a:lnTo>
                  <a:pt x="20439" y="284758"/>
                </a:lnTo>
                <a:lnTo>
                  <a:pt x="20439" y="284641"/>
                </a:lnTo>
                <a:lnTo>
                  <a:pt x="20470" y="286547"/>
                </a:lnTo>
                <a:lnTo>
                  <a:pt x="20451" y="286124"/>
                </a:lnTo>
                <a:lnTo>
                  <a:pt x="20555" y="287920"/>
                </a:lnTo>
                <a:lnTo>
                  <a:pt x="20494" y="287257"/>
                </a:lnTo>
                <a:lnTo>
                  <a:pt x="20702" y="288943"/>
                </a:lnTo>
                <a:lnTo>
                  <a:pt x="20543" y="288023"/>
                </a:lnTo>
                <a:lnTo>
                  <a:pt x="20892" y="289598"/>
                </a:lnTo>
                <a:lnTo>
                  <a:pt x="20562" y="288434"/>
                </a:lnTo>
                <a:lnTo>
                  <a:pt x="21082" y="289911"/>
                </a:lnTo>
                <a:lnTo>
                  <a:pt x="20500" y="288581"/>
                </a:lnTo>
                <a:lnTo>
                  <a:pt x="21223" y="289953"/>
                </a:lnTo>
                <a:lnTo>
                  <a:pt x="20378" y="288618"/>
                </a:lnTo>
                <a:lnTo>
                  <a:pt x="21334" y="289892"/>
                </a:lnTo>
                <a:lnTo>
                  <a:pt x="20286" y="288710"/>
                </a:lnTo>
                <a:lnTo>
                  <a:pt x="21511" y="289886"/>
                </a:lnTo>
                <a:lnTo>
                  <a:pt x="20396" y="288961"/>
                </a:lnTo>
                <a:lnTo>
                  <a:pt x="21922" y="290051"/>
                </a:lnTo>
                <a:lnTo>
                  <a:pt x="20868" y="289390"/>
                </a:lnTo>
                <a:lnTo>
                  <a:pt x="22718" y="290394"/>
                </a:lnTo>
                <a:lnTo>
                  <a:pt x="21799" y="289960"/>
                </a:lnTo>
                <a:lnTo>
                  <a:pt x="24011" y="290879"/>
                </a:lnTo>
                <a:lnTo>
                  <a:pt x="23245" y="290597"/>
                </a:lnTo>
                <a:lnTo>
                  <a:pt x="25855" y="291443"/>
                </a:lnTo>
                <a:lnTo>
                  <a:pt x="25236" y="291265"/>
                </a:lnTo>
                <a:lnTo>
                  <a:pt x="28269" y="292030"/>
                </a:lnTo>
                <a:lnTo>
                  <a:pt x="27773" y="291921"/>
                </a:lnTo>
                <a:lnTo>
                  <a:pt x="31265" y="292612"/>
                </a:lnTo>
                <a:lnTo>
                  <a:pt x="30867" y="292546"/>
                </a:lnTo>
                <a:lnTo>
                  <a:pt x="34850" y="293170"/>
                </a:lnTo>
                <a:lnTo>
                  <a:pt x="34530" y="293127"/>
                </a:lnTo>
                <a:lnTo>
                  <a:pt x="39034" y="293684"/>
                </a:lnTo>
                <a:lnTo>
                  <a:pt x="38783" y="293661"/>
                </a:lnTo>
                <a:lnTo>
                  <a:pt x="43837" y="294156"/>
                </a:lnTo>
                <a:lnTo>
                  <a:pt x="43635" y="294144"/>
                </a:lnTo>
                <a:lnTo>
                  <a:pt x="49278" y="294586"/>
                </a:lnTo>
                <a:lnTo>
                  <a:pt x="49119" y="294573"/>
                </a:lnTo>
                <a:lnTo>
                  <a:pt x="55375" y="294959"/>
                </a:lnTo>
                <a:lnTo>
                  <a:pt x="55245" y="294953"/>
                </a:lnTo>
                <a:lnTo>
                  <a:pt x="62151" y="295290"/>
                </a:lnTo>
                <a:lnTo>
                  <a:pt x="62046" y="295284"/>
                </a:lnTo>
                <a:lnTo>
                  <a:pt x="69638" y="295578"/>
                </a:lnTo>
                <a:lnTo>
                  <a:pt x="69552" y="295572"/>
                </a:lnTo>
                <a:lnTo>
                  <a:pt x="77854" y="295817"/>
                </a:lnTo>
                <a:lnTo>
                  <a:pt x="77756" y="295817"/>
                </a:lnTo>
                <a:lnTo>
                  <a:pt x="96627" y="296191"/>
                </a:lnTo>
                <a:lnTo>
                  <a:pt x="96541" y="296191"/>
                </a:lnTo>
                <a:lnTo>
                  <a:pt x="118640" y="296436"/>
                </a:lnTo>
                <a:lnTo>
                  <a:pt x="118585" y="296436"/>
                </a:lnTo>
                <a:lnTo>
                  <a:pt x="144177" y="296570"/>
                </a:lnTo>
                <a:lnTo>
                  <a:pt x="144134" y="296570"/>
                </a:lnTo>
                <a:lnTo>
                  <a:pt x="206806" y="296650"/>
                </a:lnTo>
                <a:lnTo>
                  <a:pt x="206800" y="296650"/>
                </a:lnTo>
                <a:lnTo>
                  <a:pt x="1873054" y="297765"/>
                </a:lnTo>
                <a:lnTo>
                  <a:pt x="1873043" y="297765"/>
                </a:lnTo>
                <a:lnTo>
                  <a:pt x="1935506" y="297710"/>
                </a:lnTo>
                <a:lnTo>
                  <a:pt x="1935475" y="297710"/>
                </a:lnTo>
                <a:lnTo>
                  <a:pt x="1960828" y="297600"/>
                </a:lnTo>
                <a:lnTo>
                  <a:pt x="1960779" y="297600"/>
                </a:lnTo>
                <a:lnTo>
                  <a:pt x="1982578" y="297392"/>
                </a:lnTo>
                <a:lnTo>
                  <a:pt x="1982493" y="297392"/>
                </a:lnTo>
                <a:lnTo>
                  <a:pt x="2001002" y="297061"/>
                </a:lnTo>
                <a:lnTo>
                  <a:pt x="2000904" y="297061"/>
                </a:lnTo>
                <a:lnTo>
                  <a:pt x="2009010" y="296834"/>
                </a:lnTo>
                <a:lnTo>
                  <a:pt x="2008930" y="296840"/>
                </a:lnTo>
                <a:lnTo>
                  <a:pt x="2016313" y="296570"/>
                </a:lnTo>
                <a:lnTo>
                  <a:pt x="2016203" y="296577"/>
                </a:lnTo>
                <a:lnTo>
                  <a:pt x="2022899" y="296264"/>
                </a:lnTo>
                <a:lnTo>
                  <a:pt x="2022771" y="296270"/>
                </a:lnTo>
                <a:lnTo>
                  <a:pt x="2028812" y="295903"/>
                </a:lnTo>
                <a:lnTo>
                  <a:pt x="2028640" y="295915"/>
                </a:lnTo>
                <a:lnTo>
                  <a:pt x="2034062" y="295498"/>
                </a:lnTo>
                <a:lnTo>
                  <a:pt x="2033854" y="295517"/>
                </a:lnTo>
                <a:lnTo>
                  <a:pt x="2038688" y="295039"/>
                </a:lnTo>
                <a:lnTo>
                  <a:pt x="2038424" y="295069"/>
                </a:lnTo>
                <a:lnTo>
                  <a:pt x="2042701" y="294530"/>
                </a:lnTo>
                <a:lnTo>
                  <a:pt x="2042371" y="294579"/>
                </a:lnTo>
                <a:lnTo>
                  <a:pt x="2046126" y="293979"/>
                </a:lnTo>
                <a:lnTo>
                  <a:pt x="2045703" y="294059"/>
                </a:lnTo>
                <a:lnTo>
                  <a:pt x="2048975" y="293384"/>
                </a:lnTo>
                <a:lnTo>
                  <a:pt x="2048435" y="293513"/>
                </a:lnTo>
                <a:lnTo>
                  <a:pt x="2051260" y="292766"/>
                </a:lnTo>
                <a:lnTo>
                  <a:pt x="2050581" y="292974"/>
                </a:lnTo>
                <a:lnTo>
                  <a:pt x="2052982" y="292153"/>
                </a:lnTo>
                <a:lnTo>
                  <a:pt x="2052143" y="292484"/>
                </a:lnTo>
                <a:lnTo>
                  <a:pt x="2054158" y="291583"/>
                </a:lnTo>
                <a:lnTo>
                  <a:pt x="2053154" y="292104"/>
                </a:lnTo>
                <a:lnTo>
                  <a:pt x="2054821" y="291118"/>
                </a:lnTo>
                <a:lnTo>
                  <a:pt x="2053686" y="291896"/>
                </a:lnTo>
                <a:lnTo>
                  <a:pt x="2055035" y="290824"/>
                </a:lnTo>
                <a:lnTo>
                  <a:pt x="2053883" y="291902"/>
                </a:lnTo>
                <a:lnTo>
                  <a:pt x="2054943" y="290738"/>
                </a:lnTo>
                <a:lnTo>
                  <a:pt x="2053932" y="292055"/>
                </a:lnTo>
                <a:lnTo>
                  <a:pt x="2054741" y="290793"/>
                </a:lnTo>
                <a:lnTo>
                  <a:pt x="2053993" y="292196"/>
                </a:lnTo>
                <a:lnTo>
                  <a:pt x="2054587" y="290836"/>
                </a:lnTo>
                <a:lnTo>
                  <a:pt x="2054122" y="292134"/>
                </a:lnTo>
                <a:lnTo>
                  <a:pt x="2054532" y="290670"/>
                </a:lnTo>
                <a:lnTo>
                  <a:pt x="2054293" y="291730"/>
                </a:lnTo>
                <a:lnTo>
                  <a:pt x="2054557" y="290168"/>
                </a:lnTo>
                <a:lnTo>
                  <a:pt x="2054459" y="290946"/>
                </a:lnTo>
                <a:lnTo>
                  <a:pt x="2054606" y="289267"/>
                </a:lnTo>
                <a:lnTo>
                  <a:pt x="2054569" y="289922"/>
                </a:lnTo>
                <a:lnTo>
                  <a:pt x="2054642" y="286223"/>
                </a:lnTo>
                <a:lnTo>
                  <a:pt x="2054642" y="286449"/>
                </a:lnTo>
                <a:lnTo>
                  <a:pt x="2054115" y="30977"/>
                </a:lnTo>
                <a:lnTo>
                  <a:pt x="2054122" y="31400"/>
                </a:lnTo>
                <a:lnTo>
                  <a:pt x="2054036" y="29488"/>
                </a:lnTo>
                <a:lnTo>
                  <a:pt x="2054140" y="30536"/>
                </a:lnTo>
                <a:lnTo>
                  <a:pt x="2053871" y="28753"/>
                </a:lnTo>
                <a:lnTo>
                  <a:pt x="2054146" y="30016"/>
                </a:lnTo>
                <a:lnTo>
                  <a:pt x="2053668" y="28342"/>
                </a:lnTo>
                <a:lnTo>
                  <a:pt x="2054189" y="29746"/>
                </a:lnTo>
                <a:lnTo>
                  <a:pt x="2053472" y="28190"/>
                </a:lnTo>
                <a:lnTo>
                  <a:pt x="2054257" y="29592"/>
                </a:lnTo>
                <a:lnTo>
                  <a:pt x="2053282" y="28140"/>
                </a:lnTo>
                <a:lnTo>
                  <a:pt x="2054275" y="29391"/>
                </a:lnTo>
                <a:lnTo>
                  <a:pt x="2053019" y="28049"/>
                </a:lnTo>
                <a:lnTo>
                  <a:pt x="2054097" y="29041"/>
                </a:lnTo>
                <a:lnTo>
                  <a:pt x="2052529" y="27798"/>
                </a:lnTo>
                <a:lnTo>
                  <a:pt x="2053577" y="28520"/>
                </a:lnTo>
                <a:lnTo>
                  <a:pt x="2051677" y="27374"/>
                </a:lnTo>
                <a:lnTo>
                  <a:pt x="2052608" y="27871"/>
                </a:lnTo>
                <a:lnTo>
                  <a:pt x="2050354" y="26823"/>
                </a:lnTo>
                <a:lnTo>
                  <a:pt x="2051144" y="27148"/>
                </a:lnTo>
                <a:lnTo>
                  <a:pt x="2048503" y="26186"/>
                </a:lnTo>
                <a:lnTo>
                  <a:pt x="2049159" y="26400"/>
                </a:lnTo>
                <a:lnTo>
                  <a:pt x="2046114" y="25518"/>
                </a:lnTo>
                <a:lnTo>
                  <a:pt x="2046647" y="25659"/>
                </a:lnTo>
                <a:lnTo>
                  <a:pt x="2043173" y="24862"/>
                </a:lnTo>
                <a:lnTo>
                  <a:pt x="2043608" y="24948"/>
                </a:lnTo>
                <a:lnTo>
                  <a:pt x="2039674" y="24232"/>
                </a:lnTo>
                <a:lnTo>
                  <a:pt x="2040024" y="24287"/>
                </a:lnTo>
                <a:lnTo>
                  <a:pt x="2035613" y="23637"/>
                </a:lnTo>
                <a:lnTo>
                  <a:pt x="2035894" y="23674"/>
                </a:lnTo>
                <a:lnTo>
                  <a:pt x="2030981" y="23098"/>
                </a:lnTo>
                <a:lnTo>
                  <a:pt x="2031213" y="23122"/>
                </a:lnTo>
                <a:lnTo>
                  <a:pt x="2025767" y="22608"/>
                </a:lnTo>
                <a:lnTo>
                  <a:pt x="2025951" y="22627"/>
                </a:lnTo>
                <a:lnTo>
                  <a:pt x="2019952" y="22173"/>
                </a:lnTo>
                <a:lnTo>
                  <a:pt x="2020106" y="22185"/>
                </a:lnTo>
                <a:lnTo>
                  <a:pt x="2013532" y="21793"/>
                </a:lnTo>
                <a:lnTo>
                  <a:pt x="2013654" y="21799"/>
                </a:lnTo>
                <a:lnTo>
                  <a:pt x="2006473" y="21456"/>
                </a:lnTo>
                <a:lnTo>
                  <a:pt x="2006578" y="21462"/>
                </a:lnTo>
                <a:lnTo>
                  <a:pt x="1998772" y="21174"/>
                </a:lnTo>
                <a:lnTo>
                  <a:pt x="1998851" y="21174"/>
                </a:lnTo>
                <a:lnTo>
                  <a:pt x="1990396" y="20929"/>
                </a:lnTo>
                <a:lnTo>
                  <a:pt x="1990463" y="20935"/>
                </a:lnTo>
                <a:lnTo>
                  <a:pt x="1981328" y="20733"/>
                </a:lnTo>
                <a:lnTo>
                  <a:pt x="1981408" y="20733"/>
                </a:lnTo>
                <a:lnTo>
                  <a:pt x="1961018" y="20439"/>
                </a:lnTo>
                <a:lnTo>
                  <a:pt x="1961085" y="20439"/>
                </a:lnTo>
                <a:lnTo>
                  <a:pt x="1937699" y="20261"/>
                </a:lnTo>
                <a:lnTo>
                  <a:pt x="1937736" y="20261"/>
                </a:lnTo>
                <a:lnTo>
                  <a:pt x="1911158" y="20176"/>
                </a:lnTo>
                <a:lnTo>
                  <a:pt x="1911182" y="20176"/>
                </a:lnTo>
                <a:lnTo>
                  <a:pt x="1847647" y="20145"/>
                </a:lnTo>
                <a:lnTo>
                  <a:pt x="1847652" y="20145"/>
                </a:lnTo>
                <a:lnTo>
                  <a:pt x="206794" y="19912"/>
                </a:lnTo>
                <a:lnTo>
                  <a:pt x="206806" y="19912"/>
                </a:lnTo>
                <a:lnTo>
                  <a:pt x="144116" y="19992"/>
                </a:lnTo>
                <a:lnTo>
                  <a:pt x="144159" y="19992"/>
                </a:lnTo>
                <a:lnTo>
                  <a:pt x="118536" y="20132"/>
                </a:lnTo>
                <a:lnTo>
                  <a:pt x="118592" y="20132"/>
                </a:lnTo>
                <a:lnTo>
                  <a:pt x="96455" y="20378"/>
                </a:lnTo>
                <a:lnTo>
                  <a:pt x="96547" y="20378"/>
                </a:lnTo>
                <a:lnTo>
                  <a:pt x="77633" y="20758"/>
                </a:lnTo>
                <a:lnTo>
                  <a:pt x="77731" y="20752"/>
                </a:lnTo>
                <a:lnTo>
                  <a:pt x="69411" y="21003"/>
                </a:lnTo>
                <a:lnTo>
                  <a:pt x="69497" y="20997"/>
                </a:lnTo>
                <a:lnTo>
                  <a:pt x="61881" y="21291"/>
                </a:lnTo>
                <a:lnTo>
                  <a:pt x="61985" y="21285"/>
                </a:lnTo>
                <a:lnTo>
                  <a:pt x="55056" y="21628"/>
                </a:lnTo>
                <a:lnTo>
                  <a:pt x="55184" y="21621"/>
                </a:lnTo>
                <a:lnTo>
                  <a:pt x="48905" y="22007"/>
                </a:lnTo>
                <a:lnTo>
                  <a:pt x="49064" y="22002"/>
                </a:lnTo>
                <a:lnTo>
                  <a:pt x="43396" y="22442"/>
                </a:lnTo>
                <a:lnTo>
                  <a:pt x="43599" y="22424"/>
                </a:lnTo>
                <a:lnTo>
                  <a:pt x="38519" y="22933"/>
                </a:lnTo>
                <a:lnTo>
                  <a:pt x="38771" y="22902"/>
                </a:lnTo>
                <a:lnTo>
                  <a:pt x="34243" y="23465"/>
                </a:lnTo>
                <a:lnTo>
                  <a:pt x="34555" y="23423"/>
                </a:lnTo>
                <a:lnTo>
                  <a:pt x="30548" y="24054"/>
                </a:lnTo>
                <a:lnTo>
                  <a:pt x="30941" y="23981"/>
                </a:lnTo>
                <a:lnTo>
                  <a:pt x="27424" y="24679"/>
                </a:lnTo>
                <a:lnTo>
                  <a:pt x="27920" y="24568"/>
                </a:lnTo>
                <a:lnTo>
                  <a:pt x="24862" y="25340"/>
                </a:lnTo>
                <a:lnTo>
                  <a:pt x="25475" y="25163"/>
                </a:lnTo>
                <a:lnTo>
                  <a:pt x="22847" y="26008"/>
                </a:lnTo>
                <a:lnTo>
                  <a:pt x="23607" y="25733"/>
                </a:lnTo>
                <a:lnTo>
                  <a:pt x="21370" y="26658"/>
                </a:lnTo>
                <a:lnTo>
                  <a:pt x="22283" y="26223"/>
                </a:lnTo>
                <a:lnTo>
                  <a:pt x="20408" y="27234"/>
                </a:lnTo>
                <a:lnTo>
                  <a:pt x="21450" y="26584"/>
                </a:lnTo>
                <a:lnTo>
                  <a:pt x="19912" y="27675"/>
                </a:lnTo>
                <a:lnTo>
                  <a:pt x="21021" y="26762"/>
                </a:lnTo>
                <a:lnTo>
                  <a:pt x="19777" y="27951"/>
                </a:lnTo>
                <a:lnTo>
                  <a:pt x="20825" y="26775"/>
                </a:lnTo>
                <a:lnTo>
                  <a:pt x="19851" y="28055"/>
                </a:lnTo>
                <a:lnTo>
                  <a:pt x="20709" y="26725"/>
                </a:lnTo>
                <a:lnTo>
                  <a:pt x="19973" y="28098"/>
                </a:lnTo>
                <a:lnTo>
                  <a:pt x="20562" y="26768"/>
                </a:lnTo>
                <a:lnTo>
                  <a:pt x="20035" y="28245"/>
                </a:lnTo>
                <a:lnTo>
                  <a:pt x="20378" y="27075"/>
                </a:lnTo>
                <a:lnTo>
                  <a:pt x="20016" y="28649"/>
                </a:lnTo>
                <a:lnTo>
                  <a:pt x="20182" y="27718"/>
                </a:lnTo>
                <a:lnTo>
                  <a:pt x="19967" y="29402"/>
                </a:lnTo>
                <a:lnTo>
                  <a:pt x="20028" y="28723"/>
                </a:lnTo>
                <a:lnTo>
                  <a:pt x="19924" y="30517"/>
                </a:lnTo>
                <a:lnTo>
                  <a:pt x="19937" y="30077"/>
                </a:lnTo>
                <a:lnTo>
                  <a:pt x="19912" y="31988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8D23DCFD-D2DB-4C01-B150-74D2D98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344" y="4109177"/>
            <a:ext cx="1004498" cy="245380"/>
          </a:xfrm>
          <a:custGeom xmlns:a="http://schemas.openxmlformats.org/drawingml/2006/main">
            <a:pathLst>
              <a:path w="1004498" h="245380">
                <a:moveTo>
                  <a:pt x="0" y="18031"/>
                </a:moveTo>
                <a:cubicBezTo>
                  <a:pt x="0" y="729"/>
                  <a:pt x="3877" y="0"/>
                  <a:pt x="96234" y="0"/>
                </a:cubicBezTo>
                <a:lnTo>
                  <a:pt x="898436" y="195"/>
                </a:lnTo>
                <a:cubicBezTo>
                  <a:pt x="990786" y="195"/>
                  <a:pt x="1004241" y="0"/>
                  <a:pt x="1004241" y="17308"/>
                </a:cubicBezTo>
                <a:lnTo>
                  <a:pt x="1004498" y="227833"/>
                </a:lnTo>
                <a:cubicBezTo>
                  <a:pt x="1004498" y="245136"/>
                  <a:pt x="1003206" y="245380"/>
                  <a:pt x="910849" y="245380"/>
                </a:cubicBezTo>
                <a:lnTo>
                  <a:pt x="96234" y="244461"/>
                </a:lnTo>
                <a:cubicBezTo>
                  <a:pt x="3877" y="244461"/>
                  <a:pt x="256" y="243782"/>
                  <a:pt x="256" y="226473"/>
                </a:cubicBezTo>
                <a:lnTo>
                  <a:pt x="0" y="180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43E9BA5A-A90B-4E85-A9F9-DF72560C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86" y="4099221"/>
            <a:ext cx="1024412" cy="265293"/>
          </a:xfrm>
          <a:custGeom xmlns:a="http://schemas.openxmlformats.org/drawingml/2006/main">
            <a:pathLst>
              <a:path w="1024412" h="265293">
                <a:moveTo>
                  <a:pt x="74" y="24446"/>
                </a:moveTo>
                <a:lnTo>
                  <a:pt x="221" y="22504"/>
                </a:lnTo>
                <a:lnTo>
                  <a:pt x="484" y="20537"/>
                </a:lnTo>
                <a:lnTo>
                  <a:pt x="926" y="18473"/>
                </a:lnTo>
                <a:lnTo>
                  <a:pt x="1612" y="16328"/>
                </a:lnTo>
                <a:lnTo>
                  <a:pt x="2598" y="14147"/>
                </a:lnTo>
                <a:lnTo>
                  <a:pt x="3922" y="12021"/>
                </a:lnTo>
                <a:lnTo>
                  <a:pt x="5558" y="10054"/>
                </a:lnTo>
                <a:lnTo>
                  <a:pt x="7457" y="8338"/>
                </a:lnTo>
                <a:lnTo>
                  <a:pt x="9527" y="6887"/>
                </a:lnTo>
                <a:lnTo>
                  <a:pt x="11727" y="5698"/>
                </a:lnTo>
                <a:lnTo>
                  <a:pt x="14018" y="4724"/>
                </a:lnTo>
                <a:lnTo>
                  <a:pt x="16408" y="3928"/>
                </a:lnTo>
                <a:lnTo>
                  <a:pt x="18927" y="3259"/>
                </a:lnTo>
                <a:lnTo>
                  <a:pt x="21599" y="2696"/>
                </a:lnTo>
                <a:lnTo>
                  <a:pt x="24452" y="2218"/>
                </a:lnTo>
                <a:lnTo>
                  <a:pt x="27522" y="1813"/>
                </a:lnTo>
                <a:lnTo>
                  <a:pt x="30838" y="1464"/>
                </a:lnTo>
                <a:lnTo>
                  <a:pt x="34464" y="1164"/>
                </a:lnTo>
                <a:lnTo>
                  <a:pt x="42497" y="705"/>
                </a:lnTo>
                <a:lnTo>
                  <a:pt x="51932" y="386"/>
                </a:lnTo>
                <a:lnTo>
                  <a:pt x="62874" y="184"/>
                </a:lnTo>
                <a:lnTo>
                  <a:pt x="75484" y="67"/>
                </a:lnTo>
                <a:lnTo>
                  <a:pt x="106180" y="0"/>
                </a:lnTo>
                <a:lnTo>
                  <a:pt x="908400" y="196"/>
                </a:lnTo>
                <a:lnTo>
                  <a:pt x="939487" y="221"/>
                </a:lnTo>
                <a:lnTo>
                  <a:pt x="952537" y="288"/>
                </a:lnTo>
                <a:lnTo>
                  <a:pt x="964068" y="435"/>
                </a:lnTo>
                <a:lnTo>
                  <a:pt x="974189" y="680"/>
                </a:lnTo>
                <a:lnTo>
                  <a:pt x="982976" y="1060"/>
                </a:lnTo>
                <a:lnTo>
                  <a:pt x="986977" y="1311"/>
                </a:lnTo>
                <a:lnTo>
                  <a:pt x="990677" y="1605"/>
                </a:lnTo>
                <a:lnTo>
                  <a:pt x="994121" y="1949"/>
                </a:lnTo>
                <a:lnTo>
                  <a:pt x="997331" y="2359"/>
                </a:lnTo>
                <a:lnTo>
                  <a:pt x="1000339" y="2837"/>
                </a:lnTo>
                <a:lnTo>
                  <a:pt x="1003157" y="3394"/>
                </a:lnTo>
                <a:lnTo>
                  <a:pt x="1005815" y="4050"/>
                </a:lnTo>
                <a:lnTo>
                  <a:pt x="1008341" y="4834"/>
                </a:lnTo>
                <a:lnTo>
                  <a:pt x="1010749" y="5765"/>
                </a:lnTo>
                <a:lnTo>
                  <a:pt x="1013058" y="6887"/>
                </a:lnTo>
                <a:lnTo>
                  <a:pt x="1015258" y="8240"/>
                </a:lnTo>
                <a:lnTo>
                  <a:pt x="1017304" y="9852"/>
                </a:lnTo>
                <a:lnTo>
                  <a:pt x="1019148" y="11733"/>
                </a:lnTo>
                <a:lnTo>
                  <a:pt x="1020724" y="13834"/>
                </a:lnTo>
                <a:lnTo>
                  <a:pt x="1021973" y="16083"/>
                </a:lnTo>
                <a:lnTo>
                  <a:pt x="1022892" y="18393"/>
                </a:lnTo>
                <a:lnTo>
                  <a:pt x="1023524" y="20691"/>
                </a:lnTo>
                <a:lnTo>
                  <a:pt x="1023903" y="22932"/>
                </a:lnTo>
                <a:lnTo>
                  <a:pt x="1024098" y="25114"/>
                </a:lnTo>
                <a:lnTo>
                  <a:pt x="1024154" y="27124"/>
                </a:lnTo>
                <a:lnTo>
                  <a:pt x="1024412" y="237845"/>
                </a:lnTo>
                <a:lnTo>
                  <a:pt x="1024369" y="241153"/>
                </a:lnTo>
                <a:lnTo>
                  <a:pt x="1024277" y="242967"/>
                </a:lnTo>
                <a:lnTo>
                  <a:pt x="1024093" y="244823"/>
                </a:lnTo>
                <a:lnTo>
                  <a:pt x="1023762" y="246790"/>
                </a:lnTo>
                <a:lnTo>
                  <a:pt x="1023224" y="248873"/>
                </a:lnTo>
                <a:lnTo>
                  <a:pt x="1022396" y="251042"/>
                </a:lnTo>
                <a:lnTo>
                  <a:pt x="1021219" y="253204"/>
                </a:lnTo>
                <a:lnTo>
                  <a:pt x="1019694" y="255251"/>
                </a:lnTo>
                <a:lnTo>
                  <a:pt x="1017874" y="257065"/>
                </a:lnTo>
                <a:lnTo>
                  <a:pt x="1015846" y="258590"/>
                </a:lnTo>
                <a:lnTo>
                  <a:pt x="1013695" y="259834"/>
                </a:lnTo>
                <a:lnTo>
                  <a:pt x="1011453" y="260832"/>
                </a:lnTo>
                <a:lnTo>
                  <a:pt x="1009124" y="261635"/>
                </a:lnTo>
                <a:lnTo>
                  <a:pt x="1006687" y="262291"/>
                </a:lnTo>
                <a:lnTo>
                  <a:pt x="1004107" y="262836"/>
                </a:lnTo>
                <a:lnTo>
                  <a:pt x="1001356" y="263296"/>
                </a:lnTo>
                <a:lnTo>
                  <a:pt x="998397" y="263682"/>
                </a:lnTo>
                <a:lnTo>
                  <a:pt x="995193" y="264006"/>
                </a:lnTo>
                <a:lnTo>
                  <a:pt x="991682" y="264282"/>
                </a:lnTo>
                <a:lnTo>
                  <a:pt x="983870" y="264699"/>
                </a:lnTo>
                <a:lnTo>
                  <a:pt x="974636" y="264980"/>
                </a:lnTo>
                <a:lnTo>
                  <a:pt x="963860" y="265158"/>
                </a:lnTo>
                <a:lnTo>
                  <a:pt x="951392" y="265250"/>
                </a:lnTo>
                <a:lnTo>
                  <a:pt x="920814" y="265293"/>
                </a:lnTo>
                <a:lnTo>
                  <a:pt x="106173" y="264373"/>
                </a:lnTo>
                <a:lnTo>
                  <a:pt x="75495" y="264307"/>
                </a:lnTo>
                <a:lnTo>
                  <a:pt x="62898" y="264196"/>
                </a:lnTo>
                <a:lnTo>
                  <a:pt x="51975" y="263994"/>
                </a:lnTo>
                <a:lnTo>
                  <a:pt x="42558" y="263676"/>
                </a:lnTo>
                <a:lnTo>
                  <a:pt x="34543" y="263222"/>
                </a:lnTo>
                <a:lnTo>
                  <a:pt x="30935" y="262922"/>
                </a:lnTo>
                <a:lnTo>
                  <a:pt x="27633" y="262579"/>
                </a:lnTo>
                <a:lnTo>
                  <a:pt x="24569" y="262175"/>
                </a:lnTo>
                <a:lnTo>
                  <a:pt x="21727" y="261697"/>
                </a:lnTo>
                <a:lnTo>
                  <a:pt x="19062" y="261139"/>
                </a:lnTo>
                <a:lnTo>
                  <a:pt x="16555" y="260471"/>
                </a:lnTo>
                <a:lnTo>
                  <a:pt x="14171" y="259675"/>
                </a:lnTo>
                <a:lnTo>
                  <a:pt x="11886" y="258694"/>
                </a:lnTo>
                <a:lnTo>
                  <a:pt x="9694" y="257506"/>
                </a:lnTo>
                <a:lnTo>
                  <a:pt x="7623" y="256048"/>
                </a:lnTo>
                <a:lnTo>
                  <a:pt x="5736" y="254319"/>
                </a:lnTo>
                <a:lnTo>
                  <a:pt x="4104" y="252347"/>
                </a:lnTo>
                <a:lnTo>
                  <a:pt x="2794" y="250221"/>
                </a:lnTo>
                <a:lnTo>
                  <a:pt x="1825" y="248040"/>
                </a:lnTo>
                <a:lnTo>
                  <a:pt x="1158" y="245895"/>
                </a:lnTo>
                <a:lnTo>
                  <a:pt x="730" y="243843"/>
                </a:lnTo>
                <a:lnTo>
                  <a:pt x="472" y="241889"/>
                </a:lnTo>
                <a:lnTo>
                  <a:pt x="331" y="239953"/>
                </a:lnTo>
                <a:lnTo>
                  <a:pt x="258" y="236540"/>
                </a:lnTo>
                <a:lnTo>
                  <a:pt x="0" y="27890"/>
                </a:lnTo>
                <a:lnTo>
                  <a:pt x="74" y="24446"/>
                </a:lnTo>
                <a:moveTo>
                  <a:pt x="19913" y="28202"/>
                </a:moveTo>
                <a:lnTo>
                  <a:pt x="19913" y="27975"/>
                </a:lnTo>
                <a:lnTo>
                  <a:pt x="20171" y="236417"/>
                </a:lnTo>
                <a:lnTo>
                  <a:pt x="20171" y="236227"/>
                </a:lnTo>
                <a:lnTo>
                  <a:pt x="20231" y="239278"/>
                </a:lnTo>
                <a:lnTo>
                  <a:pt x="20207" y="238752"/>
                </a:lnTo>
                <a:lnTo>
                  <a:pt x="20310" y="240142"/>
                </a:lnTo>
                <a:lnTo>
                  <a:pt x="20250" y="239578"/>
                </a:lnTo>
                <a:lnTo>
                  <a:pt x="20422" y="240877"/>
                </a:lnTo>
                <a:lnTo>
                  <a:pt x="20299" y="240136"/>
                </a:lnTo>
                <a:lnTo>
                  <a:pt x="20550" y="241349"/>
                </a:lnTo>
                <a:lnTo>
                  <a:pt x="20310" y="240418"/>
                </a:lnTo>
                <a:lnTo>
                  <a:pt x="20659" y="241552"/>
                </a:lnTo>
                <a:lnTo>
                  <a:pt x="20257" y="240467"/>
                </a:lnTo>
                <a:lnTo>
                  <a:pt x="20722" y="241521"/>
                </a:lnTo>
                <a:lnTo>
                  <a:pt x="20108" y="240356"/>
                </a:lnTo>
                <a:lnTo>
                  <a:pt x="20709" y="241331"/>
                </a:lnTo>
                <a:lnTo>
                  <a:pt x="19894" y="240197"/>
                </a:lnTo>
                <a:lnTo>
                  <a:pt x="20643" y="241098"/>
                </a:lnTo>
                <a:lnTo>
                  <a:pt x="19692" y="240099"/>
                </a:lnTo>
                <a:lnTo>
                  <a:pt x="20593" y="240927"/>
                </a:lnTo>
                <a:lnTo>
                  <a:pt x="19594" y="240124"/>
                </a:lnTo>
                <a:lnTo>
                  <a:pt x="20679" y="240884"/>
                </a:lnTo>
                <a:lnTo>
                  <a:pt x="19722" y="240289"/>
                </a:lnTo>
                <a:lnTo>
                  <a:pt x="20998" y="240988"/>
                </a:lnTo>
                <a:lnTo>
                  <a:pt x="20139" y="240571"/>
                </a:lnTo>
                <a:lnTo>
                  <a:pt x="21622" y="241202"/>
                </a:lnTo>
                <a:lnTo>
                  <a:pt x="20887" y="240920"/>
                </a:lnTo>
                <a:lnTo>
                  <a:pt x="22590" y="241496"/>
                </a:lnTo>
                <a:lnTo>
                  <a:pt x="21978" y="241312"/>
                </a:lnTo>
                <a:lnTo>
                  <a:pt x="23926" y="241827"/>
                </a:lnTo>
                <a:lnTo>
                  <a:pt x="23417" y="241705"/>
                </a:lnTo>
                <a:lnTo>
                  <a:pt x="25617" y="242170"/>
                </a:lnTo>
                <a:lnTo>
                  <a:pt x="25207" y="242091"/>
                </a:lnTo>
                <a:lnTo>
                  <a:pt x="27682" y="242507"/>
                </a:lnTo>
                <a:lnTo>
                  <a:pt x="27345" y="242458"/>
                </a:lnTo>
                <a:lnTo>
                  <a:pt x="30107" y="242819"/>
                </a:lnTo>
                <a:lnTo>
                  <a:pt x="29838" y="242789"/>
                </a:lnTo>
                <a:lnTo>
                  <a:pt x="32896" y="243108"/>
                </a:lnTo>
                <a:lnTo>
                  <a:pt x="32675" y="243089"/>
                </a:lnTo>
                <a:lnTo>
                  <a:pt x="36057" y="243365"/>
                </a:lnTo>
                <a:lnTo>
                  <a:pt x="35806" y="243347"/>
                </a:lnTo>
                <a:lnTo>
                  <a:pt x="43568" y="243787"/>
                </a:lnTo>
                <a:lnTo>
                  <a:pt x="43342" y="243782"/>
                </a:lnTo>
                <a:lnTo>
                  <a:pt x="52563" y="244088"/>
                </a:lnTo>
                <a:lnTo>
                  <a:pt x="52415" y="244088"/>
                </a:lnTo>
                <a:lnTo>
                  <a:pt x="63224" y="244284"/>
                </a:lnTo>
                <a:lnTo>
                  <a:pt x="63125" y="244284"/>
                </a:lnTo>
                <a:lnTo>
                  <a:pt x="75642" y="244394"/>
                </a:lnTo>
                <a:lnTo>
                  <a:pt x="75570" y="244394"/>
                </a:lnTo>
                <a:lnTo>
                  <a:pt x="106210" y="244462"/>
                </a:lnTo>
                <a:lnTo>
                  <a:pt x="106203" y="244462"/>
                </a:lnTo>
                <a:lnTo>
                  <a:pt x="920818" y="245380"/>
                </a:lnTo>
                <a:lnTo>
                  <a:pt x="920794" y="245380"/>
                </a:lnTo>
                <a:lnTo>
                  <a:pt x="951330" y="245337"/>
                </a:lnTo>
                <a:lnTo>
                  <a:pt x="951274" y="245337"/>
                </a:lnTo>
                <a:lnTo>
                  <a:pt x="963670" y="245246"/>
                </a:lnTo>
                <a:lnTo>
                  <a:pt x="963584" y="245246"/>
                </a:lnTo>
                <a:lnTo>
                  <a:pt x="974238" y="245075"/>
                </a:lnTo>
                <a:lnTo>
                  <a:pt x="974098" y="245075"/>
                </a:lnTo>
                <a:lnTo>
                  <a:pt x="983147" y="244799"/>
                </a:lnTo>
                <a:lnTo>
                  <a:pt x="982920" y="244811"/>
                </a:lnTo>
                <a:lnTo>
                  <a:pt x="990493" y="244407"/>
                </a:lnTo>
                <a:lnTo>
                  <a:pt x="990242" y="244425"/>
                </a:lnTo>
                <a:lnTo>
                  <a:pt x="993514" y="244162"/>
                </a:lnTo>
                <a:lnTo>
                  <a:pt x="993293" y="244186"/>
                </a:lnTo>
                <a:lnTo>
                  <a:pt x="996246" y="243886"/>
                </a:lnTo>
                <a:lnTo>
                  <a:pt x="995965" y="243917"/>
                </a:lnTo>
                <a:lnTo>
                  <a:pt x="998618" y="243574"/>
                </a:lnTo>
                <a:lnTo>
                  <a:pt x="998268" y="243622"/>
                </a:lnTo>
                <a:lnTo>
                  <a:pt x="1000633" y="243231"/>
                </a:lnTo>
                <a:lnTo>
                  <a:pt x="1000204" y="243310"/>
                </a:lnTo>
                <a:lnTo>
                  <a:pt x="1002293" y="242869"/>
                </a:lnTo>
                <a:lnTo>
                  <a:pt x="1001760" y="242997"/>
                </a:lnTo>
                <a:lnTo>
                  <a:pt x="1003599" y="242501"/>
                </a:lnTo>
                <a:lnTo>
                  <a:pt x="1002943" y="242703"/>
                </a:lnTo>
                <a:lnTo>
                  <a:pt x="1004543" y="242152"/>
                </a:lnTo>
                <a:lnTo>
                  <a:pt x="1003753" y="242464"/>
                </a:lnTo>
                <a:lnTo>
                  <a:pt x="1005131" y="241852"/>
                </a:lnTo>
                <a:lnTo>
                  <a:pt x="1004205" y="242317"/>
                </a:lnTo>
                <a:lnTo>
                  <a:pt x="1005382" y="241643"/>
                </a:lnTo>
                <a:lnTo>
                  <a:pt x="1004364" y="242317"/>
                </a:lnTo>
                <a:lnTo>
                  <a:pt x="1005350" y="241576"/>
                </a:lnTo>
                <a:lnTo>
                  <a:pt x="1004308" y="242476"/>
                </a:lnTo>
                <a:lnTo>
                  <a:pt x="1005125" y="241662"/>
                </a:lnTo>
                <a:lnTo>
                  <a:pt x="1004169" y="242764"/>
                </a:lnTo>
                <a:lnTo>
                  <a:pt x="1004824" y="241882"/>
                </a:lnTo>
                <a:lnTo>
                  <a:pt x="1004057" y="243089"/>
                </a:lnTo>
                <a:lnTo>
                  <a:pt x="1004579" y="242127"/>
                </a:lnTo>
                <a:lnTo>
                  <a:pt x="1004034" y="243316"/>
                </a:lnTo>
                <a:lnTo>
                  <a:pt x="1004426" y="242274"/>
                </a:lnTo>
                <a:lnTo>
                  <a:pt x="1004089" y="243328"/>
                </a:lnTo>
                <a:lnTo>
                  <a:pt x="1004383" y="242213"/>
                </a:lnTo>
                <a:lnTo>
                  <a:pt x="1004199" y="243077"/>
                </a:lnTo>
                <a:lnTo>
                  <a:pt x="1004401" y="241870"/>
                </a:lnTo>
                <a:lnTo>
                  <a:pt x="1004308" y="242532"/>
                </a:lnTo>
                <a:lnTo>
                  <a:pt x="1004438" y="241239"/>
                </a:lnTo>
                <a:lnTo>
                  <a:pt x="1004401" y="241711"/>
                </a:lnTo>
                <a:lnTo>
                  <a:pt x="1004474" y="240326"/>
                </a:lnTo>
                <a:lnTo>
                  <a:pt x="1004462" y="240718"/>
                </a:lnTo>
                <a:lnTo>
                  <a:pt x="1004499" y="237667"/>
                </a:lnTo>
                <a:lnTo>
                  <a:pt x="1004499" y="237802"/>
                </a:lnTo>
                <a:lnTo>
                  <a:pt x="1004241" y="27276"/>
                </a:lnTo>
                <a:lnTo>
                  <a:pt x="1004241" y="27522"/>
                </a:lnTo>
                <a:lnTo>
                  <a:pt x="1004205" y="25953"/>
                </a:lnTo>
                <a:lnTo>
                  <a:pt x="1004236" y="26579"/>
                </a:lnTo>
                <a:lnTo>
                  <a:pt x="1004107" y="25108"/>
                </a:lnTo>
                <a:lnTo>
                  <a:pt x="1004205" y="25893"/>
                </a:lnTo>
                <a:lnTo>
                  <a:pt x="1003972" y="24519"/>
                </a:lnTo>
                <a:lnTo>
                  <a:pt x="1004181" y="25457"/>
                </a:lnTo>
                <a:lnTo>
                  <a:pt x="1003832" y="24176"/>
                </a:lnTo>
                <a:lnTo>
                  <a:pt x="1004193" y="25248"/>
                </a:lnTo>
                <a:lnTo>
                  <a:pt x="1003715" y="24054"/>
                </a:lnTo>
                <a:lnTo>
                  <a:pt x="1004261" y="25200"/>
                </a:lnTo>
                <a:lnTo>
                  <a:pt x="1003641" y="24091"/>
                </a:lnTo>
                <a:lnTo>
                  <a:pt x="1004371" y="25218"/>
                </a:lnTo>
                <a:lnTo>
                  <a:pt x="1003604" y="24195"/>
                </a:lnTo>
                <a:lnTo>
                  <a:pt x="1004481" y="25212"/>
                </a:lnTo>
                <a:lnTo>
                  <a:pt x="1003549" y="24268"/>
                </a:lnTo>
                <a:lnTo>
                  <a:pt x="1004493" y="25114"/>
                </a:lnTo>
                <a:lnTo>
                  <a:pt x="1003390" y="24244"/>
                </a:lnTo>
                <a:lnTo>
                  <a:pt x="1004327" y="24893"/>
                </a:lnTo>
                <a:lnTo>
                  <a:pt x="1003034" y="24103"/>
                </a:lnTo>
                <a:lnTo>
                  <a:pt x="1003899" y="24575"/>
                </a:lnTo>
                <a:lnTo>
                  <a:pt x="1002411" y="23852"/>
                </a:lnTo>
                <a:lnTo>
                  <a:pt x="1003176" y="24182"/>
                </a:lnTo>
                <a:lnTo>
                  <a:pt x="1001478" y="23527"/>
                </a:lnTo>
                <a:lnTo>
                  <a:pt x="1002128" y="23754"/>
                </a:lnTo>
                <a:lnTo>
                  <a:pt x="1000211" y="23159"/>
                </a:lnTo>
                <a:lnTo>
                  <a:pt x="1000755" y="23313"/>
                </a:lnTo>
                <a:lnTo>
                  <a:pt x="998600" y="22780"/>
                </a:lnTo>
                <a:lnTo>
                  <a:pt x="999053" y="22883"/>
                </a:lnTo>
                <a:lnTo>
                  <a:pt x="996651" y="22406"/>
                </a:lnTo>
                <a:lnTo>
                  <a:pt x="997025" y="22473"/>
                </a:lnTo>
                <a:lnTo>
                  <a:pt x="994365" y="22051"/>
                </a:lnTo>
                <a:lnTo>
                  <a:pt x="994672" y="22093"/>
                </a:lnTo>
                <a:lnTo>
                  <a:pt x="991743" y="21720"/>
                </a:lnTo>
                <a:lnTo>
                  <a:pt x="991994" y="21750"/>
                </a:lnTo>
                <a:lnTo>
                  <a:pt x="988778" y="21425"/>
                </a:lnTo>
                <a:lnTo>
                  <a:pt x="988986" y="21444"/>
                </a:lnTo>
                <a:lnTo>
                  <a:pt x="985475" y="21162"/>
                </a:lnTo>
                <a:lnTo>
                  <a:pt x="985647" y="21174"/>
                </a:lnTo>
                <a:lnTo>
                  <a:pt x="981831" y="20935"/>
                </a:lnTo>
                <a:lnTo>
                  <a:pt x="982026" y="20948"/>
                </a:lnTo>
                <a:lnTo>
                  <a:pt x="973430" y="20580"/>
                </a:lnTo>
                <a:lnTo>
                  <a:pt x="973613" y="20586"/>
                </a:lnTo>
                <a:lnTo>
                  <a:pt x="963639" y="20341"/>
                </a:lnTo>
                <a:lnTo>
                  <a:pt x="963762" y="20348"/>
                </a:lnTo>
                <a:lnTo>
                  <a:pt x="952323" y="20200"/>
                </a:lnTo>
                <a:lnTo>
                  <a:pt x="952395" y="20200"/>
                </a:lnTo>
                <a:lnTo>
                  <a:pt x="939401" y="20132"/>
                </a:lnTo>
                <a:lnTo>
                  <a:pt x="939445" y="20132"/>
                </a:lnTo>
                <a:lnTo>
                  <a:pt x="908382" y="20108"/>
                </a:lnTo>
                <a:lnTo>
                  <a:pt x="908386" y="20108"/>
                </a:lnTo>
                <a:lnTo>
                  <a:pt x="106184" y="19912"/>
                </a:lnTo>
                <a:lnTo>
                  <a:pt x="106210" y="19912"/>
                </a:lnTo>
                <a:lnTo>
                  <a:pt x="75563" y="19980"/>
                </a:lnTo>
                <a:lnTo>
                  <a:pt x="75630" y="19980"/>
                </a:lnTo>
                <a:lnTo>
                  <a:pt x="63107" y="20090"/>
                </a:lnTo>
                <a:lnTo>
                  <a:pt x="63198" y="20090"/>
                </a:lnTo>
                <a:lnTo>
                  <a:pt x="52378" y="20292"/>
                </a:lnTo>
                <a:lnTo>
                  <a:pt x="52526" y="20292"/>
                </a:lnTo>
                <a:lnTo>
                  <a:pt x="43281" y="20605"/>
                </a:lnTo>
                <a:lnTo>
                  <a:pt x="43514" y="20592"/>
                </a:lnTo>
                <a:lnTo>
                  <a:pt x="35726" y="21039"/>
                </a:lnTo>
                <a:lnTo>
                  <a:pt x="35977" y="21021"/>
                </a:lnTo>
                <a:lnTo>
                  <a:pt x="32589" y="21303"/>
                </a:lnTo>
                <a:lnTo>
                  <a:pt x="32804" y="21278"/>
                </a:lnTo>
                <a:lnTo>
                  <a:pt x="29734" y="21603"/>
                </a:lnTo>
                <a:lnTo>
                  <a:pt x="30003" y="21573"/>
                </a:lnTo>
                <a:lnTo>
                  <a:pt x="27234" y="21941"/>
                </a:lnTo>
                <a:lnTo>
                  <a:pt x="27566" y="21892"/>
                </a:lnTo>
                <a:lnTo>
                  <a:pt x="25078" y="22302"/>
                </a:lnTo>
                <a:lnTo>
                  <a:pt x="25489" y="22228"/>
                </a:lnTo>
                <a:lnTo>
                  <a:pt x="23276" y="22694"/>
                </a:lnTo>
                <a:lnTo>
                  <a:pt x="23779" y="22571"/>
                </a:lnTo>
                <a:lnTo>
                  <a:pt x="21818" y="23092"/>
                </a:lnTo>
                <a:lnTo>
                  <a:pt x="22431" y="22908"/>
                </a:lnTo>
                <a:lnTo>
                  <a:pt x="20709" y="23485"/>
                </a:lnTo>
                <a:lnTo>
                  <a:pt x="21445" y="23208"/>
                </a:lnTo>
                <a:lnTo>
                  <a:pt x="19950" y="23839"/>
                </a:lnTo>
                <a:lnTo>
                  <a:pt x="20801" y="23429"/>
                </a:lnTo>
                <a:lnTo>
                  <a:pt x="19515" y="24128"/>
                </a:lnTo>
                <a:lnTo>
                  <a:pt x="20464" y="23539"/>
                </a:lnTo>
                <a:lnTo>
                  <a:pt x="19373" y="24305"/>
                </a:lnTo>
                <a:lnTo>
                  <a:pt x="20366" y="23515"/>
                </a:lnTo>
                <a:lnTo>
                  <a:pt x="19448" y="24342"/>
                </a:lnTo>
                <a:lnTo>
                  <a:pt x="20396" y="23356"/>
                </a:lnTo>
                <a:lnTo>
                  <a:pt x="19643" y="24256"/>
                </a:lnTo>
                <a:lnTo>
                  <a:pt x="20458" y="23129"/>
                </a:lnTo>
                <a:lnTo>
                  <a:pt x="19852" y="24103"/>
                </a:lnTo>
                <a:lnTo>
                  <a:pt x="20471" y="22945"/>
                </a:lnTo>
                <a:lnTo>
                  <a:pt x="19992" y="23999"/>
                </a:lnTo>
                <a:lnTo>
                  <a:pt x="20408" y="22914"/>
                </a:lnTo>
                <a:lnTo>
                  <a:pt x="20053" y="24048"/>
                </a:lnTo>
                <a:lnTo>
                  <a:pt x="20299" y="23110"/>
                </a:lnTo>
                <a:lnTo>
                  <a:pt x="20042" y="24330"/>
                </a:lnTo>
                <a:lnTo>
                  <a:pt x="20171" y="23576"/>
                </a:lnTo>
                <a:lnTo>
                  <a:pt x="19992" y="24875"/>
                </a:lnTo>
                <a:lnTo>
                  <a:pt x="20053" y="24305"/>
                </a:lnTo>
                <a:lnTo>
                  <a:pt x="19950" y="25690"/>
                </a:lnTo>
                <a:lnTo>
                  <a:pt x="19974" y="25151"/>
                </a:lnTo>
                <a:lnTo>
                  <a:pt x="19913" y="28202"/>
                </a:lnTo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0E0F7A34-382E-4F0B-9EE0-3C703531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586" y="4112852"/>
            <a:ext cx="1004499" cy="245381"/>
          </a:xfrm>
          <a:custGeom xmlns:a="http://schemas.openxmlformats.org/drawingml/2006/main">
            <a:pathLst>
              <a:path w="1004499" h="245381">
                <a:moveTo>
                  <a:pt x="0" y="18031"/>
                </a:moveTo>
                <a:cubicBezTo>
                  <a:pt x="0" y="730"/>
                  <a:pt x="3879" y="0"/>
                  <a:pt x="96235" y="0"/>
                </a:cubicBezTo>
                <a:lnTo>
                  <a:pt x="898437" y="196"/>
                </a:lnTo>
                <a:cubicBezTo>
                  <a:pt x="990787" y="196"/>
                  <a:pt x="1004242" y="0"/>
                  <a:pt x="1004242" y="17309"/>
                </a:cubicBezTo>
                <a:lnTo>
                  <a:pt x="1004499" y="227834"/>
                </a:lnTo>
                <a:cubicBezTo>
                  <a:pt x="1004499" y="245136"/>
                  <a:pt x="1003206" y="245381"/>
                  <a:pt x="910850" y="245381"/>
                </a:cubicBezTo>
                <a:lnTo>
                  <a:pt x="96235" y="244462"/>
                </a:lnTo>
                <a:cubicBezTo>
                  <a:pt x="3879" y="244462"/>
                  <a:pt x="258" y="243782"/>
                  <a:pt x="258" y="226473"/>
                </a:cubicBezTo>
                <a:lnTo>
                  <a:pt x="0" y="180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F4CF7942-E08E-4D41-AF2C-5F54CDF8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631" y="4102897"/>
            <a:ext cx="1024411" cy="265293"/>
          </a:xfrm>
          <a:custGeom xmlns:a="http://schemas.openxmlformats.org/drawingml/2006/main">
            <a:pathLst>
              <a:path w="1024411" h="265293">
                <a:moveTo>
                  <a:pt x="73" y="24446"/>
                </a:moveTo>
                <a:lnTo>
                  <a:pt x="220" y="22504"/>
                </a:lnTo>
                <a:lnTo>
                  <a:pt x="484" y="20537"/>
                </a:lnTo>
                <a:lnTo>
                  <a:pt x="924" y="18473"/>
                </a:lnTo>
                <a:lnTo>
                  <a:pt x="1612" y="16329"/>
                </a:lnTo>
                <a:lnTo>
                  <a:pt x="2598" y="14147"/>
                </a:lnTo>
                <a:lnTo>
                  <a:pt x="3921" y="12021"/>
                </a:lnTo>
                <a:lnTo>
                  <a:pt x="5557" y="10054"/>
                </a:lnTo>
                <a:lnTo>
                  <a:pt x="7455" y="8338"/>
                </a:lnTo>
                <a:lnTo>
                  <a:pt x="9527" y="6887"/>
                </a:lnTo>
                <a:lnTo>
                  <a:pt x="11727" y="5698"/>
                </a:lnTo>
                <a:lnTo>
                  <a:pt x="14018" y="4724"/>
                </a:lnTo>
                <a:lnTo>
                  <a:pt x="16408" y="3927"/>
                </a:lnTo>
                <a:lnTo>
                  <a:pt x="18924" y="3260"/>
                </a:lnTo>
                <a:lnTo>
                  <a:pt x="21596" y="2696"/>
                </a:lnTo>
                <a:lnTo>
                  <a:pt x="24452" y="2218"/>
                </a:lnTo>
                <a:lnTo>
                  <a:pt x="27522" y="1814"/>
                </a:lnTo>
                <a:lnTo>
                  <a:pt x="30835" y="1464"/>
                </a:lnTo>
                <a:lnTo>
                  <a:pt x="34463" y="1164"/>
                </a:lnTo>
                <a:lnTo>
                  <a:pt x="42495" y="705"/>
                </a:lnTo>
                <a:lnTo>
                  <a:pt x="51932" y="386"/>
                </a:lnTo>
                <a:lnTo>
                  <a:pt x="62873" y="184"/>
                </a:lnTo>
                <a:lnTo>
                  <a:pt x="75483" y="67"/>
                </a:lnTo>
                <a:lnTo>
                  <a:pt x="106178" y="0"/>
                </a:lnTo>
                <a:lnTo>
                  <a:pt x="908398" y="196"/>
                </a:lnTo>
                <a:lnTo>
                  <a:pt x="939486" y="220"/>
                </a:lnTo>
                <a:lnTo>
                  <a:pt x="952536" y="288"/>
                </a:lnTo>
                <a:lnTo>
                  <a:pt x="964067" y="435"/>
                </a:lnTo>
                <a:lnTo>
                  <a:pt x="974189" y="680"/>
                </a:lnTo>
                <a:lnTo>
                  <a:pt x="982975" y="1060"/>
                </a:lnTo>
                <a:lnTo>
                  <a:pt x="986976" y="1311"/>
                </a:lnTo>
                <a:lnTo>
                  <a:pt x="990677" y="1605"/>
                </a:lnTo>
                <a:lnTo>
                  <a:pt x="994120" y="1948"/>
                </a:lnTo>
                <a:lnTo>
                  <a:pt x="997330" y="2359"/>
                </a:lnTo>
                <a:lnTo>
                  <a:pt x="1000338" y="2836"/>
                </a:lnTo>
                <a:lnTo>
                  <a:pt x="1003157" y="3395"/>
                </a:lnTo>
                <a:lnTo>
                  <a:pt x="1005815" y="4050"/>
                </a:lnTo>
                <a:lnTo>
                  <a:pt x="1008340" y="4834"/>
                </a:lnTo>
                <a:lnTo>
                  <a:pt x="1010748" y="5765"/>
                </a:lnTo>
                <a:lnTo>
                  <a:pt x="1013057" y="6887"/>
                </a:lnTo>
                <a:lnTo>
                  <a:pt x="1015257" y="8241"/>
                </a:lnTo>
                <a:lnTo>
                  <a:pt x="1017303" y="9852"/>
                </a:lnTo>
                <a:lnTo>
                  <a:pt x="1019154" y="11734"/>
                </a:lnTo>
                <a:lnTo>
                  <a:pt x="1020721" y="13835"/>
                </a:lnTo>
                <a:lnTo>
                  <a:pt x="1021973" y="16083"/>
                </a:lnTo>
                <a:lnTo>
                  <a:pt x="1022891" y="18393"/>
                </a:lnTo>
                <a:lnTo>
                  <a:pt x="1023522" y="20691"/>
                </a:lnTo>
                <a:lnTo>
                  <a:pt x="1023903" y="22933"/>
                </a:lnTo>
                <a:lnTo>
                  <a:pt x="1024098" y="25114"/>
                </a:lnTo>
                <a:lnTo>
                  <a:pt x="1024154" y="27123"/>
                </a:lnTo>
                <a:lnTo>
                  <a:pt x="1024411" y="237845"/>
                </a:lnTo>
                <a:lnTo>
                  <a:pt x="1024368" y="241153"/>
                </a:lnTo>
                <a:lnTo>
                  <a:pt x="1024276" y="242967"/>
                </a:lnTo>
                <a:lnTo>
                  <a:pt x="1024092" y="244823"/>
                </a:lnTo>
                <a:lnTo>
                  <a:pt x="1023761" y="246790"/>
                </a:lnTo>
                <a:lnTo>
                  <a:pt x="1023222" y="248873"/>
                </a:lnTo>
                <a:lnTo>
                  <a:pt x="1022396" y="251042"/>
                </a:lnTo>
                <a:lnTo>
                  <a:pt x="1021219" y="253205"/>
                </a:lnTo>
                <a:lnTo>
                  <a:pt x="1019694" y="255251"/>
                </a:lnTo>
                <a:lnTo>
                  <a:pt x="1017873" y="257065"/>
                </a:lnTo>
                <a:lnTo>
                  <a:pt x="1015845" y="258591"/>
                </a:lnTo>
                <a:lnTo>
                  <a:pt x="1013694" y="259834"/>
                </a:lnTo>
                <a:lnTo>
                  <a:pt x="1011452" y="260833"/>
                </a:lnTo>
                <a:lnTo>
                  <a:pt x="1009124" y="261636"/>
                </a:lnTo>
                <a:lnTo>
                  <a:pt x="1006685" y="262291"/>
                </a:lnTo>
                <a:lnTo>
                  <a:pt x="1004113" y="262836"/>
                </a:lnTo>
                <a:lnTo>
                  <a:pt x="1001355" y="263296"/>
                </a:lnTo>
                <a:lnTo>
                  <a:pt x="998396" y="263682"/>
                </a:lnTo>
                <a:lnTo>
                  <a:pt x="995192" y="264007"/>
                </a:lnTo>
                <a:lnTo>
                  <a:pt x="991681" y="264282"/>
                </a:lnTo>
                <a:lnTo>
                  <a:pt x="983869" y="264698"/>
                </a:lnTo>
                <a:lnTo>
                  <a:pt x="974636" y="264981"/>
                </a:lnTo>
                <a:lnTo>
                  <a:pt x="963859" y="265159"/>
                </a:lnTo>
                <a:lnTo>
                  <a:pt x="951391" y="265251"/>
                </a:lnTo>
                <a:lnTo>
                  <a:pt x="920811" y="265293"/>
                </a:lnTo>
                <a:lnTo>
                  <a:pt x="106173" y="264374"/>
                </a:lnTo>
                <a:lnTo>
                  <a:pt x="75494" y="264307"/>
                </a:lnTo>
                <a:lnTo>
                  <a:pt x="62897" y="264197"/>
                </a:lnTo>
                <a:lnTo>
                  <a:pt x="51974" y="263994"/>
                </a:lnTo>
                <a:lnTo>
                  <a:pt x="42557" y="263676"/>
                </a:lnTo>
                <a:lnTo>
                  <a:pt x="34549" y="263222"/>
                </a:lnTo>
                <a:lnTo>
                  <a:pt x="30934" y="262922"/>
                </a:lnTo>
                <a:lnTo>
                  <a:pt x="27631" y="262579"/>
                </a:lnTo>
                <a:lnTo>
                  <a:pt x="24568" y="262175"/>
                </a:lnTo>
                <a:lnTo>
                  <a:pt x="21725" y="261697"/>
                </a:lnTo>
                <a:lnTo>
                  <a:pt x="19066" y="261139"/>
                </a:lnTo>
                <a:lnTo>
                  <a:pt x="16555" y="260471"/>
                </a:lnTo>
                <a:lnTo>
                  <a:pt x="14171" y="259675"/>
                </a:lnTo>
                <a:lnTo>
                  <a:pt x="11885" y="258695"/>
                </a:lnTo>
                <a:lnTo>
                  <a:pt x="9692" y="257500"/>
                </a:lnTo>
                <a:lnTo>
                  <a:pt x="7620" y="256048"/>
                </a:lnTo>
                <a:lnTo>
                  <a:pt x="5735" y="254320"/>
                </a:lnTo>
                <a:lnTo>
                  <a:pt x="4104" y="252347"/>
                </a:lnTo>
                <a:lnTo>
                  <a:pt x="2793" y="250221"/>
                </a:lnTo>
                <a:lnTo>
                  <a:pt x="1825" y="248040"/>
                </a:lnTo>
                <a:lnTo>
                  <a:pt x="1158" y="245896"/>
                </a:lnTo>
                <a:lnTo>
                  <a:pt x="728" y="243843"/>
                </a:lnTo>
                <a:lnTo>
                  <a:pt x="471" y="241889"/>
                </a:lnTo>
                <a:lnTo>
                  <a:pt x="330" y="239952"/>
                </a:lnTo>
                <a:lnTo>
                  <a:pt x="256" y="236540"/>
                </a:lnTo>
                <a:lnTo>
                  <a:pt x="0" y="27890"/>
                </a:lnTo>
                <a:lnTo>
                  <a:pt x="73" y="24446"/>
                </a:lnTo>
                <a:moveTo>
                  <a:pt x="19912" y="28202"/>
                </a:moveTo>
                <a:lnTo>
                  <a:pt x="19912" y="27976"/>
                </a:lnTo>
                <a:lnTo>
                  <a:pt x="20169" y="236418"/>
                </a:lnTo>
                <a:lnTo>
                  <a:pt x="20169" y="236227"/>
                </a:lnTo>
                <a:lnTo>
                  <a:pt x="20230" y="239278"/>
                </a:lnTo>
                <a:lnTo>
                  <a:pt x="20206" y="238752"/>
                </a:lnTo>
                <a:lnTo>
                  <a:pt x="20310" y="240142"/>
                </a:lnTo>
                <a:lnTo>
                  <a:pt x="20249" y="239579"/>
                </a:lnTo>
                <a:lnTo>
                  <a:pt x="20420" y="240878"/>
                </a:lnTo>
                <a:lnTo>
                  <a:pt x="20298" y="240137"/>
                </a:lnTo>
                <a:lnTo>
                  <a:pt x="20549" y="241350"/>
                </a:lnTo>
                <a:lnTo>
                  <a:pt x="20310" y="240418"/>
                </a:lnTo>
                <a:lnTo>
                  <a:pt x="20659" y="241552"/>
                </a:lnTo>
                <a:lnTo>
                  <a:pt x="20255" y="240467"/>
                </a:lnTo>
                <a:lnTo>
                  <a:pt x="20721" y="241521"/>
                </a:lnTo>
                <a:lnTo>
                  <a:pt x="20108" y="240357"/>
                </a:lnTo>
                <a:lnTo>
                  <a:pt x="20708" y="241331"/>
                </a:lnTo>
                <a:lnTo>
                  <a:pt x="19899" y="240198"/>
                </a:lnTo>
                <a:lnTo>
                  <a:pt x="20641" y="241098"/>
                </a:lnTo>
                <a:lnTo>
                  <a:pt x="19691" y="240099"/>
                </a:lnTo>
                <a:lnTo>
                  <a:pt x="20592" y="240927"/>
                </a:lnTo>
                <a:lnTo>
                  <a:pt x="19593" y="240124"/>
                </a:lnTo>
                <a:lnTo>
                  <a:pt x="20678" y="240884"/>
                </a:lnTo>
                <a:lnTo>
                  <a:pt x="19722" y="240289"/>
                </a:lnTo>
                <a:lnTo>
                  <a:pt x="20996" y="240988"/>
                </a:lnTo>
                <a:lnTo>
                  <a:pt x="20138" y="240571"/>
                </a:lnTo>
                <a:lnTo>
                  <a:pt x="21622" y="241202"/>
                </a:lnTo>
                <a:lnTo>
                  <a:pt x="20886" y="240921"/>
                </a:lnTo>
                <a:lnTo>
                  <a:pt x="22589" y="241496"/>
                </a:lnTo>
                <a:lnTo>
                  <a:pt x="21977" y="241313"/>
                </a:lnTo>
                <a:lnTo>
                  <a:pt x="23924" y="241828"/>
                </a:lnTo>
                <a:lnTo>
                  <a:pt x="23416" y="241704"/>
                </a:lnTo>
                <a:lnTo>
                  <a:pt x="25616" y="242171"/>
                </a:lnTo>
                <a:lnTo>
                  <a:pt x="25205" y="242090"/>
                </a:lnTo>
                <a:lnTo>
                  <a:pt x="27681" y="242507"/>
                </a:lnTo>
                <a:lnTo>
                  <a:pt x="27344" y="242458"/>
                </a:lnTo>
                <a:lnTo>
                  <a:pt x="30107" y="242819"/>
                </a:lnTo>
                <a:lnTo>
                  <a:pt x="29838" y="242789"/>
                </a:lnTo>
                <a:lnTo>
                  <a:pt x="32895" y="243108"/>
                </a:lnTo>
                <a:lnTo>
                  <a:pt x="32674" y="243089"/>
                </a:lnTo>
                <a:lnTo>
                  <a:pt x="36056" y="243365"/>
                </a:lnTo>
                <a:lnTo>
                  <a:pt x="35805" y="243347"/>
                </a:lnTo>
                <a:lnTo>
                  <a:pt x="43574" y="243788"/>
                </a:lnTo>
                <a:lnTo>
                  <a:pt x="43342" y="243782"/>
                </a:lnTo>
                <a:lnTo>
                  <a:pt x="52562" y="244088"/>
                </a:lnTo>
                <a:lnTo>
                  <a:pt x="52415" y="244082"/>
                </a:lnTo>
                <a:lnTo>
                  <a:pt x="63223" y="244285"/>
                </a:lnTo>
                <a:lnTo>
                  <a:pt x="63131" y="244285"/>
                </a:lnTo>
                <a:lnTo>
                  <a:pt x="75642" y="244395"/>
                </a:lnTo>
                <a:lnTo>
                  <a:pt x="75569" y="244395"/>
                </a:lnTo>
                <a:lnTo>
                  <a:pt x="106209" y="244462"/>
                </a:lnTo>
                <a:lnTo>
                  <a:pt x="106203" y="244462"/>
                </a:lnTo>
                <a:lnTo>
                  <a:pt x="920817" y="245381"/>
                </a:lnTo>
                <a:lnTo>
                  <a:pt x="920793" y="245381"/>
                </a:lnTo>
                <a:lnTo>
                  <a:pt x="951335" y="245338"/>
                </a:lnTo>
                <a:lnTo>
                  <a:pt x="951274" y="245338"/>
                </a:lnTo>
                <a:lnTo>
                  <a:pt x="963669" y="245246"/>
                </a:lnTo>
                <a:lnTo>
                  <a:pt x="963583" y="245246"/>
                </a:lnTo>
                <a:lnTo>
                  <a:pt x="974244" y="245075"/>
                </a:lnTo>
                <a:lnTo>
                  <a:pt x="974096" y="245075"/>
                </a:lnTo>
                <a:lnTo>
                  <a:pt x="983147" y="244798"/>
                </a:lnTo>
                <a:lnTo>
                  <a:pt x="982919" y="244811"/>
                </a:lnTo>
                <a:lnTo>
                  <a:pt x="990493" y="244407"/>
                </a:lnTo>
                <a:lnTo>
                  <a:pt x="990242" y="244425"/>
                </a:lnTo>
                <a:lnTo>
                  <a:pt x="993514" y="244161"/>
                </a:lnTo>
                <a:lnTo>
                  <a:pt x="993293" y="244186"/>
                </a:lnTo>
                <a:lnTo>
                  <a:pt x="996245" y="243886"/>
                </a:lnTo>
                <a:lnTo>
                  <a:pt x="995962" y="243917"/>
                </a:lnTo>
                <a:lnTo>
                  <a:pt x="998616" y="243574"/>
                </a:lnTo>
                <a:lnTo>
                  <a:pt x="998274" y="243622"/>
                </a:lnTo>
                <a:lnTo>
                  <a:pt x="1000632" y="243231"/>
                </a:lnTo>
                <a:lnTo>
                  <a:pt x="1000204" y="243310"/>
                </a:lnTo>
                <a:lnTo>
                  <a:pt x="1002292" y="242869"/>
                </a:lnTo>
                <a:lnTo>
                  <a:pt x="1001760" y="242997"/>
                </a:lnTo>
                <a:lnTo>
                  <a:pt x="1003598" y="242501"/>
                </a:lnTo>
                <a:lnTo>
                  <a:pt x="1002942" y="242703"/>
                </a:lnTo>
                <a:lnTo>
                  <a:pt x="1004541" y="242152"/>
                </a:lnTo>
                <a:lnTo>
                  <a:pt x="1003750" y="242465"/>
                </a:lnTo>
                <a:lnTo>
                  <a:pt x="1005129" y="241846"/>
                </a:lnTo>
                <a:lnTo>
                  <a:pt x="1004204" y="242317"/>
                </a:lnTo>
                <a:lnTo>
                  <a:pt x="1005380" y="241643"/>
                </a:lnTo>
                <a:lnTo>
                  <a:pt x="1004364" y="242317"/>
                </a:lnTo>
                <a:lnTo>
                  <a:pt x="1005350" y="241577"/>
                </a:lnTo>
                <a:lnTo>
                  <a:pt x="1004308" y="242476"/>
                </a:lnTo>
                <a:lnTo>
                  <a:pt x="1005122" y="241661"/>
                </a:lnTo>
                <a:lnTo>
                  <a:pt x="1004167" y="242765"/>
                </a:lnTo>
                <a:lnTo>
                  <a:pt x="1004822" y="241882"/>
                </a:lnTo>
                <a:lnTo>
                  <a:pt x="1004057" y="243089"/>
                </a:lnTo>
                <a:lnTo>
                  <a:pt x="1004578" y="242128"/>
                </a:lnTo>
                <a:lnTo>
                  <a:pt x="1004032" y="243316"/>
                </a:lnTo>
                <a:lnTo>
                  <a:pt x="1004425" y="242275"/>
                </a:lnTo>
                <a:lnTo>
                  <a:pt x="1004088" y="243329"/>
                </a:lnTo>
                <a:lnTo>
                  <a:pt x="1004382" y="242214"/>
                </a:lnTo>
                <a:lnTo>
                  <a:pt x="1004198" y="243077"/>
                </a:lnTo>
                <a:lnTo>
                  <a:pt x="1004400" y="241870"/>
                </a:lnTo>
                <a:lnTo>
                  <a:pt x="1004308" y="242532"/>
                </a:lnTo>
                <a:lnTo>
                  <a:pt x="1004436" y="241239"/>
                </a:lnTo>
                <a:lnTo>
                  <a:pt x="1004400" y="241711"/>
                </a:lnTo>
                <a:lnTo>
                  <a:pt x="1004474" y="240327"/>
                </a:lnTo>
                <a:lnTo>
                  <a:pt x="1004462" y="240718"/>
                </a:lnTo>
                <a:lnTo>
                  <a:pt x="1004499" y="237667"/>
                </a:lnTo>
                <a:lnTo>
                  <a:pt x="1004499" y="237802"/>
                </a:lnTo>
                <a:lnTo>
                  <a:pt x="1004241" y="27277"/>
                </a:lnTo>
                <a:lnTo>
                  <a:pt x="1004241" y="27522"/>
                </a:lnTo>
                <a:lnTo>
                  <a:pt x="1004204" y="25954"/>
                </a:lnTo>
                <a:lnTo>
                  <a:pt x="1004235" y="26578"/>
                </a:lnTo>
                <a:lnTo>
                  <a:pt x="1004106" y="25108"/>
                </a:lnTo>
                <a:lnTo>
                  <a:pt x="1004211" y="25892"/>
                </a:lnTo>
                <a:lnTo>
                  <a:pt x="1003971" y="24520"/>
                </a:lnTo>
                <a:lnTo>
                  <a:pt x="1004181" y="25457"/>
                </a:lnTo>
                <a:lnTo>
                  <a:pt x="1003831" y="24176"/>
                </a:lnTo>
                <a:lnTo>
                  <a:pt x="1004192" y="25249"/>
                </a:lnTo>
                <a:lnTo>
                  <a:pt x="1003713" y="24054"/>
                </a:lnTo>
                <a:lnTo>
                  <a:pt x="1004260" y="25200"/>
                </a:lnTo>
                <a:lnTo>
                  <a:pt x="1003641" y="24091"/>
                </a:lnTo>
                <a:lnTo>
                  <a:pt x="1004369" y="25218"/>
                </a:lnTo>
                <a:lnTo>
                  <a:pt x="1003604" y="24196"/>
                </a:lnTo>
                <a:lnTo>
                  <a:pt x="1004481" y="25212"/>
                </a:lnTo>
                <a:lnTo>
                  <a:pt x="1003548" y="24269"/>
                </a:lnTo>
                <a:lnTo>
                  <a:pt x="1004492" y="25114"/>
                </a:lnTo>
                <a:lnTo>
                  <a:pt x="1003390" y="24244"/>
                </a:lnTo>
                <a:lnTo>
                  <a:pt x="1004327" y="24893"/>
                </a:lnTo>
                <a:lnTo>
                  <a:pt x="1003034" y="24103"/>
                </a:lnTo>
                <a:lnTo>
                  <a:pt x="1003898" y="24575"/>
                </a:lnTo>
                <a:lnTo>
                  <a:pt x="1002409" y="23852"/>
                </a:lnTo>
                <a:lnTo>
                  <a:pt x="1003175" y="24183"/>
                </a:lnTo>
                <a:lnTo>
                  <a:pt x="1001478" y="23527"/>
                </a:lnTo>
                <a:lnTo>
                  <a:pt x="1002127" y="23754"/>
                </a:lnTo>
                <a:lnTo>
                  <a:pt x="1000209" y="23160"/>
                </a:lnTo>
                <a:lnTo>
                  <a:pt x="1000755" y="23313"/>
                </a:lnTo>
                <a:lnTo>
                  <a:pt x="998598" y="22779"/>
                </a:lnTo>
                <a:lnTo>
                  <a:pt x="999051" y="22884"/>
                </a:lnTo>
                <a:lnTo>
                  <a:pt x="996650" y="22406"/>
                </a:lnTo>
                <a:lnTo>
                  <a:pt x="997030" y="22474"/>
                </a:lnTo>
                <a:lnTo>
                  <a:pt x="994365" y="22050"/>
                </a:lnTo>
                <a:lnTo>
                  <a:pt x="994671" y="22093"/>
                </a:lnTo>
                <a:lnTo>
                  <a:pt x="991742" y="21720"/>
                </a:lnTo>
                <a:lnTo>
                  <a:pt x="991993" y="21750"/>
                </a:lnTo>
                <a:lnTo>
                  <a:pt x="988777" y="21426"/>
                </a:lnTo>
                <a:lnTo>
                  <a:pt x="988986" y="21444"/>
                </a:lnTo>
                <a:lnTo>
                  <a:pt x="985475" y="21162"/>
                </a:lnTo>
                <a:lnTo>
                  <a:pt x="985646" y="21174"/>
                </a:lnTo>
                <a:lnTo>
                  <a:pt x="981828" y="20935"/>
                </a:lnTo>
                <a:lnTo>
                  <a:pt x="982026" y="20948"/>
                </a:lnTo>
                <a:lnTo>
                  <a:pt x="973429" y="20580"/>
                </a:lnTo>
                <a:lnTo>
                  <a:pt x="973613" y="20587"/>
                </a:lnTo>
                <a:lnTo>
                  <a:pt x="963639" y="20341"/>
                </a:lnTo>
                <a:lnTo>
                  <a:pt x="963760" y="20347"/>
                </a:lnTo>
                <a:lnTo>
                  <a:pt x="952322" y="20201"/>
                </a:lnTo>
                <a:lnTo>
                  <a:pt x="952395" y="20201"/>
                </a:lnTo>
                <a:lnTo>
                  <a:pt x="939401" y="20133"/>
                </a:lnTo>
                <a:lnTo>
                  <a:pt x="939443" y="20133"/>
                </a:lnTo>
                <a:lnTo>
                  <a:pt x="908381" y="20109"/>
                </a:lnTo>
                <a:lnTo>
                  <a:pt x="908386" y="20109"/>
                </a:lnTo>
                <a:lnTo>
                  <a:pt x="106184" y="19912"/>
                </a:lnTo>
                <a:lnTo>
                  <a:pt x="106209" y="19912"/>
                </a:lnTo>
                <a:lnTo>
                  <a:pt x="75562" y="19980"/>
                </a:lnTo>
                <a:lnTo>
                  <a:pt x="75629" y="19980"/>
                </a:lnTo>
                <a:lnTo>
                  <a:pt x="63105" y="20090"/>
                </a:lnTo>
                <a:lnTo>
                  <a:pt x="63198" y="20090"/>
                </a:lnTo>
                <a:lnTo>
                  <a:pt x="52378" y="20292"/>
                </a:lnTo>
                <a:lnTo>
                  <a:pt x="52525" y="20292"/>
                </a:lnTo>
                <a:lnTo>
                  <a:pt x="43286" y="20605"/>
                </a:lnTo>
                <a:lnTo>
                  <a:pt x="43512" y="20592"/>
                </a:lnTo>
                <a:lnTo>
                  <a:pt x="35726" y="21040"/>
                </a:lnTo>
                <a:lnTo>
                  <a:pt x="35977" y="21021"/>
                </a:lnTo>
                <a:lnTo>
                  <a:pt x="32589" y="21303"/>
                </a:lnTo>
                <a:lnTo>
                  <a:pt x="32803" y="21278"/>
                </a:lnTo>
                <a:lnTo>
                  <a:pt x="29733" y="21603"/>
                </a:lnTo>
                <a:lnTo>
                  <a:pt x="30003" y="21573"/>
                </a:lnTo>
                <a:lnTo>
                  <a:pt x="27233" y="21940"/>
                </a:lnTo>
                <a:lnTo>
                  <a:pt x="27563" y="21885"/>
                </a:lnTo>
                <a:lnTo>
                  <a:pt x="25076" y="22302"/>
                </a:lnTo>
                <a:lnTo>
                  <a:pt x="25487" y="22228"/>
                </a:lnTo>
                <a:lnTo>
                  <a:pt x="23275" y="22695"/>
                </a:lnTo>
                <a:lnTo>
                  <a:pt x="23778" y="22571"/>
                </a:lnTo>
                <a:lnTo>
                  <a:pt x="21817" y="23092"/>
                </a:lnTo>
                <a:lnTo>
                  <a:pt x="22429" y="22908"/>
                </a:lnTo>
                <a:lnTo>
                  <a:pt x="20708" y="23484"/>
                </a:lnTo>
                <a:lnTo>
                  <a:pt x="21443" y="23208"/>
                </a:lnTo>
                <a:lnTo>
                  <a:pt x="19949" y="23840"/>
                </a:lnTo>
                <a:lnTo>
                  <a:pt x="20800" y="23429"/>
                </a:lnTo>
                <a:lnTo>
                  <a:pt x="19513" y="24128"/>
                </a:lnTo>
                <a:lnTo>
                  <a:pt x="20464" y="23540"/>
                </a:lnTo>
                <a:lnTo>
                  <a:pt x="19373" y="24305"/>
                </a:lnTo>
                <a:lnTo>
                  <a:pt x="20366" y="23515"/>
                </a:lnTo>
                <a:lnTo>
                  <a:pt x="19446" y="24342"/>
                </a:lnTo>
                <a:lnTo>
                  <a:pt x="20396" y="23356"/>
                </a:lnTo>
                <a:lnTo>
                  <a:pt x="19643" y="24256"/>
                </a:lnTo>
                <a:lnTo>
                  <a:pt x="20457" y="23129"/>
                </a:lnTo>
                <a:lnTo>
                  <a:pt x="19850" y="24103"/>
                </a:lnTo>
                <a:lnTo>
                  <a:pt x="20470" y="22945"/>
                </a:lnTo>
                <a:lnTo>
                  <a:pt x="19998" y="23999"/>
                </a:lnTo>
                <a:lnTo>
                  <a:pt x="20408" y="22914"/>
                </a:lnTo>
                <a:lnTo>
                  <a:pt x="20052" y="24048"/>
                </a:lnTo>
                <a:lnTo>
                  <a:pt x="20298" y="23111"/>
                </a:lnTo>
                <a:lnTo>
                  <a:pt x="20041" y="24330"/>
                </a:lnTo>
                <a:lnTo>
                  <a:pt x="20169" y="23576"/>
                </a:lnTo>
                <a:lnTo>
                  <a:pt x="19998" y="24875"/>
                </a:lnTo>
                <a:lnTo>
                  <a:pt x="20052" y="24305"/>
                </a:lnTo>
                <a:lnTo>
                  <a:pt x="19949" y="25690"/>
                </a:lnTo>
                <a:lnTo>
                  <a:pt x="19973" y="25151"/>
                </a:lnTo>
                <a:lnTo>
                  <a:pt x="19912" y="28202"/>
                </a:lnTo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647E5B65-0BDB-4445-870B-EE6D2C64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675" y="4112852"/>
            <a:ext cx="1004498" cy="245381"/>
          </a:xfrm>
          <a:custGeom xmlns:a="http://schemas.openxmlformats.org/drawingml/2006/main">
            <a:pathLst>
              <a:path w="1004498" h="245381">
                <a:moveTo>
                  <a:pt x="0" y="18031"/>
                </a:moveTo>
                <a:cubicBezTo>
                  <a:pt x="0" y="730"/>
                  <a:pt x="3878" y="0"/>
                  <a:pt x="96235" y="0"/>
                </a:cubicBezTo>
                <a:lnTo>
                  <a:pt x="898437" y="196"/>
                </a:lnTo>
                <a:cubicBezTo>
                  <a:pt x="990787" y="196"/>
                  <a:pt x="1004242" y="0"/>
                  <a:pt x="1004242" y="17309"/>
                </a:cubicBezTo>
                <a:lnTo>
                  <a:pt x="1004498" y="227834"/>
                </a:lnTo>
                <a:cubicBezTo>
                  <a:pt x="1004498" y="245136"/>
                  <a:pt x="1003205" y="245381"/>
                  <a:pt x="910850" y="245381"/>
                </a:cubicBezTo>
                <a:lnTo>
                  <a:pt x="96235" y="244462"/>
                </a:lnTo>
                <a:cubicBezTo>
                  <a:pt x="3878" y="244462"/>
                  <a:pt x="257" y="243782"/>
                  <a:pt x="257" y="226473"/>
                </a:cubicBezTo>
                <a:lnTo>
                  <a:pt x="0" y="180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C0EA7E27-98FB-4101-AECD-A3CA4C0D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719" y="4102897"/>
            <a:ext cx="1024412" cy="265293"/>
          </a:xfrm>
          <a:custGeom xmlns:a="http://schemas.openxmlformats.org/drawingml/2006/main">
            <a:pathLst>
              <a:path w="1024412" h="265293">
                <a:moveTo>
                  <a:pt x="74" y="24446"/>
                </a:moveTo>
                <a:lnTo>
                  <a:pt x="221" y="22504"/>
                </a:lnTo>
                <a:lnTo>
                  <a:pt x="485" y="20537"/>
                </a:lnTo>
                <a:lnTo>
                  <a:pt x="926" y="18473"/>
                </a:lnTo>
                <a:lnTo>
                  <a:pt x="1612" y="16329"/>
                </a:lnTo>
                <a:lnTo>
                  <a:pt x="2598" y="14147"/>
                </a:lnTo>
                <a:lnTo>
                  <a:pt x="3921" y="12021"/>
                </a:lnTo>
                <a:lnTo>
                  <a:pt x="5558" y="10054"/>
                </a:lnTo>
                <a:lnTo>
                  <a:pt x="7457" y="8338"/>
                </a:lnTo>
                <a:lnTo>
                  <a:pt x="9527" y="6887"/>
                </a:lnTo>
                <a:lnTo>
                  <a:pt x="11727" y="5698"/>
                </a:lnTo>
                <a:lnTo>
                  <a:pt x="14019" y="4724"/>
                </a:lnTo>
                <a:lnTo>
                  <a:pt x="16408" y="3927"/>
                </a:lnTo>
                <a:lnTo>
                  <a:pt x="18926" y="3260"/>
                </a:lnTo>
                <a:lnTo>
                  <a:pt x="21598" y="2696"/>
                </a:lnTo>
                <a:lnTo>
                  <a:pt x="24453" y="2218"/>
                </a:lnTo>
                <a:lnTo>
                  <a:pt x="27522" y="1814"/>
                </a:lnTo>
                <a:lnTo>
                  <a:pt x="30838" y="1464"/>
                </a:lnTo>
                <a:lnTo>
                  <a:pt x="34463" y="1164"/>
                </a:lnTo>
                <a:lnTo>
                  <a:pt x="42496" y="705"/>
                </a:lnTo>
                <a:lnTo>
                  <a:pt x="51932" y="386"/>
                </a:lnTo>
                <a:lnTo>
                  <a:pt x="62875" y="184"/>
                </a:lnTo>
                <a:lnTo>
                  <a:pt x="75484" y="67"/>
                </a:lnTo>
                <a:lnTo>
                  <a:pt x="106180" y="0"/>
                </a:lnTo>
                <a:lnTo>
                  <a:pt x="908398" y="196"/>
                </a:lnTo>
                <a:lnTo>
                  <a:pt x="939487" y="220"/>
                </a:lnTo>
                <a:lnTo>
                  <a:pt x="952537" y="288"/>
                </a:lnTo>
                <a:lnTo>
                  <a:pt x="964069" y="435"/>
                </a:lnTo>
                <a:lnTo>
                  <a:pt x="974189" y="680"/>
                </a:lnTo>
                <a:lnTo>
                  <a:pt x="982975" y="1060"/>
                </a:lnTo>
                <a:lnTo>
                  <a:pt x="986977" y="1311"/>
                </a:lnTo>
                <a:lnTo>
                  <a:pt x="990677" y="1605"/>
                </a:lnTo>
                <a:lnTo>
                  <a:pt x="994121" y="1948"/>
                </a:lnTo>
                <a:lnTo>
                  <a:pt x="997330" y="2359"/>
                </a:lnTo>
                <a:lnTo>
                  <a:pt x="1000339" y="2836"/>
                </a:lnTo>
                <a:lnTo>
                  <a:pt x="1003157" y="3395"/>
                </a:lnTo>
                <a:lnTo>
                  <a:pt x="1005815" y="4050"/>
                </a:lnTo>
                <a:lnTo>
                  <a:pt x="1008341" y="4834"/>
                </a:lnTo>
                <a:lnTo>
                  <a:pt x="1010750" y="5765"/>
                </a:lnTo>
                <a:lnTo>
                  <a:pt x="1013059" y="6887"/>
                </a:lnTo>
                <a:lnTo>
                  <a:pt x="1015259" y="8241"/>
                </a:lnTo>
                <a:lnTo>
                  <a:pt x="1017305" y="9852"/>
                </a:lnTo>
                <a:lnTo>
                  <a:pt x="1019154" y="11734"/>
                </a:lnTo>
                <a:lnTo>
                  <a:pt x="1020724" y="13835"/>
                </a:lnTo>
                <a:lnTo>
                  <a:pt x="1021973" y="16083"/>
                </a:lnTo>
                <a:lnTo>
                  <a:pt x="1022891" y="18393"/>
                </a:lnTo>
                <a:lnTo>
                  <a:pt x="1023524" y="20691"/>
                </a:lnTo>
                <a:lnTo>
                  <a:pt x="1023903" y="22933"/>
                </a:lnTo>
                <a:lnTo>
                  <a:pt x="1024098" y="25114"/>
                </a:lnTo>
                <a:lnTo>
                  <a:pt x="1024154" y="27123"/>
                </a:lnTo>
                <a:lnTo>
                  <a:pt x="1024412" y="237845"/>
                </a:lnTo>
                <a:lnTo>
                  <a:pt x="1024368" y="241153"/>
                </a:lnTo>
                <a:lnTo>
                  <a:pt x="1024277" y="242967"/>
                </a:lnTo>
                <a:lnTo>
                  <a:pt x="1024093" y="244823"/>
                </a:lnTo>
                <a:lnTo>
                  <a:pt x="1023761" y="246790"/>
                </a:lnTo>
                <a:lnTo>
                  <a:pt x="1023224" y="248873"/>
                </a:lnTo>
                <a:lnTo>
                  <a:pt x="1022396" y="251042"/>
                </a:lnTo>
                <a:lnTo>
                  <a:pt x="1021219" y="253205"/>
                </a:lnTo>
                <a:lnTo>
                  <a:pt x="1019694" y="255251"/>
                </a:lnTo>
                <a:lnTo>
                  <a:pt x="1017875" y="257065"/>
                </a:lnTo>
                <a:lnTo>
                  <a:pt x="1015845" y="258591"/>
                </a:lnTo>
                <a:lnTo>
                  <a:pt x="1013696" y="259834"/>
                </a:lnTo>
                <a:lnTo>
                  <a:pt x="1011455" y="260833"/>
                </a:lnTo>
                <a:lnTo>
                  <a:pt x="1009124" y="261636"/>
                </a:lnTo>
                <a:lnTo>
                  <a:pt x="1006685" y="262291"/>
                </a:lnTo>
                <a:lnTo>
                  <a:pt x="1004113" y="262836"/>
                </a:lnTo>
                <a:lnTo>
                  <a:pt x="1001355" y="263296"/>
                </a:lnTo>
                <a:lnTo>
                  <a:pt x="998397" y="263682"/>
                </a:lnTo>
                <a:lnTo>
                  <a:pt x="995193" y="264007"/>
                </a:lnTo>
                <a:lnTo>
                  <a:pt x="991681" y="264282"/>
                </a:lnTo>
                <a:lnTo>
                  <a:pt x="983870" y="264698"/>
                </a:lnTo>
                <a:lnTo>
                  <a:pt x="974636" y="264981"/>
                </a:lnTo>
                <a:lnTo>
                  <a:pt x="963860" y="265159"/>
                </a:lnTo>
                <a:lnTo>
                  <a:pt x="951391" y="265251"/>
                </a:lnTo>
                <a:lnTo>
                  <a:pt x="920811" y="265293"/>
                </a:lnTo>
                <a:lnTo>
                  <a:pt x="106173" y="264374"/>
                </a:lnTo>
                <a:lnTo>
                  <a:pt x="75495" y="264307"/>
                </a:lnTo>
                <a:lnTo>
                  <a:pt x="62898" y="264197"/>
                </a:lnTo>
                <a:lnTo>
                  <a:pt x="51974" y="263994"/>
                </a:lnTo>
                <a:lnTo>
                  <a:pt x="42558" y="263676"/>
                </a:lnTo>
                <a:lnTo>
                  <a:pt x="34549" y="263222"/>
                </a:lnTo>
                <a:lnTo>
                  <a:pt x="30935" y="262922"/>
                </a:lnTo>
                <a:lnTo>
                  <a:pt x="27632" y="262579"/>
                </a:lnTo>
                <a:lnTo>
                  <a:pt x="24568" y="262175"/>
                </a:lnTo>
                <a:lnTo>
                  <a:pt x="21727" y="261697"/>
                </a:lnTo>
                <a:lnTo>
                  <a:pt x="19067" y="261139"/>
                </a:lnTo>
                <a:lnTo>
                  <a:pt x="16555" y="260471"/>
                </a:lnTo>
                <a:lnTo>
                  <a:pt x="14171" y="259675"/>
                </a:lnTo>
                <a:lnTo>
                  <a:pt x="11886" y="258695"/>
                </a:lnTo>
                <a:lnTo>
                  <a:pt x="9692" y="257500"/>
                </a:lnTo>
                <a:lnTo>
                  <a:pt x="7623" y="256048"/>
                </a:lnTo>
                <a:lnTo>
                  <a:pt x="5735" y="254320"/>
                </a:lnTo>
                <a:lnTo>
                  <a:pt x="4106" y="252347"/>
                </a:lnTo>
                <a:lnTo>
                  <a:pt x="2794" y="250221"/>
                </a:lnTo>
                <a:lnTo>
                  <a:pt x="1827" y="248040"/>
                </a:lnTo>
                <a:lnTo>
                  <a:pt x="1158" y="245896"/>
                </a:lnTo>
                <a:lnTo>
                  <a:pt x="729" y="243843"/>
                </a:lnTo>
                <a:lnTo>
                  <a:pt x="472" y="241889"/>
                </a:lnTo>
                <a:lnTo>
                  <a:pt x="331" y="239952"/>
                </a:lnTo>
                <a:lnTo>
                  <a:pt x="258" y="236540"/>
                </a:lnTo>
                <a:lnTo>
                  <a:pt x="0" y="27890"/>
                </a:lnTo>
                <a:lnTo>
                  <a:pt x="74" y="24446"/>
                </a:lnTo>
                <a:moveTo>
                  <a:pt x="19913" y="28202"/>
                </a:moveTo>
                <a:lnTo>
                  <a:pt x="19913" y="27976"/>
                </a:lnTo>
                <a:lnTo>
                  <a:pt x="20170" y="236418"/>
                </a:lnTo>
                <a:lnTo>
                  <a:pt x="20170" y="236227"/>
                </a:lnTo>
                <a:lnTo>
                  <a:pt x="20231" y="239278"/>
                </a:lnTo>
                <a:lnTo>
                  <a:pt x="20207" y="238752"/>
                </a:lnTo>
                <a:lnTo>
                  <a:pt x="20310" y="240142"/>
                </a:lnTo>
                <a:lnTo>
                  <a:pt x="20250" y="239579"/>
                </a:lnTo>
                <a:lnTo>
                  <a:pt x="20421" y="240878"/>
                </a:lnTo>
                <a:lnTo>
                  <a:pt x="20299" y="240137"/>
                </a:lnTo>
                <a:lnTo>
                  <a:pt x="20550" y="241350"/>
                </a:lnTo>
                <a:lnTo>
                  <a:pt x="20310" y="240418"/>
                </a:lnTo>
                <a:lnTo>
                  <a:pt x="20660" y="241552"/>
                </a:lnTo>
                <a:lnTo>
                  <a:pt x="20256" y="240467"/>
                </a:lnTo>
                <a:lnTo>
                  <a:pt x="20722" y="241521"/>
                </a:lnTo>
                <a:lnTo>
                  <a:pt x="20109" y="240357"/>
                </a:lnTo>
                <a:lnTo>
                  <a:pt x="20708" y="241331"/>
                </a:lnTo>
                <a:lnTo>
                  <a:pt x="19901" y="240198"/>
                </a:lnTo>
                <a:lnTo>
                  <a:pt x="20642" y="241098"/>
                </a:lnTo>
                <a:lnTo>
                  <a:pt x="19692" y="240099"/>
                </a:lnTo>
                <a:lnTo>
                  <a:pt x="20593" y="240927"/>
                </a:lnTo>
                <a:lnTo>
                  <a:pt x="19594" y="240124"/>
                </a:lnTo>
                <a:lnTo>
                  <a:pt x="20678" y="240884"/>
                </a:lnTo>
                <a:lnTo>
                  <a:pt x="19722" y="240289"/>
                </a:lnTo>
                <a:lnTo>
                  <a:pt x="20996" y="240988"/>
                </a:lnTo>
                <a:lnTo>
                  <a:pt x="20139" y="240571"/>
                </a:lnTo>
                <a:lnTo>
                  <a:pt x="21622" y="241202"/>
                </a:lnTo>
                <a:lnTo>
                  <a:pt x="20887" y="240921"/>
                </a:lnTo>
                <a:lnTo>
                  <a:pt x="22589" y="241496"/>
                </a:lnTo>
                <a:lnTo>
                  <a:pt x="21978" y="241313"/>
                </a:lnTo>
                <a:lnTo>
                  <a:pt x="23926" y="241828"/>
                </a:lnTo>
                <a:lnTo>
                  <a:pt x="23417" y="241704"/>
                </a:lnTo>
                <a:lnTo>
                  <a:pt x="25617" y="242171"/>
                </a:lnTo>
                <a:lnTo>
                  <a:pt x="25205" y="242090"/>
                </a:lnTo>
                <a:lnTo>
                  <a:pt x="27682" y="242507"/>
                </a:lnTo>
                <a:lnTo>
                  <a:pt x="27345" y="242458"/>
                </a:lnTo>
                <a:lnTo>
                  <a:pt x="30107" y="242819"/>
                </a:lnTo>
                <a:lnTo>
                  <a:pt x="29838" y="242789"/>
                </a:lnTo>
                <a:lnTo>
                  <a:pt x="32896" y="243108"/>
                </a:lnTo>
                <a:lnTo>
                  <a:pt x="32675" y="243089"/>
                </a:lnTo>
                <a:lnTo>
                  <a:pt x="36056" y="243365"/>
                </a:lnTo>
                <a:lnTo>
                  <a:pt x="35805" y="243347"/>
                </a:lnTo>
                <a:lnTo>
                  <a:pt x="43574" y="243788"/>
                </a:lnTo>
                <a:lnTo>
                  <a:pt x="43342" y="243782"/>
                </a:lnTo>
                <a:lnTo>
                  <a:pt x="52563" y="244088"/>
                </a:lnTo>
                <a:lnTo>
                  <a:pt x="52415" y="244082"/>
                </a:lnTo>
                <a:lnTo>
                  <a:pt x="63224" y="244285"/>
                </a:lnTo>
                <a:lnTo>
                  <a:pt x="63131" y="244285"/>
                </a:lnTo>
                <a:lnTo>
                  <a:pt x="75642" y="244395"/>
                </a:lnTo>
                <a:lnTo>
                  <a:pt x="75570" y="244395"/>
                </a:lnTo>
                <a:lnTo>
                  <a:pt x="106210" y="244462"/>
                </a:lnTo>
                <a:lnTo>
                  <a:pt x="106204" y="244462"/>
                </a:lnTo>
                <a:lnTo>
                  <a:pt x="920818" y="245381"/>
                </a:lnTo>
                <a:lnTo>
                  <a:pt x="920795" y="245381"/>
                </a:lnTo>
                <a:lnTo>
                  <a:pt x="951337" y="245338"/>
                </a:lnTo>
                <a:lnTo>
                  <a:pt x="951274" y="245338"/>
                </a:lnTo>
                <a:lnTo>
                  <a:pt x="963669" y="245246"/>
                </a:lnTo>
                <a:lnTo>
                  <a:pt x="963585" y="245246"/>
                </a:lnTo>
                <a:lnTo>
                  <a:pt x="974245" y="245075"/>
                </a:lnTo>
                <a:lnTo>
                  <a:pt x="974099" y="245075"/>
                </a:lnTo>
                <a:lnTo>
                  <a:pt x="983147" y="244798"/>
                </a:lnTo>
                <a:lnTo>
                  <a:pt x="982921" y="244811"/>
                </a:lnTo>
                <a:lnTo>
                  <a:pt x="990493" y="244407"/>
                </a:lnTo>
                <a:lnTo>
                  <a:pt x="990242" y="244425"/>
                </a:lnTo>
                <a:lnTo>
                  <a:pt x="993514" y="244161"/>
                </a:lnTo>
                <a:lnTo>
                  <a:pt x="993293" y="244186"/>
                </a:lnTo>
                <a:lnTo>
                  <a:pt x="996246" y="243886"/>
                </a:lnTo>
                <a:lnTo>
                  <a:pt x="995965" y="243917"/>
                </a:lnTo>
                <a:lnTo>
                  <a:pt x="998618" y="243574"/>
                </a:lnTo>
                <a:lnTo>
                  <a:pt x="998274" y="243622"/>
                </a:lnTo>
                <a:lnTo>
                  <a:pt x="1000634" y="243231"/>
                </a:lnTo>
                <a:lnTo>
                  <a:pt x="1000204" y="243310"/>
                </a:lnTo>
                <a:lnTo>
                  <a:pt x="1002295" y="242869"/>
                </a:lnTo>
                <a:lnTo>
                  <a:pt x="1001760" y="242997"/>
                </a:lnTo>
                <a:lnTo>
                  <a:pt x="1003599" y="242501"/>
                </a:lnTo>
                <a:lnTo>
                  <a:pt x="1002943" y="242703"/>
                </a:lnTo>
                <a:lnTo>
                  <a:pt x="1004541" y="242152"/>
                </a:lnTo>
                <a:lnTo>
                  <a:pt x="1003750" y="242465"/>
                </a:lnTo>
                <a:lnTo>
                  <a:pt x="1005132" y="241846"/>
                </a:lnTo>
                <a:lnTo>
                  <a:pt x="1004206" y="242317"/>
                </a:lnTo>
                <a:lnTo>
                  <a:pt x="1005380" y="241643"/>
                </a:lnTo>
                <a:lnTo>
                  <a:pt x="1004364" y="242317"/>
                </a:lnTo>
                <a:lnTo>
                  <a:pt x="1005350" y="241577"/>
                </a:lnTo>
                <a:lnTo>
                  <a:pt x="1004308" y="242476"/>
                </a:lnTo>
                <a:lnTo>
                  <a:pt x="1005125" y="241661"/>
                </a:lnTo>
                <a:lnTo>
                  <a:pt x="1004169" y="242765"/>
                </a:lnTo>
                <a:lnTo>
                  <a:pt x="1004825" y="241882"/>
                </a:lnTo>
                <a:lnTo>
                  <a:pt x="1004057" y="243089"/>
                </a:lnTo>
                <a:lnTo>
                  <a:pt x="1004578" y="242128"/>
                </a:lnTo>
                <a:lnTo>
                  <a:pt x="1004034" y="243316"/>
                </a:lnTo>
                <a:lnTo>
                  <a:pt x="1004425" y="242275"/>
                </a:lnTo>
                <a:lnTo>
                  <a:pt x="1004090" y="243329"/>
                </a:lnTo>
                <a:lnTo>
                  <a:pt x="1004383" y="242214"/>
                </a:lnTo>
                <a:lnTo>
                  <a:pt x="1004199" y="243077"/>
                </a:lnTo>
                <a:lnTo>
                  <a:pt x="1004401" y="241870"/>
                </a:lnTo>
                <a:lnTo>
                  <a:pt x="1004308" y="242532"/>
                </a:lnTo>
                <a:lnTo>
                  <a:pt x="1004439" y="241239"/>
                </a:lnTo>
                <a:lnTo>
                  <a:pt x="1004401" y="241711"/>
                </a:lnTo>
                <a:lnTo>
                  <a:pt x="1004474" y="240327"/>
                </a:lnTo>
                <a:lnTo>
                  <a:pt x="1004462" y="240718"/>
                </a:lnTo>
                <a:lnTo>
                  <a:pt x="1004499" y="237667"/>
                </a:lnTo>
                <a:lnTo>
                  <a:pt x="1004499" y="237802"/>
                </a:lnTo>
                <a:lnTo>
                  <a:pt x="1004241" y="27277"/>
                </a:lnTo>
                <a:lnTo>
                  <a:pt x="1004241" y="27522"/>
                </a:lnTo>
                <a:lnTo>
                  <a:pt x="1004206" y="25954"/>
                </a:lnTo>
                <a:lnTo>
                  <a:pt x="1004236" y="26578"/>
                </a:lnTo>
                <a:lnTo>
                  <a:pt x="1004108" y="25108"/>
                </a:lnTo>
                <a:lnTo>
                  <a:pt x="1004211" y="25892"/>
                </a:lnTo>
                <a:lnTo>
                  <a:pt x="1003971" y="24520"/>
                </a:lnTo>
                <a:lnTo>
                  <a:pt x="1004181" y="25457"/>
                </a:lnTo>
                <a:lnTo>
                  <a:pt x="1003832" y="24176"/>
                </a:lnTo>
                <a:lnTo>
                  <a:pt x="1004192" y="25249"/>
                </a:lnTo>
                <a:lnTo>
                  <a:pt x="1003715" y="24054"/>
                </a:lnTo>
                <a:lnTo>
                  <a:pt x="1004260" y="25200"/>
                </a:lnTo>
                <a:lnTo>
                  <a:pt x="1003641" y="24091"/>
                </a:lnTo>
                <a:lnTo>
                  <a:pt x="1004371" y="25218"/>
                </a:lnTo>
                <a:lnTo>
                  <a:pt x="1003604" y="24196"/>
                </a:lnTo>
                <a:lnTo>
                  <a:pt x="1004481" y="25212"/>
                </a:lnTo>
                <a:lnTo>
                  <a:pt x="1003550" y="24269"/>
                </a:lnTo>
                <a:lnTo>
                  <a:pt x="1004495" y="25114"/>
                </a:lnTo>
                <a:lnTo>
                  <a:pt x="1003390" y="24244"/>
                </a:lnTo>
                <a:lnTo>
                  <a:pt x="1004327" y="24893"/>
                </a:lnTo>
                <a:lnTo>
                  <a:pt x="1003034" y="24103"/>
                </a:lnTo>
                <a:lnTo>
                  <a:pt x="1003899" y="24575"/>
                </a:lnTo>
                <a:lnTo>
                  <a:pt x="1002409" y="23852"/>
                </a:lnTo>
                <a:lnTo>
                  <a:pt x="1003176" y="24183"/>
                </a:lnTo>
                <a:lnTo>
                  <a:pt x="1001478" y="23527"/>
                </a:lnTo>
                <a:lnTo>
                  <a:pt x="1002127" y="23754"/>
                </a:lnTo>
                <a:lnTo>
                  <a:pt x="1000211" y="23160"/>
                </a:lnTo>
                <a:lnTo>
                  <a:pt x="1000755" y="23313"/>
                </a:lnTo>
                <a:lnTo>
                  <a:pt x="998600" y="22779"/>
                </a:lnTo>
                <a:lnTo>
                  <a:pt x="999053" y="22884"/>
                </a:lnTo>
                <a:lnTo>
                  <a:pt x="996651" y="22406"/>
                </a:lnTo>
                <a:lnTo>
                  <a:pt x="997030" y="22474"/>
                </a:lnTo>
                <a:lnTo>
                  <a:pt x="994365" y="22050"/>
                </a:lnTo>
                <a:lnTo>
                  <a:pt x="994672" y="22093"/>
                </a:lnTo>
                <a:lnTo>
                  <a:pt x="991744" y="21720"/>
                </a:lnTo>
                <a:lnTo>
                  <a:pt x="991995" y="21750"/>
                </a:lnTo>
                <a:lnTo>
                  <a:pt x="988777" y="21426"/>
                </a:lnTo>
                <a:lnTo>
                  <a:pt x="988986" y="21444"/>
                </a:lnTo>
                <a:lnTo>
                  <a:pt x="985475" y="21162"/>
                </a:lnTo>
                <a:lnTo>
                  <a:pt x="985647" y="21174"/>
                </a:lnTo>
                <a:lnTo>
                  <a:pt x="981828" y="20935"/>
                </a:lnTo>
                <a:lnTo>
                  <a:pt x="982026" y="20948"/>
                </a:lnTo>
                <a:lnTo>
                  <a:pt x="973429" y="20580"/>
                </a:lnTo>
                <a:lnTo>
                  <a:pt x="973613" y="20587"/>
                </a:lnTo>
                <a:lnTo>
                  <a:pt x="963639" y="20341"/>
                </a:lnTo>
                <a:lnTo>
                  <a:pt x="963762" y="20347"/>
                </a:lnTo>
                <a:lnTo>
                  <a:pt x="952323" y="20201"/>
                </a:lnTo>
                <a:lnTo>
                  <a:pt x="952395" y="20201"/>
                </a:lnTo>
                <a:lnTo>
                  <a:pt x="939401" y="20133"/>
                </a:lnTo>
                <a:lnTo>
                  <a:pt x="939445" y="20133"/>
                </a:lnTo>
                <a:lnTo>
                  <a:pt x="908382" y="20109"/>
                </a:lnTo>
                <a:lnTo>
                  <a:pt x="908386" y="20109"/>
                </a:lnTo>
                <a:lnTo>
                  <a:pt x="106184" y="19912"/>
                </a:lnTo>
                <a:lnTo>
                  <a:pt x="106210" y="19912"/>
                </a:lnTo>
                <a:lnTo>
                  <a:pt x="75563" y="19980"/>
                </a:lnTo>
                <a:lnTo>
                  <a:pt x="75630" y="19980"/>
                </a:lnTo>
                <a:lnTo>
                  <a:pt x="63108" y="20090"/>
                </a:lnTo>
                <a:lnTo>
                  <a:pt x="63198" y="20090"/>
                </a:lnTo>
                <a:lnTo>
                  <a:pt x="52378" y="20292"/>
                </a:lnTo>
                <a:lnTo>
                  <a:pt x="52526" y="20292"/>
                </a:lnTo>
                <a:lnTo>
                  <a:pt x="43287" y="20605"/>
                </a:lnTo>
                <a:lnTo>
                  <a:pt x="43514" y="20592"/>
                </a:lnTo>
                <a:lnTo>
                  <a:pt x="35726" y="21040"/>
                </a:lnTo>
                <a:lnTo>
                  <a:pt x="35977" y="21021"/>
                </a:lnTo>
                <a:lnTo>
                  <a:pt x="32589" y="21303"/>
                </a:lnTo>
                <a:lnTo>
                  <a:pt x="32803" y="21278"/>
                </a:lnTo>
                <a:lnTo>
                  <a:pt x="29733" y="21603"/>
                </a:lnTo>
                <a:lnTo>
                  <a:pt x="30004" y="21573"/>
                </a:lnTo>
                <a:lnTo>
                  <a:pt x="27234" y="21940"/>
                </a:lnTo>
                <a:lnTo>
                  <a:pt x="27566" y="21885"/>
                </a:lnTo>
                <a:lnTo>
                  <a:pt x="25078" y="22302"/>
                </a:lnTo>
                <a:lnTo>
                  <a:pt x="25488" y="22228"/>
                </a:lnTo>
                <a:lnTo>
                  <a:pt x="23276" y="22695"/>
                </a:lnTo>
                <a:lnTo>
                  <a:pt x="23779" y="22571"/>
                </a:lnTo>
                <a:lnTo>
                  <a:pt x="21817" y="23092"/>
                </a:lnTo>
                <a:lnTo>
                  <a:pt x="22431" y="22908"/>
                </a:lnTo>
                <a:lnTo>
                  <a:pt x="20708" y="23484"/>
                </a:lnTo>
                <a:lnTo>
                  <a:pt x="21444" y="23208"/>
                </a:lnTo>
                <a:lnTo>
                  <a:pt x="19950" y="23840"/>
                </a:lnTo>
                <a:lnTo>
                  <a:pt x="20801" y="23429"/>
                </a:lnTo>
                <a:lnTo>
                  <a:pt x="19515" y="24128"/>
                </a:lnTo>
                <a:lnTo>
                  <a:pt x="20464" y="23540"/>
                </a:lnTo>
                <a:lnTo>
                  <a:pt x="19373" y="24305"/>
                </a:lnTo>
                <a:lnTo>
                  <a:pt x="20366" y="23515"/>
                </a:lnTo>
                <a:lnTo>
                  <a:pt x="19448" y="24342"/>
                </a:lnTo>
                <a:lnTo>
                  <a:pt x="20396" y="23356"/>
                </a:lnTo>
                <a:lnTo>
                  <a:pt x="19643" y="24256"/>
                </a:lnTo>
                <a:lnTo>
                  <a:pt x="20457" y="23129"/>
                </a:lnTo>
                <a:lnTo>
                  <a:pt x="19851" y="24103"/>
                </a:lnTo>
                <a:lnTo>
                  <a:pt x="20471" y="22945"/>
                </a:lnTo>
                <a:lnTo>
                  <a:pt x="19999" y="23999"/>
                </a:lnTo>
                <a:lnTo>
                  <a:pt x="20409" y="22914"/>
                </a:lnTo>
                <a:lnTo>
                  <a:pt x="20055" y="24048"/>
                </a:lnTo>
                <a:lnTo>
                  <a:pt x="20299" y="23111"/>
                </a:lnTo>
                <a:lnTo>
                  <a:pt x="20041" y="24330"/>
                </a:lnTo>
                <a:lnTo>
                  <a:pt x="20170" y="23576"/>
                </a:lnTo>
                <a:lnTo>
                  <a:pt x="19999" y="24875"/>
                </a:lnTo>
                <a:lnTo>
                  <a:pt x="20055" y="24305"/>
                </a:lnTo>
                <a:lnTo>
                  <a:pt x="19950" y="25690"/>
                </a:lnTo>
                <a:lnTo>
                  <a:pt x="19973" y="25151"/>
                </a:lnTo>
                <a:lnTo>
                  <a:pt x="19913" y="28202"/>
                </a:lnTo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2 Player">
            <a:extLst xmlns:a="http://schemas.openxmlformats.org/drawingml/2006/main">
              <a:ext uri="{FF2B5EF4-FFF2-40B4-BE49-F238E27FC236}">
                <a16:creationId xmlns:a16="http://schemas.microsoft.com/office/drawing/2014/main" id="{2B38AEF3-9199-4BB7-BA9E-AF539AD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311" y="178676"/>
            <a:ext cx="547219" cy="25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33" name="text-33 #6">
            <a:extLst xmlns:a="http://schemas.openxmlformats.org/drawingml/2006/main">
              <a:ext uri="{FF2B5EF4-FFF2-40B4-BE49-F238E27FC236}">
                <a16:creationId xmlns:a16="http://schemas.microsoft.com/office/drawing/2014/main" id="{A05C1443-CCAF-4352-A17A-7846C5C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809" y="173688"/>
            <a:ext cx="224311" cy="266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34" name="text-34 dribbles">
            <a:extLst xmlns:a="http://schemas.openxmlformats.org/drawingml/2006/main">
              <a:ext uri="{FF2B5EF4-FFF2-40B4-BE49-F238E27FC236}">
                <a16:creationId xmlns:a16="http://schemas.microsoft.com/office/drawing/2014/main" id="{098924CB-BE5E-443B-B578-B03E9287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503" y="179880"/>
            <a:ext cx="676875" cy="25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dribbles</a:t>
            </a:r>
          </a:p>
        </p:txBody>
      </p:sp>
      <p:sp>
        <p:nvSpPr>
          <p:cNvPr id="35" name="text-34 right">
            <a:extLst xmlns:a="http://schemas.openxmlformats.org/drawingml/2006/main">
              <a:ext uri="{FF2B5EF4-FFF2-40B4-BE49-F238E27FC236}">
                <a16:creationId xmlns:a16="http://schemas.microsoft.com/office/drawing/2014/main" id="{B802729C-E4B8-4FA8-B769-9FCC7E3A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1891" y="179231"/>
            <a:ext cx="422730" cy="258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right</a:t>
            </a:r>
          </a:p>
        </p:txBody>
      </p:sp>
      <p:sp>
        <p:nvSpPr>
          <p:cNvPr id="36" name="text-34 and">
            <a:extLst xmlns:a="http://schemas.openxmlformats.org/drawingml/2006/main">
              <a:ext uri="{FF2B5EF4-FFF2-40B4-BE49-F238E27FC236}">
                <a16:creationId xmlns:a16="http://schemas.microsoft.com/office/drawing/2014/main" id="{8BD2441C-145D-432A-8A81-3557CBE1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014" y="175199"/>
            <a:ext cx="337997" cy="26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37" name="text-34 releases">
            <a:extLst xmlns:a="http://schemas.openxmlformats.org/drawingml/2006/main">
              <a:ext uri="{FF2B5EF4-FFF2-40B4-BE49-F238E27FC236}">
                <a16:creationId xmlns:a16="http://schemas.microsoft.com/office/drawing/2014/main" id="{9454EE45-6AE8-464C-AC2F-C3783AE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667" y="179563"/>
            <a:ext cx="643542" cy="257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releases</a:t>
            </a:r>
          </a:p>
        </p:txBody>
      </p:sp>
      <p:sp>
        <p:nvSpPr>
          <p:cNvPr id="38" name="text-34 a">
            <a:extLst xmlns:a="http://schemas.openxmlformats.org/drawingml/2006/main">
              <a:ext uri="{FF2B5EF4-FFF2-40B4-BE49-F238E27FC236}">
                <a16:creationId xmlns:a16="http://schemas.microsoft.com/office/drawing/2014/main" id="{2C605324-09E0-41A8-A8AD-F007D215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5664" y="167310"/>
            <a:ext cx="133556" cy="275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9" name="text-34 three-poin">
            <a:extLst xmlns:a="http://schemas.openxmlformats.org/drawingml/2006/main">
              <a:ext uri="{FF2B5EF4-FFF2-40B4-BE49-F238E27FC236}">
                <a16:creationId xmlns:a16="http://schemas.microsoft.com/office/drawing/2014/main" id="{3C37CE80-7A0B-4091-8EC5-40230F9D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455" y="179333"/>
            <a:ext cx="849458" cy="258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three-poin</a:t>
            </a:r>
          </a:p>
        </p:txBody>
      </p:sp>
      <p:sp>
        <p:nvSpPr>
          <p:cNvPr id="40" name="text-35 t">
            <a:extLst xmlns:a="http://schemas.openxmlformats.org/drawingml/2006/main">
              <a:ext uri="{FF2B5EF4-FFF2-40B4-BE49-F238E27FC236}">
                <a16:creationId xmlns:a16="http://schemas.microsoft.com/office/drawing/2014/main" id="{0A46DCA4-C1E6-422E-801B-A9D61EFF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0426" y="167311"/>
            <a:ext cx="1007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1" name="text-37 shot">
            <a:extLst xmlns:a="http://schemas.openxmlformats.org/drawingml/2006/main">
              <a:ext uri="{FF2B5EF4-FFF2-40B4-BE49-F238E27FC236}">
                <a16:creationId xmlns:a16="http://schemas.microsoft.com/office/drawing/2014/main" id="{E730CD37-EBEA-4ACB-BFB2-22CB52C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952" y="179021"/>
            <a:ext cx="361805" cy="258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shot</a:t>
            </a:r>
          </a:p>
        </p:txBody>
      </p:sp>
      <p:sp>
        <p:nvSpPr>
          <p:cNvPr id="42" name="text-39 at">
            <a:extLst xmlns:a="http://schemas.openxmlformats.org/drawingml/2006/main">
              <a:ext uri="{FF2B5EF4-FFF2-40B4-BE49-F238E27FC236}">
                <a16:creationId xmlns:a16="http://schemas.microsoft.com/office/drawing/2014/main" id="{D708A43B-0D38-48DE-B9BE-4CDAFB93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1078" y="175701"/>
            <a:ext cx="190544" cy="263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43" name="text-41 0.8s.Trajectory:at">
            <a:extLst xmlns:a="http://schemas.openxmlformats.org/drawingml/2006/main">
              <a:ext uri="{FF2B5EF4-FFF2-40B4-BE49-F238E27FC236}">
                <a16:creationId xmlns:a16="http://schemas.microsoft.com/office/drawing/2014/main" id="{40AB87C4-AFC6-4279-90B5-5023B0D7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184" y="180896"/>
            <a:ext cx="1420802" cy="256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0.8s.Trajectory:at</a:t>
            </a:r>
          </a:p>
        </p:txBody>
      </p:sp>
      <p:sp>
        <p:nvSpPr>
          <p:cNvPr id="44" name="text-42 t">
            <a:extLst xmlns:a="http://schemas.openxmlformats.org/drawingml/2006/main">
              <a:ext uri="{FF2B5EF4-FFF2-40B4-BE49-F238E27FC236}">
                <a16:creationId xmlns:a16="http://schemas.microsoft.com/office/drawing/2014/main" id="{5721CF4A-6A4E-4DA7-AE40-32362077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728" y="167311"/>
            <a:ext cx="1007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5" name="text-43 1">
            <a:extLst xmlns:a="http://schemas.openxmlformats.org/drawingml/2006/main">
              <a:ext uri="{FF2B5EF4-FFF2-40B4-BE49-F238E27FC236}">
                <a16:creationId xmlns:a16="http://schemas.microsoft.com/office/drawing/2014/main" id="{D45D06BA-12CE-411F-983A-C25C8B14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8241" y="167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6" name="text-44 =">
            <a:extLst xmlns:a="http://schemas.openxmlformats.org/drawingml/2006/main">
              <a:ext uri="{FF2B5EF4-FFF2-40B4-BE49-F238E27FC236}">
                <a16:creationId xmlns:a16="http://schemas.microsoft.com/office/drawing/2014/main" id="{CDB791FB-446D-44A1-9D3D-B6390ED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531" y="167337"/>
            <a:ext cx="147263" cy="27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47" name="text-45 [x">
            <a:extLst xmlns:a="http://schemas.openxmlformats.org/drawingml/2006/main">
              <a:ext uri="{FF2B5EF4-FFF2-40B4-BE49-F238E27FC236}">
                <a16:creationId xmlns:a16="http://schemas.microsoft.com/office/drawing/2014/main" id="{28214FB2-F078-4607-81BA-6827F8A4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606" y="175685"/>
            <a:ext cx="190561" cy="263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48" name="text-46 1">
            <a:extLst xmlns:a="http://schemas.openxmlformats.org/drawingml/2006/main">
              <a:ext uri="{FF2B5EF4-FFF2-40B4-BE49-F238E27FC236}">
                <a16:creationId xmlns:a16="http://schemas.microsoft.com/office/drawing/2014/main" id="{9E5EE5C5-60BA-4179-86D7-600E697E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408" y="167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9" name="text-47 ,y">
            <a:extLst xmlns:a="http://schemas.openxmlformats.org/drawingml/2006/main">
              <a:ext uri="{FF2B5EF4-FFF2-40B4-BE49-F238E27FC236}">
                <a16:creationId xmlns:a16="http://schemas.microsoft.com/office/drawing/2014/main" id="{49EEE85D-82EE-46E5-AC3A-C71C1FBF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5698" y="176526"/>
            <a:ext cx="174173" cy="26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,y</a:t>
            </a:r>
          </a:p>
        </p:txBody>
      </p:sp>
      <p:sp>
        <p:nvSpPr>
          <p:cNvPr id="50" name="text-48 1">
            <a:extLst xmlns:a="http://schemas.openxmlformats.org/drawingml/2006/main">
              <a:ext uri="{FF2B5EF4-FFF2-40B4-BE49-F238E27FC236}">
                <a16:creationId xmlns:a16="http://schemas.microsoft.com/office/drawing/2014/main" id="{2B23A935-1025-4B0A-ADDC-427B4D5E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9264" y="167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1" name="text-49 ,z1">
            <a:extLst xmlns:a="http://schemas.openxmlformats.org/drawingml/2006/main">
              <a:ext uri="{FF2B5EF4-FFF2-40B4-BE49-F238E27FC236}">
                <a16:creationId xmlns:a16="http://schemas.microsoft.com/office/drawing/2014/main" id="{F4FB1985-1E01-4A5B-9926-FF5C49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0554" y="178855"/>
            <a:ext cx="254014" cy="25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6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6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6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,z1</a:t>
            </a:r>
          </a:p>
        </p:txBody>
      </p:sp>
      <p:sp>
        <p:nvSpPr>
          <p:cNvPr id="52" name="text-50 ],">
            <a:extLst xmlns:a="http://schemas.openxmlformats.org/drawingml/2006/main">
              <a:ext uri="{FF2B5EF4-FFF2-40B4-BE49-F238E27FC236}">
                <a16:creationId xmlns:a16="http://schemas.microsoft.com/office/drawing/2014/main" id="{89FEDAC6-B736-40AD-BB96-1D28259E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4382" y="179274"/>
            <a:ext cx="140822" cy="258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3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3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3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],</a:t>
            </a:r>
          </a:p>
        </p:txBody>
      </p:sp>
      <p:sp>
        <p:nvSpPr>
          <p:cNvPr id="53" name="text-51 t">
            <a:extLst xmlns:a="http://schemas.openxmlformats.org/drawingml/2006/main">
              <a:ext uri="{FF2B5EF4-FFF2-40B4-BE49-F238E27FC236}">
                <a16:creationId xmlns:a16="http://schemas.microsoft.com/office/drawing/2014/main" id="{B63A36D3-4A3A-4992-BB00-029D08A2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167" y="167311"/>
            <a:ext cx="1007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4" name="text-52 2">
            <a:extLst xmlns:a="http://schemas.openxmlformats.org/drawingml/2006/main">
              <a:ext uri="{FF2B5EF4-FFF2-40B4-BE49-F238E27FC236}">
                <a16:creationId xmlns:a16="http://schemas.microsoft.com/office/drawing/2014/main" id="{86016B31-BF68-4EC6-AAF1-FCDD643C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680" y="167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5" name="text-53 =">
            <a:extLst xmlns:a="http://schemas.openxmlformats.org/drawingml/2006/main">
              <a:ext uri="{FF2B5EF4-FFF2-40B4-BE49-F238E27FC236}">
                <a16:creationId xmlns:a16="http://schemas.microsoft.com/office/drawing/2014/main" id="{E425C738-7C14-4F58-8C08-2FA544E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4970" y="167337"/>
            <a:ext cx="147263" cy="27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56" name="text-54 [x">
            <a:extLst xmlns:a="http://schemas.openxmlformats.org/drawingml/2006/main">
              <a:ext uri="{FF2B5EF4-FFF2-40B4-BE49-F238E27FC236}">
                <a16:creationId xmlns:a16="http://schemas.microsoft.com/office/drawing/2014/main" id="{CCA2712B-46A6-406F-83D0-6C4D0914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0045" y="175685"/>
            <a:ext cx="190561" cy="263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[x</a:t>
            </a:r>
          </a:p>
        </p:txBody>
      </p:sp>
      <p:sp>
        <p:nvSpPr>
          <p:cNvPr id="57" name="text-55 2">
            <a:extLst xmlns:a="http://schemas.openxmlformats.org/drawingml/2006/main">
              <a:ext uri="{FF2B5EF4-FFF2-40B4-BE49-F238E27FC236}">
                <a16:creationId xmlns:a16="http://schemas.microsoft.com/office/drawing/2014/main" id="{C72AA690-1614-483E-A861-77F563CC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9847" y="167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8" name="text-56 ,y">
            <a:extLst xmlns:a="http://schemas.openxmlformats.org/drawingml/2006/main">
              <a:ext uri="{FF2B5EF4-FFF2-40B4-BE49-F238E27FC236}">
                <a16:creationId xmlns:a16="http://schemas.microsoft.com/office/drawing/2014/main" id="{3C69F413-F95F-4E0B-BDC2-FEDEE45A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37" y="176526"/>
            <a:ext cx="174173" cy="26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,y</a:t>
            </a:r>
          </a:p>
        </p:txBody>
      </p:sp>
      <p:sp>
        <p:nvSpPr>
          <p:cNvPr id="59" name="text-57 2">
            <a:extLst xmlns:a="http://schemas.openxmlformats.org/drawingml/2006/main">
              <a:ext uri="{FF2B5EF4-FFF2-40B4-BE49-F238E27FC236}">
                <a16:creationId xmlns:a16="http://schemas.microsoft.com/office/drawing/2014/main" id="{F3237CFA-5C43-4EDE-B0E7-DE74F316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703" y="167311"/>
            <a:ext cx="133555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0" name="text-58 ,">
            <a:extLst xmlns:a="http://schemas.openxmlformats.org/drawingml/2006/main">
              <a:ext uri="{FF2B5EF4-FFF2-40B4-BE49-F238E27FC236}">
                <a16:creationId xmlns:a16="http://schemas.microsoft.com/office/drawing/2014/main" id="{B0611B6F-51FE-49F0-B5A4-C8CFF3BC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5993" y="167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1" name="text-59 z">
            <a:extLst xmlns:a="http://schemas.openxmlformats.org/drawingml/2006/main">
              <a:ext uri="{FF2B5EF4-FFF2-40B4-BE49-F238E27FC236}">
                <a16:creationId xmlns:a16="http://schemas.microsoft.com/office/drawing/2014/main" id="{4DDEF8C1-D6D0-45E1-B033-DEBEC45A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8270" y="167455"/>
            <a:ext cx="122503" cy="274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6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6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6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62" name="text-60 2]">
            <a:extLst xmlns:a="http://schemas.openxmlformats.org/drawingml/2006/main">
              <a:ext uri="{FF2B5EF4-FFF2-40B4-BE49-F238E27FC236}">
                <a16:creationId xmlns:a16="http://schemas.microsoft.com/office/drawing/2014/main" id="{52B53598-D57E-4E54-88B6-042D79CD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530" y="175700"/>
            <a:ext cx="190545" cy="26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2]</a:t>
            </a:r>
          </a:p>
        </p:txBody>
      </p:sp>
      <p:sp>
        <p:nvSpPr>
          <p:cNvPr id="63" name="text-61 ,">
            <a:extLst xmlns:a="http://schemas.openxmlformats.org/drawingml/2006/main">
              <a:ext uri="{FF2B5EF4-FFF2-40B4-BE49-F238E27FC236}">
                <a16:creationId xmlns:a16="http://schemas.microsoft.com/office/drawing/2014/main" id="{27C623F8-8A04-4A64-8FA3-C0AEBDDF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8332" y="167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4" name="text-62 ...">
            <a:extLst xmlns:a="http://schemas.openxmlformats.org/drawingml/2006/main">
              <a:ext uri="{FF2B5EF4-FFF2-40B4-BE49-F238E27FC236}">
                <a16:creationId xmlns:a16="http://schemas.microsoft.com/office/drawing/2014/main" id="{8589D75A-4170-4314-818C-23561FF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0608" y="185616"/>
            <a:ext cx="165720" cy="249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65" name="text-63 ,">
            <a:extLst xmlns:a="http://schemas.openxmlformats.org/drawingml/2006/main">
              <a:ext uri="{FF2B5EF4-FFF2-40B4-BE49-F238E27FC236}">
                <a16:creationId xmlns:a16="http://schemas.microsoft.com/office/drawing/2014/main" id="{9E69CC38-17D3-4842-A685-D24FD2FD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434" y="167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6" name="text-64 tn">
            <a:extLst xmlns:a="http://schemas.openxmlformats.org/drawingml/2006/main">
              <a:ext uri="{FF2B5EF4-FFF2-40B4-BE49-F238E27FC236}">
                <a16:creationId xmlns:a16="http://schemas.microsoft.com/office/drawing/2014/main" id="{189980CE-A70F-456D-890D-88C79AC2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9709" y="175190"/>
            <a:ext cx="201676" cy="264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tn</a:t>
            </a:r>
          </a:p>
        </p:txBody>
      </p:sp>
      <p:sp>
        <p:nvSpPr>
          <p:cNvPr id="67" name="text-65 =">
            <a:extLst xmlns:a="http://schemas.openxmlformats.org/drawingml/2006/main">
              <a:ext uri="{FF2B5EF4-FFF2-40B4-BE49-F238E27FC236}">
                <a16:creationId xmlns:a16="http://schemas.microsoft.com/office/drawing/2014/main" id="{83CF2579-1FDE-4456-A07B-F1AB886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0539" y="167337"/>
            <a:ext cx="147263" cy="27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68" name="text-66 [xn">
            <a:extLst xmlns:a="http://schemas.openxmlformats.org/drawingml/2006/main">
              <a:ext uri="{FF2B5EF4-FFF2-40B4-BE49-F238E27FC236}">
                <a16:creationId xmlns:a16="http://schemas.microsoft.com/office/drawing/2014/main" id="{8D03F444-AD4E-497B-A49E-D8C977A7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615" y="177318"/>
            <a:ext cx="292584" cy="261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[xn</a:t>
            </a:r>
          </a:p>
        </p:txBody>
      </p:sp>
      <p:sp>
        <p:nvSpPr>
          <p:cNvPr id="69" name="text-67 ,">
            <a:extLst xmlns:a="http://schemas.openxmlformats.org/drawingml/2006/main">
              <a:ext uri="{FF2B5EF4-FFF2-40B4-BE49-F238E27FC236}">
                <a16:creationId xmlns:a16="http://schemas.microsoft.com/office/drawing/2014/main" id="{C927D363-66BA-4DD2-9B80-A298237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7734" y="167311"/>
            <a:ext cx="84464" cy="275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7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70" name="text-68 yn">
            <a:extLst xmlns:a="http://schemas.openxmlformats.org/drawingml/2006/main">
              <a:ext uri="{FF2B5EF4-FFF2-40B4-BE49-F238E27FC236}">
                <a16:creationId xmlns:a16="http://schemas.microsoft.com/office/drawing/2014/main" id="{C01C9C82-2DFE-4121-AC41-32B7150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0011" y="173957"/>
            <a:ext cx="234676" cy="265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yn</a:t>
            </a:r>
          </a:p>
        </p:txBody>
      </p:sp>
      <p:sp>
        <p:nvSpPr>
          <p:cNvPr id="71" name="text-69 ,z">
            <a:extLst xmlns:a="http://schemas.openxmlformats.org/drawingml/2006/main">
              <a:ext uri="{FF2B5EF4-FFF2-40B4-BE49-F238E27FC236}">
                <a16:creationId xmlns:a16="http://schemas.microsoft.com/office/drawing/2014/main" id="{1434E8D0-8872-43F7-82BD-A87FAEDA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620" y="177231"/>
            <a:ext cx="163018" cy="261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,z</a:t>
            </a:r>
          </a:p>
        </p:txBody>
      </p:sp>
      <p:sp>
        <p:nvSpPr>
          <p:cNvPr id="72" name="text-70 n]">
            <a:extLst xmlns:a="http://schemas.openxmlformats.org/drawingml/2006/main">
              <a:ext uri="{FF2B5EF4-FFF2-40B4-BE49-F238E27FC236}">
                <a16:creationId xmlns:a16="http://schemas.microsoft.com/office/drawing/2014/main" id="{1F5A7A21-FE93-4E54-B89B-C2E09CB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6157" y="175204"/>
            <a:ext cx="201660" cy="264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2060C0"/>
                </a:solidFill>
                <a:latin typeface="Times New Roman"/>
                <a:ea typeface="Times New Roman"/>
                <a:cs typeface="Times New Roman"/>
              </a:rPr>
              <a:t>n]</a:t>
            </a:r>
          </a:p>
        </p:txBody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5E9C93-CF41-410C-910A-B841AD3AB6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04f9fe05042cf"/>
          <a:stretch xmlns:a="http://schemas.openxmlformats.org/drawingml/2006/main"/>
        </p:blipFill>
        <p:spPr>
          <a:xfrm xmlns:a="http://schemas.openxmlformats.org/drawingml/2006/main">
            <a:off x="533400" y="219075"/>
            <a:ext cx="695325" cy="171450"/>
          </a:xfrm>
          <a:prstGeom xmlns:a="http://schemas.openxmlformats.org/drawingml/2006/main" prst="rect">
            <a:avLst/>
          </a:prstGeom>
        </p:spPr>
      </p:pic>
      <p:sp>
        <p:nvSpPr>
          <p:cNvPr id="74" name="Pretrained Large Language Model">
            <a:extLst xmlns:a="http://schemas.openxmlformats.org/drawingml/2006/main">
              <a:ext uri="{FF2B5EF4-FFF2-40B4-BE49-F238E27FC236}">
                <a16:creationId xmlns:a16="http://schemas.microsoft.com/office/drawing/2014/main" id="{28A2C85D-EE42-4236-906E-57A76E3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4695" y="751822"/>
            <a:ext cx="4181104" cy="278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Pretrained Large Language Model (Qwen3.5-9B)</a:t>
            </a:r>
          </a:p>
        </p:txBody>
      </p:sp>
      <p:sp>
        <p:nvSpPr>
          <p:cNvPr id="75" name="Projector visual">
            <a:extLst xmlns:a="http://schemas.openxmlformats.org/drawingml/2006/main">
              <a:ext uri="{FF2B5EF4-FFF2-40B4-BE49-F238E27FC236}">
                <a16:creationId xmlns:a16="http://schemas.microsoft.com/office/drawing/2014/main" id="{77F905C9-42D6-484C-A25F-F6A0EF4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7501" y="1327006"/>
            <a:ext cx="743037" cy="257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Projector</a:t>
            </a:r>
          </a:p>
        </p:txBody>
      </p:sp>
      <p:sp>
        <p:nvSpPr>
          <p:cNvPr id="76" name="Visual Tokens">
            <a:extLst xmlns:a="http://schemas.openxmlformats.org/drawingml/2006/main">
              <a:ext uri="{FF2B5EF4-FFF2-40B4-BE49-F238E27FC236}">
                <a16:creationId xmlns:a16="http://schemas.microsoft.com/office/drawing/2014/main" id="{46332C93-2159-4D6C-AFCB-1C485E94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805" y="1554926"/>
            <a:ext cx="1125337" cy="265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3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3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3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Visual Tokens</a:t>
            </a:r>
          </a:p>
        </p:txBody>
      </p:sp>
      <p:sp>
        <p:nvSpPr>
          <p:cNvPr id="77" name="TRK Tokens">
            <a:extLst xmlns:a="http://schemas.openxmlformats.org/drawingml/2006/main">
              <a:ext uri="{FF2B5EF4-FFF2-40B4-BE49-F238E27FC236}">
                <a16:creationId xmlns:a16="http://schemas.microsoft.com/office/drawing/2014/main" id="{F78EE9AB-1856-48D4-9663-9452A91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5838" y="1566785"/>
            <a:ext cx="1170675" cy="28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[TRK]Tokens</a:t>
            </a:r>
          </a:p>
        </p:txBody>
      </p:sp>
      <p:sp>
        <p:nvSpPr>
          <p:cNvPr id="78" name="State-Memory Slots">
            <a:extLst xmlns:a="http://schemas.openxmlformats.org/drawingml/2006/main">
              <a:ext uri="{FF2B5EF4-FFF2-40B4-BE49-F238E27FC236}">
                <a16:creationId xmlns:a16="http://schemas.microsoft.com/office/drawing/2014/main" id="{1AABF0B5-0872-4DEF-8EDD-0C4546F7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7841" y="1640266"/>
            <a:ext cx="1157528" cy="177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(State-Memory Slots)</a:t>
            </a:r>
          </a:p>
        </p:txBody>
      </p:sp>
      <p:sp>
        <p:nvSpPr>
          <p:cNvPr id="79" name="Linguistic Tokens">
            <a:extLst xmlns:a="http://schemas.openxmlformats.org/drawingml/2006/main">
              <a:ext uri="{FF2B5EF4-FFF2-40B4-BE49-F238E27FC236}">
                <a16:creationId xmlns:a16="http://schemas.microsoft.com/office/drawing/2014/main" id="{0318CD3B-8095-40E3-A8B5-DE25872E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2631" y="1535452"/>
            <a:ext cx="1420038" cy="26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Linguistic Tokens</a:t>
            </a:r>
          </a:p>
        </p:txBody>
      </p:sp>
      <p:sp>
        <p:nvSpPr>
          <p:cNvPr id="80" name="Language Embedding">
            <a:extLst xmlns:a="http://schemas.openxmlformats.org/drawingml/2006/main">
              <a:ext uri="{FF2B5EF4-FFF2-40B4-BE49-F238E27FC236}">
                <a16:creationId xmlns:a16="http://schemas.microsoft.com/office/drawing/2014/main" id="{C9B7B713-CA6F-4952-80BE-384E85A3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1100" y="2878786"/>
            <a:ext cx="1727009" cy="256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Language Embedding</a:t>
            </a:r>
          </a:p>
        </p:txBody>
      </p:sp>
      <p:sp>
        <p:nvSpPr>
          <p:cNvPr id="81" name="Cross-Attention Fusion">
            <a:extLst xmlns:a="http://schemas.openxmlformats.org/drawingml/2006/main">
              <a:ext uri="{FF2B5EF4-FFF2-40B4-BE49-F238E27FC236}">
                <a16:creationId xmlns:a16="http://schemas.microsoft.com/office/drawing/2014/main" id="{77A5FBC0-0E8A-4BC0-8D04-4BF43FA4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699" y="2427377"/>
            <a:ext cx="1817379" cy="255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Cross-Attention Fusion</a:t>
            </a:r>
          </a:p>
        </p:txBody>
      </p:sp>
      <p:sp>
        <p:nvSpPr>
          <p:cNvPr id="82" name="RTGE label">
            <a:extLst xmlns:a="http://schemas.openxmlformats.org/drawingml/2006/main">
              <a:ext uri="{FF2B5EF4-FFF2-40B4-BE49-F238E27FC236}">
                <a16:creationId xmlns:a16="http://schemas.microsoft.com/office/drawing/2014/main" id="{D40924F9-5263-49B5-8482-AB25E196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91" y="2981831"/>
            <a:ext cx="3109522" cy="263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9" b="1" i="0">
                <a:solidFill>
                  <a:srgbClr val="0040C0"/>
                </a:solidFill>
                <a:latin typeface="Times New Roman"/>
                <a:ea typeface="Times New Roman"/>
                <a:cs typeface="Times New Roman"/>
              </a:rPr>
              <a:t>Ray-Time Geometry Encoding(RTGE)</a:t>
            </a:r>
          </a:p>
        </p:txBody>
      </p:sp>
      <p:sp>
        <p:nvSpPr>
          <p:cNvPr id="83" name="Vision Encoder">
            <a:extLst xmlns:a="http://schemas.openxmlformats.org/drawingml/2006/main">
              <a:ext uri="{FF2B5EF4-FFF2-40B4-BE49-F238E27FC236}">
                <a16:creationId xmlns:a16="http://schemas.microsoft.com/office/drawing/2014/main" id="{85AB4041-DA24-462F-8B80-67AC4635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6607" y="5233697"/>
            <a:ext cx="1209597" cy="25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 Encoder</a:t>
            </a:r>
          </a:p>
        </p:txBody>
      </p:sp>
      <p:sp>
        <p:nvSpPr>
          <p:cNvPr id="84" name="Word token label">
            <a:extLst xmlns:a="http://schemas.openxmlformats.org/drawingml/2006/main">
              <a:ext uri="{FF2B5EF4-FFF2-40B4-BE49-F238E27FC236}">
                <a16:creationId xmlns:a16="http://schemas.microsoft.com/office/drawing/2014/main" id="{082D22E2-C213-4387-851A-A8D57108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9092" y="3561714"/>
            <a:ext cx="347379" cy="19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</a:t>
            </a:r>
          </a:p>
        </p:txBody>
      </p:sp>
      <p:sp>
        <p:nvSpPr>
          <p:cNvPr id="85" name="Position token label">
            <a:extLst xmlns:a="http://schemas.openxmlformats.org/drawingml/2006/main">
              <a:ext uri="{FF2B5EF4-FFF2-40B4-BE49-F238E27FC236}">
                <a16:creationId xmlns:a16="http://schemas.microsoft.com/office/drawing/2014/main" id="{87A17870-9CC6-45DD-9ED4-A0B67D35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7817" y="3563297"/>
            <a:ext cx="459193" cy="1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</a:t>
            </a:r>
          </a:p>
        </p:txBody>
      </p:sp>
      <p:sp>
        <p:nvSpPr>
          <p:cNvPr id="86" name="Time token label">
            <a:extLst xmlns:a="http://schemas.openxmlformats.org/drawingml/2006/main">
              <a:ext uri="{FF2B5EF4-FFF2-40B4-BE49-F238E27FC236}">
                <a16:creationId xmlns:a16="http://schemas.microsoft.com/office/drawing/2014/main" id="{AE28CD75-3A47-4755-8F39-F3AF185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3346" y="3556412"/>
            <a:ext cx="378041" cy="24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87" name="TrackID token label">
            <a:extLst xmlns:a="http://schemas.openxmlformats.org/drawingml/2006/main">
              <a:ext uri="{FF2B5EF4-FFF2-40B4-BE49-F238E27FC236}">
                <a16:creationId xmlns:a16="http://schemas.microsoft.com/office/drawing/2014/main" id="{1EA5493E-258C-41CC-98A0-C48856E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161" y="3560105"/>
            <a:ext cx="551001" cy="211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TrackID</a:t>
            </a:r>
          </a:p>
        </p:txBody>
      </p:sp>
      <p:sp>
        <p:nvSpPr>
          <p:cNvPr id="88" name="text-91 ★">
            <a:extLst xmlns:a="http://schemas.openxmlformats.org/drawingml/2006/main">
              <a:ext uri="{FF2B5EF4-FFF2-40B4-BE49-F238E27FC236}">
                <a16:creationId xmlns:a16="http://schemas.microsoft.com/office/drawing/2014/main" id="{EEB76142-1A0C-474A-91EF-58BE1CA7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5003" y="1474084"/>
            <a:ext cx="243499" cy="36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306030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89" name="text-92 ★">
            <a:extLst xmlns:a="http://schemas.openxmlformats.org/drawingml/2006/main">
              <a:ext uri="{FF2B5EF4-FFF2-40B4-BE49-F238E27FC236}">
                <a16:creationId xmlns:a16="http://schemas.microsoft.com/office/drawing/2014/main" id="{BEDBB9F5-7799-4CE0-BB63-544A745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5003" y="1474084"/>
            <a:ext cx="243499" cy="36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2" b="0" i="0">
                <a:solidFill>
                  <a:srgbClr val="30603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306030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90" name="OSK-RA Decoder">
            <a:extLst xmlns:a="http://schemas.openxmlformats.org/drawingml/2006/main">
              <a:ext uri="{FF2B5EF4-FFF2-40B4-BE49-F238E27FC236}">
                <a16:creationId xmlns:a16="http://schemas.microsoft.com/office/drawing/2014/main" id="{9AB4CBA7-14F8-4042-853F-94D2B2B2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5044" y="1542018"/>
            <a:ext cx="1395549" cy="25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9" b="1" i="0">
                <a:solidFill>
                  <a:srgbClr val="30603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9" b="1" i="0">
                <a:solidFill>
                  <a:srgbClr val="3060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1" i="0">
                <a:solidFill>
                  <a:srgbClr val="306030"/>
                </a:solidFill>
                <a:latin typeface="Times New Roman"/>
                <a:ea typeface="Times New Roman"/>
                <a:cs typeface="Times New Roman"/>
              </a:rPr>
              <a:t>OSK-RA Decoder</a:t>
            </a:r>
          </a:p>
        </p:txBody>
      </p:sp>
      <p:sp>
        <p:nvSpPr>
          <p:cNvPr id="91" name="Multi-turn Language Instruction">
            <a:extLst xmlns:a="http://schemas.openxmlformats.org/drawingml/2006/main">
              <a:ext uri="{FF2B5EF4-FFF2-40B4-BE49-F238E27FC236}">
                <a16:creationId xmlns:a16="http://schemas.microsoft.com/office/drawing/2014/main" id="{DFD7D156-6960-462A-85BC-FCF692D5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3969" y="5355564"/>
            <a:ext cx="2270887" cy="225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Multi-turn Language Instruction</a:t>
            </a:r>
          </a:p>
        </p:txBody>
      </p:sp>
      <p:sp>
        <p:nvSpPr>
          <p:cNvPr id="92" name="path-95">
            <a:extLst xmlns:a="http://schemas.openxmlformats.org/drawingml/2006/main">
              <a:ext uri="{FF2B5EF4-FFF2-40B4-BE49-F238E27FC236}">
                <a16:creationId xmlns:a16="http://schemas.microsoft.com/office/drawing/2014/main" id="{D2363D81-F053-486F-A23B-DDD6DAE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712" y="5746581"/>
            <a:ext cx="3324128" cy="597982"/>
          </a:xfrm>
          <a:custGeom xmlns:a="http://schemas.openxmlformats.org/drawingml/2006/main">
            <a:pathLst>
              <a:path w="3324128" h="597982">
                <a:moveTo>
                  <a:pt x="0" y="43942"/>
                </a:moveTo>
                <a:cubicBezTo>
                  <a:pt x="0" y="1770"/>
                  <a:pt x="12842" y="0"/>
                  <a:pt x="318456" y="0"/>
                </a:cubicBezTo>
                <a:lnTo>
                  <a:pt x="2973138" y="471"/>
                </a:lnTo>
                <a:cubicBezTo>
                  <a:pt x="3278759" y="471"/>
                  <a:pt x="3323270" y="0"/>
                  <a:pt x="3323270" y="42171"/>
                </a:cubicBezTo>
                <a:lnTo>
                  <a:pt x="3324128" y="555216"/>
                </a:lnTo>
                <a:cubicBezTo>
                  <a:pt x="3324128" y="597393"/>
                  <a:pt x="3319847" y="597982"/>
                  <a:pt x="3014233" y="597982"/>
                </a:cubicBezTo>
                <a:lnTo>
                  <a:pt x="318456" y="595739"/>
                </a:lnTo>
                <a:cubicBezTo>
                  <a:pt x="12842" y="595739"/>
                  <a:pt x="858" y="594084"/>
                  <a:pt x="858" y="551908"/>
                </a:cubicBezTo>
                <a:lnTo>
                  <a:pt x="0" y="439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6">
            <a:extLst xmlns:a="http://schemas.openxmlformats.org/drawingml/2006/main">
              <a:ext uri="{FF2B5EF4-FFF2-40B4-BE49-F238E27FC236}">
                <a16:creationId xmlns:a16="http://schemas.microsoft.com/office/drawing/2014/main" id="{BA179315-BE71-4C34-A35B-29470894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756" y="5736624"/>
            <a:ext cx="3344042" cy="617894"/>
          </a:xfrm>
          <a:custGeom xmlns:a="http://schemas.openxmlformats.org/drawingml/2006/main">
            <a:pathLst>
              <a:path w="3344042" h="617894">
                <a:moveTo>
                  <a:pt x="50" y="49768"/>
                </a:moveTo>
                <a:lnTo>
                  <a:pt x="246" y="45706"/>
                </a:lnTo>
                <a:lnTo>
                  <a:pt x="651" y="41773"/>
                </a:lnTo>
                <a:lnTo>
                  <a:pt x="986" y="39665"/>
                </a:lnTo>
                <a:lnTo>
                  <a:pt x="1403" y="37643"/>
                </a:lnTo>
                <a:lnTo>
                  <a:pt x="1930" y="35621"/>
                </a:lnTo>
                <a:lnTo>
                  <a:pt x="2580" y="33600"/>
                </a:lnTo>
                <a:lnTo>
                  <a:pt x="3370" y="31590"/>
                </a:lnTo>
                <a:lnTo>
                  <a:pt x="4307" y="29611"/>
                </a:lnTo>
                <a:lnTo>
                  <a:pt x="5399" y="27669"/>
                </a:lnTo>
                <a:lnTo>
                  <a:pt x="6654" y="25788"/>
                </a:lnTo>
                <a:lnTo>
                  <a:pt x="8063" y="23986"/>
                </a:lnTo>
                <a:lnTo>
                  <a:pt x="9626" y="22271"/>
                </a:lnTo>
                <a:lnTo>
                  <a:pt x="11330" y="20653"/>
                </a:lnTo>
                <a:lnTo>
                  <a:pt x="13167" y="19140"/>
                </a:lnTo>
                <a:lnTo>
                  <a:pt x="15134" y="17731"/>
                </a:lnTo>
                <a:lnTo>
                  <a:pt x="17223" y="16426"/>
                </a:lnTo>
                <a:lnTo>
                  <a:pt x="19435" y="15219"/>
                </a:lnTo>
                <a:lnTo>
                  <a:pt x="21770" y="14092"/>
                </a:lnTo>
                <a:lnTo>
                  <a:pt x="24226" y="13050"/>
                </a:lnTo>
                <a:lnTo>
                  <a:pt x="26818" y="12076"/>
                </a:lnTo>
                <a:lnTo>
                  <a:pt x="29545" y="11169"/>
                </a:lnTo>
                <a:lnTo>
                  <a:pt x="32418" y="10324"/>
                </a:lnTo>
                <a:lnTo>
                  <a:pt x="35444" y="9533"/>
                </a:lnTo>
                <a:lnTo>
                  <a:pt x="38637" y="8786"/>
                </a:lnTo>
                <a:lnTo>
                  <a:pt x="42000" y="8094"/>
                </a:lnTo>
                <a:lnTo>
                  <a:pt x="45590" y="7432"/>
                </a:lnTo>
                <a:lnTo>
                  <a:pt x="53213" y="6249"/>
                </a:lnTo>
                <a:lnTo>
                  <a:pt x="61710" y="5208"/>
                </a:lnTo>
                <a:lnTo>
                  <a:pt x="71103" y="4289"/>
                </a:lnTo>
                <a:lnTo>
                  <a:pt x="81445" y="3492"/>
                </a:lnTo>
                <a:lnTo>
                  <a:pt x="92811" y="2800"/>
                </a:lnTo>
                <a:lnTo>
                  <a:pt x="105241" y="2206"/>
                </a:lnTo>
                <a:lnTo>
                  <a:pt x="118807" y="1703"/>
                </a:lnTo>
                <a:lnTo>
                  <a:pt x="133548" y="1280"/>
                </a:lnTo>
                <a:lnTo>
                  <a:pt x="149540" y="938"/>
                </a:lnTo>
                <a:lnTo>
                  <a:pt x="166817" y="662"/>
                </a:lnTo>
                <a:lnTo>
                  <a:pt x="185449" y="441"/>
                </a:lnTo>
                <a:lnTo>
                  <a:pt x="226940" y="159"/>
                </a:lnTo>
                <a:lnTo>
                  <a:pt x="274460" y="31"/>
                </a:lnTo>
                <a:lnTo>
                  <a:pt x="328413" y="0"/>
                </a:lnTo>
                <a:lnTo>
                  <a:pt x="2983102" y="471"/>
                </a:lnTo>
                <a:lnTo>
                  <a:pt x="3085912" y="533"/>
                </a:lnTo>
                <a:lnTo>
                  <a:pt x="3128951" y="705"/>
                </a:lnTo>
                <a:lnTo>
                  <a:pt x="3148533" y="858"/>
                </a:lnTo>
                <a:lnTo>
                  <a:pt x="3166865" y="1060"/>
                </a:lnTo>
                <a:lnTo>
                  <a:pt x="3183996" y="1323"/>
                </a:lnTo>
                <a:lnTo>
                  <a:pt x="3199967" y="1654"/>
                </a:lnTo>
                <a:lnTo>
                  <a:pt x="3214820" y="2059"/>
                </a:lnTo>
                <a:lnTo>
                  <a:pt x="3228594" y="2555"/>
                </a:lnTo>
                <a:lnTo>
                  <a:pt x="3241330" y="3143"/>
                </a:lnTo>
                <a:lnTo>
                  <a:pt x="3253087" y="3835"/>
                </a:lnTo>
                <a:lnTo>
                  <a:pt x="3263896" y="4638"/>
                </a:lnTo>
                <a:lnTo>
                  <a:pt x="3273809" y="5563"/>
                </a:lnTo>
                <a:lnTo>
                  <a:pt x="3282876" y="6623"/>
                </a:lnTo>
                <a:lnTo>
                  <a:pt x="3291092" y="7824"/>
                </a:lnTo>
                <a:lnTo>
                  <a:pt x="3294983" y="8492"/>
                </a:lnTo>
                <a:lnTo>
                  <a:pt x="3298654" y="9197"/>
                </a:lnTo>
                <a:lnTo>
                  <a:pt x="3302152" y="9950"/>
                </a:lnTo>
                <a:lnTo>
                  <a:pt x="3305484" y="10753"/>
                </a:lnTo>
                <a:lnTo>
                  <a:pt x="3308659" y="11610"/>
                </a:lnTo>
                <a:lnTo>
                  <a:pt x="3311686" y="12523"/>
                </a:lnTo>
                <a:lnTo>
                  <a:pt x="3314565" y="13491"/>
                </a:lnTo>
                <a:lnTo>
                  <a:pt x="3317304" y="14533"/>
                </a:lnTo>
                <a:lnTo>
                  <a:pt x="3319914" y="15648"/>
                </a:lnTo>
                <a:lnTo>
                  <a:pt x="3322388" y="16843"/>
                </a:lnTo>
                <a:lnTo>
                  <a:pt x="3324748" y="18129"/>
                </a:lnTo>
                <a:lnTo>
                  <a:pt x="3326978" y="19502"/>
                </a:lnTo>
                <a:lnTo>
                  <a:pt x="3329078" y="20978"/>
                </a:lnTo>
                <a:lnTo>
                  <a:pt x="3331059" y="22565"/>
                </a:lnTo>
                <a:lnTo>
                  <a:pt x="3332897" y="24256"/>
                </a:lnTo>
                <a:lnTo>
                  <a:pt x="3334594" y="26051"/>
                </a:lnTo>
                <a:lnTo>
                  <a:pt x="3336138" y="27944"/>
                </a:lnTo>
                <a:lnTo>
                  <a:pt x="3337522" y="29936"/>
                </a:lnTo>
                <a:lnTo>
                  <a:pt x="3338743" y="32000"/>
                </a:lnTo>
                <a:lnTo>
                  <a:pt x="3339796" y="34126"/>
                </a:lnTo>
                <a:lnTo>
                  <a:pt x="3340689" y="36308"/>
                </a:lnTo>
                <a:lnTo>
                  <a:pt x="3341424" y="38520"/>
                </a:lnTo>
                <a:lnTo>
                  <a:pt x="3342012" y="40750"/>
                </a:lnTo>
                <a:lnTo>
                  <a:pt x="3342466" y="43004"/>
                </a:lnTo>
                <a:lnTo>
                  <a:pt x="3342798" y="45265"/>
                </a:lnTo>
                <a:lnTo>
                  <a:pt x="3343019" y="47538"/>
                </a:lnTo>
                <a:lnTo>
                  <a:pt x="3343147" y="49823"/>
                </a:lnTo>
                <a:lnTo>
                  <a:pt x="3343184" y="52035"/>
                </a:lnTo>
                <a:lnTo>
                  <a:pt x="3344042" y="565191"/>
                </a:lnTo>
                <a:lnTo>
                  <a:pt x="3344017" y="569173"/>
                </a:lnTo>
                <a:lnTo>
                  <a:pt x="3343908" y="573088"/>
                </a:lnTo>
                <a:lnTo>
                  <a:pt x="3343638" y="576985"/>
                </a:lnTo>
                <a:lnTo>
                  <a:pt x="3343128" y="580765"/>
                </a:lnTo>
                <a:lnTo>
                  <a:pt x="3342719" y="582817"/>
                </a:lnTo>
                <a:lnTo>
                  <a:pt x="3342215" y="584790"/>
                </a:lnTo>
                <a:lnTo>
                  <a:pt x="3341591" y="586763"/>
                </a:lnTo>
                <a:lnTo>
                  <a:pt x="3340824" y="588723"/>
                </a:lnTo>
                <a:lnTo>
                  <a:pt x="3339905" y="590666"/>
                </a:lnTo>
                <a:lnTo>
                  <a:pt x="3338826" y="592566"/>
                </a:lnTo>
                <a:lnTo>
                  <a:pt x="3337585" y="594403"/>
                </a:lnTo>
                <a:lnTo>
                  <a:pt x="3336173" y="596168"/>
                </a:lnTo>
                <a:lnTo>
                  <a:pt x="3334617" y="597829"/>
                </a:lnTo>
                <a:lnTo>
                  <a:pt x="3332915" y="599391"/>
                </a:lnTo>
                <a:lnTo>
                  <a:pt x="3331083" y="600837"/>
                </a:lnTo>
                <a:lnTo>
                  <a:pt x="3329122" y="602178"/>
                </a:lnTo>
                <a:lnTo>
                  <a:pt x="3327046" y="603410"/>
                </a:lnTo>
                <a:lnTo>
                  <a:pt x="3324853" y="604549"/>
                </a:lnTo>
                <a:lnTo>
                  <a:pt x="3322537" y="605597"/>
                </a:lnTo>
                <a:lnTo>
                  <a:pt x="3320090" y="606572"/>
                </a:lnTo>
                <a:lnTo>
                  <a:pt x="3317523" y="607466"/>
                </a:lnTo>
                <a:lnTo>
                  <a:pt x="3314816" y="608299"/>
                </a:lnTo>
                <a:lnTo>
                  <a:pt x="3311954" y="609071"/>
                </a:lnTo>
                <a:lnTo>
                  <a:pt x="3308940" y="609794"/>
                </a:lnTo>
                <a:lnTo>
                  <a:pt x="3305754" y="610468"/>
                </a:lnTo>
                <a:lnTo>
                  <a:pt x="3302347" y="611105"/>
                </a:lnTo>
                <a:lnTo>
                  <a:pt x="3295113" y="612232"/>
                </a:lnTo>
                <a:lnTo>
                  <a:pt x="3286999" y="613225"/>
                </a:lnTo>
                <a:lnTo>
                  <a:pt x="3278000" y="614089"/>
                </a:lnTo>
                <a:lnTo>
                  <a:pt x="3268038" y="614830"/>
                </a:lnTo>
                <a:lnTo>
                  <a:pt x="3257057" y="615468"/>
                </a:lnTo>
                <a:lnTo>
                  <a:pt x="3244995" y="616013"/>
                </a:lnTo>
                <a:lnTo>
                  <a:pt x="3231784" y="616466"/>
                </a:lnTo>
                <a:lnTo>
                  <a:pt x="3217376" y="616840"/>
                </a:lnTo>
                <a:lnTo>
                  <a:pt x="3201709" y="617140"/>
                </a:lnTo>
                <a:lnTo>
                  <a:pt x="3184717" y="617379"/>
                </a:lnTo>
                <a:lnTo>
                  <a:pt x="3166351" y="617563"/>
                </a:lnTo>
                <a:lnTo>
                  <a:pt x="3125288" y="617783"/>
                </a:lnTo>
                <a:lnTo>
                  <a:pt x="3078042" y="617876"/>
                </a:lnTo>
                <a:lnTo>
                  <a:pt x="3024183" y="617894"/>
                </a:lnTo>
                <a:lnTo>
                  <a:pt x="328407" y="615651"/>
                </a:lnTo>
                <a:lnTo>
                  <a:pt x="328413" y="615651"/>
                </a:lnTo>
                <a:lnTo>
                  <a:pt x="274465" y="615621"/>
                </a:lnTo>
                <a:lnTo>
                  <a:pt x="226977" y="615498"/>
                </a:lnTo>
                <a:lnTo>
                  <a:pt x="185528" y="615217"/>
                </a:lnTo>
                <a:lnTo>
                  <a:pt x="166920" y="615002"/>
                </a:lnTo>
                <a:lnTo>
                  <a:pt x="149675" y="614733"/>
                </a:lnTo>
                <a:lnTo>
                  <a:pt x="133720" y="614389"/>
                </a:lnTo>
                <a:lnTo>
                  <a:pt x="119003" y="613973"/>
                </a:lnTo>
                <a:lnTo>
                  <a:pt x="105481" y="613477"/>
                </a:lnTo>
                <a:lnTo>
                  <a:pt x="93080" y="612888"/>
                </a:lnTo>
                <a:lnTo>
                  <a:pt x="81758" y="612202"/>
                </a:lnTo>
                <a:lnTo>
                  <a:pt x="71453" y="611405"/>
                </a:lnTo>
                <a:lnTo>
                  <a:pt x="62096" y="610499"/>
                </a:lnTo>
                <a:lnTo>
                  <a:pt x="53635" y="609457"/>
                </a:lnTo>
                <a:lnTo>
                  <a:pt x="46056" y="608280"/>
                </a:lnTo>
                <a:lnTo>
                  <a:pt x="42485" y="607625"/>
                </a:lnTo>
                <a:lnTo>
                  <a:pt x="39139" y="606927"/>
                </a:lnTo>
                <a:lnTo>
                  <a:pt x="35965" y="606191"/>
                </a:lnTo>
                <a:lnTo>
                  <a:pt x="32951" y="605401"/>
                </a:lnTo>
                <a:lnTo>
                  <a:pt x="30096" y="604556"/>
                </a:lnTo>
                <a:lnTo>
                  <a:pt x="27388" y="603649"/>
                </a:lnTo>
                <a:lnTo>
                  <a:pt x="24815" y="602681"/>
                </a:lnTo>
                <a:lnTo>
                  <a:pt x="22370" y="601633"/>
                </a:lnTo>
                <a:lnTo>
                  <a:pt x="20048" y="600506"/>
                </a:lnTo>
                <a:lnTo>
                  <a:pt x="17855" y="599293"/>
                </a:lnTo>
                <a:lnTo>
                  <a:pt x="15778" y="597988"/>
                </a:lnTo>
                <a:lnTo>
                  <a:pt x="13822" y="596572"/>
                </a:lnTo>
                <a:lnTo>
                  <a:pt x="11997" y="595059"/>
                </a:lnTo>
                <a:lnTo>
                  <a:pt x="10306" y="593441"/>
                </a:lnTo>
                <a:lnTo>
                  <a:pt x="8762" y="591720"/>
                </a:lnTo>
                <a:lnTo>
                  <a:pt x="7365" y="589913"/>
                </a:lnTo>
                <a:lnTo>
                  <a:pt x="6128" y="588032"/>
                </a:lnTo>
                <a:lnTo>
                  <a:pt x="5056" y="586089"/>
                </a:lnTo>
                <a:lnTo>
                  <a:pt x="4137" y="584110"/>
                </a:lnTo>
                <a:lnTo>
                  <a:pt x="3365" y="582101"/>
                </a:lnTo>
                <a:lnTo>
                  <a:pt x="2728" y="580085"/>
                </a:lnTo>
                <a:lnTo>
                  <a:pt x="2213" y="578069"/>
                </a:lnTo>
                <a:lnTo>
                  <a:pt x="1808" y="576047"/>
                </a:lnTo>
                <a:lnTo>
                  <a:pt x="1484" y="573952"/>
                </a:lnTo>
                <a:lnTo>
                  <a:pt x="1092" y="570031"/>
                </a:lnTo>
                <a:lnTo>
                  <a:pt x="902" y="565987"/>
                </a:lnTo>
                <a:lnTo>
                  <a:pt x="858" y="561931"/>
                </a:lnTo>
                <a:lnTo>
                  <a:pt x="0" y="53849"/>
                </a:lnTo>
                <a:lnTo>
                  <a:pt x="50" y="49768"/>
                </a:lnTo>
                <a:moveTo>
                  <a:pt x="19913" y="54021"/>
                </a:moveTo>
                <a:lnTo>
                  <a:pt x="19913" y="53886"/>
                </a:lnTo>
                <a:lnTo>
                  <a:pt x="20771" y="561851"/>
                </a:lnTo>
                <a:lnTo>
                  <a:pt x="20771" y="561753"/>
                </a:lnTo>
                <a:lnTo>
                  <a:pt x="20814" y="565588"/>
                </a:lnTo>
                <a:lnTo>
                  <a:pt x="20801" y="565246"/>
                </a:lnTo>
                <a:lnTo>
                  <a:pt x="20966" y="568855"/>
                </a:lnTo>
                <a:lnTo>
                  <a:pt x="20929" y="568315"/>
                </a:lnTo>
                <a:lnTo>
                  <a:pt x="21267" y="571697"/>
                </a:lnTo>
                <a:lnTo>
                  <a:pt x="21200" y="571158"/>
                </a:lnTo>
                <a:lnTo>
                  <a:pt x="21451" y="572770"/>
                </a:lnTo>
                <a:lnTo>
                  <a:pt x="21371" y="572335"/>
                </a:lnTo>
                <a:lnTo>
                  <a:pt x="21684" y="573897"/>
                </a:lnTo>
                <a:lnTo>
                  <a:pt x="21573" y="573406"/>
                </a:lnTo>
                <a:lnTo>
                  <a:pt x="21952" y="574908"/>
                </a:lnTo>
                <a:lnTo>
                  <a:pt x="21801" y="574369"/>
                </a:lnTo>
                <a:lnTo>
                  <a:pt x="22259" y="575821"/>
                </a:lnTo>
                <a:lnTo>
                  <a:pt x="22057" y="575239"/>
                </a:lnTo>
                <a:lnTo>
                  <a:pt x="22596" y="576642"/>
                </a:lnTo>
                <a:lnTo>
                  <a:pt x="22334" y="576022"/>
                </a:lnTo>
                <a:lnTo>
                  <a:pt x="22964" y="577377"/>
                </a:lnTo>
                <a:lnTo>
                  <a:pt x="22639" y="576746"/>
                </a:lnTo>
                <a:lnTo>
                  <a:pt x="23361" y="578051"/>
                </a:lnTo>
                <a:lnTo>
                  <a:pt x="22982" y="577414"/>
                </a:lnTo>
                <a:lnTo>
                  <a:pt x="23803" y="578669"/>
                </a:lnTo>
                <a:lnTo>
                  <a:pt x="23368" y="578057"/>
                </a:lnTo>
                <a:lnTo>
                  <a:pt x="24300" y="579264"/>
                </a:lnTo>
                <a:lnTo>
                  <a:pt x="23816" y="578682"/>
                </a:lnTo>
                <a:lnTo>
                  <a:pt x="24864" y="579846"/>
                </a:lnTo>
                <a:lnTo>
                  <a:pt x="24349" y="579319"/>
                </a:lnTo>
                <a:lnTo>
                  <a:pt x="25519" y="580434"/>
                </a:lnTo>
                <a:lnTo>
                  <a:pt x="24986" y="579962"/>
                </a:lnTo>
                <a:lnTo>
                  <a:pt x="26279" y="581041"/>
                </a:lnTo>
                <a:lnTo>
                  <a:pt x="25752" y="580624"/>
                </a:lnTo>
                <a:lnTo>
                  <a:pt x="27180" y="581659"/>
                </a:lnTo>
                <a:lnTo>
                  <a:pt x="26659" y="581310"/>
                </a:lnTo>
                <a:lnTo>
                  <a:pt x="28227" y="582296"/>
                </a:lnTo>
                <a:lnTo>
                  <a:pt x="27731" y="582003"/>
                </a:lnTo>
                <a:lnTo>
                  <a:pt x="29447" y="582953"/>
                </a:lnTo>
                <a:lnTo>
                  <a:pt x="28981" y="582707"/>
                </a:lnTo>
                <a:lnTo>
                  <a:pt x="30849" y="583614"/>
                </a:lnTo>
                <a:lnTo>
                  <a:pt x="30414" y="583418"/>
                </a:lnTo>
                <a:lnTo>
                  <a:pt x="32442" y="584282"/>
                </a:lnTo>
                <a:lnTo>
                  <a:pt x="32045" y="584122"/>
                </a:lnTo>
                <a:lnTo>
                  <a:pt x="34237" y="584950"/>
                </a:lnTo>
                <a:lnTo>
                  <a:pt x="33876" y="584821"/>
                </a:lnTo>
                <a:lnTo>
                  <a:pt x="36241" y="585611"/>
                </a:lnTo>
                <a:lnTo>
                  <a:pt x="35911" y="585507"/>
                </a:lnTo>
                <a:lnTo>
                  <a:pt x="38452" y="586261"/>
                </a:lnTo>
                <a:lnTo>
                  <a:pt x="38158" y="586181"/>
                </a:lnTo>
                <a:lnTo>
                  <a:pt x="40886" y="586898"/>
                </a:lnTo>
                <a:lnTo>
                  <a:pt x="40621" y="586830"/>
                </a:lnTo>
                <a:lnTo>
                  <a:pt x="43538" y="587511"/>
                </a:lnTo>
                <a:lnTo>
                  <a:pt x="43300" y="587456"/>
                </a:lnTo>
                <a:lnTo>
                  <a:pt x="46418" y="588105"/>
                </a:lnTo>
                <a:lnTo>
                  <a:pt x="46203" y="588062"/>
                </a:lnTo>
                <a:lnTo>
                  <a:pt x="49531" y="588675"/>
                </a:lnTo>
                <a:lnTo>
                  <a:pt x="49248" y="588626"/>
                </a:lnTo>
                <a:lnTo>
                  <a:pt x="56534" y="589754"/>
                </a:lnTo>
                <a:lnTo>
                  <a:pt x="56220" y="589710"/>
                </a:lnTo>
                <a:lnTo>
                  <a:pt x="64401" y="590721"/>
                </a:lnTo>
                <a:lnTo>
                  <a:pt x="64155" y="590691"/>
                </a:lnTo>
                <a:lnTo>
                  <a:pt x="73284" y="591579"/>
                </a:lnTo>
                <a:lnTo>
                  <a:pt x="73082" y="591560"/>
                </a:lnTo>
                <a:lnTo>
                  <a:pt x="83209" y="592345"/>
                </a:lnTo>
                <a:lnTo>
                  <a:pt x="83044" y="592333"/>
                </a:lnTo>
                <a:lnTo>
                  <a:pt x="94220" y="593007"/>
                </a:lnTo>
                <a:lnTo>
                  <a:pt x="94091" y="593001"/>
                </a:lnTo>
                <a:lnTo>
                  <a:pt x="106369" y="593582"/>
                </a:lnTo>
                <a:lnTo>
                  <a:pt x="106264" y="593577"/>
                </a:lnTo>
                <a:lnTo>
                  <a:pt x="119695" y="594072"/>
                </a:lnTo>
                <a:lnTo>
                  <a:pt x="119609" y="594072"/>
                </a:lnTo>
                <a:lnTo>
                  <a:pt x="134245" y="594483"/>
                </a:lnTo>
                <a:lnTo>
                  <a:pt x="134179" y="594483"/>
                </a:lnTo>
                <a:lnTo>
                  <a:pt x="150072" y="594821"/>
                </a:lnTo>
                <a:lnTo>
                  <a:pt x="150016" y="594821"/>
                </a:lnTo>
                <a:lnTo>
                  <a:pt x="167215" y="595096"/>
                </a:lnTo>
                <a:lnTo>
                  <a:pt x="167171" y="595096"/>
                </a:lnTo>
                <a:lnTo>
                  <a:pt x="185731" y="595310"/>
                </a:lnTo>
                <a:lnTo>
                  <a:pt x="185682" y="595304"/>
                </a:lnTo>
                <a:lnTo>
                  <a:pt x="227086" y="595586"/>
                </a:lnTo>
                <a:lnTo>
                  <a:pt x="227050" y="595586"/>
                </a:lnTo>
                <a:lnTo>
                  <a:pt x="274509" y="595708"/>
                </a:lnTo>
                <a:lnTo>
                  <a:pt x="274490" y="595708"/>
                </a:lnTo>
                <a:lnTo>
                  <a:pt x="328424" y="595739"/>
                </a:lnTo>
                <a:lnTo>
                  <a:pt x="3024194" y="597982"/>
                </a:lnTo>
                <a:lnTo>
                  <a:pt x="3024183" y="597982"/>
                </a:lnTo>
                <a:lnTo>
                  <a:pt x="3078026" y="597963"/>
                </a:lnTo>
                <a:lnTo>
                  <a:pt x="3078012" y="597963"/>
                </a:lnTo>
                <a:lnTo>
                  <a:pt x="3125226" y="597871"/>
                </a:lnTo>
                <a:lnTo>
                  <a:pt x="3125195" y="597871"/>
                </a:lnTo>
                <a:lnTo>
                  <a:pt x="3166221" y="597651"/>
                </a:lnTo>
                <a:lnTo>
                  <a:pt x="3166172" y="597651"/>
                </a:lnTo>
                <a:lnTo>
                  <a:pt x="3184499" y="597466"/>
                </a:lnTo>
                <a:lnTo>
                  <a:pt x="3184461" y="597466"/>
                </a:lnTo>
                <a:lnTo>
                  <a:pt x="3201402" y="597234"/>
                </a:lnTo>
                <a:lnTo>
                  <a:pt x="3201346" y="597234"/>
                </a:lnTo>
                <a:lnTo>
                  <a:pt x="3216957" y="596934"/>
                </a:lnTo>
                <a:lnTo>
                  <a:pt x="3216890" y="596934"/>
                </a:lnTo>
                <a:lnTo>
                  <a:pt x="3231228" y="596560"/>
                </a:lnTo>
                <a:lnTo>
                  <a:pt x="3231142" y="596566"/>
                </a:lnTo>
                <a:lnTo>
                  <a:pt x="3244260" y="596113"/>
                </a:lnTo>
                <a:lnTo>
                  <a:pt x="3244155" y="596119"/>
                </a:lnTo>
                <a:lnTo>
                  <a:pt x="3256097" y="595579"/>
                </a:lnTo>
                <a:lnTo>
                  <a:pt x="3255969" y="595586"/>
                </a:lnTo>
                <a:lnTo>
                  <a:pt x="3266801" y="594955"/>
                </a:lnTo>
                <a:lnTo>
                  <a:pt x="3266633" y="594967"/>
                </a:lnTo>
                <a:lnTo>
                  <a:pt x="3276407" y="594238"/>
                </a:lnTo>
                <a:lnTo>
                  <a:pt x="3276205" y="594257"/>
                </a:lnTo>
                <a:lnTo>
                  <a:pt x="3284972" y="593417"/>
                </a:lnTo>
                <a:lnTo>
                  <a:pt x="3284716" y="593441"/>
                </a:lnTo>
                <a:lnTo>
                  <a:pt x="3292534" y="592485"/>
                </a:lnTo>
                <a:lnTo>
                  <a:pt x="3292208" y="592535"/>
                </a:lnTo>
                <a:lnTo>
                  <a:pt x="3299138" y="591456"/>
                </a:lnTo>
                <a:lnTo>
                  <a:pt x="3298836" y="591506"/>
                </a:lnTo>
                <a:lnTo>
                  <a:pt x="3301980" y="590917"/>
                </a:lnTo>
                <a:lnTo>
                  <a:pt x="3301754" y="590960"/>
                </a:lnTo>
                <a:lnTo>
                  <a:pt x="3304689" y="590341"/>
                </a:lnTo>
                <a:lnTo>
                  <a:pt x="3304438" y="590397"/>
                </a:lnTo>
                <a:lnTo>
                  <a:pt x="3307177" y="589741"/>
                </a:lnTo>
                <a:lnTo>
                  <a:pt x="3306889" y="589815"/>
                </a:lnTo>
                <a:lnTo>
                  <a:pt x="3309442" y="589122"/>
                </a:lnTo>
                <a:lnTo>
                  <a:pt x="3309124" y="589214"/>
                </a:lnTo>
                <a:lnTo>
                  <a:pt x="3311496" y="588485"/>
                </a:lnTo>
                <a:lnTo>
                  <a:pt x="3311140" y="588608"/>
                </a:lnTo>
                <a:lnTo>
                  <a:pt x="3313333" y="587836"/>
                </a:lnTo>
                <a:lnTo>
                  <a:pt x="3312935" y="587982"/>
                </a:lnTo>
                <a:lnTo>
                  <a:pt x="3314963" y="587180"/>
                </a:lnTo>
                <a:lnTo>
                  <a:pt x="3314528" y="587364"/>
                </a:lnTo>
                <a:lnTo>
                  <a:pt x="3316391" y="586518"/>
                </a:lnTo>
                <a:lnTo>
                  <a:pt x="3315919" y="586751"/>
                </a:lnTo>
                <a:lnTo>
                  <a:pt x="3317628" y="585862"/>
                </a:lnTo>
                <a:lnTo>
                  <a:pt x="3317118" y="586144"/>
                </a:lnTo>
                <a:lnTo>
                  <a:pt x="3318681" y="585220"/>
                </a:lnTo>
                <a:lnTo>
                  <a:pt x="3318149" y="585562"/>
                </a:lnTo>
                <a:lnTo>
                  <a:pt x="3319565" y="584595"/>
                </a:lnTo>
                <a:lnTo>
                  <a:pt x="3319014" y="584999"/>
                </a:lnTo>
                <a:lnTo>
                  <a:pt x="3320288" y="583988"/>
                </a:lnTo>
                <a:lnTo>
                  <a:pt x="3319737" y="584460"/>
                </a:lnTo>
                <a:lnTo>
                  <a:pt x="3320888" y="583406"/>
                </a:lnTo>
                <a:lnTo>
                  <a:pt x="3320342" y="583945"/>
                </a:lnTo>
                <a:lnTo>
                  <a:pt x="3321372" y="582842"/>
                </a:lnTo>
                <a:lnTo>
                  <a:pt x="3320858" y="583436"/>
                </a:lnTo>
                <a:lnTo>
                  <a:pt x="3321769" y="582291"/>
                </a:lnTo>
                <a:lnTo>
                  <a:pt x="3321304" y="582928"/>
                </a:lnTo>
                <a:lnTo>
                  <a:pt x="3322114" y="581733"/>
                </a:lnTo>
                <a:lnTo>
                  <a:pt x="3321702" y="582389"/>
                </a:lnTo>
                <a:lnTo>
                  <a:pt x="3322407" y="581151"/>
                </a:lnTo>
                <a:lnTo>
                  <a:pt x="3322065" y="581813"/>
                </a:lnTo>
                <a:lnTo>
                  <a:pt x="3322676" y="580520"/>
                </a:lnTo>
                <a:lnTo>
                  <a:pt x="3322402" y="581163"/>
                </a:lnTo>
                <a:lnTo>
                  <a:pt x="3322923" y="579828"/>
                </a:lnTo>
                <a:lnTo>
                  <a:pt x="3322706" y="580429"/>
                </a:lnTo>
                <a:lnTo>
                  <a:pt x="3323148" y="579043"/>
                </a:lnTo>
                <a:lnTo>
                  <a:pt x="3322990" y="579594"/>
                </a:lnTo>
                <a:lnTo>
                  <a:pt x="3323358" y="578155"/>
                </a:lnTo>
                <a:lnTo>
                  <a:pt x="3323241" y="578657"/>
                </a:lnTo>
                <a:lnTo>
                  <a:pt x="3323541" y="577162"/>
                </a:lnTo>
                <a:lnTo>
                  <a:pt x="3323437" y="577794"/>
                </a:lnTo>
                <a:lnTo>
                  <a:pt x="3323860" y="574644"/>
                </a:lnTo>
                <a:lnTo>
                  <a:pt x="3323792" y="575281"/>
                </a:lnTo>
                <a:lnTo>
                  <a:pt x="3324032" y="571912"/>
                </a:lnTo>
                <a:lnTo>
                  <a:pt x="3324013" y="572323"/>
                </a:lnTo>
                <a:lnTo>
                  <a:pt x="3324111" y="568726"/>
                </a:lnTo>
                <a:lnTo>
                  <a:pt x="3324104" y="568952"/>
                </a:lnTo>
                <a:lnTo>
                  <a:pt x="3324130" y="565117"/>
                </a:lnTo>
                <a:lnTo>
                  <a:pt x="3324130" y="565191"/>
                </a:lnTo>
                <a:lnTo>
                  <a:pt x="3323272" y="52146"/>
                </a:lnTo>
                <a:lnTo>
                  <a:pt x="3323272" y="52299"/>
                </a:lnTo>
                <a:lnTo>
                  <a:pt x="3323241" y="50357"/>
                </a:lnTo>
                <a:lnTo>
                  <a:pt x="3323253" y="50730"/>
                </a:lnTo>
                <a:lnTo>
                  <a:pt x="3323148" y="48843"/>
                </a:lnTo>
                <a:lnTo>
                  <a:pt x="3323186" y="49272"/>
                </a:lnTo>
                <a:lnTo>
                  <a:pt x="3323002" y="47446"/>
                </a:lnTo>
                <a:lnTo>
                  <a:pt x="3323062" y="47918"/>
                </a:lnTo>
                <a:lnTo>
                  <a:pt x="3322806" y="46154"/>
                </a:lnTo>
                <a:lnTo>
                  <a:pt x="3322890" y="46680"/>
                </a:lnTo>
                <a:lnTo>
                  <a:pt x="3322548" y="44971"/>
                </a:lnTo>
                <a:lnTo>
                  <a:pt x="3322683" y="45541"/>
                </a:lnTo>
                <a:lnTo>
                  <a:pt x="3322248" y="43893"/>
                </a:lnTo>
                <a:lnTo>
                  <a:pt x="3322425" y="44493"/>
                </a:lnTo>
                <a:lnTo>
                  <a:pt x="3321900" y="42906"/>
                </a:lnTo>
                <a:lnTo>
                  <a:pt x="3322132" y="43537"/>
                </a:lnTo>
                <a:lnTo>
                  <a:pt x="3321507" y="42000"/>
                </a:lnTo>
                <a:lnTo>
                  <a:pt x="3321795" y="42649"/>
                </a:lnTo>
                <a:lnTo>
                  <a:pt x="3321065" y="41166"/>
                </a:lnTo>
                <a:lnTo>
                  <a:pt x="3321416" y="41810"/>
                </a:lnTo>
                <a:lnTo>
                  <a:pt x="3320569" y="40382"/>
                </a:lnTo>
                <a:lnTo>
                  <a:pt x="3320974" y="41013"/>
                </a:lnTo>
                <a:lnTo>
                  <a:pt x="3320011" y="39635"/>
                </a:lnTo>
                <a:lnTo>
                  <a:pt x="3320465" y="40229"/>
                </a:lnTo>
                <a:lnTo>
                  <a:pt x="3319386" y="38905"/>
                </a:lnTo>
                <a:lnTo>
                  <a:pt x="3319872" y="39457"/>
                </a:lnTo>
                <a:lnTo>
                  <a:pt x="3318665" y="38183"/>
                </a:lnTo>
                <a:lnTo>
                  <a:pt x="3319165" y="38679"/>
                </a:lnTo>
                <a:lnTo>
                  <a:pt x="3317837" y="37460"/>
                </a:lnTo>
                <a:lnTo>
                  <a:pt x="3318346" y="37895"/>
                </a:lnTo>
                <a:lnTo>
                  <a:pt x="3316881" y="36718"/>
                </a:lnTo>
                <a:lnTo>
                  <a:pt x="3317384" y="37098"/>
                </a:lnTo>
                <a:lnTo>
                  <a:pt x="3315777" y="35970"/>
                </a:lnTo>
                <a:lnTo>
                  <a:pt x="3316267" y="36295"/>
                </a:lnTo>
                <a:lnTo>
                  <a:pt x="3314516" y="35217"/>
                </a:lnTo>
                <a:lnTo>
                  <a:pt x="3314988" y="35487"/>
                </a:lnTo>
                <a:lnTo>
                  <a:pt x="3313088" y="34451"/>
                </a:lnTo>
                <a:lnTo>
                  <a:pt x="3313523" y="34678"/>
                </a:lnTo>
                <a:lnTo>
                  <a:pt x="3311470" y="33685"/>
                </a:lnTo>
                <a:lnTo>
                  <a:pt x="3311882" y="33869"/>
                </a:lnTo>
                <a:lnTo>
                  <a:pt x="3309663" y="32925"/>
                </a:lnTo>
                <a:lnTo>
                  <a:pt x="3310044" y="33079"/>
                </a:lnTo>
                <a:lnTo>
                  <a:pt x="3307661" y="32172"/>
                </a:lnTo>
                <a:lnTo>
                  <a:pt x="3308010" y="32295"/>
                </a:lnTo>
                <a:lnTo>
                  <a:pt x="3305461" y="31437"/>
                </a:lnTo>
                <a:lnTo>
                  <a:pt x="3305773" y="31535"/>
                </a:lnTo>
                <a:lnTo>
                  <a:pt x="3303052" y="30714"/>
                </a:lnTo>
                <a:lnTo>
                  <a:pt x="3303340" y="30800"/>
                </a:lnTo>
                <a:lnTo>
                  <a:pt x="3300436" y="30016"/>
                </a:lnTo>
                <a:lnTo>
                  <a:pt x="3300701" y="30082"/>
                </a:lnTo>
                <a:lnTo>
                  <a:pt x="3297613" y="29342"/>
                </a:lnTo>
                <a:lnTo>
                  <a:pt x="3297845" y="29391"/>
                </a:lnTo>
                <a:lnTo>
                  <a:pt x="3294573" y="28686"/>
                </a:lnTo>
                <a:lnTo>
                  <a:pt x="3294780" y="28728"/>
                </a:lnTo>
                <a:lnTo>
                  <a:pt x="3291313" y="28061"/>
                </a:lnTo>
                <a:lnTo>
                  <a:pt x="3291511" y="28098"/>
                </a:lnTo>
                <a:lnTo>
                  <a:pt x="3287839" y="27466"/>
                </a:lnTo>
                <a:lnTo>
                  <a:pt x="3288090" y="27504"/>
                </a:lnTo>
                <a:lnTo>
                  <a:pt x="3280137" y="26345"/>
                </a:lnTo>
                <a:lnTo>
                  <a:pt x="3280421" y="26382"/>
                </a:lnTo>
                <a:lnTo>
                  <a:pt x="3271614" y="25353"/>
                </a:lnTo>
                <a:lnTo>
                  <a:pt x="3271842" y="25378"/>
                </a:lnTo>
                <a:lnTo>
                  <a:pt x="3262138" y="24471"/>
                </a:lnTo>
                <a:lnTo>
                  <a:pt x="3262326" y="24489"/>
                </a:lnTo>
                <a:lnTo>
                  <a:pt x="3251692" y="23699"/>
                </a:lnTo>
                <a:lnTo>
                  <a:pt x="3251843" y="23704"/>
                </a:lnTo>
                <a:lnTo>
                  <a:pt x="3240228" y="23025"/>
                </a:lnTo>
                <a:lnTo>
                  <a:pt x="3240356" y="23031"/>
                </a:lnTo>
                <a:lnTo>
                  <a:pt x="3227724" y="22449"/>
                </a:lnTo>
                <a:lnTo>
                  <a:pt x="3227826" y="22455"/>
                </a:lnTo>
                <a:lnTo>
                  <a:pt x="3214146" y="21964"/>
                </a:lnTo>
                <a:lnTo>
                  <a:pt x="3214232" y="21964"/>
                </a:lnTo>
                <a:lnTo>
                  <a:pt x="3199454" y="21560"/>
                </a:lnTo>
                <a:lnTo>
                  <a:pt x="3199521" y="21560"/>
                </a:lnTo>
                <a:lnTo>
                  <a:pt x="3183608" y="21230"/>
                </a:lnTo>
                <a:lnTo>
                  <a:pt x="3183664" y="21230"/>
                </a:lnTo>
                <a:lnTo>
                  <a:pt x="3166583" y="20966"/>
                </a:lnTo>
                <a:lnTo>
                  <a:pt x="3166625" y="20972"/>
                </a:lnTo>
                <a:lnTo>
                  <a:pt x="3148331" y="20770"/>
                </a:lnTo>
                <a:lnTo>
                  <a:pt x="3148368" y="20770"/>
                </a:lnTo>
                <a:lnTo>
                  <a:pt x="3128816" y="20617"/>
                </a:lnTo>
                <a:lnTo>
                  <a:pt x="3128853" y="20617"/>
                </a:lnTo>
                <a:lnTo>
                  <a:pt x="3085844" y="20445"/>
                </a:lnTo>
                <a:lnTo>
                  <a:pt x="3085879" y="20445"/>
                </a:lnTo>
                <a:lnTo>
                  <a:pt x="2983090" y="20384"/>
                </a:lnTo>
                <a:lnTo>
                  <a:pt x="2983095" y="20384"/>
                </a:lnTo>
                <a:lnTo>
                  <a:pt x="328413" y="19912"/>
                </a:lnTo>
                <a:lnTo>
                  <a:pt x="328419" y="19912"/>
                </a:lnTo>
                <a:lnTo>
                  <a:pt x="274479" y="19943"/>
                </a:lnTo>
                <a:lnTo>
                  <a:pt x="274502" y="19943"/>
                </a:lnTo>
                <a:lnTo>
                  <a:pt x="227013" y="20071"/>
                </a:lnTo>
                <a:lnTo>
                  <a:pt x="227056" y="20071"/>
                </a:lnTo>
                <a:lnTo>
                  <a:pt x="185607" y="20353"/>
                </a:lnTo>
                <a:lnTo>
                  <a:pt x="185656" y="20353"/>
                </a:lnTo>
                <a:lnTo>
                  <a:pt x="167068" y="20568"/>
                </a:lnTo>
                <a:lnTo>
                  <a:pt x="167111" y="20568"/>
                </a:lnTo>
                <a:lnTo>
                  <a:pt x="149882" y="20850"/>
                </a:lnTo>
                <a:lnTo>
                  <a:pt x="149937" y="20843"/>
                </a:lnTo>
                <a:lnTo>
                  <a:pt x="134013" y="21193"/>
                </a:lnTo>
                <a:lnTo>
                  <a:pt x="134080" y="21186"/>
                </a:lnTo>
                <a:lnTo>
                  <a:pt x="119414" y="21609"/>
                </a:lnTo>
                <a:lnTo>
                  <a:pt x="119500" y="21603"/>
                </a:lnTo>
                <a:lnTo>
                  <a:pt x="106032" y="22100"/>
                </a:lnTo>
                <a:lnTo>
                  <a:pt x="106135" y="22100"/>
                </a:lnTo>
                <a:lnTo>
                  <a:pt x="93821" y="22688"/>
                </a:lnTo>
                <a:lnTo>
                  <a:pt x="93957" y="22675"/>
                </a:lnTo>
                <a:lnTo>
                  <a:pt x="82737" y="23361"/>
                </a:lnTo>
                <a:lnTo>
                  <a:pt x="82897" y="23349"/>
                </a:lnTo>
                <a:lnTo>
                  <a:pt x="72733" y="24133"/>
                </a:lnTo>
                <a:lnTo>
                  <a:pt x="72935" y="24115"/>
                </a:lnTo>
                <a:lnTo>
                  <a:pt x="63769" y="25010"/>
                </a:lnTo>
                <a:lnTo>
                  <a:pt x="64014" y="24985"/>
                </a:lnTo>
                <a:lnTo>
                  <a:pt x="55792" y="25996"/>
                </a:lnTo>
                <a:lnTo>
                  <a:pt x="56105" y="25953"/>
                </a:lnTo>
                <a:lnTo>
                  <a:pt x="48776" y="27087"/>
                </a:lnTo>
                <a:lnTo>
                  <a:pt x="49059" y="27038"/>
                </a:lnTo>
                <a:lnTo>
                  <a:pt x="45713" y="27656"/>
                </a:lnTo>
                <a:lnTo>
                  <a:pt x="45927" y="27613"/>
                </a:lnTo>
                <a:lnTo>
                  <a:pt x="42790" y="28263"/>
                </a:lnTo>
                <a:lnTo>
                  <a:pt x="43030" y="28208"/>
                </a:lnTo>
                <a:lnTo>
                  <a:pt x="40088" y="28894"/>
                </a:lnTo>
                <a:lnTo>
                  <a:pt x="40352" y="28827"/>
                </a:lnTo>
                <a:lnTo>
                  <a:pt x="37601" y="29550"/>
                </a:lnTo>
                <a:lnTo>
                  <a:pt x="37895" y="29464"/>
                </a:lnTo>
                <a:lnTo>
                  <a:pt x="35335" y="30224"/>
                </a:lnTo>
                <a:lnTo>
                  <a:pt x="35658" y="30120"/>
                </a:lnTo>
                <a:lnTo>
                  <a:pt x="33275" y="30910"/>
                </a:lnTo>
                <a:lnTo>
                  <a:pt x="33637" y="30787"/>
                </a:lnTo>
                <a:lnTo>
                  <a:pt x="31426" y="31614"/>
                </a:lnTo>
                <a:lnTo>
                  <a:pt x="31817" y="31455"/>
                </a:lnTo>
                <a:lnTo>
                  <a:pt x="29770" y="32325"/>
                </a:lnTo>
                <a:lnTo>
                  <a:pt x="30200" y="32129"/>
                </a:lnTo>
                <a:lnTo>
                  <a:pt x="28319" y="33042"/>
                </a:lnTo>
                <a:lnTo>
                  <a:pt x="28778" y="32803"/>
                </a:lnTo>
                <a:lnTo>
                  <a:pt x="27045" y="33753"/>
                </a:lnTo>
                <a:lnTo>
                  <a:pt x="27540" y="33465"/>
                </a:lnTo>
                <a:lnTo>
                  <a:pt x="25954" y="34457"/>
                </a:lnTo>
                <a:lnTo>
                  <a:pt x="26468" y="34108"/>
                </a:lnTo>
                <a:lnTo>
                  <a:pt x="25023" y="35143"/>
                </a:lnTo>
                <a:lnTo>
                  <a:pt x="25550" y="34739"/>
                </a:lnTo>
                <a:lnTo>
                  <a:pt x="24238" y="35818"/>
                </a:lnTo>
                <a:lnTo>
                  <a:pt x="24772" y="35352"/>
                </a:lnTo>
                <a:lnTo>
                  <a:pt x="23589" y="36473"/>
                </a:lnTo>
                <a:lnTo>
                  <a:pt x="24099" y="35946"/>
                </a:lnTo>
                <a:lnTo>
                  <a:pt x="23038" y="37111"/>
                </a:lnTo>
                <a:lnTo>
                  <a:pt x="23522" y="36541"/>
                </a:lnTo>
                <a:lnTo>
                  <a:pt x="22578" y="37748"/>
                </a:lnTo>
                <a:lnTo>
                  <a:pt x="23020" y="37141"/>
                </a:lnTo>
                <a:lnTo>
                  <a:pt x="22180" y="38397"/>
                </a:lnTo>
                <a:lnTo>
                  <a:pt x="22566" y="37766"/>
                </a:lnTo>
                <a:lnTo>
                  <a:pt x="21830" y="39071"/>
                </a:lnTo>
                <a:lnTo>
                  <a:pt x="22156" y="38440"/>
                </a:lnTo>
                <a:lnTo>
                  <a:pt x="21518" y="39794"/>
                </a:lnTo>
                <a:lnTo>
                  <a:pt x="21782" y="39175"/>
                </a:lnTo>
                <a:lnTo>
                  <a:pt x="21236" y="40578"/>
                </a:lnTo>
                <a:lnTo>
                  <a:pt x="21445" y="39996"/>
                </a:lnTo>
                <a:lnTo>
                  <a:pt x="20973" y="41448"/>
                </a:lnTo>
                <a:lnTo>
                  <a:pt x="21132" y="40903"/>
                </a:lnTo>
                <a:lnTo>
                  <a:pt x="20741" y="42410"/>
                </a:lnTo>
                <a:lnTo>
                  <a:pt x="20857" y="41920"/>
                </a:lnTo>
                <a:lnTo>
                  <a:pt x="20531" y="43476"/>
                </a:lnTo>
                <a:lnTo>
                  <a:pt x="20617" y="43035"/>
                </a:lnTo>
                <a:lnTo>
                  <a:pt x="20355" y="44646"/>
                </a:lnTo>
                <a:lnTo>
                  <a:pt x="20428" y="44101"/>
                </a:lnTo>
                <a:lnTo>
                  <a:pt x="20078" y="47483"/>
                </a:lnTo>
                <a:lnTo>
                  <a:pt x="20122" y="46931"/>
                </a:lnTo>
                <a:lnTo>
                  <a:pt x="19950" y="50541"/>
                </a:lnTo>
                <a:lnTo>
                  <a:pt x="19956" y="50185"/>
                </a:lnTo>
                <a:lnTo>
                  <a:pt x="19913" y="54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7">
            <a:extLst xmlns:a="http://schemas.openxmlformats.org/drawingml/2006/main">
              <a:ext uri="{FF2B5EF4-FFF2-40B4-BE49-F238E27FC236}">
                <a16:creationId xmlns:a16="http://schemas.microsoft.com/office/drawing/2014/main" id="{FB385C82-E020-4955-99A3-7C84F0EC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407" y="6470775"/>
            <a:ext cx="3324434" cy="567347"/>
          </a:xfrm>
          <a:custGeom xmlns:a="http://schemas.openxmlformats.org/drawingml/2006/main">
            <a:pathLst>
              <a:path w="3324434" h="567347">
                <a:moveTo>
                  <a:pt x="0" y="41693"/>
                </a:moveTo>
                <a:cubicBezTo>
                  <a:pt x="0" y="1678"/>
                  <a:pt x="12841" y="0"/>
                  <a:pt x="318486" y="0"/>
                </a:cubicBezTo>
                <a:lnTo>
                  <a:pt x="2973414" y="447"/>
                </a:lnTo>
                <a:cubicBezTo>
                  <a:pt x="3279058" y="447"/>
                  <a:pt x="3323576" y="0"/>
                  <a:pt x="3323576" y="40014"/>
                </a:cubicBezTo>
                <a:lnTo>
                  <a:pt x="3324434" y="526775"/>
                </a:lnTo>
                <a:cubicBezTo>
                  <a:pt x="3324434" y="566783"/>
                  <a:pt x="3320153" y="567347"/>
                  <a:pt x="3014507" y="567347"/>
                </a:cubicBezTo>
                <a:lnTo>
                  <a:pt x="318486" y="565215"/>
                </a:lnTo>
                <a:cubicBezTo>
                  <a:pt x="12841" y="565215"/>
                  <a:pt x="858" y="563646"/>
                  <a:pt x="858" y="523638"/>
                </a:cubicBezTo>
                <a:lnTo>
                  <a:pt x="0" y="416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8">
            <a:extLst xmlns:a="http://schemas.openxmlformats.org/drawingml/2006/main">
              <a:ext uri="{FF2B5EF4-FFF2-40B4-BE49-F238E27FC236}">
                <a16:creationId xmlns:a16="http://schemas.microsoft.com/office/drawing/2014/main" id="{AD5DC20B-1DEA-4B44-8C7B-237C9998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450" y="6460819"/>
            <a:ext cx="3344348" cy="587260"/>
          </a:xfrm>
          <a:custGeom xmlns:a="http://schemas.openxmlformats.org/drawingml/2006/main">
            <a:pathLst>
              <a:path w="3344348" h="587260">
                <a:moveTo>
                  <a:pt x="49" y="47698"/>
                </a:moveTo>
                <a:lnTo>
                  <a:pt x="245" y="43795"/>
                </a:lnTo>
                <a:lnTo>
                  <a:pt x="662" y="40009"/>
                </a:lnTo>
                <a:lnTo>
                  <a:pt x="1005" y="37962"/>
                </a:lnTo>
                <a:lnTo>
                  <a:pt x="1434" y="35995"/>
                </a:lnTo>
                <a:lnTo>
                  <a:pt x="1973" y="34022"/>
                </a:lnTo>
                <a:lnTo>
                  <a:pt x="2641" y="32056"/>
                </a:lnTo>
                <a:lnTo>
                  <a:pt x="3450" y="30101"/>
                </a:lnTo>
                <a:lnTo>
                  <a:pt x="4411" y="28178"/>
                </a:lnTo>
                <a:lnTo>
                  <a:pt x="5526" y="26297"/>
                </a:lnTo>
                <a:lnTo>
                  <a:pt x="6801" y="24477"/>
                </a:lnTo>
                <a:lnTo>
                  <a:pt x="8236" y="22736"/>
                </a:lnTo>
                <a:lnTo>
                  <a:pt x="9810" y="21095"/>
                </a:lnTo>
                <a:lnTo>
                  <a:pt x="11525" y="19551"/>
                </a:lnTo>
                <a:lnTo>
                  <a:pt x="13369" y="18117"/>
                </a:lnTo>
                <a:lnTo>
                  <a:pt x="15335" y="16782"/>
                </a:lnTo>
                <a:lnTo>
                  <a:pt x="17426" y="15544"/>
                </a:lnTo>
                <a:lnTo>
                  <a:pt x="19624" y="14398"/>
                </a:lnTo>
                <a:lnTo>
                  <a:pt x="21946" y="13339"/>
                </a:lnTo>
                <a:lnTo>
                  <a:pt x="24390" y="12352"/>
                </a:lnTo>
                <a:lnTo>
                  <a:pt x="26970" y="11433"/>
                </a:lnTo>
                <a:lnTo>
                  <a:pt x="29685" y="10575"/>
                </a:lnTo>
                <a:lnTo>
                  <a:pt x="32546" y="9778"/>
                </a:lnTo>
                <a:lnTo>
                  <a:pt x="35559" y="9031"/>
                </a:lnTo>
                <a:lnTo>
                  <a:pt x="38746" y="8327"/>
                </a:lnTo>
                <a:lnTo>
                  <a:pt x="42099" y="7671"/>
                </a:lnTo>
                <a:lnTo>
                  <a:pt x="45675" y="7046"/>
                </a:lnTo>
                <a:lnTo>
                  <a:pt x="53286" y="5925"/>
                </a:lnTo>
                <a:lnTo>
                  <a:pt x="61772" y="4939"/>
                </a:lnTo>
                <a:lnTo>
                  <a:pt x="71150" y="4068"/>
                </a:lnTo>
                <a:lnTo>
                  <a:pt x="81487" y="3309"/>
                </a:lnTo>
                <a:lnTo>
                  <a:pt x="92847" y="2653"/>
                </a:lnTo>
                <a:lnTo>
                  <a:pt x="105271" y="2089"/>
                </a:lnTo>
                <a:lnTo>
                  <a:pt x="118831" y="1617"/>
                </a:lnTo>
                <a:lnTo>
                  <a:pt x="133572" y="1219"/>
                </a:lnTo>
                <a:lnTo>
                  <a:pt x="149557" y="889"/>
                </a:lnTo>
                <a:lnTo>
                  <a:pt x="166835" y="625"/>
                </a:lnTo>
                <a:lnTo>
                  <a:pt x="185467" y="417"/>
                </a:lnTo>
                <a:lnTo>
                  <a:pt x="226964" y="147"/>
                </a:lnTo>
                <a:lnTo>
                  <a:pt x="274483" y="31"/>
                </a:lnTo>
                <a:lnTo>
                  <a:pt x="328443" y="0"/>
                </a:lnTo>
                <a:lnTo>
                  <a:pt x="2983370" y="448"/>
                </a:lnTo>
                <a:lnTo>
                  <a:pt x="3086192" y="509"/>
                </a:lnTo>
                <a:lnTo>
                  <a:pt x="3129238" y="668"/>
                </a:lnTo>
                <a:lnTo>
                  <a:pt x="3148821" y="809"/>
                </a:lnTo>
                <a:lnTo>
                  <a:pt x="3167152" y="1005"/>
                </a:lnTo>
                <a:lnTo>
                  <a:pt x="3184284" y="1250"/>
                </a:lnTo>
                <a:lnTo>
                  <a:pt x="3200250" y="1569"/>
                </a:lnTo>
                <a:lnTo>
                  <a:pt x="3215096" y="1955"/>
                </a:lnTo>
                <a:lnTo>
                  <a:pt x="3228867" y="2427"/>
                </a:lnTo>
                <a:lnTo>
                  <a:pt x="3241606" y="2978"/>
                </a:lnTo>
                <a:lnTo>
                  <a:pt x="3253351" y="3633"/>
                </a:lnTo>
                <a:lnTo>
                  <a:pt x="3264153" y="4400"/>
                </a:lnTo>
                <a:lnTo>
                  <a:pt x="3274059" y="5275"/>
                </a:lnTo>
                <a:lnTo>
                  <a:pt x="3283110" y="6280"/>
                </a:lnTo>
                <a:lnTo>
                  <a:pt x="3291319" y="7414"/>
                </a:lnTo>
                <a:lnTo>
                  <a:pt x="3295198" y="8051"/>
                </a:lnTo>
                <a:lnTo>
                  <a:pt x="3298863" y="8719"/>
                </a:lnTo>
                <a:lnTo>
                  <a:pt x="3302348" y="9429"/>
                </a:lnTo>
                <a:lnTo>
                  <a:pt x="3305669" y="10189"/>
                </a:lnTo>
                <a:lnTo>
                  <a:pt x="3308836" y="10998"/>
                </a:lnTo>
                <a:lnTo>
                  <a:pt x="3311843" y="11855"/>
                </a:lnTo>
                <a:lnTo>
                  <a:pt x="3314710" y="12781"/>
                </a:lnTo>
                <a:lnTo>
                  <a:pt x="3317445" y="13761"/>
                </a:lnTo>
                <a:lnTo>
                  <a:pt x="3320036" y="14815"/>
                </a:lnTo>
                <a:lnTo>
                  <a:pt x="3322510" y="15942"/>
                </a:lnTo>
                <a:lnTo>
                  <a:pt x="3324856" y="17155"/>
                </a:lnTo>
                <a:lnTo>
                  <a:pt x="3327082" y="18460"/>
                </a:lnTo>
                <a:lnTo>
                  <a:pt x="3329184" y="19857"/>
                </a:lnTo>
                <a:lnTo>
                  <a:pt x="3331168" y="21364"/>
                </a:lnTo>
                <a:lnTo>
                  <a:pt x="3333012" y="22976"/>
                </a:lnTo>
                <a:lnTo>
                  <a:pt x="3334728" y="24698"/>
                </a:lnTo>
                <a:lnTo>
                  <a:pt x="3336291" y="26518"/>
                </a:lnTo>
                <a:lnTo>
                  <a:pt x="3337700" y="28435"/>
                </a:lnTo>
                <a:lnTo>
                  <a:pt x="3338944" y="30432"/>
                </a:lnTo>
                <a:lnTo>
                  <a:pt x="3340021" y="32497"/>
                </a:lnTo>
                <a:lnTo>
                  <a:pt x="3340934" y="34617"/>
                </a:lnTo>
                <a:lnTo>
                  <a:pt x="3341688" y="36768"/>
                </a:lnTo>
                <a:lnTo>
                  <a:pt x="3342295" y="38942"/>
                </a:lnTo>
                <a:lnTo>
                  <a:pt x="3342753" y="41136"/>
                </a:lnTo>
                <a:lnTo>
                  <a:pt x="3343097" y="43329"/>
                </a:lnTo>
                <a:lnTo>
                  <a:pt x="3343325" y="45535"/>
                </a:lnTo>
                <a:lnTo>
                  <a:pt x="3343453" y="47747"/>
                </a:lnTo>
                <a:lnTo>
                  <a:pt x="3343490" y="49866"/>
                </a:lnTo>
                <a:lnTo>
                  <a:pt x="3344348" y="536750"/>
                </a:lnTo>
                <a:lnTo>
                  <a:pt x="3344323" y="540543"/>
                </a:lnTo>
                <a:lnTo>
                  <a:pt x="3344213" y="544292"/>
                </a:lnTo>
                <a:lnTo>
                  <a:pt x="3343937" y="548042"/>
                </a:lnTo>
                <a:lnTo>
                  <a:pt x="3343423" y="551693"/>
                </a:lnTo>
                <a:lnTo>
                  <a:pt x="3342999" y="553696"/>
                </a:lnTo>
                <a:lnTo>
                  <a:pt x="3342486" y="555614"/>
                </a:lnTo>
                <a:lnTo>
                  <a:pt x="3341841" y="557539"/>
                </a:lnTo>
                <a:lnTo>
                  <a:pt x="3341051" y="559450"/>
                </a:lnTo>
                <a:lnTo>
                  <a:pt x="3340107" y="561343"/>
                </a:lnTo>
                <a:lnTo>
                  <a:pt x="3339004" y="563188"/>
                </a:lnTo>
                <a:lnTo>
                  <a:pt x="3337737" y="564964"/>
                </a:lnTo>
                <a:lnTo>
                  <a:pt x="3336309" y="566661"/>
                </a:lnTo>
                <a:lnTo>
                  <a:pt x="3334735" y="568261"/>
                </a:lnTo>
                <a:lnTo>
                  <a:pt x="3333026" y="569743"/>
                </a:lnTo>
                <a:lnTo>
                  <a:pt x="3331186" y="571122"/>
                </a:lnTo>
                <a:lnTo>
                  <a:pt x="3329226" y="572390"/>
                </a:lnTo>
                <a:lnTo>
                  <a:pt x="3327154" y="573560"/>
                </a:lnTo>
                <a:lnTo>
                  <a:pt x="3324968" y="574632"/>
                </a:lnTo>
                <a:lnTo>
                  <a:pt x="3322670" y="575625"/>
                </a:lnTo>
                <a:lnTo>
                  <a:pt x="3320238" y="576537"/>
                </a:lnTo>
                <a:lnTo>
                  <a:pt x="3317682" y="577383"/>
                </a:lnTo>
                <a:lnTo>
                  <a:pt x="3314987" y="578173"/>
                </a:lnTo>
                <a:lnTo>
                  <a:pt x="3312139" y="578902"/>
                </a:lnTo>
                <a:lnTo>
                  <a:pt x="3309136" y="579589"/>
                </a:lnTo>
                <a:lnTo>
                  <a:pt x="3305962" y="580220"/>
                </a:lnTo>
                <a:lnTo>
                  <a:pt x="3302567" y="580826"/>
                </a:lnTo>
                <a:lnTo>
                  <a:pt x="3295344" y="581893"/>
                </a:lnTo>
                <a:lnTo>
                  <a:pt x="3287245" y="582830"/>
                </a:lnTo>
                <a:lnTo>
                  <a:pt x="3278257" y="583651"/>
                </a:lnTo>
                <a:lnTo>
                  <a:pt x="3268306" y="584356"/>
                </a:lnTo>
                <a:lnTo>
                  <a:pt x="3257328" y="584962"/>
                </a:lnTo>
                <a:lnTo>
                  <a:pt x="3245271" y="585471"/>
                </a:lnTo>
                <a:lnTo>
                  <a:pt x="3232067" y="585906"/>
                </a:lnTo>
                <a:lnTo>
                  <a:pt x="3217663" y="586261"/>
                </a:lnTo>
                <a:lnTo>
                  <a:pt x="3201989" y="586543"/>
                </a:lnTo>
                <a:lnTo>
                  <a:pt x="3185007" y="586770"/>
                </a:lnTo>
                <a:lnTo>
                  <a:pt x="3166638" y="586941"/>
                </a:lnTo>
                <a:lnTo>
                  <a:pt x="3125569" y="587156"/>
                </a:lnTo>
                <a:lnTo>
                  <a:pt x="3078325" y="587241"/>
                </a:lnTo>
                <a:lnTo>
                  <a:pt x="3024463" y="587260"/>
                </a:lnTo>
                <a:lnTo>
                  <a:pt x="328437" y="585128"/>
                </a:lnTo>
                <a:lnTo>
                  <a:pt x="274496" y="585103"/>
                </a:lnTo>
                <a:lnTo>
                  <a:pt x="227000" y="584987"/>
                </a:lnTo>
                <a:lnTo>
                  <a:pt x="185546" y="584724"/>
                </a:lnTo>
                <a:lnTo>
                  <a:pt x="166944" y="584515"/>
                </a:lnTo>
                <a:lnTo>
                  <a:pt x="149692" y="584257"/>
                </a:lnTo>
                <a:lnTo>
                  <a:pt x="133744" y="583933"/>
                </a:lnTo>
                <a:lnTo>
                  <a:pt x="119033" y="583541"/>
                </a:lnTo>
                <a:lnTo>
                  <a:pt x="105511" y="583069"/>
                </a:lnTo>
                <a:lnTo>
                  <a:pt x="93116" y="582511"/>
                </a:lnTo>
                <a:lnTo>
                  <a:pt x="81800" y="581862"/>
                </a:lnTo>
                <a:lnTo>
                  <a:pt x="71500" y="581108"/>
                </a:lnTo>
                <a:lnTo>
                  <a:pt x="62158" y="580244"/>
                </a:lnTo>
                <a:lnTo>
                  <a:pt x="53708" y="579258"/>
                </a:lnTo>
                <a:lnTo>
                  <a:pt x="46143" y="578148"/>
                </a:lnTo>
                <a:lnTo>
                  <a:pt x="42582" y="577524"/>
                </a:lnTo>
                <a:lnTo>
                  <a:pt x="39249" y="576868"/>
                </a:lnTo>
                <a:lnTo>
                  <a:pt x="36080" y="576169"/>
                </a:lnTo>
                <a:lnTo>
                  <a:pt x="33085" y="575422"/>
                </a:lnTo>
                <a:lnTo>
                  <a:pt x="30237" y="574620"/>
                </a:lnTo>
                <a:lnTo>
                  <a:pt x="27540" y="573768"/>
                </a:lnTo>
                <a:lnTo>
                  <a:pt x="24980" y="572849"/>
                </a:lnTo>
                <a:lnTo>
                  <a:pt x="22546" y="571863"/>
                </a:lnTo>
                <a:lnTo>
                  <a:pt x="20237" y="570803"/>
                </a:lnTo>
                <a:lnTo>
                  <a:pt x="18049" y="569657"/>
                </a:lnTo>
                <a:lnTo>
                  <a:pt x="15979" y="568413"/>
                </a:lnTo>
                <a:lnTo>
                  <a:pt x="14024" y="567078"/>
                </a:lnTo>
                <a:lnTo>
                  <a:pt x="12193" y="565632"/>
                </a:lnTo>
                <a:lnTo>
                  <a:pt x="10489" y="564088"/>
                </a:lnTo>
                <a:lnTo>
                  <a:pt x="8927" y="562440"/>
                </a:lnTo>
                <a:lnTo>
                  <a:pt x="7512" y="560700"/>
                </a:lnTo>
                <a:lnTo>
                  <a:pt x="6257" y="558873"/>
                </a:lnTo>
                <a:lnTo>
                  <a:pt x="5152" y="556993"/>
                </a:lnTo>
                <a:lnTo>
                  <a:pt x="4210" y="555069"/>
                </a:lnTo>
                <a:lnTo>
                  <a:pt x="3420" y="553114"/>
                </a:lnTo>
                <a:lnTo>
                  <a:pt x="2764" y="551155"/>
                </a:lnTo>
                <a:lnTo>
                  <a:pt x="2243" y="549187"/>
                </a:lnTo>
                <a:lnTo>
                  <a:pt x="1827" y="547226"/>
                </a:lnTo>
                <a:lnTo>
                  <a:pt x="1489" y="545193"/>
                </a:lnTo>
                <a:lnTo>
                  <a:pt x="1091" y="541418"/>
                </a:lnTo>
                <a:lnTo>
                  <a:pt x="901" y="537534"/>
                </a:lnTo>
                <a:lnTo>
                  <a:pt x="858" y="533662"/>
                </a:lnTo>
                <a:lnTo>
                  <a:pt x="0" y="51595"/>
                </a:lnTo>
                <a:lnTo>
                  <a:pt x="49" y="47698"/>
                </a:lnTo>
                <a:moveTo>
                  <a:pt x="19913" y="51778"/>
                </a:moveTo>
                <a:lnTo>
                  <a:pt x="19913" y="51631"/>
                </a:lnTo>
                <a:lnTo>
                  <a:pt x="20770" y="533576"/>
                </a:lnTo>
                <a:lnTo>
                  <a:pt x="20770" y="533472"/>
                </a:lnTo>
                <a:lnTo>
                  <a:pt x="20814" y="537111"/>
                </a:lnTo>
                <a:lnTo>
                  <a:pt x="20801" y="536750"/>
                </a:lnTo>
                <a:lnTo>
                  <a:pt x="20966" y="540168"/>
                </a:lnTo>
                <a:lnTo>
                  <a:pt x="20923" y="539605"/>
                </a:lnTo>
                <a:lnTo>
                  <a:pt x="21260" y="542815"/>
                </a:lnTo>
                <a:lnTo>
                  <a:pt x="21187" y="542252"/>
                </a:lnTo>
                <a:lnTo>
                  <a:pt x="21438" y="543777"/>
                </a:lnTo>
                <a:lnTo>
                  <a:pt x="21352" y="543324"/>
                </a:lnTo>
                <a:lnTo>
                  <a:pt x="21665" y="544800"/>
                </a:lnTo>
                <a:lnTo>
                  <a:pt x="21542" y="544292"/>
                </a:lnTo>
                <a:lnTo>
                  <a:pt x="21922" y="545720"/>
                </a:lnTo>
                <a:lnTo>
                  <a:pt x="21757" y="545156"/>
                </a:lnTo>
                <a:lnTo>
                  <a:pt x="22216" y="546535"/>
                </a:lnTo>
                <a:lnTo>
                  <a:pt x="21989" y="545928"/>
                </a:lnTo>
                <a:lnTo>
                  <a:pt x="22529" y="547257"/>
                </a:lnTo>
                <a:lnTo>
                  <a:pt x="22246" y="546627"/>
                </a:lnTo>
                <a:lnTo>
                  <a:pt x="22879" y="547913"/>
                </a:lnTo>
                <a:lnTo>
                  <a:pt x="22529" y="547264"/>
                </a:lnTo>
                <a:lnTo>
                  <a:pt x="23251" y="548501"/>
                </a:lnTo>
                <a:lnTo>
                  <a:pt x="22847" y="547858"/>
                </a:lnTo>
                <a:lnTo>
                  <a:pt x="23667" y="549053"/>
                </a:lnTo>
                <a:lnTo>
                  <a:pt x="23209" y="548440"/>
                </a:lnTo>
                <a:lnTo>
                  <a:pt x="24139" y="549586"/>
                </a:lnTo>
                <a:lnTo>
                  <a:pt x="23638" y="549016"/>
                </a:lnTo>
                <a:lnTo>
                  <a:pt x="24686" y="550119"/>
                </a:lnTo>
                <a:lnTo>
                  <a:pt x="24158" y="549604"/>
                </a:lnTo>
                <a:lnTo>
                  <a:pt x="25329" y="550664"/>
                </a:lnTo>
                <a:lnTo>
                  <a:pt x="24790" y="550211"/>
                </a:lnTo>
                <a:lnTo>
                  <a:pt x="26082" y="551228"/>
                </a:lnTo>
                <a:lnTo>
                  <a:pt x="25548" y="550836"/>
                </a:lnTo>
                <a:lnTo>
                  <a:pt x="26976" y="551816"/>
                </a:lnTo>
                <a:lnTo>
                  <a:pt x="26462" y="551485"/>
                </a:lnTo>
                <a:lnTo>
                  <a:pt x="28030" y="552422"/>
                </a:lnTo>
                <a:lnTo>
                  <a:pt x="27540" y="552147"/>
                </a:lnTo>
                <a:lnTo>
                  <a:pt x="29256" y="553048"/>
                </a:lnTo>
                <a:lnTo>
                  <a:pt x="28796" y="552821"/>
                </a:lnTo>
                <a:lnTo>
                  <a:pt x="30664" y="553678"/>
                </a:lnTo>
                <a:lnTo>
                  <a:pt x="30244" y="553501"/>
                </a:lnTo>
                <a:lnTo>
                  <a:pt x="32270" y="554322"/>
                </a:lnTo>
                <a:lnTo>
                  <a:pt x="31884" y="554174"/>
                </a:lnTo>
                <a:lnTo>
                  <a:pt x="34078" y="554959"/>
                </a:lnTo>
                <a:lnTo>
                  <a:pt x="33729" y="554842"/>
                </a:lnTo>
                <a:lnTo>
                  <a:pt x="36094" y="555591"/>
                </a:lnTo>
                <a:lnTo>
                  <a:pt x="35780" y="555498"/>
                </a:lnTo>
                <a:lnTo>
                  <a:pt x="38324" y="556209"/>
                </a:lnTo>
                <a:lnTo>
                  <a:pt x="38036" y="556135"/>
                </a:lnTo>
                <a:lnTo>
                  <a:pt x="40768" y="556815"/>
                </a:lnTo>
                <a:lnTo>
                  <a:pt x="40510" y="556754"/>
                </a:lnTo>
                <a:lnTo>
                  <a:pt x="43433" y="557397"/>
                </a:lnTo>
                <a:lnTo>
                  <a:pt x="43207" y="557354"/>
                </a:lnTo>
                <a:lnTo>
                  <a:pt x="46326" y="557967"/>
                </a:lnTo>
                <a:lnTo>
                  <a:pt x="46117" y="557930"/>
                </a:lnTo>
                <a:lnTo>
                  <a:pt x="49443" y="558507"/>
                </a:lnTo>
                <a:lnTo>
                  <a:pt x="49175" y="558464"/>
                </a:lnTo>
                <a:lnTo>
                  <a:pt x="56459" y="559536"/>
                </a:lnTo>
                <a:lnTo>
                  <a:pt x="56165" y="559499"/>
                </a:lnTo>
                <a:lnTo>
                  <a:pt x="64344" y="560455"/>
                </a:lnTo>
                <a:lnTo>
                  <a:pt x="64111" y="560424"/>
                </a:lnTo>
                <a:lnTo>
                  <a:pt x="73241" y="561270"/>
                </a:lnTo>
                <a:lnTo>
                  <a:pt x="73044" y="561257"/>
                </a:lnTo>
                <a:lnTo>
                  <a:pt x="83173" y="561992"/>
                </a:lnTo>
                <a:lnTo>
                  <a:pt x="83019" y="561987"/>
                </a:lnTo>
                <a:lnTo>
                  <a:pt x="94200" y="562630"/>
                </a:lnTo>
                <a:lnTo>
                  <a:pt x="94072" y="562624"/>
                </a:lnTo>
                <a:lnTo>
                  <a:pt x="106356" y="563175"/>
                </a:lnTo>
                <a:lnTo>
                  <a:pt x="106252" y="563169"/>
                </a:lnTo>
                <a:lnTo>
                  <a:pt x="119689" y="563641"/>
                </a:lnTo>
                <a:lnTo>
                  <a:pt x="119608" y="563635"/>
                </a:lnTo>
                <a:lnTo>
                  <a:pt x="134246" y="564027"/>
                </a:lnTo>
                <a:lnTo>
                  <a:pt x="134179" y="564027"/>
                </a:lnTo>
                <a:lnTo>
                  <a:pt x="150071" y="564351"/>
                </a:lnTo>
                <a:lnTo>
                  <a:pt x="150022" y="564345"/>
                </a:lnTo>
                <a:lnTo>
                  <a:pt x="167221" y="564609"/>
                </a:lnTo>
                <a:lnTo>
                  <a:pt x="167184" y="564609"/>
                </a:lnTo>
                <a:lnTo>
                  <a:pt x="185741" y="564811"/>
                </a:lnTo>
                <a:lnTo>
                  <a:pt x="185699" y="564811"/>
                </a:lnTo>
                <a:lnTo>
                  <a:pt x="227105" y="565075"/>
                </a:lnTo>
                <a:lnTo>
                  <a:pt x="227069" y="565075"/>
                </a:lnTo>
                <a:lnTo>
                  <a:pt x="274533" y="565191"/>
                </a:lnTo>
                <a:lnTo>
                  <a:pt x="274515" y="565191"/>
                </a:lnTo>
                <a:lnTo>
                  <a:pt x="328449" y="565215"/>
                </a:lnTo>
                <a:lnTo>
                  <a:pt x="3024470" y="567347"/>
                </a:lnTo>
                <a:lnTo>
                  <a:pt x="3024463" y="567347"/>
                </a:lnTo>
                <a:lnTo>
                  <a:pt x="3078313" y="567329"/>
                </a:lnTo>
                <a:lnTo>
                  <a:pt x="3078295" y="567329"/>
                </a:lnTo>
                <a:lnTo>
                  <a:pt x="3125513" y="567243"/>
                </a:lnTo>
                <a:lnTo>
                  <a:pt x="3125482" y="567243"/>
                </a:lnTo>
                <a:lnTo>
                  <a:pt x="3166508" y="567029"/>
                </a:lnTo>
                <a:lnTo>
                  <a:pt x="3166473" y="567029"/>
                </a:lnTo>
                <a:lnTo>
                  <a:pt x="3184797" y="566857"/>
                </a:lnTo>
                <a:lnTo>
                  <a:pt x="3184760" y="566857"/>
                </a:lnTo>
                <a:lnTo>
                  <a:pt x="3201701" y="566637"/>
                </a:lnTo>
                <a:lnTo>
                  <a:pt x="3201652" y="566637"/>
                </a:lnTo>
                <a:lnTo>
                  <a:pt x="3217263" y="566349"/>
                </a:lnTo>
                <a:lnTo>
                  <a:pt x="3217202" y="566355"/>
                </a:lnTo>
                <a:lnTo>
                  <a:pt x="3231539" y="566000"/>
                </a:lnTo>
                <a:lnTo>
                  <a:pt x="3231460" y="566000"/>
                </a:lnTo>
                <a:lnTo>
                  <a:pt x="3244571" y="565570"/>
                </a:lnTo>
                <a:lnTo>
                  <a:pt x="3244473" y="565577"/>
                </a:lnTo>
                <a:lnTo>
                  <a:pt x="3256421" y="565068"/>
                </a:lnTo>
                <a:lnTo>
                  <a:pt x="3256298" y="565075"/>
                </a:lnTo>
                <a:lnTo>
                  <a:pt x="3267130" y="564474"/>
                </a:lnTo>
                <a:lnTo>
                  <a:pt x="3266972" y="564486"/>
                </a:lnTo>
                <a:lnTo>
                  <a:pt x="3276750" y="563794"/>
                </a:lnTo>
                <a:lnTo>
                  <a:pt x="3276555" y="563806"/>
                </a:lnTo>
                <a:lnTo>
                  <a:pt x="3285322" y="563010"/>
                </a:lnTo>
                <a:lnTo>
                  <a:pt x="3285075" y="563040"/>
                </a:lnTo>
                <a:lnTo>
                  <a:pt x="3292900" y="562134"/>
                </a:lnTo>
                <a:lnTo>
                  <a:pt x="3292586" y="562170"/>
                </a:lnTo>
                <a:lnTo>
                  <a:pt x="3299516" y="561147"/>
                </a:lnTo>
                <a:lnTo>
                  <a:pt x="3299228" y="561196"/>
                </a:lnTo>
                <a:lnTo>
                  <a:pt x="3302372" y="560638"/>
                </a:lnTo>
                <a:lnTo>
                  <a:pt x="3302158" y="560675"/>
                </a:lnTo>
                <a:lnTo>
                  <a:pt x="3305099" y="560087"/>
                </a:lnTo>
                <a:lnTo>
                  <a:pt x="3304853" y="560142"/>
                </a:lnTo>
                <a:lnTo>
                  <a:pt x="3307592" y="559518"/>
                </a:lnTo>
                <a:lnTo>
                  <a:pt x="3307323" y="559585"/>
                </a:lnTo>
                <a:lnTo>
                  <a:pt x="3309871" y="558929"/>
                </a:lnTo>
                <a:lnTo>
                  <a:pt x="3309564" y="559009"/>
                </a:lnTo>
                <a:lnTo>
                  <a:pt x="3311936" y="558322"/>
                </a:lnTo>
                <a:lnTo>
                  <a:pt x="3311592" y="558426"/>
                </a:lnTo>
                <a:lnTo>
                  <a:pt x="3313785" y="557698"/>
                </a:lnTo>
                <a:lnTo>
                  <a:pt x="3313406" y="557833"/>
                </a:lnTo>
                <a:lnTo>
                  <a:pt x="3315434" y="557072"/>
                </a:lnTo>
                <a:lnTo>
                  <a:pt x="3315013" y="557238"/>
                </a:lnTo>
                <a:lnTo>
                  <a:pt x="3316873" y="556442"/>
                </a:lnTo>
                <a:lnTo>
                  <a:pt x="3316415" y="556650"/>
                </a:lnTo>
                <a:lnTo>
                  <a:pt x="3318117" y="555810"/>
                </a:lnTo>
                <a:lnTo>
                  <a:pt x="3317622" y="556074"/>
                </a:lnTo>
                <a:lnTo>
                  <a:pt x="3319185" y="555198"/>
                </a:lnTo>
                <a:lnTo>
                  <a:pt x="3318652" y="555516"/>
                </a:lnTo>
                <a:lnTo>
                  <a:pt x="3320066" y="554597"/>
                </a:lnTo>
                <a:lnTo>
                  <a:pt x="3319515" y="554984"/>
                </a:lnTo>
                <a:lnTo>
                  <a:pt x="3320796" y="554028"/>
                </a:lnTo>
                <a:lnTo>
                  <a:pt x="3320231" y="554481"/>
                </a:lnTo>
                <a:lnTo>
                  <a:pt x="3321382" y="553476"/>
                </a:lnTo>
                <a:lnTo>
                  <a:pt x="3320831" y="554003"/>
                </a:lnTo>
                <a:lnTo>
                  <a:pt x="3321861" y="552955"/>
                </a:lnTo>
                <a:lnTo>
                  <a:pt x="3321329" y="553537"/>
                </a:lnTo>
                <a:lnTo>
                  <a:pt x="3322240" y="552453"/>
                </a:lnTo>
                <a:lnTo>
                  <a:pt x="3321752" y="553084"/>
                </a:lnTo>
                <a:lnTo>
                  <a:pt x="3322559" y="551957"/>
                </a:lnTo>
                <a:lnTo>
                  <a:pt x="3322126" y="552618"/>
                </a:lnTo>
                <a:lnTo>
                  <a:pt x="3322829" y="551443"/>
                </a:lnTo>
                <a:lnTo>
                  <a:pt x="3322461" y="552109"/>
                </a:lnTo>
                <a:lnTo>
                  <a:pt x="3323075" y="550890"/>
                </a:lnTo>
                <a:lnTo>
                  <a:pt x="3322775" y="551547"/>
                </a:lnTo>
                <a:lnTo>
                  <a:pt x="3323296" y="550278"/>
                </a:lnTo>
                <a:lnTo>
                  <a:pt x="3323063" y="550903"/>
                </a:lnTo>
                <a:lnTo>
                  <a:pt x="3323503" y="549586"/>
                </a:lnTo>
                <a:lnTo>
                  <a:pt x="3323326" y="550168"/>
                </a:lnTo>
                <a:lnTo>
                  <a:pt x="3323694" y="548796"/>
                </a:lnTo>
                <a:lnTo>
                  <a:pt x="3323570" y="549322"/>
                </a:lnTo>
                <a:lnTo>
                  <a:pt x="3323870" y="547907"/>
                </a:lnTo>
                <a:lnTo>
                  <a:pt x="3323754" y="548562"/>
                </a:lnTo>
                <a:lnTo>
                  <a:pt x="3324177" y="545579"/>
                </a:lnTo>
                <a:lnTo>
                  <a:pt x="3324105" y="546247"/>
                </a:lnTo>
                <a:lnTo>
                  <a:pt x="3324338" y="543049"/>
                </a:lnTo>
                <a:lnTo>
                  <a:pt x="3324319" y="543483"/>
                </a:lnTo>
                <a:lnTo>
                  <a:pt x="3324417" y="540071"/>
                </a:lnTo>
                <a:lnTo>
                  <a:pt x="3324410" y="540310"/>
                </a:lnTo>
                <a:lnTo>
                  <a:pt x="3324435" y="536671"/>
                </a:lnTo>
                <a:lnTo>
                  <a:pt x="3324435" y="536750"/>
                </a:lnTo>
                <a:lnTo>
                  <a:pt x="3323577" y="49983"/>
                </a:lnTo>
                <a:lnTo>
                  <a:pt x="3323582" y="50148"/>
                </a:lnTo>
                <a:lnTo>
                  <a:pt x="3323547" y="48305"/>
                </a:lnTo>
                <a:lnTo>
                  <a:pt x="3323566" y="48696"/>
                </a:lnTo>
                <a:lnTo>
                  <a:pt x="3323461" y="46913"/>
                </a:lnTo>
                <a:lnTo>
                  <a:pt x="3323491" y="47355"/>
                </a:lnTo>
                <a:lnTo>
                  <a:pt x="3323315" y="45627"/>
                </a:lnTo>
                <a:lnTo>
                  <a:pt x="3323382" y="46123"/>
                </a:lnTo>
                <a:lnTo>
                  <a:pt x="3323124" y="44451"/>
                </a:lnTo>
                <a:lnTo>
                  <a:pt x="3323222" y="45002"/>
                </a:lnTo>
                <a:lnTo>
                  <a:pt x="3322877" y="43378"/>
                </a:lnTo>
                <a:lnTo>
                  <a:pt x="3323026" y="43973"/>
                </a:lnTo>
                <a:lnTo>
                  <a:pt x="3322591" y="42410"/>
                </a:lnTo>
                <a:lnTo>
                  <a:pt x="3322787" y="43042"/>
                </a:lnTo>
                <a:lnTo>
                  <a:pt x="3322259" y="41528"/>
                </a:lnTo>
                <a:lnTo>
                  <a:pt x="3322510" y="42183"/>
                </a:lnTo>
                <a:lnTo>
                  <a:pt x="3321880" y="40725"/>
                </a:lnTo>
                <a:lnTo>
                  <a:pt x="3322198" y="41387"/>
                </a:lnTo>
                <a:lnTo>
                  <a:pt x="3321464" y="39984"/>
                </a:lnTo>
                <a:lnTo>
                  <a:pt x="3321838" y="40634"/>
                </a:lnTo>
                <a:lnTo>
                  <a:pt x="3320998" y="39280"/>
                </a:lnTo>
                <a:lnTo>
                  <a:pt x="3321422" y="39910"/>
                </a:lnTo>
                <a:lnTo>
                  <a:pt x="3320466" y="38606"/>
                </a:lnTo>
                <a:lnTo>
                  <a:pt x="3320936" y="39199"/>
                </a:lnTo>
                <a:lnTo>
                  <a:pt x="3319859" y="37944"/>
                </a:lnTo>
                <a:lnTo>
                  <a:pt x="3320354" y="38483"/>
                </a:lnTo>
                <a:lnTo>
                  <a:pt x="3319152" y="37276"/>
                </a:lnTo>
                <a:lnTo>
                  <a:pt x="3319668" y="37760"/>
                </a:lnTo>
                <a:lnTo>
                  <a:pt x="3318338" y="36596"/>
                </a:lnTo>
                <a:lnTo>
                  <a:pt x="3318852" y="37019"/>
                </a:lnTo>
                <a:lnTo>
                  <a:pt x="3317382" y="35904"/>
                </a:lnTo>
                <a:lnTo>
                  <a:pt x="3317892" y="36265"/>
                </a:lnTo>
                <a:lnTo>
                  <a:pt x="3316287" y="35193"/>
                </a:lnTo>
                <a:lnTo>
                  <a:pt x="3316775" y="35499"/>
                </a:lnTo>
                <a:lnTo>
                  <a:pt x="3315024" y="34470"/>
                </a:lnTo>
                <a:lnTo>
                  <a:pt x="3315483" y="34727"/>
                </a:lnTo>
                <a:lnTo>
                  <a:pt x="3313585" y="33747"/>
                </a:lnTo>
                <a:lnTo>
                  <a:pt x="3314013" y="33955"/>
                </a:lnTo>
                <a:lnTo>
                  <a:pt x="3311955" y="33011"/>
                </a:lnTo>
                <a:lnTo>
                  <a:pt x="3312352" y="33189"/>
                </a:lnTo>
                <a:lnTo>
                  <a:pt x="3310141" y="32289"/>
                </a:lnTo>
                <a:lnTo>
                  <a:pt x="3310508" y="32429"/>
                </a:lnTo>
                <a:lnTo>
                  <a:pt x="3308125" y="31572"/>
                </a:lnTo>
                <a:lnTo>
                  <a:pt x="3308462" y="31682"/>
                </a:lnTo>
                <a:lnTo>
                  <a:pt x="3305913" y="30867"/>
                </a:lnTo>
                <a:lnTo>
                  <a:pt x="3306213" y="30959"/>
                </a:lnTo>
                <a:lnTo>
                  <a:pt x="3303493" y="30181"/>
                </a:lnTo>
                <a:lnTo>
                  <a:pt x="3303769" y="30255"/>
                </a:lnTo>
                <a:lnTo>
                  <a:pt x="3300865" y="29513"/>
                </a:lnTo>
                <a:lnTo>
                  <a:pt x="3301116" y="29575"/>
                </a:lnTo>
                <a:lnTo>
                  <a:pt x="3298028" y="28870"/>
                </a:lnTo>
                <a:lnTo>
                  <a:pt x="3298256" y="28919"/>
                </a:lnTo>
                <a:lnTo>
                  <a:pt x="3294977" y="28245"/>
                </a:lnTo>
                <a:lnTo>
                  <a:pt x="3295179" y="28288"/>
                </a:lnTo>
                <a:lnTo>
                  <a:pt x="3291712" y="27651"/>
                </a:lnTo>
                <a:lnTo>
                  <a:pt x="3291896" y="27687"/>
                </a:lnTo>
                <a:lnTo>
                  <a:pt x="3288224" y="27087"/>
                </a:lnTo>
                <a:lnTo>
                  <a:pt x="3288463" y="27124"/>
                </a:lnTo>
                <a:lnTo>
                  <a:pt x="3280513" y="26021"/>
                </a:lnTo>
                <a:lnTo>
                  <a:pt x="3280780" y="26051"/>
                </a:lnTo>
                <a:lnTo>
                  <a:pt x="3271971" y="25078"/>
                </a:lnTo>
                <a:lnTo>
                  <a:pt x="3272192" y="25096"/>
                </a:lnTo>
                <a:lnTo>
                  <a:pt x="3262486" y="24237"/>
                </a:lnTo>
                <a:lnTo>
                  <a:pt x="3262662" y="24257"/>
                </a:lnTo>
                <a:lnTo>
                  <a:pt x="3252028" y="23503"/>
                </a:lnTo>
                <a:lnTo>
                  <a:pt x="3252168" y="23515"/>
                </a:lnTo>
                <a:lnTo>
                  <a:pt x="3240559" y="22865"/>
                </a:lnTo>
                <a:lnTo>
                  <a:pt x="3240675" y="22872"/>
                </a:lnTo>
                <a:lnTo>
                  <a:pt x="3228046" y="22320"/>
                </a:lnTo>
                <a:lnTo>
                  <a:pt x="3228146" y="22320"/>
                </a:lnTo>
                <a:lnTo>
                  <a:pt x="3214458" y="21855"/>
                </a:lnTo>
                <a:lnTo>
                  <a:pt x="3214538" y="21861"/>
                </a:lnTo>
                <a:lnTo>
                  <a:pt x="3199759" y="21475"/>
                </a:lnTo>
                <a:lnTo>
                  <a:pt x="3199827" y="21475"/>
                </a:lnTo>
                <a:lnTo>
                  <a:pt x="3183914" y="21162"/>
                </a:lnTo>
                <a:lnTo>
                  <a:pt x="3183965" y="21162"/>
                </a:lnTo>
                <a:lnTo>
                  <a:pt x="3166882" y="20911"/>
                </a:lnTo>
                <a:lnTo>
                  <a:pt x="3166926" y="20917"/>
                </a:lnTo>
                <a:lnTo>
                  <a:pt x="3148625" y="20721"/>
                </a:lnTo>
                <a:lnTo>
                  <a:pt x="3148662" y="20721"/>
                </a:lnTo>
                <a:lnTo>
                  <a:pt x="3129110" y="20581"/>
                </a:lnTo>
                <a:lnTo>
                  <a:pt x="3129140" y="20581"/>
                </a:lnTo>
                <a:lnTo>
                  <a:pt x="3086131" y="20421"/>
                </a:lnTo>
                <a:lnTo>
                  <a:pt x="3086162" y="20421"/>
                </a:lnTo>
                <a:lnTo>
                  <a:pt x="2983366" y="20360"/>
                </a:lnTo>
                <a:lnTo>
                  <a:pt x="328443" y="19913"/>
                </a:lnTo>
                <a:lnTo>
                  <a:pt x="328449" y="19913"/>
                </a:lnTo>
                <a:lnTo>
                  <a:pt x="274502" y="19943"/>
                </a:lnTo>
                <a:lnTo>
                  <a:pt x="274526" y="19943"/>
                </a:lnTo>
                <a:lnTo>
                  <a:pt x="227031" y="20059"/>
                </a:lnTo>
                <a:lnTo>
                  <a:pt x="227069" y="20059"/>
                </a:lnTo>
                <a:lnTo>
                  <a:pt x="185620" y="20329"/>
                </a:lnTo>
                <a:lnTo>
                  <a:pt x="185662" y="20329"/>
                </a:lnTo>
                <a:lnTo>
                  <a:pt x="167079" y="20537"/>
                </a:lnTo>
                <a:lnTo>
                  <a:pt x="167122" y="20537"/>
                </a:lnTo>
                <a:lnTo>
                  <a:pt x="149887" y="20801"/>
                </a:lnTo>
                <a:lnTo>
                  <a:pt x="149943" y="20794"/>
                </a:lnTo>
                <a:lnTo>
                  <a:pt x="134013" y="21125"/>
                </a:lnTo>
                <a:lnTo>
                  <a:pt x="134081" y="21125"/>
                </a:lnTo>
                <a:lnTo>
                  <a:pt x="119407" y="21517"/>
                </a:lnTo>
                <a:lnTo>
                  <a:pt x="119492" y="21517"/>
                </a:lnTo>
                <a:lnTo>
                  <a:pt x="106019" y="21989"/>
                </a:lnTo>
                <a:lnTo>
                  <a:pt x="106123" y="21989"/>
                </a:lnTo>
                <a:lnTo>
                  <a:pt x="93809" y="22540"/>
                </a:lnTo>
                <a:lnTo>
                  <a:pt x="93930" y="22535"/>
                </a:lnTo>
                <a:lnTo>
                  <a:pt x="82712" y="23184"/>
                </a:lnTo>
                <a:lnTo>
                  <a:pt x="82866" y="23172"/>
                </a:lnTo>
                <a:lnTo>
                  <a:pt x="72701" y="23919"/>
                </a:lnTo>
                <a:lnTo>
                  <a:pt x="72892" y="23907"/>
                </a:lnTo>
                <a:lnTo>
                  <a:pt x="63725" y="24752"/>
                </a:lnTo>
                <a:lnTo>
                  <a:pt x="63958" y="24728"/>
                </a:lnTo>
                <a:lnTo>
                  <a:pt x="55735" y="25690"/>
                </a:lnTo>
                <a:lnTo>
                  <a:pt x="56030" y="25647"/>
                </a:lnTo>
                <a:lnTo>
                  <a:pt x="48703" y="26725"/>
                </a:lnTo>
                <a:lnTo>
                  <a:pt x="48973" y="26683"/>
                </a:lnTo>
                <a:lnTo>
                  <a:pt x="45626" y="27265"/>
                </a:lnTo>
                <a:lnTo>
                  <a:pt x="45829" y="27228"/>
                </a:lnTo>
                <a:lnTo>
                  <a:pt x="42692" y="27847"/>
                </a:lnTo>
                <a:lnTo>
                  <a:pt x="42919" y="27798"/>
                </a:lnTo>
                <a:lnTo>
                  <a:pt x="39978" y="28447"/>
                </a:lnTo>
                <a:lnTo>
                  <a:pt x="40236" y="28385"/>
                </a:lnTo>
                <a:lnTo>
                  <a:pt x="37484" y="29066"/>
                </a:lnTo>
                <a:lnTo>
                  <a:pt x="37766" y="28992"/>
                </a:lnTo>
                <a:lnTo>
                  <a:pt x="35205" y="29709"/>
                </a:lnTo>
                <a:lnTo>
                  <a:pt x="35518" y="29617"/>
                </a:lnTo>
                <a:lnTo>
                  <a:pt x="33134" y="30371"/>
                </a:lnTo>
                <a:lnTo>
                  <a:pt x="33478" y="30255"/>
                </a:lnTo>
                <a:lnTo>
                  <a:pt x="31266" y="31038"/>
                </a:lnTo>
                <a:lnTo>
                  <a:pt x="31652" y="30898"/>
                </a:lnTo>
                <a:lnTo>
                  <a:pt x="29605" y="31719"/>
                </a:lnTo>
                <a:lnTo>
                  <a:pt x="30023" y="31541"/>
                </a:lnTo>
                <a:lnTo>
                  <a:pt x="28134" y="32405"/>
                </a:lnTo>
                <a:lnTo>
                  <a:pt x="28588" y="32178"/>
                </a:lnTo>
                <a:lnTo>
                  <a:pt x="26853" y="33085"/>
                </a:lnTo>
                <a:lnTo>
                  <a:pt x="27339" y="32810"/>
                </a:lnTo>
                <a:lnTo>
                  <a:pt x="25758" y="33753"/>
                </a:lnTo>
                <a:lnTo>
                  <a:pt x="26266" y="33428"/>
                </a:lnTo>
                <a:lnTo>
                  <a:pt x="24821" y="34408"/>
                </a:lnTo>
                <a:lnTo>
                  <a:pt x="25353" y="34022"/>
                </a:lnTo>
                <a:lnTo>
                  <a:pt x="24042" y="35046"/>
                </a:lnTo>
                <a:lnTo>
                  <a:pt x="24575" y="34598"/>
                </a:lnTo>
                <a:lnTo>
                  <a:pt x="23393" y="35658"/>
                </a:lnTo>
                <a:lnTo>
                  <a:pt x="23918" y="35150"/>
                </a:lnTo>
                <a:lnTo>
                  <a:pt x="22859" y="36253"/>
                </a:lnTo>
                <a:lnTo>
                  <a:pt x="23363" y="35689"/>
                </a:lnTo>
                <a:lnTo>
                  <a:pt x="22418" y="36841"/>
                </a:lnTo>
                <a:lnTo>
                  <a:pt x="22879" y="36228"/>
                </a:lnTo>
                <a:lnTo>
                  <a:pt x="22038" y="37423"/>
                </a:lnTo>
                <a:lnTo>
                  <a:pt x="22454" y="36786"/>
                </a:lnTo>
                <a:lnTo>
                  <a:pt x="21714" y="38030"/>
                </a:lnTo>
                <a:lnTo>
                  <a:pt x="22070" y="37380"/>
                </a:lnTo>
                <a:lnTo>
                  <a:pt x="21425" y="38667"/>
                </a:lnTo>
                <a:lnTo>
                  <a:pt x="21714" y="38036"/>
                </a:lnTo>
                <a:lnTo>
                  <a:pt x="21163" y="39365"/>
                </a:lnTo>
                <a:lnTo>
                  <a:pt x="21395" y="38758"/>
                </a:lnTo>
                <a:lnTo>
                  <a:pt x="20923" y="40138"/>
                </a:lnTo>
                <a:lnTo>
                  <a:pt x="21101" y="39574"/>
                </a:lnTo>
                <a:lnTo>
                  <a:pt x="20709" y="41002"/>
                </a:lnTo>
                <a:lnTo>
                  <a:pt x="20832" y="40486"/>
                </a:lnTo>
                <a:lnTo>
                  <a:pt x="20514" y="41963"/>
                </a:lnTo>
                <a:lnTo>
                  <a:pt x="20598" y="41503"/>
                </a:lnTo>
                <a:lnTo>
                  <a:pt x="20342" y="43035"/>
                </a:lnTo>
                <a:lnTo>
                  <a:pt x="20421" y="42459"/>
                </a:lnTo>
                <a:lnTo>
                  <a:pt x="20072" y="45670"/>
                </a:lnTo>
                <a:lnTo>
                  <a:pt x="20121" y="45088"/>
                </a:lnTo>
                <a:lnTo>
                  <a:pt x="19949" y="48513"/>
                </a:lnTo>
                <a:lnTo>
                  <a:pt x="19956" y="48133"/>
                </a:lnTo>
                <a:lnTo>
                  <a:pt x="19913" y="517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text-99 W">
            <a:extLst xmlns:a="http://schemas.openxmlformats.org/drawingml/2006/main">
              <a:ext uri="{FF2B5EF4-FFF2-40B4-BE49-F238E27FC236}">
                <a16:creationId xmlns:a16="http://schemas.microsoft.com/office/drawing/2014/main" id="{7573CD72-22FD-43DD-B971-DA6E654A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7071" y="5839117"/>
            <a:ext cx="173509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97" name="text-100 h">
            <a:extLst xmlns:a="http://schemas.openxmlformats.org/drawingml/2006/main">
              <a:ext uri="{FF2B5EF4-FFF2-40B4-BE49-F238E27FC236}">
                <a16:creationId xmlns:a16="http://schemas.microsoft.com/office/drawing/2014/main" id="{61FBC3E7-6B1F-454D-A74D-083D8245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890" y="5839169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98" name="text-101 o">
            <a:extLst xmlns:a="http://schemas.openxmlformats.org/drawingml/2006/main">
              <a:ext uri="{FF2B5EF4-FFF2-40B4-BE49-F238E27FC236}">
                <a16:creationId xmlns:a16="http://schemas.microsoft.com/office/drawing/2014/main" id="{AE790611-3BD7-41BC-9B21-BB86AEF9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3460" y="5839117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99" name="text-103 s">
            <a:extLst xmlns:a="http://schemas.openxmlformats.org/drawingml/2006/main">
              <a:ext uri="{FF2B5EF4-FFF2-40B4-BE49-F238E27FC236}">
                <a16:creationId xmlns:a16="http://schemas.microsoft.com/office/drawing/2014/main" id="{4577E82C-F61D-46D8-89A8-D18C1904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5996" y="5839149"/>
            <a:ext cx="83683" cy="20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00" name="text-104 core">
            <a:extLst xmlns:a="http://schemas.openxmlformats.org/drawingml/2006/main">
              <a:ext uri="{FF2B5EF4-FFF2-40B4-BE49-F238E27FC236}">
                <a16:creationId xmlns:a16="http://schemas.microsoft.com/office/drawing/2014/main" id="{ED8081C1-320A-40F9-A964-4E4EF79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2056" y="5839695"/>
            <a:ext cx="291974" cy="205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core</a:t>
            </a:r>
          </a:p>
        </p:txBody>
      </p:sp>
      <p:sp>
        <p:nvSpPr>
          <p:cNvPr id="101" name="text-105 d">
            <a:extLst xmlns:a="http://schemas.openxmlformats.org/drawingml/2006/main">
              <a:ext uri="{FF2B5EF4-FFF2-40B4-BE49-F238E27FC236}">
                <a16:creationId xmlns:a16="http://schemas.microsoft.com/office/drawing/2014/main" id="{1D93B2A5-FFC3-45B3-A2AD-0823B5E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6430" y="5839169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02" name="text-107 the">
            <a:extLst xmlns:a="http://schemas.openxmlformats.org/drawingml/2006/main">
              <a:ext uri="{FF2B5EF4-FFF2-40B4-BE49-F238E27FC236}">
                <a16:creationId xmlns:a16="http://schemas.microsoft.com/office/drawing/2014/main" id="{C1495C39-DA7E-4BF9-A0A6-BA11A54C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013" y="5840895"/>
            <a:ext cx="219769" cy="203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03" name="text-109 t">
            <a:extLst xmlns:a="http://schemas.openxmlformats.org/drawingml/2006/main">
              <a:ext uri="{FF2B5EF4-FFF2-40B4-BE49-F238E27FC236}">
                <a16:creationId xmlns:a16="http://schemas.microsoft.com/office/drawing/2014/main" id="{D36D7A48-D540-4C12-AE6C-ADF82C81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412" y="5839071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04" name="text-110 h">
            <a:extLst xmlns:a="http://schemas.openxmlformats.org/drawingml/2006/main">
              <a:ext uri="{FF2B5EF4-FFF2-40B4-BE49-F238E27FC236}">
                <a16:creationId xmlns:a16="http://schemas.microsoft.com/office/drawing/2014/main" id="{A5FC6A02-5DE8-4EAA-A504-7A6E0D5C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5201" y="5839169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05" name="text-111 re">
            <a:extLst xmlns:a="http://schemas.openxmlformats.org/drawingml/2006/main">
              <a:ext uri="{FF2B5EF4-FFF2-40B4-BE49-F238E27FC236}">
                <a16:creationId xmlns:a16="http://schemas.microsoft.com/office/drawing/2014/main" id="{29EA4A3B-0707-4D08-BD78-73C47F7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770" y="5837409"/>
            <a:ext cx="156064" cy="208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</a:t>
            </a:r>
          </a:p>
        </p:txBody>
      </p:sp>
      <p:sp>
        <p:nvSpPr>
          <p:cNvPr id="106" name="text-112 e-pointer">
            <a:extLst xmlns:a="http://schemas.openxmlformats.org/drawingml/2006/main">
              <a:ext uri="{FF2B5EF4-FFF2-40B4-BE49-F238E27FC236}">
                <a16:creationId xmlns:a16="http://schemas.microsoft.com/office/drawing/2014/main" id="{F282A94A-E3D8-4FD7-A5D7-EFBC6E1D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3821" y="5841627"/>
            <a:ext cx="587861" cy="202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e-pointer</a:t>
            </a:r>
          </a:p>
        </p:txBody>
      </p:sp>
      <p:sp>
        <p:nvSpPr>
          <p:cNvPr id="107" name="text-112 at">
            <a:extLst xmlns:a="http://schemas.openxmlformats.org/drawingml/2006/main">
              <a:ext uri="{FF2B5EF4-FFF2-40B4-BE49-F238E27FC236}">
                <a16:creationId xmlns:a16="http://schemas.microsoft.com/office/drawing/2014/main" id="{31AA086A-649F-44F5-B8B1-324961D4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9965" y="5840568"/>
            <a:ext cx="147468" cy="203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</a:t>
            </a:r>
          </a:p>
        </p:txBody>
      </p:sp>
      <p:sp>
        <p:nvSpPr>
          <p:cNvPr id="108" name="text-113 0.8s">
            <a:extLst xmlns:a="http://schemas.openxmlformats.org/drawingml/2006/main">
              <a:ext uri="{FF2B5EF4-FFF2-40B4-BE49-F238E27FC236}">
                <a16:creationId xmlns:a16="http://schemas.microsoft.com/office/drawing/2014/main" id="{E4B26C0F-A446-4C9B-96F6-70A37510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9483" y="6105990"/>
            <a:ext cx="263424" cy="202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0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0.8s</a:t>
            </a:r>
          </a:p>
        </p:txBody>
      </p:sp>
      <p:sp>
        <p:nvSpPr>
          <p:cNvPr id="109" name="text-114 ?">
            <a:extLst xmlns:a="http://schemas.openxmlformats.org/drawingml/2006/main">
              <a:ext uri="{FF2B5EF4-FFF2-40B4-BE49-F238E27FC236}">
                <a16:creationId xmlns:a16="http://schemas.microsoft.com/office/drawing/2014/main" id="{6010FEAD-0FD4-4120-88FC-E09AA010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672" y="6103798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712D96-EFF4-4882-B1F6-CE66545532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f2b4526684b10"/>
          <a:stretch xmlns:a="http://schemas.openxmlformats.org/drawingml/2006/main"/>
        </p:blipFill>
        <p:spPr>
          <a:xfrm xmlns:a="http://schemas.openxmlformats.org/drawingml/2006/main">
            <a:off x="7905750" y="5876925"/>
            <a:ext cx="209550" cy="133350"/>
          </a:xfrm>
          <a:prstGeom xmlns:a="http://schemas.openxmlformats.org/drawingml/2006/main" prst="rect">
            <a:avLst/>
          </a:prstGeom>
        </p:spPr>
      </p:pic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D006C6E-0A43-4D8E-BF92-46AB20DDB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b71026eb24c40"/>
          <a:stretch xmlns:a="http://schemas.openxmlformats.org/drawingml/2006/main"/>
        </p:blipFill>
        <p:spPr>
          <a:xfrm xmlns:a="http://schemas.openxmlformats.org/drawingml/2006/main">
            <a:off x="8086725" y="5905500"/>
            <a:ext cx="171450" cy="104775"/>
          </a:xfrm>
          <a:prstGeom xmlns:a="http://schemas.openxmlformats.org/drawingml/2006/main" prst="rect">
            <a:avLst/>
          </a:prstGeom>
        </p:spPr>
      </p:pic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1E38CF3-B2B7-4D73-B9C2-6CB7F6402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d1b8d25e74cb2"/>
          <a:stretch xmlns:a="http://schemas.openxmlformats.org/drawingml/2006/main"/>
        </p:blipFill>
        <p:spPr>
          <a:xfrm xmlns:a="http://schemas.openxmlformats.org/drawingml/2006/main">
            <a:off x="8267700" y="58769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13" name="text-118 Sh">
            <a:extLst xmlns:a="http://schemas.openxmlformats.org/drawingml/2006/main">
              <a:ext uri="{FF2B5EF4-FFF2-40B4-BE49-F238E27FC236}">
                <a16:creationId xmlns:a16="http://schemas.microsoft.com/office/drawing/2014/main" id="{6A442CBC-1102-4621-BFA3-E4E5B982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337" y="6552724"/>
            <a:ext cx="185062" cy="200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</a:t>
            </a:r>
          </a:p>
        </p:txBody>
      </p:sp>
      <p:sp>
        <p:nvSpPr>
          <p:cNvPr id="114" name="text-119 o">
            <a:extLst xmlns:a="http://schemas.openxmlformats.org/drawingml/2006/main">
              <a:ext uri="{FF2B5EF4-FFF2-40B4-BE49-F238E27FC236}">
                <a16:creationId xmlns:a16="http://schemas.microsoft.com/office/drawing/2014/main" id="{4F46BE92-FD05-4FE1-B0F3-6D93FC49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9345" y="6548915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15" name="text-120 w">
            <a:extLst xmlns:a="http://schemas.openxmlformats.org/drawingml/2006/main">
              <a:ext uri="{FF2B5EF4-FFF2-40B4-BE49-F238E27FC236}">
                <a16:creationId xmlns:a16="http://schemas.microsoft.com/office/drawing/2014/main" id="{3F844749-260E-4A5B-9D7B-F3BCD339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79" y="6548911"/>
            <a:ext cx="132656" cy="20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16" name="text-120 the">
            <a:extLst xmlns:a="http://schemas.openxmlformats.org/drawingml/2006/main">
              <a:ext uri="{FF2B5EF4-FFF2-40B4-BE49-F238E27FC236}">
                <a16:creationId xmlns:a16="http://schemas.microsoft.com/office/drawing/2014/main" id="{0E7BC054-77B0-4411-8B6B-3B866734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3064" y="6555289"/>
            <a:ext cx="212815" cy="196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17" name="text-120 tra">
            <a:extLst xmlns:a="http://schemas.openxmlformats.org/drawingml/2006/main">
              <a:ext uri="{FF2B5EF4-FFF2-40B4-BE49-F238E27FC236}">
                <a16:creationId xmlns:a16="http://schemas.microsoft.com/office/drawing/2014/main" id="{9D609B81-2EA6-47A4-99AC-98D050E0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8730" y="6555572"/>
            <a:ext cx="204477" cy="196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</a:t>
            </a:r>
          </a:p>
        </p:txBody>
      </p:sp>
      <p:sp>
        <p:nvSpPr>
          <p:cNvPr id="118" name="text-121 j">
            <a:extLst xmlns:a="http://schemas.openxmlformats.org/drawingml/2006/main">
              <a:ext uri="{FF2B5EF4-FFF2-40B4-BE49-F238E27FC236}">
                <a16:creationId xmlns:a16="http://schemas.microsoft.com/office/drawing/2014/main" id="{DA86007E-4E32-41DC-8074-66063D86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3651" y="6548868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119" name="text-122 ect">
            <a:extLst xmlns:a="http://schemas.openxmlformats.org/drawingml/2006/main">
              <a:ext uri="{FF2B5EF4-FFF2-40B4-BE49-F238E27FC236}">
                <a16:creationId xmlns:a16="http://schemas.microsoft.com/office/drawing/2014/main" id="{CD25DF0E-016D-4B10-917E-A30269EE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8377" y="6555908"/>
            <a:ext cx="196096" cy="19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ect</a:t>
            </a:r>
          </a:p>
        </p:txBody>
      </p:sp>
      <p:sp>
        <p:nvSpPr>
          <p:cNvPr id="120" name="text-123 or">
            <a:extLst xmlns:a="http://schemas.openxmlformats.org/drawingml/2006/main">
              <a:ext uri="{FF2B5EF4-FFF2-40B4-BE49-F238E27FC236}">
                <a16:creationId xmlns:a16="http://schemas.microsoft.com/office/drawing/2014/main" id="{2541F576-5836-485E-B8CA-FCEECCB6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5027" y="6553427"/>
            <a:ext cx="160152" cy="199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</a:t>
            </a:r>
          </a:p>
        </p:txBody>
      </p:sp>
      <p:sp>
        <p:nvSpPr>
          <p:cNvPr id="121" name="text-124 y">
            <a:extLst xmlns:a="http://schemas.openxmlformats.org/drawingml/2006/main">
              <a:ext uri="{FF2B5EF4-FFF2-40B4-BE49-F238E27FC236}">
                <a16:creationId xmlns:a16="http://schemas.microsoft.com/office/drawing/2014/main" id="{BAF4A6BF-7701-49D3-9698-066E693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224" y="6548915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22" name="text-125 o">
            <a:extLst xmlns:a="http://schemas.openxmlformats.org/drawingml/2006/main">
              <a:ext uri="{FF2B5EF4-FFF2-40B4-BE49-F238E27FC236}">
                <a16:creationId xmlns:a16="http://schemas.microsoft.com/office/drawing/2014/main" id="{3FF1AFC4-4657-4898-9B6B-0E25D809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5704" y="6548915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23" name="text-126 f">
            <a:extLst xmlns:a="http://schemas.openxmlformats.org/drawingml/2006/main">
              <a:ext uri="{FF2B5EF4-FFF2-40B4-BE49-F238E27FC236}">
                <a16:creationId xmlns:a16="http://schemas.microsoft.com/office/drawing/2014/main" id="{BC7911F1-6343-4BC5-B2A2-0262133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4325" y="6548868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24" name="text-127 p">
            <a:extLst xmlns:a="http://schemas.openxmlformats.org/drawingml/2006/main">
              <a:ext uri="{FF2B5EF4-FFF2-40B4-BE49-F238E27FC236}">
                <a16:creationId xmlns:a16="http://schemas.microsoft.com/office/drawing/2014/main" id="{95FDB62B-669D-4F87-BA11-3429399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0297" y="6548967"/>
            <a:ext cx="108233" cy="20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25" name="text-128 l">
            <a:extLst xmlns:a="http://schemas.openxmlformats.org/drawingml/2006/main">
              <a:ext uri="{FF2B5EF4-FFF2-40B4-BE49-F238E27FC236}">
                <a16:creationId xmlns:a16="http://schemas.microsoft.com/office/drawing/2014/main" id="{AD58BBDC-98F0-47D2-A4E7-0F83D7E0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7190" y="6548925"/>
            <a:ext cx="67316" cy="205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26" name="text-129 aye">
            <a:extLst xmlns:a="http://schemas.openxmlformats.org/drawingml/2006/main">
              <a:ext uri="{FF2B5EF4-FFF2-40B4-BE49-F238E27FC236}">
                <a16:creationId xmlns:a16="http://schemas.microsoft.com/office/drawing/2014/main" id="{5B3E8881-43F0-4274-ABA7-D4D890E7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3032" y="6555685"/>
            <a:ext cx="227752" cy="196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4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aye</a:t>
            </a:r>
          </a:p>
        </p:txBody>
      </p:sp>
      <p:sp>
        <p:nvSpPr>
          <p:cNvPr id="127" name="text-130 r">
            <a:extLst xmlns:a="http://schemas.openxmlformats.org/drawingml/2006/main">
              <a:ext uri="{FF2B5EF4-FFF2-40B4-BE49-F238E27FC236}">
                <a16:creationId xmlns:a16="http://schemas.microsoft.com/office/drawing/2014/main" id="{E4E979E4-03D2-4C1D-A6D5-DD3ABF1D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0623" y="6548849"/>
            <a:ext cx="91742" cy="205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28" name="text-132 #6">
            <a:extLst xmlns:a="http://schemas.openxmlformats.org/drawingml/2006/main">
              <a:ext uri="{FF2B5EF4-FFF2-40B4-BE49-F238E27FC236}">
                <a16:creationId xmlns:a16="http://schemas.microsoft.com/office/drawing/2014/main" id="{60588C37-1C1B-4953-90A8-22B5411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0578" y="6553815"/>
            <a:ext cx="167726" cy="198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129" name="text-134 f">
            <a:extLst xmlns:a="http://schemas.openxmlformats.org/drawingml/2006/main">
              <a:ext uri="{FF2B5EF4-FFF2-40B4-BE49-F238E27FC236}">
                <a16:creationId xmlns:a16="http://schemas.microsoft.com/office/drawing/2014/main" id="{8AF587A7-8B3C-40EB-805D-A3578220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9679" y="6548868"/>
            <a:ext cx="75439" cy="20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30" name="text-135 r">
            <a:extLst xmlns:a="http://schemas.openxmlformats.org/drawingml/2006/main">
              <a:ext uri="{FF2B5EF4-FFF2-40B4-BE49-F238E27FC236}">
                <a16:creationId xmlns:a16="http://schemas.microsoft.com/office/drawing/2014/main" id="{1EC84145-599B-4DE3-8A7D-CF2F6427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4407" y="6548849"/>
            <a:ext cx="91742" cy="205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1" name="text-136 om">
            <a:extLst xmlns:a="http://schemas.openxmlformats.org/drawingml/2006/main">
              <a:ext uri="{FF2B5EF4-FFF2-40B4-BE49-F238E27FC236}">
                <a16:creationId xmlns:a16="http://schemas.microsoft.com/office/drawing/2014/main" id="{9357EC1D-EBFB-465C-BC56-CDBDCF2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5368" y="6552119"/>
            <a:ext cx="217612" cy="201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om</a:t>
            </a:r>
          </a:p>
        </p:txBody>
      </p:sp>
      <p:sp>
        <p:nvSpPr>
          <p:cNvPr id="132" name="text-137 0.5s">
            <a:extLst xmlns:a="http://schemas.openxmlformats.org/drawingml/2006/main">
              <a:ext uri="{FF2B5EF4-FFF2-40B4-BE49-F238E27FC236}">
                <a16:creationId xmlns:a16="http://schemas.microsoft.com/office/drawing/2014/main" id="{9780AB8A-2A18-4F77-820B-216A0963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8190" y="6821394"/>
            <a:ext cx="253225" cy="194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6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0.5s</a:t>
            </a:r>
          </a:p>
        </p:txBody>
      </p:sp>
      <p:sp>
        <p:nvSpPr>
          <p:cNvPr id="133" name="text-137 to">
            <a:extLst xmlns:a="http://schemas.openxmlformats.org/drawingml/2006/main">
              <a:ext uri="{FF2B5EF4-FFF2-40B4-BE49-F238E27FC236}">
                <a16:creationId xmlns:a16="http://schemas.microsoft.com/office/drawing/2014/main" id="{BECAAFC5-162A-452A-BF35-70F5C03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4601" y="6818666"/>
            <a:ext cx="143800" cy="198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134" name="text-139 1">
            <a:extLst xmlns:a="http://schemas.openxmlformats.org/drawingml/2006/main">
              <a:ext uri="{FF2B5EF4-FFF2-40B4-BE49-F238E27FC236}">
                <a16:creationId xmlns:a16="http://schemas.microsoft.com/office/drawing/2014/main" id="{F32D6751-6605-4ED9-A1C2-58740DA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7574" y="6813594"/>
            <a:ext cx="99986" cy="20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5" name="text-140 .2">
            <a:extLst xmlns:a="http://schemas.openxmlformats.org/drawingml/2006/main">
              <a:ext uri="{FF2B5EF4-FFF2-40B4-BE49-F238E27FC236}">
                <a16:creationId xmlns:a16="http://schemas.microsoft.com/office/drawing/2014/main" id="{92554C74-0536-45E7-A760-2FDEEB7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808" y="6819312"/>
            <a:ext cx="131430" cy="197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3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3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13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.2</a:t>
            </a:r>
          </a:p>
        </p:txBody>
      </p:sp>
      <p:sp>
        <p:nvSpPr>
          <p:cNvPr id="136" name="text-141 s">
            <a:extLst xmlns:a="http://schemas.openxmlformats.org/drawingml/2006/main">
              <a:ext uri="{FF2B5EF4-FFF2-40B4-BE49-F238E27FC236}">
                <a16:creationId xmlns:a16="http://schemas.microsoft.com/office/drawing/2014/main" id="{74E89078-44A3-40E4-AA2D-5DE7864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8514" y="6813626"/>
            <a:ext cx="83683" cy="20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7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7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7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37" name="text-142 .">
            <a:extLst xmlns:a="http://schemas.openxmlformats.org/drawingml/2006/main">
              <a:ext uri="{FF2B5EF4-FFF2-40B4-BE49-F238E27FC236}">
                <a16:creationId xmlns:a16="http://schemas.microsoft.com/office/drawing/2014/main" id="{5FD790D0-0A4C-41E0-AC01-2E554612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1512" y="6813592"/>
            <a:ext cx="63226" cy="205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8" b="1" i="0">
                <a:solidFill>
                  <a:srgbClr val="70AD47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5E762E8-BB75-4502-AD6D-8B211C271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cf514e2f94f31"/>
          <a:stretch xmlns:a="http://schemas.openxmlformats.org/drawingml/2006/main"/>
        </p:blipFill>
        <p:spPr>
          <a:xfrm xmlns:a="http://schemas.openxmlformats.org/drawingml/2006/main">
            <a:off x="7953375" y="6581775"/>
            <a:ext cx="200025" cy="142875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7B060C8-B95B-42B4-9848-20B13A5D4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2c1d230e4439f"/>
          <a:stretch xmlns:a="http://schemas.openxmlformats.org/drawingml/2006/main"/>
        </p:blipFill>
        <p:spPr>
          <a:xfrm xmlns:a="http://schemas.openxmlformats.org/drawingml/2006/main">
            <a:off x="8124825" y="6610350"/>
            <a:ext cx="95250" cy="114300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61AA0EA-A837-4440-8AFA-FD48A2ADA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050b4f5f54b46"/>
          <a:stretch xmlns:a="http://schemas.openxmlformats.org/drawingml/2006/main"/>
        </p:blipFill>
        <p:spPr>
          <a:xfrm xmlns:a="http://schemas.openxmlformats.org/drawingml/2006/main">
            <a:off x="8181975" y="6581775"/>
            <a:ext cx="257175" cy="142875"/>
          </a:xfrm>
          <a:prstGeom xmlns:a="http://schemas.openxmlformats.org/drawingml/2006/main" prst="rect">
            <a:avLst/>
          </a:prstGeom>
        </p:spPr>
      </p:pic>
      <p:sp>
        <p:nvSpPr>
          <p:cNvPr id="141" name="4D Coordinate">
            <a:extLst xmlns:a="http://schemas.openxmlformats.org/drawingml/2006/main">
              <a:ext uri="{FF2B5EF4-FFF2-40B4-BE49-F238E27FC236}">
                <a16:creationId xmlns:a16="http://schemas.microsoft.com/office/drawing/2014/main" id="{4790FC87-9770-4AC1-9715-23B56E4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9507" y="5749694"/>
            <a:ext cx="1139444" cy="253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 Coordinate</a:t>
            </a:r>
          </a:p>
        </p:txBody>
      </p:sp>
      <p:sp>
        <p:nvSpPr>
          <p:cNvPr id="142" name="Multi-view 2D Input">
            <a:extLst xmlns:a="http://schemas.openxmlformats.org/drawingml/2006/main">
              <a:ext uri="{FF2B5EF4-FFF2-40B4-BE49-F238E27FC236}">
                <a16:creationId xmlns:a16="http://schemas.microsoft.com/office/drawing/2014/main" id="{FA64BA7F-7A47-4FBC-AD75-39CC0E34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06" y="5762374"/>
            <a:ext cx="1640301" cy="2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Multi-view 2D Input</a:t>
            </a:r>
          </a:p>
        </p:txBody>
      </p:sp>
      <p:sp>
        <p:nvSpPr>
          <p:cNvPr id="143" name="path-148">
            <a:extLst xmlns:a="http://schemas.openxmlformats.org/drawingml/2006/main">
              <a:ext uri="{FF2B5EF4-FFF2-40B4-BE49-F238E27FC236}">
                <a16:creationId xmlns:a16="http://schemas.microsoft.com/office/drawing/2014/main" id="{E1B0DF9B-0C37-454A-9EC6-67C21F25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3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49">
            <a:extLst xmlns:a="http://schemas.openxmlformats.org/drawingml/2006/main">
              <a:ext uri="{FF2B5EF4-FFF2-40B4-BE49-F238E27FC236}">
                <a16:creationId xmlns:a16="http://schemas.microsoft.com/office/drawing/2014/main" id="{2217D758-F4F8-45B2-AC87-3CAEAA8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50" y="1814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2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8" y="288"/>
                </a:lnTo>
                <a:lnTo>
                  <a:pt x="299898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5" y="10318"/>
                </a:lnTo>
                <a:lnTo>
                  <a:pt x="325165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1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65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4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6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40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7"/>
                </a:lnTo>
                <a:lnTo>
                  <a:pt x="320662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7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4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50">
            <a:extLst xmlns:a="http://schemas.openxmlformats.org/drawingml/2006/main">
              <a:ext uri="{FF2B5EF4-FFF2-40B4-BE49-F238E27FC236}">
                <a16:creationId xmlns:a16="http://schemas.microsoft.com/office/drawing/2014/main" id="{9E879517-D39D-418A-9877-B33777D9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14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3" y="363016"/>
                </a:cubicBezTo>
                <a:lnTo>
                  <a:pt x="30727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51">
            <a:extLst xmlns:a="http://schemas.openxmlformats.org/drawingml/2006/main">
              <a:ext uri="{FF2B5EF4-FFF2-40B4-BE49-F238E27FC236}">
                <a16:creationId xmlns:a16="http://schemas.microsoft.com/office/drawing/2014/main" id="{6BA2FB0A-2E48-49B5-9616-071413F5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51" y="1814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5" y="10318"/>
                </a:lnTo>
                <a:lnTo>
                  <a:pt x="325164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6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4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40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1" y="362220"/>
                </a:lnTo>
                <a:lnTo>
                  <a:pt x="314522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1" y="28667"/>
                </a:lnTo>
                <a:lnTo>
                  <a:pt x="320661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8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4" y="7616"/>
                </a:lnTo>
                <a:lnTo>
                  <a:pt x="11127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52">
            <a:extLst xmlns:a="http://schemas.openxmlformats.org/drawingml/2006/main">
              <a:ext uri="{FF2B5EF4-FFF2-40B4-BE49-F238E27FC236}">
                <a16:creationId xmlns:a16="http://schemas.microsoft.com/office/drawing/2014/main" id="{5C1CB054-F6A8-4A1E-9A10-9C35AE61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072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3" y="363016"/>
                </a:cubicBezTo>
                <a:lnTo>
                  <a:pt x="30727" y="361656"/>
                </a:lnTo>
                <a:cubicBezTo>
                  <a:pt x="1238" y="361656"/>
                  <a:pt x="86" y="360652"/>
                  <a:pt x="86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53">
            <a:extLst xmlns:a="http://schemas.openxmlformats.org/drawingml/2006/main">
              <a:ext uri="{FF2B5EF4-FFF2-40B4-BE49-F238E27FC236}">
                <a16:creationId xmlns:a16="http://schemas.microsoft.com/office/drawing/2014/main" id="{A658D85D-6D0A-4533-8C1B-118B5023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009" y="1814974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7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10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7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0" y="429"/>
                </a:lnTo>
                <a:lnTo>
                  <a:pt x="307917" y="649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6" y="4662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69" y="16420"/>
                </a:lnTo>
                <a:lnTo>
                  <a:pt x="326536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7" y="340133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3" y="358231"/>
                </a:lnTo>
                <a:lnTo>
                  <a:pt x="325403" y="359542"/>
                </a:lnTo>
                <a:lnTo>
                  <a:pt x="324937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7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2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9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7"/>
                </a:lnTo>
                <a:lnTo>
                  <a:pt x="3602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85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12" y="338111"/>
                </a:lnTo>
                <a:lnTo>
                  <a:pt x="6212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5"/>
                </a:lnTo>
                <a:lnTo>
                  <a:pt x="6310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0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5" y="358397"/>
                </a:lnTo>
                <a:lnTo>
                  <a:pt x="8847" y="358133"/>
                </a:lnTo>
                <a:lnTo>
                  <a:pt x="9551" y="358820"/>
                </a:lnTo>
                <a:lnTo>
                  <a:pt x="9282" y="358593"/>
                </a:lnTo>
                <a:lnTo>
                  <a:pt x="10072" y="359199"/>
                </a:lnTo>
                <a:lnTo>
                  <a:pt x="9802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5"/>
                </a:lnTo>
                <a:lnTo>
                  <a:pt x="16823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9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6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4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7"/>
                </a:lnTo>
                <a:lnTo>
                  <a:pt x="317291" y="360854"/>
                </a:lnTo>
                <a:lnTo>
                  <a:pt x="318045" y="360271"/>
                </a:lnTo>
                <a:lnTo>
                  <a:pt x="317769" y="360511"/>
                </a:lnTo>
                <a:lnTo>
                  <a:pt x="318437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6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7"/>
                </a:lnTo>
                <a:lnTo>
                  <a:pt x="320661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64" y="15795"/>
                </a:lnTo>
                <a:lnTo>
                  <a:pt x="319889" y="15942"/>
                </a:lnTo>
                <a:lnTo>
                  <a:pt x="319594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0" y="7597"/>
                </a:lnTo>
                <a:lnTo>
                  <a:pt x="311593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6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3" y="7119"/>
                </a:lnTo>
                <a:lnTo>
                  <a:pt x="14293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4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4" y="9919"/>
                </a:lnTo>
                <a:lnTo>
                  <a:pt x="8062" y="10771"/>
                </a:lnTo>
                <a:lnTo>
                  <a:pt x="8222" y="10495"/>
                </a:lnTo>
                <a:lnTo>
                  <a:pt x="7744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8"/>
                </a:lnTo>
                <a:lnTo>
                  <a:pt x="7229" y="12915"/>
                </a:lnTo>
                <a:lnTo>
                  <a:pt x="6941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0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54">
            <a:extLst xmlns:a="http://schemas.openxmlformats.org/drawingml/2006/main">
              <a:ext uri="{FF2B5EF4-FFF2-40B4-BE49-F238E27FC236}">
                <a16:creationId xmlns:a16="http://schemas.microsoft.com/office/drawing/2014/main" id="{FD19EE8D-C112-4C55-88E8-BC0F9BD3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72" y="1818037"/>
            <a:ext cx="295008" cy="363016"/>
          </a:xfrm>
          <a:custGeom xmlns:a="http://schemas.openxmlformats.org/drawingml/2006/main">
            <a:pathLst>
              <a:path w="295008" h="363016">
                <a:moveTo>
                  <a:pt x="0" y="26676"/>
                </a:moveTo>
                <a:cubicBezTo>
                  <a:pt x="0" y="1078"/>
                  <a:pt x="1139" y="0"/>
                  <a:pt x="28263" y="0"/>
                </a:cubicBezTo>
                <a:lnTo>
                  <a:pt x="263859" y="288"/>
                </a:lnTo>
                <a:cubicBezTo>
                  <a:pt x="290983" y="288"/>
                  <a:pt x="294935" y="0"/>
                  <a:pt x="294935" y="25604"/>
                </a:cubicBezTo>
                <a:lnTo>
                  <a:pt x="295008" y="337057"/>
                </a:lnTo>
                <a:cubicBezTo>
                  <a:pt x="295008" y="362655"/>
                  <a:pt x="294628" y="363016"/>
                  <a:pt x="267505" y="363016"/>
                </a:cubicBezTo>
                <a:lnTo>
                  <a:pt x="28263" y="361656"/>
                </a:lnTo>
                <a:cubicBezTo>
                  <a:pt x="1139" y="361656"/>
                  <a:pt x="73" y="360652"/>
                  <a:pt x="73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5">
            <a:extLst xmlns:a="http://schemas.openxmlformats.org/drawingml/2006/main">
              <a:ext uri="{FF2B5EF4-FFF2-40B4-BE49-F238E27FC236}">
                <a16:creationId xmlns:a16="http://schemas.microsoft.com/office/drawing/2014/main" id="{6522266B-68ED-4230-B997-CE5FD6B1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08" y="1814974"/>
            <a:ext cx="301136" cy="369143"/>
          </a:xfrm>
          <a:custGeom xmlns:a="http://schemas.openxmlformats.org/drawingml/2006/main">
            <a:pathLst>
              <a:path w="301136" h="369143">
                <a:moveTo>
                  <a:pt x="19" y="25181"/>
                </a:moveTo>
                <a:lnTo>
                  <a:pt x="104" y="21132"/>
                </a:lnTo>
                <a:lnTo>
                  <a:pt x="294" y="17529"/>
                </a:lnTo>
                <a:lnTo>
                  <a:pt x="631" y="14325"/>
                </a:lnTo>
                <a:lnTo>
                  <a:pt x="1170" y="11500"/>
                </a:lnTo>
                <a:lnTo>
                  <a:pt x="1563" y="10134"/>
                </a:lnTo>
                <a:lnTo>
                  <a:pt x="2022" y="8872"/>
                </a:lnTo>
                <a:lnTo>
                  <a:pt x="2579" y="7677"/>
                </a:lnTo>
                <a:lnTo>
                  <a:pt x="3247" y="6556"/>
                </a:lnTo>
                <a:lnTo>
                  <a:pt x="4025" y="5514"/>
                </a:lnTo>
                <a:lnTo>
                  <a:pt x="4920" y="4571"/>
                </a:lnTo>
                <a:lnTo>
                  <a:pt x="5912" y="3731"/>
                </a:lnTo>
                <a:lnTo>
                  <a:pt x="6997" y="3008"/>
                </a:lnTo>
                <a:lnTo>
                  <a:pt x="8161" y="2395"/>
                </a:lnTo>
                <a:lnTo>
                  <a:pt x="9399" y="1881"/>
                </a:lnTo>
                <a:lnTo>
                  <a:pt x="10703" y="1452"/>
                </a:lnTo>
                <a:lnTo>
                  <a:pt x="12119" y="1097"/>
                </a:lnTo>
                <a:lnTo>
                  <a:pt x="15066" y="594"/>
                </a:lnTo>
                <a:lnTo>
                  <a:pt x="18430" y="276"/>
                </a:lnTo>
                <a:lnTo>
                  <a:pt x="22222" y="98"/>
                </a:lnTo>
                <a:lnTo>
                  <a:pt x="26505" y="18"/>
                </a:lnTo>
                <a:lnTo>
                  <a:pt x="31321" y="0"/>
                </a:lnTo>
                <a:lnTo>
                  <a:pt x="266929" y="288"/>
                </a:lnTo>
                <a:lnTo>
                  <a:pt x="276095" y="325"/>
                </a:lnTo>
                <a:lnTo>
                  <a:pt x="280004" y="429"/>
                </a:lnTo>
                <a:lnTo>
                  <a:pt x="283502" y="655"/>
                </a:lnTo>
                <a:lnTo>
                  <a:pt x="286621" y="1035"/>
                </a:lnTo>
                <a:lnTo>
                  <a:pt x="288110" y="1317"/>
                </a:lnTo>
                <a:lnTo>
                  <a:pt x="289500" y="1660"/>
                </a:lnTo>
                <a:lnTo>
                  <a:pt x="290830" y="2077"/>
                </a:lnTo>
                <a:lnTo>
                  <a:pt x="292092" y="2586"/>
                </a:lnTo>
                <a:lnTo>
                  <a:pt x="293293" y="3192"/>
                </a:lnTo>
                <a:lnTo>
                  <a:pt x="294414" y="3915"/>
                </a:lnTo>
                <a:lnTo>
                  <a:pt x="295456" y="4742"/>
                </a:lnTo>
                <a:lnTo>
                  <a:pt x="296399" y="5686"/>
                </a:lnTo>
                <a:lnTo>
                  <a:pt x="297239" y="6733"/>
                </a:lnTo>
                <a:lnTo>
                  <a:pt x="297974" y="7873"/>
                </a:lnTo>
                <a:lnTo>
                  <a:pt x="298599" y="9098"/>
                </a:lnTo>
                <a:lnTo>
                  <a:pt x="299132" y="10397"/>
                </a:lnTo>
                <a:lnTo>
                  <a:pt x="299579" y="11782"/>
                </a:lnTo>
                <a:lnTo>
                  <a:pt x="299947" y="13240"/>
                </a:lnTo>
                <a:lnTo>
                  <a:pt x="300247" y="14790"/>
                </a:lnTo>
                <a:lnTo>
                  <a:pt x="300492" y="16450"/>
                </a:lnTo>
                <a:lnTo>
                  <a:pt x="300829" y="20017"/>
                </a:lnTo>
                <a:lnTo>
                  <a:pt x="301007" y="24078"/>
                </a:lnTo>
                <a:lnTo>
                  <a:pt x="301062" y="28649"/>
                </a:lnTo>
                <a:lnTo>
                  <a:pt x="301136" y="340133"/>
                </a:lnTo>
                <a:lnTo>
                  <a:pt x="301068" y="348661"/>
                </a:lnTo>
                <a:lnTo>
                  <a:pt x="300915" y="352227"/>
                </a:lnTo>
                <a:lnTo>
                  <a:pt x="300626" y="355376"/>
                </a:lnTo>
                <a:lnTo>
                  <a:pt x="300155" y="358139"/>
                </a:lnTo>
                <a:lnTo>
                  <a:pt x="299800" y="359475"/>
                </a:lnTo>
                <a:lnTo>
                  <a:pt x="299371" y="360713"/>
                </a:lnTo>
                <a:lnTo>
                  <a:pt x="298850" y="361883"/>
                </a:lnTo>
                <a:lnTo>
                  <a:pt x="298219" y="362986"/>
                </a:lnTo>
                <a:lnTo>
                  <a:pt x="297466" y="364009"/>
                </a:lnTo>
                <a:lnTo>
                  <a:pt x="296602" y="364934"/>
                </a:lnTo>
                <a:lnTo>
                  <a:pt x="295627" y="365743"/>
                </a:lnTo>
                <a:lnTo>
                  <a:pt x="294561" y="366441"/>
                </a:lnTo>
                <a:lnTo>
                  <a:pt x="293415" y="367030"/>
                </a:lnTo>
                <a:lnTo>
                  <a:pt x="292208" y="367508"/>
                </a:lnTo>
                <a:lnTo>
                  <a:pt x="290934" y="367899"/>
                </a:lnTo>
                <a:lnTo>
                  <a:pt x="289549" y="368224"/>
                </a:lnTo>
                <a:lnTo>
                  <a:pt x="286664" y="368666"/>
                </a:lnTo>
                <a:lnTo>
                  <a:pt x="283361" y="368935"/>
                </a:lnTo>
                <a:lnTo>
                  <a:pt x="279606" y="369076"/>
                </a:lnTo>
                <a:lnTo>
                  <a:pt x="270575" y="369143"/>
                </a:lnTo>
                <a:lnTo>
                  <a:pt x="31308" y="367783"/>
                </a:lnTo>
                <a:lnTo>
                  <a:pt x="31314" y="367783"/>
                </a:lnTo>
                <a:lnTo>
                  <a:pt x="26505" y="367765"/>
                </a:lnTo>
                <a:lnTo>
                  <a:pt x="22228" y="367685"/>
                </a:lnTo>
                <a:lnTo>
                  <a:pt x="18442" y="367514"/>
                </a:lnTo>
                <a:lnTo>
                  <a:pt x="15085" y="367201"/>
                </a:lnTo>
                <a:lnTo>
                  <a:pt x="12137" y="366705"/>
                </a:lnTo>
                <a:lnTo>
                  <a:pt x="10728" y="366349"/>
                </a:lnTo>
                <a:lnTo>
                  <a:pt x="9429" y="365927"/>
                </a:lnTo>
                <a:lnTo>
                  <a:pt x="8192" y="365412"/>
                </a:lnTo>
                <a:lnTo>
                  <a:pt x="7034" y="364799"/>
                </a:lnTo>
                <a:lnTo>
                  <a:pt x="5949" y="364083"/>
                </a:lnTo>
                <a:lnTo>
                  <a:pt x="4957" y="363243"/>
                </a:lnTo>
                <a:lnTo>
                  <a:pt x="4068" y="362306"/>
                </a:lnTo>
                <a:lnTo>
                  <a:pt x="3290" y="361264"/>
                </a:lnTo>
                <a:lnTo>
                  <a:pt x="2628" y="360143"/>
                </a:lnTo>
                <a:lnTo>
                  <a:pt x="2071" y="358955"/>
                </a:lnTo>
                <a:lnTo>
                  <a:pt x="1618" y="357692"/>
                </a:lnTo>
                <a:lnTo>
                  <a:pt x="1232" y="356332"/>
                </a:lnTo>
                <a:lnTo>
                  <a:pt x="698" y="353514"/>
                </a:lnTo>
                <a:lnTo>
                  <a:pt x="362" y="350309"/>
                </a:lnTo>
                <a:lnTo>
                  <a:pt x="178" y="346713"/>
                </a:lnTo>
                <a:lnTo>
                  <a:pt x="92" y="342669"/>
                </a:lnTo>
                <a:lnTo>
                  <a:pt x="74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7" y="29752"/>
                </a:moveTo>
                <a:lnTo>
                  <a:pt x="6127" y="29740"/>
                </a:lnTo>
                <a:lnTo>
                  <a:pt x="6200" y="338111"/>
                </a:lnTo>
                <a:lnTo>
                  <a:pt x="6200" y="338099"/>
                </a:lnTo>
                <a:lnTo>
                  <a:pt x="6219" y="342614"/>
                </a:lnTo>
                <a:lnTo>
                  <a:pt x="6219" y="342565"/>
                </a:lnTo>
                <a:lnTo>
                  <a:pt x="6298" y="346541"/>
                </a:lnTo>
                <a:lnTo>
                  <a:pt x="6298" y="346449"/>
                </a:lnTo>
                <a:lnTo>
                  <a:pt x="6476" y="349917"/>
                </a:lnTo>
                <a:lnTo>
                  <a:pt x="6464" y="349758"/>
                </a:lnTo>
                <a:lnTo>
                  <a:pt x="6776" y="352754"/>
                </a:lnTo>
                <a:lnTo>
                  <a:pt x="6740" y="352497"/>
                </a:lnTo>
                <a:lnTo>
                  <a:pt x="7223" y="355058"/>
                </a:lnTo>
                <a:lnTo>
                  <a:pt x="7162" y="354794"/>
                </a:lnTo>
                <a:lnTo>
                  <a:pt x="7481" y="355922"/>
                </a:lnTo>
                <a:lnTo>
                  <a:pt x="7407" y="355701"/>
                </a:lnTo>
                <a:lnTo>
                  <a:pt x="7787" y="356730"/>
                </a:lnTo>
                <a:lnTo>
                  <a:pt x="7683" y="356485"/>
                </a:lnTo>
                <a:lnTo>
                  <a:pt x="8118" y="357423"/>
                </a:lnTo>
                <a:lnTo>
                  <a:pt x="7977" y="357159"/>
                </a:lnTo>
                <a:lnTo>
                  <a:pt x="8480" y="358005"/>
                </a:lnTo>
                <a:lnTo>
                  <a:pt x="8296" y="357729"/>
                </a:lnTo>
                <a:lnTo>
                  <a:pt x="8866" y="358495"/>
                </a:lnTo>
                <a:lnTo>
                  <a:pt x="8645" y="358225"/>
                </a:lnTo>
                <a:lnTo>
                  <a:pt x="9288" y="358912"/>
                </a:lnTo>
                <a:lnTo>
                  <a:pt x="9031" y="358673"/>
                </a:lnTo>
                <a:lnTo>
                  <a:pt x="9760" y="359280"/>
                </a:lnTo>
                <a:lnTo>
                  <a:pt x="9485" y="359077"/>
                </a:lnTo>
                <a:lnTo>
                  <a:pt x="10293" y="359616"/>
                </a:lnTo>
                <a:lnTo>
                  <a:pt x="10024" y="359457"/>
                </a:lnTo>
                <a:lnTo>
                  <a:pt x="10924" y="359928"/>
                </a:lnTo>
                <a:lnTo>
                  <a:pt x="10667" y="359806"/>
                </a:lnTo>
                <a:lnTo>
                  <a:pt x="11659" y="360222"/>
                </a:lnTo>
                <a:lnTo>
                  <a:pt x="11433" y="360137"/>
                </a:lnTo>
                <a:lnTo>
                  <a:pt x="12524" y="360486"/>
                </a:lnTo>
                <a:lnTo>
                  <a:pt x="12327" y="360431"/>
                </a:lnTo>
                <a:lnTo>
                  <a:pt x="13516" y="360731"/>
                </a:lnTo>
                <a:lnTo>
                  <a:pt x="13277" y="360682"/>
                </a:lnTo>
                <a:lnTo>
                  <a:pt x="15991" y="361142"/>
                </a:lnTo>
                <a:lnTo>
                  <a:pt x="15765" y="361111"/>
                </a:lnTo>
                <a:lnTo>
                  <a:pt x="18938" y="361405"/>
                </a:lnTo>
                <a:lnTo>
                  <a:pt x="18791" y="361393"/>
                </a:lnTo>
                <a:lnTo>
                  <a:pt x="22467" y="361564"/>
                </a:lnTo>
                <a:lnTo>
                  <a:pt x="22382" y="361558"/>
                </a:lnTo>
                <a:lnTo>
                  <a:pt x="26597" y="361638"/>
                </a:lnTo>
                <a:lnTo>
                  <a:pt x="26554" y="361638"/>
                </a:lnTo>
                <a:lnTo>
                  <a:pt x="31339" y="361656"/>
                </a:lnTo>
                <a:lnTo>
                  <a:pt x="270587" y="363017"/>
                </a:lnTo>
                <a:lnTo>
                  <a:pt x="270544" y="363017"/>
                </a:lnTo>
                <a:lnTo>
                  <a:pt x="279514" y="362949"/>
                </a:lnTo>
                <a:lnTo>
                  <a:pt x="279422" y="362955"/>
                </a:lnTo>
                <a:lnTo>
                  <a:pt x="283067" y="362814"/>
                </a:lnTo>
                <a:lnTo>
                  <a:pt x="282932" y="362826"/>
                </a:lnTo>
                <a:lnTo>
                  <a:pt x="286063" y="362569"/>
                </a:lnTo>
                <a:lnTo>
                  <a:pt x="285842" y="362594"/>
                </a:lnTo>
                <a:lnTo>
                  <a:pt x="288502" y="362189"/>
                </a:lnTo>
                <a:lnTo>
                  <a:pt x="288269" y="362232"/>
                </a:lnTo>
                <a:lnTo>
                  <a:pt x="289427" y="361962"/>
                </a:lnTo>
                <a:lnTo>
                  <a:pt x="289231" y="362012"/>
                </a:lnTo>
                <a:lnTo>
                  <a:pt x="290291" y="361687"/>
                </a:lnTo>
                <a:lnTo>
                  <a:pt x="290058" y="361772"/>
                </a:lnTo>
                <a:lnTo>
                  <a:pt x="291020" y="361387"/>
                </a:lnTo>
                <a:lnTo>
                  <a:pt x="290756" y="361509"/>
                </a:lnTo>
                <a:lnTo>
                  <a:pt x="291626" y="361062"/>
                </a:lnTo>
                <a:lnTo>
                  <a:pt x="291339" y="361228"/>
                </a:lnTo>
                <a:lnTo>
                  <a:pt x="292116" y="360719"/>
                </a:lnTo>
                <a:lnTo>
                  <a:pt x="291835" y="360927"/>
                </a:lnTo>
                <a:lnTo>
                  <a:pt x="292527" y="360352"/>
                </a:lnTo>
                <a:lnTo>
                  <a:pt x="292257" y="360603"/>
                </a:lnTo>
                <a:lnTo>
                  <a:pt x="292870" y="359947"/>
                </a:lnTo>
                <a:lnTo>
                  <a:pt x="292637" y="360229"/>
                </a:lnTo>
                <a:lnTo>
                  <a:pt x="293176" y="359493"/>
                </a:lnTo>
                <a:lnTo>
                  <a:pt x="292987" y="359788"/>
                </a:lnTo>
                <a:lnTo>
                  <a:pt x="293458" y="358967"/>
                </a:lnTo>
                <a:lnTo>
                  <a:pt x="293318" y="359242"/>
                </a:lnTo>
                <a:lnTo>
                  <a:pt x="293722" y="358335"/>
                </a:lnTo>
                <a:lnTo>
                  <a:pt x="293623" y="358587"/>
                </a:lnTo>
                <a:lnTo>
                  <a:pt x="293973" y="357588"/>
                </a:lnTo>
                <a:lnTo>
                  <a:pt x="293906" y="357802"/>
                </a:lnTo>
                <a:lnTo>
                  <a:pt x="294194" y="356706"/>
                </a:lnTo>
                <a:lnTo>
                  <a:pt x="294138" y="356963"/>
                </a:lnTo>
                <a:lnTo>
                  <a:pt x="294567" y="354457"/>
                </a:lnTo>
                <a:lnTo>
                  <a:pt x="294537" y="354696"/>
                </a:lnTo>
                <a:lnTo>
                  <a:pt x="294806" y="351743"/>
                </a:lnTo>
                <a:lnTo>
                  <a:pt x="294800" y="351896"/>
                </a:lnTo>
                <a:lnTo>
                  <a:pt x="294941" y="348459"/>
                </a:lnTo>
                <a:lnTo>
                  <a:pt x="294941" y="348563"/>
                </a:lnTo>
                <a:lnTo>
                  <a:pt x="295008" y="340096"/>
                </a:lnTo>
                <a:lnTo>
                  <a:pt x="295008" y="340120"/>
                </a:lnTo>
                <a:lnTo>
                  <a:pt x="294935" y="28667"/>
                </a:lnTo>
                <a:lnTo>
                  <a:pt x="294935" y="28698"/>
                </a:lnTo>
                <a:lnTo>
                  <a:pt x="294880" y="24195"/>
                </a:lnTo>
                <a:lnTo>
                  <a:pt x="294886" y="24293"/>
                </a:lnTo>
                <a:lnTo>
                  <a:pt x="294715" y="20360"/>
                </a:lnTo>
                <a:lnTo>
                  <a:pt x="294720" y="20513"/>
                </a:lnTo>
                <a:lnTo>
                  <a:pt x="294402" y="17112"/>
                </a:lnTo>
                <a:lnTo>
                  <a:pt x="294420" y="17272"/>
                </a:lnTo>
                <a:lnTo>
                  <a:pt x="294200" y="15758"/>
                </a:lnTo>
                <a:lnTo>
                  <a:pt x="294218" y="15893"/>
                </a:lnTo>
                <a:lnTo>
                  <a:pt x="293948" y="14496"/>
                </a:lnTo>
                <a:lnTo>
                  <a:pt x="293986" y="14662"/>
                </a:lnTo>
                <a:lnTo>
                  <a:pt x="293661" y="13375"/>
                </a:lnTo>
                <a:lnTo>
                  <a:pt x="293716" y="13565"/>
                </a:lnTo>
                <a:lnTo>
                  <a:pt x="293336" y="12388"/>
                </a:lnTo>
                <a:lnTo>
                  <a:pt x="293415" y="12609"/>
                </a:lnTo>
                <a:lnTo>
                  <a:pt x="292980" y="11537"/>
                </a:lnTo>
                <a:lnTo>
                  <a:pt x="293091" y="11776"/>
                </a:lnTo>
                <a:lnTo>
                  <a:pt x="292589" y="10802"/>
                </a:lnTo>
                <a:lnTo>
                  <a:pt x="292735" y="11059"/>
                </a:lnTo>
                <a:lnTo>
                  <a:pt x="292172" y="10183"/>
                </a:lnTo>
                <a:lnTo>
                  <a:pt x="292362" y="10440"/>
                </a:lnTo>
                <a:lnTo>
                  <a:pt x="291730" y="9656"/>
                </a:lnTo>
                <a:lnTo>
                  <a:pt x="291951" y="9907"/>
                </a:lnTo>
                <a:lnTo>
                  <a:pt x="291247" y="9203"/>
                </a:lnTo>
                <a:lnTo>
                  <a:pt x="291498" y="9423"/>
                </a:lnTo>
                <a:lnTo>
                  <a:pt x="290719" y="8798"/>
                </a:lnTo>
                <a:lnTo>
                  <a:pt x="290983" y="8988"/>
                </a:lnTo>
                <a:lnTo>
                  <a:pt x="290119" y="8437"/>
                </a:lnTo>
                <a:lnTo>
                  <a:pt x="290383" y="8590"/>
                </a:lnTo>
                <a:lnTo>
                  <a:pt x="289439" y="8106"/>
                </a:lnTo>
                <a:lnTo>
                  <a:pt x="289684" y="8222"/>
                </a:lnTo>
                <a:lnTo>
                  <a:pt x="288649" y="7806"/>
                </a:lnTo>
                <a:lnTo>
                  <a:pt x="288875" y="7885"/>
                </a:lnTo>
                <a:lnTo>
                  <a:pt x="287755" y="7530"/>
                </a:lnTo>
                <a:lnTo>
                  <a:pt x="287944" y="7585"/>
                </a:lnTo>
                <a:lnTo>
                  <a:pt x="286731" y="7285"/>
                </a:lnTo>
                <a:lnTo>
                  <a:pt x="286890" y="7322"/>
                </a:lnTo>
                <a:lnTo>
                  <a:pt x="285579" y="7077"/>
                </a:lnTo>
                <a:lnTo>
                  <a:pt x="285775" y="7107"/>
                </a:lnTo>
                <a:lnTo>
                  <a:pt x="282847" y="6746"/>
                </a:lnTo>
                <a:lnTo>
                  <a:pt x="283025" y="6764"/>
                </a:lnTo>
                <a:lnTo>
                  <a:pt x="279667" y="6550"/>
                </a:lnTo>
                <a:lnTo>
                  <a:pt x="279777" y="6556"/>
                </a:lnTo>
                <a:lnTo>
                  <a:pt x="275960" y="6452"/>
                </a:lnTo>
                <a:lnTo>
                  <a:pt x="276034" y="6452"/>
                </a:lnTo>
                <a:lnTo>
                  <a:pt x="266911" y="6415"/>
                </a:lnTo>
                <a:lnTo>
                  <a:pt x="266917" y="6415"/>
                </a:lnTo>
                <a:lnTo>
                  <a:pt x="31321" y="6127"/>
                </a:lnTo>
                <a:lnTo>
                  <a:pt x="31339" y="6127"/>
                </a:lnTo>
                <a:lnTo>
                  <a:pt x="26548" y="6145"/>
                </a:lnTo>
                <a:lnTo>
                  <a:pt x="26597" y="6145"/>
                </a:lnTo>
                <a:lnTo>
                  <a:pt x="22382" y="6225"/>
                </a:lnTo>
                <a:lnTo>
                  <a:pt x="22467" y="6219"/>
                </a:lnTo>
                <a:lnTo>
                  <a:pt x="18791" y="6390"/>
                </a:lnTo>
                <a:lnTo>
                  <a:pt x="18932" y="6384"/>
                </a:lnTo>
                <a:lnTo>
                  <a:pt x="15758" y="6684"/>
                </a:lnTo>
                <a:lnTo>
                  <a:pt x="15985" y="6654"/>
                </a:lnTo>
                <a:lnTo>
                  <a:pt x="13265" y="7113"/>
                </a:lnTo>
                <a:lnTo>
                  <a:pt x="13504" y="7064"/>
                </a:lnTo>
                <a:lnTo>
                  <a:pt x="12309" y="7364"/>
                </a:lnTo>
                <a:lnTo>
                  <a:pt x="12505" y="7309"/>
                </a:lnTo>
                <a:lnTo>
                  <a:pt x="11414" y="7665"/>
                </a:lnTo>
                <a:lnTo>
                  <a:pt x="11641" y="7579"/>
                </a:lnTo>
                <a:lnTo>
                  <a:pt x="10649" y="7995"/>
                </a:lnTo>
                <a:lnTo>
                  <a:pt x="10900" y="7879"/>
                </a:lnTo>
                <a:lnTo>
                  <a:pt x="9999" y="8351"/>
                </a:lnTo>
                <a:lnTo>
                  <a:pt x="10269" y="8192"/>
                </a:lnTo>
                <a:lnTo>
                  <a:pt x="9454" y="8737"/>
                </a:lnTo>
                <a:lnTo>
                  <a:pt x="9723" y="8535"/>
                </a:lnTo>
                <a:lnTo>
                  <a:pt x="8994" y="9147"/>
                </a:lnTo>
                <a:lnTo>
                  <a:pt x="9252" y="8902"/>
                </a:lnTo>
                <a:lnTo>
                  <a:pt x="8602" y="9594"/>
                </a:lnTo>
                <a:lnTo>
                  <a:pt x="8823" y="9325"/>
                </a:lnTo>
                <a:lnTo>
                  <a:pt x="8253" y="10097"/>
                </a:lnTo>
                <a:lnTo>
                  <a:pt x="8431" y="9821"/>
                </a:lnTo>
                <a:lnTo>
                  <a:pt x="7928" y="10673"/>
                </a:lnTo>
                <a:lnTo>
                  <a:pt x="8069" y="10410"/>
                </a:lnTo>
                <a:lnTo>
                  <a:pt x="7628" y="11347"/>
                </a:lnTo>
                <a:lnTo>
                  <a:pt x="7732" y="11102"/>
                </a:lnTo>
                <a:lnTo>
                  <a:pt x="7352" y="12131"/>
                </a:lnTo>
                <a:lnTo>
                  <a:pt x="7426" y="11917"/>
                </a:lnTo>
                <a:lnTo>
                  <a:pt x="7101" y="13050"/>
                </a:lnTo>
                <a:lnTo>
                  <a:pt x="7162" y="12787"/>
                </a:lnTo>
                <a:lnTo>
                  <a:pt x="6672" y="15348"/>
                </a:lnTo>
                <a:lnTo>
                  <a:pt x="6709" y="15096"/>
                </a:lnTo>
                <a:lnTo>
                  <a:pt x="6397" y="18093"/>
                </a:lnTo>
                <a:lnTo>
                  <a:pt x="6409" y="17933"/>
                </a:lnTo>
                <a:lnTo>
                  <a:pt x="6225" y="21407"/>
                </a:lnTo>
                <a:lnTo>
                  <a:pt x="6231" y="21309"/>
                </a:lnTo>
                <a:lnTo>
                  <a:pt x="6146" y="25286"/>
                </a:lnTo>
                <a:lnTo>
                  <a:pt x="6146" y="25237"/>
                </a:lnTo>
                <a:lnTo>
                  <a:pt x="6127" y="29752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6">
            <a:extLst xmlns:a="http://schemas.openxmlformats.org/drawingml/2006/main">
              <a:ext uri="{FF2B5EF4-FFF2-40B4-BE49-F238E27FC236}">
                <a16:creationId xmlns:a16="http://schemas.microsoft.com/office/drawing/2014/main" id="{6CAA3EA8-F988-4103-BADA-2326739E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898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7">
            <a:extLst xmlns:a="http://schemas.openxmlformats.org/drawingml/2006/main">
              <a:ext uri="{FF2B5EF4-FFF2-40B4-BE49-F238E27FC236}">
                <a16:creationId xmlns:a16="http://schemas.microsoft.com/office/drawing/2014/main" id="{861D0C0A-49B1-4CD4-BAA0-B89F7381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834" y="1814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7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10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9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5" y="10318"/>
                </a:lnTo>
                <a:lnTo>
                  <a:pt x="325165" y="11714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8" y="19998"/>
                </a:lnTo>
                <a:lnTo>
                  <a:pt x="326728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1" y="367514"/>
                </a:lnTo>
                <a:lnTo>
                  <a:pt x="16193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9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65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4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8" y="29758"/>
                </a:moveTo>
                <a:lnTo>
                  <a:pt x="6128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7" y="358397"/>
                </a:lnTo>
                <a:lnTo>
                  <a:pt x="8848" y="358133"/>
                </a:lnTo>
                <a:lnTo>
                  <a:pt x="9546" y="358820"/>
                </a:lnTo>
                <a:lnTo>
                  <a:pt x="9283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8" y="360468"/>
                </a:lnTo>
                <a:lnTo>
                  <a:pt x="13014" y="360418"/>
                </a:lnTo>
                <a:lnTo>
                  <a:pt x="14307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4" y="361564"/>
                </a:lnTo>
                <a:lnTo>
                  <a:pt x="24061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8" y="362814"/>
                </a:lnTo>
                <a:lnTo>
                  <a:pt x="307385" y="362820"/>
                </a:lnTo>
                <a:lnTo>
                  <a:pt x="310786" y="362569"/>
                </a:lnTo>
                <a:lnTo>
                  <a:pt x="310589" y="362587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6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6" y="28667"/>
                </a:lnTo>
                <a:lnTo>
                  <a:pt x="320662" y="28704"/>
                </a:lnTo>
                <a:lnTo>
                  <a:pt x="320601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7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5" y="9503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6" y="6550"/>
                </a:lnTo>
                <a:lnTo>
                  <a:pt x="303929" y="6556"/>
                </a:lnTo>
                <a:lnTo>
                  <a:pt x="299782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5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7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5" y="11182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4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6" y="25292"/>
                </a:lnTo>
                <a:lnTo>
                  <a:pt x="6146" y="25237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8">
            <a:extLst xmlns:a="http://schemas.openxmlformats.org/drawingml/2006/main">
              <a:ext uri="{FF2B5EF4-FFF2-40B4-BE49-F238E27FC236}">
                <a16:creationId xmlns:a16="http://schemas.microsoft.com/office/drawing/2014/main" id="{76B09356-9111-43C8-908F-430FE5A1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409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1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3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9">
            <a:extLst xmlns:a="http://schemas.openxmlformats.org/drawingml/2006/main">
              <a:ext uri="{FF2B5EF4-FFF2-40B4-BE49-F238E27FC236}">
                <a16:creationId xmlns:a16="http://schemas.microsoft.com/office/drawing/2014/main" id="{345B1598-504F-41D7-B9C2-A35C9054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346" y="1867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23" y="7585"/>
                </a:lnTo>
                <a:lnTo>
                  <a:pt x="3553" y="6458"/>
                </a:lnTo>
                <a:lnTo>
                  <a:pt x="4397" y="5416"/>
                </a:lnTo>
                <a:lnTo>
                  <a:pt x="5353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10" y="2352"/>
                </a:lnTo>
                <a:lnTo>
                  <a:pt x="10120" y="1850"/>
                </a:lnTo>
                <a:lnTo>
                  <a:pt x="11505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7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0" y="429"/>
                </a:lnTo>
                <a:lnTo>
                  <a:pt x="307916" y="650"/>
                </a:lnTo>
                <a:lnTo>
                  <a:pt x="311274" y="1029"/>
                </a:lnTo>
                <a:lnTo>
                  <a:pt x="312861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5" y="4663"/>
                </a:lnTo>
                <a:lnTo>
                  <a:pt x="321702" y="5594"/>
                </a:lnTo>
                <a:lnTo>
                  <a:pt x="322608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3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899" y="14741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3"/>
                </a:lnTo>
                <a:lnTo>
                  <a:pt x="326781" y="28643"/>
                </a:lnTo>
                <a:lnTo>
                  <a:pt x="326867" y="340132"/>
                </a:lnTo>
                <a:lnTo>
                  <a:pt x="326794" y="348667"/>
                </a:lnTo>
                <a:lnTo>
                  <a:pt x="326628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7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1"/>
                </a:lnTo>
                <a:lnTo>
                  <a:pt x="321922" y="365014"/>
                </a:lnTo>
                <a:lnTo>
                  <a:pt x="320887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0" y="367783"/>
                </a:lnTo>
                <a:lnTo>
                  <a:pt x="33777" y="367783"/>
                </a:lnTo>
                <a:lnTo>
                  <a:pt x="28556" y="367765"/>
                </a:lnTo>
                <a:lnTo>
                  <a:pt x="23918" y="367685"/>
                </a:lnTo>
                <a:lnTo>
                  <a:pt x="19814" y="367513"/>
                </a:lnTo>
                <a:lnTo>
                  <a:pt x="16192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6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7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5" y="338110"/>
                </a:lnTo>
                <a:lnTo>
                  <a:pt x="6205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6"/>
                </a:lnTo>
                <a:lnTo>
                  <a:pt x="6309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0" y="352533"/>
                </a:lnTo>
                <a:lnTo>
                  <a:pt x="7039" y="353863"/>
                </a:lnTo>
                <a:lnTo>
                  <a:pt x="7002" y="353697"/>
                </a:lnTo>
                <a:lnTo>
                  <a:pt x="7296" y="354923"/>
                </a:lnTo>
                <a:lnTo>
                  <a:pt x="7241" y="354727"/>
                </a:lnTo>
                <a:lnTo>
                  <a:pt x="7583" y="355854"/>
                </a:lnTo>
                <a:lnTo>
                  <a:pt x="7504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0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7"/>
                </a:lnTo>
                <a:lnTo>
                  <a:pt x="8846" y="358134"/>
                </a:lnTo>
                <a:lnTo>
                  <a:pt x="9545" y="358820"/>
                </a:lnTo>
                <a:lnTo>
                  <a:pt x="9281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09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3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59" y="361558"/>
                </a:lnTo>
                <a:lnTo>
                  <a:pt x="28635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5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7" y="361356"/>
                </a:lnTo>
                <a:lnTo>
                  <a:pt x="316060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69" y="360510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0" y="359157"/>
                </a:lnTo>
                <a:lnTo>
                  <a:pt x="319362" y="358244"/>
                </a:lnTo>
                <a:lnTo>
                  <a:pt x="319251" y="358507"/>
                </a:lnTo>
                <a:lnTo>
                  <a:pt x="319625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8"/>
                </a:lnTo>
                <a:lnTo>
                  <a:pt x="320514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8"/>
                </a:lnTo>
                <a:lnTo>
                  <a:pt x="320655" y="28704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28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57" y="15795"/>
                </a:lnTo>
                <a:lnTo>
                  <a:pt x="319889" y="15942"/>
                </a:lnTo>
                <a:lnTo>
                  <a:pt x="319594" y="14545"/>
                </a:lnTo>
                <a:lnTo>
                  <a:pt x="319632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3" y="9503"/>
                </a:lnTo>
                <a:lnTo>
                  <a:pt x="316071" y="8878"/>
                </a:lnTo>
                <a:lnTo>
                  <a:pt x="316335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5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2" y="7554"/>
                </a:lnTo>
                <a:lnTo>
                  <a:pt x="312910" y="7598"/>
                </a:lnTo>
                <a:lnTo>
                  <a:pt x="311593" y="7297"/>
                </a:lnTo>
                <a:lnTo>
                  <a:pt x="311740" y="7328"/>
                </a:lnTo>
                <a:lnTo>
                  <a:pt x="310318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5" y="6764"/>
                </a:lnTo>
                <a:lnTo>
                  <a:pt x="303824" y="6550"/>
                </a:lnTo>
                <a:lnTo>
                  <a:pt x="303928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2" y="6415"/>
                </a:lnTo>
                <a:lnTo>
                  <a:pt x="289933" y="6415"/>
                </a:lnTo>
                <a:lnTo>
                  <a:pt x="33789" y="6127"/>
                </a:lnTo>
                <a:lnTo>
                  <a:pt x="33801" y="6127"/>
                </a:lnTo>
                <a:lnTo>
                  <a:pt x="28594" y="6145"/>
                </a:lnTo>
                <a:lnTo>
                  <a:pt x="28635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0" y="6660"/>
                </a:lnTo>
                <a:lnTo>
                  <a:pt x="14074" y="7120"/>
                </a:lnTo>
                <a:lnTo>
                  <a:pt x="14293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19" y="8026"/>
                </a:lnTo>
                <a:lnTo>
                  <a:pt x="11364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4" y="8608"/>
                </a:lnTo>
                <a:lnTo>
                  <a:pt x="9244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6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37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29" y="12915"/>
                </a:lnTo>
                <a:lnTo>
                  <a:pt x="6934" y="14147"/>
                </a:lnTo>
                <a:lnTo>
                  <a:pt x="6972" y="13981"/>
                </a:lnTo>
                <a:lnTo>
                  <a:pt x="6732" y="15317"/>
                </a:lnTo>
                <a:lnTo>
                  <a:pt x="6757" y="15121"/>
                </a:lnTo>
                <a:lnTo>
                  <a:pt x="6414" y="18123"/>
                </a:lnTo>
                <a:lnTo>
                  <a:pt x="6426" y="17946"/>
                </a:lnTo>
                <a:lnTo>
                  <a:pt x="6230" y="21419"/>
                </a:lnTo>
                <a:lnTo>
                  <a:pt x="6237" y="21315"/>
                </a:lnTo>
                <a:lnTo>
                  <a:pt x="6144" y="25292"/>
                </a:lnTo>
                <a:lnTo>
                  <a:pt x="6144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60">
            <a:extLst xmlns:a="http://schemas.openxmlformats.org/drawingml/2006/main">
              <a:ext uri="{FF2B5EF4-FFF2-40B4-BE49-F238E27FC236}">
                <a16:creationId xmlns:a16="http://schemas.microsoft.com/office/drawing/2014/main" id="{7FE7277E-70AE-49E5-BAB2-21D6B437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000" y="3162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3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3" y="363016"/>
                </a:cubicBezTo>
                <a:lnTo>
                  <a:pt x="30727" y="361657"/>
                </a:lnTo>
                <a:cubicBezTo>
                  <a:pt x="1238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61">
            <a:extLst xmlns:a="http://schemas.openxmlformats.org/drawingml/2006/main">
              <a:ext uri="{FF2B5EF4-FFF2-40B4-BE49-F238E27FC236}">
                <a16:creationId xmlns:a16="http://schemas.microsoft.com/office/drawing/2014/main" id="{28BC99B0-E6CC-4E44-AD80-A7E52664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938" y="3159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09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2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3"/>
                </a:lnTo>
                <a:lnTo>
                  <a:pt x="7572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903" y="324"/>
                </a:lnTo>
                <a:lnTo>
                  <a:pt x="304130" y="428"/>
                </a:lnTo>
                <a:lnTo>
                  <a:pt x="307917" y="649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7"/>
                </a:lnTo>
                <a:lnTo>
                  <a:pt x="320685" y="4662"/>
                </a:lnTo>
                <a:lnTo>
                  <a:pt x="321702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7"/>
                </a:lnTo>
                <a:lnTo>
                  <a:pt x="325165" y="11714"/>
                </a:lnTo>
                <a:lnTo>
                  <a:pt x="325568" y="13185"/>
                </a:lnTo>
                <a:lnTo>
                  <a:pt x="325900" y="14747"/>
                </a:lnTo>
                <a:lnTo>
                  <a:pt x="326168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9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3" y="365014"/>
                </a:lnTo>
                <a:lnTo>
                  <a:pt x="320887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1" y="368671"/>
                </a:lnTo>
                <a:lnTo>
                  <a:pt x="307782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6" y="367764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2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4"/>
                </a:lnTo>
                <a:lnTo>
                  <a:pt x="6458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79" y="360241"/>
                </a:lnTo>
                <a:lnTo>
                  <a:pt x="2272" y="359040"/>
                </a:lnTo>
                <a:lnTo>
                  <a:pt x="1765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3"/>
                </a:lnTo>
                <a:lnTo>
                  <a:pt x="6801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1" y="355854"/>
                </a:lnTo>
                <a:lnTo>
                  <a:pt x="7505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2" y="357907"/>
                </a:lnTo>
                <a:lnTo>
                  <a:pt x="8461" y="357631"/>
                </a:lnTo>
                <a:lnTo>
                  <a:pt x="9085" y="358396"/>
                </a:lnTo>
                <a:lnTo>
                  <a:pt x="8847" y="358139"/>
                </a:lnTo>
                <a:lnTo>
                  <a:pt x="9546" y="358819"/>
                </a:lnTo>
                <a:lnTo>
                  <a:pt x="9282" y="358593"/>
                </a:lnTo>
                <a:lnTo>
                  <a:pt x="10071" y="359200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45" y="361392"/>
                </a:lnTo>
                <a:lnTo>
                  <a:pt x="24133" y="361565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1" y="361656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8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10" y="361019"/>
                </a:lnTo>
                <a:lnTo>
                  <a:pt x="316727" y="361166"/>
                </a:lnTo>
                <a:lnTo>
                  <a:pt x="317579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1"/>
                </a:lnTo>
                <a:lnTo>
                  <a:pt x="318438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1" y="359157"/>
                </a:lnTo>
                <a:lnTo>
                  <a:pt x="319362" y="358250"/>
                </a:lnTo>
                <a:lnTo>
                  <a:pt x="319253" y="358507"/>
                </a:lnTo>
                <a:lnTo>
                  <a:pt x="319626" y="357508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5" y="356835"/>
                </a:lnTo>
                <a:lnTo>
                  <a:pt x="320073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9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1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8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6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2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5" y="8252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3" y="7304"/>
                </a:lnTo>
                <a:lnTo>
                  <a:pt x="311741" y="7327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30" y="6549"/>
                </a:lnTo>
                <a:lnTo>
                  <a:pt x="303928" y="6556"/>
                </a:lnTo>
                <a:lnTo>
                  <a:pt x="299781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601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7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5"/>
                </a:lnTo>
                <a:lnTo>
                  <a:pt x="11125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5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1" y="10195"/>
                </a:lnTo>
                <a:lnTo>
                  <a:pt x="8613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1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4" y="14146"/>
                </a:lnTo>
                <a:lnTo>
                  <a:pt x="6972" y="13981"/>
                </a:lnTo>
                <a:lnTo>
                  <a:pt x="6733" y="15317"/>
                </a:lnTo>
                <a:lnTo>
                  <a:pt x="6765" y="15121"/>
                </a:lnTo>
                <a:lnTo>
                  <a:pt x="6415" y="18123"/>
                </a:lnTo>
                <a:lnTo>
                  <a:pt x="6432" y="17946"/>
                </a:lnTo>
                <a:lnTo>
                  <a:pt x="6230" y="21419"/>
                </a:lnTo>
                <a:lnTo>
                  <a:pt x="6237" y="21316"/>
                </a:lnTo>
                <a:lnTo>
                  <a:pt x="6145" y="25291"/>
                </a:lnTo>
                <a:lnTo>
                  <a:pt x="6145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62">
            <a:extLst xmlns:a="http://schemas.openxmlformats.org/drawingml/2006/main">
              <a:ext uri="{FF2B5EF4-FFF2-40B4-BE49-F238E27FC236}">
                <a16:creationId xmlns:a16="http://schemas.microsoft.com/office/drawing/2014/main" id="{6E2FEBA8-ABB8-449A-A683-19D103E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493" y="3162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5" y="0"/>
                </a:cubicBezTo>
                <a:lnTo>
                  <a:pt x="286871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0" y="363016"/>
                </a:cubicBezTo>
                <a:lnTo>
                  <a:pt x="30725" y="361657"/>
                </a:lnTo>
                <a:cubicBezTo>
                  <a:pt x="1237" y="361657"/>
                  <a:pt x="79" y="360652"/>
                  <a:pt x="79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63">
            <a:extLst xmlns:a="http://schemas.openxmlformats.org/drawingml/2006/main">
              <a:ext uri="{FF2B5EF4-FFF2-40B4-BE49-F238E27FC236}">
                <a16:creationId xmlns:a16="http://schemas.microsoft.com/office/drawing/2014/main" id="{D6C83443-1989-4B6E-8AAC-3951AD2D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28" y="3159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57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25" y="7585"/>
                </a:lnTo>
                <a:lnTo>
                  <a:pt x="3554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2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2" y="588"/>
                </a:lnTo>
                <a:lnTo>
                  <a:pt x="19808" y="276"/>
                </a:lnTo>
                <a:lnTo>
                  <a:pt x="23914" y="98"/>
                </a:lnTo>
                <a:lnTo>
                  <a:pt x="28559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4"/>
                </a:lnTo>
                <a:lnTo>
                  <a:pt x="304131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2" y="1305"/>
                </a:lnTo>
                <a:lnTo>
                  <a:pt x="314352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7" y="3143"/>
                </a:lnTo>
                <a:lnTo>
                  <a:pt x="319578" y="3847"/>
                </a:lnTo>
                <a:lnTo>
                  <a:pt x="320686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6" y="10317"/>
                </a:lnTo>
                <a:lnTo>
                  <a:pt x="325165" y="11714"/>
                </a:lnTo>
                <a:lnTo>
                  <a:pt x="325570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1" y="363084"/>
                </a:lnTo>
                <a:lnTo>
                  <a:pt x="322855" y="364100"/>
                </a:lnTo>
                <a:lnTo>
                  <a:pt x="321925" y="365014"/>
                </a:lnTo>
                <a:lnTo>
                  <a:pt x="320889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3" y="368671"/>
                </a:lnTo>
                <a:lnTo>
                  <a:pt x="307778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2" y="367783"/>
                </a:lnTo>
                <a:lnTo>
                  <a:pt x="33777" y="367783"/>
                </a:lnTo>
                <a:lnTo>
                  <a:pt x="28559" y="367764"/>
                </a:lnTo>
                <a:lnTo>
                  <a:pt x="23919" y="367685"/>
                </a:lnTo>
                <a:lnTo>
                  <a:pt x="19815" y="367514"/>
                </a:lnTo>
                <a:lnTo>
                  <a:pt x="16194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0" y="364854"/>
                </a:lnTo>
                <a:lnTo>
                  <a:pt x="6458" y="364150"/>
                </a:lnTo>
                <a:lnTo>
                  <a:pt x="5399" y="363328"/>
                </a:lnTo>
                <a:lnTo>
                  <a:pt x="4443" y="362398"/>
                </a:lnTo>
                <a:lnTo>
                  <a:pt x="3602" y="361362"/>
                </a:lnTo>
                <a:lnTo>
                  <a:pt x="2880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8" y="346535"/>
                </a:lnTo>
                <a:lnTo>
                  <a:pt x="6311" y="346438"/>
                </a:lnTo>
                <a:lnTo>
                  <a:pt x="6508" y="349905"/>
                </a:lnTo>
                <a:lnTo>
                  <a:pt x="6489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40" y="353863"/>
                </a:lnTo>
                <a:lnTo>
                  <a:pt x="7004" y="353698"/>
                </a:lnTo>
                <a:lnTo>
                  <a:pt x="7297" y="354923"/>
                </a:lnTo>
                <a:lnTo>
                  <a:pt x="7243" y="354727"/>
                </a:lnTo>
                <a:lnTo>
                  <a:pt x="7586" y="355854"/>
                </a:lnTo>
                <a:lnTo>
                  <a:pt x="7507" y="355628"/>
                </a:lnTo>
                <a:lnTo>
                  <a:pt x="7917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7" y="358396"/>
                </a:lnTo>
                <a:lnTo>
                  <a:pt x="8848" y="358139"/>
                </a:lnTo>
                <a:lnTo>
                  <a:pt x="9546" y="358819"/>
                </a:lnTo>
                <a:lnTo>
                  <a:pt x="9283" y="358593"/>
                </a:lnTo>
                <a:lnTo>
                  <a:pt x="10073" y="359200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09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2"/>
                </a:lnTo>
                <a:lnTo>
                  <a:pt x="24135" y="361565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8" y="363017"/>
                </a:lnTo>
                <a:lnTo>
                  <a:pt x="293882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6" y="362569"/>
                </a:lnTo>
                <a:lnTo>
                  <a:pt x="310590" y="362588"/>
                </a:lnTo>
                <a:lnTo>
                  <a:pt x="313475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1" y="361460"/>
                </a:lnTo>
                <a:lnTo>
                  <a:pt x="317004" y="361019"/>
                </a:lnTo>
                <a:lnTo>
                  <a:pt x="316728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0" y="360511"/>
                </a:lnTo>
                <a:lnTo>
                  <a:pt x="318439" y="359855"/>
                </a:lnTo>
                <a:lnTo>
                  <a:pt x="318188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2" y="358868"/>
                </a:lnTo>
                <a:lnTo>
                  <a:pt x="318922" y="359157"/>
                </a:lnTo>
                <a:lnTo>
                  <a:pt x="319364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1" y="351719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2" y="340090"/>
                </a:lnTo>
                <a:lnTo>
                  <a:pt x="320742" y="340121"/>
                </a:lnTo>
                <a:lnTo>
                  <a:pt x="320656" y="28667"/>
                </a:lnTo>
                <a:lnTo>
                  <a:pt x="320656" y="28705"/>
                </a:lnTo>
                <a:lnTo>
                  <a:pt x="320601" y="24201"/>
                </a:lnTo>
                <a:lnTo>
                  <a:pt x="320607" y="24305"/>
                </a:lnTo>
                <a:lnTo>
                  <a:pt x="320423" y="20371"/>
                </a:lnTo>
                <a:lnTo>
                  <a:pt x="320429" y="20537"/>
                </a:lnTo>
                <a:lnTo>
                  <a:pt x="320085" y="17137"/>
                </a:lnTo>
                <a:lnTo>
                  <a:pt x="320105" y="17308"/>
                </a:lnTo>
                <a:lnTo>
                  <a:pt x="319860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3" y="14717"/>
                </a:lnTo>
                <a:lnTo>
                  <a:pt x="319283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6" y="12688"/>
                </a:lnTo>
                <a:lnTo>
                  <a:pt x="318548" y="11616"/>
                </a:lnTo>
                <a:lnTo>
                  <a:pt x="318677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7" y="8252"/>
                </a:lnTo>
                <a:lnTo>
                  <a:pt x="313746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1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6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3" y="6451"/>
                </a:lnTo>
                <a:lnTo>
                  <a:pt x="289924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5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39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1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6" y="7383"/>
                </a:lnTo>
                <a:lnTo>
                  <a:pt x="13181" y="7334"/>
                </a:lnTo>
                <a:lnTo>
                  <a:pt x="11990" y="7689"/>
                </a:lnTo>
                <a:lnTo>
                  <a:pt x="12205" y="7615"/>
                </a:lnTo>
                <a:lnTo>
                  <a:pt x="11120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10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2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39" y="11439"/>
                </a:lnTo>
                <a:lnTo>
                  <a:pt x="7855" y="11181"/>
                </a:lnTo>
                <a:lnTo>
                  <a:pt x="7445" y="12217"/>
                </a:lnTo>
                <a:lnTo>
                  <a:pt x="7524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3" y="13981"/>
                </a:lnTo>
                <a:lnTo>
                  <a:pt x="6734" y="15317"/>
                </a:lnTo>
                <a:lnTo>
                  <a:pt x="6758" y="15121"/>
                </a:lnTo>
                <a:lnTo>
                  <a:pt x="6416" y="18123"/>
                </a:lnTo>
                <a:lnTo>
                  <a:pt x="6428" y="17946"/>
                </a:lnTo>
                <a:lnTo>
                  <a:pt x="6232" y="21419"/>
                </a:lnTo>
                <a:lnTo>
                  <a:pt x="6237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64">
            <a:extLst xmlns:a="http://schemas.openxmlformats.org/drawingml/2006/main">
              <a:ext uri="{FF2B5EF4-FFF2-40B4-BE49-F238E27FC236}">
                <a16:creationId xmlns:a16="http://schemas.microsoft.com/office/drawing/2014/main" id="{DBA28200-5C0E-4E93-A205-75E9D34C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969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3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5">
            <a:extLst xmlns:a="http://schemas.openxmlformats.org/drawingml/2006/main">
              <a:ext uri="{FF2B5EF4-FFF2-40B4-BE49-F238E27FC236}">
                <a16:creationId xmlns:a16="http://schemas.microsoft.com/office/drawing/2014/main" id="{0BF21D61-1311-4AE2-BF28-DC9040D5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905" y="1814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7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7" y="356853"/>
                </a:lnTo>
                <a:lnTo>
                  <a:pt x="325783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2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6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89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4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4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1" y="362220"/>
                </a:lnTo>
                <a:lnTo>
                  <a:pt x="314522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03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7"/>
                </a:lnTo>
                <a:lnTo>
                  <a:pt x="320661" y="28704"/>
                </a:lnTo>
                <a:lnTo>
                  <a:pt x="320600" y="24201"/>
                </a:lnTo>
                <a:lnTo>
                  <a:pt x="320607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5" y="14545"/>
                </a:lnTo>
                <a:lnTo>
                  <a:pt x="319638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2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2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5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4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6">
            <a:extLst xmlns:a="http://schemas.openxmlformats.org/drawingml/2006/main">
              <a:ext uri="{FF2B5EF4-FFF2-40B4-BE49-F238E27FC236}">
                <a16:creationId xmlns:a16="http://schemas.microsoft.com/office/drawing/2014/main" id="{6D1BB08D-74DD-4B95-90A4-7EDDDE5D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67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7">
            <a:extLst xmlns:a="http://schemas.openxmlformats.org/drawingml/2006/main">
              <a:ext uri="{FF2B5EF4-FFF2-40B4-BE49-F238E27FC236}">
                <a16:creationId xmlns:a16="http://schemas.microsoft.com/office/drawing/2014/main" id="{3F4F6C96-D0A3-4736-BB87-F4E38BEE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04" y="1814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5" y="10318"/>
                </a:lnTo>
                <a:lnTo>
                  <a:pt x="325165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9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4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4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3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65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4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5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40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1" y="362220"/>
                </a:lnTo>
                <a:lnTo>
                  <a:pt x="314523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80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2" y="359156"/>
                </a:lnTo>
                <a:lnTo>
                  <a:pt x="319362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7"/>
                </a:lnTo>
                <a:lnTo>
                  <a:pt x="320662" y="28704"/>
                </a:lnTo>
                <a:lnTo>
                  <a:pt x="320600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4" y="6219"/>
                </a:lnTo>
                <a:lnTo>
                  <a:pt x="20139" y="6390"/>
                </a:lnTo>
                <a:lnTo>
                  <a:pt x="20268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6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8">
            <a:extLst xmlns:a="http://schemas.openxmlformats.org/drawingml/2006/main">
              <a:ext uri="{FF2B5EF4-FFF2-40B4-BE49-F238E27FC236}">
                <a16:creationId xmlns:a16="http://schemas.microsoft.com/office/drawing/2014/main" id="{4EDDAF50-FAEB-4316-B872-1B4E6EF2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95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9">
            <a:extLst xmlns:a="http://schemas.openxmlformats.org/drawingml/2006/main">
              <a:ext uri="{FF2B5EF4-FFF2-40B4-BE49-F238E27FC236}">
                <a16:creationId xmlns:a16="http://schemas.microsoft.com/office/drawing/2014/main" id="{4A9F34C6-F0F9-4A4E-BDD3-16717206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32" y="1814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8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3" y="6457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7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8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8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10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9" y="13185"/>
                </a:lnTo>
                <a:lnTo>
                  <a:pt x="325900" y="14741"/>
                </a:lnTo>
                <a:lnTo>
                  <a:pt x="326169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3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8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7" y="364150"/>
                </a:lnTo>
                <a:lnTo>
                  <a:pt x="5398" y="363329"/>
                </a:lnTo>
                <a:lnTo>
                  <a:pt x="4442" y="362397"/>
                </a:lnTo>
                <a:lnTo>
                  <a:pt x="3603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8" y="25181"/>
                </a:lnTo>
                <a:moveTo>
                  <a:pt x="6127" y="29758"/>
                </a:moveTo>
                <a:lnTo>
                  <a:pt x="6127" y="29740"/>
                </a:lnTo>
                <a:lnTo>
                  <a:pt x="6206" y="338111"/>
                </a:lnTo>
                <a:lnTo>
                  <a:pt x="6206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6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1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1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5"/>
                </a:lnTo>
                <a:lnTo>
                  <a:pt x="16824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2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2" y="361950"/>
                </a:lnTo>
                <a:lnTo>
                  <a:pt x="314338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7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6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1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1" y="28667"/>
                </a:lnTo>
                <a:lnTo>
                  <a:pt x="320661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5" y="14545"/>
                </a:lnTo>
                <a:lnTo>
                  <a:pt x="319638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3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6" y="6764"/>
                </a:lnTo>
                <a:lnTo>
                  <a:pt x="303825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2" y="6127"/>
                </a:lnTo>
                <a:lnTo>
                  <a:pt x="28600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3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5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4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5" y="13118"/>
                </a:lnTo>
                <a:lnTo>
                  <a:pt x="7229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7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70">
            <a:extLst xmlns:a="http://schemas.openxmlformats.org/drawingml/2006/main">
              <a:ext uri="{FF2B5EF4-FFF2-40B4-BE49-F238E27FC236}">
                <a16:creationId xmlns:a16="http://schemas.microsoft.com/office/drawing/2014/main" id="{35B7A93C-AF67-444B-B5E5-490CCC7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682" y="181803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31" y="363016"/>
                  <a:pt x="290842" y="363016"/>
                </a:cubicBezTo>
                <a:lnTo>
                  <a:pt x="30727" y="361656"/>
                </a:lnTo>
                <a:cubicBezTo>
                  <a:pt x="1238" y="361656"/>
                  <a:pt x="80" y="360652"/>
                  <a:pt x="8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71">
            <a:extLst xmlns:a="http://schemas.openxmlformats.org/drawingml/2006/main">
              <a:ext uri="{FF2B5EF4-FFF2-40B4-BE49-F238E27FC236}">
                <a16:creationId xmlns:a16="http://schemas.microsoft.com/office/drawing/2014/main" id="{532A4BB4-3F14-4E18-97ED-00F17A2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19" y="181497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25"/>
                </a:lnTo>
                <a:lnTo>
                  <a:pt x="319" y="17511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3" y="6457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0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1" y="588"/>
                </a:lnTo>
                <a:lnTo>
                  <a:pt x="19808" y="276"/>
                </a:lnTo>
                <a:lnTo>
                  <a:pt x="23913" y="98"/>
                </a:lnTo>
                <a:lnTo>
                  <a:pt x="28557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7" y="649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2"/>
                </a:lnTo>
                <a:lnTo>
                  <a:pt x="321703" y="5594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6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2"/>
                </a:lnTo>
                <a:lnTo>
                  <a:pt x="324938" y="360792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8" y="365816"/>
                </a:lnTo>
                <a:lnTo>
                  <a:pt x="319755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7" y="367765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7"/>
                </a:lnTo>
                <a:lnTo>
                  <a:pt x="3602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4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4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2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3" y="357906"/>
                </a:lnTo>
                <a:lnTo>
                  <a:pt x="8461" y="357631"/>
                </a:lnTo>
                <a:lnTo>
                  <a:pt x="9086" y="358397"/>
                </a:lnTo>
                <a:lnTo>
                  <a:pt x="8847" y="358133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9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5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9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0" y="361638"/>
                </a:lnTo>
                <a:lnTo>
                  <a:pt x="33801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7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7"/>
                </a:lnTo>
                <a:lnTo>
                  <a:pt x="317292" y="360854"/>
                </a:lnTo>
                <a:lnTo>
                  <a:pt x="318045" y="360271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1" y="359156"/>
                </a:lnTo>
                <a:lnTo>
                  <a:pt x="319362" y="358244"/>
                </a:lnTo>
                <a:lnTo>
                  <a:pt x="319252" y="358507"/>
                </a:lnTo>
                <a:lnTo>
                  <a:pt x="319626" y="357509"/>
                </a:lnTo>
                <a:lnTo>
                  <a:pt x="319546" y="357741"/>
                </a:lnTo>
                <a:lnTo>
                  <a:pt x="319865" y="356638"/>
                </a:lnTo>
                <a:lnTo>
                  <a:pt x="319816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7"/>
                </a:lnTo>
                <a:lnTo>
                  <a:pt x="320662" y="28704"/>
                </a:lnTo>
                <a:lnTo>
                  <a:pt x="320600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5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6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4" y="7297"/>
                </a:lnTo>
                <a:lnTo>
                  <a:pt x="311741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19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5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8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3" y="17945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72">
            <a:extLst xmlns:a="http://schemas.openxmlformats.org/drawingml/2006/main">
              <a:ext uri="{FF2B5EF4-FFF2-40B4-BE49-F238E27FC236}">
                <a16:creationId xmlns:a16="http://schemas.microsoft.com/office/drawing/2014/main" id="{0D877BD6-1638-4CB0-9B91-056DD3B2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879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23" y="363016"/>
                  <a:pt x="290842" y="363016"/>
                </a:cubicBezTo>
                <a:lnTo>
                  <a:pt x="30726" y="361656"/>
                </a:lnTo>
                <a:cubicBezTo>
                  <a:pt x="1238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73">
            <a:extLst xmlns:a="http://schemas.openxmlformats.org/drawingml/2006/main">
              <a:ext uri="{FF2B5EF4-FFF2-40B4-BE49-F238E27FC236}">
                <a16:creationId xmlns:a16="http://schemas.microsoft.com/office/drawing/2014/main" id="{59DA667B-5916-4CFB-B331-01672887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815" y="1867358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24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2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0" y="429"/>
                </a:lnTo>
                <a:lnTo>
                  <a:pt x="307917" y="650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8" y="3848"/>
                </a:lnTo>
                <a:lnTo>
                  <a:pt x="320685" y="4663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68" y="13185"/>
                </a:lnTo>
                <a:lnTo>
                  <a:pt x="325901" y="14741"/>
                </a:lnTo>
                <a:lnTo>
                  <a:pt x="326170" y="16420"/>
                </a:lnTo>
                <a:lnTo>
                  <a:pt x="326538" y="19998"/>
                </a:lnTo>
                <a:lnTo>
                  <a:pt x="326727" y="24073"/>
                </a:lnTo>
                <a:lnTo>
                  <a:pt x="326782" y="28643"/>
                </a:lnTo>
                <a:lnTo>
                  <a:pt x="326868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4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1" y="367783"/>
                </a:lnTo>
                <a:lnTo>
                  <a:pt x="33777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15" y="367513"/>
                </a:lnTo>
                <a:lnTo>
                  <a:pt x="16193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8" y="29758"/>
                </a:moveTo>
                <a:lnTo>
                  <a:pt x="6128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4"/>
                </a:lnTo>
                <a:lnTo>
                  <a:pt x="6801" y="352533"/>
                </a:lnTo>
                <a:lnTo>
                  <a:pt x="7039" y="353863"/>
                </a:lnTo>
                <a:lnTo>
                  <a:pt x="7003" y="353697"/>
                </a:lnTo>
                <a:lnTo>
                  <a:pt x="7297" y="354923"/>
                </a:lnTo>
                <a:lnTo>
                  <a:pt x="7241" y="354727"/>
                </a:lnTo>
                <a:lnTo>
                  <a:pt x="7584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6" y="358820"/>
                </a:lnTo>
                <a:lnTo>
                  <a:pt x="9283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09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3" y="361657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0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1" y="359157"/>
                </a:lnTo>
                <a:lnTo>
                  <a:pt x="319362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0" y="351718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8"/>
                </a:lnTo>
                <a:lnTo>
                  <a:pt x="320655" y="28704"/>
                </a:lnTo>
                <a:lnTo>
                  <a:pt x="320601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29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58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2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6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3" y="7297"/>
                </a:lnTo>
                <a:lnTo>
                  <a:pt x="311741" y="7328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6" y="6550"/>
                </a:lnTo>
                <a:lnTo>
                  <a:pt x="303929" y="6556"/>
                </a:lnTo>
                <a:lnTo>
                  <a:pt x="299775" y="6452"/>
                </a:lnTo>
                <a:lnTo>
                  <a:pt x="299842" y="6452"/>
                </a:lnTo>
                <a:lnTo>
                  <a:pt x="289923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0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7" y="8798"/>
                </a:lnTo>
                <a:lnTo>
                  <a:pt x="10035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8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38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2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28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74">
            <a:extLst xmlns:a="http://schemas.openxmlformats.org/drawingml/2006/main">
              <a:ext uri="{FF2B5EF4-FFF2-40B4-BE49-F238E27FC236}">
                <a16:creationId xmlns:a16="http://schemas.microsoft.com/office/drawing/2014/main" id="{4B604E62-34FC-4390-B7B7-90529C5C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475" y="3162577"/>
            <a:ext cx="320742" cy="363016"/>
          </a:xfrm>
          <a:custGeom xmlns:a="http://schemas.openxmlformats.org/drawingml/2006/main">
            <a:pathLst>
              <a:path w="320742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2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2" y="337057"/>
                </a:lnTo>
                <a:cubicBezTo>
                  <a:pt x="320742" y="362655"/>
                  <a:pt x="320332" y="363016"/>
                  <a:pt x="290843" y="363016"/>
                </a:cubicBezTo>
                <a:lnTo>
                  <a:pt x="30726" y="361657"/>
                </a:lnTo>
                <a:cubicBezTo>
                  <a:pt x="1237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5">
            <a:extLst xmlns:a="http://schemas.openxmlformats.org/drawingml/2006/main">
              <a:ext uri="{FF2B5EF4-FFF2-40B4-BE49-F238E27FC236}">
                <a16:creationId xmlns:a16="http://schemas.microsoft.com/office/drawing/2014/main" id="{121A7FB5-433E-41B2-AD6D-4FA83B9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412" y="3159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09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2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3"/>
                </a:lnTo>
                <a:lnTo>
                  <a:pt x="7573" y="2953"/>
                </a:lnTo>
                <a:lnTo>
                  <a:pt x="8811" y="2353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904" y="324"/>
                </a:lnTo>
                <a:lnTo>
                  <a:pt x="304130" y="428"/>
                </a:lnTo>
                <a:lnTo>
                  <a:pt x="307917" y="649"/>
                </a:lnTo>
                <a:lnTo>
                  <a:pt x="311274" y="1029"/>
                </a:lnTo>
                <a:lnTo>
                  <a:pt x="312867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83" y="3143"/>
                </a:lnTo>
                <a:lnTo>
                  <a:pt x="319576" y="3847"/>
                </a:lnTo>
                <a:lnTo>
                  <a:pt x="320685" y="4662"/>
                </a:lnTo>
                <a:lnTo>
                  <a:pt x="321704" y="5593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4" y="10317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899" y="14747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2"/>
                </a:lnTo>
                <a:lnTo>
                  <a:pt x="326787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3" y="365014"/>
                </a:lnTo>
                <a:lnTo>
                  <a:pt x="320887" y="365817"/>
                </a:lnTo>
                <a:lnTo>
                  <a:pt x="319761" y="366497"/>
                </a:lnTo>
                <a:lnTo>
                  <a:pt x="318548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0"/>
                </a:lnTo>
                <a:lnTo>
                  <a:pt x="311341" y="368671"/>
                </a:lnTo>
                <a:lnTo>
                  <a:pt x="307784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4"/>
                </a:lnTo>
                <a:lnTo>
                  <a:pt x="23919" y="367685"/>
                </a:lnTo>
                <a:lnTo>
                  <a:pt x="19820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09" y="364854"/>
                </a:lnTo>
                <a:lnTo>
                  <a:pt x="6458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79" y="360241"/>
                </a:lnTo>
                <a:lnTo>
                  <a:pt x="2273" y="359040"/>
                </a:lnTo>
                <a:lnTo>
                  <a:pt x="1770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0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3"/>
                </a:lnTo>
                <a:lnTo>
                  <a:pt x="6801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0" y="355854"/>
                </a:lnTo>
                <a:lnTo>
                  <a:pt x="7511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6" y="357337"/>
                </a:lnTo>
                <a:lnTo>
                  <a:pt x="8118" y="357061"/>
                </a:lnTo>
                <a:lnTo>
                  <a:pt x="8662" y="357907"/>
                </a:lnTo>
                <a:lnTo>
                  <a:pt x="8461" y="357631"/>
                </a:lnTo>
                <a:lnTo>
                  <a:pt x="9085" y="358396"/>
                </a:lnTo>
                <a:lnTo>
                  <a:pt x="8847" y="358139"/>
                </a:lnTo>
                <a:lnTo>
                  <a:pt x="9552" y="358819"/>
                </a:lnTo>
                <a:lnTo>
                  <a:pt x="9281" y="358593"/>
                </a:lnTo>
                <a:lnTo>
                  <a:pt x="10071" y="359200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45" y="361392"/>
                </a:lnTo>
                <a:lnTo>
                  <a:pt x="24139" y="361565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601" y="361638"/>
                </a:lnTo>
                <a:lnTo>
                  <a:pt x="33807" y="361656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7" y="361166"/>
                </a:lnTo>
                <a:lnTo>
                  <a:pt x="317579" y="360658"/>
                </a:lnTo>
                <a:lnTo>
                  <a:pt x="317292" y="360854"/>
                </a:lnTo>
                <a:lnTo>
                  <a:pt x="318045" y="360272"/>
                </a:lnTo>
                <a:lnTo>
                  <a:pt x="317769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1" y="359157"/>
                </a:lnTo>
                <a:lnTo>
                  <a:pt x="319362" y="358250"/>
                </a:lnTo>
                <a:lnTo>
                  <a:pt x="319253" y="358507"/>
                </a:lnTo>
                <a:lnTo>
                  <a:pt x="319626" y="357508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7" y="351719"/>
                </a:lnTo>
                <a:lnTo>
                  <a:pt x="320514" y="351884"/>
                </a:lnTo>
                <a:lnTo>
                  <a:pt x="320666" y="348447"/>
                </a:lnTo>
                <a:lnTo>
                  <a:pt x="320666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1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10" y="17308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4" y="9502"/>
                </a:lnTo>
                <a:lnTo>
                  <a:pt x="316071" y="8878"/>
                </a:lnTo>
                <a:lnTo>
                  <a:pt x="316337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6" y="8252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7"/>
                </a:lnTo>
                <a:lnTo>
                  <a:pt x="311593" y="7304"/>
                </a:lnTo>
                <a:lnTo>
                  <a:pt x="311746" y="7327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30" y="6549"/>
                </a:lnTo>
                <a:lnTo>
                  <a:pt x="303928" y="6556"/>
                </a:lnTo>
                <a:lnTo>
                  <a:pt x="299782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5" y="6415"/>
                </a:lnTo>
                <a:lnTo>
                  <a:pt x="33789" y="6127"/>
                </a:lnTo>
                <a:lnTo>
                  <a:pt x="33801" y="6127"/>
                </a:lnTo>
                <a:lnTo>
                  <a:pt x="28601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73" y="6384"/>
                </a:lnTo>
                <a:lnTo>
                  <a:pt x="16812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5"/>
                </a:lnTo>
                <a:lnTo>
                  <a:pt x="11126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7" y="9686"/>
                </a:lnTo>
                <a:lnTo>
                  <a:pt x="9037" y="9423"/>
                </a:lnTo>
                <a:lnTo>
                  <a:pt x="8411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1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6" y="14146"/>
                </a:lnTo>
                <a:lnTo>
                  <a:pt x="6972" y="13981"/>
                </a:lnTo>
                <a:lnTo>
                  <a:pt x="6733" y="15317"/>
                </a:lnTo>
                <a:lnTo>
                  <a:pt x="6765" y="15121"/>
                </a:lnTo>
                <a:lnTo>
                  <a:pt x="6415" y="18123"/>
                </a:lnTo>
                <a:lnTo>
                  <a:pt x="6432" y="17946"/>
                </a:lnTo>
                <a:lnTo>
                  <a:pt x="6231" y="21419"/>
                </a:lnTo>
                <a:lnTo>
                  <a:pt x="6237" y="21316"/>
                </a:lnTo>
                <a:lnTo>
                  <a:pt x="6145" y="25291"/>
                </a:lnTo>
                <a:lnTo>
                  <a:pt x="6145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6">
            <a:extLst xmlns:a="http://schemas.openxmlformats.org/drawingml/2006/main">
              <a:ext uri="{FF2B5EF4-FFF2-40B4-BE49-F238E27FC236}">
                <a16:creationId xmlns:a16="http://schemas.microsoft.com/office/drawing/2014/main" id="{7D76467A-BDFE-44F4-BA15-DA2BC6A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112" y="3162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7" y="288"/>
                  <a:pt x="320661" y="0"/>
                  <a:pt x="320661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2" y="363016"/>
                </a:cubicBezTo>
                <a:lnTo>
                  <a:pt x="30726" y="361657"/>
                </a:lnTo>
                <a:cubicBezTo>
                  <a:pt x="1237" y="361657"/>
                  <a:pt x="79" y="360652"/>
                  <a:pt x="79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7">
            <a:extLst xmlns:a="http://schemas.openxmlformats.org/drawingml/2006/main">
              <a:ext uri="{FF2B5EF4-FFF2-40B4-BE49-F238E27FC236}">
                <a16:creationId xmlns:a16="http://schemas.microsoft.com/office/drawing/2014/main" id="{DB88C4E4-5C1A-46D0-8A2A-B28FC60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048" y="3159514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2"/>
                </a:moveTo>
                <a:lnTo>
                  <a:pt x="110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2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3"/>
                </a:lnTo>
                <a:lnTo>
                  <a:pt x="7573" y="2953"/>
                </a:lnTo>
                <a:lnTo>
                  <a:pt x="8810" y="2353"/>
                </a:lnTo>
                <a:lnTo>
                  <a:pt x="10121" y="1850"/>
                </a:lnTo>
                <a:lnTo>
                  <a:pt x="11505" y="1434"/>
                </a:lnTo>
                <a:lnTo>
                  <a:pt x="13012" y="1084"/>
                </a:lnTo>
                <a:lnTo>
                  <a:pt x="16182" y="588"/>
                </a:lnTo>
                <a:lnTo>
                  <a:pt x="19807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904" y="324"/>
                </a:lnTo>
                <a:lnTo>
                  <a:pt x="304131" y="428"/>
                </a:lnTo>
                <a:lnTo>
                  <a:pt x="307917" y="649"/>
                </a:lnTo>
                <a:lnTo>
                  <a:pt x="311275" y="1029"/>
                </a:lnTo>
                <a:lnTo>
                  <a:pt x="312868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7"/>
                </a:lnTo>
                <a:lnTo>
                  <a:pt x="320686" y="4662"/>
                </a:lnTo>
                <a:lnTo>
                  <a:pt x="321702" y="5593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4" y="10317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900" y="14747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2"/>
                </a:lnTo>
                <a:lnTo>
                  <a:pt x="326788" y="28643"/>
                </a:lnTo>
                <a:lnTo>
                  <a:pt x="326867" y="340133"/>
                </a:lnTo>
                <a:lnTo>
                  <a:pt x="326794" y="348667"/>
                </a:lnTo>
                <a:lnTo>
                  <a:pt x="326628" y="352245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7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3" y="365014"/>
                </a:lnTo>
                <a:lnTo>
                  <a:pt x="320887" y="365817"/>
                </a:lnTo>
                <a:lnTo>
                  <a:pt x="319761" y="366497"/>
                </a:lnTo>
                <a:lnTo>
                  <a:pt x="318547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0"/>
                </a:lnTo>
                <a:lnTo>
                  <a:pt x="311343" y="368671"/>
                </a:lnTo>
                <a:lnTo>
                  <a:pt x="307782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4"/>
                </a:lnTo>
                <a:lnTo>
                  <a:pt x="23918" y="367685"/>
                </a:lnTo>
                <a:lnTo>
                  <a:pt x="19821" y="367514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0" y="365455"/>
                </a:lnTo>
                <a:lnTo>
                  <a:pt x="7610" y="364854"/>
                </a:lnTo>
                <a:lnTo>
                  <a:pt x="6457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80" y="360241"/>
                </a:lnTo>
                <a:lnTo>
                  <a:pt x="2273" y="359040"/>
                </a:lnTo>
                <a:lnTo>
                  <a:pt x="1771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2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7" y="25182"/>
                </a:lnTo>
                <a:moveTo>
                  <a:pt x="6126" y="29758"/>
                </a:moveTo>
                <a:lnTo>
                  <a:pt x="6126" y="29739"/>
                </a:lnTo>
                <a:lnTo>
                  <a:pt x="6205" y="338111"/>
                </a:lnTo>
                <a:lnTo>
                  <a:pt x="6205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5"/>
                </a:lnTo>
                <a:lnTo>
                  <a:pt x="6310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3"/>
                </a:lnTo>
                <a:lnTo>
                  <a:pt x="6801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6" y="354923"/>
                </a:lnTo>
                <a:lnTo>
                  <a:pt x="7243" y="354727"/>
                </a:lnTo>
                <a:lnTo>
                  <a:pt x="7590" y="355854"/>
                </a:lnTo>
                <a:lnTo>
                  <a:pt x="7511" y="355628"/>
                </a:lnTo>
                <a:lnTo>
                  <a:pt x="7916" y="356651"/>
                </a:lnTo>
                <a:lnTo>
                  <a:pt x="7798" y="356399"/>
                </a:lnTo>
                <a:lnTo>
                  <a:pt x="8277" y="357337"/>
                </a:lnTo>
                <a:lnTo>
                  <a:pt x="8117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5" y="358396"/>
                </a:lnTo>
                <a:lnTo>
                  <a:pt x="8847" y="358139"/>
                </a:lnTo>
                <a:lnTo>
                  <a:pt x="9552" y="358819"/>
                </a:lnTo>
                <a:lnTo>
                  <a:pt x="9282" y="358593"/>
                </a:lnTo>
                <a:lnTo>
                  <a:pt x="10073" y="359200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4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2"/>
                </a:lnTo>
                <a:lnTo>
                  <a:pt x="13197" y="360468"/>
                </a:lnTo>
                <a:lnTo>
                  <a:pt x="13012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3" y="361111"/>
                </a:lnTo>
                <a:lnTo>
                  <a:pt x="20274" y="361405"/>
                </a:lnTo>
                <a:lnTo>
                  <a:pt x="20144" y="361392"/>
                </a:lnTo>
                <a:lnTo>
                  <a:pt x="24139" y="361565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8" y="361656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0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0" y="362220"/>
                </a:lnTo>
                <a:lnTo>
                  <a:pt x="314521" y="361951"/>
                </a:lnTo>
                <a:lnTo>
                  <a:pt x="314338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70" y="360511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1" y="358868"/>
                </a:lnTo>
                <a:lnTo>
                  <a:pt x="318921" y="359157"/>
                </a:lnTo>
                <a:lnTo>
                  <a:pt x="319363" y="358250"/>
                </a:lnTo>
                <a:lnTo>
                  <a:pt x="319251" y="358507"/>
                </a:lnTo>
                <a:lnTo>
                  <a:pt x="319626" y="357508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7" y="356835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6" y="351719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1" y="28667"/>
                </a:lnTo>
                <a:lnTo>
                  <a:pt x="320661" y="28705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2" y="20371"/>
                </a:lnTo>
                <a:lnTo>
                  <a:pt x="320435" y="20537"/>
                </a:lnTo>
                <a:lnTo>
                  <a:pt x="320085" y="17137"/>
                </a:lnTo>
                <a:lnTo>
                  <a:pt x="320110" y="17308"/>
                </a:lnTo>
                <a:lnTo>
                  <a:pt x="319864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8"/>
                </a:lnTo>
                <a:lnTo>
                  <a:pt x="318547" y="11616"/>
                </a:lnTo>
                <a:lnTo>
                  <a:pt x="318676" y="11867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5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6" y="9288"/>
                </a:lnTo>
                <a:lnTo>
                  <a:pt x="316924" y="9502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6" y="8155"/>
                </a:lnTo>
                <a:lnTo>
                  <a:pt x="314866" y="8252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0" y="7597"/>
                </a:lnTo>
                <a:lnTo>
                  <a:pt x="311594" y="7304"/>
                </a:lnTo>
                <a:lnTo>
                  <a:pt x="311747" y="7327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1"/>
                </a:lnTo>
                <a:lnTo>
                  <a:pt x="307475" y="6764"/>
                </a:lnTo>
                <a:lnTo>
                  <a:pt x="303831" y="6549"/>
                </a:lnTo>
                <a:lnTo>
                  <a:pt x="303929" y="6556"/>
                </a:lnTo>
                <a:lnTo>
                  <a:pt x="299781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74" y="6384"/>
                </a:lnTo>
                <a:lnTo>
                  <a:pt x="16812" y="6684"/>
                </a:lnTo>
                <a:lnTo>
                  <a:pt x="17026" y="6659"/>
                </a:lnTo>
                <a:lnTo>
                  <a:pt x="14074" y="7119"/>
                </a:lnTo>
                <a:lnTo>
                  <a:pt x="14293" y="7076"/>
                </a:lnTo>
                <a:lnTo>
                  <a:pt x="12996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5" y="7615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8" y="8252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1"/>
                </a:lnTo>
                <a:lnTo>
                  <a:pt x="7444" y="12217"/>
                </a:lnTo>
                <a:lnTo>
                  <a:pt x="7524" y="11984"/>
                </a:lnTo>
                <a:lnTo>
                  <a:pt x="7174" y="13117"/>
                </a:lnTo>
                <a:lnTo>
                  <a:pt x="7229" y="12915"/>
                </a:lnTo>
                <a:lnTo>
                  <a:pt x="6936" y="14146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6"/>
                </a:lnTo>
                <a:lnTo>
                  <a:pt x="6145" y="25291"/>
                </a:lnTo>
                <a:lnTo>
                  <a:pt x="6145" y="25236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8">
            <a:extLst xmlns:a="http://schemas.openxmlformats.org/drawingml/2006/main">
              <a:ext uri="{FF2B5EF4-FFF2-40B4-BE49-F238E27FC236}">
                <a16:creationId xmlns:a16="http://schemas.microsoft.com/office/drawing/2014/main" id="{4A6E9040-16B1-4E49-B6F7-4E03E04B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154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5" y="0"/>
                </a:cubicBezTo>
                <a:lnTo>
                  <a:pt x="286872" y="288"/>
                </a:lnTo>
                <a:cubicBezTo>
                  <a:pt x="316367" y="288"/>
                  <a:pt x="320661" y="0"/>
                  <a:pt x="320661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2" y="363016"/>
                </a:cubicBezTo>
                <a:lnTo>
                  <a:pt x="30725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9">
            <a:extLst xmlns:a="http://schemas.openxmlformats.org/drawingml/2006/main">
              <a:ext uri="{FF2B5EF4-FFF2-40B4-BE49-F238E27FC236}">
                <a16:creationId xmlns:a16="http://schemas.microsoft.com/office/drawing/2014/main" id="{A02CCD8F-28BC-4FE4-A119-A51516B9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090" y="1867358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63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1" y="2352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2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904" y="325"/>
                </a:lnTo>
                <a:lnTo>
                  <a:pt x="304130" y="429"/>
                </a:lnTo>
                <a:lnTo>
                  <a:pt x="307918" y="650"/>
                </a:lnTo>
                <a:lnTo>
                  <a:pt x="311275" y="1029"/>
                </a:lnTo>
                <a:lnTo>
                  <a:pt x="312868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83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4" y="5594"/>
                </a:lnTo>
                <a:lnTo>
                  <a:pt x="322609" y="6635"/>
                </a:lnTo>
                <a:lnTo>
                  <a:pt x="323406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7" y="24073"/>
                </a:lnTo>
                <a:lnTo>
                  <a:pt x="326788" y="28643"/>
                </a:lnTo>
                <a:lnTo>
                  <a:pt x="326868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1" y="363084"/>
                </a:lnTo>
                <a:lnTo>
                  <a:pt x="322855" y="364101"/>
                </a:lnTo>
                <a:lnTo>
                  <a:pt x="321925" y="365014"/>
                </a:lnTo>
                <a:lnTo>
                  <a:pt x="320887" y="365816"/>
                </a:lnTo>
                <a:lnTo>
                  <a:pt x="319761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84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21" y="367513"/>
                </a:lnTo>
                <a:lnTo>
                  <a:pt x="16193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80" y="360241"/>
                </a:lnTo>
                <a:lnTo>
                  <a:pt x="2273" y="359040"/>
                </a:lnTo>
                <a:lnTo>
                  <a:pt x="1771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8" y="29758"/>
                </a:moveTo>
                <a:lnTo>
                  <a:pt x="6128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4"/>
                </a:lnTo>
                <a:lnTo>
                  <a:pt x="6802" y="352533"/>
                </a:lnTo>
                <a:lnTo>
                  <a:pt x="7039" y="353863"/>
                </a:lnTo>
                <a:lnTo>
                  <a:pt x="7009" y="353697"/>
                </a:lnTo>
                <a:lnTo>
                  <a:pt x="7297" y="354923"/>
                </a:lnTo>
                <a:lnTo>
                  <a:pt x="7243" y="354727"/>
                </a:lnTo>
                <a:lnTo>
                  <a:pt x="7590" y="355854"/>
                </a:lnTo>
                <a:lnTo>
                  <a:pt x="7511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7" y="357331"/>
                </a:lnTo>
                <a:lnTo>
                  <a:pt x="8118" y="357061"/>
                </a:lnTo>
                <a:lnTo>
                  <a:pt x="8663" y="357907"/>
                </a:lnTo>
                <a:lnTo>
                  <a:pt x="8462" y="357631"/>
                </a:lnTo>
                <a:lnTo>
                  <a:pt x="9085" y="358397"/>
                </a:lnTo>
                <a:lnTo>
                  <a:pt x="8847" y="358134"/>
                </a:lnTo>
                <a:lnTo>
                  <a:pt x="9552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4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7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45" y="361393"/>
                </a:lnTo>
                <a:lnTo>
                  <a:pt x="24140" y="361564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7" y="361657"/>
                </a:lnTo>
                <a:lnTo>
                  <a:pt x="293917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1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11" y="361019"/>
                </a:lnTo>
                <a:lnTo>
                  <a:pt x="316728" y="361166"/>
                </a:lnTo>
                <a:lnTo>
                  <a:pt x="317581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2" y="359157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7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7" y="351718"/>
                </a:lnTo>
                <a:lnTo>
                  <a:pt x="320515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11" y="17309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5" y="9503"/>
                </a:lnTo>
                <a:lnTo>
                  <a:pt x="316071" y="8878"/>
                </a:lnTo>
                <a:lnTo>
                  <a:pt x="316337" y="9049"/>
                </a:lnTo>
                <a:lnTo>
                  <a:pt x="315398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7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31" y="6550"/>
                </a:lnTo>
                <a:lnTo>
                  <a:pt x="303929" y="6556"/>
                </a:lnTo>
                <a:lnTo>
                  <a:pt x="299782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3" y="6127"/>
                </a:lnTo>
                <a:lnTo>
                  <a:pt x="28601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73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4" y="15317"/>
                </a:lnTo>
                <a:lnTo>
                  <a:pt x="6765" y="15121"/>
                </a:lnTo>
                <a:lnTo>
                  <a:pt x="6416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80">
            <a:extLst xmlns:a="http://schemas.openxmlformats.org/drawingml/2006/main">
              <a:ext uri="{FF2B5EF4-FFF2-40B4-BE49-F238E27FC236}">
                <a16:creationId xmlns:a16="http://schemas.microsoft.com/office/drawing/2014/main" id="{5984A6D6-7C0F-4BC5-801E-40884092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309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2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81">
            <a:extLst xmlns:a="http://schemas.openxmlformats.org/drawingml/2006/main">
              <a:ext uri="{FF2B5EF4-FFF2-40B4-BE49-F238E27FC236}">
                <a16:creationId xmlns:a16="http://schemas.microsoft.com/office/drawing/2014/main" id="{0BF15A79-D815-40AE-B219-D2251989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245" y="1867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9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7" y="14324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1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2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7" y="325"/>
                </a:lnTo>
                <a:lnTo>
                  <a:pt x="304131" y="429"/>
                </a:lnTo>
                <a:lnTo>
                  <a:pt x="307917" y="650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1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76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68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29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4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9" y="367685"/>
                </a:lnTo>
                <a:lnTo>
                  <a:pt x="19814" y="367513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8" y="366368"/>
                </a:lnTo>
                <a:lnTo>
                  <a:pt x="10152" y="365951"/>
                </a:lnTo>
                <a:lnTo>
                  <a:pt x="8840" y="365455"/>
                </a:lnTo>
                <a:lnTo>
                  <a:pt x="7609" y="364855"/>
                </a:lnTo>
                <a:lnTo>
                  <a:pt x="6457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66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5" y="338110"/>
                </a:lnTo>
                <a:lnTo>
                  <a:pt x="6205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0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7"/>
                </a:lnTo>
                <a:lnTo>
                  <a:pt x="7297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798" y="356399"/>
                </a:lnTo>
                <a:lnTo>
                  <a:pt x="8270" y="357331"/>
                </a:lnTo>
                <a:lnTo>
                  <a:pt x="8117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796" y="359016"/>
                </a:lnTo>
                <a:lnTo>
                  <a:pt x="10680" y="359555"/>
                </a:lnTo>
                <a:lnTo>
                  <a:pt x="10414" y="359408"/>
                </a:lnTo>
                <a:lnTo>
                  <a:pt x="11389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3"/>
                </a:lnTo>
                <a:lnTo>
                  <a:pt x="13198" y="360468"/>
                </a:lnTo>
                <a:lnTo>
                  <a:pt x="13013" y="360419"/>
                </a:lnTo>
                <a:lnTo>
                  <a:pt x="14305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3" y="361111"/>
                </a:lnTo>
                <a:lnTo>
                  <a:pt x="20273" y="361405"/>
                </a:lnTo>
                <a:lnTo>
                  <a:pt x="20139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4" y="362949"/>
                </a:lnTo>
                <a:lnTo>
                  <a:pt x="303548" y="362955"/>
                </a:lnTo>
                <a:lnTo>
                  <a:pt x="307507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1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6" y="361460"/>
                </a:lnTo>
                <a:lnTo>
                  <a:pt x="317003" y="361019"/>
                </a:lnTo>
                <a:lnTo>
                  <a:pt x="316728" y="361166"/>
                </a:lnTo>
                <a:lnTo>
                  <a:pt x="317574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1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3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5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6" y="354488"/>
                </a:lnTo>
                <a:lnTo>
                  <a:pt x="320233" y="354672"/>
                </a:lnTo>
                <a:lnTo>
                  <a:pt x="320520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1" y="28668"/>
                </a:lnTo>
                <a:lnTo>
                  <a:pt x="320661" y="28704"/>
                </a:lnTo>
                <a:lnTo>
                  <a:pt x="320606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90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7" y="11616"/>
                </a:lnTo>
                <a:lnTo>
                  <a:pt x="318676" y="11868"/>
                </a:lnTo>
                <a:lnTo>
                  <a:pt x="318131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199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7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30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4" y="6145"/>
                </a:lnTo>
                <a:lnTo>
                  <a:pt x="28637" y="6145"/>
                </a:lnTo>
                <a:lnTo>
                  <a:pt x="24053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2" y="7120"/>
                </a:lnTo>
                <a:lnTo>
                  <a:pt x="14293" y="7077"/>
                </a:lnTo>
                <a:lnTo>
                  <a:pt x="12995" y="7383"/>
                </a:lnTo>
                <a:lnTo>
                  <a:pt x="13179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5"/>
                </a:lnTo>
                <a:lnTo>
                  <a:pt x="8798" y="9687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30" y="12915"/>
                </a:lnTo>
                <a:lnTo>
                  <a:pt x="6936" y="14147"/>
                </a:lnTo>
                <a:lnTo>
                  <a:pt x="6972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82">
            <a:extLst xmlns:a="http://schemas.openxmlformats.org/drawingml/2006/main">
              <a:ext uri="{FF2B5EF4-FFF2-40B4-BE49-F238E27FC236}">
                <a16:creationId xmlns:a16="http://schemas.microsoft.com/office/drawing/2014/main" id="{147DAB2A-B46B-41AA-8CB5-973C15E5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913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2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2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83">
            <a:extLst xmlns:a="http://schemas.openxmlformats.org/drawingml/2006/main">
              <a:ext uri="{FF2B5EF4-FFF2-40B4-BE49-F238E27FC236}">
                <a16:creationId xmlns:a16="http://schemas.microsoft.com/office/drawing/2014/main" id="{6F15961E-9DA2-4064-9381-ADF026F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849" y="1867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20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7" y="14324"/>
                </a:lnTo>
                <a:lnTo>
                  <a:pt x="957" y="12811"/>
                </a:lnTo>
                <a:lnTo>
                  <a:pt x="1294" y="11402"/>
                </a:lnTo>
                <a:lnTo>
                  <a:pt x="1710" y="10060"/>
                </a:lnTo>
                <a:lnTo>
                  <a:pt x="2218" y="8786"/>
                </a:lnTo>
                <a:lnTo>
                  <a:pt x="2831" y="7585"/>
                </a:lnTo>
                <a:lnTo>
                  <a:pt x="3554" y="6458"/>
                </a:lnTo>
                <a:lnTo>
                  <a:pt x="4399" y="5416"/>
                </a:lnTo>
                <a:lnTo>
                  <a:pt x="5355" y="4485"/>
                </a:lnTo>
                <a:lnTo>
                  <a:pt x="6422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7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9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1" y="429"/>
                </a:lnTo>
                <a:lnTo>
                  <a:pt x="307918" y="650"/>
                </a:lnTo>
                <a:lnTo>
                  <a:pt x="311275" y="1029"/>
                </a:lnTo>
                <a:lnTo>
                  <a:pt x="312862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9" y="2549"/>
                </a:lnTo>
                <a:lnTo>
                  <a:pt x="318377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30" y="352246"/>
                </a:lnTo>
                <a:lnTo>
                  <a:pt x="326316" y="355370"/>
                </a:lnTo>
                <a:lnTo>
                  <a:pt x="326079" y="356853"/>
                </a:lnTo>
                <a:lnTo>
                  <a:pt x="325784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6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9" y="367066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78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5"/>
                </a:lnTo>
                <a:lnTo>
                  <a:pt x="23921" y="367685"/>
                </a:lnTo>
                <a:lnTo>
                  <a:pt x="19814" y="367513"/>
                </a:lnTo>
                <a:lnTo>
                  <a:pt x="16193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9" y="364150"/>
                </a:lnTo>
                <a:lnTo>
                  <a:pt x="5399" y="363329"/>
                </a:lnTo>
                <a:lnTo>
                  <a:pt x="4443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67" y="359040"/>
                </a:lnTo>
                <a:lnTo>
                  <a:pt x="1764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5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20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8" y="338110"/>
                </a:lnTo>
                <a:lnTo>
                  <a:pt x="6208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8" y="349905"/>
                </a:lnTo>
                <a:lnTo>
                  <a:pt x="6489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10" y="353697"/>
                </a:lnTo>
                <a:lnTo>
                  <a:pt x="7298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1" y="356399"/>
                </a:lnTo>
                <a:lnTo>
                  <a:pt x="8272" y="357331"/>
                </a:lnTo>
                <a:lnTo>
                  <a:pt x="8119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6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7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16" y="360113"/>
                </a:lnTo>
                <a:lnTo>
                  <a:pt x="13198" y="360468"/>
                </a:lnTo>
                <a:lnTo>
                  <a:pt x="13014" y="360419"/>
                </a:lnTo>
                <a:lnTo>
                  <a:pt x="14307" y="360719"/>
                </a:lnTo>
                <a:lnTo>
                  <a:pt x="14086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39" y="361393"/>
                </a:lnTo>
                <a:lnTo>
                  <a:pt x="24135" y="361564"/>
                </a:lnTo>
                <a:lnTo>
                  <a:pt x="24060" y="361558"/>
                </a:lnTo>
                <a:lnTo>
                  <a:pt x="28638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50" y="362955"/>
                </a:lnTo>
                <a:lnTo>
                  <a:pt x="307508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4" y="361950"/>
                </a:lnTo>
                <a:lnTo>
                  <a:pt x="314339" y="361993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8" y="361166"/>
                </a:lnTo>
                <a:lnTo>
                  <a:pt x="317574" y="360658"/>
                </a:lnTo>
                <a:lnTo>
                  <a:pt x="317291" y="360854"/>
                </a:lnTo>
                <a:lnTo>
                  <a:pt x="318046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2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4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2" y="340090"/>
                </a:lnTo>
                <a:lnTo>
                  <a:pt x="320742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600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5" y="17309"/>
                </a:lnTo>
                <a:lnTo>
                  <a:pt x="319865" y="15795"/>
                </a:lnTo>
                <a:lnTo>
                  <a:pt x="319891" y="15942"/>
                </a:lnTo>
                <a:lnTo>
                  <a:pt x="319596" y="14545"/>
                </a:lnTo>
                <a:lnTo>
                  <a:pt x="319639" y="14717"/>
                </a:lnTo>
                <a:lnTo>
                  <a:pt x="319284" y="13436"/>
                </a:lnTo>
                <a:lnTo>
                  <a:pt x="319344" y="13638"/>
                </a:lnTo>
                <a:lnTo>
                  <a:pt x="318934" y="12462"/>
                </a:lnTo>
                <a:lnTo>
                  <a:pt x="319026" y="12689"/>
                </a:lnTo>
                <a:lnTo>
                  <a:pt x="318549" y="11616"/>
                </a:lnTo>
                <a:lnTo>
                  <a:pt x="318677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8" y="9288"/>
                </a:lnTo>
                <a:lnTo>
                  <a:pt x="316925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4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3" y="6752"/>
                </a:lnTo>
                <a:lnTo>
                  <a:pt x="307478" y="6764"/>
                </a:lnTo>
                <a:lnTo>
                  <a:pt x="303824" y="6550"/>
                </a:lnTo>
                <a:lnTo>
                  <a:pt x="303929" y="6556"/>
                </a:lnTo>
                <a:lnTo>
                  <a:pt x="299782" y="6452"/>
                </a:lnTo>
                <a:lnTo>
                  <a:pt x="299842" y="6452"/>
                </a:lnTo>
                <a:lnTo>
                  <a:pt x="289930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5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7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5" y="8400"/>
                </a:lnTo>
                <a:lnTo>
                  <a:pt x="10649" y="8253"/>
                </a:lnTo>
                <a:lnTo>
                  <a:pt x="9766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10" y="8995"/>
                </a:lnTo>
                <a:lnTo>
                  <a:pt x="8798" y="9687"/>
                </a:lnTo>
                <a:lnTo>
                  <a:pt x="9038" y="9423"/>
                </a:lnTo>
                <a:lnTo>
                  <a:pt x="8412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7" y="10495"/>
                </a:lnTo>
                <a:lnTo>
                  <a:pt x="7745" y="11439"/>
                </a:lnTo>
                <a:lnTo>
                  <a:pt x="7854" y="11182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31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59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8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84">
            <a:extLst xmlns:a="http://schemas.openxmlformats.org/drawingml/2006/main">
              <a:ext uri="{FF2B5EF4-FFF2-40B4-BE49-F238E27FC236}">
                <a16:creationId xmlns:a16="http://schemas.microsoft.com/office/drawing/2014/main" id="{F7C1F04A-988A-448D-922E-FB29E2AF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355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2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0" y="363016"/>
                  <a:pt x="290842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5">
            <a:extLst xmlns:a="http://schemas.openxmlformats.org/drawingml/2006/main">
              <a:ext uri="{FF2B5EF4-FFF2-40B4-BE49-F238E27FC236}">
                <a16:creationId xmlns:a16="http://schemas.microsoft.com/office/drawing/2014/main" id="{40DCD3F8-6C07-4C91-93FD-877F0272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291" y="1867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62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1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5" y="4485"/>
                </a:lnTo>
                <a:lnTo>
                  <a:pt x="6422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6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9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7" y="288"/>
                </a:lnTo>
                <a:lnTo>
                  <a:pt x="299904" y="325"/>
                </a:lnTo>
                <a:lnTo>
                  <a:pt x="304131" y="429"/>
                </a:lnTo>
                <a:lnTo>
                  <a:pt x="307917" y="650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30" y="352246"/>
                </a:lnTo>
                <a:lnTo>
                  <a:pt x="326316" y="355370"/>
                </a:lnTo>
                <a:lnTo>
                  <a:pt x="326078" y="356853"/>
                </a:lnTo>
                <a:lnTo>
                  <a:pt x="325784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0" y="363084"/>
                </a:lnTo>
                <a:lnTo>
                  <a:pt x="322855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5" y="366497"/>
                </a:lnTo>
                <a:lnTo>
                  <a:pt x="318547" y="367066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82" y="368935"/>
                </a:lnTo>
                <a:lnTo>
                  <a:pt x="303715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8" y="367685"/>
                </a:lnTo>
                <a:lnTo>
                  <a:pt x="19821" y="367513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1" y="365455"/>
                </a:lnTo>
                <a:lnTo>
                  <a:pt x="7610" y="364855"/>
                </a:lnTo>
                <a:lnTo>
                  <a:pt x="6458" y="364150"/>
                </a:lnTo>
                <a:lnTo>
                  <a:pt x="5399" y="363329"/>
                </a:lnTo>
                <a:lnTo>
                  <a:pt x="4443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7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1" y="346437"/>
                </a:lnTo>
                <a:lnTo>
                  <a:pt x="6508" y="349905"/>
                </a:lnTo>
                <a:lnTo>
                  <a:pt x="6489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40" y="353863"/>
                </a:lnTo>
                <a:lnTo>
                  <a:pt x="7009" y="353697"/>
                </a:lnTo>
                <a:lnTo>
                  <a:pt x="7296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1"/>
                </a:lnTo>
                <a:lnTo>
                  <a:pt x="8118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6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4" y="360113"/>
                </a:lnTo>
                <a:lnTo>
                  <a:pt x="13197" y="360468"/>
                </a:lnTo>
                <a:lnTo>
                  <a:pt x="13014" y="360419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3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45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7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8"/>
                </a:lnTo>
                <a:lnTo>
                  <a:pt x="317291" y="360854"/>
                </a:lnTo>
                <a:lnTo>
                  <a:pt x="318046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2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1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3" y="355634"/>
                </a:lnTo>
                <a:lnTo>
                  <a:pt x="320042" y="355799"/>
                </a:lnTo>
                <a:lnTo>
                  <a:pt x="320257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2" y="340090"/>
                </a:lnTo>
                <a:lnTo>
                  <a:pt x="320742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7" y="14717"/>
                </a:lnTo>
                <a:lnTo>
                  <a:pt x="319283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9"/>
                </a:lnTo>
                <a:lnTo>
                  <a:pt x="318547" y="11616"/>
                </a:lnTo>
                <a:lnTo>
                  <a:pt x="318677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1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7" y="7107"/>
                </a:lnTo>
                <a:lnTo>
                  <a:pt x="307310" y="6752"/>
                </a:lnTo>
                <a:lnTo>
                  <a:pt x="307477" y="6764"/>
                </a:lnTo>
                <a:lnTo>
                  <a:pt x="303831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6" y="9227"/>
                </a:lnTo>
                <a:lnTo>
                  <a:pt x="9510" y="8995"/>
                </a:lnTo>
                <a:lnTo>
                  <a:pt x="8798" y="9687"/>
                </a:lnTo>
                <a:lnTo>
                  <a:pt x="9038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3" y="10771"/>
                </a:lnTo>
                <a:lnTo>
                  <a:pt x="8216" y="10495"/>
                </a:lnTo>
                <a:lnTo>
                  <a:pt x="7745" y="11439"/>
                </a:lnTo>
                <a:lnTo>
                  <a:pt x="7854" y="11182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29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6">
            <a:extLst xmlns:a="http://schemas.openxmlformats.org/drawingml/2006/main">
              <a:ext uri="{FF2B5EF4-FFF2-40B4-BE49-F238E27FC236}">
                <a16:creationId xmlns:a16="http://schemas.microsoft.com/office/drawing/2014/main" id="{F898A14B-E7BB-43E8-8A8F-0EBD48EB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557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3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3" y="363016"/>
                </a:cubicBezTo>
                <a:lnTo>
                  <a:pt x="30726" y="361656"/>
                </a:lnTo>
                <a:cubicBezTo>
                  <a:pt x="1237" y="361656"/>
                  <a:pt x="81" y="360651"/>
                  <a:pt x="81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7">
            <a:extLst xmlns:a="http://schemas.openxmlformats.org/drawingml/2006/main">
              <a:ext uri="{FF2B5EF4-FFF2-40B4-BE49-F238E27FC236}">
                <a16:creationId xmlns:a16="http://schemas.microsoft.com/office/drawing/2014/main" id="{C4D1A197-9B47-4F0A-A328-CD07A26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494" y="1867358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09" y="2352"/>
                </a:lnTo>
                <a:lnTo>
                  <a:pt x="10120" y="1850"/>
                </a:lnTo>
                <a:lnTo>
                  <a:pt x="11506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8" y="325"/>
                </a:lnTo>
                <a:lnTo>
                  <a:pt x="304130" y="429"/>
                </a:lnTo>
                <a:lnTo>
                  <a:pt x="307918" y="650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4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5" y="4663"/>
                </a:lnTo>
                <a:lnTo>
                  <a:pt x="321704" y="5594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6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899" y="14741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3"/>
                </a:lnTo>
                <a:lnTo>
                  <a:pt x="326787" y="28643"/>
                </a:lnTo>
                <a:lnTo>
                  <a:pt x="326868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5" y="355370"/>
                </a:lnTo>
                <a:lnTo>
                  <a:pt x="326078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1"/>
                </a:lnTo>
                <a:lnTo>
                  <a:pt x="321922" y="365014"/>
                </a:lnTo>
                <a:lnTo>
                  <a:pt x="320887" y="365816"/>
                </a:lnTo>
                <a:lnTo>
                  <a:pt x="319755" y="366497"/>
                </a:lnTo>
                <a:lnTo>
                  <a:pt x="318548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6" y="367765"/>
                </a:lnTo>
                <a:lnTo>
                  <a:pt x="23919" y="367685"/>
                </a:lnTo>
                <a:lnTo>
                  <a:pt x="19813" y="367513"/>
                </a:lnTo>
                <a:lnTo>
                  <a:pt x="16192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1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7" y="359040"/>
                </a:lnTo>
                <a:lnTo>
                  <a:pt x="1763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88" y="346725"/>
                </a:lnTo>
                <a:lnTo>
                  <a:pt x="102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1"/>
                </a:lnTo>
                <a:moveTo>
                  <a:pt x="6125" y="29758"/>
                </a:moveTo>
                <a:lnTo>
                  <a:pt x="6125" y="29740"/>
                </a:lnTo>
                <a:lnTo>
                  <a:pt x="6207" y="338110"/>
                </a:lnTo>
                <a:lnTo>
                  <a:pt x="6207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0" y="352724"/>
                </a:lnTo>
                <a:lnTo>
                  <a:pt x="6800" y="352533"/>
                </a:lnTo>
                <a:lnTo>
                  <a:pt x="7039" y="353863"/>
                </a:lnTo>
                <a:lnTo>
                  <a:pt x="7009" y="353697"/>
                </a:lnTo>
                <a:lnTo>
                  <a:pt x="7297" y="354923"/>
                </a:lnTo>
                <a:lnTo>
                  <a:pt x="7241" y="354727"/>
                </a:lnTo>
                <a:lnTo>
                  <a:pt x="7590" y="355854"/>
                </a:lnTo>
                <a:lnTo>
                  <a:pt x="7504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7"/>
                </a:lnTo>
                <a:lnTo>
                  <a:pt x="8846" y="358134"/>
                </a:lnTo>
                <a:lnTo>
                  <a:pt x="9546" y="358820"/>
                </a:lnTo>
                <a:lnTo>
                  <a:pt x="9281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59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0" y="361657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3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0"/>
                </a:lnTo>
                <a:lnTo>
                  <a:pt x="314339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0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9"/>
                </a:lnTo>
                <a:lnTo>
                  <a:pt x="318920" y="359157"/>
                </a:lnTo>
                <a:lnTo>
                  <a:pt x="319362" y="358244"/>
                </a:lnTo>
                <a:lnTo>
                  <a:pt x="319253" y="358507"/>
                </a:lnTo>
                <a:lnTo>
                  <a:pt x="319625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8"/>
                </a:lnTo>
                <a:lnTo>
                  <a:pt x="320513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62" y="28668"/>
                </a:lnTo>
                <a:lnTo>
                  <a:pt x="320662" y="28704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9"/>
                </a:lnTo>
                <a:lnTo>
                  <a:pt x="318548" y="11616"/>
                </a:lnTo>
                <a:lnTo>
                  <a:pt x="318676" y="11868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5" y="9503"/>
                </a:lnTo>
                <a:lnTo>
                  <a:pt x="316071" y="8878"/>
                </a:lnTo>
                <a:lnTo>
                  <a:pt x="316334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2" y="7554"/>
                </a:lnTo>
                <a:lnTo>
                  <a:pt x="312911" y="7598"/>
                </a:lnTo>
                <a:lnTo>
                  <a:pt x="311593" y="7297"/>
                </a:lnTo>
                <a:lnTo>
                  <a:pt x="311739" y="7328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2"/>
                </a:lnTo>
                <a:lnTo>
                  <a:pt x="307477" y="6764"/>
                </a:lnTo>
                <a:lnTo>
                  <a:pt x="303823" y="6550"/>
                </a:lnTo>
                <a:lnTo>
                  <a:pt x="303928" y="6556"/>
                </a:lnTo>
                <a:lnTo>
                  <a:pt x="299782" y="6452"/>
                </a:lnTo>
                <a:lnTo>
                  <a:pt x="299842" y="6452"/>
                </a:lnTo>
                <a:lnTo>
                  <a:pt x="289929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0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7" y="6660"/>
                </a:lnTo>
                <a:lnTo>
                  <a:pt x="14074" y="7120"/>
                </a:lnTo>
                <a:lnTo>
                  <a:pt x="14294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7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3"/>
                </a:lnTo>
                <a:lnTo>
                  <a:pt x="9765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3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30" y="12915"/>
                </a:lnTo>
                <a:lnTo>
                  <a:pt x="6934" y="14147"/>
                </a:lnTo>
                <a:lnTo>
                  <a:pt x="6972" y="13981"/>
                </a:lnTo>
                <a:lnTo>
                  <a:pt x="6732" y="15317"/>
                </a:lnTo>
                <a:lnTo>
                  <a:pt x="6758" y="15121"/>
                </a:lnTo>
                <a:lnTo>
                  <a:pt x="6414" y="18123"/>
                </a:lnTo>
                <a:lnTo>
                  <a:pt x="6432" y="17946"/>
                </a:lnTo>
                <a:lnTo>
                  <a:pt x="6230" y="21419"/>
                </a:lnTo>
                <a:lnTo>
                  <a:pt x="6237" y="21315"/>
                </a:lnTo>
                <a:lnTo>
                  <a:pt x="6146" y="25292"/>
                </a:lnTo>
                <a:lnTo>
                  <a:pt x="6146" y="25237"/>
                </a:lnTo>
                <a:lnTo>
                  <a:pt x="6125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8">
            <a:extLst xmlns:a="http://schemas.openxmlformats.org/drawingml/2006/main">
              <a:ext uri="{FF2B5EF4-FFF2-40B4-BE49-F238E27FC236}">
                <a16:creationId xmlns:a16="http://schemas.microsoft.com/office/drawing/2014/main" id="{454E6E61-F4C8-4D05-A9C5-89A7F85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808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7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0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9">
            <a:extLst xmlns:a="http://schemas.openxmlformats.org/drawingml/2006/main">
              <a:ext uri="{FF2B5EF4-FFF2-40B4-BE49-F238E27FC236}">
                <a16:creationId xmlns:a16="http://schemas.microsoft.com/office/drawing/2014/main" id="{51F0DC2D-BEDE-4A55-B721-BB9BD413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744" y="1867358"/>
            <a:ext cx="326867" cy="369143"/>
          </a:xfrm>
          <a:custGeom xmlns:a="http://schemas.openxmlformats.org/drawingml/2006/main">
            <a:pathLst>
              <a:path w="326867" h="369143">
                <a:moveTo>
                  <a:pt x="17" y="25181"/>
                </a:moveTo>
                <a:lnTo>
                  <a:pt x="110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62" y="12811"/>
                </a:lnTo>
                <a:lnTo>
                  <a:pt x="1292" y="11402"/>
                </a:lnTo>
                <a:lnTo>
                  <a:pt x="1709" y="10060"/>
                </a:lnTo>
                <a:lnTo>
                  <a:pt x="2217" y="8786"/>
                </a:lnTo>
                <a:lnTo>
                  <a:pt x="2831" y="7585"/>
                </a:lnTo>
                <a:lnTo>
                  <a:pt x="3553" y="6458"/>
                </a:lnTo>
                <a:lnTo>
                  <a:pt x="4399" y="5416"/>
                </a:lnTo>
                <a:lnTo>
                  <a:pt x="5354" y="4485"/>
                </a:lnTo>
                <a:lnTo>
                  <a:pt x="6421" y="3664"/>
                </a:lnTo>
                <a:lnTo>
                  <a:pt x="7573" y="2953"/>
                </a:lnTo>
                <a:lnTo>
                  <a:pt x="8810" y="2352"/>
                </a:lnTo>
                <a:lnTo>
                  <a:pt x="10121" y="1850"/>
                </a:lnTo>
                <a:lnTo>
                  <a:pt x="11505" y="1434"/>
                </a:lnTo>
                <a:lnTo>
                  <a:pt x="13014" y="1085"/>
                </a:lnTo>
                <a:lnTo>
                  <a:pt x="16182" y="588"/>
                </a:lnTo>
                <a:lnTo>
                  <a:pt x="19808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6" y="288"/>
                </a:lnTo>
                <a:lnTo>
                  <a:pt x="299904" y="325"/>
                </a:lnTo>
                <a:lnTo>
                  <a:pt x="304131" y="429"/>
                </a:lnTo>
                <a:lnTo>
                  <a:pt x="307917" y="650"/>
                </a:lnTo>
                <a:lnTo>
                  <a:pt x="311275" y="1029"/>
                </a:lnTo>
                <a:lnTo>
                  <a:pt x="312861" y="1305"/>
                </a:lnTo>
                <a:lnTo>
                  <a:pt x="314352" y="1642"/>
                </a:lnTo>
                <a:lnTo>
                  <a:pt x="315766" y="2052"/>
                </a:lnTo>
                <a:lnTo>
                  <a:pt x="317107" y="2549"/>
                </a:lnTo>
                <a:lnTo>
                  <a:pt x="318382" y="3143"/>
                </a:lnTo>
                <a:lnTo>
                  <a:pt x="319577" y="3848"/>
                </a:lnTo>
                <a:lnTo>
                  <a:pt x="320686" y="4663"/>
                </a:lnTo>
                <a:lnTo>
                  <a:pt x="321702" y="5594"/>
                </a:lnTo>
                <a:lnTo>
                  <a:pt x="322609" y="6635"/>
                </a:lnTo>
                <a:lnTo>
                  <a:pt x="323407" y="7775"/>
                </a:lnTo>
                <a:lnTo>
                  <a:pt x="324093" y="9006"/>
                </a:lnTo>
                <a:lnTo>
                  <a:pt x="324674" y="10318"/>
                </a:lnTo>
                <a:lnTo>
                  <a:pt x="325165" y="11715"/>
                </a:lnTo>
                <a:lnTo>
                  <a:pt x="325570" y="13185"/>
                </a:lnTo>
                <a:lnTo>
                  <a:pt x="325900" y="14741"/>
                </a:lnTo>
                <a:lnTo>
                  <a:pt x="326170" y="16420"/>
                </a:lnTo>
                <a:lnTo>
                  <a:pt x="326537" y="19998"/>
                </a:lnTo>
                <a:lnTo>
                  <a:pt x="326728" y="24073"/>
                </a:lnTo>
                <a:lnTo>
                  <a:pt x="326788" y="28643"/>
                </a:lnTo>
                <a:lnTo>
                  <a:pt x="326867" y="340132"/>
                </a:lnTo>
                <a:lnTo>
                  <a:pt x="326795" y="348667"/>
                </a:lnTo>
                <a:lnTo>
                  <a:pt x="326630" y="352246"/>
                </a:lnTo>
                <a:lnTo>
                  <a:pt x="326316" y="355370"/>
                </a:lnTo>
                <a:lnTo>
                  <a:pt x="326077" y="356853"/>
                </a:lnTo>
                <a:lnTo>
                  <a:pt x="325784" y="358231"/>
                </a:lnTo>
                <a:lnTo>
                  <a:pt x="325405" y="359543"/>
                </a:lnTo>
                <a:lnTo>
                  <a:pt x="324937" y="360793"/>
                </a:lnTo>
                <a:lnTo>
                  <a:pt x="324360" y="361975"/>
                </a:lnTo>
                <a:lnTo>
                  <a:pt x="323670" y="363084"/>
                </a:lnTo>
                <a:lnTo>
                  <a:pt x="322854" y="364101"/>
                </a:lnTo>
                <a:lnTo>
                  <a:pt x="321923" y="365014"/>
                </a:lnTo>
                <a:lnTo>
                  <a:pt x="320889" y="365816"/>
                </a:lnTo>
                <a:lnTo>
                  <a:pt x="319754" y="366497"/>
                </a:lnTo>
                <a:lnTo>
                  <a:pt x="318547" y="367066"/>
                </a:lnTo>
                <a:lnTo>
                  <a:pt x="317268" y="367532"/>
                </a:lnTo>
                <a:lnTo>
                  <a:pt x="315912" y="367918"/>
                </a:lnTo>
                <a:lnTo>
                  <a:pt x="314442" y="368231"/>
                </a:lnTo>
                <a:lnTo>
                  <a:pt x="311343" y="368671"/>
                </a:lnTo>
                <a:lnTo>
                  <a:pt x="307782" y="368935"/>
                </a:lnTo>
                <a:lnTo>
                  <a:pt x="303715" y="369076"/>
                </a:lnTo>
                <a:lnTo>
                  <a:pt x="293904" y="369143"/>
                </a:lnTo>
                <a:lnTo>
                  <a:pt x="33777" y="367783"/>
                </a:lnTo>
                <a:lnTo>
                  <a:pt x="33783" y="367783"/>
                </a:lnTo>
                <a:lnTo>
                  <a:pt x="28558" y="367765"/>
                </a:lnTo>
                <a:lnTo>
                  <a:pt x="23918" y="367685"/>
                </a:lnTo>
                <a:lnTo>
                  <a:pt x="19821" y="367513"/>
                </a:lnTo>
                <a:lnTo>
                  <a:pt x="16193" y="367201"/>
                </a:lnTo>
                <a:lnTo>
                  <a:pt x="13038" y="366711"/>
                </a:lnTo>
                <a:lnTo>
                  <a:pt x="11537" y="366368"/>
                </a:lnTo>
                <a:lnTo>
                  <a:pt x="10152" y="365951"/>
                </a:lnTo>
                <a:lnTo>
                  <a:pt x="8840" y="365455"/>
                </a:lnTo>
                <a:lnTo>
                  <a:pt x="7610" y="364855"/>
                </a:lnTo>
                <a:lnTo>
                  <a:pt x="6457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3" y="361363"/>
                </a:lnTo>
                <a:lnTo>
                  <a:pt x="2880" y="360241"/>
                </a:lnTo>
                <a:lnTo>
                  <a:pt x="2273" y="359040"/>
                </a:lnTo>
                <a:lnTo>
                  <a:pt x="1764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2" y="353514"/>
                </a:lnTo>
                <a:lnTo>
                  <a:pt x="392" y="350334"/>
                </a:lnTo>
                <a:lnTo>
                  <a:pt x="190" y="346725"/>
                </a:lnTo>
                <a:lnTo>
                  <a:pt x="103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7" y="25181"/>
                </a:lnTo>
                <a:moveTo>
                  <a:pt x="6126" y="29758"/>
                </a:moveTo>
                <a:lnTo>
                  <a:pt x="6126" y="29740"/>
                </a:lnTo>
                <a:lnTo>
                  <a:pt x="6205" y="338110"/>
                </a:lnTo>
                <a:lnTo>
                  <a:pt x="6205" y="338099"/>
                </a:lnTo>
                <a:lnTo>
                  <a:pt x="6231" y="342614"/>
                </a:lnTo>
                <a:lnTo>
                  <a:pt x="6231" y="342565"/>
                </a:lnTo>
                <a:lnTo>
                  <a:pt x="6317" y="346536"/>
                </a:lnTo>
                <a:lnTo>
                  <a:pt x="6310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1" y="352724"/>
                </a:lnTo>
                <a:lnTo>
                  <a:pt x="6801" y="352533"/>
                </a:lnTo>
                <a:lnTo>
                  <a:pt x="7039" y="353863"/>
                </a:lnTo>
                <a:lnTo>
                  <a:pt x="7009" y="353697"/>
                </a:lnTo>
                <a:lnTo>
                  <a:pt x="7296" y="354923"/>
                </a:lnTo>
                <a:lnTo>
                  <a:pt x="7243" y="354727"/>
                </a:lnTo>
                <a:lnTo>
                  <a:pt x="7591" y="355854"/>
                </a:lnTo>
                <a:lnTo>
                  <a:pt x="7505" y="355621"/>
                </a:lnTo>
                <a:lnTo>
                  <a:pt x="7916" y="356651"/>
                </a:lnTo>
                <a:lnTo>
                  <a:pt x="7798" y="356399"/>
                </a:lnTo>
                <a:lnTo>
                  <a:pt x="8270" y="357331"/>
                </a:lnTo>
                <a:lnTo>
                  <a:pt x="8117" y="357061"/>
                </a:lnTo>
                <a:lnTo>
                  <a:pt x="8663" y="357907"/>
                </a:lnTo>
                <a:lnTo>
                  <a:pt x="8461" y="357631"/>
                </a:lnTo>
                <a:lnTo>
                  <a:pt x="9087" y="358397"/>
                </a:lnTo>
                <a:lnTo>
                  <a:pt x="8847" y="358134"/>
                </a:lnTo>
                <a:lnTo>
                  <a:pt x="9545" y="358820"/>
                </a:lnTo>
                <a:lnTo>
                  <a:pt x="9282" y="358593"/>
                </a:lnTo>
                <a:lnTo>
                  <a:pt x="10073" y="359199"/>
                </a:lnTo>
                <a:lnTo>
                  <a:pt x="9803" y="359016"/>
                </a:lnTo>
                <a:lnTo>
                  <a:pt x="10678" y="359555"/>
                </a:lnTo>
                <a:lnTo>
                  <a:pt x="10414" y="359408"/>
                </a:lnTo>
                <a:lnTo>
                  <a:pt x="11396" y="359879"/>
                </a:lnTo>
                <a:lnTo>
                  <a:pt x="11150" y="359775"/>
                </a:lnTo>
                <a:lnTo>
                  <a:pt x="12228" y="360186"/>
                </a:lnTo>
                <a:lnTo>
                  <a:pt x="12014" y="360113"/>
                </a:lnTo>
                <a:lnTo>
                  <a:pt x="13197" y="360468"/>
                </a:lnTo>
                <a:lnTo>
                  <a:pt x="13014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3" y="361136"/>
                </a:lnTo>
                <a:lnTo>
                  <a:pt x="16823" y="361111"/>
                </a:lnTo>
                <a:lnTo>
                  <a:pt x="20274" y="361405"/>
                </a:lnTo>
                <a:lnTo>
                  <a:pt x="20144" y="361393"/>
                </a:lnTo>
                <a:lnTo>
                  <a:pt x="24133" y="361564"/>
                </a:lnTo>
                <a:lnTo>
                  <a:pt x="24060" y="361558"/>
                </a:lnTo>
                <a:lnTo>
                  <a:pt x="28637" y="361638"/>
                </a:lnTo>
                <a:lnTo>
                  <a:pt x="28599" y="361638"/>
                </a:lnTo>
                <a:lnTo>
                  <a:pt x="33801" y="361657"/>
                </a:lnTo>
                <a:lnTo>
                  <a:pt x="293918" y="363017"/>
                </a:lnTo>
                <a:lnTo>
                  <a:pt x="293881" y="363017"/>
                </a:lnTo>
                <a:lnTo>
                  <a:pt x="303634" y="362949"/>
                </a:lnTo>
                <a:lnTo>
                  <a:pt x="303548" y="362955"/>
                </a:lnTo>
                <a:lnTo>
                  <a:pt x="307506" y="362814"/>
                </a:lnTo>
                <a:lnTo>
                  <a:pt x="307385" y="362821"/>
                </a:lnTo>
                <a:lnTo>
                  <a:pt x="310785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1" y="362220"/>
                </a:lnTo>
                <a:lnTo>
                  <a:pt x="314521" y="361950"/>
                </a:lnTo>
                <a:lnTo>
                  <a:pt x="314338" y="361993"/>
                </a:lnTo>
                <a:lnTo>
                  <a:pt x="315489" y="361668"/>
                </a:lnTo>
                <a:lnTo>
                  <a:pt x="315270" y="361742"/>
                </a:lnTo>
                <a:lnTo>
                  <a:pt x="316317" y="361356"/>
                </a:lnTo>
                <a:lnTo>
                  <a:pt x="316066" y="361460"/>
                </a:lnTo>
                <a:lnTo>
                  <a:pt x="317010" y="361019"/>
                </a:lnTo>
                <a:lnTo>
                  <a:pt x="316728" y="361166"/>
                </a:lnTo>
                <a:lnTo>
                  <a:pt x="317579" y="360658"/>
                </a:lnTo>
                <a:lnTo>
                  <a:pt x="317291" y="360854"/>
                </a:lnTo>
                <a:lnTo>
                  <a:pt x="318045" y="360272"/>
                </a:lnTo>
                <a:lnTo>
                  <a:pt x="317770" y="360510"/>
                </a:lnTo>
                <a:lnTo>
                  <a:pt x="318438" y="359855"/>
                </a:lnTo>
                <a:lnTo>
                  <a:pt x="318186" y="360131"/>
                </a:lnTo>
                <a:lnTo>
                  <a:pt x="318775" y="359396"/>
                </a:lnTo>
                <a:lnTo>
                  <a:pt x="318565" y="359689"/>
                </a:lnTo>
                <a:lnTo>
                  <a:pt x="319082" y="358869"/>
                </a:lnTo>
                <a:lnTo>
                  <a:pt x="318921" y="359157"/>
                </a:lnTo>
                <a:lnTo>
                  <a:pt x="319363" y="358244"/>
                </a:lnTo>
                <a:lnTo>
                  <a:pt x="319251" y="358507"/>
                </a:lnTo>
                <a:lnTo>
                  <a:pt x="319626" y="357509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4"/>
                </a:lnTo>
                <a:lnTo>
                  <a:pt x="320072" y="355634"/>
                </a:lnTo>
                <a:lnTo>
                  <a:pt x="320042" y="355799"/>
                </a:lnTo>
                <a:lnTo>
                  <a:pt x="320256" y="354488"/>
                </a:lnTo>
                <a:lnTo>
                  <a:pt x="320233" y="354672"/>
                </a:lnTo>
                <a:lnTo>
                  <a:pt x="320521" y="351718"/>
                </a:lnTo>
                <a:lnTo>
                  <a:pt x="320514" y="351884"/>
                </a:lnTo>
                <a:lnTo>
                  <a:pt x="320668" y="348447"/>
                </a:lnTo>
                <a:lnTo>
                  <a:pt x="320668" y="348558"/>
                </a:lnTo>
                <a:lnTo>
                  <a:pt x="320742" y="340090"/>
                </a:lnTo>
                <a:lnTo>
                  <a:pt x="320742" y="340120"/>
                </a:lnTo>
                <a:lnTo>
                  <a:pt x="320661" y="28668"/>
                </a:lnTo>
                <a:lnTo>
                  <a:pt x="320661" y="28704"/>
                </a:lnTo>
                <a:lnTo>
                  <a:pt x="320607" y="24201"/>
                </a:lnTo>
                <a:lnTo>
                  <a:pt x="320607" y="24305"/>
                </a:lnTo>
                <a:lnTo>
                  <a:pt x="320423" y="20372"/>
                </a:lnTo>
                <a:lnTo>
                  <a:pt x="320435" y="20537"/>
                </a:lnTo>
                <a:lnTo>
                  <a:pt x="320084" y="17137"/>
                </a:lnTo>
                <a:lnTo>
                  <a:pt x="320105" y="17309"/>
                </a:lnTo>
                <a:lnTo>
                  <a:pt x="319865" y="15795"/>
                </a:lnTo>
                <a:lnTo>
                  <a:pt x="319889" y="15942"/>
                </a:lnTo>
                <a:lnTo>
                  <a:pt x="319596" y="14545"/>
                </a:lnTo>
                <a:lnTo>
                  <a:pt x="319637" y="14717"/>
                </a:lnTo>
                <a:lnTo>
                  <a:pt x="319282" y="13436"/>
                </a:lnTo>
                <a:lnTo>
                  <a:pt x="319344" y="13638"/>
                </a:lnTo>
                <a:lnTo>
                  <a:pt x="318933" y="12462"/>
                </a:lnTo>
                <a:lnTo>
                  <a:pt x="319026" y="12689"/>
                </a:lnTo>
                <a:lnTo>
                  <a:pt x="318547" y="11616"/>
                </a:lnTo>
                <a:lnTo>
                  <a:pt x="318677" y="11868"/>
                </a:lnTo>
                <a:lnTo>
                  <a:pt x="318131" y="10900"/>
                </a:lnTo>
                <a:lnTo>
                  <a:pt x="318296" y="11157"/>
                </a:lnTo>
                <a:lnTo>
                  <a:pt x="317684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6" y="9288"/>
                </a:lnTo>
                <a:lnTo>
                  <a:pt x="316924" y="9503"/>
                </a:lnTo>
                <a:lnTo>
                  <a:pt x="316073" y="8878"/>
                </a:lnTo>
                <a:lnTo>
                  <a:pt x="316335" y="9049"/>
                </a:lnTo>
                <a:lnTo>
                  <a:pt x="315398" y="8498"/>
                </a:lnTo>
                <a:lnTo>
                  <a:pt x="315656" y="8633"/>
                </a:lnTo>
                <a:lnTo>
                  <a:pt x="314626" y="8155"/>
                </a:lnTo>
                <a:lnTo>
                  <a:pt x="314866" y="8253"/>
                </a:lnTo>
                <a:lnTo>
                  <a:pt x="313745" y="7836"/>
                </a:lnTo>
                <a:lnTo>
                  <a:pt x="313952" y="7904"/>
                </a:lnTo>
                <a:lnTo>
                  <a:pt x="312733" y="7554"/>
                </a:lnTo>
                <a:lnTo>
                  <a:pt x="312910" y="7598"/>
                </a:lnTo>
                <a:lnTo>
                  <a:pt x="311594" y="7297"/>
                </a:lnTo>
                <a:lnTo>
                  <a:pt x="311740" y="7328"/>
                </a:lnTo>
                <a:lnTo>
                  <a:pt x="310319" y="7083"/>
                </a:lnTo>
                <a:lnTo>
                  <a:pt x="310496" y="7107"/>
                </a:lnTo>
                <a:lnTo>
                  <a:pt x="307310" y="6752"/>
                </a:lnTo>
                <a:lnTo>
                  <a:pt x="307475" y="6764"/>
                </a:lnTo>
                <a:lnTo>
                  <a:pt x="303831" y="6550"/>
                </a:lnTo>
                <a:lnTo>
                  <a:pt x="303929" y="6556"/>
                </a:lnTo>
                <a:lnTo>
                  <a:pt x="299781" y="6452"/>
                </a:lnTo>
                <a:lnTo>
                  <a:pt x="299843" y="6452"/>
                </a:lnTo>
                <a:lnTo>
                  <a:pt x="289928" y="6415"/>
                </a:lnTo>
                <a:lnTo>
                  <a:pt x="289935" y="6415"/>
                </a:lnTo>
                <a:lnTo>
                  <a:pt x="33790" y="6127"/>
                </a:lnTo>
                <a:lnTo>
                  <a:pt x="33801" y="6127"/>
                </a:lnTo>
                <a:lnTo>
                  <a:pt x="28599" y="6145"/>
                </a:lnTo>
                <a:lnTo>
                  <a:pt x="28637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9" y="6390"/>
                </a:lnTo>
                <a:lnTo>
                  <a:pt x="20267" y="6384"/>
                </a:lnTo>
                <a:lnTo>
                  <a:pt x="16812" y="6684"/>
                </a:lnTo>
                <a:lnTo>
                  <a:pt x="17026" y="6660"/>
                </a:lnTo>
                <a:lnTo>
                  <a:pt x="14074" y="7120"/>
                </a:lnTo>
                <a:lnTo>
                  <a:pt x="14293" y="7077"/>
                </a:lnTo>
                <a:lnTo>
                  <a:pt x="12996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5" y="7616"/>
                </a:lnTo>
                <a:lnTo>
                  <a:pt x="11126" y="8026"/>
                </a:lnTo>
                <a:lnTo>
                  <a:pt x="11366" y="7922"/>
                </a:lnTo>
                <a:lnTo>
                  <a:pt x="10384" y="8400"/>
                </a:lnTo>
                <a:lnTo>
                  <a:pt x="10648" y="8253"/>
                </a:lnTo>
                <a:lnTo>
                  <a:pt x="9766" y="8798"/>
                </a:lnTo>
                <a:lnTo>
                  <a:pt x="10035" y="8608"/>
                </a:lnTo>
                <a:lnTo>
                  <a:pt x="9245" y="9227"/>
                </a:lnTo>
                <a:lnTo>
                  <a:pt x="9509" y="8995"/>
                </a:lnTo>
                <a:lnTo>
                  <a:pt x="8798" y="9687"/>
                </a:lnTo>
                <a:lnTo>
                  <a:pt x="9037" y="9423"/>
                </a:lnTo>
                <a:lnTo>
                  <a:pt x="8412" y="10195"/>
                </a:lnTo>
                <a:lnTo>
                  <a:pt x="8615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4" y="11182"/>
                </a:lnTo>
                <a:lnTo>
                  <a:pt x="7444" y="12217"/>
                </a:lnTo>
                <a:lnTo>
                  <a:pt x="7524" y="11984"/>
                </a:lnTo>
                <a:lnTo>
                  <a:pt x="7175" y="13112"/>
                </a:lnTo>
                <a:lnTo>
                  <a:pt x="7229" y="12915"/>
                </a:lnTo>
                <a:lnTo>
                  <a:pt x="6936" y="14147"/>
                </a:lnTo>
                <a:lnTo>
                  <a:pt x="6973" y="13981"/>
                </a:lnTo>
                <a:lnTo>
                  <a:pt x="6733" y="15317"/>
                </a:lnTo>
                <a:lnTo>
                  <a:pt x="6764" y="15121"/>
                </a:lnTo>
                <a:lnTo>
                  <a:pt x="6415" y="18123"/>
                </a:lnTo>
                <a:lnTo>
                  <a:pt x="6433" y="17946"/>
                </a:lnTo>
                <a:lnTo>
                  <a:pt x="6231" y="21419"/>
                </a:lnTo>
                <a:lnTo>
                  <a:pt x="6237" y="21315"/>
                </a:lnTo>
                <a:lnTo>
                  <a:pt x="6145" y="25292"/>
                </a:lnTo>
                <a:lnTo>
                  <a:pt x="6145" y="25237"/>
                </a:lnTo>
                <a:lnTo>
                  <a:pt x="6126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90">
            <a:extLst xmlns:a="http://schemas.openxmlformats.org/drawingml/2006/main">
              <a:ext uri="{FF2B5EF4-FFF2-40B4-BE49-F238E27FC236}">
                <a16:creationId xmlns:a16="http://schemas.microsoft.com/office/drawing/2014/main" id="{2A393EE9-4B28-4847-B187-1FA0BA2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712" y="3162577"/>
            <a:ext cx="320742" cy="363016"/>
          </a:xfrm>
          <a:custGeom xmlns:a="http://schemas.openxmlformats.org/drawingml/2006/main">
            <a:pathLst>
              <a:path w="320742" h="363016">
                <a:moveTo>
                  <a:pt x="0" y="26676"/>
                </a:moveTo>
                <a:cubicBezTo>
                  <a:pt x="0" y="1078"/>
                  <a:pt x="1238" y="0"/>
                  <a:pt x="30727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2" y="337057"/>
                </a:lnTo>
                <a:cubicBezTo>
                  <a:pt x="320742" y="362655"/>
                  <a:pt x="320330" y="363016"/>
                  <a:pt x="290843" y="363016"/>
                </a:cubicBezTo>
                <a:lnTo>
                  <a:pt x="30727" y="361657"/>
                </a:lnTo>
                <a:cubicBezTo>
                  <a:pt x="1238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91">
            <a:extLst xmlns:a="http://schemas.openxmlformats.org/drawingml/2006/main">
              <a:ext uri="{FF2B5EF4-FFF2-40B4-BE49-F238E27FC236}">
                <a16:creationId xmlns:a16="http://schemas.microsoft.com/office/drawing/2014/main" id="{1790364A-39E2-4D4C-991E-1BBBB33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49" y="3159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7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10" y="10060"/>
                </a:lnTo>
                <a:lnTo>
                  <a:pt x="2218" y="8786"/>
                </a:lnTo>
                <a:lnTo>
                  <a:pt x="2825" y="7585"/>
                </a:lnTo>
                <a:lnTo>
                  <a:pt x="3554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3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4" y="1084"/>
                </a:lnTo>
                <a:lnTo>
                  <a:pt x="16182" y="588"/>
                </a:lnTo>
                <a:lnTo>
                  <a:pt x="19808" y="276"/>
                </a:lnTo>
                <a:lnTo>
                  <a:pt x="23915" y="98"/>
                </a:lnTo>
                <a:lnTo>
                  <a:pt x="28558" y="18"/>
                </a:lnTo>
                <a:lnTo>
                  <a:pt x="33791" y="0"/>
                </a:lnTo>
                <a:lnTo>
                  <a:pt x="289949" y="288"/>
                </a:lnTo>
                <a:lnTo>
                  <a:pt x="299898" y="324"/>
                </a:lnTo>
                <a:lnTo>
                  <a:pt x="304133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8" y="3847"/>
                </a:lnTo>
                <a:lnTo>
                  <a:pt x="320687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4" y="9006"/>
                </a:lnTo>
                <a:lnTo>
                  <a:pt x="324676" y="10317"/>
                </a:lnTo>
                <a:lnTo>
                  <a:pt x="325166" y="11714"/>
                </a:lnTo>
                <a:lnTo>
                  <a:pt x="325571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8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5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1" y="363084"/>
                </a:lnTo>
                <a:lnTo>
                  <a:pt x="322856" y="364100"/>
                </a:lnTo>
                <a:lnTo>
                  <a:pt x="321925" y="365014"/>
                </a:lnTo>
                <a:lnTo>
                  <a:pt x="320889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9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4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4"/>
                </a:lnTo>
                <a:lnTo>
                  <a:pt x="23919" y="367685"/>
                </a:lnTo>
                <a:lnTo>
                  <a:pt x="19815" y="367514"/>
                </a:lnTo>
                <a:lnTo>
                  <a:pt x="16194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1" y="364854"/>
                </a:lnTo>
                <a:lnTo>
                  <a:pt x="6459" y="364150"/>
                </a:lnTo>
                <a:lnTo>
                  <a:pt x="5400" y="363328"/>
                </a:lnTo>
                <a:lnTo>
                  <a:pt x="4443" y="362398"/>
                </a:lnTo>
                <a:lnTo>
                  <a:pt x="3603" y="361362"/>
                </a:lnTo>
                <a:lnTo>
                  <a:pt x="2881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6" y="356430"/>
                </a:lnTo>
                <a:lnTo>
                  <a:pt x="1023" y="355021"/>
                </a:lnTo>
                <a:lnTo>
                  <a:pt x="755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7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40" y="353863"/>
                </a:lnTo>
                <a:lnTo>
                  <a:pt x="7010" y="353698"/>
                </a:lnTo>
                <a:lnTo>
                  <a:pt x="7297" y="354923"/>
                </a:lnTo>
                <a:lnTo>
                  <a:pt x="7243" y="354727"/>
                </a:lnTo>
                <a:lnTo>
                  <a:pt x="7586" y="355854"/>
                </a:lnTo>
                <a:lnTo>
                  <a:pt x="7507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9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7" y="358396"/>
                </a:lnTo>
                <a:lnTo>
                  <a:pt x="8848" y="358139"/>
                </a:lnTo>
                <a:lnTo>
                  <a:pt x="9546" y="358819"/>
                </a:lnTo>
                <a:lnTo>
                  <a:pt x="9283" y="358593"/>
                </a:lnTo>
                <a:lnTo>
                  <a:pt x="10074" y="359200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7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8" y="360468"/>
                </a:lnTo>
                <a:lnTo>
                  <a:pt x="13014" y="360418"/>
                </a:lnTo>
                <a:lnTo>
                  <a:pt x="14307" y="360719"/>
                </a:lnTo>
                <a:lnTo>
                  <a:pt x="14086" y="360676"/>
                </a:lnTo>
                <a:lnTo>
                  <a:pt x="17034" y="361136"/>
                </a:lnTo>
                <a:lnTo>
                  <a:pt x="16825" y="361111"/>
                </a:lnTo>
                <a:lnTo>
                  <a:pt x="20276" y="361405"/>
                </a:lnTo>
                <a:lnTo>
                  <a:pt x="20141" y="361392"/>
                </a:lnTo>
                <a:lnTo>
                  <a:pt x="24135" y="361565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9" y="363017"/>
                </a:lnTo>
                <a:lnTo>
                  <a:pt x="293882" y="363017"/>
                </a:lnTo>
                <a:lnTo>
                  <a:pt x="303636" y="362949"/>
                </a:lnTo>
                <a:lnTo>
                  <a:pt x="303550" y="362955"/>
                </a:lnTo>
                <a:lnTo>
                  <a:pt x="307508" y="362814"/>
                </a:lnTo>
                <a:lnTo>
                  <a:pt x="307386" y="362820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6" y="362183"/>
                </a:lnTo>
                <a:lnTo>
                  <a:pt x="313261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1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1" y="361460"/>
                </a:lnTo>
                <a:lnTo>
                  <a:pt x="317004" y="361019"/>
                </a:lnTo>
                <a:lnTo>
                  <a:pt x="316730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0" y="360511"/>
                </a:lnTo>
                <a:lnTo>
                  <a:pt x="318439" y="359855"/>
                </a:lnTo>
                <a:lnTo>
                  <a:pt x="318188" y="360131"/>
                </a:lnTo>
                <a:lnTo>
                  <a:pt x="318776" y="359396"/>
                </a:lnTo>
                <a:lnTo>
                  <a:pt x="318567" y="359689"/>
                </a:lnTo>
                <a:lnTo>
                  <a:pt x="319082" y="358868"/>
                </a:lnTo>
                <a:lnTo>
                  <a:pt x="318922" y="359157"/>
                </a:lnTo>
                <a:lnTo>
                  <a:pt x="319363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7" y="357741"/>
                </a:lnTo>
                <a:lnTo>
                  <a:pt x="319867" y="356638"/>
                </a:lnTo>
                <a:lnTo>
                  <a:pt x="319818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2" y="351719"/>
                </a:lnTo>
                <a:lnTo>
                  <a:pt x="320515" y="351884"/>
                </a:lnTo>
                <a:lnTo>
                  <a:pt x="320669" y="348447"/>
                </a:lnTo>
                <a:lnTo>
                  <a:pt x="320669" y="348557"/>
                </a:lnTo>
                <a:lnTo>
                  <a:pt x="320742" y="340090"/>
                </a:lnTo>
                <a:lnTo>
                  <a:pt x="320742" y="340121"/>
                </a:lnTo>
                <a:lnTo>
                  <a:pt x="320656" y="28667"/>
                </a:lnTo>
                <a:lnTo>
                  <a:pt x="320656" y="28705"/>
                </a:lnTo>
                <a:lnTo>
                  <a:pt x="320601" y="24201"/>
                </a:lnTo>
                <a:lnTo>
                  <a:pt x="320606" y="24305"/>
                </a:lnTo>
                <a:lnTo>
                  <a:pt x="320423" y="20371"/>
                </a:lnTo>
                <a:lnTo>
                  <a:pt x="320436" y="20537"/>
                </a:lnTo>
                <a:lnTo>
                  <a:pt x="320086" y="17137"/>
                </a:lnTo>
                <a:lnTo>
                  <a:pt x="320105" y="17308"/>
                </a:lnTo>
                <a:lnTo>
                  <a:pt x="319860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9" y="14717"/>
                </a:lnTo>
                <a:lnTo>
                  <a:pt x="319284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7" y="12688"/>
                </a:lnTo>
                <a:lnTo>
                  <a:pt x="318548" y="11616"/>
                </a:lnTo>
                <a:lnTo>
                  <a:pt x="318677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8" y="10538"/>
                </a:lnTo>
                <a:lnTo>
                  <a:pt x="317202" y="9748"/>
                </a:lnTo>
                <a:lnTo>
                  <a:pt x="317434" y="9993"/>
                </a:lnTo>
                <a:lnTo>
                  <a:pt x="316668" y="9288"/>
                </a:lnTo>
                <a:lnTo>
                  <a:pt x="316925" y="9502"/>
                </a:lnTo>
                <a:lnTo>
                  <a:pt x="316074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2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1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6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3" y="6451"/>
                </a:lnTo>
                <a:lnTo>
                  <a:pt x="289930" y="6415"/>
                </a:lnTo>
                <a:lnTo>
                  <a:pt x="289936" y="6415"/>
                </a:lnTo>
                <a:lnTo>
                  <a:pt x="33791" y="6127"/>
                </a:lnTo>
                <a:lnTo>
                  <a:pt x="33803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41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7" y="7383"/>
                </a:lnTo>
                <a:lnTo>
                  <a:pt x="13179" y="7334"/>
                </a:lnTo>
                <a:lnTo>
                  <a:pt x="11991" y="7689"/>
                </a:lnTo>
                <a:lnTo>
                  <a:pt x="12206" y="7615"/>
                </a:lnTo>
                <a:lnTo>
                  <a:pt x="11127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9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9" y="9686"/>
                </a:lnTo>
                <a:lnTo>
                  <a:pt x="9039" y="9423"/>
                </a:lnTo>
                <a:lnTo>
                  <a:pt x="8413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7" y="10495"/>
                </a:lnTo>
                <a:lnTo>
                  <a:pt x="7745" y="11439"/>
                </a:lnTo>
                <a:lnTo>
                  <a:pt x="7855" y="11181"/>
                </a:lnTo>
                <a:lnTo>
                  <a:pt x="7445" y="12217"/>
                </a:lnTo>
                <a:lnTo>
                  <a:pt x="7525" y="11984"/>
                </a:lnTo>
                <a:lnTo>
                  <a:pt x="7175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4" y="13981"/>
                </a:lnTo>
                <a:lnTo>
                  <a:pt x="6734" y="15317"/>
                </a:lnTo>
                <a:lnTo>
                  <a:pt x="6758" y="15121"/>
                </a:lnTo>
                <a:lnTo>
                  <a:pt x="6416" y="18123"/>
                </a:lnTo>
                <a:lnTo>
                  <a:pt x="6434" y="17946"/>
                </a:lnTo>
                <a:lnTo>
                  <a:pt x="6232" y="21419"/>
                </a:lnTo>
                <a:lnTo>
                  <a:pt x="6238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92">
            <a:extLst xmlns:a="http://schemas.openxmlformats.org/drawingml/2006/main">
              <a:ext uri="{FF2B5EF4-FFF2-40B4-BE49-F238E27FC236}">
                <a16:creationId xmlns:a16="http://schemas.microsoft.com/office/drawing/2014/main" id="{E4FEBC86-D3A9-4F42-B1D8-682F063D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07" y="3162577"/>
            <a:ext cx="320742" cy="363016"/>
          </a:xfrm>
          <a:custGeom xmlns:a="http://schemas.openxmlformats.org/drawingml/2006/main">
            <a:pathLst>
              <a:path w="320742" h="363016">
                <a:moveTo>
                  <a:pt x="0" y="26676"/>
                </a:moveTo>
                <a:cubicBezTo>
                  <a:pt x="0" y="1078"/>
                  <a:pt x="1238" y="0"/>
                  <a:pt x="30726" y="0"/>
                </a:cubicBezTo>
                <a:lnTo>
                  <a:pt x="286872" y="288"/>
                </a:lnTo>
                <a:cubicBezTo>
                  <a:pt x="316361" y="288"/>
                  <a:pt x="320656" y="0"/>
                  <a:pt x="320656" y="25604"/>
                </a:cubicBezTo>
                <a:lnTo>
                  <a:pt x="320742" y="337057"/>
                </a:lnTo>
                <a:cubicBezTo>
                  <a:pt x="320742" y="362655"/>
                  <a:pt x="320330" y="363016"/>
                  <a:pt x="290843" y="363016"/>
                </a:cubicBezTo>
                <a:lnTo>
                  <a:pt x="30726" y="361657"/>
                </a:lnTo>
                <a:cubicBezTo>
                  <a:pt x="1238" y="361657"/>
                  <a:pt x="80" y="360652"/>
                  <a:pt x="8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93">
            <a:extLst xmlns:a="http://schemas.openxmlformats.org/drawingml/2006/main">
              <a:ext uri="{FF2B5EF4-FFF2-40B4-BE49-F238E27FC236}">
                <a16:creationId xmlns:a16="http://schemas.microsoft.com/office/drawing/2014/main" id="{87F905D2-7F5B-463D-9242-E77CFE03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943" y="3159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25" y="7585"/>
                </a:lnTo>
                <a:lnTo>
                  <a:pt x="3554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2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4" y="98"/>
                </a:lnTo>
                <a:lnTo>
                  <a:pt x="28558" y="18"/>
                </a:lnTo>
                <a:lnTo>
                  <a:pt x="33790" y="0"/>
                </a:lnTo>
                <a:lnTo>
                  <a:pt x="289949" y="288"/>
                </a:lnTo>
                <a:lnTo>
                  <a:pt x="299898" y="324"/>
                </a:lnTo>
                <a:lnTo>
                  <a:pt x="304131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8" y="3847"/>
                </a:lnTo>
                <a:lnTo>
                  <a:pt x="320687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7" y="7775"/>
                </a:lnTo>
                <a:lnTo>
                  <a:pt x="324094" y="9006"/>
                </a:lnTo>
                <a:lnTo>
                  <a:pt x="324676" y="10317"/>
                </a:lnTo>
                <a:lnTo>
                  <a:pt x="325165" y="11714"/>
                </a:lnTo>
                <a:lnTo>
                  <a:pt x="325570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8" y="24072"/>
                </a:lnTo>
                <a:lnTo>
                  <a:pt x="326782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5" y="359543"/>
                </a:lnTo>
                <a:lnTo>
                  <a:pt x="324938" y="360793"/>
                </a:lnTo>
                <a:lnTo>
                  <a:pt x="324363" y="361975"/>
                </a:lnTo>
                <a:lnTo>
                  <a:pt x="323670" y="363084"/>
                </a:lnTo>
                <a:lnTo>
                  <a:pt x="322855" y="364100"/>
                </a:lnTo>
                <a:lnTo>
                  <a:pt x="321925" y="365014"/>
                </a:lnTo>
                <a:lnTo>
                  <a:pt x="320889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8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4" y="368671"/>
                </a:lnTo>
                <a:lnTo>
                  <a:pt x="307777" y="368935"/>
                </a:lnTo>
                <a:lnTo>
                  <a:pt x="303715" y="369076"/>
                </a:lnTo>
                <a:lnTo>
                  <a:pt x="293906" y="369143"/>
                </a:lnTo>
                <a:lnTo>
                  <a:pt x="33778" y="367783"/>
                </a:lnTo>
                <a:lnTo>
                  <a:pt x="33784" y="367783"/>
                </a:lnTo>
                <a:lnTo>
                  <a:pt x="28558" y="367764"/>
                </a:lnTo>
                <a:lnTo>
                  <a:pt x="23919" y="367685"/>
                </a:lnTo>
                <a:lnTo>
                  <a:pt x="19815" y="367514"/>
                </a:lnTo>
                <a:lnTo>
                  <a:pt x="16194" y="367201"/>
                </a:lnTo>
                <a:lnTo>
                  <a:pt x="13039" y="366711"/>
                </a:lnTo>
                <a:lnTo>
                  <a:pt x="11538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0" y="364854"/>
                </a:lnTo>
                <a:lnTo>
                  <a:pt x="6458" y="364150"/>
                </a:lnTo>
                <a:lnTo>
                  <a:pt x="5399" y="363328"/>
                </a:lnTo>
                <a:lnTo>
                  <a:pt x="4443" y="362398"/>
                </a:lnTo>
                <a:lnTo>
                  <a:pt x="3602" y="361362"/>
                </a:lnTo>
                <a:lnTo>
                  <a:pt x="2881" y="360241"/>
                </a:lnTo>
                <a:lnTo>
                  <a:pt x="2267" y="359040"/>
                </a:lnTo>
                <a:lnTo>
                  <a:pt x="1765" y="357766"/>
                </a:lnTo>
                <a:lnTo>
                  <a:pt x="1355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80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7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9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40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86" y="355854"/>
                </a:lnTo>
                <a:lnTo>
                  <a:pt x="7507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7" y="358396"/>
                </a:lnTo>
                <a:lnTo>
                  <a:pt x="8848" y="358139"/>
                </a:lnTo>
                <a:lnTo>
                  <a:pt x="9546" y="358819"/>
                </a:lnTo>
                <a:lnTo>
                  <a:pt x="9283" y="358593"/>
                </a:lnTo>
                <a:lnTo>
                  <a:pt x="10074" y="359200"/>
                </a:lnTo>
                <a:lnTo>
                  <a:pt x="9797" y="359016"/>
                </a:lnTo>
                <a:lnTo>
                  <a:pt x="10680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2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8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6" y="360676"/>
                </a:lnTo>
                <a:lnTo>
                  <a:pt x="17034" y="361136"/>
                </a:lnTo>
                <a:lnTo>
                  <a:pt x="16825" y="361111"/>
                </a:lnTo>
                <a:lnTo>
                  <a:pt x="20274" y="361405"/>
                </a:lnTo>
                <a:lnTo>
                  <a:pt x="20141" y="361392"/>
                </a:lnTo>
                <a:lnTo>
                  <a:pt x="24135" y="361565"/>
                </a:lnTo>
                <a:lnTo>
                  <a:pt x="24060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03" y="361656"/>
                </a:lnTo>
                <a:lnTo>
                  <a:pt x="293918" y="363017"/>
                </a:lnTo>
                <a:lnTo>
                  <a:pt x="293882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8" y="362814"/>
                </a:lnTo>
                <a:lnTo>
                  <a:pt x="307386" y="362820"/>
                </a:lnTo>
                <a:lnTo>
                  <a:pt x="310786" y="362569"/>
                </a:lnTo>
                <a:lnTo>
                  <a:pt x="310589" y="362588"/>
                </a:lnTo>
                <a:lnTo>
                  <a:pt x="313475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70" y="361742"/>
                </a:lnTo>
                <a:lnTo>
                  <a:pt x="316318" y="361356"/>
                </a:lnTo>
                <a:lnTo>
                  <a:pt x="316061" y="361460"/>
                </a:lnTo>
                <a:lnTo>
                  <a:pt x="317004" y="361019"/>
                </a:lnTo>
                <a:lnTo>
                  <a:pt x="316730" y="361166"/>
                </a:lnTo>
                <a:lnTo>
                  <a:pt x="317574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69" y="360511"/>
                </a:lnTo>
                <a:lnTo>
                  <a:pt x="318438" y="359855"/>
                </a:lnTo>
                <a:lnTo>
                  <a:pt x="318188" y="360131"/>
                </a:lnTo>
                <a:lnTo>
                  <a:pt x="318775" y="359396"/>
                </a:lnTo>
                <a:lnTo>
                  <a:pt x="318567" y="359689"/>
                </a:lnTo>
                <a:lnTo>
                  <a:pt x="319082" y="358868"/>
                </a:lnTo>
                <a:lnTo>
                  <a:pt x="318922" y="359157"/>
                </a:lnTo>
                <a:lnTo>
                  <a:pt x="319363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7" y="357741"/>
                </a:lnTo>
                <a:lnTo>
                  <a:pt x="319865" y="356638"/>
                </a:lnTo>
                <a:lnTo>
                  <a:pt x="319817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1" y="351719"/>
                </a:lnTo>
                <a:lnTo>
                  <a:pt x="320515" y="351884"/>
                </a:lnTo>
                <a:lnTo>
                  <a:pt x="320668" y="348447"/>
                </a:lnTo>
                <a:lnTo>
                  <a:pt x="320668" y="348557"/>
                </a:lnTo>
                <a:lnTo>
                  <a:pt x="320742" y="340090"/>
                </a:lnTo>
                <a:lnTo>
                  <a:pt x="320742" y="340121"/>
                </a:lnTo>
                <a:lnTo>
                  <a:pt x="320656" y="28667"/>
                </a:lnTo>
                <a:lnTo>
                  <a:pt x="320656" y="28705"/>
                </a:lnTo>
                <a:lnTo>
                  <a:pt x="320601" y="24201"/>
                </a:lnTo>
                <a:lnTo>
                  <a:pt x="320606" y="24305"/>
                </a:lnTo>
                <a:lnTo>
                  <a:pt x="320423" y="20371"/>
                </a:lnTo>
                <a:lnTo>
                  <a:pt x="320435" y="20537"/>
                </a:lnTo>
                <a:lnTo>
                  <a:pt x="320086" y="17137"/>
                </a:lnTo>
                <a:lnTo>
                  <a:pt x="320105" y="17308"/>
                </a:lnTo>
                <a:lnTo>
                  <a:pt x="319860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7" y="12688"/>
                </a:lnTo>
                <a:lnTo>
                  <a:pt x="318548" y="11616"/>
                </a:lnTo>
                <a:lnTo>
                  <a:pt x="318677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6" y="10538"/>
                </a:lnTo>
                <a:lnTo>
                  <a:pt x="317200" y="9748"/>
                </a:lnTo>
                <a:lnTo>
                  <a:pt x="317433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3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6" y="8633"/>
                </a:lnTo>
                <a:lnTo>
                  <a:pt x="314627" y="8155"/>
                </a:lnTo>
                <a:lnTo>
                  <a:pt x="314866" y="8252"/>
                </a:lnTo>
                <a:lnTo>
                  <a:pt x="313745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1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6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3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0" y="6127"/>
                </a:lnTo>
                <a:lnTo>
                  <a:pt x="33803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5" y="6219"/>
                </a:lnTo>
                <a:lnTo>
                  <a:pt x="20141" y="6390"/>
                </a:lnTo>
                <a:lnTo>
                  <a:pt x="20269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6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5" y="7615"/>
                </a:lnTo>
                <a:lnTo>
                  <a:pt x="11127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8" y="9686"/>
                </a:lnTo>
                <a:lnTo>
                  <a:pt x="9038" y="9423"/>
                </a:lnTo>
                <a:lnTo>
                  <a:pt x="8413" y="10195"/>
                </a:lnTo>
                <a:lnTo>
                  <a:pt x="8609" y="9919"/>
                </a:lnTo>
                <a:lnTo>
                  <a:pt x="8063" y="10771"/>
                </a:lnTo>
                <a:lnTo>
                  <a:pt x="8217" y="10495"/>
                </a:lnTo>
                <a:lnTo>
                  <a:pt x="7745" y="11439"/>
                </a:lnTo>
                <a:lnTo>
                  <a:pt x="7855" y="11181"/>
                </a:lnTo>
                <a:lnTo>
                  <a:pt x="7445" y="12217"/>
                </a:lnTo>
                <a:lnTo>
                  <a:pt x="7524" y="11984"/>
                </a:lnTo>
                <a:lnTo>
                  <a:pt x="7175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3" y="13981"/>
                </a:lnTo>
                <a:lnTo>
                  <a:pt x="6733" y="15317"/>
                </a:lnTo>
                <a:lnTo>
                  <a:pt x="6758" y="15121"/>
                </a:lnTo>
                <a:lnTo>
                  <a:pt x="6415" y="18123"/>
                </a:lnTo>
                <a:lnTo>
                  <a:pt x="6434" y="17946"/>
                </a:lnTo>
                <a:lnTo>
                  <a:pt x="6232" y="21419"/>
                </a:lnTo>
                <a:lnTo>
                  <a:pt x="6238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94">
            <a:extLst xmlns:a="http://schemas.openxmlformats.org/drawingml/2006/main">
              <a:ext uri="{FF2B5EF4-FFF2-40B4-BE49-F238E27FC236}">
                <a16:creationId xmlns:a16="http://schemas.microsoft.com/office/drawing/2014/main" id="{CD17065A-04FD-477D-B461-53735221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134" y="1870422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3" y="288"/>
                </a:lnTo>
                <a:cubicBezTo>
                  <a:pt x="316360" y="288"/>
                  <a:pt x="320655" y="0"/>
                  <a:pt x="320655" y="25604"/>
                </a:cubicBezTo>
                <a:lnTo>
                  <a:pt x="320741" y="337057"/>
                </a:lnTo>
                <a:cubicBezTo>
                  <a:pt x="320741" y="362655"/>
                  <a:pt x="320325" y="363016"/>
                  <a:pt x="290843" y="363016"/>
                </a:cubicBezTo>
                <a:lnTo>
                  <a:pt x="30726" y="361656"/>
                </a:lnTo>
                <a:cubicBezTo>
                  <a:pt x="1237" y="361656"/>
                  <a:pt x="79" y="360651"/>
                  <a:pt x="79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9C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5">
            <a:extLst xmlns:a="http://schemas.openxmlformats.org/drawingml/2006/main">
              <a:ext uri="{FF2B5EF4-FFF2-40B4-BE49-F238E27FC236}">
                <a16:creationId xmlns:a16="http://schemas.microsoft.com/office/drawing/2014/main" id="{954F41B8-8E59-40DA-A412-4DB5BDB7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071" y="1867358"/>
            <a:ext cx="326866" cy="369143"/>
          </a:xfrm>
          <a:custGeom xmlns:a="http://schemas.openxmlformats.org/drawingml/2006/main">
            <a:pathLst>
              <a:path w="326866" h="369143">
                <a:moveTo>
                  <a:pt x="16" y="25181"/>
                </a:moveTo>
                <a:lnTo>
                  <a:pt x="109" y="21119"/>
                </a:lnTo>
                <a:lnTo>
                  <a:pt x="319" y="17511"/>
                </a:lnTo>
                <a:lnTo>
                  <a:pt x="686" y="14324"/>
                </a:lnTo>
                <a:lnTo>
                  <a:pt x="956" y="12811"/>
                </a:lnTo>
                <a:lnTo>
                  <a:pt x="1291" y="11402"/>
                </a:lnTo>
                <a:lnTo>
                  <a:pt x="1709" y="10060"/>
                </a:lnTo>
                <a:lnTo>
                  <a:pt x="2216" y="8786"/>
                </a:lnTo>
                <a:lnTo>
                  <a:pt x="2823" y="7585"/>
                </a:lnTo>
                <a:lnTo>
                  <a:pt x="3553" y="6458"/>
                </a:lnTo>
                <a:lnTo>
                  <a:pt x="4397" y="5416"/>
                </a:lnTo>
                <a:lnTo>
                  <a:pt x="5353" y="4485"/>
                </a:lnTo>
                <a:lnTo>
                  <a:pt x="6421" y="3664"/>
                </a:lnTo>
                <a:lnTo>
                  <a:pt x="7572" y="2953"/>
                </a:lnTo>
                <a:lnTo>
                  <a:pt x="8809" y="2352"/>
                </a:lnTo>
                <a:lnTo>
                  <a:pt x="10120" y="1850"/>
                </a:lnTo>
                <a:lnTo>
                  <a:pt x="11504" y="1434"/>
                </a:lnTo>
                <a:lnTo>
                  <a:pt x="13013" y="1085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6" y="325"/>
                </a:lnTo>
                <a:lnTo>
                  <a:pt x="304130" y="429"/>
                </a:lnTo>
                <a:lnTo>
                  <a:pt x="307916" y="650"/>
                </a:lnTo>
                <a:lnTo>
                  <a:pt x="311274" y="1029"/>
                </a:lnTo>
                <a:lnTo>
                  <a:pt x="312860" y="1305"/>
                </a:lnTo>
                <a:lnTo>
                  <a:pt x="314351" y="1642"/>
                </a:lnTo>
                <a:lnTo>
                  <a:pt x="315764" y="2052"/>
                </a:lnTo>
                <a:lnTo>
                  <a:pt x="317106" y="2549"/>
                </a:lnTo>
                <a:lnTo>
                  <a:pt x="318376" y="3143"/>
                </a:lnTo>
                <a:lnTo>
                  <a:pt x="319576" y="3848"/>
                </a:lnTo>
                <a:lnTo>
                  <a:pt x="320685" y="4663"/>
                </a:lnTo>
                <a:lnTo>
                  <a:pt x="321701" y="5594"/>
                </a:lnTo>
                <a:lnTo>
                  <a:pt x="322608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3" y="10318"/>
                </a:lnTo>
                <a:lnTo>
                  <a:pt x="325164" y="11715"/>
                </a:lnTo>
                <a:lnTo>
                  <a:pt x="325568" y="13185"/>
                </a:lnTo>
                <a:lnTo>
                  <a:pt x="325899" y="14741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3"/>
                </a:lnTo>
                <a:lnTo>
                  <a:pt x="326780" y="28643"/>
                </a:lnTo>
                <a:lnTo>
                  <a:pt x="326866" y="340132"/>
                </a:lnTo>
                <a:lnTo>
                  <a:pt x="326794" y="348667"/>
                </a:lnTo>
                <a:lnTo>
                  <a:pt x="326629" y="352246"/>
                </a:lnTo>
                <a:lnTo>
                  <a:pt x="326315" y="355370"/>
                </a:lnTo>
                <a:lnTo>
                  <a:pt x="326075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1"/>
                </a:lnTo>
                <a:lnTo>
                  <a:pt x="321922" y="365014"/>
                </a:lnTo>
                <a:lnTo>
                  <a:pt x="320887" y="365816"/>
                </a:lnTo>
                <a:lnTo>
                  <a:pt x="319755" y="366497"/>
                </a:lnTo>
                <a:lnTo>
                  <a:pt x="318546" y="367066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1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0" y="367783"/>
                </a:lnTo>
                <a:lnTo>
                  <a:pt x="33777" y="367783"/>
                </a:lnTo>
                <a:lnTo>
                  <a:pt x="28556" y="367765"/>
                </a:lnTo>
                <a:lnTo>
                  <a:pt x="23917" y="367685"/>
                </a:lnTo>
                <a:lnTo>
                  <a:pt x="19813" y="367513"/>
                </a:lnTo>
                <a:lnTo>
                  <a:pt x="16192" y="367201"/>
                </a:lnTo>
                <a:lnTo>
                  <a:pt x="13032" y="366711"/>
                </a:lnTo>
                <a:lnTo>
                  <a:pt x="11537" y="366368"/>
                </a:lnTo>
                <a:lnTo>
                  <a:pt x="10151" y="365951"/>
                </a:lnTo>
                <a:lnTo>
                  <a:pt x="8841" y="365455"/>
                </a:lnTo>
                <a:lnTo>
                  <a:pt x="7609" y="364855"/>
                </a:lnTo>
                <a:lnTo>
                  <a:pt x="6458" y="364150"/>
                </a:lnTo>
                <a:lnTo>
                  <a:pt x="5397" y="363329"/>
                </a:lnTo>
                <a:lnTo>
                  <a:pt x="4442" y="362398"/>
                </a:lnTo>
                <a:lnTo>
                  <a:pt x="3602" y="361363"/>
                </a:lnTo>
                <a:lnTo>
                  <a:pt x="2879" y="360241"/>
                </a:lnTo>
                <a:lnTo>
                  <a:pt x="2267" y="359040"/>
                </a:lnTo>
                <a:lnTo>
                  <a:pt x="1763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88" y="346725"/>
                </a:lnTo>
                <a:lnTo>
                  <a:pt x="102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6" y="25181"/>
                </a:lnTo>
                <a:moveTo>
                  <a:pt x="6125" y="29758"/>
                </a:moveTo>
                <a:lnTo>
                  <a:pt x="6125" y="29740"/>
                </a:lnTo>
                <a:lnTo>
                  <a:pt x="6204" y="338110"/>
                </a:lnTo>
                <a:lnTo>
                  <a:pt x="6204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6"/>
                </a:lnTo>
                <a:lnTo>
                  <a:pt x="6311" y="346437"/>
                </a:lnTo>
                <a:lnTo>
                  <a:pt x="6507" y="349905"/>
                </a:lnTo>
                <a:lnTo>
                  <a:pt x="6488" y="349727"/>
                </a:lnTo>
                <a:lnTo>
                  <a:pt x="6830" y="352724"/>
                </a:lnTo>
                <a:lnTo>
                  <a:pt x="6800" y="352533"/>
                </a:lnTo>
                <a:lnTo>
                  <a:pt x="7039" y="353863"/>
                </a:lnTo>
                <a:lnTo>
                  <a:pt x="7002" y="353697"/>
                </a:lnTo>
                <a:lnTo>
                  <a:pt x="7295" y="354923"/>
                </a:lnTo>
                <a:lnTo>
                  <a:pt x="7241" y="354727"/>
                </a:lnTo>
                <a:lnTo>
                  <a:pt x="7583" y="355854"/>
                </a:lnTo>
                <a:lnTo>
                  <a:pt x="7504" y="355621"/>
                </a:lnTo>
                <a:lnTo>
                  <a:pt x="7916" y="356651"/>
                </a:lnTo>
                <a:lnTo>
                  <a:pt x="7800" y="356399"/>
                </a:lnTo>
                <a:lnTo>
                  <a:pt x="8269" y="357331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7"/>
                </a:lnTo>
                <a:lnTo>
                  <a:pt x="8846" y="358134"/>
                </a:lnTo>
                <a:lnTo>
                  <a:pt x="9546" y="358820"/>
                </a:lnTo>
                <a:lnTo>
                  <a:pt x="9281" y="358593"/>
                </a:lnTo>
                <a:lnTo>
                  <a:pt x="10071" y="359199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7" y="360186"/>
                </a:lnTo>
                <a:lnTo>
                  <a:pt x="12009" y="360113"/>
                </a:lnTo>
                <a:lnTo>
                  <a:pt x="13197" y="360468"/>
                </a:lnTo>
                <a:lnTo>
                  <a:pt x="13013" y="360419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3"/>
                </a:lnTo>
                <a:lnTo>
                  <a:pt x="24133" y="361564"/>
                </a:lnTo>
                <a:lnTo>
                  <a:pt x="24059" y="361558"/>
                </a:lnTo>
                <a:lnTo>
                  <a:pt x="28635" y="361638"/>
                </a:lnTo>
                <a:lnTo>
                  <a:pt x="28598" y="361638"/>
                </a:lnTo>
                <a:lnTo>
                  <a:pt x="33800" y="361657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1"/>
                </a:lnTo>
                <a:lnTo>
                  <a:pt x="310783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0" y="361950"/>
                </a:lnTo>
                <a:lnTo>
                  <a:pt x="314337" y="361993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6" y="361356"/>
                </a:lnTo>
                <a:lnTo>
                  <a:pt x="316060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0" y="360854"/>
                </a:lnTo>
                <a:lnTo>
                  <a:pt x="318046" y="360272"/>
                </a:lnTo>
                <a:lnTo>
                  <a:pt x="317769" y="360510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4" y="359689"/>
                </a:lnTo>
                <a:lnTo>
                  <a:pt x="319081" y="358869"/>
                </a:lnTo>
                <a:lnTo>
                  <a:pt x="318920" y="359157"/>
                </a:lnTo>
                <a:lnTo>
                  <a:pt x="319362" y="358244"/>
                </a:lnTo>
                <a:lnTo>
                  <a:pt x="319250" y="358507"/>
                </a:lnTo>
                <a:lnTo>
                  <a:pt x="319625" y="357509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4"/>
                </a:lnTo>
                <a:lnTo>
                  <a:pt x="320073" y="355634"/>
                </a:lnTo>
                <a:lnTo>
                  <a:pt x="320041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8"/>
                </a:lnTo>
                <a:lnTo>
                  <a:pt x="320513" y="351884"/>
                </a:lnTo>
                <a:lnTo>
                  <a:pt x="320666" y="348447"/>
                </a:lnTo>
                <a:lnTo>
                  <a:pt x="320666" y="348558"/>
                </a:lnTo>
                <a:lnTo>
                  <a:pt x="320741" y="340090"/>
                </a:lnTo>
                <a:lnTo>
                  <a:pt x="320741" y="340120"/>
                </a:lnTo>
                <a:lnTo>
                  <a:pt x="320655" y="28668"/>
                </a:lnTo>
                <a:lnTo>
                  <a:pt x="320655" y="28704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2"/>
                </a:lnTo>
                <a:lnTo>
                  <a:pt x="320427" y="20537"/>
                </a:lnTo>
                <a:lnTo>
                  <a:pt x="320085" y="17137"/>
                </a:lnTo>
                <a:lnTo>
                  <a:pt x="320104" y="17309"/>
                </a:lnTo>
                <a:lnTo>
                  <a:pt x="319857" y="15795"/>
                </a:lnTo>
                <a:lnTo>
                  <a:pt x="319887" y="15942"/>
                </a:lnTo>
                <a:lnTo>
                  <a:pt x="319594" y="14545"/>
                </a:lnTo>
                <a:lnTo>
                  <a:pt x="319632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2" y="12462"/>
                </a:lnTo>
                <a:lnTo>
                  <a:pt x="319025" y="12689"/>
                </a:lnTo>
                <a:lnTo>
                  <a:pt x="318546" y="11616"/>
                </a:lnTo>
                <a:lnTo>
                  <a:pt x="318676" y="11868"/>
                </a:lnTo>
                <a:lnTo>
                  <a:pt x="318129" y="10900"/>
                </a:lnTo>
                <a:lnTo>
                  <a:pt x="318295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3" y="9503"/>
                </a:lnTo>
                <a:lnTo>
                  <a:pt x="316071" y="8878"/>
                </a:lnTo>
                <a:lnTo>
                  <a:pt x="316334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5" y="8155"/>
                </a:lnTo>
                <a:lnTo>
                  <a:pt x="314865" y="8253"/>
                </a:lnTo>
                <a:lnTo>
                  <a:pt x="313744" y="7836"/>
                </a:lnTo>
                <a:lnTo>
                  <a:pt x="313951" y="7904"/>
                </a:lnTo>
                <a:lnTo>
                  <a:pt x="312732" y="7554"/>
                </a:lnTo>
                <a:lnTo>
                  <a:pt x="312911" y="7598"/>
                </a:lnTo>
                <a:lnTo>
                  <a:pt x="311593" y="7297"/>
                </a:lnTo>
                <a:lnTo>
                  <a:pt x="311739" y="7328"/>
                </a:lnTo>
                <a:lnTo>
                  <a:pt x="310318" y="7083"/>
                </a:lnTo>
                <a:lnTo>
                  <a:pt x="310495" y="7107"/>
                </a:lnTo>
                <a:lnTo>
                  <a:pt x="307309" y="6752"/>
                </a:lnTo>
                <a:lnTo>
                  <a:pt x="307474" y="6764"/>
                </a:lnTo>
                <a:lnTo>
                  <a:pt x="303823" y="6550"/>
                </a:lnTo>
                <a:lnTo>
                  <a:pt x="303928" y="6556"/>
                </a:lnTo>
                <a:lnTo>
                  <a:pt x="299775" y="6452"/>
                </a:lnTo>
                <a:lnTo>
                  <a:pt x="299842" y="6452"/>
                </a:lnTo>
                <a:lnTo>
                  <a:pt x="289922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0" y="6127"/>
                </a:lnTo>
                <a:lnTo>
                  <a:pt x="28594" y="6145"/>
                </a:lnTo>
                <a:lnTo>
                  <a:pt x="28635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0" y="6660"/>
                </a:lnTo>
                <a:lnTo>
                  <a:pt x="14074" y="7120"/>
                </a:lnTo>
                <a:lnTo>
                  <a:pt x="14292" y="7077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6"/>
                </a:lnTo>
                <a:lnTo>
                  <a:pt x="11120" y="8026"/>
                </a:lnTo>
                <a:lnTo>
                  <a:pt x="11364" y="7922"/>
                </a:lnTo>
                <a:lnTo>
                  <a:pt x="10383" y="8400"/>
                </a:lnTo>
                <a:lnTo>
                  <a:pt x="10648" y="8253"/>
                </a:lnTo>
                <a:lnTo>
                  <a:pt x="9765" y="8798"/>
                </a:lnTo>
                <a:lnTo>
                  <a:pt x="10034" y="8608"/>
                </a:lnTo>
                <a:lnTo>
                  <a:pt x="9246" y="9227"/>
                </a:lnTo>
                <a:lnTo>
                  <a:pt x="9509" y="8995"/>
                </a:lnTo>
                <a:lnTo>
                  <a:pt x="8797" y="9687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37" y="11439"/>
                </a:lnTo>
                <a:lnTo>
                  <a:pt x="7853" y="11182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2"/>
                </a:lnTo>
                <a:lnTo>
                  <a:pt x="7227" y="12915"/>
                </a:lnTo>
                <a:lnTo>
                  <a:pt x="6934" y="14147"/>
                </a:lnTo>
                <a:lnTo>
                  <a:pt x="6972" y="13981"/>
                </a:lnTo>
                <a:lnTo>
                  <a:pt x="6732" y="15317"/>
                </a:lnTo>
                <a:lnTo>
                  <a:pt x="6758" y="15121"/>
                </a:lnTo>
                <a:lnTo>
                  <a:pt x="6414" y="18123"/>
                </a:lnTo>
                <a:lnTo>
                  <a:pt x="6425" y="17946"/>
                </a:lnTo>
                <a:lnTo>
                  <a:pt x="6230" y="21419"/>
                </a:lnTo>
                <a:lnTo>
                  <a:pt x="6237" y="21315"/>
                </a:lnTo>
                <a:lnTo>
                  <a:pt x="6144" y="25292"/>
                </a:lnTo>
                <a:lnTo>
                  <a:pt x="6144" y="25237"/>
                </a:lnTo>
                <a:lnTo>
                  <a:pt x="6125" y="2975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6">
            <a:extLst xmlns:a="http://schemas.openxmlformats.org/drawingml/2006/main">
              <a:ext uri="{FF2B5EF4-FFF2-40B4-BE49-F238E27FC236}">
                <a16:creationId xmlns:a16="http://schemas.microsoft.com/office/drawing/2014/main" id="{AC9AB2F7-1142-45DA-9501-780E1842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590" y="3162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3" y="288"/>
                </a:lnTo>
                <a:cubicBezTo>
                  <a:pt x="316360" y="288"/>
                  <a:pt x="320662" y="0"/>
                  <a:pt x="320662" y="25604"/>
                </a:cubicBezTo>
                <a:lnTo>
                  <a:pt x="320741" y="337057"/>
                </a:lnTo>
                <a:cubicBezTo>
                  <a:pt x="320741" y="362655"/>
                  <a:pt x="320332" y="363016"/>
                  <a:pt x="290843" y="363016"/>
                </a:cubicBezTo>
                <a:lnTo>
                  <a:pt x="30726" y="361657"/>
                </a:lnTo>
                <a:cubicBezTo>
                  <a:pt x="1237" y="361657"/>
                  <a:pt x="81" y="360652"/>
                  <a:pt x="81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9C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7">
            <a:extLst xmlns:a="http://schemas.openxmlformats.org/drawingml/2006/main">
              <a:ext uri="{FF2B5EF4-FFF2-40B4-BE49-F238E27FC236}">
                <a16:creationId xmlns:a16="http://schemas.microsoft.com/office/drawing/2014/main" id="{6838A586-F553-4A7D-9886-0FF72E8E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28" y="3159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09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56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1" y="3663"/>
                </a:lnTo>
                <a:lnTo>
                  <a:pt x="7572" y="2953"/>
                </a:lnTo>
                <a:lnTo>
                  <a:pt x="8809" y="2353"/>
                </a:lnTo>
                <a:lnTo>
                  <a:pt x="10120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0" y="588"/>
                </a:lnTo>
                <a:lnTo>
                  <a:pt x="19808" y="276"/>
                </a:lnTo>
                <a:lnTo>
                  <a:pt x="23912" y="98"/>
                </a:lnTo>
                <a:lnTo>
                  <a:pt x="28556" y="18"/>
                </a:lnTo>
                <a:lnTo>
                  <a:pt x="33789" y="0"/>
                </a:lnTo>
                <a:lnTo>
                  <a:pt x="289947" y="288"/>
                </a:lnTo>
                <a:lnTo>
                  <a:pt x="299898" y="324"/>
                </a:lnTo>
                <a:lnTo>
                  <a:pt x="304130" y="428"/>
                </a:lnTo>
                <a:lnTo>
                  <a:pt x="307918" y="649"/>
                </a:lnTo>
                <a:lnTo>
                  <a:pt x="311274" y="1029"/>
                </a:lnTo>
                <a:lnTo>
                  <a:pt x="312862" y="1305"/>
                </a:lnTo>
                <a:lnTo>
                  <a:pt x="314351" y="1642"/>
                </a:lnTo>
                <a:lnTo>
                  <a:pt x="315764" y="2052"/>
                </a:lnTo>
                <a:lnTo>
                  <a:pt x="317109" y="2549"/>
                </a:lnTo>
                <a:lnTo>
                  <a:pt x="318376" y="3143"/>
                </a:lnTo>
                <a:lnTo>
                  <a:pt x="319576" y="3847"/>
                </a:lnTo>
                <a:lnTo>
                  <a:pt x="320685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2" y="9006"/>
                </a:lnTo>
                <a:lnTo>
                  <a:pt x="324676" y="10317"/>
                </a:lnTo>
                <a:lnTo>
                  <a:pt x="325164" y="11714"/>
                </a:lnTo>
                <a:lnTo>
                  <a:pt x="325568" y="13185"/>
                </a:lnTo>
                <a:lnTo>
                  <a:pt x="325899" y="14747"/>
                </a:lnTo>
                <a:lnTo>
                  <a:pt x="326168" y="16420"/>
                </a:lnTo>
                <a:lnTo>
                  <a:pt x="326536" y="19998"/>
                </a:lnTo>
                <a:lnTo>
                  <a:pt x="326727" y="24072"/>
                </a:lnTo>
                <a:lnTo>
                  <a:pt x="326787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5" y="355370"/>
                </a:lnTo>
                <a:lnTo>
                  <a:pt x="326078" y="356853"/>
                </a:lnTo>
                <a:lnTo>
                  <a:pt x="325782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69" y="363084"/>
                </a:lnTo>
                <a:lnTo>
                  <a:pt x="322855" y="364100"/>
                </a:lnTo>
                <a:lnTo>
                  <a:pt x="321922" y="365014"/>
                </a:lnTo>
                <a:lnTo>
                  <a:pt x="320887" y="365817"/>
                </a:lnTo>
                <a:lnTo>
                  <a:pt x="319755" y="366497"/>
                </a:lnTo>
                <a:lnTo>
                  <a:pt x="318548" y="367067"/>
                </a:lnTo>
                <a:lnTo>
                  <a:pt x="317267" y="367532"/>
                </a:lnTo>
                <a:lnTo>
                  <a:pt x="315913" y="367918"/>
                </a:lnTo>
                <a:lnTo>
                  <a:pt x="314441" y="368230"/>
                </a:lnTo>
                <a:lnTo>
                  <a:pt x="311341" y="368671"/>
                </a:lnTo>
                <a:lnTo>
                  <a:pt x="307777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6" y="367764"/>
                </a:lnTo>
                <a:lnTo>
                  <a:pt x="23919" y="367685"/>
                </a:lnTo>
                <a:lnTo>
                  <a:pt x="19813" y="367514"/>
                </a:lnTo>
                <a:lnTo>
                  <a:pt x="16192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1" y="365951"/>
                </a:lnTo>
                <a:lnTo>
                  <a:pt x="8841" y="365455"/>
                </a:lnTo>
                <a:lnTo>
                  <a:pt x="7609" y="364854"/>
                </a:lnTo>
                <a:lnTo>
                  <a:pt x="6458" y="364150"/>
                </a:lnTo>
                <a:lnTo>
                  <a:pt x="5397" y="363328"/>
                </a:lnTo>
                <a:lnTo>
                  <a:pt x="4442" y="362398"/>
                </a:lnTo>
                <a:lnTo>
                  <a:pt x="3602" y="361362"/>
                </a:lnTo>
                <a:lnTo>
                  <a:pt x="2879" y="360241"/>
                </a:lnTo>
                <a:lnTo>
                  <a:pt x="2267" y="359040"/>
                </a:lnTo>
                <a:lnTo>
                  <a:pt x="1763" y="357766"/>
                </a:lnTo>
                <a:lnTo>
                  <a:pt x="1353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1" y="350334"/>
                </a:lnTo>
                <a:lnTo>
                  <a:pt x="188" y="346725"/>
                </a:lnTo>
                <a:lnTo>
                  <a:pt x="102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5" y="29758"/>
                </a:moveTo>
                <a:lnTo>
                  <a:pt x="6125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0" y="342614"/>
                </a:lnTo>
                <a:lnTo>
                  <a:pt x="6230" y="342565"/>
                </a:lnTo>
                <a:lnTo>
                  <a:pt x="6316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0" y="352723"/>
                </a:lnTo>
                <a:lnTo>
                  <a:pt x="6800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1" y="354727"/>
                </a:lnTo>
                <a:lnTo>
                  <a:pt x="7590" y="355854"/>
                </a:lnTo>
                <a:lnTo>
                  <a:pt x="7504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2" y="357337"/>
                </a:lnTo>
                <a:lnTo>
                  <a:pt x="8118" y="357061"/>
                </a:lnTo>
                <a:lnTo>
                  <a:pt x="8662" y="357907"/>
                </a:lnTo>
                <a:lnTo>
                  <a:pt x="8460" y="357631"/>
                </a:lnTo>
                <a:lnTo>
                  <a:pt x="9085" y="358396"/>
                </a:lnTo>
                <a:lnTo>
                  <a:pt x="8846" y="358139"/>
                </a:lnTo>
                <a:lnTo>
                  <a:pt x="9546" y="358819"/>
                </a:lnTo>
                <a:lnTo>
                  <a:pt x="9281" y="358593"/>
                </a:lnTo>
                <a:lnTo>
                  <a:pt x="10071" y="359200"/>
                </a:lnTo>
                <a:lnTo>
                  <a:pt x="9797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0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2" y="361136"/>
                </a:lnTo>
                <a:lnTo>
                  <a:pt x="16825" y="361111"/>
                </a:lnTo>
                <a:lnTo>
                  <a:pt x="20273" y="361405"/>
                </a:lnTo>
                <a:lnTo>
                  <a:pt x="20138" y="361392"/>
                </a:lnTo>
                <a:lnTo>
                  <a:pt x="24133" y="361565"/>
                </a:lnTo>
                <a:lnTo>
                  <a:pt x="24059" y="361558"/>
                </a:lnTo>
                <a:lnTo>
                  <a:pt x="28638" y="361638"/>
                </a:lnTo>
                <a:lnTo>
                  <a:pt x="28598" y="361638"/>
                </a:lnTo>
                <a:lnTo>
                  <a:pt x="33800" y="361656"/>
                </a:lnTo>
                <a:lnTo>
                  <a:pt x="293917" y="363017"/>
                </a:lnTo>
                <a:lnTo>
                  <a:pt x="293880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4" y="362820"/>
                </a:lnTo>
                <a:lnTo>
                  <a:pt x="310783" y="362569"/>
                </a:lnTo>
                <a:lnTo>
                  <a:pt x="310588" y="362588"/>
                </a:lnTo>
                <a:lnTo>
                  <a:pt x="313474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04" y="361019"/>
                </a:lnTo>
                <a:lnTo>
                  <a:pt x="316727" y="361166"/>
                </a:lnTo>
                <a:lnTo>
                  <a:pt x="317574" y="360658"/>
                </a:lnTo>
                <a:lnTo>
                  <a:pt x="317290" y="360854"/>
                </a:lnTo>
                <a:lnTo>
                  <a:pt x="318046" y="360272"/>
                </a:lnTo>
                <a:lnTo>
                  <a:pt x="317769" y="360511"/>
                </a:lnTo>
                <a:lnTo>
                  <a:pt x="318436" y="359855"/>
                </a:lnTo>
                <a:lnTo>
                  <a:pt x="318185" y="360131"/>
                </a:lnTo>
                <a:lnTo>
                  <a:pt x="318774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0" y="359157"/>
                </a:lnTo>
                <a:lnTo>
                  <a:pt x="319362" y="358250"/>
                </a:lnTo>
                <a:lnTo>
                  <a:pt x="319253" y="358507"/>
                </a:lnTo>
                <a:lnTo>
                  <a:pt x="319625" y="357508"/>
                </a:lnTo>
                <a:lnTo>
                  <a:pt x="319546" y="357741"/>
                </a:lnTo>
                <a:lnTo>
                  <a:pt x="319864" y="356638"/>
                </a:lnTo>
                <a:lnTo>
                  <a:pt x="319815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2" y="354672"/>
                </a:lnTo>
                <a:lnTo>
                  <a:pt x="320520" y="351719"/>
                </a:lnTo>
                <a:lnTo>
                  <a:pt x="320513" y="351884"/>
                </a:lnTo>
                <a:lnTo>
                  <a:pt x="320666" y="348447"/>
                </a:lnTo>
                <a:lnTo>
                  <a:pt x="320666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599" y="24201"/>
                </a:lnTo>
                <a:lnTo>
                  <a:pt x="320606" y="24305"/>
                </a:lnTo>
                <a:lnTo>
                  <a:pt x="320422" y="20371"/>
                </a:lnTo>
                <a:lnTo>
                  <a:pt x="320434" y="20537"/>
                </a:lnTo>
                <a:lnTo>
                  <a:pt x="320085" y="17137"/>
                </a:lnTo>
                <a:lnTo>
                  <a:pt x="320104" y="17308"/>
                </a:lnTo>
                <a:lnTo>
                  <a:pt x="319864" y="15795"/>
                </a:lnTo>
                <a:lnTo>
                  <a:pt x="319890" y="15942"/>
                </a:lnTo>
                <a:lnTo>
                  <a:pt x="319594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3" y="13638"/>
                </a:lnTo>
                <a:lnTo>
                  <a:pt x="318934" y="12462"/>
                </a:lnTo>
                <a:lnTo>
                  <a:pt x="319025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3" y="10281"/>
                </a:lnTo>
                <a:lnTo>
                  <a:pt x="317885" y="10538"/>
                </a:lnTo>
                <a:lnTo>
                  <a:pt x="317199" y="9748"/>
                </a:lnTo>
                <a:lnTo>
                  <a:pt x="317432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1" y="8878"/>
                </a:lnTo>
                <a:lnTo>
                  <a:pt x="316334" y="9049"/>
                </a:lnTo>
                <a:lnTo>
                  <a:pt x="315397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5" y="8252"/>
                </a:lnTo>
                <a:lnTo>
                  <a:pt x="313744" y="7836"/>
                </a:lnTo>
                <a:lnTo>
                  <a:pt x="313953" y="7904"/>
                </a:lnTo>
                <a:lnTo>
                  <a:pt x="312732" y="7554"/>
                </a:lnTo>
                <a:lnTo>
                  <a:pt x="312911" y="7597"/>
                </a:lnTo>
                <a:lnTo>
                  <a:pt x="311593" y="7304"/>
                </a:lnTo>
                <a:lnTo>
                  <a:pt x="311739" y="7327"/>
                </a:lnTo>
                <a:lnTo>
                  <a:pt x="310318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23" y="6549"/>
                </a:lnTo>
                <a:lnTo>
                  <a:pt x="303928" y="6556"/>
                </a:lnTo>
                <a:lnTo>
                  <a:pt x="299782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89" y="6127"/>
                </a:lnTo>
                <a:lnTo>
                  <a:pt x="33800" y="6127"/>
                </a:lnTo>
                <a:lnTo>
                  <a:pt x="28594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38" y="6390"/>
                </a:lnTo>
                <a:lnTo>
                  <a:pt x="20266" y="6384"/>
                </a:lnTo>
                <a:lnTo>
                  <a:pt x="16811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5" y="7383"/>
                </a:lnTo>
                <a:lnTo>
                  <a:pt x="13178" y="7334"/>
                </a:lnTo>
                <a:lnTo>
                  <a:pt x="11990" y="7689"/>
                </a:lnTo>
                <a:lnTo>
                  <a:pt x="12204" y="7615"/>
                </a:lnTo>
                <a:lnTo>
                  <a:pt x="11125" y="8026"/>
                </a:lnTo>
                <a:lnTo>
                  <a:pt x="11364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5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7" y="9686"/>
                </a:lnTo>
                <a:lnTo>
                  <a:pt x="9037" y="9423"/>
                </a:lnTo>
                <a:lnTo>
                  <a:pt x="8411" y="10195"/>
                </a:lnTo>
                <a:lnTo>
                  <a:pt x="8609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3" y="11181"/>
                </a:lnTo>
                <a:lnTo>
                  <a:pt x="7444" y="12217"/>
                </a:lnTo>
                <a:lnTo>
                  <a:pt x="7523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4" y="14146"/>
                </a:lnTo>
                <a:lnTo>
                  <a:pt x="6972" y="13981"/>
                </a:lnTo>
                <a:lnTo>
                  <a:pt x="6732" y="15317"/>
                </a:lnTo>
                <a:lnTo>
                  <a:pt x="6758" y="15121"/>
                </a:lnTo>
                <a:lnTo>
                  <a:pt x="6414" y="18123"/>
                </a:lnTo>
                <a:lnTo>
                  <a:pt x="6432" y="17946"/>
                </a:lnTo>
                <a:lnTo>
                  <a:pt x="6230" y="21419"/>
                </a:lnTo>
                <a:lnTo>
                  <a:pt x="6237" y="21316"/>
                </a:lnTo>
                <a:lnTo>
                  <a:pt x="6144" y="25291"/>
                </a:lnTo>
                <a:lnTo>
                  <a:pt x="6144" y="25236"/>
                </a:lnTo>
                <a:lnTo>
                  <a:pt x="6125" y="2975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8">
            <a:extLst xmlns:a="http://schemas.openxmlformats.org/drawingml/2006/main">
              <a:ext uri="{FF2B5EF4-FFF2-40B4-BE49-F238E27FC236}">
                <a16:creationId xmlns:a16="http://schemas.microsoft.com/office/drawing/2014/main" id="{C2A55CB3-2026-4261-A03C-83E1131A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048" y="3162577"/>
            <a:ext cx="320741" cy="363016"/>
          </a:xfrm>
          <a:custGeom xmlns:a="http://schemas.openxmlformats.org/drawingml/2006/main">
            <a:pathLst>
              <a:path w="320741" h="363016">
                <a:moveTo>
                  <a:pt x="0" y="26676"/>
                </a:moveTo>
                <a:cubicBezTo>
                  <a:pt x="0" y="1078"/>
                  <a:pt x="1237" y="0"/>
                  <a:pt x="30726" y="0"/>
                </a:cubicBezTo>
                <a:lnTo>
                  <a:pt x="286871" y="288"/>
                </a:lnTo>
                <a:cubicBezTo>
                  <a:pt x="316367" y="288"/>
                  <a:pt x="320659" y="0"/>
                  <a:pt x="320659" y="25604"/>
                </a:cubicBezTo>
                <a:lnTo>
                  <a:pt x="320741" y="337057"/>
                </a:lnTo>
                <a:cubicBezTo>
                  <a:pt x="320741" y="362655"/>
                  <a:pt x="320329" y="363016"/>
                  <a:pt x="290840" y="363016"/>
                </a:cubicBezTo>
                <a:lnTo>
                  <a:pt x="30726" y="361657"/>
                </a:lnTo>
                <a:cubicBezTo>
                  <a:pt x="1237" y="361657"/>
                  <a:pt x="79" y="360652"/>
                  <a:pt x="79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D9C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9">
            <a:extLst xmlns:a="http://schemas.openxmlformats.org/drawingml/2006/main">
              <a:ext uri="{FF2B5EF4-FFF2-40B4-BE49-F238E27FC236}">
                <a16:creationId xmlns:a16="http://schemas.microsoft.com/office/drawing/2014/main" id="{B0E684F8-DB60-4B04-9BF0-3B36818F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983" y="3159514"/>
            <a:ext cx="326868" cy="369143"/>
          </a:xfrm>
          <a:custGeom xmlns:a="http://schemas.openxmlformats.org/drawingml/2006/main">
            <a:pathLst>
              <a:path w="326868" h="369143">
                <a:moveTo>
                  <a:pt x="19" y="25182"/>
                </a:moveTo>
                <a:lnTo>
                  <a:pt x="112" y="21125"/>
                </a:lnTo>
                <a:lnTo>
                  <a:pt x="319" y="17510"/>
                </a:lnTo>
                <a:lnTo>
                  <a:pt x="686" y="14325"/>
                </a:lnTo>
                <a:lnTo>
                  <a:pt x="963" y="12811"/>
                </a:lnTo>
                <a:lnTo>
                  <a:pt x="1293" y="11402"/>
                </a:lnTo>
                <a:lnTo>
                  <a:pt x="1709" y="10060"/>
                </a:lnTo>
                <a:lnTo>
                  <a:pt x="2218" y="8786"/>
                </a:lnTo>
                <a:lnTo>
                  <a:pt x="2830" y="7585"/>
                </a:lnTo>
                <a:lnTo>
                  <a:pt x="3553" y="6458"/>
                </a:lnTo>
                <a:lnTo>
                  <a:pt x="4400" y="5416"/>
                </a:lnTo>
                <a:lnTo>
                  <a:pt x="5355" y="4485"/>
                </a:lnTo>
                <a:lnTo>
                  <a:pt x="6423" y="3663"/>
                </a:lnTo>
                <a:lnTo>
                  <a:pt x="7574" y="2953"/>
                </a:lnTo>
                <a:lnTo>
                  <a:pt x="8811" y="2353"/>
                </a:lnTo>
                <a:lnTo>
                  <a:pt x="10123" y="1850"/>
                </a:lnTo>
                <a:lnTo>
                  <a:pt x="11506" y="1434"/>
                </a:lnTo>
                <a:lnTo>
                  <a:pt x="13013" y="1084"/>
                </a:lnTo>
                <a:lnTo>
                  <a:pt x="16183" y="588"/>
                </a:lnTo>
                <a:lnTo>
                  <a:pt x="19808" y="276"/>
                </a:lnTo>
                <a:lnTo>
                  <a:pt x="23915" y="98"/>
                </a:lnTo>
                <a:lnTo>
                  <a:pt x="28559" y="18"/>
                </a:lnTo>
                <a:lnTo>
                  <a:pt x="33791" y="0"/>
                </a:lnTo>
                <a:lnTo>
                  <a:pt x="289947" y="288"/>
                </a:lnTo>
                <a:lnTo>
                  <a:pt x="299905" y="324"/>
                </a:lnTo>
                <a:lnTo>
                  <a:pt x="304133" y="428"/>
                </a:lnTo>
                <a:lnTo>
                  <a:pt x="307918" y="649"/>
                </a:lnTo>
                <a:lnTo>
                  <a:pt x="311276" y="1029"/>
                </a:lnTo>
                <a:lnTo>
                  <a:pt x="312869" y="1305"/>
                </a:lnTo>
                <a:lnTo>
                  <a:pt x="314353" y="1642"/>
                </a:lnTo>
                <a:lnTo>
                  <a:pt x="315767" y="2052"/>
                </a:lnTo>
                <a:lnTo>
                  <a:pt x="317109" y="2549"/>
                </a:lnTo>
                <a:lnTo>
                  <a:pt x="318383" y="3143"/>
                </a:lnTo>
                <a:lnTo>
                  <a:pt x="319578" y="3847"/>
                </a:lnTo>
                <a:lnTo>
                  <a:pt x="320687" y="4662"/>
                </a:lnTo>
                <a:lnTo>
                  <a:pt x="321704" y="5593"/>
                </a:lnTo>
                <a:lnTo>
                  <a:pt x="322611" y="6635"/>
                </a:lnTo>
                <a:lnTo>
                  <a:pt x="323406" y="7775"/>
                </a:lnTo>
                <a:lnTo>
                  <a:pt x="324094" y="9006"/>
                </a:lnTo>
                <a:lnTo>
                  <a:pt x="324676" y="10317"/>
                </a:lnTo>
                <a:lnTo>
                  <a:pt x="325166" y="11714"/>
                </a:lnTo>
                <a:lnTo>
                  <a:pt x="325571" y="13185"/>
                </a:lnTo>
                <a:lnTo>
                  <a:pt x="325901" y="14747"/>
                </a:lnTo>
                <a:lnTo>
                  <a:pt x="326171" y="16420"/>
                </a:lnTo>
                <a:lnTo>
                  <a:pt x="326538" y="19998"/>
                </a:lnTo>
                <a:lnTo>
                  <a:pt x="326727" y="24072"/>
                </a:lnTo>
                <a:lnTo>
                  <a:pt x="326789" y="28643"/>
                </a:lnTo>
                <a:lnTo>
                  <a:pt x="326868" y="340133"/>
                </a:lnTo>
                <a:lnTo>
                  <a:pt x="326794" y="348667"/>
                </a:lnTo>
                <a:lnTo>
                  <a:pt x="326629" y="352245"/>
                </a:lnTo>
                <a:lnTo>
                  <a:pt x="326317" y="355370"/>
                </a:lnTo>
                <a:lnTo>
                  <a:pt x="326078" y="356853"/>
                </a:lnTo>
                <a:lnTo>
                  <a:pt x="325785" y="358231"/>
                </a:lnTo>
                <a:lnTo>
                  <a:pt x="325403" y="359543"/>
                </a:lnTo>
                <a:lnTo>
                  <a:pt x="324938" y="360793"/>
                </a:lnTo>
                <a:lnTo>
                  <a:pt x="324362" y="361975"/>
                </a:lnTo>
                <a:lnTo>
                  <a:pt x="323671" y="363084"/>
                </a:lnTo>
                <a:lnTo>
                  <a:pt x="322855" y="364100"/>
                </a:lnTo>
                <a:lnTo>
                  <a:pt x="321925" y="365014"/>
                </a:lnTo>
                <a:lnTo>
                  <a:pt x="320887" y="365817"/>
                </a:lnTo>
                <a:lnTo>
                  <a:pt x="319762" y="366497"/>
                </a:lnTo>
                <a:lnTo>
                  <a:pt x="318548" y="367067"/>
                </a:lnTo>
                <a:lnTo>
                  <a:pt x="317269" y="367532"/>
                </a:lnTo>
                <a:lnTo>
                  <a:pt x="315913" y="367918"/>
                </a:lnTo>
                <a:lnTo>
                  <a:pt x="314444" y="368230"/>
                </a:lnTo>
                <a:lnTo>
                  <a:pt x="311344" y="368671"/>
                </a:lnTo>
                <a:lnTo>
                  <a:pt x="307784" y="368935"/>
                </a:lnTo>
                <a:lnTo>
                  <a:pt x="303714" y="369076"/>
                </a:lnTo>
                <a:lnTo>
                  <a:pt x="293905" y="369143"/>
                </a:lnTo>
                <a:lnTo>
                  <a:pt x="33777" y="367783"/>
                </a:lnTo>
                <a:lnTo>
                  <a:pt x="33784" y="367783"/>
                </a:lnTo>
                <a:lnTo>
                  <a:pt x="28559" y="367764"/>
                </a:lnTo>
                <a:lnTo>
                  <a:pt x="23919" y="367685"/>
                </a:lnTo>
                <a:lnTo>
                  <a:pt x="19822" y="367514"/>
                </a:lnTo>
                <a:lnTo>
                  <a:pt x="16194" y="367201"/>
                </a:lnTo>
                <a:lnTo>
                  <a:pt x="13039" y="366711"/>
                </a:lnTo>
                <a:lnTo>
                  <a:pt x="11537" y="366368"/>
                </a:lnTo>
                <a:lnTo>
                  <a:pt x="10153" y="365951"/>
                </a:lnTo>
                <a:lnTo>
                  <a:pt x="8841" y="365455"/>
                </a:lnTo>
                <a:lnTo>
                  <a:pt x="7611" y="364854"/>
                </a:lnTo>
                <a:lnTo>
                  <a:pt x="6458" y="364150"/>
                </a:lnTo>
                <a:lnTo>
                  <a:pt x="5400" y="363328"/>
                </a:lnTo>
                <a:lnTo>
                  <a:pt x="4444" y="362398"/>
                </a:lnTo>
                <a:lnTo>
                  <a:pt x="3602" y="361362"/>
                </a:lnTo>
                <a:lnTo>
                  <a:pt x="2881" y="360241"/>
                </a:lnTo>
                <a:lnTo>
                  <a:pt x="2274" y="359040"/>
                </a:lnTo>
                <a:lnTo>
                  <a:pt x="1772" y="357766"/>
                </a:lnTo>
                <a:lnTo>
                  <a:pt x="1356" y="356430"/>
                </a:lnTo>
                <a:lnTo>
                  <a:pt x="1023" y="355021"/>
                </a:lnTo>
                <a:lnTo>
                  <a:pt x="753" y="353514"/>
                </a:lnTo>
                <a:lnTo>
                  <a:pt x="393" y="350334"/>
                </a:lnTo>
                <a:lnTo>
                  <a:pt x="191" y="346725"/>
                </a:lnTo>
                <a:lnTo>
                  <a:pt x="105" y="342669"/>
                </a:lnTo>
                <a:lnTo>
                  <a:pt x="79" y="338117"/>
                </a:lnTo>
                <a:lnTo>
                  <a:pt x="0" y="29734"/>
                </a:lnTo>
                <a:lnTo>
                  <a:pt x="19" y="25182"/>
                </a:lnTo>
                <a:moveTo>
                  <a:pt x="6128" y="29758"/>
                </a:moveTo>
                <a:lnTo>
                  <a:pt x="6128" y="29739"/>
                </a:lnTo>
                <a:lnTo>
                  <a:pt x="6207" y="338111"/>
                </a:lnTo>
                <a:lnTo>
                  <a:pt x="6207" y="338099"/>
                </a:lnTo>
                <a:lnTo>
                  <a:pt x="6232" y="342614"/>
                </a:lnTo>
                <a:lnTo>
                  <a:pt x="6232" y="342565"/>
                </a:lnTo>
                <a:lnTo>
                  <a:pt x="6318" y="346535"/>
                </a:lnTo>
                <a:lnTo>
                  <a:pt x="6311" y="346438"/>
                </a:lnTo>
                <a:lnTo>
                  <a:pt x="6507" y="349905"/>
                </a:lnTo>
                <a:lnTo>
                  <a:pt x="6488" y="349727"/>
                </a:lnTo>
                <a:lnTo>
                  <a:pt x="6832" y="352723"/>
                </a:lnTo>
                <a:lnTo>
                  <a:pt x="6802" y="352534"/>
                </a:lnTo>
                <a:lnTo>
                  <a:pt x="7039" y="353863"/>
                </a:lnTo>
                <a:lnTo>
                  <a:pt x="7009" y="353698"/>
                </a:lnTo>
                <a:lnTo>
                  <a:pt x="7297" y="354923"/>
                </a:lnTo>
                <a:lnTo>
                  <a:pt x="7244" y="354727"/>
                </a:lnTo>
                <a:lnTo>
                  <a:pt x="7593" y="355854"/>
                </a:lnTo>
                <a:lnTo>
                  <a:pt x="7511" y="355628"/>
                </a:lnTo>
                <a:lnTo>
                  <a:pt x="7916" y="356651"/>
                </a:lnTo>
                <a:lnTo>
                  <a:pt x="7800" y="356399"/>
                </a:lnTo>
                <a:lnTo>
                  <a:pt x="8279" y="357337"/>
                </a:lnTo>
                <a:lnTo>
                  <a:pt x="8118" y="357061"/>
                </a:lnTo>
                <a:lnTo>
                  <a:pt x="8665" y="357907"/>
                </a:lnTo>
                <a:lnTo>
                  <a:pt x="8462" y="357631"/>
                </a:lnTo>
                <a:lnTo>
                  <a:pt x="9085" y="358396"/>
                </a:lnTo>
                <a:lnTo>
                  <a:pt x="8848" y="358139"/>
                </a:lnTo>
                <a:lnTo>
                  <a:pt x="9553" y="358819"/>
                </a:lnTo>
                <a:lnTo>
                  <a:pt x="9283" y="358593"/>
                </a:lnTo>
                <a:lnTo>
                  <a:pt x="10074" y="359200"/>
                </a:lnTo>
                <a:lnTo>
                  <a:pt x="9804" y="359016"/>
                </a:lnTo>
                <a:lnTo>
                  <a:pt x="10678" y="359555"/>
                </a:lnTo>
                <a:lnTo>
                  <a:pt x="10416" y="359408"/>
                </a:lnTo>
                <a:lnTo>
                  <a:pt x="11397" y="359879"/>
                </a:lnTo>
                <a:lnTo>
                  <a:pt x="11150" y="359775"/>
                </a:lnTo>
                <a:lnTo>
                  <a:pt x="12229" y="360186"/>
                </a:lnTo>
                <a:lnTo>
                  <a:pt x="12016" y="360112"/>
                </a:lnTo>
                <a:lnTo>
                  <a:pt x="13197" y="360468"/>
                </a:lnTo>
                <a:lnTo>
                  <a:pt x="13013" y="360418"/>
                </a:lnTo>
                <a:lnTo>
                  <a:pt x="14306" y="360719"/>
                </a:lnTo>
                <a:lnTo>
                  <a:pt x="14085" y="360676"/>
                </a:lnTo>
                <a:lnTo>
                  <a:pt x="17034" y="361136"/>
                </a:lnTo>
                <a:lnTo>
                  <a:pt x="16825" y="361111"/>
                </a:lnTo>
                <a:lnTo>
                  <a:pt x="20276" y="361405"/>
                </a:lnTo>
                <a:lnTo>
                  <a:pt x="20145" y="361392"/>
                </a:lnTo>
                <a:lnTo>
                  <a:pt x="24140" y="361565"/>
                </a:lnTo>
                <a:lnTo>
                  <a:pt x="24061" y="361558"/>
                </a:lnTo>
                <a:lnTo>
                  <a:pt x="28638" y="361638"/>
                </a:lnTo>
                <a:lnTo>
                  <a:pt x="28601" y="361638"/>
                </a:lnTo>
                <a:lnTo>
                  <a:pt x="33810" y="361656"/>
                </a:lnTo>
                <a:lnTo>
                  <a:pt x="293919" y="363017"/>
                </a:lnTo>
                <a:lnTo>
                  <a:pt x="293882" y="363017"/>
                </a:lnTo>
                <a:lnTo>
                  <a:pt x="303635" y="362949"/>
                </a:lnTo>
                <a:lnTo>
                  <a:pt x="303549" y="362955"/>
                </a:lnTo>
                <a:lnTo>
                  <a:pt x="307507" y="362814"/>
                </a:lnTo>
                <a:lnTo>
                  <a:pt x="307386" y="362820"/>
                </a:lnTo>
                <a:lnTo>
                  <a:pt x="310786" y="362569"/>
                </a:lnTo>
                <a:lnTo>
                  <a:pt x="310590" y="362588"/>
                </a:lnTo>
                <a:lnTo>
                  <a:pt x="313476" y="362183"/>
                </a:lnTo>
                <a:lnTo>
                  <a:pt x="313260" y="362220"/>
                </a:lnTo>
                <a:lnTo>
                  <a:pt x="314523" y="361951"/>
                </a:lnTo>
                <a:lnTo>
                  <a:pt x="314339" y="361994"/>
                </a:lnTo>
                <a:lnTo>
                  <a:pt x="315490" y="361668"/>
                </a:lnTo>
                <a:lnTo>
                  <a:pt x="315269" y="361742"/>
                </a:lnTo>
                <a:lnTo>
                  <a:pt x="316318" y="361356"/>
                </a:lnTo>
                <a:lnTo>
                  <a:pt x="316067" y="361460"/>
                </a:lnTo>
                <a:lnTo>
                  <a:pt x="317011" y="361019"/>
                </a:lnTo>
                <a:lnTo>
                  <a:pt x="316730" y="361166"/>
                </a:lnTo>
                <a:lnTo>
                  <a:pt x="317581" y="360658"/>
                </a:lnTo>
                <a:lnTo>
                  <a:pt x="317292" y="360854"/>
                </a:lnTo>
                <a:lnTo>
                  <a:pt x="318046" y="360272"/>
                </a:lnTo>
                <a:lnTo>
                  <a:pt x="317771" y="360511"/>
                </a:lnTo>
                <a:lnTo>
                  <a:pt x="318439" y="359855"/>
                </a:lnTo>
                <a:lnTo>
                  <a:pt x="318188" y="360131"/>
                </a:lnTo>
                <a:lnTo>
                  <a:pt x="318776" y="359396"/>
                </a:lnTo>
                <a:lnTo>
                  <a:pt x="318567" y="359689"/>
                </a:lnTo>
                <a:lnTo>
                  <a:pt x="319081" y="358868"/>
                </a:lnTo>
                <a:lnTo>
                  <a:pt x="318922" y="359157"/>
                </a:lnTo>
                <a:lnTo>
                  <a:pt x="319364" y="358250"/>
                </a:lnTo>
                <a:lnTo>
                  <a:pt x="319253" y="358507"/>
                </a:lnTo>
                <a:lnTo>
                  <a:pt x="319627" y="357508"/>
                </a:lnTo>
                <a:lnTo>
                  <a:pt x="319548" y="357741"/>
                </a:lnTo>
                <a:lnTo>
                  <a:pt x="319867" y="356638"/>
                </a:lnTo>
                <a:lnTo>
                  <a:pt x="319818" y="356835"/>
                </a:lnTo>
                <a:lnTo>
                  <a:pt x="320073" y="355634"/>
                </a:lnTo>
                <a:lnTo>
                  <a:pt x="320043" y="355799"/>
                </a:lnTo>
                <a:lnTo>
                  <a:pt x="320257" y="354488"/>
                </a:lnTo>
                <a:lnTo>
                  <a:pt x="320234" y="354672"/>
                </a:lnTo>
                <a:lnTo>
                  <a:pt x="320527" y="351719"/>
                </a:lnTo>
                <a:lnTo>
                  <a:pt x="320515" y="351884"/>
                </a:lnTo>
                <a:lnTo>
                  <a:pt x="320669" y="348447"/>
                </a:lnTo>
                <a:lnTo>
                  <a:pt x="320669" y="348557"/>
                </a:lnTo>
                <a:lnTo>
                  <a:pt x="320741" y="340090"/>
                </a:lnTo>
                <a:lnTo>
                  <a:pt x="320741" y="340121"/>
                </a:lnTo>
                <a:lnTo>
                  <a:pt x="320662" y="28667"/>
                </a:lnTo>
                <a:lnTo>
                  <a:pt x="320662" y="28705"/>
                </a:lnTo>
                <a:lnTo>
                  <a:pt x="320608" y="24201"/>
                </a:lnTo>
                <a:lnTo>
                  <a:pt x="320608" y="24305"/>
                </a:lnTo>
                <a:lnTo>
                  <a:pt x="320422" y="20371"/>
                </a:lnTo>
                <a:lnTo>
                  <a:pt x="320436" y="20537"/>
                </a:lnTo>
                <a:lnTo>
                  <a:pt x="320085" y="17137"/>
                </a:lnTo>
                <a:lnTo>
                  <a:pt x="320111" y="17308"/>
                </a:lnTo>
                <a:lnTo>
                  <a:pt x="319867" y="15795"/>
                </a:lnTo>
                <a:lnTo>
                  <a:pt x="319890" y="15942"/>
                </a:lnTo>
                <a:lnTo>
                  <a:pt x="319597" y="14545"/>
                </a:lnTo>
                <a:lnTo>
                  <a:pt x="319639" y="14717"/>
                </a:lnTo>
                <a:lnTo>
                  <a:pt x="319283" y="13436"/>
                </a:lnTo>
                <a:lnTo>
                  <a:pt x="319346" y="13638"/>
                </a:lnTo>
                <a:lnTo>
                  <a:pt x="318934" y="12462"/>
                </a:lnTo>
                <a:lnTo>
                  <a:pt x="319027" y="12688"/>
                </a:lnTo>
                <a:lnTo>
                  <a:pt x="318548" y="11616"/>
                </a:lnTo>
                <a:lnTo>
                  <a:pt x="318676" y="11867"/>
                </a:lnTo>
                <a:lnTo>
                  <a:pt x="318132" y="10900"/>
                </a:lnTo>
                <a:lnTo>
                  <a:pt x="318297" y="11157"/>
                </a:lnTo>
                <a:lnTo>
                  <a:pt x="317685" y="10281"/>
                </a:lnTo>
                <a:lnTo>
                  <a:pt x="317888" y="10538"/>
                </a:lnTo>
                <a:lnTo>
                  <a:pt x="317202" y="9748"/>
                </a:lnTo>
                <a:lnTo>
                  <a:pt x="317434" y="9993"/>
                </a:lnTo>
                <a:lnTo>
                  <a:pt x="316667" y="9288"/>
                </a:lnTo>
                <a:lnTo>
                  <a:pt x="316925" y="9502"/>
                </a:lnTo>
                <a:lnTo>
                  <a:pt x="316074" y="8878"/>
                </a:lnTo>
                <a:lnTo>
                  <a:pt x="316337" y="9049"/>
                </a:lnTo>
                <a:lnTo>
                  <a:pt x="315399" y="8498"/>
                </a:lnTo>
                <a:lnTo>
                  <a:pt x="315655" y="8633"/>
                </a:lnTo>
                <a:lnTo>
                  <a:pt x="314627" y="8155"/>
                </a:lnTo>
                <a:lnTo>
                  <a:pt x="314867" y="8252"/>
                </a:lnTo>
                <a:lnTo>
                  <a:pt x="313746" y="7836"/>
                </a:lnTo>
                <a:lnTo>
                  <a:pt x="313953" y="7904"/>
                </a:lnTo>
                <a:lnTo>
                  <a:pt x="312734" y="7554"/>
                </a:lnTo>
                <a:lnTo>
                  <a:pt x="312911" y="7597"/>
                </a:lnTo>
                <a:lnTo>
                  <a:pt x="311595" y="7304"/>
                </a:lnTo>
                <a:lnTo>
                  <a:pt x="311748" y="7327"/>
                </a:lnTo>
                <a:lnTo>
                  <a:pt x="310321" y="7083"/>
                </a:lnTo>
                <a:lnTo>
                  <a:pt x="310497" y="7107"/>
                </a:lnTo>
                <a:lnTo>
                  <a:pt x="307311" y="6751"/>
                </a:lnTo>
                <a:lnTo>
                  <a:pt x="307477" y="6764"/>
                </a:lnTo>
                <a:lnTo>
                  <a:pt x="303833" y="6549"/>
                </a:lnTo>
                <a:lnTo>
                  <a:pt x="303930" y="6556"/>
                </a:lnTo>
                <a:lnTo>
                  <a:pt x="299782" y="6451"/>
                </a:lnTo>
                <a:lnTo>
                  <a:pt x="299842" y="6451"/>
                </a:lnTo>
                <a:lnTo>
                  <a:pt x="289929" y="6415"/>
                </a:lnTo>
                <a:lnTo>
                  <a:pt x="289936" y="6415"/>
                </a:lnTo>
                <a:lnTo>
                  <a:pt x="33791" y="6127"/>
                </a:lnTo>
                <a:lnTo>
                  <a:pt x="33803" y="6127"/>
                </a:lnTo>
                <a:lnTo>
                  <a:pt x="28601" y="6145"/>
                </a:lnTo>
                <a:lnTo>
                  <a:pt x="28638" y="6145"/>
                </a:lnTo>
                <a:lnTo>
                  <a:pt x="24054" y="6225"/>
                </a:lnTo>
                <a:lnTo>
                  <a:pt x="24133" y="6219"/>
                </a:lnTo>
                <a:lnTo>
                  <a:pt x="20141" y="6390"/>
                </a:lnTo>
                <a:lnTo>
                  <a:pt x="20276" y="6384"/>
                </a:lnTo>
                <a:lnTo>
                  <a:pt x="16813" y="6684"/>
                </a:lnTo>
                <a:lnTo>
                  <a:pt x="17027" y="6659"/>
                </a:lnTo>
                <a:lnTo>
                  <a:pt x="14074" y="7119"/>
                </a:lnTo>
                <a:lnTo>
                  <a:pt x="14294" y="7076"/>
                </a:lnTo>
                <a:lnTo>
                  <a:pt x="12997" y="7383"/>
                </a:lnTo>
                <a:lnTo>
                  <a:pt x="13181" y="7334"/>
                </a:lnTo>
                <a:lnTo>
                  <a:pt x="11990" y="7689"/>
                </a:lnTo>
                <a:lnTo>
                  <a:pt x="12206" y="7615"/>
                </a:lnTo>
                <a:lnTo>
                  <a:pt x="11127" y="8026"/>
                </a:lnTo>
                <a:lnTo>
                  <a:pt x="11367" y="7922"/>
                </a:lnTo>
                <a:lnTo>
                  <a:pt x="10385" y="8400"/>
                </a:lnTo>
                <a:lnTo>
                  <a:pt x="10648" y="8252"/>
                </a:lnTo>
                <a:lnTo>
                  <a:pt x="9767" y="8798"/>
                </a:lnTo>
                <a:lnTo>
                  <a:pt x="10037" y="8608"/>
                </a:lnTo>
                <a:lnTo>
                  <a:pt x="9246" y="9227"/>
                </a:lnTo>
                <a:lnTo>
                  <a:pt x="9509" y="8994"/>
                </a:lnTo>
                <a:lnTo>
                  <a:pt x="8799" y="9686"/>
                </a:lnTo>
                <a:lnTo>
                  <a:pt x="9039" y="9423"/>
                </a:lnTo>
                <a:lnTo>
                  <a:pt x="8413" y="10195"/>
                </a:lnTo>
                <a:lnTo>
                  <a:pt x="8616" y="9919"/>
                </a:lnTo>
                <a:lnTo>
                  <a:pt x="8062" y="10771"/>
                </a:lnTo>
                <a:lnTo>
                  <a:pt x="8216" y="10495"/>
                </a:lnTo>
                <a:lnTo>
                  <a:pt x="7744" y="11439"/>
                </a:lnTo>
                <a:lnTo>
                  <a:pt x="7855" y="11181"/>
                </a:lnTo>
                <a:lnTo>
                  <a:pt x="7444" y="12217"/>
                </a:lnTo>
                <a:lnTo>
                  <a:pt x="7525" y="11984"/>
                </a:lnTo>
                <a:lnTo>
                  <a:pt x="7174" y="13117"/>
                </a:lnTo>
                <a:lnTo>
                  <a:pt x="7230" y="12915"/>
                </a:lnTo>
                <a:lnTo>
                  <a:pt x="6937" y="14146"/>
                </a:lnTo>
                <a:lnTo>
                  <a:pt x="6974" y="13981"/>
                </a:lnTo>
                <a:lnTo>
                  <a:pt x="6734" y="15317"/>
                </a:lnTo>
                <a:lnTo>
                  <a:pt x="6765" y="15121"/>
                </a:lnTo>
                <a:lnTo>
                  <a:pt x="6416" y="18123"/>
                </a:lnTo>
                <a:lnTo>
                  <a:pt x="6434" y="17946"/>
                </a:lnTo>
                <a:lnTo>
                  <a:pt x="6232" y="21419"/>
                </a:lnTo>
                <a:lnTo>
                  <a:pt x="6237" y="21316"/>
                </a:lnTo>
                <a:lnTo>
                  <a:pt x="6146" y="25291"/>
                </a:lnTo>
                <a:lnTo>
                  <a:pt x="6146" y="25236"/>
                </a:lnTo>
                <a:lnTo>
                  <a:pt x="6128" y="2975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200">
            <a:extLst xmlns:a="http://schemas.openxmlformats.org/drawingml/2006/main">
              <a:ext uri="{FF2B5EF4-FFF2-40B4-BE49-F238E27FC236}">
                <a16:creationId xmlns:a16="http://schemas.microsoft.com/office/drawing/2014/main" id="{8482297D-4691-48F5-B2A9-F3042F35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85" y="3324939"/>
            <a:ext cx="1585019" cy="1488521"/>
          </a:xfrm>
          <a:custGeom xmlns:a="http://schemas.openxmlformats.org/drawingml/2006/main">
            <a:pathLst>
              <a:path w="1585019" h="1488521">
                <a:moveTo>
                  <a:pt x="0" y="109389"/>
                </a:moveTo>
                <a:cubicBezTo>
                  <a:pt x="0" y="4411"/>
                  <a:pt x="6121" y="0"/>
                  <a:pt x="151848" y="0"/>
                </a:cubicBezTo>
                <a:lnTo>
                  <a:pt x="1417657" y="1176"/>
                </a:lnTo>
                <a:cubicBezTo>
                  <a:pt x="1563385" y="1176"/>
                  <a:pt x="1584608" y="0"/>
                  <a:pt x="1584608" y="104977"/>
                </a:cubicBezTo>
                <a:lnTo>
                  <a:pt x="1585019" y="1382073"/>
                </a:lnTo>
                <a:cubicBezTo>
                  <a:pt x="1585019" y="1487050"/>
                  <a:pt x="1582979" y="1488521"/>
                  <a:pt x="1437251" y="1488521"/>
                </a:cubicBezTo>
                <a:lnTo>
                  <a:pt x="151848" y="1482933"/>
                </a:lnTo>
                <a:cubicBezTo>
                  <a:pt x="6121" y="1482933"/>
                  <a:pt x="410" y="1478816"/>
                  <a:pt x="410" y="1373838"/>
                </a:cubicBezTo>
                <a:lnTo>
                  <a:pt x="0" y="109389"/>
                </a:lnTo>
              </a:path>
            </a:pathLst>
          </a:cu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201">
            <a:extLst xmlns:a="http://schemas.openxmlformats.org/drawingml/2006/main">
              <a:ext uri="{FF2B5EF4-FFF2-40B4-BE49-F238E27FC236}">
                <a16:creationId xmlns:a16="http://schemas.microsoft.com/office/drawing/2014/main" id="{0A715451-814F-48F1-A96C-AE4ABAE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22" y="3321875"/>
            <a:ext cx="1591146" cy="1494648"/>
          </a:xfrm>
          <a:custGeom xmlns:a="http://schemas.openxmlformats.org/drawingml/2006/main">
            <a:pathLst>
              <a:path w="1591146" h="1494648">
                <a:moveTo>
                  <a:pt x="24" y="102882"/>
                </a:moveTo>
                <a:lnTo>
                  <a:pt x="104" y="93882"/>
                </a:lnTo>
                <a:lnTo>
                  <a:pt x="269" y="85415"/>
                </a:lnTo>
                <a:lnTo>
                  <a:pt x="551" y="77474"/>
                </a:lnTo>
                <a:lnTo>
                  <a:pt x="962" y="70030"/>
                </a:lnTo>
                <a:lnTo>
                  <a:pt x="1538" y="63070"/>
                </a:lnTo>
                <a:lnTo>
                  <a:pt x="2304" y="56587"/>
                </a:lnTo>
                <a:lnTo>
                  <a:pt x="2769" y="53487"/>
                </a:lnTo>
                <a:lnTo>
                  <a:pt x="3284" y="50504"/>
                </a:lnTo>
                <a:lnTo>
                  <a:pt x="3866" y="47630"/>
                </a:lnTo>
                <a:lnTo>
                  <a:pt x="4515" y="44861"/>
                </a:lnTo>
                <a:lnTo>
                  <a:pt x="5232" y="42183"/>
                </a:lnTo>
                <a:lnTo>
                  <a:pt x="6016" y="39610"/>
                </a:lnTo>
                <a:lnTo>
                  <a:pt x="6886" y="37129"/>
                </a:lnTo>
                <a:lnTo>
                  <a:pt x="7836" y="34746"/>
                </a:lnTo>
                <a:lnTo>
                  <a:pt x="8865" y="32448"/>
                </a:lnTo>
                <a:lnTo>
                  <a:pt x="9993" y="30248"/>
                </a:lnTo>
                <a:lnTo>
                  <a:pt x="11212" y="28134"/>
                </a:lnTo>
                <a:lnTo>
                  <a:pt x="12523" y="26112"/>
                </a:lnTo>
                <a:lnTo>
                  <a:pt x="13933" y="24189"/>
                </a:lnTo>
                <a:lnTo>
                  <a:pt x="15446" y="22351"/>
                </a:lnTo>
                <a:lnTo>
                  <a:pt x="17063" y="20599"/>
                </a:lnTo>
                <a:lnTo>
                  <a:pt x="18785" y="18944"/>
                </a:lnTo>
                <a:lnTo>
                  <a:pt x="20617" y="17381"/>
                </a:lnTo>
                <a:lnTo>
                  <a:pt x="22547" y="15905"/>
                </a:lnTo>
                <a:lnTo>
                  <a:pt x="24587" y="14514"/>
                </a:lnTo>
                <a:lnTo>
                  <a:pt x="26738" y="13215"/>
                </a:lnTo>
                <a:lnTo>
                  <a:pt x="28999" y="11997"/>
                </a:lnTo>
                <a:lnTo>
                  <a:pt x="31363" y="10856"/>
                </a:lnTo>
                <a:lnTo>
                  <a:pt x="33851" y="9797"/>
                </a:lnTo>
                <a:lnTo>
                  <a:pt x="36443" y="8811"/>
                </a:lnTo>
                <a:lnTo>
                  <a:pt x="39163" y="7891"/>
                </a:lnTo>
                <a:lnTo>
                  <a:pt x="41993" y="7046"/>
                </a:lnTo>
                <a:lnTo>
                  <a:pt x="44953" y="6261"/>
                </a:lnTo>
                <a:lnTo>
                  <a:pt x="48041" y="5539"/>
                </a:lnTo>
                <a:lnTo>
                  <a:pt x="51257" y="4876"/>
                </a:lnTo>
                <a:lnTo>
                  <a:pt x="54609" y="4271"/>
                </a:lnTo>
                <a:lnTo>
                  <a:pt x="58095" y="3713"/>
                </a:lnTo>
                <a:lnTo>
                  <a:pt x="61734" y="3210"/>
                </a:lnTo>
                <a:lnTo>
                  <a:pt x="69405" y="2346"/>
                </a:lnTo>
                <a:lnTo>
                  <a:pt x="77701" y="1648"/>
                </a:lnTo>
                <a:lnTo>
                  <a:pt x="86628" y="1103"/>
                </a:lnTo>
                <a:lnTo>
                  <a:pt x="96210" y="692"/>
                </a:lnTo>
                <a:lnTo>
                  <a:pt x="106479" y="398"/>
                </a:lnTo>
                <a:lnTo>
                  <a:pt x="117452" y="196"/>
                </a:lnTo>
                <a:lnTo>
                  <a:pt x="129173" y="73"/>
                </a:lnTo>
                <a:lnTo>
                  <a:pt x="154911" y="0"/>
                </a:lnTo>
                <a:lnTo>
                  <a:pt x="1420727" y="1177"/>
                </a:lnTo>
                <a:lnTo>
                  <a:pt x="1420721" y="1177"/>
                </a:lnTo>
                <a:lnTo>
                  <a:pt x="1446626" y="1188"/>
                </a:lnTo>
                <a:lnTo>
                  <a:pt x="1469767" y="1330"/>
                </a:lnTo>
                <a:lnTo>
                  <a:pt x="1480372" y="1501"/>
                </a:lnTo>
                <a:lnTo>
                  <a:pt x="1490346" y="1758"/>
                </a:lnTo>
                <a:lnTo>
                  <a:pt x="1499715" y="2132"/>
                </a:lnTo>
                <a:lnTo>
                  <a:pt x="1508494" y="2641"/>
                </a:lnTo>
                <a:lnTo>
                  <a:pt x="1516717" y="3296"/>
                </a:lnTo>
                <a:lnTo>
                  <a:pt x="1524387" y="4130"/>
                </a:lnTo>
                <a:lnTo>
                  <a:pt x="1528045" y="4619"/>
                </a:lnTo>
                <a:lnTo>
                  <a:pt x="1531562" y="5159"/>
                </a:lnTo>
                <a:lnTo>
                  <a:pt x="1534950" y="5753"/>
                </a:lnTo>
                <a:lnTo>
                  <a:pt x="1538222" y="6409"/>
                </a:lnTo>
                <a:lnTo>
                  <a:pt x="1541377" y="7119"/>
                </a:lnTo>
                <a:lnTo>
                  <a:pt x="1544410" y="7898"/>
                </a:lnTo>
                <a:lnTo>
                  <a:pt x="1547332" y="8743"/>
                </a:lnTo>
                <a:lnTo>
                  <a:pt x="1550145" y="9656"/>
                </a:lnTo>
                <a:lnTo>
                  <a:pt x="1552847" y="10642"/>
                </a:lnTo>
                <a:lnTo>
                  <a:pt x="1555439" y="11709"/>
                </a:lnTo>
                <a:lnTo>
                  <a:pt x="1557932" y="12854"/>
                </a:lnTo>
                <a:lnTo>
                  <a:pt x="1560315" y="14086"/>
                </a:lnTo>
                <a:lnTo>
                  <a:pt x="1562595" y="15403"/>
                </a:lnTo>
                <a:lnTo>
                  <a:pt x="1564770" y="16806"/>
                </a:lnTo>
                <a:lnTo>
                  <a:pt x="1566847" y="18301"/>
                </a:lnTo>
                <a:lnTo>
                  <a:pt x="1568826" y="19894"/>
                </a:lnTo>
                <a:lnTo>
                  <a:pt x="1570701" y="21579"/>
                </a:lnTo>
                <a:lnTo>
                  <a:pt x="1572471" y="23361"/>
                </a:lnTo>
                <a:lnTo>
                  <a:pt x="1574143" y="25243"/>
                </a:lnTo>
                <a:lnTo>
                  <a:pt x="1575725" y="27222"/>
                </a:lnTo>
                <a:lnTo>
                  <a:pt x="1577201" y="29299"/>
                </a:lnTo>
                <a:lnTo>
                  <a:pt x="1578579" y="31480"/>
                </a:lnTo>
                <a:lnTo>
                  <a:pt x="1579872" y="33753"/>
                </a:lnTo>
                <a:lnTo>
                  <a:pt x="1581073" y="36130"/>
                </a:lnTo>
                <a:lnTo>
                  <a:pt x="1582182" y="38612"/>
                </a:lnTo>
                <a:lnTo>
                  <a:pt x="1583212" y="41197"/>
                </a:lnTo>
                <a:lnTo>
                  <a:pt x="1584155" y="43881"/>
                </a:lnTo>
                <a:lnTo>
                  <a:pt x="1585025" y="46674"/>
                </a:lnTo>
                <a:lnTo>
                  <a:pt x="1585815" y="49578"/>
                </a:lnTo>
                <a:lnTo>
                  <a:pt x="1586538" y="52599"/>
                </a:lnTo>
                <a:lnTo>
                  <a:pt x="1587188" y="55723"/>
                </a:lnTo>
                <a:lnTo>
                  <a:pt x="1587776" y="58971"/>
                </a:lnTo>
                <a:lnTo>
                  <a:pt x="1588303" y="62335"/>
                </a:lnTo>
                <a:lnTo>
                  <a:pt x="1588769" y="65827"/>
                </a:lnTo>
                <a:lnTo>
                  <a:pt x="1589173" y="69436"/>
                </a:lnTo>
                <a:lnTo>
                  <a:pt x="1589529" y="73191"/>
                </a:lnTo>
                <a:lnTo>
                  <a:pt x="1590086" y="81052"/>
                </a:lnTo>
                <a:lnTo>
                  <a:pt x="1590460" y="89470"/>
                </a:lnTo>
                <a:lnTo>
                  <a:pt x="1590674" y="98465"/>
                </a:lnTo>
                <a:lnTo>
                  <a:pt x="1590735" y="108028"/>
                </a:lnTo>
                <a:lnTo>
                  <a:pt x="1591146" y="1385142"/>
                </a:lnTo>
                <a:lnTo>
                  <a:pt x="1591084" y="1403657"/>
                </a:lnTo>
                <a:lnTo>
                  <a:pt x="1590974" y="1412075"/>
                </a:lnTo>
                <a:lnTo>
                  <a:pt x="1590772" y="1419955"/>
                </a:lnTo>
                <a:lnTo>
                  <a:pt x="1590454" y="1427320"/>
                </a:lnTo>
                <a:lnTo>
                  <a:pt x="1589988" y="1434194"/>
                </a:lnTo>
                <a:lnTo>
                  <a:pt x="1589351" y="1440584"/>
                </a:lnTo>
                <a:lnTo>
                  <a:pt x="1588958" y="1443635"/>
                </a:lnTo>
                <a:lnTo>
                  <a:pt x="1588511" y="1446558"/>
                </a:lnTo>
                <a:lnTo>
                  <a:pt x="1588003" y="1449377"/>
                </a:lnTo>
                <a:lnTo>
                  <a:pt x="1587433" y="1452090"/>
                </a:lnTo>
                <a:lnTo>
                  <a:pt x="1586802" y="1454707"/>
                </a:lnTo>
                <a:lnTo>
                  <a:pt x="1586097" y="1457225"/>
                </a:lnTo>
                <a:lnTo>
                  <a:pt x="1585313" y="1459645"/>
                </a:lnTo>
                <a:lnTo>
                  <a:pt x="1584455" y="1461974"/>
                </a:lnTo>
                <a:lnTo>
                  <a:pt x="1583511" y="1464209"/>
                </a:lnTo>
                <a:lnTo>
                  <a:pt x="1582476" y="1466354"/>
                </a:lnTo>
                <a:lnTo>
                  <a:pt x="1581349" y="1468406"/>
                </a:lnTo>
                <a:lnTo>
                  <a:pt x="1580130" y="1470367"/>
                </a:lnTo>
                <a:lnTo>
                  <a:pt x="1578806" y="1472236"/>
                </a:lnTo>
                <a:lnTo>
                  <a:pt x="1577385" y="1474012"/>
                </a:lnTo>
                <a:lnTo>
                  <a:pt x="1575853" y="1475703"/>
                </a:lnTo>
                <a:lnTo>
                  <a:pt x="1574223" y="1477296"/>
                </a:lnTo>
                <a:lnTo>
                  <a:pt x="1572483" y="1478798"/>
                </a:lnTo>
                <a:lnTo>
                  <a:pt x="1570639" y="1480213"/>
                </a:lnTo>
                <a:lnTo>
                  <a:pt x="1568684" y="1481536"/>
                </a:lnTo>
                <a:lnTo>
                  <a:pt x="1566626" y="1482773"/>
                </a:lnTo>
                <a:lnTo>
                  <a:pt x="1564457" y="1483926"/>
                </a:lnTo>
                <a:lnTo>
                  <a:pt x="1562178" y="1484998"/>
                </a:lnTo>
                <a:lnTo>
                  <a:pt x="1559782" y="1485991"/>
                </a:lnTo>
                <a:lnTo>
                  <a:pt x="1557276" y="1486909"/>
                </a:lnTo>
                <a:lnTo>
                  <a:pt x="1554648" y="1487762"/>
                </a:lnTo>
                <a:lnTo>
                  <a:pt x="1551903" y="1488545"/>
                </a:lnTo>
                <a:lnTo>
                  <a:pt x="1549030" y="1489263"/>
                </a:lnTo>
                <a:lnTo>
                  <a:pt x="1546028" y="1489918"/>
                </a:lnTo>
                <a:lnTo>
                  <a:pt x="1542903" y="1490518"/>
                </a:lnTo>
                <a:lnTo>
                  <a:pt x="1539637" y="1491064"/>
                </a:lnTo>
                <a:lnTo>
                  <a:pt x="1536231" y="1491560"/>
                </a:lnTo>
                <a:lnTo>
                  <a:pt x="1532671" y="1492007"/>
                </a:lnTo>
                <a:lnTo>
                  <a:pt x="1525148" y="1492767"/>
                </a:lnTo>
                <a:lnTo>
                  <a:pt x="1516992" y="1493361"/>
                </a:lnTo>
                <a:lnTo>
                  <a:pt x="1508200" y="1493815"/>
                </a:lnTo>
                <a:lnTo>
                  <a:pt x="1498728" y="1494151"/>
                </a:lnTo>
                <a:lnTo>
                  <a:pt x="1488557" y="1494379"/>
                </a:lnTo>
                <a:lnTo>
                  <a:pt x="1477658" y="1494525"/>
                </a:lnTo>
                <a:lnTo>
                  <a:pt x="1466005" y="1494605"/>
                </a:lnTo>
                <a:lnTo>
                  <a:pt x="1440314" y="1494648"/>
                </a:lnTo>
                <a:lnTo>
                  <a:pt x="154899" y="1489060"/>
                </a:lnTo>
                <a:lnTo>
                  <a:pt x="154905" y="1489060"/>
                </a:lnTo>
                <a:lnTo>
                  <a:pt x="129179" y="1488986"/>
                </a:lnTo>
                <a:lnTo>
                  <a:pt x="117464" y="1488870"/>
                </a:lnTo>
                <a:lnTo>
                  <a:pt x="106497" y="1488680"/>
                </a:lnTo>
                <a:lnTo>
                  <a:pt x="96235" y="1488386"/>
                </a:lnTo>
                <a:lnTo>
                  <a:pt x="86664" y="1487982"/>
                </a:lnTo>
                <a:lnTo>
                  <a:pt x="77756" y="1487449"/>
                </a:lnTo>
                <a:lnTo>
                  <a:pt x="69473" y="1486762"/>
                </a:lnTo>
                <a:lnTo>
                  <a:pt x="61814" y="1485910"/>
                </a:lnTo>
                <a:lnTo>
                  <a:pt x="58181" y="1485408"/>
                </a:lnTo>
                <a:lnTo>
                  <a:pt x="54707" y="1484857"/>
                </a:lnTo>
                <a:lnTo>
                  <a:pt x="51361" y="1484256"/>
                </a:lnTo>
                <a:lnTo>
                  <a:pt x="48157" y="1483601"/>
                </a:lnTo>
                <a:lnTo>
                  <a:pt x="45082" y="1482884"/>
                </a:lnTo>
                <a:lnTo>
                  <a:pt x="42128" y="1482106"/>
                </a:lnTo>
                <a:lnTo>
                  <a:pt x="39304" y="1481267"/>
                </a:lnTo>
                <a:lnTo>
                  <a:pt x="36596" y="1480360"/>
                </a:lnTo>
                <a:lnTo>
                  <a:pt x="34010" y="1479379"/>
                </a:lnTo>
                <a:lnTo>
                  <a:pt x="31535" y="1478326"/>
                </a:lnTo>
                <a:lnTo>
                  <a:pt x="29176" y="1477192"/>
                </a:lnTo>
                <a:lnTo>
                  <a:pt x="26927" y="1475980"/>
                </a:lnTo>
                <a:lnTo>
                  <a:pt x="24783" y="1474687"/>
                </a:lnTo>
                <a:lnTo>
                  <a:pt x="22755" y="1473302"/>
                </a:lnTo>
                <a:lnTo>
                  <a:pt x="20825" y="1471831"/>
                </a:lnTo>
                <a:lnTo>
                  <a:pt x="19012" y="1470275"/>
                </a:lnTo>
                <a:lnTo>
                  <a:pt x="17296" y="1468627"/>
                </a:lnTo>
                <a:lnTo>
                  <a:pt x="15691" y="1466887"/>
                </a:lnTo>
                <a:lnTo>
                  <a:pt x="14184" y="1465055"/>
                </a:lnTo>
                <a:lnTo>
                  <a:pt x="12781" y="1463131"/>
                </a:lnTo>
                <a:lnTo>
                  <a:pt x="11475" y="1461115"/>
                </a:lnTo>
                <a:lnTo>
                  <a:pt x="10269" y="1459007"/>
                </a:lnTo>
                <a:lnTo>
                  <a:pt x="9154" y="1456815"/>
                </a:lnTo>
                <a:lnTo>
                  <a:pt x="8130" y="1454523"/>
                </a:lnTo>
                <a:lnTo>
                  <a:pt x="7187" y="1452146"/>
                </a:lnTo>
                <a:lnTo>
                  <a:pt x="6329" y="1449671"/>
                </a:lnTo>
                <a:lnTo>
                  <a:pt x="5551" y="1447097"/>
                </a:lnTo>
                <a:lnTo>
                  <a:pt x="4840" y="1444432"/>
                </a:lnTo>
                <a:lnTo>
                  <a:pt x="4203" y="1441663"/>
                </a:lnTo>
                <a:lnTo>
                  <a:pt x="3627" y="1438795"/>
                </a:lnTo>
                <a:lnTo>
                  <a:pt x="3118" y="1435824"/>
                </a:lnTo>
                <a:lnTo>
                  <a:pt x="2659" y="1432730"/>
                </a:lnTo>
                <a:lnTo>
                  <a:pt x="1912" y="1426254"/>
                </a:lnTo>
                <a:lnTo>
                  <a:pt x="1348" y="1419299"/>
                </a:lnTo>
                <a:lnTo>
                  <a:pt x="944" y="1411867"/>
                </a:lnTo>
                <a:lnTo>
                  <a:pt x="668" y="1403927"/>
                </a:lnTo>
                <a:lnTo>
                  <a:pt x="508" y="1395472"/>
                </a:lnTo>
                <a:lnTo>
                  <a:pt x="429" y="1386465"/>
                </a:lnTo>
                <a:lnTo>
                  <a:pt x="410" y="1376908"/>
                </a:lnTo>
                <a:lnTo>
                  <a:pt x="0" y="112452"/>
                </a:lnTo>
                <a:lnTo>
                  <a:pt x="24" y="102882"/>
                </a:lnTo>
                <a:moveTo>
                  <a:pt x="6127" y="112458"/>
                </a:moveTo>
                <a:lnTo>
                  <a:pt x="6127" y="112452"/>
                </a:lnTo>
                <a:lnTo>
                  <a:pt x="6537" y="1376902"/>
                </a:lnTo>
                <a:lnTo>
                  <a:pt x="6537" y="1376896"/>
                </a:lnTo>
                <a:lnTo>
                  <a:pt x="6556" y="1386447"/>
                </a:lnTo>
                <a:lnTo>
                  <a:pt x="6556" y="1386423"/>
                </a:lnTo>
                <a:lnTo>
                  <a:pt x="6635" y="1395399"/>
                </a:lnTo>
                <a:lnTo>
                  <a:pt x="6635" y="1395368"/>
                </a:lnTo>
                <a:lnTo>
                  <a:pt x="6795" y="1403786"/>
                </a:lnTo>
                <a:lnTo>
                  <a:pt x="6795" y="1403743"/>
                </a:lnTo>
                <a:lnTo>
                  <a:pt x="7064" y="1411623"/>
                </a:lnTo>
                <a:lnTo>
                  <a:pt x="7058" y="1411562"/>
                </a:lnTo>
                <a:lnTo>
                  <a:pt x="7462" y="1418926"/>
                </a:lnTo>
                <a:lnTo>
                  <a:pt x="7457" y="1418846"/>
                </a:lnTo>
                <a:lnTo>
                  <a:pt x="8014" y="1425702"/>
                </a:lnTo>
                <a:lnTo>
                  <a:pt x="8002" y="1425598"/>
                </a:lnTo>
                <a:lnTo>
                  <a:pt x="8743" y="1431977"/>
                </a:lnTo>
                <a:lnTo>
                  <a:pt x="8731" y="1431878"/>
                </a:lnTo>
                <a:lnTo>
                  <a:pt x="9172" y="1434893"/>
                </a:lnTo>
                <a:lnTo>
                  <a:pt x="9160" y="1434819"/>
                </a:lnTo>
                <a:lnTo>
                  <a:pt x="9662" y="1437717"/>
                </a:lnTo>
                <a:lnTo>
                  <a:pt x="9644" y="1437637"/>
                </a:lnTo>
                <a:lnTo>
                  <a:pt x="10201" y="1440419"/>
                </a:lnTo>
                <a:lnTo>
                  <a:pt x="10183" y="1440333"/>
                </a:lnTo>
                <a:lnTo>
                  <a:pt x="10802" y="1443004"/>
                </a:lnTo>
                <a:lnTo>
                  <a:pt x="10777" y="1442906"/>
                </a:lnTo>
                <a:lnTo>
                  <a:pt x="11457" y="1445473"/>
                </a:lnTo>
                <a:lnTo>
                  <a:pt x="11427" y="1445369"/>
                </a:lnTo>
                <a:lnTo>
                  <a:pt x="12174" y="1447833"/>
                </a:lnTo>
                <a:lnTo>
                  <a:pt x="12137" y="1447716"/>
                </a:lnTo>
                <a:lnTo>
                  <a:pt x="12958" y="1450075"/>
                </a:lnTo>
                <a:lnTo>
                  <a:pt x="12909" y="1449952"/>
                </a:lnTo>
                <a:lnTo>
                  <a:pt x="13804" y="1452213"/>
                </a:lnTo>
                <a:lnTo>
                  <a:pt x="13749" y="1452085"/>
                </a:lnTo>
                <a:lnTo>
                  <a:pt x="14717" y="1454241"/>
                </a:lnTo>
                <a:lnTo>
                  <a:pt x="14649" y="1454107"/>
                </a:lnTo>
                <a:lnTo>
                  <a:pt x="15697" y="1456165"/>
                </a:lnTo>
                <a:lnTo>
                  <a:pt x="15623" y="1456030"/>
                </a:lnTo>
                <a:lnTo>
                  <a:pt x="16751" y="1457997"/>
                </a:lnTo>
                <a:lnTo>
                  <a:pt x="16665" y="1457856"/>
                </a:lnTo>
                <a:lnTo>
                  <a:pt x="17878" y="1459725"/>
                </a:lnTo>
                <a:lnTo>
                  <a:pt x="17780" y="1459584"/>
                </a:lnTo>
                <a:lnTo>
                  <a:pt x="19079" y="1461372"/>
                </a:lnTo>
                <a:lnTo>
                  <a:pt x="18975" y="1461232"/>
                </a:lnTo>
                <a:lnTo>
                  <a:pt x="20366" y="1462929"/>
                </a:lnTo>
                <a:lnTo>
                  <a:pt x="20249" y="1462794"/>
                </a:lnTo>
                <a:lnTo>
                  <a:pt x="21738" y="1464400"/>
                </a:lnTo>
                <a:lnTo>
                  <a:pt x="21609" y="1464277"/>
                </a:lnTo>
                <a:lnTo>
                  <a:pt x="23196" y="1465802"/>
                </a:lnTo>
                <a:lnTo>
                  <a:pt x="23061" y="1465680"/>
                </a:lnTo>
                <a:lnTo>
                  <a:pt x="24753" y="1467126"/>
                </a:lnTo>
                <a:lnTo>
                  <a:pt x="24618" y="1467016"/>
                </a:lnTo>
                <a:lnTo>
                  <a:pt x="26401" y="1468381"/>
                </a:lnTo>
                <a:lnTo>
                  <a:pt x="26266" y="1468284"/>
                </a:lnTo>
                <a:lnTo>
                  <a:pt x="28165" y="1469571"/>
                </a:lnTo>
                <a:lnTo>
                  <a:pt x="28024" y="1469485"/>
                </a:lnTo>
                <a:lnTo>
                  <a:pt x="30034" y="1470698"/>
                </a:lnTo>
                <a:lnTo>
                  <a:pt x="29899" y="1470624"/>
                </a:lnTo>
                <a:lnTo>
                  <a:pt x="32019" y="1471764"/>
                </a:lnTo>
                <a:lnTo>
                  <a:pt x="31890" y="1471696"/>
                </a:lnTo>
                <a:lnTo>
                  <a:pt x="34121" y="1472768"/>
                </a:lnTo>
                <a:lnTo>
                  <a:pt x="33998" y="1472714"/>
                </a:lnTo>
                <a:lnTo>
                  <a:pt x="36351" y="1473718"/>
                </a:lnTo>
                <a:lnTo>
                  <a:pt x="36234" y="1473669"/>
                </a:lnTo>
                <a:lnTo>
                  <a:pt x="38710" y="1474607"/>
                </a:lnTo>
                <a:lnTo>
                  <a:pt x="38599" y="1474570"/>
                </a:lnTo>
                <a:lnTo>
                  <a:pt x="41203" y="1475440"/>
                </a:lnTo>
                <a:lnTo>
                  <a:pt x="41099" y="1475409"/>
                </a:lnTo>
                <a:lnTo>
                  <a:pt x="43832" y="1476224"/>
                </a:lnTo>
                <a:lnTo>
                  <a:pt x="43733" y="1476194"/>
                </a:lnTo>
                <a:lnTo>
                  <a:pt x="46595" y="1476947"/>
                </a:lnTo>
                <a:lnTo>
                  <a:pt x="46509" y="1476928"/>
                </a:lnTo>
                <a:lnTo>
                  <a:pt x="49505" y="1477627"/>
                </a:lnTo>
                <a:lnTo>
                  <a:pt x="49425" y="1477609"/>
                </a:lnTo>
                <a:lnTo>
                  <a:pt x="52556" y="1478246"/>
                </a:lnTo>
                <a:lnTo>
                  <a:pt x="52483" y="1478234"/>
                </a:lnTo>
                <a:lnTo>
                  <a:pt x="55754" y="1478823"/>
                </a:lnTo>
                <a:lnTo>
                  <a:pt x="55693" y="1478810"/>
                </a:lnTo>
                <a:lnTo>
                  <a:pt x="59106" y="1479349"/>
                </a:lnTo>
                <a:lnTo>
                  <a:pt x="59051" y="1479342"/>
                </a:lnTo>
                <a:lnTo>
                  <a:pt x="62610" y="1479833"/>
                </a:lnTo>
                <a:lnTo>
                  <a:pt x="62531" y="1479821"/>
                </a:lnTo>
                <a:lnTo>
                  <a:pt x="70110" y="1480666"/>
                </a:lnTo>
                <a:lnTo>
                  <a:pt x="70024" y="1480660"/>
                </a:lnTo>
                <a:lnTo>
                  <a:pt x="78228" y="1481340"/>
                </a:lnTo>
                <a:lnTo>
                  <a:pt x="78154" y="1481334"/>
                </a:lnTo>
                <a:lnTo>
                  <a:pt x="87007" y="1481867"/>
                </a:lnTo>
                <a:lnTo>
                  <a:pt x="86952" y="1481867"/>
                </a:lnTo>
                <a:lnTo>
                  <a:pt x="96473" y="1482265"/>
                </a:lnTo>
                <a:lnTo>
                  <a:pt x="96431" y="1482265"/>
                </a:lnTo>
                <a:lnTo>
                  <a:pt x="106650" y="1482554"/>
                </a:lnTo>
                <a:lnTo>
                  <a:pt x="106620" y="1482554"/>
                </a:lnTo>
                <a:lnTo>
                  <a:pt x="117562" y="1482743"/>
                </a:lnTo>
                <a:lnTo>
                  <a:pt x="117538" y="1482743"/>
                </a:lnTo>
                <a:lnTo>
                  <a:pt x="129228" y="1482859"/>
                </a:lnTo>
                <a:lnTo>
                  <a:pt x="129203" y="1482859"/>
                </a:lnTo>
                <a:lnTo>
                  <a:pt x="154924" y="1482933"/>
                </a:lnTo>
                <a:lnTo>
                  <a:pt x="1440327" y="1488521"/>
                </a:lnTo>
                <a:lnTo>
                  <a:pt x="1440309" y="1488521"/>
                </a:lnTo>
                <a:lnTo>
                  <a:pt x="1465986" y="1488478"/>
                </a:lnTo>
                <a:lnTo>
                  <a:pt x="1465968" y="1488478"/>
                </a:lnTo>
                <a:lnTo>
                  <a:pt x="1477609" y="1488399"/>
                </a:lnTo>
                <a:lnTo>
                  <a:pt x="1477590" y="1488399"/>
                </a:lnTo>
                <a:lnTo>
                  <a:pt x="1488466" y="1488251"/>
                </a:lnTo>
                <a:lnTo>
                  <a:pt x="1488435" y="1488251"/>
                </a:lnTo>
                <a:lnTo>
                  <a:pt x="1498575" y="1488024"/>
                </a:lnTo>
                <a:lnTo>
                  <a:pt x="1498532" y="1488024"/>
                </a:lnTo>
                <a:lnTo>
                  <a:pt x="1507961" y="1487694"/>
                </a:lnTo>
                <a:lnTo>
                  <a:pt x="1507906" y="1487700"/>
                </a:lnTo>
                <a:lnTo>
                  <a:pt x="1516643" y="1487246"/>
                </a:lnTo>
                <a:lnTo>
                  <a:pt x="1516582" y="1487252"/>
                </a:lnTo>
                <a:lnTo>
                  <a:pt x="1524657" y="1486658"/>
                </a:lnTo>
                <a:lnTo>
                  <a:pt x="1524577" y="1486664"/>
                </a:lnTo>
                <a:lnTo>
                  <a:pt x="1532022" y="1485917"/>
                </a:lnTo>
                <a:lnTo>
                  <a:pt x="1531942" y="1485923"/>
                </a:lnTo>
                <a:lnTo>
                  <a:pt x="1535434" y="1485488"/>
                </a:lnTo>
                <a:lnTo>
                  <a:pt x="1535379" y="1485494"/>
                </a:lnTo>
                <a:lnTo>
                  <a:pt x="1538718" y="1485011"/>
                </a:lnTo>
                <a:lnTo>
                  <a:pt x="1538657" y="1485016"/>
                </a:lnTo>
                <a:lnTo>
                  <a:pt x="1541855" y="1484484"/>
                </a:lnTo>
                <a:lnTo>
                  <a:pt x="1541781" y="1484495"/>
                </a:lnTo>
                <a:lnTo>
                  <a:pt x="1544839" y="1483907"/>
                </a:lnTo>
                <a:lnTo>
                  <a:pt x="1544759" y="1483926"/>
                </a:lnTo>
                <a:lnTo>
                  <a:pt x="1547676" y="1483289"/>
                </a:lnTo>
                <a:lnTo>
                  <a:pt x="1547583" y="1483307"/>
                </a:lnTo>
                <a:lnTo>
                  <a:pt x="1550365" y="1482608"/>
                </a:lnTo>
                <a:lnTo>
                  <a:pt x="1550273" y="1482639"/>
                </a:lnTo>
                <a:lnTo>
                  <a:pt x="1552920" y="1481886"/>
                </a:lnTo>
                <a:lnTo>
                  <a:pt x="1552816" y="1481917"/>
                </a:lnTo>
                <a:lnTo>
                  <a:pt x="1555334" y="1481101"/>
                </a:lnTo>
                <a:lnTo>
                  <a:pt x="1555218" y="1481138"/>
                </a:lnTo>
                <a:lnTo>
                  <a:pt x="1557613" y="1480262"/>
                </a:lnTo>
                <a:lnTo>
                  <a:pt x="1557491" y="1480311"/>
                </a:lnTo>
                <a:lnTo>
                  <a:pt x="1559758" y="1479367"/>
                </a:lnTo>
                <a:lnTo>
                  <a:pt x="1559635" y="1479422"/>
                </a:lnTo>
                <a:lnTo>
                  <a:pt x="1561780" y="1478412"/>
                </a:lnTo>
                <a:lnTo>
                  <a:pt x="1561645" y="1478479"/>
                </a:lnTo>
                <a:lnTo>
                  <a:pt x="1563679" y="1477401"/>
                </a:lnTo>
                <a:lnTo>
                  <a:pt x="1563538" y="1477481"/>
                </a:lnTo>
                <a:lnTo>
                  <a:pt x="1565462" y="1476328"/>
                </a:lnTo>
                <a:lnTo>
                  <a:pt x="1565315" y="1476420"/>
                </a:lnTo>
                <a:lnTo>
                  <a:pt x="1567129" y="1475189"/>
                </a:lnTo>
                <a:lnTo>
                  <a:pt x="1566982" y="1475293"/>
                </a:lnTo>
                <a:lnTo>
                  <a:pt x="1568684" y="1473988"/>
                </a:lnTo>
                <a:lnTo>
                  <a:pt x="1568544" y="1474104"/>
                </a:lnTo>
                <a:lnTo>
                  <a:pt x="1570143" y="1472726"/>
                </a:lnTo>
                <a:lnTo>
                  <a:pt x="1570008" y="1472848"/>
                </a:lnTo>
                <a:lnTo>
                  <a:pt x="1571509" y="1471385"/>
                </a:lnTo>
                <a:lnTo>
                  <a:pt x="1571374" y="1471519"/>
                </a:lnTo>
                <a:lnTo>
                  <a:pt x="1572777" y="1469968"/>
                </a:lnTo>
                <a:lnTo>
                  <a:pt x="1572655" y="1470116"/>
                </a:lnTo>
                <a:lnTo>
                  <a:pt x="1573966" y="1468480"/>
                </a:lnTo>
                <a:lnTo>
                  <a:pt x="1573856" y="1468627"/>
                </a:lnTo>
                <a:lnTo>
                  <a:pt x="1575075" y="1466905"/>
                </a:lnTo>
                <a:lnTo>
                  <a:pt x="1574977" y="1467052"/>
                </a:lnTo>
                <a:lnTo>
                  <a:pt x="1576104" y="1465238"/>
                </a:lnTo>
                <a:lnTo>
                  <a:pt x="1576018" y="1465386"/>
                </a:lnTo>
                <a:lnTo>
                  <a:pt x="1577067" y="1463475"/>
                </a:lnTo>
                <a:lnTo>
                  <a:pt x="1576993" y="1463621"/>
                </a:lnTo>
                <a:lnTo>
                  <a:pt x="1577961" y="1461618"/>
                </a:lnTo>
                <a:lnTo>
                  <a:pt x="1577893" y="1461753"/>
                </a:lnTo>
                <a:lnTo>
                  <a:pt x="1578782" y="1459651"/>
                </a:lnTo>
                <a:lnTo>
                  <a:pt x="1578733" y="1459786"/>
                </a:lnTo>
                <a:lnTo>
                  <a:pt x="1579548" y="1457580"/>
                </a:lnTo>
                <a:lnTo>
                  <a:pt x="1579505" y="1457703"/>
                </a:lnTo>
                <a:lnTo>
                  <a:pt x="1580246" y="1455405"/>
                </a:lnTo>
                <a:lnTo>
                  <a:pt x="1580209" y="1455516"/>
                </a:lnTo>
                <a:lnTo>
                  <a:pt x="1580890" y="1453108"/>
                </a:lnTo>
                <a:lnTo>
                  <a:pt x="1580859" y="1453212"/>
                </a:lnTo>
                <a:lnTo>
                  <a:pt x="1581471" y="1450694"/>
                </a:lnTo>
                <a:lnTo>
                  <a:pt x="1581447" y="1450792"/>
                </a:lnTo>
                <a:lnTo>
                  <a:pt x="1581998" y="1448163"/>
                </a:lnTo>
                <a:lnTo>
                  <a:pt x="1581980" y="1448255"/>
                </a:lnTo>
                <a:lnTo>
                  <a:pt x="1582470" y="1445516"/>
                </a:lnTo>
                <a:lnTo>
                  <a:pt x="1582458" y="1445590"/>
                </a:lnTo>
                <a:lnTo>
                  <a:pt x="1582893" y="1442741"/>
                </a:lnTo>
                <a:lnTo>
                  <a:pt x="1582887" y="1442808"/>
                </a:lnTo>
                <a:lnTo>
                  <a:pt x="1583267" y="1439843"/>
                </a:lnTo>
                <a:lnTo>
                  <a:pt x="1583260" y="1439935"/>
                </a:lnTo>
                <a:lnTo>
                  <a:pt x="1583885" y="1433637"/>
                </a:lnTo>
                <a:lnTo>
                  <a:pt x="1583879" y="1433735"/>
                </a:lnTo>
                <a:lnTo>
                  <a:pt x="1584339" y="1426945"/>
                </a:lnTo>
                <a:lnTo>
                  <a:pt x="1584333" y="1427019"/>
                </a:lnTo>
                <a:lnTo>
                  <a:pt x="1584652" y="1419716"/>
                </a:lnTo>
                <a:lnTo>
                  <a:pt x="1584645" y="1419771"/>
                </a:lnTo>
                <a:lnTo>
                  <a:pt x="1584847" y="1411935"/>
                </a:lnTo>
                <a:lnTo>
                  <a:pt x="1584847" y="1411972"/>
                </a:lnTo>
                <a:lnTo>
                  <a:pt x="1584958" y="1403590"/>
                </a:lnTo>
                <a:lnTo>
                  <a:pt x="1584958" y="1403621"/>
                </a:lnTo>
                <a:lnTo>
                  <a:pt x="1585019" y="1385124"/>
                </a:lnTo>
                <a:lnTo>
                  <a:pt x="1585019" y="1385136"/>
                </a:lnTo>
                <a:lnTo>
                  <a:pt x="1584609" y="108041"/>
                </a:lnTo>
                <a:lnTo>
                  <a:pt x="1584609" y="108065"/>
                </a:lnTo>
                <a:lnTo>
                  <a:pt x="1584547" y="98527"/>
                </a:lnTo>
                <a:lnTo>
                  <a:pt x="1584547" y="98581"/>
                </a:lnTo>
                <a:lnTo>
                  <a:pt x="1584339" y="89648"/>
                </a:lnTo>
                <a:lnTo>
                  <a:pt x="1584339" y="89710"/>
                </a:lnTo>
                <a:lnTo>
                  <a:pt x="1583971" y="81365"/>
                </a:lnTo>
                <a:lnTo>
                  <a:pt x="1583971" y="81444"/>
                </a:lnTo>
                <a:lnTo>
                  <a:pt x="1583420" y="73657"/>
                </a:lnTo>
                <a:lnTo>
                  <a:pt x="1583426" y="73730"/>
                </a:lnTo>
                <a:lnTo>
                  <a:pt x="1583077" y="70042"/>
                </a:lnTo>
                <a:lnTo>
                  <a:pt x="1583082" y="70097"/>
                </a:lnTo>
                <a:lnTo>
                  <a:pt x="1582678" y="66544"/>
                </a:lnTo>
                <a:lnTo>
                  <a:pt x="1582691" y="66605"/>
                </a:lnTo>
                <a:lnTo>
                  <a:pt x="1582231" y="63180"/>
                </a:lnTo>
                <a:lnTo>
                  <a:pt x="1582244" y="63247"/>
                </a:lnTo>
                <a:lnTo>
                  <a:pt x="1581729" y="59951"/>
                </a:lnTo>
                <a:lnTo>
                  <a:pt x="1581741" y="60025"/>
                </a:lnTo>
                <a:lnTo>
                  <a:pt x="1581165" y="56857"/>
                </a:lnTo>
                <a:lnTo>
                  <a:pt x="1581184" y="56937"/>
                </a:lnTo>
                <a:lnTo>
                  <a:pt x="1580547" y="53892"/>
                </a:lnTo>
                <a:lnTo>
                  <a:pt x="1580565" y="53978"/>
                </a:lnTo>
                <a:lnTo>
                  <a:pt x="1579866" y="51055"/>
                </a:lnTo>
                <a:lnTo>
                  <a:pt x="1579891" y="51147"/>
                </a:lnTo>
                <a:lnTo>
                  <a:pt x="1579125" y="48341"/>
                </a:lnTo>
                <a:lnTo>
                  <a:pt x="1579155" y="48445"/>
                </a:lnTo>
                <a:lnTo>
                  <a:pt x="1578322" y="45755"/>
                </a:lnTo>
                <a:lnTo>
                  <a:pt x="1578352" y="45860"/>
                </a:lnTo>
                <a:lnTo>
                  <a:pt x="1577452" y="43286"/>
                </a:lnTo>
                <a:lnTo>
                  <a:pt x="1577495" y="43403"/>
                </a:lnTo>
                <a:lnTo>
                  <a:pt x="1576515" y="40940"/>
                </a:lnTo>
                <a:lnTo>
                  <a:pt x="1576564" y="41056"/>
                </a:lnTo>
                <a:lnTo>
                  <a:pt x="1575510" y="38703"/>
                </a:lnTo>
                <a:lnTo>
                  <a:pt x="1575571" y="38826"/>
                </a:lnTo>
                <a:lnTo>
                  <a:pt x="1574432" y="36577"/>
                </a:lnTo>
                <a:lnTo>
                  <a:pt x="1574505" y="36712"/>
                </a:lnTo>
                <a:lnTo>
                  <a:pt x="1573286" y="34562"/>
                </a:lnTo>
                <a:lnTo>
                  <a:pt x="1573366" y="34697"/>
                </a:lnTo>
                <a:lnTo>
                  <a:pt x="1572073" y="32650"/>
                </a:lnTo>
                <a:lnTo>
                  <a:pt x="1572159" y="32785"/>
                </a:lnTo>
                <a:lnTo>
                  <a:pt x="1570774" y="30842"/>
                </a:lnTo>
                <a:lnTo>
                  <a:pt x="1570878" y="30971"/>
                </a:lnTo>
                <a:lnTo>
                  <a:pt x="1569408" y="29127"/>
                </a:lnTo>
                <a:lnTo>
                  <a:pt x="1569512" y="29256"/>
                </a:lnTo>
                <a:lnTo>
                  <a:pt x="1567950" y="27497"/>
                </a:lnTo>
                <a:lnTo>
                  <a:pt x="1568066" y="27620"/>
                </a:lnTo>
                <a:lnTo>
                  <a:pt x="1566411" y="25960"/>
                </a:lnTo>
                <a:lnTo>
                  <a:pt x="1566540" y="26076"/>
                </a:lnTo>
                <a:lnTo>
                  <a:pt x="1564788" y="24501"/>
                </a:lnTo>
                <a:lnTo>
                  <a:pt x="1564917" y="24611"/>
                </a:lnTo>
                <a:lnTo>
                  <a:pt x="1563073" y="23123"/>
                </a:lnTo>
                <a:lnTo>
                  <a:pt x="1563201" y="23227"/>
                </a:lnTo>
                <a:lnTo>
                  <a:pt x="1561253" y="21824"/>
                </a:lnTo>
                <a:lnTo>
                  <a:pt x="1561387" y="21910"/>
                </a:lnTo>
                <a:lnTo>
                  <a:pt x="1559335" y="20592"/>
                </a:lnTo>
                <a:lnTo>
                  <a:pt x="1559470" y="20666"/>
                </a:lnTo>
                <a:lnTo>
                  <a:pt x="1557313" y="19428"/>
                </a:lnTo>
                <a:lnTo>
                  <a:pt x="1557442" y="19496"/>
                </a:lnTo>
                <a:lnTo>
                  <a:pt x="1555181" y="18331"/>
                </a:lnTo>
                <a:lnTo>
                  <a:pt x="1555304" y="18393"/>
                </a:lnTo>
                <a:lnTo>
                  <a:pt x="1552938" y="17302"/>
                </a:lnTo>
                <a:lnTo>
                  <a:pt x="1553055" y="17351"/>
                </a:lnTo>
                <a:lnTo>
                  <a:pt x="1550574" y="16334"/>
                </a:lnTo>
                <a:lnTo>
                  <a:pt x="1550684" y="16377"/>
                </a:lnTo>
                <a:lnTo>
                  <a:pt x="1548092" y="15428"/>
                </a:lnTo>
                <a:lnTo>
                  <a:pt x="1548196" y="15464"/>
                </a:lnTo>
                <a:lnTo>
                  <a:pt x="1545488" y="14582"/>
                </a:lnTo>
                <a:lnTo>
                  <a:pt x="1545586" y="14613"/>
                </a:lnTo>
                <a:lnTo>
                  <a:pt x="1542756" y="13798"/>
                </a:lnTo>
                <a:lnTo>
                  <a:pt x="1542848" y="13822"/>
                </a:lnTo>
                <a:lnTo>
                  <a:pt x="1539901" y="13069"/>
                </a:lnTo>
                <a:lnTo>
                  <a:pt x="1539980" y="13087"/>
                </a:lnTo>
                <a:lnTo>
                  <a:pt x="1536911" y="12389"/>
                </a:lnTo>
                <a:lnTo>
                  <a:pt x="1536984" y="12407"/>
                </a:lnTo>
                <a:lnTo>
                  <a:pt x="1533792" y="11770"/>
                </a:lnTo>
                <a:lnTo>
                  <a:pt x="1533860" y="11782"/>
                </a:lnTo>
                <a:lnTo>
                  <a:pt x="1530533" y="11200"/>
                </a:lnTo>
                <a:lnTo>
                  <a:pt x="1530600" y="11212"/>
                </a:lnTo>
                <a:lnTo>
                  <a:pt x="1527138" y="10679"/>
                </a:lnTo>
                <a:lnTo>
                  <a:pt x="1527200" y="10685"/>
                </a:lnTo>
                <a:lnTo>
                  <a:pt x="1523609" y="10208"/>
                </a:lnTo>
                <a:lnTo>
                  <a:pt x="1523689" y="10213"/>
                </a:lnTo>
                <a:lnTo>
                  <a:pt x="1516104" y="9392"/>
                </a:lnTo>
                <a:lnTo>
                  <a:pt x="1516190" y="9405"/>
                </a:lnTo>
                <a:lnTo>
                  <a:pt x="1508041" y="8749"/>
                </a:lnTo>
                <a:lnTo>
                  <a:pt x="1508109" y="8755"/>
                </a:lnTo>
                <a:lnTo>
                  <a:pt x="1499390" y="8253"/>
                </a:lnTo>
                <a:lnTo>
                  <a:pt x="1499439" y="8253"/>
                </a:lnTo>
                <a:lnTo>
                  <a:pt x="1490120" y="7886"/>
                </a:lnTo>
                <a:lnTo>
                  <a:pt x="1490163" y="7886"/>
                </a:lnTo>
                <a:lnTo>
                  <a:pt x="1480225" y="7628"/>
                </a:lnTo>
                <a:lnTo>
                  <a:pt x="1480256" y="7628"/>
                </a:lnTo>
                <a:lnTo>
                  <a:pt x="1469687" y="7457"/>
                </a:lnTo>
                <a:lnTo>
                  <a:pt x="1469717" y="7457"/>
                </a:lnTo>
                <a:lnTo>
                  <a:pt x="1446595" y="7315"/>
                </a:lnTo>
                <a:lnTo>
                  <a:pt x="1446613" y="7315"/>
                </a:lnTo>
                <a:lnTo>
                  <a:pt x="1420721" y="7303"/>
                </a:lnTo>
                <a:lnTo>
                  <a:pt x="154911" y="6127"/>
                </a:lnTo>
                <a:lnTo>
                  <a:pt x="154918" y="6127"/>
                </a:lnTo>
                <a:lnTo>
                  <a:pt x="129203" y="6200"/>
                </a:lnTo>
                <a:lnTo>
                  <a:pt x="129222" y="6200"/>
                </a:lnTo>
                <a:lnTo>
                  <a:pt x="117531" y="6323"/>
                </a:lnTo>
                <a:lnTo>
                  <a:pt x="117556" y="6323"/>
                </a:lnTo>
                <a:lnTo>
                  <a:pt x="106601" y="6519"/>
                </a:lnTo>
                <a:lnTo>
                  <a:pt x="106638" y="6519"/>
                </a:lnTo>
                <a:lnTo>
                  <a:pt x="96406" y="6814"/>
                </a:lnTo>
                <a:lnTo>
                  <a:pt x="96449" y="6814"/>
                </a:lnTo>
                <a:lnTo>
                  <a:pt x="86916" y="7224"/>
                </a:lnTo>
                <a:lnTo>
                  <a:pt x="86971" y="7217"/>
                </a:lnTo>
                <a:lnTo>
                  <a:pt x="78111" y="7762"/>
                </a:lnTo>
                <a:lnTo>
                  <a:pt x="78179" y="7757"/>
                </a:lnTo>
                <a:lnTo>
                  <a:pt x="69963" y="8443"/>
                </a:lnTo>
                <a:lnTo>
                  <a:pt x="70048" y="8437"/>
                </a:lnTo>
                <a:lnTo>
                  <a:pt x="62457" y="9295"/>
                </a:lnTo>
                <a:lnTo>
                  <a:pt x="62537" y="9282"/>
                </a:lnTo>
                <a:lnTo>
                  <a:pt x="58965" y="9778"/>
                </a:lnTo>
                <a:lnTo>
                  <a:pt x="59026" y="9773"/>
                </a:lnTo>
                <a:lnTo>
                  <a:pt x="55601" y="10317"/>
                </a:lnTo>
                <a:lnTo>
                  <a:pt x="55669" y="10305"/>
                </a:lnTo>
                <a:lnTo>
                  <a:pt x="52385" y="10899"/>
                </a:lnTo>
                <a:lnTo>
                  <a:pt x="52458" y="10888"/>
                </a:lnTo>
                <a:lnTo>
                  <a:pt x="49315" y="11531"/>
                </a:lnTo>
                <a:lnTo>
                  <a:pt x="49395" y="11519"/>
                </a:lnTo>
                <a:lnTo>
                  <a:pt x="46393" y="12217"/>
                </a:lnTo>
                <a:lnTo>
                  <a:pt x="46478" y="12198"/>
                </a:lnTo>
                <a:lnTo>
                  <a:pt x="43611" y="12959"/>
                </a:lnTo>
                <a:lnTo>
                  <a:pt x="43703" y="12928"/>
                </a:lnTo>
                <a:lnTo>
                  <a:pt x="40964" y="13749"/>
                </a:lnTo>
                <a:lnTo>
                  <a:pt x="41068" y="13718"/>
                </a:lnTo>
                <a:lnTo>
                  <a:pt x="38458" y="14594"/>
                </a:lnTo>
                <a:lnTo>
                  <a:pt x="38569" y="14557"/>
                </a:lnTo>
                <a:lnTo>
                  <a:pt x="36081" y="15501"/>
                </a:lnTo>
                <a:lnTo>
                  <a:pt x="36197" y="15458"/>
                </a:lnTo>
                <a:lnTo>
                  <a:pt x="33839" y="16463"/>
                </a:lnTo>
                <a:lnTo>
                  <a:pt x="33961" y="16408"/>
                </a:lnTo>
                <a:lnTo>
                  <a:pt x="31713" y="17486"/>
                </a:lnTo>
                <a:lnTo>
                  <a:pt x="31841" y="17425"/>
                </a:lnTo>
                <a:lnTo>
                  <a:pt x="29715" y="18571"/>
                </a:lnTo>
                <a:lnTo>
                  <a:pt x="29850" y="18497"/>
                </a:lnTo>
                <a:lnTo>
                  <a:pt x="27834" y="19716"/>
                </a:lnTo>
                <a:lnTo>
                  <a:pt x="27969" y="19630"/>
                </a:lnTo>
                <a:lnTo>
                  <a:pt x="26064" y="20923"/>
                </a:lnTo>
                <a:lnTo>
                  <a:pt x="26198" y="20825"/>
                </a:lnTo>
                <a:lnTo>
                  <a:pt x="24403" y="22197"/>
                </a:lnTo>
                <a:lnTo>
                  <a:pt x="24532" y="22087"/>
                </a:lnTo>
                <a:lnTo>
                  <a:pt x="22841" y="23539"/>
                </a:lnTo>
                <a:lnTo>
                  <a:pt x="22970" y="23423"/>
                </a:lnTo>
                <a:lnTo>
                  <a:pt x="21377" y="24955"/>
                </a:lnTo>
                <a:lnTo>
                  <a:pt x="21499" y="24832"/>
                </a:lnTo>
                <a:lnTo>
                  <a:pt x="20004" y="26444"/>
                </a:lnTo>
                <a:lnTo>
                  <a:pt x="20121" y="26315"/>
                </a:lnTo>
                <a:lnTo>
                  <a:pt x="18717" y="28012"/>
                </a:lnTo>
                <a:lnTo>
                  <a:pt x="18828" y="27877"/>
                </a:lnTo>
                <a:lnTo>
                  <a:pt x="17517" y="29666"/>
                </a:lnTo>
                <a:lnTo>
                  <a:pt x="17615" y="29525"/>
                </a:lnTo>
                <a:lnTo>
                  <a:pt x="16389" y="31406"/>
                </a:lnTo>
                <a:lnTo>
                  <a:pt x="16475" y="31266"/>
                </a:lnTo>
                <a:lnTo>
                  <a:pt x="15342" y="33239"/>
                </a:lnTo>
                <a:lnTo>
                  <a:pt x="15415" y="33104"/>
                </a:lnTo>
                <a:lnTo>
                  <a:pt x="14361" y="35168"/>
                </a:lnTo>
                <a:lnTo>
                  <a:pt x="14423" y="35034"/>
                </a:lnTo>
                <a:lnTo>
                  <a:pt x="13449" y="37197"/>
                </a:lnTo>
                <a:lnTo>
                  <a:pt x="13504" y="37068"/>
                </a:lnTo>
                <a:lnTo>
                  <a:pt x="12603" y="39335"/>
                </a:lnTo>
                <a:lnTo>
                  <a:pt x="12646" y="39212"/>
                </a:lnTo>
                <a:lnTo>
                  <a:pt x="11825" y="41577"/>
                </a:lnTo>
                <a:lnTo>
                  <a:pt x="11861" y="41460"/>
                </a:lnTo>
                <a:lnTo>
                  <a:pt x="11102" y="43930"/>
                </a:lnTo>
                <a:lnTo>
                  <a:pt x="11132" y="43825"/>
                </a:lnTo>
                <a:lnTo>
                  <a:pt x="10446" y="46399"/>
                </a:lnTo>
                <a:lnTo>
                  <a:pt x="10471" y="46301"/>
                </a:lnTo>
                <a:lnTo>
                  <a:pt x="9846" y="48978"/>
                </a:lnTo>
                <a:lnTo>
                  <a:pt x="9864" y="48892"/>
                </a:lnTo>
                <a:lnTo>
                  <a:pt x="9301" y="51681"/>
                </a:lnTo>
                <a:lnTo>
                  <a:pt x="9313" y="51600"/>
                </a:lnTo>
                <a:lnTo>
                  <a:pt x="8811" y="54498"/>
                </a:lnTo>
                <a:lnTo>
                  <a:pt x="8823" y="54431"/>
                </a:lnTo>
                <a:lnTo>
                  <a:pt x="8369" y="57445"/>
                </a:lnTo>
                <a:lnTo>
                  <a:pt x="8381" y="57348"/>
                </a:lnTo>
                <a:lnTo>
                  <a:pt x="7634" y="63732"/>
                </a:lnTo>
                <a:lnTo>
                  <a:pt x="7640" y="63628"/>
                </a:lnTo>
                <a:lnTo>
                  <a:pt x="7077" y="70496"/>
                </a:lnTo>
                <a:lnTo>
                  <a:pt x="7083" y="70416"/>
                </a:lnTo>
                <a:lnTo>
                  <a:pt x="6672" y="77781"/>
                </a:lnTo>
                <a:lnTo>
                  <a:pt x="6672" y="77720"/>
                </a:lnTo>
                <a:lnTo>
                  <a:pt x="6396" y="85605"/>
                </a:lnTo>
                <a:lnTo>
                  <a:pt x="6396" y="85562"/>
                </a:lnTo>
                <a:lnTo>
                  <a:pt x="6231" y="93986"/>
                </a:lnTo>
                <a:lnTo>
                  <a:pt x="6231" y="93955"/>
                </a:lnTo>
                <a:lnTo>
                  <a:pt x="6151" y="102931"/>
                </a:lnTo>
                <a:lnTo>
                  <a:pt x="6151" y="102913"/>
                </a:lnTo>
                <a:lnTo>
                  <a:pt x="6127" y="112458"/>
                </a:lnTo>
              </a:path>
            </a:pathLst>
          </a:custGeom>
          <a:solidFill xmlns:a="http://schemas.openxmlformats.org/drawingml/2006/main">
            <a:srgbClr val="2F5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202">
            <a:extLst xmlns:a="http://schemas.openxmlformats.org/drawingml/2006/main">
              <a:ext uri="{FF2B5EF4-FFF2-40B4-BE49-F238E27FC236}">
                <a16:creationId xmlns:a16="http://schemas.microsoft.com/office/drawing/2014/main" id="{DB22989D-0968-4E0C-92E5-33F34FE6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895" y="3333516"/>
            <a:ext cx="1585019" cy="1488521"/>
          </a:xfrm>
          <a:custGeom xmlns:a="http://schemas.openxmlformats.org/drawingml/2006/main">
            <a:pathLst>
              <a:path w="1585019" h="1488521">
                <a:moveTo>
                  <a:pt x="0" y="109389"/>
                </a:moveTo>
                <a:cubicBezTo>
                  <a:pt x="0" y="4411"/>
                  <a:pt x="6121" y="0"/>
                  <a:pt x="151848" y="0"/>
                </a:cubicBezTo>
                <a:lnTo>
                  <a:pt x="1417658" y="1176"/>
                </a:lnTo>
                <a:cubicBezTo>
                  <a:pt x="1563385" y="1176"/>
                  <a:pt x="1584609" y="0"/>
                  <a:pt x="1584609" y="104977"/>
                </a:cubicBezTo>
                <a:lnTo>
                  <a:pt x="1585019" y="1382073"/>
                </a:lnTo>
                <a:cubicBezTo>
                  <a:pt x="1585019" y="1487050"/>
                  <a:pt x="1582978" y="1488521"/>
                  <a:pt x="1437251" y="1488521"/>
                </a:cubicBezTo>
                <a:lnTo>
                  <a:pt x="151848" y="1482933"/>
                </a:lnTo>
                <a:cubicBezTo>
                  <a:pt x="6121" y="1482933"/>
                  <a:pt x="410" y="1478816"/>
                  <a:pt x="410" y="1373838"/>
                </a:cubicBezTo>
                <a:lnTo>
                  <a:pt x="0" y="109389"/>
                </a:lnTo>
              </a:path>
            </a:pathLst>
          </a:cu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203">
            <a:extLst xmlns:a="http://schemas.openxmlformats.org/drawingml/2006/main">
              <a:ext uri="{FF2B5EF4-FFF2-40B4-BE49-F238E27FC236}">
                <a16:creationId xmlns:a16="http://schemas.microsoft.com/office/drawing/2014/main" id="{CD49CD83-1A07-434B-B0FF-CA573127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831" y="3330453"/>
            <a:ext cx="1591146" cy="1494648"/>
          </a:xfrm>
          <a:custGeom xmlns:a="http://schemas.openxmlformats.org/drawingml/2006/main">
            <a:pathLst>
              <a:path w="1591146" h="1494648">
                <a:moveTo>
                  <a:pt x="25" y="102883"/>
                </a:moveTo>
                <a:lnTo>
                  <a:pt x="104" y="93882"/>
                </a:lnTo>
                <a:lnTo>
                  <a:pt x="270" y="85415"/>
                </a:lnTo>
                <a:lnTo>
                  <a:pt x="552" y="77474"/>
                </a:lnTo>
                <a:lnTo>
                  <a:pt x="962" y="70031"/>
                </a:lnTo>
                <a:lnTo>
                  <a:pt x="1538" y="63070"/>
                </a:lnTo>
                <a:lnTo>
                  <a:pt x="2304" y="56588"/>
                </a:lnTo>
                <a:lnTo>
                  <a:pt x="2770" y="53487"/>
                </a:lnTo>
                <a:lnTo>
                  <a:pt x="3284" y="50504"/>
                </a:lnTo>
                <a:lnTo>
                  <a:pt x="3867" y="47631"/>
                </a:lnTo>
                <a:lnTo>
                  <a:pt x="4515" y="44861"/>
                </a:lnTo>
                <a:lnTo>
                  <a:pt x="5233" y="42183"/>
                </a:lnTo>
                <a:lnTo>
                  <a:pt x="6017" y="39610"/>
                </a:lnTo>
                <a:lnTo>
                  <a:pt x="6887" y="37129"/>
                </a:lnTo>
                <a:lnTo>
                  <a:pt x="7837" y="34746"/>
                </a:lnTo>
                <a:lnTo>
                  <a:pt x="8866" y="32448"/>
                </a:lnTo>
                <a:lnTo>
                  <a:pt x="9993" y="30248"/>
                </a:lnTo>
                <a:lnTo>
                  <a:pt x="11206" y="28135"/>
                </a:lnTo>
                <a:lnTo>
                  <a:pt x="12524" y="26113"/>
                </a:lnTo>
                <a:lnTo>
                  <a:pt x="13933" y="24183"/>
                </a:lnTo>
                <a:lnTo>
                  <a:pt x="15446" y="22345"/>
                </a:lnTo>
                <a:lnTo>
                  <a:pt x="17063" y="20599"/>
                </a:lnTo>
                <a:lnTo>
                  <a:pt x="18785" y="18944"/>
                </a:lnTo>
                <a:lnTo>
                  <a:pt x="20617" y="17383"/>
                </a:lnTo>
                <a:lnTo>
                  <a:pt x="22547" y="15905"/>
                </a:lnTo>
                <a:lnTo>
                  <a:pt x="24587" y="14515"/>
                </a:lnTo>
                <a:lnTo>
                  <a:pt x="26738" y="13216"/>
                </a:lnTo>
                <a:lnTo>
                  <a:pt x="28999" y="11997"/>
                </a:lnTo>
                <a:lnTo>
                  <a:pt x="31364" y="10857"/>
                </a:lnTo>
                <a:lnTo>
                  <a:pt x="33845" y="9797"/>
                </a:lnTo>
                <a:lnTo>
                  <a:pt x="36443" y="8811"/>
                </a:lnTo>
                <a:lnTo>
                  <a:pt x="39157" y="7891"/>
                </a:lnTo>
                <a:lnTo>
                  <a:pt x="41993" y="7046"/>
                </a:lnTo>
                <a:lnTo>
                  <a:pt x="44953" y="6262"/>
                </a:lnTo>
                <a:lnTo>
                  <a:pt x="48041" y="5539"/>
                </a:lnTo>
                <a:lnTo>
                  <a:pt x="51257" y="4878"/>
                </a:lnTo>
                <a:lnTo>
                  <a:pt x="54609" y="4271"/>
                </a:lnTo>
                <a:lnTo>
                  <a:pt x="58095" y="3713"/>
                </a:lnTo>
                <a:lnTo>
                  <a:pt x="61735" y="3211"/>
                </a:lnTo>
                <a:lnTo>
                  <a:pt x="69406" y="2346"/>
                </a:lnTo>
                <a:lnTo>
                  <a:pt x="77701" y="1649"/>
                </a:lnTo>
                <a:lnTo>
                  <a:pt x="86628" y="1103"/>
                </a:lnTo>
                <a:lnTo>
                  <a:pt x="96210" y="693"/>
                </a:lnTo>
                <a:lnTo>
                  <a:pt x="106479" y="392"/>
                </a:lnTo>
                <a:lnTo>
                  <a:pt x="117452" y="196"/>
                </a:lnTo>
                <a:lnTo>
                  <a:pt x="129173" y="74"/>
                </a:lnTo>
                <a:lnTo>
                  <a:pt x="154912" y="0"/>
                </a:lnTo>
                <a:lnTo>
                  <a:pt x="1420727" y="1177"/>
                </a:lnTo>
                <a:lnTo>
                  <a:pt x="1420721" y="1177"/>
                </a:lnTo>
                <a:lnTo>
                  <a:pt x="1446619" y="1189"/>
                </a:lnTo>
                <a:lnTo>
                  <a:pt x="1469767" y="1330"/>
                </a:lnTo>
                <a:lnTo>
                  <a:pt x="1480372" y="1501"/>
                </a:lnTo>
                <a:lnTo>
                  <a:pt x="1490347" y="1759"/>
                </a:lnTo>
                <a:lnTo>
                  <a:pt x="1499715" y="2132"/>
                </a:lnTo>
                <a:lnTo>
                  <a:pt x="1508495" y="2641"/>
                </a:lnTo>
                <a:lnTo>
                  <a:pt x="1516717" y="3296"/>
                </a:lnTo>
                <a:lnTo>
                  <a:pt x="1524388" y="4130"/>
                </a:lnTo>
                <a:lnTo>
                  <a:pt x="1528046" y="4620"/>
                </a:lnTo>
                <a:lnTo>
                  <a:pt x="1531562" y="5159"/>
                </a:lnTo>
                <a:lnTo>
                  <a:pt x="1534950" y="5753"/>
                </a:lnTo>
                <a:lnTo>
                  <a:pt x="1538222" y="6409"/>
                </a:lnTo>
                <a:lnTo>
                  <a:pt x="1541377" y="7120"/>
                </a:lnTo>
                <a:lnTo>
                  <a:pt x="1544410" y="7898"/>
                </a:lnTo>
                <a:lnTo>
                  <a:pt x="1547333" y="8743"/>
                </a:lnTo>
                <a:lnTo>
                  <a:pt x="1550145" y="9656"/>
                </a:lnTo>
                <a:lnTo>
                  <a:pt x="1552847" y="10642"/>
                </a:lnTo>
                <a:lnTo>
                  <a:pt x="1555439" y="11709"/>
                </a:lnTo>
                <a:lnTo>
                  <a:pt x="1557932" y="12854"/>
                </a:lnTo>
                <a:lnTo>
                  <a:pt x="1560316" y="14086"/>
                </a:lnTo>
                <a:lnTo>
                  <a:pt x="1562595" y="15397"/>
                </a:lnTo>
                <a:lnTo>
                  <a:pt x="1564770" y="16806"/>
                </a:lnTo>
                <a:lnTo>
                  <a:pt x="1566847" y="18301"/>
                </a:lnTo>
                <a:lnTo>
                  <a:pt x="1568826" y="19894"/>
                </a:lnTo>
                <a:lnTo>
                  <a:pt x="1570701" y="21579"/>
                </a:lnTo>
                <a:lnTo>
                  <a:pt x="1572471" y="23363"/>
                </a:lnTo>
                <a:lnTo>
                  <a:pt x="1574144" y="25243"/>
                </a:lnTo>
                <a:lnTo>
                  <a:pt x="1575724" y="27222"/>
                </a:lnTo>
                <a:lnTo>
                  <a:pt x="1577201" y="29299"/>
                </a:lnTo>
                <a:lnTo>
                  <a:pt x="1578580" y="31480"/>
                </a:lnTo>
                <a:lnTo>
                  <a:pt x="1579873" y="33753"/>
                </a:lnTo>
                <a:lnTo>
                  <a:pt x="1581074" y="36130"/>
                </a:lnTo>
                <a:lnTo>
                  <a:pt x="1582182" y="38612"/>
                </a:lnTo>
                <a:lnTo>
                  <a:pt x="1583212" y="41197"/>
                </a:lnTo>
                <a:lnTo>
                  <a:pt x="1584155" y="43881"/>
                </a:lnTo>
                <a:lnTo>
                  <a:pt x="1585019" y="46675"/>
                </a:lnTo>
                <a:lnTo>
                  <a:pt x="1585815" y="49579"/>
                </a:lnTo>
                <a:lnTo>
                  <a:pt x="1586539" y="52599"/>
                </a:lnTo>
                <a:lnTo>
                  <a:pt x="1587188" y="55725"/>
                </a:lnTo>
                <a:lnTo>
                  <a:pt x="1587776" y="58971"/>
                </a:lnTo>
                <a:lnTo>
                  <a:pt x="1588304" y="62335"/>
                </a:lnTo>
                <a:lnTo>
                  <a:pt x="1588769" y="65827"/>
                </a:lnTo>
                <a:lnTo>
                  <a:pt x="1589173" y="69436"/>
                </a:lnTo>
                <a:lnTo>
                  <a:pt x="1589529" y="73185"/>
                </a:lnTo>
                <a:lnTo>
                  <a:pt x="1590086" y="81052"/>
                </a:lnTo>
                <a:lnTo>
                  <a:pt x="1590460" y="89471"/>
                </a:lnTo>
                <a:lnTo>
                  <a:pt x="1590674" y="98459"/>
                </a:lnTo>
                <a:lnTo>
                  <a:pt x="1590735" y="108029"/>
                </a:lnTo>
                <a:lnTo>
                  <a:pt x="1591146" y="1385142"/>
                </a:lnTo>
                <a:lnTo>
                  <a:pt x="1591085" y="1403657"/>
                </a:lnTo>
                <a:lnTo>
                  <a:pt x="1590974" y="1412077"/>
                </a:lnTo>
                <a:lnTo>
                  <a:pt x="1590772" y="1419955"/>
                </a:lnTo>
                <a:lnTo>
                  <a:pt x="1590454" y="1427320"/>
                </a:lnTo>
                <a:lnTo>
                  <a:pt x="1589988" y="1434194"/>
                </a:lnTo>
                <a:lnTo>
                  <a:pt x="1589351" y="1440585"/>
                </a:lnTo>
                <a:lnTo>
                  <a:pt x="1588959" y="1443636"/>
                </a:lnTo>
                <a:lnTo>
                  <a:pt x="1588512" y="1446558"/>
                </a:lnTo>
                <a:lnTo>
                  <a:pt x="1588002" y="1449377"/>
                </a:lnTo>
                <a:lnTo>
                  <a:pt x="1587433" y="1452090"/>
                </a:lnTo>
                <a:lnTo>
                  <a:pt x="1586803" y="1454707"/>
                </a:lnTo>
                <a:lnTo>
                  <a:pt x="1586098" y="1457225"/>
                </a:lnTo>
                <a:lnTo>
                  <a:pt x="1585313" y="1459645"/>
                </a:lnTo>
                <a:lnTo>
                  <a:pt x="1584456" y="1461974"/>
                </a:lnTo>
                <a:lnTo>
                  <a:pt x="1583512" y="1464209"/>
                </a:lnTo>
                <a:lnTo>
                  <a:pt x="1582477" y="1466354"/>
                </a:lnTo>
                <a:lnTo>
                  <a:pt x="1581349" y="1468407"/>
                </a:lnTo>
                <a:lnTo>
                  <a:pt x="1580130" y="1470367"/>
                </a:lnTo>
                <a:lnTo>
                  <a:pt x="1578807" y="1472236"/>
                </a:lnTo>
                <a:lnTo>
                  <a:pt x="1577385" y="1474012"/>
                </a:lnTo>
                <a:lnTo>
                  <a:pt x="1575853" y="1475704"/>
                </a:lnTo>
                <a:lnTo>
                  <a:pt x="1574223" y="1477297"/>
                </a:lnTo>
                <a:lnTo>
                  <a:pt x="1572484" y="1478798"/>
                </a:lnTo>
                <a:lnTo>
                  <a:pt x="1570640" y="1480213"/>
                </a:lnTo>
                <a:lnTo>
                  <a:pt x="1568685" y="1481536"/>
                </a:lnTo>
                <a:lnTo>
                  <a:pt x="1566626" y="1482774"/>
                </a:lnTo>
                <a:lnTo>
                  <a:pt x="1564457" y="1483926"/>
                </a:lnTo>
                <a:lnTo>
                  <a:pt x="1562178" y="1484998"/>
                </a:lnTo>
                <a:lnTo>
                  <a:pt x="1559782" y="1485991"/>
                </a:lnTo>
                <a:lnTo>
                  <a:pt x="1557276" y="1486909"/>
                </a:lnTo>
                <a:lnTo>
                  <a:pt x="1554649" y="1487762"/>
                </a:lnTo>
                <a:lnTo>
                  <a:pt x="1551904" y="1488546"/>
                </a:lnTo>
                <a:lnTo>
                  <a:pt x="1549030" y="1489263"/>
                </a:lnTo>
                <a:lnTo>
                  <a:pt x="1546028" y="1489918"/>
                </a:lnTo>
                <a:lnTo>
                  <a:pt x="1542897" y="1490518"/>
                </a:lnTo>
                <a:lnTo>
                  <a:pt x="1539638" y="1491064"/>
                </a:lnTo>
                <a:lnTo>
                  <a:pt x="1536231" y="1491560"/>
                </a:lnTo>
                <a:lnTo>
                  <a:pt x="1532671" y="1492008"/>
                </a:lnTo>
                <a:lnTo>
                  <a:pt x="1525148" y="1492767"/>
                </a:lnTo>
                <a:lnTo>
                  <a:pt x="1516993" y="1493361"/>
                </a:lnTo>
                <a:lnTo>
                  <a:pt x="1508200" y="1493815"/>
                </a:lnTo>
                <a:lnTo>
                  <a:pt x="1498729" y="1494152"/>
                </a:lnTo>
                <a:lnTo>
                  <a:pt x="1488557" y="1494379"/>
                </a:lnTo>
                <a:lnTo>
                  <a:pt x="1477658" y="1494526"/>
                </a:lnTo>
                <a:lnTo>
                  <a:pt x="1466005" y="1494605"/>
                </a:lnTo>
                <a:lnTo>
                  <a:pt x="1440309" y="1494648"/>
                </a:lnTo>
                <a:lnTo>
                  <a:pt x="154899" y="1489060"/>
                </a:lnTo>
                <a:lnTo>
                  <a:pt x="154906" y="1489060"/>
                </a:lnTo>
                <a:lnTo>
                  <a:pt x="129179" y="1488986"/>
                </a:lnTo>
                <a:lnTo>
                  <a:pt x="117464" y="1488870"/>
                </a:lnTo>
                <a:lnTo>
                  <a:pt x="106498" y="1488680"/>
                </a:lnTo>
                <a:lnTo>
                  <a:pt x="96235" y="1488386"/>
                </a:lnTo>
                <a:lnTo>
                  <a:pt x="86665" y="1487982"/>
                </a:lnTo>
                <a:lnTo>
                  <a:pt x="77756" y="1487449"/>
                </a:lnTo>
                <a:lnTo>
                  <a:pt x="69473" y="1486763"/>
                </a:lnTo>
                <a:lnTo>
                  <a:pt x="61814" y="1485911"/>
                </a:lnTo>
                <a:lnTo>
                  <a:pt x="58181" y="1485408"/>
                </a:lnTo>
                <a:lnTo>
                  <a:pt x="54707" y="1484857"/>
                </a:lnTo>
                <a:lnTo>
                  <a:pt x="51362" y="1484257"/>
                </a:lnTo>
                <a:lnTo>
                  <a:pt x="48158" y="1483601"/>
                </a:lnTo>
                <a:lnTo>
                  <a:pt x="45082" y="1482884"/>
                </a:lnTo>
                <a:lnTo>
                  <a:pt x="42128" y="1482106"/>
                </a:lnTo>
                <a:lnTo>
                  <a:pt x="39304" y="1481267"/>
                </a:lnTo>
                <a:lnTo>
                  <a:pt x="36596" y="1480360"/>
                </a:lnTo>
                <a:lnTo>
                  <a:pt x="34011" y="1479379"/>
                </a:lnTo>
                <a:lnTo>
                  <a:pt x="31535" y="1478326"/>
                </a:lnTo>
                <a:lnTo>
                  <a:pt x="29177" y="1477192"/>
                </a:lnTo>
                <a:lnTo>
                  <a:pt x="26928" y="1475980"/>
                </a:lnTo>
                <a:lnTo>
                  <a:pt x="24783" y="1474687"/>
                </a:lnTo>
                <a:lnTo>
                  <a:pt x="22756" y="1473302"/>
                </a:lnTo>
                <a:lnTo>
                  <a:pt x="20825" y="1471831"/>
                </a:lnTo>
                <a:lnTo>
                  <a:pt x="19012" y="1470275"/>
                </a:lnTo>
                <a:lnTo>
                  <a:pt x="17296" y="1468627"/>
                </a:lnTo>
                <a:lnTo>
                  <a:pt x="15691" y="1466887"/>
                </a:lnTo>
                <a:lnTo>
                  <a:pt x="14184" y="1465055"/>
                </a:lnTo>
                <a:lnTo>
                  <a:pt x="12781" y="1463132"/>
                </a:lnTo>
                <a:lnTo>
                  <a:pt x="11476" y="1461115"/>
                </a:lnTo>
                <a:lnTo>
                  <a:pt x="10269" y="1459007"/>
                </a:lnTo>
                <a:lnTo>
                  <a:pt x="9154" y="1456815"/>
                </a:lnTo>
                <a:lnTo>
                  <a:pt x="8131" y="1454523"/>
                </a:lnTo>
                <a:lnTo>
                  <a:pt x="7187" y="1452146"/>
                </a:lnTo>
                <a:lnTo>
                  <a:pt x="6329" y="1449671"/>
                </a:lnTo>
                <a:lnTo>
                  <a:pt x="5551" y="1447098"/>
                </a:lnTo>
                <a:lnTo>
                  <a:pt x="4840" y="1444432"/>
                </a:lnTo>
                <a:lnTo>
                  <a:pt x="4203" y="1441663"/>
                </a:lnTo>
                <a:lnTo>
                  <a:pt x="3627" y="1438796"/>
                </a:lnTo>
                <a:lnTo>
                  <a:pt x="3119" y="1435824"/>
                </a:lnTo>
                <a:lnTo>
                  <a:pt x="2660" y="1432730"/>
                </a:lnTo>
                <a:lnTo>
                  <a:pt x="1912" y="1426254"/>
                </a:lnTo>
                <a:lnTo>
                  <a:pt x="1348" y="1419300"/>
                </a:lnTo>
                <a:lnTo>
                  <a:pt x="944" y="1411868"/>
                </a:lnTo>
                <a:lnTo>
                  <a:pt x="668" y="1403927"/>
                </a:lnTo>
                <a:lnTo>
                  <a:pt x="509" y="1395472"/>
                </a:lnTo>
                <a:lnTo>
                  <a:pt x="429" y="1386466"/>
                </a:lnTo>
                <a:lnTo>
                  <a:pt x="411" y="1376908"/>
                </a:lnTo>
                <a:lnTo>
                  <a:pt x="0" y="112452"/>
                </a:lnTo>
                <a:lnTo>
                  <a:pt x="25" y="102883"/>
                </a:lnTo>
                <a:moveTo>
                  <a:pt x="6127" y="112459"/>
                </a:moveTo>
                <a:lnTo>
                  <a:pt x="6127" y="112452"/>
                </a:lnTo>
                <a:lnTo>
                  <a:pt x="6537" y="1376902"/>
                </a:lnTo>
                <a:lnTo>
                  <a:pt x="6537" y="1376896"/>
                </a:lnTo>
                <a:lnTo>
                  <a:pt x="6556" y="1386441"/>
                </a:lnTo>
                <a:lnTo>
                  <a:pt x="6556" y="1386423"/>
                </a:lnTo>
                <a:lnTo>
                  <a:pt x="6636" y="1395399"/>
                </a:lnTo>
                <a:lnTo>
                  <a:pt x="6636" y="1395368"/>
                </a:lnTo>
                <a:lnTo>
                  <a:pt x="6795" y="1403786"/>
                </a:lnTo>
                <a:lnTo>
                  <a:pt x="6795" y="1403743"/>
                </a:lnTo>
                <a:lnTo>
                  <a:pt x="7065" y="1411623"/>
                </a:lnTo>
                <a:lnTo>
                  <a:pt x="7058" y="1411562"/>
                </a:lnTo>
                <a:lnTo>
                  <a:pt x="7463" y="1418926"/>
                </a:lnTo>
                <a:lnTo>
                  <a:pt x="7457" y="1418846"/>
                </a:lnTo>
                <a:lnTo>
                  <a:pt x="8014" y="1425703"/>
                </a:lnTo>
                <a:lnTo>
                  <a:pt x="8002" y="1425598"/>
                </a:lnTo>
                <a:lnTo>
                  <a:pt x="8743" y="1431977"/>
                </a:lnTo>
                <a:lnTo>
                  <a:pt x="8731" y="1431878"/>
                </a:lnTo>
                <a:lnTo>
                  <a:pt x="9172" y="1434893"/>
                </a:lnTo>
                <a:lnTo>
                  <a:pt x="9160" y="1434819"/>
                </a:lnTo>
                <a:lnTo>
                  <a:pt x="9662" y="1437717"/>
                </a:lnTo>
                <a:lnTo>
                  <a:pt x="9644" y="1437638"/>
                </a:lnTo>
                <a:lnTo>
                  <a:pt x="10201" y="1440419"/>
                </a:lnTo>
                <a:lnTo>
                  <a:pt x="10183" y="1440333"/>
                </a:lnTo>
                <a:lnTo>
                  <a:pt x="10802" y="1443004"/>
                </a:lnTo>
                <a:lnTo>
                  <a:pt x="10777" y="1442906"/>
                </a:lnTo>
                <a:lnTo>
                  <a:pt x="11457" y="1445473"/>
                </a:lnTo>
                <a:lnTo>
                  <a:pt x="11427" y="1445370"/>
                </a:lnTo>
                <a:lnTo>
                  <a:pt x="12174" y="1447833"/>
                </a:lnTo>
                <a:lnTo>
                  <a:pt x="12138" y="1447716"/>
                </a:lnTo>
                <a:lnTo>
                  <a:pt x="12959" y="1450075"/>
                </a:lnTo>
                <a:lnTo>
                  <a:pt x="12910" y="1449952"/>
                </a:lnTo>
                <a:lnTo>
                  <a:pt x="13804" y="1452214"/>
                </a:lnTo>
                <a:lnTo>
                  <a:pt x="13749" y="1452085"/>
                </a:lnTo>
                <a:lnTo>
                  <a:pt x="14717" y="1454241"/>
                </a:lnTo>
                <a:lnTo>
                  <a:pt x="14650" y="1454107"/>
                </a:lnTo>
                <a:lnTo>
                  <a:pt x="15697" y="1456165"/>
                </a:lnTo>
                <a:lnTo>
                  <a:pt x="15624" y="1456030"/>
                </a:lnTo>
                <a:lnTo>
                  <a:pt x="16751" y="1457997"/>
                </a:lnTo>
                <a:lnTo>
                  <a:pt x="16665" y="1457856"/>
                </a:lnTo>
                <a:lnTo>
                  <a:pt x="17879" y="1459725"/>
                </a:lnTo>
                <a:lnTo>
                  <a:pt x="17780" y="1459584"/>
                </a:lnTo>
                <a:lnTo>
                  <a:pt x="19080" y="1461367"/>
                </a:lnTo>
                <a:lnTo>
                  <a:pt x="18975" y="1461232"/>
                </a:lnTo>
                <a:lnTo>
                  <a:pt x="20366" y="1462923"/>
                </a:lnTo>
                <a:lnTo>
                  <a:pt x="20249" y="1462794"/>
                </a:lnTo>
                <a:lnTo>
                  <a:pt x="21738" y="1464400"/>
                </a:lnTo>
                <a:lnTo>
                  <a:pt x="21610" y="1464271"/>
                </a:lnTo>
                <a:lnTo>
                  <a:pt x="23197" y="1465797"/>
                </a:lnTo>
                <a:lnTo>
                  <a:pt x="23062" y="1465680"/>
                </a:lnTo>
                <a:lnTo>
                  <a:pt x="24753" y="1467126"/>
                </a:lnTo>
                <a:lnTo>
                  <a:pt x="24618" y="1467016"/>
                </a:lnTo>
                <a:lnTo>
                  <a:pt x="26401" y="1468382"/>
                </a:lnTo>
                <a:lnTo>
                  <a:pt x="26266" y="1468284"/>
                </a:lnTo>
                <a:lnTo>
                  <a:pt x="28165" y="1469571"/>
                </a:lnTo>
                <a:lnTo>
                  <a:pt x="28024" y="1469485"/>
                </a:lnTo>
                <a:lnTo>
                  <a:pt x="30034" y="1470698"/>
                </a:lnTo>
                <a:lnTo>
                  <a:pt x="29899" y="1470625"/>
                </a:lnTo>
                <a:lnTo>
                  <a:pt x="32020" y="1471764"/>
                </a:lnTo>
                <a:lnTo>
                  <a:pt x="31890" y="1471697"/>
                </a:lnTo>
                <a:lnTo>
                  <a:pt x="34121" y="1472769"/>
                </a:lnTo>
                <a:lnTo>
                  <a:pt x="33999" y="1472714"/>
                </a:lnTo>
                <a:lnTo>
                  <a:pt x="36351" y="1473718"/>
                </a:lnTo>
                <a:lnTo>
                  <a:pt x="36234" y="1473669"/>
                </a:lnTo>
                <a:lnTo>
                  <a:pt x="38710" y="1474607"/>
                </a:lnTo>
                <a:lnTo>
                  <a:pt x="38599" y="1474570"/>
                </a:lnTo>
                <a:lnTo>
                  <a:pt x="41203" y="1475440"/>
                </a:lnTo>
                <a:lnTo>
                  <a:pt x="41099" y="1475409"/>
                </a:lnTo>
                <a:lnTo>
                  <a:pt x="43832" y="1476225"/>
                </a:lnTo>
                <a:lnTo>
                  <a:pt x="43734" y="1476194"/>
                </a:lnTo>
                <a:lnTo>
                  <a:pt x="46595" y="1476948"/>
                </a:lnTo>
                <a:lnTo>
                  <a:pt x="46509" y="1476929"/>
                </a:lnTo>
                <a:lnTo>
                  <a:pt x="49505" y="1477621"/>
                </a:lnTo>
                <a:lnTo>
                  <a:pt x="49425" y="1477609"/>
                </a:lnTo>
                <a:lnTo>
                  <a:pt x="52557" y="1478246"/>
                </a:lnTo>
                <a:lnTo>
                  <a:pt x="52483" y="1478234"/>
                </a:lnTo>
                <a:lnTo>
                  <a:pt x="55755" y="1478823"/>
                </a:lnTo>
                <a:lnTo>
                  <a:pt x="55694" y="1478810"/>
                </a:lnTo>
                <a:lnTo>
                  <a:pt x="59106" y="1479349"/>
                </a:lnTo>
                <a:lnTo>
                  <a:pt x="59050" y="1479343"/>
                </a:lnTo>
                <a:lnTo>
                  <a:pt x="62611" y="1479833"/>
                </a:lnTo>
                <a:lnTo>
                  <a:pt x="62531" y="1479821"/>
                </a:lnTo>
                <a:lnTo>
                  <a:pt x="70110" y="1480667"/>
                </a:lnTo>
                <a:lnTo>
                  <a:pt x="70024" y="1480661"/>
                </a:lnTo>
                <a:lnTo>
                  <a:pt x="78228" y="1481340"/>
                </a:lnTo>
                <a:lnTo>
                  <a:pt x="78155" y="1481334"/>
                </a:lnTo>
                <a:lnTo>
                  <a:pt x="87008" y="1481867"/>
                </a:lnTo>
                <a:lnTo>
                  <a:pt x="86953" y="1481867"/>
                </a:lnTo>
                <a:lnTo>
                  <a:pt x="96474" y="1482265"/>
                </a:lnTo>
                <a:lnTo>
                  <a:pt x="96431" y="1482265"/>
                </a:lnTo>
                <a:lnTo>
                  <a:pt x="106650" y="1482554"/>
                </a:lnTo>
                <a:lnTo>
                  <a:pt x="106620" y="1482554"/>
                </a:lnTo>
                <a:lnTo>
                  <a:pt x="117563" y="1482743"/>
                </a:lnTo>
                <a:lnTo>
                  <a:pt x="117538" y="1482743"/>
                </a:lnTo>
                <a:lnTo>
                  <a:pt x="129228" y="1482859"/>
                </a:lnTo>
                <a:lnTo>
                  <a:pt x="129203" y="1482859"/>
                </a:lnTo>
                <a:lnTo>
                  <a:pt x="154924" y="1482933"/>
                </a:lnTo>
                <a:lnTo>
                  <a:pt x="1440327" y="1488521"/>
                </a:lnTo>
                <a:lnTo>
                  <a:pt x="1440309" y="1488521"/>
                </a:lnTo>
                <a:lnTo>
                  <a:pt x="1465987" y="1488478"/>
                </a:lnTo>
                <a:lnTo>
                  <a:pt x="1465968" y="1488478"/>
                </a:lnTo>
                <a:lnTo>
                  <a:pt x="1477609" y="1488399"/>
                </a:lnTo>
                <a:lnTo>
                  <a:pt x="1477591" y="1488399"/>
                </a:lnTo>
                <a:lnTo>
                  <a:pt x="1488466" y="1488251"/>
                </a:lnTo>
                <a:lnTo>
                  <a:pt x="1488435" y="1488251"/>
                </a:lnTo>
                <a:lnTo>
                  <a:pt x="1498575" y="1488025"/>
                </a:lnTo>
                <a:lnTo>
                  <a:pt x="1498532" y="1488025"/>
                </a:lnTo>
                <a:lnTo>
                  <a:pt x="1507955" y="1487694"/>
                </a:lnTo>
                <a:lnTo>
                  <a:pt x="1507906" y="1487700"/>
                </a:lnTo>
                <a:lnTo>
                  <a:pt x="1516643" y="1487246"/>
                </a:lnTo>
                <a:lnTo>
                  <a:pt x="1516582" y="1487253"/>
                </a:lnTo>
                <a:lnTo>
                  <a:pt x="1524658" y="1486658"/>
                </a:lnTo>
                <a:lnTo>
                  <a:pt x="1524577" y="1486665"/>
                </a:lnTo>
                <a:lnTo>
                  <a:pt x="1532022" y="1485917"/>
                </a:lnTo>
                <a:lnTo>
                  <a:pt x="1531942" y="1485923"/>
                </a:lnTo>
                <a:lnTo>
                  <a:pt x="1535435" y="1485488"/>
                </a:lnTo>
                <a:lnTo>
                  <a:pt x="1535379" y="1485494"/>
                </a:lnTo>
                <a:lnTo>
                  <a:pt x="1538718" y="1485011"/>
                </a:lnTo>
                <a:lnTo>
                  <a:pt x="1538657" y="1485016"/>
                </a:lnTo>
                <a:lnTo>
                  <a:pt x="1541855" y="1484484"/>
                </a:lnTo>
                <a:lnTo>
                  <a:pt x="1541782" y="1484495"/>
                </a:lnTo>
                <a:lnTo>
                  <a:pt x="1544839" y="1483907"/>
                </a:lnTo>
                <a:lnTo>
                  <a:pt x="1544760" y="1483926"/>
                </a:lnTo>
                <a:lnTo>
                  <a:pt x="1547676" y="1483289"/>
                </a:lnTo>
                <a:lnTo>
                  <a:pt x="1547584" y="1483307"/>
                </a:lnTo>
                <a:lnTo>
                  <a:pt x="1550365" y="1482609"/>
                </a:lnTo>
                <a:lnTo>
                  <a:pt x="1550268" y="1482640"/>
                </a:lnTo>
                <a:lnTo>
                  <a:pt x="1552920" y="1481885"/>
                </a:lnTo>
                <a:lnTo>
                  <a:pt x="1552816" y="1481917"/>
                </a:lnTo>
                <a:lnTo>
                  <a:pt x="1555335" y="1481101"/>
                </a:lnTo>
                <a:lnTo>
                  <a:pt x="1555218" y="1481138"/>
                </a:lnTo>
                <a:lnTo>
                  <a:pt x="1557614" y="1480262"/>
                </a:lnTo>
                <a:lnTo>
                  <a:pt x="1557492" y="1480311"/>
                </a:lnTo>
                <a:lnTo>
                  <a:pt x="1559758" y="1479368"/>
                </a:lnTo>
                <a:lnTo>
                  <a:pt x="1559636" y="1479422"/>
                </a:lnTo>
                <a:lnTo>
                  <a:pt x="1561780" y="1478412"/>
                </a:lnTo>
                <a:lnTo>
                  <a:pt x="1561645" y="1478480"/>
                </a:lnTo>
                <a:lnTo>
                  <a:pt x="1563680" y="1477401"/>
                </a:lnTo>
                <a:lnTo>
                  <a:pt x="1563539" y="1477481"/>
                </a:lnTo>
                <a:lnTo>
                  <a:pt x="1565462" y="1476328"/>
                </a:lnTo>
                <a:lnTo>
                  <a:pt x="1565316" y="1476420"/>
                </a:lnTo>
                <a:lnTo>
                  <a:pt x="1567129" y="1475189"/>
                </a:lnTo>
                <a:lnTo>
                  <a:pt x="1566982" y="1475293"/>
                </a:lnTo>
                <a:lnTo>
                  <a:pt x="1568685" y="1473988"/>
                </a:lnTo>
                <a:lnTo>
                  <a:pt x="1568544" y="1474105"/>
                </a:lnTo>
                <a:lnTo>
                  <a:pt x="1570143" y="1472726"/>
                </a:lnTo>
                <a:lnTo>
                  <a:pt x="1570008" y="1472848"/>
                </a:lnTo>
                <a:lnTo>
                  <a:pt x="1571509" y="1471385"/>
                </a:lnTo>
                <a:lnTo>
                  <a:pt x="1571374" y="1471519"/>
                </a:lnTo>
                <a:lnTo>
                  <a:pt x="1572778" y="1469968"/>
                </a:lnTo>
                <a:lnTo>
                  <a:pt x="1572655" y="1470116"/>
                </a:lnTo>
                <a:lnTo>
                  <a:pt x="1573966" y="1468480"/>
                </a:lnTo>
                <a:lnTo>
                  <a:pt x="1573856" y="1468627"/>
                </a:lnTo>
                <a:lnTo>
                  <a:pt x="1575075" y="1466905"/>
                </a:lnTo>
                <a:lnTo>
                  <a:pt x="1574978" y="1467052"/>
                </a:lnTo>
                <a:lnTo>
                  <a:pt x="1576104" y="1465239"/>
                </a:lnTo>
                <a:lnTo>
                  <a:pt x="1576019" y="1465380"/>
                </a:lnTo>
                <a:lnTo>
                  <a:pt x="1577067" y="1463475"/>
                </a:lnTo>
                <a:lnTo>
                  <a:pt x="1576993" y="1463622"/>
                </a:lnTo>
                <a:lnTo>
                  <a:pt x="1577961" y="1461618"/>
                </a:lnTo>
                <a:lnTo>
                  <a:pt x="1577894" y="1461753"/>
                </a:lnTo>
                <a:lnTo>
                  <a:pt x="1578782" y="1459652"/>
                </a:lnTo>
                <a:lnTo>
                  <a:pt x="1578733" y="1459786"/>
                </a:lnTo>
                <a:lnTo>
                  <a:pt x="1579548" y="1457581"/>
                </a:lnTo>
                <a:lnTo>
                  <a:pt x="1579505" y="1457703"/>
                </a:lnTo>
                <a:lnTo>
                  <a:pt x="1580246" y="1455400"/>
                </a:lnTo>
                <a:lnTo>
                  <a:pt x="1580210" y="1455516"/>
                </a:lnTo>
                <a:lnTo>
                  <a:pt x="1580890" y="1453108"/>
                </a:lnTo>
                <a:lnTo>
                  <a:pt x="1580859" y="1453212"/>
                </a:lnTo>
                <a:lnTo>
                  <a:pt x="1581471" y="1450694"/>
                </a:lnTo>
                <a:lnTo>
                  <a:pt x="1581447" y="1450792"/>
                </a:lnTo>
                <a:lnTo>
                  <a:pt x="1581999" y="1448164"/>
                </a:lnTo>
                <a:lnTo>
                  <a:pt x="1581981" y="1448249"/>
                </a:lnTo>
                <a:lnTo>
                  <a:pt x="1582470" y="1445516"/>
                </a:lnTo>
                <a:lnTo>
                  <a:pt x="1582458" y="1445590"/>
                </a:lnTo>
                <a:lnTo>
                  <a:pt x="1582893" y="1442741"/>
                </a:lnTo>
                <a:lnTo>
                  <a:pt x="1582887" y="1442808"/>
                </a:lnTo>
                <a:lnTo>
                  <a:pt x="1583267" y="1439843"/>
                </a:lnTo>
                <a:lnTo>
                  <a:pt x="1583261" y="1439935"/>
                </a:lnTo>
                <a:lnTo>
                  <a:pt x="1583885" y="1433637"/>
                </a:lnTo>
                <a:lnTo>
                  <a:pt x="1583879" y="1433735"/>
                </a:lnTo>
                <a:lnTo>
                  <a:pt x="1584339" y="1426946"/>
                </a:lnTo>
                <a:lnTo>
                  <a:pt x="1584333" y="1427020"/>
                </a:lnTo>
                <a:lnTo>
                  <a:pt x="1584652" y="1419717"/>
                </a:lnTo>
                <a:lnTo>
                  <a:pt x="1584646" y="1419771"/>
                </a:lnTo>
                <a:lnTo>
                  <a:pt x="1584847" y="1411935"/>
                </a:lnTo>
                <a:lnTo>
                  <a:pt x="1584847" y="1411972"/>
                </a:lnTo>
                <a:lnTo>
                  <a:pt x="1584958" y="1403590"/>
                </a:lnTo>
                <a:lnTo>
                  <a:pt x="1584958" y="1403621"/>
                </a:lnTo>
                <a:lnTo>
                  <a:pt x="1585019" y="1385124"/>
                </a:lnTo>
                <a:lnTo>
                  <a:pt x="1585019" y="1385136"/>
                </a:lnTo>
                <a:lnTo>
                  <a:pt x="1584609" y="108041"/>
                </a:lnTo>
                <a:lnTo>
                  <a:pt x="1584609" y="108065"/>
                </a:lnTo>
                <a:lnTo>
                  <a:pt x="1584547" y="98527"/>
                </a:lnTo>
                <a:lnTo>
                  <a:pt x="1584547" y="98581"/>
                </a:lnTo>
                <a:lnTo>
                  <a:pt x="1584339" y="89648"/>
                </a:lnTo>
                <a:lnTo>
                  <a:pt x="1584339" y="89710"/>
                </a:lnTo>
                <a:lnTo>
                  <a:pt x="1583971" y="81365"/>
                </a:lnTo>
                <a:lnTo>
                  <a:pt x="1583971" y="81445"/>
                </a:lnTo>
                <a:lnTo>
                  <a:pt x="1583420" y="73657"/>
                </a:lnTo>
                <a:lnTo>
                  <a:pt x="1583426" y="73730"/>
                </a:lnTo>
                <a:lnTo>
                  <a:pt x="1583077" y="70042"/>
                </a:lnTo>
                <a:lnTo>
                  <a:pt x="1583083" y="70098"/>
                </a:lnTo>
                <a:lnTo>
                  <a:pt x="1582678" y="66544"/>
                </a:lnTo>
                <a:lnTo>
                  <a:pt x="1582691" y="66605"/>
                </a:lnTo>
                <a:lnTo>
                  <a:pt x="1582231" y="63180"/>
                </a:lnTo>
                <a:lnTo>
                  <a:pt x="1582244" y="63247"/>
                </a:lnTo>
                <a:lnTo>
                  <a:pt x="1581729" y="59952"/>
                </a:lnTo>
                <a:lnTo>
                  <a:pt x="1581741" y="60025"/>
                </a:lnTo>
                <a:lnTo>
                  <a:pt x="1581165" y="56858"/>
                </a:lnTo>
                <a:lnTo>
                  <a:pt x="1581184" y="56937"/>
                </a:lnTo>
                <a:lnTo>
                  <a:pt x="1580547" y="53892"/>
                </a:lnTo>
                <a:lnTo>
                  <a:pt x="1580565" y="53978"/>
                </a:lnTo>
                <a:lnTo>
                  <a:pt x="1579866" y="51055"/>
                </a:lnTo>
                <a:lnTo>
                  <a:pt x="1579891" y="51147"/>
                </a:lnTo>
                <a:lnTo>
                  <a:pt x="1579125" y="48341"/>
                </a:lnTo>
                <a:lnTo>
                  <a:pt x="1579156" y="48446"/>
                </a:lnTo>
                <a:lnTo>
                  <a:pt x="1578322" y="45755"/>
                </a:lnTo>
                <a:lnTo>
                  <a:pt x="1578353" y="45860"/>
                </a:lnTo>
                <a:lnTo>
                  <a:pt x="1577453" y="43286"/>
                </a:lnTo>
                <a:lnTo>
                  <a:pt x="1577495" y="43403"/>
                </a:lnTo>
                <a:lnTo>
                  <a:pt x="1576515" y="40934"/>
                </a:lnTo>
                <a:lnTo>
                  <a:pt x="1576564" y="41057"/>
                </a:lnTo>
                <a:lnTo>
                  <a:pt x="1575510" y="38703"/>
                </a:lnTo>
                <a:lnTo>
                  <a:pt x="1575572" y="38826"/>
                </a:lnTo>
                <a:lnTo>
                  <a:pt x="1574432" y="36578"/>
                </a:lnTo>
                <a:lnTo>
                  <a:pt x="1574506" y="36706"/>
                </a:lnTo>
                <a:lnTo>
                  <a:pt x="1573286" y="34562"/>
                </a:lnTo>
                <a:lnTo>
                  <a:pt x="1573372" y="34697"/>
                </a:lnTo>
                <a:lnTo>
                  <a:pt x="1572073" y="32650"/>
                </a:lnTo>
                <a:lnTo>
                  <a:pt x="1572159" y="32785"/>
                </a:lnTo>
                <a:lnTo>
                  <a:pt x="1570774" y="30842"/>
                </a:lnTo>
                <a:lnTo>
                  <a:pt x="1570879" y="30971"/>
                </a:lnTo>
                <a:lnTo>
                  <a:pt x="1569408" y="29127"/>
                </a:lnTo>
                <a:lnTo>
                  <a:pt x="1569512" y="29256"/>
                </a:lnTo>
                <a:lnTo>
                  <a:pt x="1567950" y="27498"/>
                </a:lnTo>
                <a:lnTo>
                  <a:pt x="1568066" y="27620"/>
                </a:lnTo>
                <a:lnTo>
                  <a:pt x="1566418" y="25960"/>
                </a:lnTo>
                <a:lnTo>
                  <a:pt x="1566541" y="26076"/>
                </a:lnTo>
                <a:lnTo>
                  <a:pt x="1564788" y="24502"/>
                </a:lnTo>
                <a:lnTo>
                  <a:pt x="1564917" y="24612"/>
                </a:lnTo>
                <a:lnTo>
                  <a:pt x="1563073" y="23123"/>
                </a:lnTo>
                <a:lnTo>
                  <a:pt x="1563202" y="23227"/>
                </a:lnTo>
                <a:lnTo>
                  <a:pt x="1561253" y="21824"/>
                </a:lnTo>
                <a:lnTo>
                  <a:pt x="1561388" y="21910"/>
                </a:lnTo>
                <a:lnTo>
                  <a:pt x="1559336" y="20593"/>
                </a:lnTo>
                <a:lnTo>
                  <a:pt x="1559464" y="20666"/>
                </a:lnTo>
                <a:lnTo>
                  <a:pt x="1557314" y="19428"/>
                </a:lnTo>
                <a:lnTo>
                  <a:pt x="1557442" y="19496"/>
                </a:lnTo>
                <a:lnTo>
                  <a:pt x="1555181" y="18331"/>
                </a:lnTo>
                <a:lnTo>
                  <a:pt x="1555304" y="18393"/>
                </a:lnTo>
                <a:lnTo>
                  <a:pt x="1552938" y="17302"/>
                </a:lnTo>
                <a:lnTo>
                  <a:pt x="1553056" y="17351"/>
                </a:lnTo>
                <a:lnTo>
                  <a:pt x="1550574" y="16334"/>
                </a:lnTo>
                <a:lnTo>
                  <a:pt x="1550684" y="16377"/>
                </a:lnTo>
                <a:lnTo>
                  <a:pt x="1548093" y="15428"/>
                </a:lnTo>
                <a:lnTo>
                  <a:pt x="1548197" y="15464"/>
                </a:lnTo>
                <a:lnTo>
                  <a:pt x="1545489" y="14582"/>
                </a:lnTo>
                <a:lnTo>
                  <a:pt x="1545586" y="14613"/>
                </a:lnTo>
                <a:lnTo>
                  <a:pt x="1542756" y="13798"/>
                </a:lnTo>
                <a:lnTo>
                  <a:pt x="1542848" y="13822"/>
                </a:lnTo>
                <a:lnTo>
                  <a:pt x="1539901" y="13069"/>
                </a:lnTo>
                <a:lnTo>
                  <a:pt x="1539980" y="13088"/>
                </a:lnTo>
                <a:lnTo>
                  <a:pt x="1536911" y="12389"/>
                </a:lnTo>
                <a:lnTo>
                  <a:pt x="1536985" y="12407"/>
                </a:lnTo>
                <a:lnTo>
                  <a:pt x="1533786" y="11770"/>
                </a:lnTo>
                <a:lnTo>
                  <a:pt x="1533860" y="11782"/>
                </a:lnTo>
                <a:lnTo>
                  <a:pt x="1530533" y="11200"/>
                </a:lnTo>
                <a:lnTo>
                  <a:pt x="1530600" y="11212"/>
                </a:lnTo>
                <a:lnTo>
                  <a:pt x="1527139" y="10680"/>
                </a:lnTo>
                <a:lnTo>
                  <a:pt x="1527200" y="10685"/>
                </a:lnTo>
                <a:lnTo>
                  <a:pt x="1523610" y="10208"/>
                </a:lnTo>
                <a:lnTo>
                  <a:pt x="1523689" y="10214"/>
                </a:lnTo>
                <a:lnTo>
                  <a:pt x="1516105" y="9392"/>
                </a:lnTo>
                <a:lnTo>
                  <a:pt x="1516190" y="9405"/>
                </a:lnTo>
                <a:lnTo>
                  <a:pt x="1508041" y="8749"/>
                </a:lnTo>
                <a:lnTo>
                  <a:pt x="1508109" y="8755"/>
                </a:lnTo>
                <a:lnTo>
                  <a:pt x="1499390" y="8253"/>
                </a:lnTo>
                <a:lnTo>
                  <a:pt x="1499439" y="8253"/>
                </a:lnTo>
                <a:lnTo>
                  <a:pt x="1490120" y="7886"/>
                </a:lnTo>
                <a:lnTo>
                  <a:pt x="1490163" y="7886"/>
                </a:lnTo>
                <a:lnTo>
                  <a:pt x="1480225" y="7628"/>
                </a:lnTo>
                <a:lnTo>
                  <a:pt x="1480256" y="7628"/>
                </a:lnTo>
                <a:lnTo>
                  <a:pt x="1469688" y="7457"/>
                </a:lnTo>
                <a:lnTo>
                  <a:pt x="1469718" y="7457"/>
                </a:lnTo>
                <a:lnTo>
                  <a:pt x="1446595" y="7316"/>
                </a:lnTo>
                <a:lnTo>
                  <a:pt x="1446613" y="7316"/>
                </a:lnTo>
                <a:lnTo>
                  <a:pt x="1420721" y="7303"/>
                </a:lnTo>
                <a:lnTo>
                  <a:pt x="154912" y="6127"/>
                </a:lnTo>
                <a:lnTo>
                  <a:pt x="154918" y="6127"/>
                </a:lnTo>
                <a:lnTo>
                  <a:pt x="129203" y="6201"/>
                </a:lnTo>
                <a:lnTo>
                  <a:pt x="129222" y="6201"/>
                </a:lnTo>
                <a:lnTo>
                  <a:pt x="117532" y="6323"/>
                </a:lnTo>
                <a:lnTo>
                  <a:pt x="117556" y="6323"/>
                </a:lnTo>
                <a:lnTo>
                  <a:pt x="106602" y="6519"/>
                </a:lnTo>
                <a:lnTo>
                  <a:pt x="106638" y="6519"/>
                </a:lnTo>
                <a:lnTo>
                  <a:pt x="96406" y="6814"/>
                </a:lnTo>
                <a:lnTo>
                  <a:pt x="96449" y="6814"/>
                </a:lnTo>
                <a:lnTo>
                  <a:pt x="86916" y="7224"/>
                </a:lnTo>
                <a:lnTo>
                  <a:pt x="86971" y="7218"/>
                </a:lnTo>
                <a:lnTo>
                  <a:pt x="78112" y="7763"/>
                </a:lnTo>
                <a:lnTo>
                  <a:pt x="78179" y="7757"/>
                </a:lnTo>
                <a:lnTo>
                  <a:pt x="69963" y="8444"/>
                </a:lnTo>
                <a:lnTo>
                  <a:pt x="70049" y="8437"/>
                </a:lnTo>
                <a:lnTo>
                  <a:pt x="62457" y="9295"/>
                </a:lnTo>
                <a:lnTo>
                  <a:pt x="62537" y="9282"/>
                </a:lnTo>
                <a:lnTo>
                  <a:pt x="58966" y="9778"/>
                </a:lnTo>
                <a:lnTo>
                  <a:pt x="59026" y="9773"/>
                </a:lnTo>
                <a:lnTo>
                  <a:pt x="55602" y="10318"/>
                </a:lnTo>
                <a:lnTo>
                  <a:pt x="55669" y="10305"/>
                </a:lnTo>
                <a:lnTo>
                  <a:pt x="52385" y="10900"/>
                </a:lnTo>
                <a:lnTo>
                  <a:pt x="52458" y="10888"/>
                </a:lnTo>
                <a:lnTo>
                  <a:pt x="49315" y="11531"/>
                </a:lnTo>
                <a:lnTo>
                  <a:pt x="49395" y="11519"/>
                </a:lnTo>
                <a:lnTo>
                  <a:pt x="46393" y="12217"/>
                </a:lnTo>
                <a:lnTo>
                  <a:pt x="46479" y="12199"/>
                </a:lnTo>
                <a:lnTo>
                  <a:pt x="43611" y="12959"/>
                </a:lnTo>
                <a:lnTo>
                  <a:pt x="43703" y="12928"/>
                </a:lnTo>
                <a:lnTo>
                  <a:pt x="40964" y="13749"/>
                </a:lnTo>
                <a:lnTo>
                  <a:pt x="41068" y="13718"/>
                </a:lnTo>
                <a:lnTo>
                  <a:pt x="38459" y="14594"/>
                </a:lnTo>
                <a:lnTo>
                  <a:pt x="38569" y="14558"/>
                </a:lnTo>
                <a:lnTo>
                  <a:pt x="36082" y="15501"/>
                </a:lnTo>
                <a:lnTo>
                  <a:pt x="36198" y="15453"/>
                </a:lnTo>
                <a:lnTo>
                  <a:pt x="33839" y="16463"/>
                </a:lnTo>
                <a:lnTo>
                  <a:pt x="33961" y="16408"/>
                </a:lnTo>
                <a:lnTo>
                  <a:pt x="31713" y="17486"/>
                </a:lnTo>
                <a:lnTo>
                  <a:pt x="31842" y="17425"/>
                </a:lnTo>
                <a:lnTo>
                  <a:pt x="29716" y="18571"/>
                </a:lnTo>
                <a:lnTo>
                  <a:pt x="29851" y="18498"/>
                </a:lnTo>
                <a:lnTo>
                  <a:pt x="27834" y="19716"/>
                </a:lnTo>
                <a:lnTo>
                  <a:pt x="27969" y="19631"/>
                </a:lnTo>
                <a:lnTo>
                  <a:pt x="26064" y="20923"/>
                </a:lnTo>
                <a:lnTo>
                  <a:pt x="26199" y="20825"/>
                </a:lnTo>
                <a:lnTo>
                  <a:pt x="24404" y="22198"/>
                </a:lnTo>
                <a:lnTo>
                  <a:pt x="24532" y="22088"/>
                </a:lnTo>
                <a:lnTo>
                  <a:pt x="22841" y="23540"/>
                </a:lnTo>
                <a:lnTo>
                  <a:pt x="22970" y="23423"/>
                </a:lnTo>
                <a:lnTo>
                  <a:pt x="21377" y="24955"/>
                </a:lnTo>
                <a:lnTo>
                  <a:pt x="21499" y="24826"/>
                </a:lnTo>
                <a:lnTo>
                  <a:pt x="20005" y="26444"/>
                </a:lnTo>
                <a:lnTo>
                  <a:pt x="20121" y="26309"/>
                </a:lnTo>
                <a:lnTo>
                  <a:pt x="18718" y="28012"/>
                </a:lnTo>
                <a:lnTo>
                  <a:pt x="18828" y="27877"/>
                </a:lnTo>
                <a:lnTo>
                  <a:pt x="17517" y="29667"/>
                </a:lnTo>
                <a:lnTo>
                  <a:pt x="17615" y="29526"/>
                </a:lnTo>
                <a:lnTo>
                  <a:pt x="16390" y="31406"/>
                </a:lnTo>
                <a:lnTo>
                  <a:pt x="16475" y="31266"/>
                </a:lnTo>
                <a:lnTo>
                  <a:pt x="15342" y="33239"/>
                </a:lnTo>
                <a:lnTo>
                  <a:pt x="15415" y="33104"/>
                </a:lnTo>
                <a:lnTo>
                  <a:pt x="14362" y="35169"/>
                </a:lnTo>
                <a:lnTo>
                  <a:pt x="14423" y="35034"/>
                </a:lnTo>
                <a:lnTo>
                  <a:pt x="13449" y="37197"/>
                </a:lnTo>
                <a:lnTo>
                  <a:pt x="13504" y="37068"/>
                </a:lnTo>
                <a:lnTo>
                  <a:pt x="12603" y="39335"/>
                </a:lnTo>
                <a:lnTo>
                  <a:pt x="12646" y="39212"/>
                </a:lnTo>
                <a:lnTo>
                  <a:pt x="11825" y="41577"/>
                </a:lnTo>
                <a:lnTo>
                  <a:pt x="11861" y="41461"/>
                </a:lnTo>
                <a:lnTo>
                  <a:pt x="11102" y="43930"/>
                </a:lnTo>
                <a:lnTo>
                  <a:pt x="11132" y="43825"/>
                </a:lnTo>
                <a:lnTo>
                  <a:pt x="10446" y="46393"/>
                </a:lnTo>
                <a:lnTo>
                  <a:pt x="10471" y="46301"/>
                </a:lnTo>
                <a:lnTo>
                  <a:pt x="9846" y="48978"/>
                </a:lnTo>
                <a:lnTo>
                  <a:pt x="9865" y="48892"/>
                </a:lnTo>
                <a:lnTo>
                  <a:pt x="9301" y="51681"/>
                </a:lnTo>
                <a:lnTo>
                  <a:pt x="9313" y="51600"/>
                </a:lnTo>
                <a:lnTo>
                  <a:pt x="8811" y="54499"/>
                </a:lnTo>
                <a:lnTo>
                  <a:pt x="8823" y="54432"/>
                </a:lnTo>
                <a:lnTo>
                  <a:pt x="8369" y="57446"/>
                </a:lnTo>
                <a:lnTo>
                  <a:pt x="8381" y="57348"/>
                </a:lnTo>
                <a:lnTo>
                  <a:pt x="7634" y="63732"/>
                </a:lnTo>
                <a:lnTo>
                  <a:pt x="7640" y="63628"/>
                </a:lnTo>
                <a:lnTo>
                  <a:pt x="7077" y="70496"/>
                </a:lnTo>
                <a:lnTo>
                  <a:pt x="7083" y="70417"/>
                </a:lnTo>
                <a:lnTo>
                  <a:pt x="6672" y="77781"/>
                </a:lnTo>
                <a:lnTo>
                  <a:pt x="6672" y="77720"/>
                </a:lnTo>
                <a:lnTo>
                  <a:pt x="6397" y="85605"/>
                </a:lnTo>
                <a:lnTo>
                  <a:pt x="6397" y="85562"/>
                </a:lnTo>
                <a:lnTo>
                  <a:pt x="6231" y="93986"/>
                </a:lnTo>
                <a:lnTo>
                  <a:pt x="6231" y="93956"/>
                </a:lnTo>
                <a:lnTo>
                  <a:pt x="6151" y="102932"/>
                </a:lnTo>
                <a:lnTo>
                  <a:pt x="6151" y="102907"/>
                </a:lnTo>
                <a:lnTo>
                  <a:pt x="6127" y="112459"/>
                </a:lnTo>
              </a:path>
            </a:pathLst>
          </a:custGeom>
          <a:solidFill xmlns:a="http://schemas.openxmlformats.org/drawingml/2006/main">
            <a:srgbClr val="2F5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204">
            <a:extLst xmlns:a="http://schemas.openxmlformats.org/drawingml/2006/main">
              <a:ext uri="{FF2B5EF4-FFF2-40B4-BE49-F238E27FC236}">
                <a16:creationId xmlns:a16="http://schemas.microsoft.com/office/drawing/2014/main" id="{355C8924-577D-41D4-B974-9682A00F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421" y="4028486"/>
            <a:ext cx="161749" cy="161749"/>
          </a:xfrm>
          <a:custGeom xmlns:a="http://schemas.openxmlformats.org/drawingml/2006/main">
            <a:pathLst>
              <a:path w="161749" h="161749">
                <a:moveTo>
                  <a:pt x="0" y="54407"/>
                </a:moveTo>
                <a:lnTo>
                  <a:pt x="55142" y="54407"/>
                </a:lnTo>
                <a:lnTo>
                  <a:pt x="55142" y="0"/>
                </a:lnTo>
                <a:lnTo>
                  <a:pt x="107342" y="0"/>
                </a:lnTo>
                <a:lnTo>
                  <a:pt x="107342" y="54407"/>
                </a:lnTo>
                <a:lnTo>
                  <a:pt x="161749" y="54407"/>
                </a:lnTo>
                <a:lnTo>
                  <a:pt x="161749" y="106607"/>
                </a:lnTo>
                <a:lnTo>
                  <a:pt x="107342" y="106607"/>
                </a:lnTo>
                <a:lnTo>
                  <a:pt x="107342" y="161749"/>
                </a:lnTo>
                <a:lnTo>
                  <a:pt x="55142" y="161749"/>
                </a:lnTo>
                <a:lnTo>
                  <a:pt x="55142" y="106607"/>
                </a:lnTo>
                <a:lnTo>
                  <a:pt x="0" y="106607"/>
                </a:lnTo>
                <a:lnTo>
                  <a:pt x="0" y="544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TRK State-Memory">
            <a:extLst xmlns:a="http://schemas.openxmlformats.org/drawingml/2006/main">
              <a:ext uri="{FF2B5EF4-FFF2-40B4-BE49-F238E27FC236}">
                <a16:creationId xmlns:a16="http://schemas.microsoft.com/office/drawing/2014/main" id="{38C9719C-F4D5-4EE7-AC0D-D16F3D3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138" y="2974074"/>
            <a:ext cx="1771122" cy="275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[TRK]State-Memory</a:t>
            </a:r>
          </a:p>
        </p:txBody>
      </p:sp>
      <p:sp>
        <p:nvSpPr>
          <p:cNvPr id="201" name="text-206 View">
            <a:extLst xmlns:a="http://schemas.openxmlformats.org/drawingml/2006/main">
              <a:ext uri="{FF2B5EF4-FFF2-40B4-BE49-F238E27FC236}">
                <a16:creationId xmlns:a16="http://schemas.microsoft.com/office/drawing/2014/main" id="{B3022E82-6401-44C7-ACC3-88330126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5333" y="6000405"/>
            <a:ext cx="386982" cy="23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View</a:t>
            </a:r>
          </a:p>
        </p:txBody>
      </p:sp>
      <p:sp>
        <p:nvSpPr>
          <p:cNvPr id="202" name="text-208 1">
            <a:extLst xmlns:a="http://schemas.openxmlformats.org/drawingml/2006/main">
              <a:ext uri="{FF2B5EF4-FFF2-40B4-BE49-F238E27FC236}">
                <a16:creationId xmlns:a16="http://schemas.microsoft.com/office/drawing/2014/main" id="{4071714C-6064-4CE4-A6EF-37A42FA1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463" y="5996686"/>
            <a:ext cx="116479" cy="23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3" name="text-210 View">
            <a:extLst xmlns:a="http://schemas.openxmlformats.org/drawingml/2006/main">
              <a:ext uri="{FF2B5EF4-FFF2-40B4-BE49-F238E27FC236}">
                <a16:creationId xmlns:a16="http://schemas.microsoft.com/office/drawing/2014/main" id="{1FCD7A05-36EB-421F-BD70-6CDF0DB2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3311" y="6001269"/>
            <a:ext cx="384988" cy="2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View</a:t>
            </a:r>
          </a:p>
        </p:txBody>
      </p:sp>
      <p:sp>
        <p:nvSpPr>
          <p:cNvPr id="204" name="text-210 2">
            <a:extLst xmlns:a="http://schemas.openxmlformats.org/drawingml/2006/main">
              <a:ext uri="{FF2B5EF4-FFF2-40B4-BE49-F238E27FC236}">
                <a16:creationId xmlns:a16="http://schemas.microsoft.com/office/drawing/2014/main" id="{56B0A0F2-31FA-4AEA-98CE-32A59B86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0223" y="5996686"/>
            <a:ext cx="116479" cy="23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text-213 Vi">
            <a:extLst xmlns:a="http://schemas.openxmlformats.org/drawingml/2006/main">
              <a:ext uri="{FF2B5EF4-FFF2-40B4-BE49-F238E27FC236}">
                <a16:creationId xmlns:a16="http://schemas.microsoft.com/office/drawing/2014/main" id="{45706859-D7F2-4DE4-B1D3-52E125C5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3719" y="5995778"/>
            <a:ext cx="196845" cy="241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</a:t>
            </a:r>
          </a:p>
        </p:txBody>
      </p:sp>
      <p:sp>
        <p:nvSpPr>
          <p:cNvPr id="206" name="text-214 e">
            <a:extLst xmlns:a="http://schemas.openxmlformats.org/drawingml/2006/main">
              <a:ext uri="{FF2B5EF4-FFF2-40B4-BE49-F238E27FC236}">
                <a16:creationId xmlns:a16="http://schemas.microsoft.com/office/drawing/2014/main" id="{441BE174-66D5-43FE-ADE0-AB66AFE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4242" y="5996868"/>
            <a:ext cx="106830" cy="23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07" name="text-215 w">
            <a:extLst xmlns:a="http://schemas.openxmlformats.org/drawingml/2006/main">
              <a:ext uri="{FF2B5EF4-FFF2-40B4-BE49-F238E27FC236}">
                <a16:creationId xmlns:a16="http://schemas.microsoft.com/office/drawing/2014/main" id="{0F3D6ADB-14BE-42B8-BE52-0FFCDE6E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5007" y="5996816"/>
            <a:ext cx="154501" cy="239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208" name="text-217 3">
            <a:extLst xmlns:a="http://schemas.openxmlformats.org/drawingml/2006/main">
              <a:ext uri="{FF2B5EF4-FFF2-40B4-BE49-F238E27FC236}">
                <a16:creationId xmlns:a16="http://schemas.microsoft.com/office/drawing/2014/main" id="{52D16617-3B93-4494-BE0E-4AFF62A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364" y="5996686"/>
            <a:ext cx="116479" cy="239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9" name="path-218">
            <a:extLst xmlns:a="http://schemas.openxmlformats.org/drawingml/2006/main">
              <a:ext uri="{FF2B5EF4-FFF2-40B4-BE49-F238E27FC236}">
                <a16:creationId xmlns:a16="http://schemas.microsoft.com/office/drawing/2014/main" id="{7040823F-6E11-4F4A-AF04-8C9348B2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2" y="2960942"/>
            <a:ext cx="260269" cy="267621"/>
          </a:xfrm>
          <a:custGeom xmlns:a="http://schemas.openxmlformats.org/drawingml/2006/main">
            <a:pathLst>
              <a:path w="260269" h="267621">
                <a:moveTo>
                  <a:pt x="0" y="102196"/>
                </a:moveTo>
                <a:lnTo>
                  <a:pt x="99255" y="102196"/>
                </a:lnTo>
                <a:lnTo>
                  <a:pt x="130134" y="0"/>
                </a:lnTo>
                <a:lnTo>
                  <a:pt x="160279" y="102196"/>
                </a:lnTo>
                <a:lnTo>
                  <a:pt x="260269" y="102196"/>
                </a:lnTo>
                <a:lnTo>
                  <a:pt x="179395" y="165425"/>
                </a:lnTo>
                <a:lnTo>
                  <a:pt x="210274" y="267621"/>
                </a:lnTo>
                <a:lnTo>
                  <a:pt x="130134" y="204392"/>
                </a:lnTo>
                <a:lnTo>
                  <a:pt x="49260" y="267621"/>
                </a:lnTo>
                <a:lnTo>
                  <a:pt x="80139" y="165425"/>
                </a:lnTo>
                <a:lnTo>
                  <a:pt x="0" y="102196"/>
                </a:lnTo>
              </a:path>
            </a:pathLst>
          </a:custGeom>
          <a:solidFill xmlns:a="http://schemas.openxmlformats.org/drawingml/2006/main">
            <a:srgbClr val="4E8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9">
            <a:extLst xmlns:a="http://schemas.openxmlformats.org/drawingml/2006/main">
              <a:ext uri="{FF2B5EF4-FFF2-40B4-BE49-F238E27FC236}">
                <a16:creationId xmlns:a16="http://schemas.microsoft.com/office/drawing/2014/main" id="{68AFB37A-F0ED-48B7-ABCD-5597712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950" y="2960942"/>
            <a:ext cx="267621" cy="267621"/>
          </a:xfrm>
          <a:custGeom xmlns:a="http://schemas.openxmlformats.org/drawingml/2006/main">
            <a:pathLst>
              <a:path w="267621" h="267621">
                <a:moveTo>
                  <a:pt x="0" y="102196"/>
                </a:moveTo>
                <a:lnTo>
                  <a:pt x="97785" y="96314"/>
                </a:lnTo>
                <a:lnTo>
                  <a:pt x="133811" y="0"/>
                </a:lnTo>
                <a:lnTo>
                  <a:pt x="169837" y="96314"/>
                </a:lnTo>
                <a:lnTo>
                  <a:pt x="267621" y="102196"/>
                </a:lnTo>
                <a:lnTo>
                  <a:pt x="191894" y="167631"/>
                </a:lnTo>
                <a:lnTo>
                  <a:pt x="216891" y="267621"/>
                </a:lnTo>
                <a:lnTo>
                  <a:pt x="133811" y="212479"/>
                </a:lnTo>
                <a:lnTo>
                  <a:pt x="50731" y="267621"/>
                </a:lnTo>
                <a:lnTo>
                  <a:pt x="75728" y="167631"/>
                </a:lnTo>
                <a:lnTo>
                  <a:pt x="0" y="10219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20">
            <a:extLst xmlns:a="http://schemas.openxmlformats.org/drawingml/2006/main">
              <a:ext uri="{FF2B5EF4-FFF2-40B4-BE49-F238E27FC236}">
                <a16:creationId xmlns:a16="http://schemas.microsoft.com/office/drawing/2014/main" id="{016AEBAC-1DA3-40D5-8D74-14FF1E16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509" y="1878080"/>
            <a:ext cx="734917" cy="363017"/>
          </a:xfrm>
          <a:custGeom xmlns:a="http://schemas.openxmlformats.org/drawingml/2006/main">
            <a:pathLst>
              <a:path w="734917" h="363017">
                <a:moveTo>
                  <a:pt x="0" y="26676"/>
                </a:moveTo>
                <a:cubicBezTo>
                  <a:pt x="0" y="1078"/>
                  <a:pt x="2837" y="0"/>
                  <a:pt x="70404" y="0"/>
                </a:cubicBezTo>
                <a:lnTo>
                  <a:pt x="657320" y="288"/>
                </a:lnTo>
                <a:cubicBezTo>
                  <a:pt x="724888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55"/>
                  <a:pt x="733973" y="363017"/>
                  <a:pt x="666401" y="363017"/>
                </a:cubicBezTo>
                <a:lnTo>
                  <a:pt x="70404" y="361656"/>
                </a:lnTo>
                <a:cubicBezTo>
                  <a:pt x="2837" y="361656"/>
                  <a:pt x="190" y="360652"/>
                  <a:pt x="19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21">
            <a:extLst xmlns:a="http://schemas.openxmlformats.org/drawingml/2006/main">
              <a:ext uri="{FF2B5EF4-FFF2-40B4-BE49-F238E27FC236}">
                <a16:creationId xmlns:a16="http://schemas.microsoft.com/office/drawing/2014/main" id="{CDDCD762-26A5-40A7-B128-C13B3623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445" y="1875017"/>
            <a:ext cx="741044" cy="369143"/>
          </a:xfrm>
          <a:custGeom xmlns:a="http://schemas.openxmlformats.org/drawingml/2006/main">
            <a:pathLst>
              <a:path w="741044" h="369143">
                <a:moveTo>
                  <a:pt x="49" y="25126"/>
                </a:moveTo>
                <a:lnTo>
                  <a:pt x="264" y="21003"/>
                </a:lnTo>
                <a:lnTo>
                  <a:pt x="472" y="19048"/>
                </a:lnTo>
                <a:lnTo>
                  <a:pt x="760" y="17198"/>
                </a:lnTo>
                <a:lnTo>
                  <a:pt x="1158" y="15428"/>
                </a:lnTo>
                <a:lnTo>
                  <a:pt x="1679" y="13736"/>
                </a:lnTo>
                <a:lnTo>
                  <a:pt x="2347" y="12119"/>
                </a:lnTo>
                <a:lnTo>
                  <a:pt x="3180" y="10587"/>
                </a:lnTo>
                <a:lnTo>
                  <a:pt x="4192" y="9154"/>
                </a:lnTo>
                <a:lnTo>
                  <a:pt x="5386" y="7848"/>
                </a:lnTo>
                <a:lnTo>
                  <a:pt x="6758" y="6672"/>
                </a:lnTo>
                <a:lnTo>
                  <a:pt x="8290" y="5630"/>
                </a:lnTo>
                <a:lnTo>
                  <a:pt x="9981" y="4724"/>
                </a:lnTo>
                <a:lnTo>
                  <a:pt x="11838" y="3940"/>
                </a:lnTo>
                <a:lnTo>
                  <a:pt x="13860" y="3253"/>
                </a:lnTo>
                <a:lnTo>
                  <a:pt x="16059" y="2665"/>
                </a:lnTo>
                <a:lnTo>
                  <a:pt x="18449" y="2157"/>
                </a:lnTo>
                <a:lnTo>
                  <a:pt x="21046" y="1722"/>
                </a:lnTo>
                <a:lnTo>
                  <a:pt x="23871" y="1354"/>
                </a:lnTo>
                <a:lnTo>
                  <a:pt x="26928" y="1042"/>
                </a:lnTo>
                <a:lnTo>
                  <a:pt x="30231" y="784"/>
                </a:lnTo>
                <a:lnTo>
                  <a:pt x="33815" y="570"/>
                </a:lnTo>
                <a:lnTo>
                  <a:pt x="41797" y="270"/>
                </a:lnTo>
                <a:lnTo>
                  <a:pt x="51006" y="98"/>
                </a:lnTo>
                <a:lnTo>
                  <a:pt x="61532" y="19"/>
                </a:lnTo>
                <a:lnTo>
                  <a:pt x="73468" y="0"/>
                </a:lnTo>
                <a:lnTo>
                  <a:pt x="660384" y="288"/>
                </a:lnTo>
                <a:lnTo>
                  <a:pt x="683127" y="325"/>
                </a:lnTo>
                <a:lnTo>
                  <a:pt x="692673" y="429"/>
                </a:lnTo>
                <a:lnTo>
                  <a:pt x="701097" y="644"/>
                </a:lnTo>
                <a:lnTo>
                  <a:pt x="708468" y="1005"/>
                </a:lnTo>
                <a:lnTo>
                  <a:pt x="711807" y="1262"/>
                </a:lnTo>
                <a:lnTo>
                  <a:pt x="714907" y="1562"/>
                </a:lnTo>
                <a:lnTo>
                  <a:pt x="717793" y="1930"/>
                </a:lnTo>
                <a:lnTo>
                  <a:pt x="720476" y="2365"/>
                </a:lnTo>
                <a:lnTo>
                  <a:pt x="722964" y="2874"/>
                </a:lnTo>
                <a:lnTo>
                  <a:pt x="725274" y="3462"/>
                </a:lnTo>
                <a:lnTo>
                  <a:pt x="727412" y="4148"/>
                </a:lnTo>
                <a:lnTo>
                  <a:pt x="729385" y="4938"/>
                </a:lnTo>
                <a:lnTo>
                  <a:pt x="731211" y="5851"/>
                </a:lnTo>
                <a:lnTo>
                  <a:pt x="732877" y="6893"/>
                </a:lnTo>
                <a:lnTo>
                  <a:pt x="734384" y="8069"/>
                </a:lnTo>
                <a:lnTo>
                  <a:pt x="735726" y="9392"/>
                </a:lnTo>
                <a:lnTo>
                  <a:pt x="736890" y="10845"/>
                </a:lnTo>
                <a:lnTo>
                  <a:pt x="737883" y="12419"/>
                </a:lnTo>
                <a:lnTo>
                  <a:pt x="738697" y="14104"/>
                </a:lnTo>
                <a:lnTo>
                  <a:pt x="739360" y="15881"/>
                </a:lnTo>
                <a:lnTo>
                  <a:pt x="739874" y="17756"/>
                </a:lnTo>
                <a:lnTo>
                  <a:pt x="740260" y="19723"/>
                </a:lnTo>
                <a:lnTo>
                  <a:pt x="740536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4" y="28643"/>
                </a:lnTo>
                <a:lnTo>
                  <a:pt x="741044" y="340127"/>
                </a:lnTo>
                <a:lnTo>
                  <a:pt x="741013" y="344698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5" y="352503"/>
                </a:lnTo>
                <a:lnTo>
                  <a:pt x="740144" y="354237"/>
                </a:lnTo>
                <a:lnTo>
                  <a:pt x="739703" y="355903"/>
                </a:lnTo>
                <a:lnTo>
                  <a:pt x="739114" y="357496"/>
                </a:lnTo>
                <a:lnTo>
                  <a:pt x="738361" y="359009"/>
                </a:lnTo>
                <a:lnTo>
                  <a:pt x="737429" y="360431"/>
                </a:lnTo>
                <a:lnTo>
                  <a:pt x="736314" y="361730"/>
                </a:lnTo>
                <a:lnTo>
                  <a:pt x="735015" y="362894"/>
                </a:lnTo>
                <a:lnTo>
                  <a:pt x="733557" y="363917"/>
                </a:lnTo>
                <a:lnTo>
                  <a:pt x="731934" y="364806"/>
                </a:lnTo>
                <a:lnTo>
                  <a:pt x="730151" y="365565"/>
                </a:lnTo>
                <a:lnTo>
                  <a:pt x="728208" y="366215"/>
                </a:lnTo>
                <a:lnTo>
                  <a:pt x="726089" y="366772"/>
                </a:lnTo>
                <a:lnTo>
                  <a:pt x="723785" y="367250"/>
                </a:lnTo>
                <a:lnTo>
                  <a:pt x="721267" y="367648"/>
                </a:lnTo>
                <a:lnTo>
                  <a:pt x="718528" y="367986"/>
                </a:lnTo>
                <a:lnTo>
                  <a:pt x="715538" y="368267"/>
                </a:lnTo>
                <a:lnTo>
                  <a:pt x="708823" y="368684"/>
                </a:lnTo>
                <a:lnTo>
                  <a:pt x="700950" y="368941"/>
                </a:lnTo>
                <a:lnTo>
                  <a:pt x="691839" y="369076"/>
                </a:lnTo>
                <a:lnTo>
                  <a:pt x="669470" y="369143"/>
                </a:lnTo>
                <a:lnTo>
                  <a:pt x="73462" y="367783"/>
                </a:lnTo>
                <a:lnTo>
                  <a:pt x="73468" y="367783"/>
                </a:lnTo>
                <a:lnTo>
                  <a:pt x="61532" y="367765"/>
                </a:lnTo>
                <a:lnTo>
                  <a:pt x="51013" y="367685"/>
                </a:lnTo>
                <a:lnTo>
                  <a:pt x="41816" y="367520"/>
                </a:lnTo>
                <a:lnTo>
                  <a:pt x="33846" y="367219"/>
                </a:lnTo>
                <a:lnTo>
                  <a:pt x="30274" y="367011"/>
                </a:lnTo>
                <a:lnTo>
                  <a:pt x="26971" y="366754"/>
                </a:lnTo>
                <a:lnTo>
                  <a:pt x="23926" y="366447"/>
                </a:lnTo>
                <a:lnTo>
                  <a:pt x="21114" y="366080"/>
                </a:lnTo>
                <a:lnTo>
                  <a:pt x="18522" y="365651"/>
                </a:lnTo>
                <a:lnTo>
                  <a:pt x="16139" y="365143"/>
                </a:lnTo>
                <a:lnTo>
                  <a:pt x="13945" y="364560"/>
                </a:lnTo>
                <a:lnTo>
                  <a:pt x="11935" y="363881"/>
                </a:lnTo>
                <a:lnTo>
                  <a:pt x="10085" y="363096"/>
                </a:lnTo>
                <a:lnTo>
                  <a:pt x="8401" y="362190"/>
                </a:lnTo>
                <a:lnTo>
                  <a:pt x="6875" y="361154"/>
                </a:lnTo>
                <a:lnTo>
                  <a:pt x="5515" y="359977"/>
                </a:lnTo>
                <a:lnTo>
                  <a:pt x="4326" y="358672"/>
                </a:lnTo>
                <a:lnTo>
                  <a:pt x="3321" y="357245"/>
                </a:lnTo>
                <a:lnTo>
                  <a:pt x="2494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2" y="350640"/>
                </a:lnTo>
                <a:lnTo>
                  <a:pt x="644" y="348790"/>
                </a:lnTo>
                <a:lnTo>
                  <a:pt x="442" y="346842"/>
                </a:lnTo>
                <a:lnTo>
                  <a:pt x="240" y="342724"/>
                </a:lnTo>
                <a:lnTo>
                  <a:pt x="191" y="338129"/>
                </a:lnTo>
                <a:lnTo>
                  <a:pt x="0" y="29728"/>
                </a:lnTo>
                <a:lnTo>
                  <a:pt x="49" y="25126"/>
                </a:lnTo>
                <a:moveTo>
                  <a:pt x="6128" y="29777"/>
                </a:moveTo>
                <a:lnTo>
                  <a:pt x="6128" y="29740"/>
                </a:lnTo>
                <a:lnTo>
                  <a:pt x="6317" y="338111"/>
                </a:lnTo>
                <a:lnTo>
                  <a:pt x="6317" y="338081"/>
                </a:lnTo>
                <a:lnTo>
                  <a:pt x="6360" y="342596"/>
                </a:lnTo>
                <a:lnTo>
                  <a:pt x="6360" y="342473"/>
                </a:lnTo>
                <a:lnTo>
                  <a:pt x="6556" y="346450"/>
                </a:lnTo>
                <a:lnTo>
                  <a:pt x="6544" y="346290"/>
                </a:lnTo>
                <a:lnTo>
                  <a:pt x="6733" y="348086"/>
                </a:lnTo>
                <a:lnTo>
                  <a:pt x="6709" y="347932"/>
                </a:lnTo>
                <a:lnTo>
                  <a:pt x="6973" y="349605"/>
                </a:lnTo>
                <a:lnTo>
                  <a:pt x="6936" y="349415"/>
                </a:lnTo>
                <a:lnTo>
                  <a:pt x="7279" y="350972"/>
                </a:lnTo>
                <a:lnTo>
                  <a:pt x="7218" y="350738"/>
                </a:lnTo>
                <a:lnTo>
                  <a:pt x="7653" y="352179"/>
                </a:lnTo>
                <a:lnTo>
                  <a:pt x="7561" y="351909"/>
                </a:lnTo>
                <a:lnTo>
                  <a:pt x="8100" y="353244"/>
                </a:lnTo>
                <a:lnTo>
                  <a:pt x="7959" y="352944"/>
                </a:lnTo>
                <a:lnTo>
                  <a:pt x="8627" y="354169"/>
                </a:lnTo>
                <a:lnTo>
                  <a:pt x="8437" y="353863"/>
                </a:lnTo>
                <a:lnTo>
                  <a:pt x="9227" y="354990"/>
                </a:lnTo>
                <a:lnTo>
                  <a:pt x="8989" y="354696"/>
                </a:lnTo>
                <a:lnTo>
                  <a:pt x="9926" y="355720"/>
                </a:lnTo>
                <a:lnTo>
                  <a:pt x="9656" y="355462"/>
                </a:lnTo>
                <a:lnTo>
                  <a:pt x="10741" y="356400"/>
                </a:lnTo>
                <a:lnTo>
                  <a:pt x="10459" y="356185"/>
                </a:lnTo>
                <a:lnTo>
                  <a:pt x="11709" y="357031"/>
                </a:lnTo>
                <a:lnTo>
                  <a:pt x="11439" y="356865"/>
                </a:lnTo>
                <a:lnTo>
                  <a:pt x="12861" y="357631"/>
                </a:lnTo>
                <a:lnTo>
                  <a:pt x="12610" y="357508"/>
                </a:lnTo>
                <a:lnTo>
                  <a:pt x="14221" y="358194"/>
                </a:lnTo>
                <a:lnTo>
                  <a:pt x="14000" y="358115"/>
                </a:lnTo>
                <a:lnTo>
                  <a:pt x="15814" y="358722"/>
                </a:lnTo>
                <a:lnTo>
                  <a:pt x="15624" y="358666"/>
                </a:lnTo>
                <a:lnTo>
                  <a:pt x="17640" y="359206"/>
                </a:lnTo>
                <a:lnTo>
                  <a:pt x="17486" y="359169"/>
                </a:lnTo>
                <a:lnTo>
                  <a:pt x="19723" y="359641"/>
                </a:lnTo>
                <a:lnTo>
                  <a:pt x="19594" y="359616"/>
                </a:lnTo>
                <a:lnTo>
                  <a:pt x="22063" y="360027"/>
                </a:lnTo>
                <a:lnTo>
                  <a:pt x="21953" y="360014"/>
                </a:lnTo>
                <a:lnTo>
                  <a:pt x="24673" y="360363"/>
                </a:lnTo>
                <a:lnTo>
                  <a:pt x="24581" y="360358"/>
                </a:lnTo>
                <a:lnTo>
                  <a:pt x="27553" y="360658"/>
                </a:lnTo>
                <a:lnTo>
                  <a:pt x="27480" y="360651"/>
                </a:lnTo>
                <a:lnTo>
                  <a:pt x="30714" y="360902"/>
                </a:lnTo>
                <a:lnTo>
                  <a:pt x="30659" y="360897"/>
                </a:lnTo>
                <a:lnTo>
                  <a:pt x="34176" y="361105"/>
                </a:lnTo>
                <a:lnTo>
                  <a:pt x="34108" y="361099"/>
                </a:lnTo>
                <a:lnTo>
                  <a:pt x="42013" y="361393"/>
                </a:lnTo>
                <a:lnTo>
                  <a:pt x="41957" y="361393"/>
                </a:lnTo>
                <a:lnTo>
                  <a:pt x="51111" y="361558"/>
                </a:lnTo>
                <a:lnTo>
                  <a:pt x="51074" y="361558"/>
                </a:lnTo>
                <a:lnTo>
                  <a:pt x="61569" y="361638"/>
                </a:lnTo>
                <a:lnTo>
                  <a:pt x="61551" y="361638"/>
                </a:lnTo>
                <a:lnTo>
                  <a:pt x="73473" y="361656"/>
                </a:lnTo>
                <a:lnTo>
                  <a:pt x="669477" y="363016"/>
                </a:lnTo>
                <a:lnTo>
                  <a:pt x="669458" y="363016"/>
                </a:lnTo>
                <a:lnTo>
                  <a:pt x="691803" y="362949"/>
                </a:lnTo>
                <a:lnTo>
                  <a:pt x="691766" y="362949"/>
                </a:lnTo>
                <a:lnTo>
                  <a:pt x="700833" y="362814"/>
                </a:lnTo>
                <a:lnTo>
                  <a:pt x="700779" y="362814"/>
                </a:lnTo>
                <a:lnTo>
                  <a:pt x="708578" y="362563"/>
                </a:lnTo>
                <a:lnTo>
                  <a:pt x="708486" y="362569"/>
                </a:lnTo>
                <a:lnTo>
                  <a:pt x="715109" y="362159"/>
                </a:lnTo>
                <a:lnTo>
                  <a:pt x="715012" y="362165"/>
                </a:lnTo>
                <a:lnTo>
                  <a:pt x="717909" y="361890"/>
                </a:lnTo>
                <a:lnTo>
                  <a:pt x="717824" y="361902"/>
                </a:lnTo>
                <a:lnTo>
                  <a:pt x="720464" y="361577"/>
                </a:lnTo>
                <a:lnTo>
                  <a:pt x="720354" y="361589"/>
                </a:lnTo>
                <a:lnTo>
                  <a:pt x="722749" y="361209"/>
                </a:lnTo>
                <a:lnTo>
                  <a:pt x="722615" y="361234"/>
                </a:lnTo>
                <a:lnTo>
                  <a:pt x="724778" y="360786"/>
                </a:lnTo>
                <a:lnTo>
                  <a:pt x="724612" y="360829"/>
                </a:lnTo>
                <a:lnTo>
                  <a:pt x="726554" y="360315"/>
                </a:lnTo>
                <a:lnTo>
                  <a:pt x="726358" y="360376"/>
                </a:lnTo>
                <a:lnTo>
                  <a:pt x="728086" y="359794"/>
                </a:lnTo>
                <a:lnTo>
                  <a:pt x="727859" y="359886"/>
                </a:lnTo>
                <a:lnTo>
                  <a:pt x="729385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2" y="357980"/>
                </a:lnTo>
                <a:lnTo>
                  <a:pt x="731057" y="358213"/>
                </a:lnTo>
                <a:lnTo>
                  <a:pt x="732069" y="357306"/>
                </a:lnTo>
                <a:lnTo>
                  <a:pt x="731793" y="357588"/>
                </a:lnTo>
                <a:lnTo>
                  <a:pt x="732651" y="356590"/>
                </a:lnTo>
                <a:lnTo>
                  <a:pt x="732418" y="356902"/>
                </a:lnTo>
                <a:lnTo>
                  <a:pt x="733141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3" y="355223"/>
                </a:lnTo>
                <a:lnTo>
                  <a:pt x="733900" y="353918"/>
                </a:lnTo>
                <a:lnTo>
                  <a:pt x="733820" y="354182"/>
                </a:lnTo>
                <a:lnTo>
                  <a:pt x="734201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9"/>
                </a:lnTo>
                <a:lnTo>
                  <a:pt x="734605" y="350114"/>
                </a:lnTo>
                <a:lnTo>
                  <a:pt x="734752" y="348330"/>
                </a:lnTo>
                <a:lnTo>
                  <a:pt x="734746" y="348471"/>
                </a:lnTo>
                <a:lnTo>
                  <a:pt x="734893" y="344520"/>
                </a:lnTo>
                <a:lnTo>
                  <a:pt x="734893" y="344612"/>
                </a:lnTo>
                <a:lnTo>
                  <a:pt x="734917" y="340102"/>
                </a:lnTo>
                <a:lnTo>
                  <a:pt x="734917" y="340121"/>
                </a:lnTo>
                <a:lnTo>
                  <a:pt x="734727" y="28668"/>
                </a:lnTo>
                <a:lnTo>
                  <a:pt x="734727" y="28704"/>
                </a:lnTo>
                <a:lnTo>
                  <a:pt x="734696" y="26382"/>
                </a:lnTo>
                <a:lnTo>
                  <a:pt x="734703" y="26474"/>
                </a:lnTo>
                <a:lnTo>
                  <a:pt x="734605" y="24299"/>
                </a:lnTo>
                <a:lnTo>
                  <a:pt x="734611" y="24422"/>
                </a:lnTo>
                <a:lnTo>
                  <a:pt x="734439" y="22381"/>
                </a:lnTo>
                <a:lnTo>
                  <a:pt x="734457" y="22535"/>
                </a:lnTo>
                <a:lnTo>
                  <a:pt x="734201" y="20635"/>
                </a:lnTo>
                <a:lnTo>
                  <a:pt x="734231" y="20819"/>
                </a:lnTo>
                <a:lnTo>
                  <a:pt x="733882" y="19055"/>
                </a:lnTo>
                <a:lnTo>
                  <a:pt x="733931" y="19275"/>
                </a:lnTo>
                <a:lnTo>
                  <a:pt x="733484" y="17633"/>
                </a:lnTo>
                <a:lnTo>
                  <a:pt x="733563" y="17884"/>
                </a:lnTo>
                <a:lnTo>
                  <a:pt x="733006" y="16371"/>
                </a:lnTo>
                <a:lnTo>
                  <a:pt x="733122" y="16647"/>
                </a:lnTo>
                <a:lnTo>
                  <a:pt x="732442" y="15250"/>
                </a:lnTo>
                <a:lnTo>
                  <a:pt x="732601" y="15538"/>
                </a:lnTo>
                <a:lnTo>
                  <a:pt x="731799" y="14257"/>
                </a:lnTo>
                <a:lnTo>
                  <a:pt x="732001" y="14545"/>
                </a:lnTo>
                <a:lnTo>
                  <a:pt x="731057" y="13369"/>
                </a:lnTo>
                <a:lnTo>
                  <a:pt x="731296" y="13632"/>
                </a:lnTo>
                <a:lnTo>
                  <a:pt x="730206" y="12560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9" y="12003"/>
                </a:lnTo>
                <a:lnTo>
                  <a:pt x="728086" y="11126"/>
                </a:lnTo>
                <a:lnTo>
                  <a:pt x="728338" y="11267"/>
                </a:lnTo>
                <a:lnTo>
                  <a:pt x="726763" y="10477"/>
                </a:lnTo>
                <a:lnTo>
                  <a:pt x="726989" y="10581"/>
                </a:lnTo>
                <a:lnTo>
                  <a:pt x="725231" y="9876"/>
                </a:lnTo>
                <a:lnTo>
                  <a:pt x="725439" y="9950"/>
                </a:lnTo>
                <a:lnTo>
                  <a:pt x="723491" y="9325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5" y="8859"/>
                </a:lnTo>
                <a:lnTo>
                  <a:pt x="719312" y="8381"/>
                </a:lnTo>
                <a:lnTo>
                  <a:pt x="719441" y="8400"/>
                </a:lnTo>
                <a:lnTo>
                  <a:pt x="716874" y="7990"/>
                </a:lnTo>
                <a:lnTo>
                  <a:pt x="716972" y="8002"/>
                </a:lnTo>
                <a:lnTo>
                  <a:pt x="714184" y="7647"/>
                </a:lnTo>
                <a:lnTo>
                  <a:pt x="714270" y="7659"/>
                </a:lnTo>
                <a:lnTo>
                  <a:pt x="711243" y="7358"/>
                </a:lnTo>
                <a:lnTo>
                  <a:pt x="711311" y="7365"/>
                </a:lnTo>
                <a:lnTo>
                  <a:pt x="708045" y="7119"/>
                </a:lnTo>
                <a:lnTo>
                  <a:pt x="708125" y="7126"/>
                </a:lnTo>
                <a:lnTo>
                  <a:pt x="700833" y="6764"/>
                </a:lnTo>
                <a:lnTo>
                  <a:pt x="700907" y="6770"/>
                </a:lnTo>
                <a:lnTo>
                  <a:pt x="692538" y="6556"/>
                </a:lnTo>
                <a:lnTo>
                  <a:pt x="692581" y="6556"/>
                </a:lnTo>
                <a:lnTo>
                  <a:pt x="683072" y="6452"/>
                </a:lnTo>
                <a:lnTo>
                  <a:pt x="683102" y="6452"/>
                </a:lnTo>
                <a:lnTo>
                  <a:pt x="660378" y="6415"/>
                </a:lnTo>
                <a:lnTo>
                  <a:pt x="73468" y="6127"/>
                </a:lnTo>
                <a:lnTo>
                  <a:pt x="73473" y="6127"/>
                </a:lnTo>
                <a:lnTo>
                  <a:pt x="61551" y="6146"/>
                </a:lnTo>
                <a:lnTo>
                  <a:pt x="61569" y="6146"/>
                </a:lnTo>
                <a:lnTo>
                  <a:pt x="51068" y="6225"/>
                </a:lnTo>
                <a:lnTo>
                  <a:pt x="51104" y="6225"/>
                </a:lnTo>
                <a:lnTo>
                  <a:pt x="41939" y="6396"/>
                </a:lnTo>
                <a:lnTo>
                  <a:pt x="42000" y="6390"/>
                </a:lnTo>
                <a:lnTo>
                  <a:pt x="34078" y="6691"/>
                </a:lnTo>
                <a:lnTo>
                  <a:pt x="34146" y="6691"/>
                </a:lnTo>
                <a:lnTo>
                  <a:pt x="30623" y="6899"/>
                </a:lnTo>
                <a:lnTo>
                  <a:pt x="30684" y="6893"/>
                </a:lnTo>
                <a:lnTo>
                  <a:pt x="27437" y="7150"/>
                </a:lnTo>
                <a:lnTo>
                  <a:pt x="27510" y="7144"/>
                </a:lnTo>
                <a:lnTo>
                  <a:pt x="24532" y="7444"/>
                </a:lnTo>
                <a:lnTo>
                  <a:pt x="24618" y="7432"/>
                </a:lnTo>
                <a:lnTo>
                  <a:pt x="21898" y="7793"/>
                </a:lnTo>
                <a:lnTo>
                  <a:pt x="22008" y="7775"/>
                </a:lnTo>
                <a:lnTo>
                  <a:pt x="19527" y="8192"/>
                </a:lnTo>
                <a:lnTo>
                  <a:pt x="19655" y="8167"/>
                </a:lnTo>
                <a:lnTo>
                  <a:pt x="17407" y="8639"/>
                </a:lnTo>
                <a:lnTo>
                  <a:pt x="17566" y="8602"/>
                </a:lnTo>
                <a:lnTo>
                  <a:pt x="15538" y="9147"/>
                </a:lnTo>
                <a:lnTo>
                  <a:pt x="15728" y="9092"/>
                </a:lnTo>
                <a:lnTo>
                  <a:pt x="13908" y="9705"/>
                </a:lnTo>
                <a:lnTo>
                  <a:pt x="14129" y="9619"/>
                </a:lnTo>
                <a:lnTo>
                  <a:pt x="12505" y="10312"/>
                </a:lnTo>
                <a:lnTo>
                  <a:pt x="12756" y="10189"/>
                </a:lnTo>
                <a:lnTo>
                  <a:pt x="11323" y="10961"/>
                </a:lnTo>
                <a:lnTo>
                  <a:pt x="11592" y="10796"/>
                </a:lnTo>
                <a:lnTo>
                  <a:pt x="10337" y="11647"/>
                </a:lnTo>
                <a:lnTo>
                  <a:pt x="10612" y="11433"/>
                </a:lnTo>
                <a:lnTo>
                  <a:pt x="9522" y="12370"/>
                </a:lnTo>
                <a:lnTo>
                  <a:pt x="9791" y="12113"/>
                </a:lnTo>
                <a:lnTo>
                  <a:pt x="8848" y="13148"/>
                </a:lnTo>
                <a:lnTo>
                  <a:pt x="9080" y="12854"/>
                </a:lnTo>
                <a:lnTo>
                  <a:pt x="8284" y="13982"/>
                </a:lnTo>
                <a:lnTo>
                  <a:pt x="8474" y="13675"/>
                </a:lnTo>
                <a:lnTo>
                  <a:pt x="7807" y="14907"/>
                </a:lnTo>
                <a:lnTo>
                  <a:pt x="7947" y="14606"/>
                </a:lnTo>
                <a:lnTo>
                  <a:pt x="7395" y="15942"/>
                </a:lnTo>
                <a:lnTo>
                  <a:pt x="7494" y="15673"/>
                </a:lnTo>
                <a:lnTo>
                  <a:pt x="7046" y="17118"/>
                </a:lnTo>
                <a:lnTo>
                  <a:pt x="7108" y="16886"/>
                </a:lnTo>
                <a:lnTo>
                  <a:pt x="6758" y="18442"/>
                </a:lnTo>
                <a:lnTo>
                  <a:pt x="6795" y="18246"/>
                </a:lnTo>
                <a:lnTo>
                  <a:pt x="6532" y="19925"/>
                </a:lnTo>
                <a:lnTo>
                  <a:pt x="6556" y="19771"/>
                </a:lnTo>
                <a:lnTo>
                  <a:pt x="6366" y="21567"/>
                </a:lnTo>
                <a:lnTo>
                  <a:pt x="6379" y="21401"/>
                </a:lnTo>
                <a:lnTo>
                  <a:pt x="6171" y="25378"/>
                </a:lnTo>
                <a:lnTo>
                  <a:pt x="6176" y="25255"/>
                </a:lnTo>
                <a:lnTo>
                  <a:pt x="6128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text-222 [">
            <a:extLst xmlns:a="http://schemas.openxmlformats.org/drawingml/2006/main">
              <a:ext uri="{FF2B5EF4-FFF2-40B4-BE49-F238E27FC236}">
                <a16:creationId xmlns:a16="http://schemas.microsoft.com/office/drawing/2014/main" id="{4237F1CC-ED0D-403D-97A1-8B6204EF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928" y="1931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14" name="text-223 TRK">
            <a:extLst xmlns:a="http://schemas.openxmlformats.org/drawingml/2006/main">
              <a:ext uri="{FF2B5EF4-FFF2-40B4-BE49-F238E27FC236}">
                <a16:creationId xmlns:a16="http://schemas.microsoft.com/office/drawing/2014/main" id="{BA7C73AA-5772-4FAC-A5B3-402DA464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9360" y="1931399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15" name="text-224 ]">
            <a:extLst xmlns:a="http://schemas.openxmlformats.org/drawingml/2006/main">
              <a:ext uri="{FF2B5EF4-FFF2-40B4-BE49-F238E27FC236}">
                <a16:creationId xmlns:a16="http://schemas.microsoft.com/office/drawing/2014/main" id="{15EDD272-5D58-4179-BA00-C5FCDC0E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1260" y="1931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16" name="path-225">
            <a:extLst xmlns:a="http://schemas.openxmlformats.org/drawingml/2006/main">
              <a:ext uri="{FF2B5EF4-FFF2-40B4-BE49-F238E27FC236}">
                <a16:creationId xmlns:a16="http://schemas.microsoft.com/office/drawing/2014/main" id="{7DAAAD12-6D5B-4608-B988-150E237D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671" y="1944863"/>
            <a:ext cx="183071" cy="199245"/>
          </a:xfrm>
          <a:custGeom xmlns:a="http://schemas.openxmlformats.org/drawingml/2006/main">
            <a:pathLst>
              <a:path w="183071" h="199245">
                <a:moveTo>
                  <a:pt x="0" y="75728"/>
                </a:moveTo>
                <a:lnTo>
                  <a:pt x="66906" y="71317"/>
                </a:lnTo>
                <a:lnTo>
                  <a:pt x="91903" y="0"/>
                </a:lnTo>
                <a:lnTo>
                  <a:pt x="116166" y="71317"/>
                </a:lnTo>
                <a:lnTo>
                  <a:pt x="183071" y="75728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4555" y="199245"/>
                </a:lnTo>
                <a:lnTo>
                  <a:pt x="51466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26">
            <a:extLst xmlns:a="http://schemas.openxmlformats.org/drawingml/2006/main">
              <a:ext uri="{FF2B5EF4-FFF2-40B4-BE49-F238E27FC236}">
                <a16:creationId xmlns:a16="http://schemas.microsoft.com/office/drawing/2014/main" id="{83833D81-15E2-421A-A7D4-4EDAFD0C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047" y="1878080"/>
            <a:ext cx="734917" cy="363017"/>
          </a:xfrm>
          <a:custGeom xmlns:a="http://schemas.openxmlformats.org/drawingml/2006/main">
            <a:pathLst>
              <a:path w="734917" h="363017">
                <a:moveTo>
                  <a:pt x="0" y="26676"/>
                </a:moveTo>
                <a:cubicBezTo>
                  <a:pt x="0" y="1078"/>
                  <a:pt x="2836" y="0"/>
                  <a:pt x="70404" y="0"/>
                </a:cubicBezTo>
                <a:lnTo>
                  <a:pt x="657319" y="288"/>
                </a:lnTo>
                <a:cubicBezTo>
                  <a:pt x="724887" y="288"/>
                  <a:pt x="734726" y="0"/>
                  <a:pt x="734726" y="25604"/>
                </a:cubicBezTo>
                <a:lnTo>
                  <a:pt x="734917" y="337057"/>
                </a:lnTo>
                <a:cubicBezTo>
                  <a:pt x="734917" y="362655"/>
                  <a:pt x="733967" y="363017"/>
                  <a:pt x="666400" y="363017"/>
                </a:cubicBezTo>
                <a:lnTo>
                  <a:pt x="70404" y="361656"/>
                </a:lnTo>
                <a:cubicBezTo>
                  <a:pt x="2836" y="361656"/>
                  <a:pt x="190" y="360652"/>
                  <a:pt x="19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27">
            <a:extLst xmlns:a="http://schemas.openxmlformats.org/drawingml/2006/main">
              <a:ext uri="{FF2B5EF4-FFF2-40B4-BE49-F238E27FC236}">
                <a16:creationId xmlns:a16="http://schemas.microsoft.com/office/drawing/2014/main" id="{ECE5CB1E-D6C2-4E5C-A298-BEF31E6E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983" y="1875017"/>
            <a:ext cx="741043" cy="369143"/>
          </a:xfrm>
          <a:custGeom xmlns:a="http://schemas.openxmlformats.org/drawingml/2006/main">
            <a:pathLst>
              <a:path w="741043" h="369143">
                <a:moveTo>
                  <a:pt x="49" y="25126"/>
                </a:moveTo>
                <a:lnTo>
                  <a:pt x="264" y="21003"/>
                </a:lnTo>
                <a:lnTo>
                  <a:pt x="472" y="19048"/>
                </a:lnTo>
                <a:lnTo>
                  <a:pt x="760" y="17198"/>
                </a:lnTo>
                <a:lnTo>
                  <a:pt x="1158" y="15428"/>
                </a:lnTo>
                <a:lnTo>
                  <a:pt x="1679" y="13736"/>
                </a:lnTo>
                <a:lnTo>
                  <a:pt x="2346" y="12119"/>
                </a:lnTo>
                <a:lnTo>
                  <a:pt x="3180" y="10587"/>
                </a:lnTo>
                <a:lnTo>
                  <a:pt x="4191" y="9154"/>
                </a:lnTo>
                <a:lnTo>
                  <a:pt x="5386" y="7848"/>
                </a:lnTo>
                <a:lnTo>
                  <a:pt x="6758" y="6672"/>
                </a:lnTo>
                <a:lnTo>
                  <a:pt x="8290" y="5630"/>
                </a:lnTo>
                <a:lnTo>
                  <a:pt x="9981" y="4724"/>
                </a:lnTo>
                <a:lnTo>
                  <a:pt x="11837" y="3940"/>
                </a:lnTo>
                <a:lnTo>
                  <a:pt x="13859" y="3253"/>
                </a:lnTo>
                <a:lnTo>
                  <a:pt x="16058" y="2665"/>
                </a:lnTo>
                <a:lnTo>
                  <a:pt x="18448" y="2157"/>
                </a:lnTo>
                <a:lnTo>
                  <a:pt x="21046" y="1722"/>
                </a:lnTo>
                <a:lnTo>
                  <a:pt x="23870" y="1354"/>
                </a:lnTo>
                <a:lnTo>
                  <a:pt x="26928" y="1042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70"/>
                </a:lnTo>
                <a:lnTo>
                  <a:pt x="51006" y="98"/>
                </a:lnTo>
                <a:lnTo>
                  <a:pt x="61532" y="19"/>
                </a:lnTo>
                <a:lnTo>
                  <a:pt x="73468" y="0"/>
                </a:lnTo>
                <a:lnTo>
                  <a:pt x="660383" y="288"/>
                </a:lnTo>
                <a:lnTo>
                  <a:pt x="683127" y="325"/>
                </a:lnTo>
                <a:lnTo>
                  <a:pt x="692672" y="429"/>
                </a:lnTo>
                <a:lnTo>
                  <a:pt x="701097" y="644"/>
                </a:lnTo>
                <a:lnTo>
                  <a:pt x="708467" y="1005"/>
                </a:lnTo>
                <a:lnTo>
                  <a:pt x="711807" y="1262"/>
                </a:lnTo>
                <a:lnTo>
                  <a:pt x="714908" y="1562"/>
                </a:lnTo>
                <a:lnTo>
                  <a:pt x="717793" y="1930"/>
                </a:lnTo>
                <a:lnTo>
                  <a:pt x="720477" y="2365"/>
                </a:lnTo>
                <a:lnTo>
                  <a:pt x="722963" y="2874"/>
                </a:lnTo>
                <a:lnTo>
                  <a:pt x="725273" y="3462"/>
                </a:lnTo>
                <a:lnTo>
                  <a:pt x="727411" y="4148"/>
                </a:lnTo>
                <a:lnTo>
                  <a:pt x="729385" y="4938"/>
                </a:lnTo>
                <a:lnTo>
                  <a:pt x="731210" y="5851"/>
                </a:lnTo>
                <a:lnTo>
                  <a:pt x="732876" y="6893"/>
                </a:lnTo>
                <a:lnTo>
                  <a:pt x="734383" y="8069"/>
                </a:lnTo>
                <a:lnTo>
                  <a:pt x="735720" y="9392"/>
                </a:lnTo>
                <a:lnTo>
                  <a:pt x="736890" y="10845"/>
                </a:lnTo>
                <a:lnTo>
                  <a:pt x="737883" y="12419"/>
                </a:lnTo>
                <a:lnTo>
                  <a:pt x="738697" y="14104"/>
                </a:lnTo>
                <a:lnTo>
                  <a:pt x="739360" y="15881"/>
                </a:lnTo>
                <a:lnTo>
                  <a:pt x="739873" y="17756"/>
                </a:lnTo>
                <a:lnTo>
                  <a:pt x="740259" y="19723"/>
                </a:lnTo>
                <a:lnTo>
                  <a:pt x="740536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5" y="28643"/>
                </a:lnTo>
                <a:lnTo>
                  <a:pt x="741043" y="340127"/>
                </a:lnTo>
                <a:lnTo>
                  <a:pt x="741013" y="344698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3" y="352503"/>
                </a:lnTo>
                <a:lnTo>
                  <a:pt x="740143" y="354237"/>
                </a:lnTo>
                <a:lnTo>
                  <a:pt x="739701" y="355903"/>
                </a:lnTo>
                <a:lnTo>
                  <a:pt x="739114" y="357496"/>
                </a:lnTo>
                <a:lnTo>
                  <a:pt x="738361" y="359009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6" y="362894"/>
                </a:lnTo>
                <a:lnTo>
                  <a:pt x="733551" y="363917"/>
                </a:lnTo>
                <a:lnTo>
                  <a:pt x="731933" y="364806"/>
                </a:lnTo>
                <a:lnTo>
                  <a:pt x="730151" y="365565"/>
                </a:lnTo>
                <a:lnTo>
                  <a:pt x="728208" y="366215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8" y="367986"/>
                </a:lnTo>
                <a:lnTo>
                  <a:pt x="715538" y="368267"/>
                </a:lnTo>
                <a:lnTo>
                  <a:pt x="708822" y="368684"/>
                </a:lnTo>
                <a:lnTo>
                  <a:pt x="700950" y="368941"/>
                </a:lnTo>
                <a:lnTo>
                  <a:pt x="691839" y="369076"/>
                </a:lnTo>
                <a:lnTo>
                  <a:pt x="669471" y="369143"/>
                </a:lnTo>
                <a:lnTo>
                  <a:pt x="73461" y="367783"/>
                </a:lnTo>
                <a:lnTo>
                  <a:pt x="73468" y="367783"/>
                </a:lnTo>
                <a:lnTo>
                  <a:pt x="61532" y="367765"/>
                </a:lnTo>
                <a:lnTo>
                  <a:pt x="51012" y="367685"/>
                </a:lnTo>
                <a:lnTo>
                  <a:pt x="41816" y="367520"/>
                </a:lnTo>
                <a:lnTo>
                  <a:pt x="33845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19" y="366447"/>
                </a:lnTo>
                <a:lnTo>
                  <a:pt x="21113" y="366080"/>
                </a:lnTo>
                <a:lnTo>
                  <a:pt x="18522" y="365651"/>
                </a:lnTo>
                <a:lnTo>
                  <a:pt x="16138" y="365143"/>
                </a:lnTo>
                <a:lnTo>
                  <a:pt x="13945" y="364560"/>
                </a:lnTo>
                <a:lnTo>
                  <a:pt x="11935" y="363881"/>
                </a:lnTo>
                <a:lnTo>
                  <a:pt x="10085" y="363096"/>
                </a:lnTo>
                <a:lnTo>
                  <a:pt x="8400" y="362190"/>
                </a:lnTo>
                <a:lnTo>
                  <a:pt x="6875" y="361154"/>
                </a:lnTo>
                <a:lnTo>
                  <a:pt x="5508" y="359977"/>
                </a:lnTo>
                <a:lnTo>
                  <a:pt x="4325" y="358672"/>
                </a:lnTo>
                <a:lnTo>
                  <a:pt x="3321" y="357245"/>
                </a:lnTo>
                <a:lnTo>
                  <a:pt x="2493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1" y="350640"/>
                </a:lnTo>
                <a:lnTo>
                  <a:pt x="644" y="348790"/>
                </a:lnTo>
                <a:lnTo>
                  <a:pt x="441" y="346842"/>
                </a:lnTo>
                <a:lnTo>
                  <a:pt x="239" y="342724"/>
                </a:lnTo>
                <a:lnTo>
                  <a:pt x="190" y="338129"/>
                </a:lnTo>
                <a:lnTo>
                  <a:pt x="0" y="29728"/>
                </a:lnTo>
                <a:lnTo>
                  <a:pt x="49" y="25126"/>
                </a:lnTo>
                <a:moveTo>
                  <a:pt x="6127" y="29777"/>
                </a:moveTo>
                <a:lnTo>
                  <a:pt x="6127" y="29740"/>
                </a:lnTo>
                <a:lnTo>
                  <a:pt x="6317" y="338111"/>
                </a:lnTo>
                <a:lnTo>
                  <a:pt x="6317" y="338081"/>
                </a:lnTo>
                <a:lnTo>
                  <a:pt x="6360" y="342596"/>
                </a:lnTo>
                <a:lnTo>
                  <a:pt x="6360" y="342473"/>
                </a:lnTo>
                <a:lnTo>
                  <a:pt x="6556" y="346450"/>
                </a:lnTo>
                <a:lnTo>
                  <a:pt x="6544" y="346290"/>
                </a:lnTo>
                <a:lnTo>
                  <a:pt x="6733" y="348086"/>
                </a:lnTo>
                <a:lnTo>
                  <a:pt x="6709" y="347932"/>
                </a:lnTo>
                <a:lnTo>
                  <a:pt x="6972" y="349605"/>
                </a:lnTo>
                <a:lnTo>
                  <a:pt x="6936" y="349415"/>
                </a:lnTo>
                <a:lnTo>
                  <a:pt x="7279" y="350972"/>
                </a:lnTo>
                <a:lnTo>
                  <a:pt x="7218" y="350738"/>
                </a:lnTo>
                <a:lnTo>
                  <a:pt x="7652" y="352179"/>
                </a:lnTo>
                <a:lnTo>
                  <a:pt x="7561" y="351909"/>
                </a:lnTo>
                <a:lnTo>
                  <a:pt x="8100" y="353244"/>
                </a:lnTo>
                <a:lnTo>
                  <a:pt x="7959" y="352944"/>
                </a:lnTo>
                <a:lnTo>
                  <a:pt x="8627" y="354169"/>
                </a:lnTo>
                <a:lnTo>
                  <a:pt x="8437" y="353863"/>
                </a:lnTo>
                <a:lnTo>
                  <a:pt x="9227" y="354990"/>
                </a:lnTo>
                <a:lnTo>
                  <a:pt x="8988" y="354696"/>
                </a:lnTo>
                <a:lnTo>
                  <a:pt x="9926" y="355720"/>
                </a:lnTo>
                <a:lnTo>
                  <a:pt x="9656" y="355462"/>
                </a:lnTo>
                <a:lnTo>
                  <a:pt x="10741" y="356400"/>
                </a:lnTo>
                <a:lnTo>
                  <a:pt x="10459" y="356185"/>
                </a:lnTo>
                <a:lnTo>
                  <a:pt x="11709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1" y="358194"/>
                </a:lnTo>
                <a:lnTo>
                  <a:pt x="14000" y="358115"/>
                </a:lnTo>
                <a:lnTo>
                  <a:pt x="15814" y="358722"/>
                </a:lnTo>
                <a:lnTo>
                  <a:pt x="15623" y="358666"/>
                </a:lnTo>
                <a:lnTo>
                  <a:pt x="17640" y="359206"/>
                </a:lnTo>
                <a:lnTo>
                  <a:pt x="17486" y="359169"/>
                </a:lnTo>
                <a:lnTo>
                  <a:pt x="19723" y="359641"/>
                </a:lnTo>
                <a:lnTo>
                  <a:pt x="19594" y="359616"/>
                </a:lnTo>
                <a:lnTo>
                  <a:pt x="22063" y="360027"/>
                </a:lnTo>
                <a:lnTo>
                  <a:pt x="21953" y="360014"/>
                </a:lnTo>
                <a:lnTo>
                  <a:pt x="24667" y="360363"/>
                </a:lnTo>
                <a:lnTo>
                  <a:pt x="24581" y="360358"/>
                </a:lnTo>
                <a:lnTo>
                  <a:pt x="27552" y="360658"/>
                </a:lnTo>
                <a:lnTo>
                  <a:pt x="27479" y="360651"/>
                </a:lnTo>
                <a:lnTo>
                  <a:pt x="30714" y="360902"/>
                </a:lnTo>
                <a:lnTo>
                  <a:pt x="30659" y="360897"/>
                </a:lnTo>
                <a:lnTo>
                  <a:pt x="34176" y="361105"/>
                </a:lnTo>
                <a:lnTo>
                  <a:pt x="34108" y="361099"/>
                </a:lnTo>
                <a:lnTo>
                  <a:pt x="42012" y="361393"/>
                </a:lnTo>
                <a:lnTo>
                  <a:pt x="41957" y="361393"/>
                </a:lnTo>
                <a:lnTo>
                  <a:pt x="51110" y="361558"/>
                </a:lnTo>
                <a:lnTo>
                  <a:pt x="51074" y="361558"/>
                </a:lnTo>
                <a:lnTo>
                  <a:pt x="61569" y="361638"/>
                </a:lnTo>
                <a:lnTo>
                  <a:pt x="61551" y="361638"/>
                </a:lnTo>
                <a:lnTo>
                  <a:pt x="73473" y="361656"/>
                </a:lnTo>
                <a:lnTo>
                  <a:pt x="669471" y="363016"/>
                </a:lnTo>
                <a:lnTo>
                  <a:pt x="669457" y="363016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4" y="362814"/>
                </a:lnTo>
                <a:lnTo>
                  <a:pt x="700778" y="362814"/>
                </a:lnTo>
                <a:lnTo>
                  <a:pt x="708578" y="362563"/>
                </a:lnTo>
                <a:lnTo>
                  <a:pt x="708486" y="362569"/>
                </a:lnTo>
                <a:lnTo>
                  <a:pt x="715109" y="362159"/>
                </a:lnTo>
                <a:lnTo>
                  <a:pt x="715011" y="362165"/>
                </a:lnTo>
                <a:lnTo>
                  <a:pt x="717910" y="361890"/>
                </a:lnTo>
                <a:lnTo>
                  <a:pt x="717824" y="361902"/>
                </a:lnTo>
                <a:lnTo>
                  <a:pt x="720463" y="361577"/>
                </a:lnTo>
                <a:lnTo>
                  <a:pt x="720354" y="361589"/>
                </a:lnTo>
                <a:lnTo>
                  <a:pt x="722749" y="361209"/>
                </a:lnTo>
                <a:lnTo>
                  <a:pt x="722614" y="361234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15"/>
                </a:lnTo>
                <a:lnTo>
                  <a:pt x="726358" y="360376"/>
                </a:lnTo>
                <a:lnTo>
                  <a:pt x="728086" y="359794"/>
                </a:lnTo>
                <a:lnTo>
                  <a:pt x="727853" y="359886"/>
                </a:lnTo>
                <a:lnTo>
                  <a:pt x="729385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1" y="357980"/>
                </a:lnTo>
                <a:lnTo>
                  <a:pt x="731058" y="358213"/>
                </a:lnTo>
                <a:lnTo>
                  <a:pt x="732068" y="357306"/>
                </a:lnTo>
                <a:lnTo>
                  <a:pt x="731793" y="357588"/>
                </a:lnTo>
                <a:lnTo>
                  <a:pt x="732651" y="356590"/>
                </a:lnTo>
                <a:lnTo>
                  <a:pt x="732418" y="356902"/>
                </a:lnTo>
                <a:lnTo>
                  <a:pt x="733140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3" y="355223"/>
                </a:lnTo>
                <a:lnTo>
                  <a:pt x="733899" y="353918"/>
                </a:lnTo>
                <a:lnTo>
                  <a:pt x="733820" y="354182"/>
                </a:lnTo>
                <a:lnTo>
                  <a:pt x="734199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9"/>
                </a:lnTo>
                <a:lnTo>
                  <a:pt x="734604" y="350114"/>
                </a:lnTo>
                <a:lnTo>
                  <a:pt x="734752" y="348330"/>
                </a:lnTo>
                <a:lnTo>
                  <a:pt x="734746" y="348471"/>
                </a:lnTo>
                <a:lnTo>
                  <a:pt x="734892" y="344520"/>
                </a:lnTo>
                <a:lnTo>
                  <a:pt x="734887" y="344612"/>
                </a:lnTo>
                <a:lnTo>
                  <a:pt x="734918" y="340102"/>
                </a:lnTo>
                <a:lnTo>
                  <a:pt x="734918" y="340121"/>
                </a:lnTo>
                <a:lnTo>
                  <a:pt x="734727" y="28668"/>
                </a:lnTo>
                <a:lnTo>
                  <a:pt x="734727" y="28704"/>
                </a:lnTo>
                <a:lnTo>
                  <a:pt x="734697" y="26382"/>
                </a:lnTo>
                <a:lnTo>
                  <a:pt x="734702" y="26474"/>
                </a:lnTo>
                <a:lnTo>
                  <a:pt x="734604" y="24299"/>
                </a:lnTo>
                <a:lnTo>
                  <a:pt x="734611" y="24422"/>
                </a:lnTo>
                <a:lnTo>
                  <a:pt x="734439" y="22381"/>
                </a:lnTo>
                <a:lnTo>
                  <a:pt x="734457" y="22535"/>
                </a:lnTo>
                <a:lnTo>
                  <a:pt x="734199" y="20635"/>
                </a:lnTo>
                <a:lnTo>
                  <a:pt x="734231" y="20819"/>
                </a:lnTo>
                <a:lnTo>
                  <a:pt x="733881" y="19055"/>
                </a:lnTo>
                <a:lnTo>
                  <a:pt x="733931" y="19275"/>
                </a:lnTo>
                <a:lnTo>
                  <a:pt x="733483" y="17633"/>
                </a:lnTo>
                <a:lnTo>
                  <a:pt x="733562" y="17884"/>
                </a:lnTo>
                <a:lnTo>
                  <a:pt x="733005" y="16371"/>
                </a:lnTo>
                <a:lnTo>
                  <a:pt x="733122" y="16647"/>
                </a:lnTo>
                <a:lnTo>
                  <a:pt x="732441" y="15250"/>
                </a:lnTo>
                <a:lnTo>
                  <a:pt x="732602" y="15538"/>
                </a:lnTo>
                <a:lnTo>
                  <a:pt x="731798" y="14257"/>
                </a:lnTo>
                <a:lnTo>
                  <a:pt x="732001" y="14545"/>
                </a:lnTo>
                <a:lnTo>
                  <a:pt x="731058" y="13369"/>
                </a:lnTo>
                <a:lnTo>
                  <a:pt x="731296" y="13632"/>
                </a:lnTo>
                <a:lnTo>
                  <a:pt x="730205" y="12560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8" y="12003"/>
                </a:lnTo>
                <a:lnTo>
                  <a:pt x="728086" y="11126"/>
                </a:lnTo>
                <a:lnTo>
                  <a:pt x="728337" y="11267"/>
                </a:lnTo>
                <a:lnTo>
                  <a:pt x="726756" y="10477"/>
                </a:lnTo>
                <a:lnTo>
                  <a:pt x="726988" y="10581"/>
                </a:lnTo>
                <a:lnTo>
                  <a:pt x="725230" y="9876"/>
                </a:lnTo>
                <a:lnTo>
                  <a:pt x="725432" y="9950"/>
                </a:lnTo>
                <a:lnTo>
                  <a:pt x="723491" y="9325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5" y="8859"/>
                </a:lnTo>
                <a:lnTo>
                  <a:pt x="719312" y="8381"/>
                </a:lnTo>
                <a:lnTo>
                  <a:pt x="719440" y="8400"/>
                </a:lnTo>
                <a:lnTo>
                  <a:pt x="716874" y="7990"/>
                </a:lnTo>
                <a:lnTo>
                  <a:pt x="716971" y="8002"/>
                </a:lnTo>
                <a:lnTo>
                  <a:pt x="714184" y="7647"/>
                </a:lnTo>
                <a:lnTo>
                  <a:pt x="714270" y="7659"/>
                </a:lnTo>
                <a:lnTo>
                  <a:pt x="711243" y="7358"/>
                </a:lnTo>
                <a:lnTo>
                  <a:pt x="711310" y="7365"/>
                </a:lnTo>
                <a:lnTo>
                  <a:pt x="708045" y="7119"/>
                </a:lnTo>
                <a:lnTo>
                  <a:pt x="708124" y="7126"/>
                </a:lnTo>
                <a:lnTo>
                  <a:pt x="700834" y="6764"/>
                </a:lnTo>
                <a:lnTo>
                  <a:pt x="700901" y="6770"/>
                </a:lnTo>
                <a:lnTo>
                  <a:pt x="692537" y="6556"/>
                </a:lnTo>
                <a:lnTo>
                  <a:pt x="692581" y="6556"/>
                </a:lnTo>
                <a:lnTo>
                  <a:pt x="683072" y="6452"/>
                </a:lnTo>
                <a:lnTo>
                  <a:pt x="683102" y="6452"/>
                </a:lnTo>
                <a:lnTo>
                  <a:pt x="660378" y="6415"/>
                </a:lnTo>
                <a:lnTo>
                  <a:pt x="73468" y="6127"/>
                </a:lnTo>
                <a:lnTo>
                  <a:pt x="73473" y="6127"/>
                </a:lnTo>
                <a:lnTo>
                  <a:pt x="61551" y="6146"/>
                </a:lnTo>
                <a:lnTo>
                  <a:pt x="61569" y="6146"/>
                </a:lnTo>
                <a:lnTo>
                  <a:pt x="51068" y="6225"/>
                </a:lnTo>
                <a:lnTo>
                  <a:pt x="51104" y="6225"/>
                </a:lnTo>
                <a:lnTo>
                  <a:pt x="41938" y="6396"/>
                </a:lnTo>
                <a:lnTo>
                  <a:pt x="42000" y="6390"/>
                </a:lnTo>
                <a:lnTo>
                  <a:pt x="34078" y="6691"/>
                </a:lnTo>
                <a:lnTo>
                  <a:pt x="34145" y="6691"/>
                </a:lnTo>
                <a:lnTo>
                  <a:pt x="30622" y="6899"/>
                </a:lnTo>
                <a:lnTo>
                  <a:pt x="30684" y="6893"/>
                </a:lnTo>
                <a:lnTo>
                  <a:pt x="27436" y="7150"/>
                </a:lnTo>
                <a:lnTo>
                  <a:pt x="27509" y="7144"/>
                </a:lnTo>
                <a:lnTo>
                  <a:pt x="24532" y="7444"/>
                </a:lnTo>
                <a:lnTo>
                  <a:pt x="24618" y="7432"/>
                </a:lnTo>
                <a:lnTo>
                  <a:pt x="21898" y="7793"/>
                </a:lnTo>
                <a:lnTo>
                  <a:pt x="22007" y="7775"/>
                </a:lnTo>
                <a:lnTo>
                  <a:pt x="19527" y="8192"/>
                </a:lnTo>
                <a:lnTo>
                  <a:pt x="19655" y="8167"/>
                </a:lnTo>
                <a:lnTo>
                  <a:pt x="17406" y="8639"/>
                </a:lnTo>
                <a:lnTo>
                  <a:pt x="17566" y="8602"/>
                </a:lnTo>
                <a:lnTo>
                  <a:pt x="15538" y="9147"/>
                </a:lnTo>
                <a:lnTo>
                  <a:pt x="15728" y="9092"/>
                </a:lnTo>
                <a:lnTo>
                  <a:pt x="13908" y="9705"/>
                </a:lnTo>
                <a:lnTo>
                  <a:pt x="14129" y="9619"/>
                </a:lnTo>
                <a:lnTo>
                  <a:pt x="12505" y="10312"/>
                </a:lnTo>
                <a:lnTo>
                  <a:pt x="12756" y="10189"/>
                </a:lnTo>
                <a:lnTo>
                  <a:pt x="11323" y="10961"/>
                </a:lnTo>
                <a:lnTo>
                  <a:pt x="11592" y="10796"/>
                </a:lnTo>
                <a:lnTo>
                  <a:pt x="10336" y="11647"/>
                </a:lnTo>
                <a:lnTo>
                  <a:pt x="10612" y="11433"/>
                </a:lnTo>
                <a:lnTo>
                  <a:pt x="9522" y="12370"/>
                </a:lnTo>
                <a:lnTo>
                  <a:pt x="9785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4" y="13982"/>
                </a:lnTo>
                <a:lnTo>
                  <a:pt x="8473" y="13675"/>
                </a:lnTo>
                <a:lnTo>
                  <a:pt x="7805" y="14907"/>
                </a:lnTo>
                <a:lnTo>
                  <a:pt x="7947" y="14606"/>
                </a:lnTo>
                <a:lnTo>
                  <a:pt x="7395" y="15942"/>
                </a:lnTo>
                <a:lnTo>
                  <a:pt x="7493" y="15673"/>
                </a:lnTo>
                <a:lnTo>
                  <a:pt x="7046" y="17118"/>
                </a:lnTo>
                <a:lnTo>
                  <a:pt x="7107" y="16886"/>
                </a:lnTo>
                <a:lnTo>
                  <a:pt x="6758" y="18442"/>
                </a:lnTo>
                <a:lnTo>
                  <a:pt x="6795" y="18246"/>
                </a:lnTo>
                <a:lnTo>
                  <a:pt x="6531" y="19925"/>
                </a:lnTo>
                <a:lnTo>
                  <a:pt x="6556" y="19771"/>
                </a:lnTo>
                <a:lnTo>
                  <a:pt x="6366" y="21567"/>
                </a:lnTo>
                <a:lnTo>
                  <a:pt x="6378" y="21401"/>
                </a:lnTo>
                <a:lnTo>
                  <a:pt x="6170" y="25378"/>
                </a:lnTo>
                <a:lnTo>
                  <a:pt x="6176" y="25255"/>
                </a:lnTo>
                <a:lnTo>
                  <a:pt x="6127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text-228 [">
            <a:extLst xmlns:a="http://schemas.openxmlformats.org/drawingml/2006/main">
              <a:ext uri="{FF2B5EF4-FFF2-40B4-BE49-F238E27FC236}">
                <a16:creationId xmlns:a16="http://schemas.microsoft.com/office/drawing/2014/main" id="{09D2B963-BB2C-448B-888E-F04E8D11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3467" y="1931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20" name="text-229 TRK">
            <a:extLst xmlns:a="http://schemas.openxmlformats.org/drawingml/2006/main">
              <a:ext uri="{FF2B5EF4-FFF2-40B4-BE49-F238E27FC236}">
                <a16:creationId xmlns:a16="http://schemas.microsoft.com/office/drawing/2014/main" id="{544F17BC-3E7B-4915-B702-9918B7C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897" y="1931399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21" name="text-230 ]">
            <a:extLst xmlns:a="http://schemas.openxmlformats.org/drawingml/2006/main">
              <a:ext uri="{FF2B5EF4-FFF2-40B4-BE49-F238E27FC236}">
                <a16:creationId xmlns:a16="http://schemas.microsoft.com/office/drawing/2014/main" id="{E14C75BE-81E9-4F14-AAEB-BC75E31A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4798" y="1931490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22" name="path-231">
            <a:extLst xmlns:a="http://schemas.openxmlformats.org/drawingml/2006/main">
              <a:ext uri="{FF2B5EF4-FFF2-40B4-BE49-F238E27FC236}">
                <a16:creationId xmlns:a16="http://schemas.microsoft.com/office/drawing/2014/main" id="{D10CA5A7-5DBD-4610-8A46-6B9E0AF1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34" y="1944863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5728"/>
                </a:moveTo>
                <a:lnTo>
                  <a:pt x="67640" y="71317"/>
                </a:lnTo>
                <a:lnTo>
                  <a:pt x="91904" y="0"/>
                </a:lnTo>
                <a:lnTo>
                  <a:pt x="116900" y="71317"/>
                </a:lnTo>
                <a:lnTo>
                  <a:pt x="183806" y="75728"/>
                </a:lnTo>
                <a:lnTo>
                  <a:pt x="132341" y="124988"/>
                </a:lnTo>
                <a:lnTo>
                  <a:pt x="149251" y="199245"/>
                </a:lnTo>
                <a:lnTo>
                  <a:pt x="91904" y="158073"/>
                </a:lnTo>
                <a:lnTo>
                  <a:pt x="35291" y="199245"/>
                </a:lnTo>
                <a:lnTo>
                  <a:pt x="52201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32">
            <a:extLst xmlns:a="http://schemas.openxmlformats.org/drawingml/2006/main">
              <a:ext uri="{FF2B5EF4-FFF2-40B4-BE49-F238E27FC236}">
                <a16:creationId xmlns:a16="http://schemas.microsoft.com/office/drawing/2014/main" id="{138EB548-9974-434B-A8AE-85855375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151" y="1878387"/>
            <a:ext cx="734918" cy="363017"/>
          </a:xfrm>
          <a:custGeom xmlns:a="http://schemas.openxmlformats.org/drawingml/2006/main">
            <a:pathLst>
              <a:path w="734918" h="363017">
                <a:moveTo>
                  <a:pt x="0" y="26677"/>
                </a:moveTo>
                <a:cubicBezTo>
                  <a:pt x="0" y="1078"/>
                  <a:pt x="2837" y="0"/>
                  <a:pt x="70405" y="0"/>
                </a:cubicBezTo>
                <a:lnTo>
                  <a:pt x="657320" y="288"/>
                </a:lnTo>
                <a:cubicBezTo>
                  <a:pt x="724888" y="288"/>
                  <a:pt x="734727" y="0"/>
                  <a:pt x="734727" y="25604"/>
                </a:cubicBezTo>
                <a:lnTo>
                  <a:pt x="734918" y="337057"/>
                </a:lnTo>
                <a:cubicBezTo>
                  <a:pt x="734918" y="362655"/>
                  <a:pt x="733974" y="363017"/>
                  <a:pt x="666401" y="363017"/>
                </a:cubicBezTo>
                <a:lnTo>
                  <a:pt x="70405" y="361656"/>
                </a:lnTo>
                <a:cubicBezTo>
                  <a:pt x="2837" y="361656"/>
                  <a:pt x="191" y="360652"/>
                  <a:pt x="191" y="335047"/>
                </a:cubicBezTo>
                <a:lnTo>
                  <a:pt x="0" y="26677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33">
            <a:extLst xmlns:a="http://schemas.openxmlformats.org/drawingml/2006/main">
              <a:ext uri="{FF2B5EF4-FFF2-40B4-BE49-F238E27FC236}">
                <a16:creationId xmlns:a16="http://schemas.microsoft.com/office/drawing/2014/main" id="{BFA3DF82-36A0-4C88-955A-96873724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088" y="1875323"/>
            <a:ext cx="741043" cy="369143"/>
          </a:xfrm>
          <a:custGeom xmlns:a="http://schemas.openxmlformats.org/drawingml/2006/main">
            <a:pathLst>
              <a:path w="741043" h="369143">
                <a:moveTo>
                  <a:pt x="49" y="25126"/>
                </a:moveTo>
                <a:lnTo>
                  <a:pt x="263" y="21003"/>
                </a:lnTo>
                <a:lnTo>
                  <a:pt x="472" y="19049"/>
                </a:lnTo>
                <a:lnTo>
                  <a:pt x="760" y="17198"/>
                </a:lnTo>
                <a:lnTo>
                  <a:pt x="1158" y="15428"/>
                </a:lnTo>
                <a:lnTo>
                  <a:pt x="1679" y="13736"/>
                </a:lnTo>
                <a:lnTo>
                  <a:pt x="2346" y="12119"/>
                </a:lnTo>
                <a:lnTo>
                  <a:pt x="3180" y="10587"/>
                </a:lnTo>
                <a:lnTo>
                  <a:pt x="4190" y="9154"/>
                </a:lnTo>
                <a:lnTo>
                  <a:pt x="5386" y="7849"/>
                </a:lnTo>
                <a:lnTo>
                  <a:pt x="6758" y="6672"/>
                </a:lnTo>
                <a:lnTo>
                  <a:pt x="8290" y="5631"/>
                </a:lnTo>
                <a:lnTo>
                  <a:pt x="9981" y="4724"/>
                </a:lnTo>
                <a:lnTo>
                  <a:pt x="11836" y="3933"/>
                </a:lnTo>
                <a:lnTo>
                  <a:pt x="13860" y="3253"/>
                </a:lnTo>
                <a:lnTo>
                  <a:pt x="16058" y="2665"/>
                </a:lnTo>
                <a:lnTo>
                  <a:pt x="18448" y="2157"/>
                </a:lnTo>
                <a:lnTo>
                  <a:pt x="21045" y="1722"/>
                </a:lnTo>
                <a:lnTo>
                  <a:pt x="23871" y="1354"/>
                </a:lnTo>
                <a:lnTo>
                  <a:pt x="26927" y="1042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70"/>
                </a:lnTo>
                <a:lnTo>
                  <a:pt x="51006" y="98"/>
                </a:lnTo>
                <a:lnTo>
                  <a:pt x="61531" y="19"/>
                </a:lnTo>
                <a:lnTo>
                  <a:pt x="73468" y="0"/>
                </a:lnTo>
                <a:lnTo>
                  <a:pt x="660383" y="288"/>
                </a:lnTo>
                <a:lnTo>
                  <a:pt x="683127" y="325"/>
                </a:lnTo>
                <a:lnTo>
                  <a:pt x="692672" y="429"/>
                </a:lnTo>
                <a:lnTo>
                  <a:pt x="701097" y="643"/>
                </a:lnTo>
                <a:lnTo>
                  <a:pt x="708467" y="1005"/>
                </a:lnTo>
                <a:lnTo>
                  <a:pt x="711805" y="1262"/>
                </a:lnTo>
                <a:lnTo>
                  <a:pt x="714908" y="1562"/>
                </a:lnTo>
                <a:lnTo>
                  <a:pt x="717792" y="1930"/>
                </a:lnTo>
                <a:lnTo>
                  <a:pt x="720476" y="2365"/>
                </a:lnTo>
                <a:lnTo>
                  <a:pt x="722963" y="2874"/>
                </a:lnTo>
                <a:lnTo>
                  <a:pt x="725272" y="3462"/>
                </a:lnTo>
                <a:lnTo>
                  <a:pt x="727411" y="4148"/>
                </a:lnTo>
                <a:lnTo>
                  <a:pt x="729383" y="4938"/>
                </a:lnTo>
                <a:lnTo>
                  <a:pt x="731209" y="5851"/>
                </a:lnTo>
                <a:lnTo>
                  <a:pt x="732876" y="6893"/>
                </a:lnTo>
                <a:lnTo>
                  <a:pt x="734383" y="8069"/>
                </a:lnTo>
                <a:lnTo>
                  <a:pt x="735725" y="9392"/>
                </a:lnTo>
                <a:lnTo>
                  <a:pt x="736890" y="10845"/>
                </a:lnTo>
                <a:lnTo>
                  <a:pt x="737876" y="12419"/>
                </a:lnTo>
                <a:lnTo>
                  <a:pt x="738697" y="14104"/>
                </a:lnTo>
                <a:lnTo>
                  <a:pt x="739360" y="15881"/>
                </a:lnTo>
                <a:lnTo>
                  <a:pt x="739873" y="17756"/>
                </a:lnTo>
                <a:lnTo>
                  <a:pt x="740259" y="19722"/>
                </a:lnTo>
                <a:lnTo>
                  <a:pt x="740536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5" y="28643"/>
                </a:lnTo>
                <a:lnTo>
                  <a:pt x="741043" y="340126"/>
                </a:lnTo>
                <a:lnTo>
                  <a:pt x="741013" y="344697"/>
                </a:lnTo>
                <a:lnTo>
                  <a:pt x="740866" y="348765"/>
                </a:lnTo>
                <a:lnTo>
                  <a:pt x="740706" y="350690"/>
                </a:lnTo>
                <a:lnTo>
                  <a:pt x="740473" y="352503"/>
                </a:lnTo>
                <a:lnTo>
                  <a:pt x="740143" y="354237"/>
                </a:lnTo>
                <a:lnTo>
                  <a:pt x="739701" y="355903"/>
                </a:lnTo>
                <a:lnTo>
                  <a:pt x="739113" y="357496"/>
                </a:lnTo>
                <a:lnTo>
                  <a:pt x="738360" y="359009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6" y="362894"/>
                </a:lnTo>
                <a:lnTo>
                  <a:pt x="733556" y="363917"/>
                </a:lnTo>
                <a:lnTo>
                  <a:pt x="731932" y="364806"/>
                </a:lnTo>
                <a:lnTo>
                  <a:pt x="730151" y="365565"/>
                </a:lnTo>
                <a:lnTo>
                  <a:pt x="728208" y="366215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8" y="367986"/>
                </a:lnTo>
                <a:lnTo>
                  <a:pt x="715538" y="368267"/>
                </a:lnTo>
                <a:lnTo>
                  <a:pt x="708822" y="368684"/>
                </a:lnTo>
                <a:lnTo>
                  <a:pt x="700949" y="368941"/>
                </a:lnTo>
                <a:lnTo>
                  <a:pt x="691839" y="369076"/>
                </a:lnTo>
                <a:lnTo>
                  <a:pt x="669471" y="369143"/>
                </a:lnTo>
                <a:lnTo>
                  <a:pt x="73461" y="367783"/>
                </a:lnTo>
                <a:lnTo>
                  <a:pt x="73468" y="367783"/>
                </a:lnTo>
                <a:lnTo>
                  <a:pt x="61531" y="367765"/>
                </a:lnTo>
                <a:lnTo>
                  <a:pt x="51012" y="367685"/>
                </a:lnTo>
                <a:lnTo>
                  <a:pt x="41816" y="367520"/>
                </a:lnTo>
                <a:lnTo>
                  <a:pt x="33844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19" y="366447"/>
                </a:lnTo>
                <a:lnTo>
                  <a:pt x="21113" y="366080"/>
                </a:lnTo>
                <a:lnTo>
                  <a:pt x="18521" y="365651"/>
                </a:lnTo>
                <a:lnTo>
                  <a:pt x="16139" y="365142"/>
                </a:lnTo>
                <a:lnTo>
                  <a:pt x="13944" y="364560"/>
                </a:lnTo>
                <a:lnTo>
                  <a:pt x="11930" y="363881"/>
                </a:lnTo>
                <a:lnTo>
                  <a:pt x="10084" y="363096"/>
                </a:lnTo>
                <a:lnTo>
                  <a:pt x="8399" y="362190"/>
                </a:lnTo>
                <a:lnTo>
                  <a:pt x="6874" y="361154"/>
                </a:lnTo>
                <a:lnTo>
                  <a:pt x="5508" y="359977"/>
                </a:lnTo>
                <a:lnTo>
                  <a:pt x="4325" y="358673"/>
                </a:lnTo>
                <a:lnTo>
                  <a:pt x="3321" y="357245"/>
                </a:lnTo>
                <a:lnTo>
                  <a:pt x="2493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1" y="350634"/>
                </a:lnTo>
                <a:lnTo>
                  <a:pt x="643" y="348790"/>
                </a:lnTo>
                <a:lnTo>
                  <a:pt x="441" y="346842"/>
                </a:lnTo>
                <a:lnTo>
                  <a:pt x="233" y="342724"/>
                </a:lnTo>
                <a:lnTo>
                  <a:pt x="190" y="338129"/>
                </a:lnTo>
                <a:lnTo>
                  <a:pt x="0" y="29728"/>
                </a:lnTo>
                <a:lnTo>
                  <a:pt x="49" y="25126"/>
                </a:lnTo>
                <a:moveTo>
                  <a:pt x="6126" y="29777"/>
                </a:moveTo>
                <a:lnTo>
                  <a:pt x="6126" y="29740"/>
                </a:lnTo>
                <a:lnTo>
                  <a:pt x="6316" y="338111"/>
                </a:lnTo>
                <a:lnTo>
                  <a:pt x="6316" y="338080"/>
                </a:lnTo>
                <a:lnTo>
                  <a:pt x="6360" y="342596"/>
                </a:lnTo>
                <a:lnTo>
                  <a:pt x="6360" y="342473"/>
                </a:lnTo>
                <a:lnTo>
                  <a:pt x="6555" y="346449"/>
                </a:lnTo>
                <a:lnTo>
                  <a:pt x="6544" y="346290"/>
                </a:lnTo>
                <a:lnTo>
                  <a:pt x="6733" y="348085"/>
                </a:lnTo>
                <a:lnTo>
                  <a:pt x="6709" y="347932"/>
                </a:lnTo>
                <a:lnTo>
                  <a:pt x="6972" y="349605"/>
                </a:lnTo>
                <a:lnTo>
                  <a:pt x="6936" y="349415"/>
                </a:lnTo>
                <a:lnTo>
                  <a:pt x="7279" y="350971"/>
                </a:lnTo>
                <a:lnTo>
                  <a:pt x="7218" y="350738"/>
                </a:lnTo>
                <a:lnTo>
                  <a:pt x="7653" y="352178"/>
                </a:lnTo>
                <a:lnTo>
                  <a:pt x="7554" y="351908"/>
                </a:lnTo>
                <a:lnTo>
                  <a:pt x="8100" y="353244"/>
                </a:lnTo>
                <a:lnTo>
                  <a:pt x="7959" y="352944"/>
                </a:lnTo>
                <a:lnTo>
                  <a:pt x="8626" y="354170"/>
                </a:lnTo>
                <a:lnTo>
                  <a:pt x="8437" y="353863"/>
                </a:lnTo>
                <a:lnTo>
                  <a:pt x="9227" y="354991"/>
                </a:lnTo>
                <a:lnTo>
                  <a:pt x="8988" y="354696"/>
                </a:lnTo>
                <a:lnTo>
                  <a:pt x="9925" y="355720"/>
                </a:lnTo>
                <a:lnTo>
                  <a:pt x="9655" y="355462"/>
                </a:lnTo>
                <a:lnTo>
                  <a:pt x="10741" y="356400"/>
                </a:lnTo>
                <a:lnTo>
                  <a:pt x="10459" y="356185"/>
                </a:lnTo>
                <a:lnTo>
                  <a:pt x="11709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0" y="358194"/>
                </a:lnTo>
                <a:lnTo>
                  <a:pt x="13999" y="358115"/>
                </a:lnTo>
                <a:lnTo>
                  <a:pt x="15813" y="358722"/>
                </a:lnTo>
                <a:lnTo>
                  <a:pt x="15623" y="358666"/>
                </a:lnTo>
                <a:lnTo>
                  <a:pt x="17638" y="359205"/>
                </a:lnTo>
                <a:lnTo>
                  <a:pt x="17485" y="359169"/>
                </a:lnTo>
                <a:lnTo>
                  <a:pt x="19722" y="359641"/>
                </a:lnTo>
                <a:lnTo>
                  <a:pt x="19594" y="359616"/>
                </a:lnTo>
                <a:lnTo>
                  <a:pt x="22063" y="360026"/>
                </a:lnTo>
                <a:lnTo>
                  <a:pt x="21952" y="360014"/>
                </a:lnTo>
                <a:lnTo>
                  <a:pt x="24666" y="360363"/>
                </a:lnTo>
                <a:lnTo>
                  <a:pt x="24581" y="360358"/>
                </a:lnTo>
                <a:lnTo>
                  <a:pt x="27552" y="360658"/>
                </a:lnTo>
                <a:lnTo>
                  <a:pt x="27480" y="360652"/>
                </a:lnTo>
                <a:lnTo>
                  <a:pt x="30714" y="360903"/>
                </a:lnTo>
                <a:lnTo>
                  <a:pt x="30659" y="360897"/>
                </a:lnTo>
                <a:lnTo>
                  <a:pt x="34170" y="361105"/>
                </a:lnTo>
                <a:lnTo>
                  <a:pt x="34107" y="361099"/>
                </a:lnTo>
                <a:lnTo>
                  <a:pt x="42011" y="361393"/>
                </a:lnTo>
                <a:lnTo>
                  <a:pt x="41957" y="361393"/>
                </a:lnTo>
                <a:lnTo>
                  <a:pt x="51111" y="361558"/>
                </a:lnTo>
                <a:lnTo>
                  <a:pt x="51074" y="361558"/>
                </a:lnTo>
                <a:lnTo>
                  <a:pt x="61568" y="361638"/>
                </a:lnTo>
                <a:lnTo>
                  <a:pt x="61550" y="361638"/>
                </a:lnTo>
                <a:lnTo>
                  <a:pt x="73472" y="361656"/>
                </a:lnTo>
                <a:lnTo>
                  <a:pt x="669475" y="363017"/>
                </a:lnTo>
                <a:lnTo>
                  <a:pt x="669457" y="363017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4" y="362814"/>
                </a:lnTo>
                <a:lnTo>
                  <a:pt x="700778" y="362814"/>
                </a:lnTo>
                <a:lnTo>
                  <a:pt x="708578" y="362563"/>
                </a:lnTo>
                <a:lnTo>
                  <a:pt x="708485" y="362563"/>
                </a:lnTo>
                <a:lnTo>
                  <a:pt x="715109" y="362159"/>
                </a:lnTo>
                <a:lnTo>
                  <a:pt x="715011" y="362165"/>
                </a:lnTo>
                <a:lnTo>
                  <a:pt x="717910" y="361889"/>
                </a:lnTo>
                <a:lnTo>
                  <a:pt x="717824" y="361902"/>
                </a:lnTo>
                <a:lnTo>
                  <a:pt x="720463" y="361577"/>
                </a:lnTo>
                <a:lnTo>
                  <a:pt x="720354" y="361589"/>
                </a:lnTo>
                <a:lnTo>
                  <a:pt x="722749" y="361209"/>
                </a:lnTo>
                <a:lnTo>
                  <a:pt x="722614" y="361234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15"/>
                </a:lnTo>
                <a:lnTo>
                  <a:pt x="726358" y="360376"/>
                </a:lnTo>
                <a:lnTo>
                  <a:pt x="728086" y="359794"/>
                </a:lnTo>
                <a:lnTo>
                  <a:pt x="727852" y="359886"/>
                </a:lnTo>
                <a:lnTo>
                  <a:pt x="729383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1" y="357980"/>
                </a:lnTo>
                <a:lnTo>
                  <a:pt x="731058" y="358213"/>
                </a:lnTo>
                <a:lnTo>
                  <a:pt x="732067" y="357306"/>
                </a:lnTo>
                <a:lnTo>
                  <a:pt x="731793" y="357588"/>
                </a:lnTo>
                <a:lnTo>
                  <a:pt x="732651" y="356589"/>
                </a:lnTo>
                <a:lnTo>
                  <a:pt x="732417" y="356902"/>
                </a:lnTo>
                <a:lnTo>
                  <a:pt x="733140" y="355805"/>
                </a:lnTo>
                <a:lnTo>
                  <a:pt x="732955" y="356124"/>
                </a:lnTo>
                <a:lnTo>
                  <a:pt x="733551" y="354923"/>
                </a:lnTo>
                <a:lnTo>
                  <a:pt x="733423" y="355223"/>
                </a:lnTo>
                <a:lnTo>
                  <a:pt x="733899" y="353918"/>
                </a:lnTo>
                <a:lnTo>
                  <a:pt x="733813" y="354181"/>
                </a:lnTo>
                <a:lnTo>
                  <a:pt x="734199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9"/>
                </a:lnTo>
                <a:lnTo>
                  <a:pt x="734604" y="350113"/>
                </a:lnTo>
                <a:lnTo>
                  <a:pt x="734751" y="348330"/>
                </a:lnTo>
                <a:lnTo>
                  <a:pt x="734746" y="348471"/>
                </a:lnTo>
                <a:lnTo>
                  <a:pt x="734892" y="344520"/>
                </a:lnTo>
                <a:lnTo>
                  <a:pt x="734892" y="344612"/>
                </a:lnTo>
                <a:lnTo>
                  <a:pt x="734918" y="340102"/>
                </a:lnTo>
                <a:lnTo>
                  <a:pt x="734918" y="340121"/>
                </a:lnTo>
                <a:lnTo>
                  <a:pt x="734727" y="28667"/>
                </a:lnTo>
                <a:lnTo>
                  <a:pt x="734727" y="28704"/>
                </a:lnTo>
                <a:lnTo>
                  <a:pt x="734697" y="26382"/>
                </a:lnTo>
                <a:lnTo>
                  <a:pt x="734702" y="26474"/>
                </a:lnTo>
                <a:lnTo>
                  <a:pt x="734604" y="24299"/>
                </a:lnTo>
                <a:lnTo>
                  <a:pt x="734611" y="24422"/>
                </a:lnTo>
                <a:lnTo>
                  <a:pt x="734439" y="22381"/>
                </a:lnTo>
                <a:lnTo>
                  <a:pt x="734457" y="22535"/>
                </a:lnTo>
                <a:lnTo>
                  <a:pt x="734199" y="20635"/>
                </a:lnTo>
                <a:lnTo>
                  <a:pt x="734231" y="20819"/>
                </a:lnTo>
                <a:lnTo>
                  <a:pt x="733881" y="19055"/>
                </a:lnTo>
                <a:lnTo>
                  <a:pt x="733931" y="19275"/>
                </a:lnTo>
                <a:lnTo>
                  <a:pt x="733483" y="17633"/>
                </a:lnTo>
                <a:lnTo>
                  <a:pt x="733562" y="17884"/>
                </a:lnTo>
                <a:lnTo>
                  <a:pt x="733005" y="16371"/>
                </a:lnTo>
                <a:lnTo>
                  <a:pt x="733122" y="16647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7"/>
                </a:lnTo>
                <a:lnTo>
                  <a:pt x="732000" y="14545"/>
                </a:lnTo>
                <a:lnTo>
                  <a:pt x="731058" y="13369"/>
                </a:lnTo>
                <a:lnTo>
                  <a:pt x="731295" y="13632"/>
                </a:lnTo>
                <a:lnTo>
                  <a:pt x="730205" y="12560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8" y="12002"/>
                </a:lnTo>
                <a:lnTo>
                  <a:pt x="728086" y="11126"/>
                </a:lnTo>
                <a:lnTo>
                  <a:pt x="728337" y="11267"/>
                </a:lnTo>
                <a:lnTo>
                  <a:pt x="726763" y="10477"/>
                </a:lnTo>
                <a:lnTo>
                  <a:pt x="726988" y="10581"/>
                </a:lnTo>
                <a:lnTo>
                  <a:pt x="725230" y="9877"/>
                </a:lnTo>
                <a:lnTo>
                  <a:pt x="725432" y="9950"/>
                </a:lnTo>
                <a:lnTo>
                  <a:pt x="723491" y="9325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4" y="8859"/>
                </a:lnTo>
                <a:lnTo>
                  <a:pt x="719312" y="8381"/>
                </a:lnTo>
                <a:lnTo>
                  <a:pt x="719440" y="8400"/>
                </a:lnTo>
                <a:lnTo>
                  <a:pt x="716873" y="7989"/>
                </a:lnTo>
                <a:lnTo>
                  <a:pt x="716970" y="8002"/>
                </a:lnTo>
                <a:lnTo>
                  <a:pt x="714184" y="7646"/>
                </a:lnTo>
                <a:lnTo>
                  <a:pt x="714270" y="7659"/>
                </a:lnTo>
                <a:lnTo>
                  <a:pt x="711243" y="7358"/>
                </a:lnTo>
                <a:lnTo>
                  <a:pt x="711310" y="7365"/>
                </a:lnTo>
                <a:lnTo>
                  <a:pt x="708044" y="7119"/>
                </a:lnTo>
                <a:lnTo>
                  <a:pt x="708124" y="7126"/>
                </a:lnTo>
                <a:lnTo>
                  <a:pt x="700834" y="6764"/>
                </a:lnTo>
                <a:lnTo>
                  <a:pt x="700901" y="6770"/>
                </a:lnTo>
                <a:lnTo>
                  <a:pt x="692537" y="6556"/>
                </a:lnTo>
                <a:lnTo>
                  <a:pt x="692581" y="6556"/>
                </a:lnTo>
                <a:lnTo>
                  <a:pt x="683071" y="6452"/>
                </a:lnTo>
                <a:lnTo>
                  <a:pt x="683102" y="6452"/>
                </a:lnTo>
                <a:lnTo>
                  <a:pt x="660378" y="6415"/>
                </a:lnTo>
                <a:lnTo>
                  <a:pt x="73468" y="6127"/>
                </a:lnTo>
                <a:lnTo>
                  <a:pt x="73472" y="6127"/>
                </a:lnTo>
                <a:lnTo>
                  <a:pt x="61550" y="6145"/>
                </a:lnTo>
                <a:lnTo>
                  <a:pt x="61568" y="6145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2000" y="6390"/>
                </a:lnTo>
                <a:lnTo>
                  <a:pt x="34077" y="6690"/>
                </a:lnTo>
                <a:lnTo>
                  <a:pt x="34144" y="6690"/>
                </a:lnTo>
                <a:lnTo>
                  <a:pt x="30621" y="6899"/>
                </a:lnTo>
                <a:lnTo>
                  <a:pt x="30683" y="6893"/>
                </a:lnTo>
                <a:lnTo>
                  <a:pt x="27436" y="7150"/>
                </a:lnTo>
                <a:lnTo>
                  <a:pt x="27510" y="7144"/>
                </a:lnTo>
                <a:lnTo>
                  <a:pt x="24531" y="7444"/>
                </a:lnTo>
                <a:lnTo>
                  <a:pt x="24617" y="7432"/>
                </a:lnTo>
                <a:lnTo>
                  <a:pt x="21898" y="7793"/>
                </a:lnTo>
                <a:lnTo>
                  <a:pt x="22008" y="7775"/>
                </a:lnTo>
                <a:lnTo>
                  <a:pt x="19527" y="8192"/>
                </a:lnTo>
                <a:lnTo>
                  <a:pt x="19655" y="8167"/>
                </a:lnTo>
                <a:lnTo>
                  <a:pt x="17406" y="8639"/>
                </a:lnTo>
                <a:lnTo>
                  <a:pt x="17565" y="8602"/>
                </a:lnTo>
                <a:lnTo>
                  <a:pt x="15537" y="9147"/>
                </a:lnTo>
                <a:lnTo>
                  <a:pt x="15727" y="9092"/>
                </a:lnTo>
                <a:lnTo>
                  <a:pt x="13908" y="9705"/>
                </a:lnTo>
                <a:lnTo>
                  <a:pt x="14128" y="9619"/>
                </a:lnTo>
                <a:lnTo>
                  <a:pt x="12504" y="10312"/>
                </a:lnTo>
                <a:lnTo>
                  <a:pt x="12756" y="10189"/>
                </a:lnTo>
                <a:lnTo>
                  <a:pt x="11323" y="10961"/>
                </a:lnTo>
                <a:lnTo>
                  <a:pt x="11592" y="10796"/>
                </a:lnTo>
                <a:lnTo>
                  <a:pt x="10337" y="11647"/>
                </a:lnTo>
                <a:lnTo>
                  <a:pt x="10611" y="11433"/>
                </a:lnTo>
                <a:lnTo>
                  <a:pt x="9520" y="12370"/>
                </a:lnTo>
                <a:lnTo>
                  <a:pt x="9784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3" y="13981"/>
                </a:lnTo>
                <a:lnTo>
                  <a:pt x="8474" y="13675"/>
                </a:lnTo>
                <a:lnTo>
                  <a:pt x="7805" y="14907"/>
                </a:lnTo>
                <a:lnTo>
                  <a:pt x="7946" y="14607"/>
                </a:lnTo>
                <a:lnTo>
                  <a:pt x="7395" y="15942"/>
                </a:lnTo>
                <a:lnTo>
                  <a:pt x="7493" y="15672"/>
                </a:lnTo>
                <a:lnTo>
                  <a:pt x="7046" y="17119"/>
                </a:lnTo>
                <a:lnTo>
                  <a:pt x="7107" y="16886"/>
                </a:lnTo>
                <a:lnTo>
                  <a:pt x="6758" y="18442"/>
                </a:lnTo>
                <a:lnTo>
                  <a:pt x="6795" y="18246"/>
                </a:lnTo>
                <a:lnTo>
                  <a:pt x="6531" y="19924"/>
                </a:lnTo>
                <a:lnTo>
                  <a:pt x="6555" y="19771"/>
                </a:lnTo>
                <a:lnTo>
                  <a:pt x="6365" y="21567"/>
                </a:lnTo>
                <a:lnTo>
                  <a:pt x="6379" y="21401"/>
                </a:lnTo>
                <a:lnTo>
                  <a:pt x="6169" y="25378"/>
                </a:lnTo>
                <a:lnTo>
                  <a:pt x="6176" y="25255"/>
                </a:lnTo>
                <a:lnTo>
                  <a:pt x="6126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text-234 [">
            <a:extLst xmlns:a="http://schemas.openxmlformats.org/drawingml/2006/main">
              <a:ext uri="{FF2B5EF4-FFF2-40B4-BE49-F238E27FC236}">
                <a16:creationId xmlns:a16="http://schemas.microsoft.com/office/drawing/2014/main" id="{9EB8F492-8E29-41C2-8025-F0C65DA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0571" y="1931795"/>
            <a:ext cx="87887" cy="24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26" name="text-235 TRK">
            <a:extLst xmlns:a="http://schemas.openxmlformats.org/drawingml/2006/main">
              <a:ext uri="{FF2B5EF4-FFF2-40B4-BE49-F238E27FC236}">
                <a16:creationId xmlns:a16="http://schemas.microsoft.com/office/drawing/2014/main" id="{DF90A53C-CD66-48B6-BAF3-C9BDCB2F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0002" y="1931705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27" name="text-236 ]">
            <a:extLst xmlns:a="http://schemas.openxmlformats.org/drawingml/2006/main">
              <a:ext uri="{FF2B5EF4-FFF2-40B4-BE49-F238E27FC236}">
                <a16:creationId xmlns:a16="http://schemas.microsoft.com/office/drawing/2014/main" id="{77984DBA-812B-4BF0-AF3A-7DDAF60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1902" y="1931795"/>
            <a:ext cx="87887" cy="24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28" name="path-237">
            <a:extLst xmlns:a="http://schemas.openxmlformats.org/drawingml/2006/main">
              <a:ext uri="{FF2B5EF4-FFF2-40B4-BE49-F238E27FC236}">
                <a16:creationId xmlns:a16="http://schemas.microsoft.com/office/drawing/2014/main" id="{F28E2E29-233E-4D84-8ECB-76EB7CE3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252" y="1944863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6463"/>
                </a:moveTo>
                <a:lnTo>
                  <a:pt x="66905" y="72052"/>
                </a:lnTo>
                <a:lnTo>
                  <a:pt x="91903" y="0"/>
                </a:lnTo>
                <a:lnTo>
                  <a:pt x="116166" y="72052"/>
                </a:lnTo>
                <a:lnTo>
                  <a:pt x="183806" y="76463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4555" y="199245"/>
                </a:lnTo>
                <a:lnTo>
                  <a:pt x="51465" y="124988"/>
                </a:lnTo>
                <a:lnTo>
                  <a:pt x="0" y="7646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38">
            <a:extLst xmlns:a="http://schemas.openxmlformats.org/drawingml/2006/main">
              <a:ext uri="{FF2B5EF4-FFF2-40B4-BE49-F238E27FC236}">
                <a16:creationId xmlns:a16="http://schemas.microsoft.com/office/drawing/2014/main" id="{0D192D08-8356-46C2-A591-B64C22BE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773" y="3394785"/>
            <a:ext cx="734917" cy="363016"/>
          </a:xfrm>
          <a:custGeom xmlns:a="http://schemas.openxmlformats.org/drawingml/2006/main">
            <a:pathLst>
              <a:path w="734917" h="363016">
                <a:moveTo>
                  <a:pt x="0" y="26676"/>
                </a:moveTo>
                <a:cubicBezTo>
                  <a:pt x="0" y="1078"/>
                  <a:pt x="2836" y="0"/>
                  <a:pt x="70403" y="0"/>
                </a:cubicBezTo>
                <a:lnTo>
                  <a:pt x="657320" y="288"/>
                </a:lnTo>
                <a:cubicBezTo>
                  <a:pt x="724887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62"/>
                  <a:pt x="733967" y="363016"/>
                  <a:pt x="666400" y="363016"/>
                </a:cubicBezTo>
                <a:lnTo>
                  <a:pt x="70403" y="361656"/>
                </a:lnTo>
                <a:cubicBezTo>
                  <a:pt x="2836" y="361656"/>
                  <a:pt x="190" y="360651"/>
                  <a:pt x="190" y="335047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9">
            <a:extLst xmlns:a="http://schemas.openxmlformats.org/drawingml/2006/main">
              <a:ext uri="{FF2B5EF4-FFF2-40B4-BE49-F238E27FC236}">
                <a16:creationId xmlns:a16="http://schemas.microsoft.com/office/drawing/2014/main" id="{40C45296-8ACD-4C24-8BE2-437CF84A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10" y="3391721"/>
            <a:ext cx="741043" cy="369144"/>
          </a:xfrm>
          <a:custGeom xmlns:a="http://schemas.openxmlformats.org/drawingml/2006/main">
            <a:pathLst>
              <a:path w="741043" h="369144">
                <a:moveTo>
                  <a:pt x="49" y="25126"/>
                </a:moveTo>
                <a:lnTo>
                  <a:pt x="263" y="21003"/>
                </a:lnTo>
                <a:lnTo>
                  <a:pt x="471" y="19049"/>
                </a:lnTo>
                <a:lnTo>
                  <a:pt x="759" y="17198"/>
                </a:lnTo>
                <a:lnTo>
                  <a:pt x="1157" y="15428"/>
                </a:lnTo>
                <a:lnTo>
                  <a:pt x="1678" y="13737"/>
                </a:lnTo>
                <a:lnTo>
                  <a:pt x="2346" y="12119"/>
                </a:lnTo>
                <a:lnTo>
                  <a:pt x="3179" y="10588"/>
                </a:lnTo>
                <a:lnTo>
                  <a:pt x="4190" y="9154"/>
                </a:lnTo>
                <a:lnTo>
                  <a:pt x="5385" y="7849"/>
                </a:lnTo>
                <a:lnTo>
                  <a:pt x="6758" y="6673"/>
                </a:lnTo>
                <a:lnTo>
                  <a:pt x="8289" y="5631"/>
                </a:lnTo>
                <a:lnTo>
                  <a:pt x="9980" y="4724"/>
                </a:lnTo>
                <a:lnTo>
                  <a:pt x="11836" y="3940"/>
                </a:lnTo>
                <a:lnTo>
                  <a:pt x="13858" y="3254"/>
                </a:lnTo>
                <a:lnTo>
                  <a:pt x="16058" y="2666"/>
                </a:lnTo>
                <a:lnTo>
                  <a:pt x="18448" y="2157"/>
                </a:lnTo>
                <a:lnTo>
                  <a:pt x="21045" y="1722"/>
                </a:lnTo>
                <a:lnTo>
                  <a:pt x="23870" y="1355"/>
                </a:lnTo>
                <a:lnTo>
                  <a:pt x="26927" y="1042"/>
                </a:lnTo>
                <a:lnTo>
                  <a:pt x="30230" y="785"/>
                </a:lnTo>
                <a:lnTo>
                  <a:pt x="33814" y="570"/>
                </a:lnTo>
                <a:lnTo>
                  <a:pt x="41797" y="270"/>
                </a:lnTo>
                <a:lnTo>
                  <a:pt x="51006" y="99"/>
                </a:lnTo>
                <a:lnTo>
                  <a:pt x="61532" y="19"/>
                </a:lnTo>
                <a:lnTo>
                  <a:pt x="73466" y="0"/>
                </a:lnTo>
                <a:lnTo>
                  <a:pt x="660383" y="288"/>
                </a:lnTo>
                <a:lnTo>
                  <a:pt x="683126" y="326"/>
                </a:lnTo>
                <a:lnTo>
                  <a:pt x="692672" y="429"/>
                </a:lnTo>
                <a:lnTo>
                  <a:pt x="701096" y="644"/>
                </a:lnTo>
                <a:lnTo>
                  <a:pt x="708467" y="1005"/>
                </a:lnTo>
                <a:lnTo>
                  <a:pt x="711806" y="1263"/>
                </a:lnTo>
                <a:lnTo>
                  <a:pt x="714906" y="1563"/>
                </a:lnTo>
                <a:lnTo>
                  <a:pt x="717792" y="1930"/>
                </a:lnTo>
                <a:lnTo>
                  <a:pt x="720475" y="2366"/>
                </a:lnTo>
                <a:lnTo>
                  <a:pt x="722963" y="2874"/>
                </a:lnTo>
                <a:lnTo>
                  <a:pt x="725273" y="3462"/>
                </a:lnTo>
                <a:lnTo>
                  <a:pt x="727411" y="4149"/>
                </a:lnTo>
                <a:lnTo>
                  <a:pt x="729384" y="4939"/>
                </a:lnTo>
                <a:lnTo>
                  <a:pt x="731209" y="5852"/>
                </a:lnTo>
                <a:lnTo>
                  <a:pt x="732876" y="6893"/>
                </a:lnTo>
                <a:lnTo>
                  <a:pt x="734384" y="8076"/>
                </a:lnTo>
                <a:lnTo>
                  <a:pt x="735725" y="9393"/>
                </a:lnTo>
                <a:lnTo>
                  <a:pt x="736889" y="10845"/>
                </a:lnTo>
                <a:lnTo>
                  <a:pt x="737882" y="12420"/>
                </a:lnTo>
                <a:lnTo>
                  <a:pt x="738697" y="14104"/>
                </a:lnTo>
                <a:lnTo>
                  <a:pt x="739358" y="15882"/>
                </a:lnTo>
                <a:lnTo>
                  <a:pt x="739873" y="17756"/>
                </a:lnTo>
                <a:lnTo>
                  <a:pt x="740259" y="19729"/>
                </a:lnTo>
                <a:lnTo>
                  <a:pt x="740535" y="21794"/>
                </a:lnTo>
                <a:lnTo>
                  <a:pt x="740719" y="23969"/>
                </a:lnTo>
                <a:lnTo>
                  <a:pt x="740823" y="26254"/>
                </a:lnTo>
                <a:lnTo>
                  <a:pt x="740853" y="28644"/>
                </a:lnTo>
                <a:lnTo>
                  <a:pt x="741043" y="340127"/>
                </a:lnTo>
                <a:lnTo>
                  <a:pt x="741012" y="344698"/>
                </a:lnTo>
                <a:lnTo>
                  <a:pt x="740866" y="348766"/>
                </a:lnTo>
                <a:lnTo>
                  <a:pt x="740707" y="350690"/>
                </a:lnTo>
                <a:lnTo>
                  <a:pt x="740473" y="352503"/>
                </a:lnTo>
                <a:lnTo>
                  <a:pt x="740143" y="354243"/>
                </a:lnTo>
                <a:lnTo>
                  <a:pt x="739701" y="355904"/>
                </a:lnTo>
                <a:lnTo>
                  <a:pt x="739113" y="357497"/>
                </a:lnTo>
                <a:lnTo>
                  <a:pt x="738360" y="359016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4" y="362895"/>
                </a:lnTo>
                <a:lnTo>
                  <a:pt x="733556" y="363917"/>
                </a:lnTo>
                <a:lnTo>
                  <a:pt x="731933" y="364806"/>
                </a:lnTo>
                <a:lnTo>
                  <a:pt x="730150" y="365566"/>
                </a:lnTo>
                <a:lnTo>
                  <a:pt x="728208" y="366215"/>
                </a:lnTo>
                <a:lnTo>
                  <a:pt x="726088" y="366773"/>
                </a:lnTo>
                <a:lnTo>
                  <a:pt x="723784" y="367251"/>
                </a:lnTo>
                <a:lnTo>
                  <a:pt x="721266" y="367649"/>
                </a:lnTo>
                <a:lnTo>
                  <a:pt x="718527" y="367986"/>
                </a:lnTo>
                <a:lnTo>
                  <a:pt x="715537" y="368274"/>
                </a:lnTo>
                <a:lnTo>
                  <a:pt x="708822" y="368684"/>
                </a:lnTo>
                <a:lnTo>
                  <a:pt x="700949" y="368941"/>
                </a:lnTo>
                <a:lnTo>
                  <a:pt x="691839" y="369076"/>
                </a:lnTo>
                <a:lnTo>
                  <a:pt x="669470" y="369144"/>
                </a:lnTo>
                <a:lnTo>
                  <a:pt x="73461" y="367783"/>
                </a:lnTo>
                <a:lnTo>
                  <a:pt x="73466" y="367783"/>
                </a:lnTo>
                <a:lnTo>
                  <a:pt x="61532" y="367765"/>
                </a:lnTo>
                <a:lnTo>
                  <a:pt x="51012" y="367686"/>
                </a:lnTo>
                <a:lnTo>
                  <a:pt x="41815" y="367521"/>
                </a:lnTo>
                <a:lnTo>
                  <a:pt x="33844" y="367220"/>
                </a:lnTo>
                <a:lnTo>
                  <a:pt x="30273" y="367012"/>
                </a:lnTo>
                <a:lnTo>
                  <a:pt x="26970" y="366754"/>
                </a:lnTo>
                <a:lnTo>
                  <a:pt x="23925" y="366448"/>
                </a:lnTo>
                <a:lnTo>
                  <a:pt x="21113" y="366080"/>
                </a:lnTo>
                <a:lnTo>
                  <a:pt x="18521" y="365652"/>
                </a:lnTo>
                <a:lnTo>
                  <a:pt x="16137" y="365149"/>
                </a:lnTo>
                <a:lnTo>
                  <a:pt x="13944" y="364561"/>
                </a:lnTo>
                <a:lnTo>
                  <a:pt x="11935" y="363881"/>
                </a:lnTo>
                <a:lnTo>
                  <a:pt x="10084" y="363096"/>
                </a:lnTo>
                <a:lnTo>
                  <a:pt x="8399" y="362190"/>
                </a:lnTo>
                <a:lnTo>
                  <a:pt x="6874" y="361155"/>
                </a:lnTo>
                <a:lnTo>
                  <a:pt x="5508" y="359978"/>
                </a:lnTo>
                <a:lnTo>
                  <a:pt x="4325" y="358673"/>
                </a:lnTo>
                <a:lnTo>
                  <a:pt x="3321" y="357246"/>
                </a:lnTo>
                <a:lnTo>
                  <a:pt x="2493" y="355714"/>
                </a:lnTo>
                <a:lnTo>
                  <a:pt x="1831" y="354096"/>
                </a:lnTo>
                <a:lnTo>
                  <a:pt x="1317" y="352405"/>
                </a:lnTo>
                <a:lnTo>
                  <a:pt x="931" y="350641"/>
                </a:lnTo>
                <a:lnTo>
                  <a:pt x="643" y="348790"/>
                </a:lnTo>
                <a:lnTo>
                  <a:pt x="441" y="346842"/>
                </a:lnTo>
                <a:lnTo>
                  <a:pt x="238" y="342725"/>
                </a:lnTo>
                <a:lnTo>
                  <a:pt x="190" y="338130"/>
                </a:lnTo>
                <a:lnTo>
                  <a:pt x="0" y="29728"/>
                </a:lnTo>
                <a:lnTo>
                  <a:pt x="49" y="25126"/>
                </a:lnTo>
                <a:moveTo>
                  <a:pt x="6126" y="29777"/>
                </a:moveTo>
                <a:lnTo>
                  <a:pt x="6126" y="29740"/>
                </a:lnTo>
                <a:lnTo>
                  <a:pt x="6316" y="338111"/>
                </a:lnTo>
                <a:lnTo>
                  <a:pt x="6316" y="338081"/>
                </a:lnTo>
                <a:lnTo>
                  <a:pt x="6359" y="342597"/>
                </a:lnTo>
                <a:lnTo>
                  <a:pt x="6359" y="342473"/>
                </a:lnTo>
                <a:lnTo>
                  <a:pt x="6555" y="346450"/>
                </a:lnTo>
                <a:lnTo>
                  <a:pt x="6543" y="346290"/>
                </a:lnTo>
                <a:lnTo>
                  <a:pt x="6733" y="348086"/>
                </a:lnTo>
                <a:lnTo>
                  <a:pt x="6708" y="347932"/>
                </a:lnTo>
                <a:lnTo>
                  <a:pt x="6972" y="349605"/>
                </a:lnTo>
                <a:lnTo>
                  <a:pt x="6935" y="349415"/>
                </a:lnTo>
                <a:lnTo>
                  <a:pt x="7279" y="350972"/>
                </a:lnTo>
                <a:lnTo>
                  <a:pt x="7217" y="350739"/>
                </a:lnTo>
                <a:lnTo>
                  <a:pt x="7652" y="352179"/>
                </a:lnTo>
                <a:lnTo>
                  <a:pt x="7560" y="351909"/>
                </a:lnTo>
                <a:lnTo>
                  <a:pt x="8100" y="353245"/>
                </a:lnTo>
                <a:lnTo>
                  <a:pt x="7958" y="352945"/>
                </a:lnTo>
                <a:lnTo>
                  <a:pt x="8626" y="354170"/>
                </a:lnTo>
                <a:lnTo>
                  <a:pt x="8436" y="353863"/>
                </a:lnTo>
                <a:lnTo>
                  <a:pt x="9227" y="354991"/>
                </a:lnTo>
                <a:lnTo>
                  <a:pt x="8988" y="354697"/>
                </a:lnTo>
                <a:lnTo>
                  <a:pt x="9925" y="355726"/>
                </a:lnTo>
                <a:lnTo>
                  <a:pt x="9655" y="355463"/>
                </a:lnTo>
                <a:lnTo>
                  <a:pt x="10740" y="356400"/>
                </a:lnTo>
                <a:lnTo>
                  <a:pt x="10458" y="356185"/>
                </a:lnTo>
                <a:lnTo>
                  <a:pt x="11707" y="357031"/>
                </a:lnTo>
                <a:lnTo>
                  <a:pt x="11439" y="356865"/>
                </a:lnTo>
                <a:lnTo>
                  <a:pt x="12860" y="357632"/>
                </a:lnTo>
                <a:lnTo>
                  <a:pt x="12609" y="357509"/>
                </a:lnTo>
                <a:lnTo>
                  <a:pt x="14220" y="358195"/>
                </a:lnTo>
                <a:lnTo>
                  <a:pt x="13999" y="358115"/>
                </a:lnTo>
                <a:lnTo>
                  <a:pt x="15813" y="358722"/>
                </a:lnTo>
                <a:lnTo>
                  <a:pt x="15623" y="358667"/>
                </a:lnTo>
                <a:lnTo>
                  <a:pt x="17638" y="359206"/>
                </a:lnTo>
                <a:lnTo>
                  <a:pt x="17486" y="359169"/>
                </a:lnTo>
                <a:lnTo>
                  <a:pt x="19722" y="359641"/>
                </a:lnTo>
                <a:lnTo>
                  <a:pt x="19593" y="359616"/>
                </a:lnTo>
                <a:lnTo>
                  <a:pt x="22063" y="360027"/>
                </a:lnTo>
                <a:lnTo>
                  <a:pt x="21952" y="360015"/>
                </a:lnTo>
                <a:lnTo>
                  <a:pt x="24672" y="360364"/>
                </a:lnTo>
                <a:lnTo>
                  <a:pt x="24580" y="360358"/>
                </a:lnTo>
                <a:lnTo>
                  <a:pt x="27552" y="360658"/>
                </a:lnTo>
                <a:lnTo>
                  <a:pt x="27479" y="360652"/>
                </a:lnTo>
                <a:lnTo>
                  <a:pt x="30713" y="360904"/>
                </a:lnTo>
                <a:lnTo>
                  <a:pt x="30659" y="360897"/>
                </a:lnTo>
                <a:lnTo>
                  <a:pt x="34175" y="361106"/>
                </a:lnTo>
                <a:lnTo>
                  <a:pt x="34107" y="361099"/>
                </a:lnTo>
                <a:lnTo>
                  <a:pt x="42011" y="361394"/>
                </a:lnTo>
                <a:lnTo>
                  <a:pt x="41956" y="361394"/>
                </a:lnTo>
                <a:lnTo>
                  <a:pt x="51110" y="361565"/>
                </a:lnTo>
                <a:lnTo>
                  <a:pt x="51074" y="361559"/>
                </a:lnTo>
                <a:lnTo>
                  <a:pt x="61568" y="361638"/>
                </a:lnTo>
                <a:lnTo>
                  <a:pt x="61550" y="361638"/>
                </a:lnTo>
                <a:lnTo>
                  <a:pt x="73473" y="361657"/>
                </a:lnTo>
                <a:lnTo>
                  <a:pt x="669475" y="363017"/>
                </a:lnTo>
                <a:lnTo>
                  <a:pt x="669457" y="363017"/>
                </a:lnTo>
                <a:lnTo>
                  <a:pt x="691802" y="362950"/>
                </a:lnTo>
                <a:lnTo>
                  <a:pt x="691765" y="362950"/>
                </a:lnTo>
                <a:lnTo>
                  <a:pt x="700833" y="362815"/>
                </a:lnTo>
                <a:lnTo>
                  <a:pt x="700778" y="362815"/>
                </a:lnTo>
                <a:lnTo>
                  <a:pt x="708577" y="362564"/>
                </a:lnTo>
                <a:lnTo>
                  <a:pt x="708485" y="362570"/>
                </a:lnTo>
                <a:lnTo>
                  <a:pt x="715108" y="362159"/>
                </a:lnTo>
                <a:lnTo>
                  <a:pt x="715010" y="362165"/>
                </a:lnTo>
                <a:lnTo>
                  <a:pt x="717908" y="361895"/>
                </a:lnTo>
                <a:lnTo>
                  <a:pt x="717822" y="361902"/>
                </a:lnTo>
                <a:lnTo>
                  <a:pt x="720464" y="361577"/>
                </a:lnTo>
                <a:lnTo>
                  <a:pt x="720353" y="361590"/>
                </a:lnTo>
                <a:lnTo>
                  <a:pt x="722749" y="361209"/>
                </a:lnTo>
                <a:lnTo>
                  <a:pt x="722613" y="361234"/>
                </a:lnTo>
                <a:lnTo>
                  <a:pt x="724777" y="360793"/>
                </a:lnTo>
                <a:lnTo>
                  <a:pt x="724612" y="360830"/>
                </a:lnTo>
                <a:lnTo>
                  <a:pt x="726553" y="360321"/>
                </a:lnTo>
                <a:lnTo>
                  <a:pt x="726357" y="360376"/>
                </a:lnTo>
                <a:lnTo>
                  <a:pt x="728085" y="359794"/>
                </a:lnTo>
                <a:lnTo>
                  <a:pt x="727858" y="359886"/>
                </a:lnTo>
                <a:lnTo>
                  <a:pt x="729384" y="359230"/>
                </a:lnTo>
                <a:lnTo>
                  <a:pt x="729121" y="359359"/>
                </a:lnTo>
                <a:lnTo>
                  <a:pt x="730469" y="358624"/>
                </a:lnTo>
                <a:lnTo>
                  <a:pt x="730180" y="358801"/>
                </a:lnTo>
                <a:lnTo>
                  <a:pt x="731351" y="357980"/>
                </a:lnTo>
                <a:lnTo>
                  <a:pt x="731057" y="358213"/>
                </a:lnTo>
                <a:lnTo>
                  <a:pt x="732068" y="357307"/>
                </a:lnTo>
                <a:lnTo>
                  <a:pt x="731792" y="357589"/>
                </a:lnTo>
                <a:lnTo>
                  <a:pt x="732649" y="356590"/>
                </a:lnTo>
                <a:lnTo>
                  <a:pt x="732417" y="356903"/>
                </a:lnTo>
                <a:lnTo>
                  <a:pt x="733140" y="355806"/>
                </a:lnTo>
                <a:lnTo>
                  <a:pt x="732956" y="356124"/>
                </a:lnTo>
                <a:lnTo>
                  <a:pt x="733551" y="354924"/>
                </a:lnTo>
                <a:lnTo>
                  <a:pt x="733422" y="355224"/>
                </a:lnTo>
                <a:lnTo>
                  <a:pt x="733899" y="353919"/>
                </a:lnTo>
                <a:lnTo>
                  <a:pt x="733820" y="354182"/>
                </a:lnTo>
                <a:lnTo>
                  <a:pt x="734199" y="352767"/>
                </a:lnTo>
                <a:lnTo>
                  <a:pt x="734145" y="352988"/>
                </a:lnTo>
                <a:lnTo>
                  <a:pt x="734438" y="351455"/>
                </a:lnTo>
                <a:lnTo>
                  <a:pt x="734408" y="351633"/>
                </a:lnTo>
                <a:lnTo>
                  <a:pt x="734623" y="349979"/>
                </a:lnTo>
                <a:lnTo>
                  <a:pt x="734604" y="350114"/>
                </a:lnTo>
                <a:lnTo>
                  <a:pt x="734751" y="348331"/>
                </a:lnTo>
                <a:lnTo>
                  <a:pt x="734745" y="348472"/>
                </a:lnTo>
                <a:lnTo>
                  <a:pt x="734892" y="344520"/>
                </a:lnTo>
                <a:lnTo>
                  <a:pt x="734892" y="344612"/>
                </a:lnTo>
                <a:lnTo>
                  <a:pt x="734916" y="340102"/>
                </a:lnTo>
                <a:lnTo>
                  <a:pt x="734916" y="340121"/>
                </a:lnTo>
                <a:lnTo>
                  <a:pt x="734727" y="28668"/>
                </a:lnTo>
                <a:lnTo>
                  <a:pt x="734727" y="28705"/>
                </a:lnTo>
                <a:lnTo>
                  <a:pt x="734696" y="26383"/>
                </a:lnTo>
                <a:lnTo>
                  <a:pt x="734702" y="26475"/>
                </a:lnTo>
                <a:lnTo>
                  <a:pt x="734604" y="24300"/>
                </a:lnTo>
                <a:lnTo>
                  <a:pt x="734610" y="24422"/>
                </a:lnTo>
                <a:lnTo>
                  <a:pt x="734438" y="22382"/>
                </a:lnTo>
                <a:lnTo>
                  <a:pt x="734457" y="22535"/>
                </a:lnTo>
                <a:lnTo>
                  <a:pt x="734199" y="20636"/>
                </a:lnTo>
                <a:lnTo>
                  <a:pt x="734230" y="20820"/>
                </a:lnTo>
                <a:lnTo>
                  <a:pt x="733881" y="19055"/>
                </a:lnTo>
                <a:lnTo>
                  <a:pt x="733930" y="19276"/>
                </a:lnTo>
                <a:lnTo>
                  <a:pt x="733483" y="17634"/>
                </a:lnTo>
                <a:lnTo>
                  <a:pt x="733563" y="17885"/>
                </a:lnTo>
                <a:lnTo>
                  <a:pt x="733005" y="16371"/>
                </a:lnTo>
                <a:lnTo>
                  <a:pt x="733122" y="16647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8"/>
                </a:lnTo>
                <a:lnTo>
                  <a:pt x="732000" y="14546"/>
                </a:lnTo>
                <a:lnTo>
                  <a:pt x="731057" y="13369"/>
                </a:lnTo>
                <a:lnTo>
                  <a:pt x="731295" y="13633"/>
                </a:lnTo>
                <a:lnTo>
                  <a:pt x="730205" y="12561"/>
                </a:lnTo>
                <a:lnTo>
                  <a:pt x="730469" y="12793"/>
                </a:lnTo>
                <a:lnTo>
                  <a:pt x="729225" y="11819"/>
                </a:lnTo>
                <a:lnTo>
                  <a:pt x="729488" y="12003"/>
                </a:lnTo>
                <a:lnTo>
                  <a:pt x="728085" y="11127"/>
                </a:lnTo>
                <a:lnTo>
                  <a:pt x="728336" y="11268"/>
                </a:lnTo>
                <a:lnTo>
                  <a:pt x="726756" y="10477"/>
                </a:lnTo>
                <a:lnTo>
                  <a:pt x="726989" y="10582"/>
                </a:lnTo>
                <a:lnTo>
                  <a:pt x="725230" y="9877"/>
                </a:lnTo>
                <a:lnTo>
                  <a:pt x="725432" y="9951"/>
                </a:lnTo>
                <a:lnTo>
                  <a:pt x="723490" y="9326"/>
                </a:lnTo>
                <a:lnTo>
                  <a:pt x="723662" y="9375"/>
                </a:lnTo>
                <a:lnTo>
                  <a:pt x="721517" y="8823"/>
                </a:lnTo>
                <a:lnTo>
                  <a:pt x="721664" y="8860"/>
                </a:lnTo>
                <a:lnTo>
                  <a:pt x="719311" y="8382"/>
                </a:lnTo>
                <a:lnTo>
                  <a:pt x="719440" y="8401"/>
                </a:lnTo>
                <a:lnTo>
                  <a:pt x="716873" y="7990"/>
                </a:lnTo>
                <a:lnTo>
                  <a:pt x="716971" y="8002"/>
                </a:lnTo>
                <a:lnTo>
                  <a:pt x="714183" y="7647"/>
                </a:lnTo>
                <a:lnTo>
                  <a:pt x="714269" y="7659"/>
                </a:lnTo>
                <a:lnTo>
                  <a:pt x="711243" y="7359"/>
                </a:lnTo>
                <a:lnTo>
                  <a:pt x="711309" y="7365"/>
                </a:lnTo>
                <a:lnTo>
                  <a:pt x="708044" y="7120"/>
                </a:lnTo>
                <a:lnTo>
                  <a:pt x="708124" y="7126"/>
                </a:lnTo>
                <a:lnTo>
                  <a:pt x="700833" y="6765"/>
                </a:lnTo>
                <a:lnTo>
                  <a:pt x="700907" y="6771"/>
                </a:lnTo>
                <a:lnTo>
                  <a:pt x="692537" y="6557"/>
                </a:lnTo>
                <a:lnTo>
                  <a:pt x="692580" y="6557"/>
                </a:lnTo>
                <a:lnTo>
                  <a:pt x="683071" y="6452"/>
                </a:lnTo>
                <a:lnTo>
                  <a:pt x="683102" y="6452"/>
                </a:lnTo>
                <a:lnTo>
                  <a:pt x="660377" y="6415"/>
                </a:lnTo>
                <a:lnTo>
                  <a:pt x="73466" y="6128"/>
                </a:lnTo>
                <a:lnTo>
                  <a:pt x="73473" y="6128"/>
                </a:lnTo>
                <a:lnTo>
                  <a:pt x="61550" y="6146"/>
                </a:lnTo>
                <a:lnTo>
                  <a:pt x="61568" y="6146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1999" y="6391"/>
                </a:lnTo>
                <a:lnTo>
                  <a:pt x="34077" y="6691"/>
                </a:lnTo>
                <a:lnTo>
                  <a:pt x="34144" y="6691"/>
                </a:lnTo>
                <a:lnTo>
                  <a:pt x="30621" y="6900"/>
                </a:lnTo>
                <a:lnTo>
                  <a:pt x="30683" y="6893"/>
                </a:lnTo>
                <a:lnTo>
                  <a:pt x="27436" y="7151"/>
                </a:lnTo>
                <a:lnTo>
                  <a:pt x="27509" y="7144"/>
                </a:lnTo>
                <a:lnTo>
                  <a:pt x="24531" y="7445"/>
                </a:lnTo>
                <a:lnTo>
                  <a:pt x="24617" y="7439"/>
                </a:lnTo>
                <a:lnTo>
                  <a:pt x="21897" y="7794"/>
                </a:lnTo>
                <a:lnTo>
                  <a:pt x="22007" y="7776"/>
                </a:lnTo>
                <a:lnTo>
                  <a:pt x="19526" y="8193"/>
                </a:lnTo>
                <a:lnTo>
                  <a:pt x="19655" y="8168"/>
                </a:lnTo>
                <a:lnTo>
                  <a:pt x="17406" y="8639"/>
                </a:lnTo>
                <a:lnTo>
                  <a:pt x="17565" y="8603"/>
                </a:lnTo>
                <a:lnTo>
                  <a:pt x="15537" y="9148"/>
                </a:lnTo>
                <a:lnTo>
                  <a:pt x="15727" y="9092"/>
                </a:lnTo>
                <a:lnTo>
                  <a:pt x="13907" y="9705"/>
                </a:lnTo>
                <a:lnTo>
                  <a:pt x="14128" y="9619"/>
                </a:lnTo>
                <a:lnTo>
                  <a:pt x="12504" y="10312"/>
                </a:lnTo>
                <a:lnTo>
                  <a:pt x="12756" y="10189"/>
                </a:lnTo>
                <a:lnTo>
                  <a:pt x="11322" y="10961"/>
                </a:lnTo>
                <a:lnTo>
                  <a:pt x="11591" y="10796"/>
                </a:lnTo>
                <a:lnTo>
                  <a:pt x="10335" y="11648"/>
                </a:lnTo>
                <a:lnTo>
                  <a:pt x="10611" y="11433"/>
                </a:lnTo>
                <a:lnTo>
                  <a:pt x="9520" y="12377"/>
                </a:lnTo>
                <a:lnTo>
                  <a:pt x="9784" y="12113"/>
                </a:lnTo>
                <a:lnTo>
                  <a:pt x="8847" y="13149"/>
                </a:lnTo>
                <a:lnTo>
                  <a:pt x="9080" y="12855"/>
                </a:lnTo>
                <a:lnTo>
                  <a:pt x="8283" y="13982"/>
                </a:lnTo>
                <a:lnTo>
                  <a:pt x="8473" y="13676"/>
                </a:lnTo>
                <a:lnTo>
                  <a:pt x="7805" y="14907"/>
                </a:lnTo>
                <a:lnTo>
                  <a:pt x="7946" y="14607"/>
                </a:lnTo>
                <a:lnTo>
                  <a:pt x="7395" y="15943"/>
                </a:lnTo>
                <a:lnTo>
                  <a:pt x="7493" y="15673"/>
                </a:lnTo>
                <a:lnTo>
                  <a:pt x="7046" y="17119"/>
                </a:lnTo>
                <a:lnTo>
                  <a:pt x="7107" y="16886"/>
                </a:lnTo>
                <a:lnTo>
                  <a:pt x="6758" y="18442"/>
                </a:lnTo>
                <a:lnTo>
                  <a:pt x="6794" y="18247"/>
                </a:lnTo>
                <a:lnTo>
                  <a:pt x="6531" y="19925"/>
                </a:lnTo>
                <a:lnTo>
                  <a:pt x="6555" y="19772"/>
                </a:lnTo>
                <a:lnTo>
                  <a:pt x="6366" y="21567"/>
                </a:lnTo>
                <a:lnTo>
                  <a:pt x="6378" y="21402"/>
                </a:lnTo>
                <a:lnTo>
                  <a:pt x="6169" y="25384"/>
                </a:lnTo>
                <a:lnTo>
                  <a:pt x="6175" y="25255"/>
                </a:lnTo>
                <a:lnTo>
                  <a:pt x="6126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text-240 [">
            <a:extLst xmlns:a="http://schemas.openxmlformats.org/drawingml/2006/main">
              <a:ext uri="{FF2B5EF4-FFF2-40B4-BE49-F238E27FC236}">
                <a16:creationId xmlns:a16="http://schemas.microsoft.com/office/drawing/2014/main" id="{77C88C73-12BD-4BB3-804A-81D3A62E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193" y="3448194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32" name="text-241 TRK">
            <a:extLst xmlns:a="http://schemas.openxmlformats.org/drawingml/2006/main">
              <a:ext uri="{FF2B5EF4-FFF2-40B4-BE49-F238E27FC236}">
                <a16:creationId xmlns:a16="http://schemas.microsoft.com/office/drawing/2014/main" id="{9C1B427B-0F36-4FC0-85FC-6BA2A5B9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623" y="3448103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33" name="text-242 ]">
            <a:extLst xmlns:a="http://schemas.openxmlformats.org/drawingml/2006/main">
              <a:ext uri="{FF2B5EF4-FFF2-40B4-BE49-F238E27FC236}">
                <a16:creationId xmlns:a16="http://schemas.microsoft.com/office/drawing/2014/main" id="{709781B4-BAC5-4DF2-A80E-41A16FF8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8523" y="3448194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34" name="path-243">
            <a:extLst xmlns:a="http://schemas.openxmlformats.org/drawingml/2006/main">
              <a:ext uri="{FF2B5EF4-FFF2-40B4-BE49-F238E27FC236}">
                <a16:creationId xmlns:a16="http://schemas.microsoft.com/office/drawing/2014/main" id="{EA37E2B8-2B5B-4ACB-A370-AC432F14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566" y="3461629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5728"/>
                </a:moveTo>
                <a:lnTo>
                  <a:pt x="67641" y="71317"/>
                </a:lnTo>
                <a:lnTo>
                  <a:pt x="91903" y="0"/>
                </a:lnTo>
                <a:lnTo>
                  <a:pt x="116166" y="71317"/>
                </a:lnTo>
                <a:lnTo>
                  <a:pt x="183806" y="75728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5291" y="199245"/>
                </a:lnTo>
                <a:lnTo>
                  <a:pt x="52201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44">
            <a:extLst xmlns:a="http://schemas.openxmlformats.org/drawingml/2006/main">
              <a:ext uri="{FF2B5EF4-FFF2-40B4-BE49-F238E27FC236}">
                <a16:creationId xmlns:a16="http://schemas.microsoft.com/office/drawing/2014/main" id="{C6EF315B-4E41-41AA-A23C-8C7A757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773" y="3893511"/>
            <a:ext cx="734917" cy="363016"/>
          </a:xfrm>
          <a:custGeom xmlns:a="http://schemas.openxmlformats.org/drawingml/2006/main">
            <a:pathLst>
              <a:path w="734917" h="363016">
                <a:moveTo>
                  <a:pt x="0" y="26676"/>
                </a:moveTo>
                <a:cubicBezTo>
                  <a:pt x="0" y="1079"/>
                  <a:pt x="2836" y="0"/>
                  <a:pt x="70403" y="0"/>
                </a:cubicBezTo>
                <a:lnTo>
                  <a:pt x="657320" y="288"/>
                </a:lnTo>
                <a:cubicBezTo>
                  <a:pt x="724887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55"/>
                  <a:pt x="733967" y="363016"/>
                  <a:pt x="666400" y="363016"/>
                </a:cubicBezTo>
                <a:lnTo>
                  <a:pt x="70403" y="361656"/>
                </a:lnTo>
                <a:cubicBezTo>
                  <a:pt x="2836" y="361656"/>
                  <a:pt x="190" y="360652"/>
                  <a:pt x="19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45">
            <a:extLst xmlns:a="http://schemas.openxmlformats.org/drawingml/2006/main">
              <a:ext uri="{FF2B5EF4-FFF2-40B4-BE49-F238E27FC236}">
                <a16:creationId xmlns:a16="http://schemas.microsoft.com/office/drawing/2014/main" id="{42A8ADE2-468D-4016-9B83-4DB8BB3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10" y="3890448"/>
            <a:ext cx="741043" cy="369143"/>
          </a:xfrm>
          <a:custGeom xmlns:a="http://schemas.openxmlformats.org/drawingml/2006/main">
            <a:pathLst>
              <a:path w="741043" h="369143">
                <a:moveTo>
                  <a:pt x="49" y="25126"/>
                </a:moveTo>
                <a:lnTo>
                  <a:pt x="263" y="21003"/>
                </a:lnTo>
                <a:lnTo>
                  <a:pt x="471" y="19048"/>
                </a:lnTo>
                <a:lnTo>
                  <a:pt x="759" y="17198"/>
                </a:lnTo>
                <a:lnTo>
                  <a:pt x="1157" y="15428"/>
                </a:lnTo>
                <a:lnTo>
                  <a:pt x="1678" y="13736"/>
                </a:lnTo>
                <a:lnTo>
                  <a:pt x="2346" y="12113"/>
                </a:lnTo>
                <a:lnTo>
                  <a:pt x="3179" y="10581"/>
                </a:lnTo>
                <a:lnTo>
                  <a:pt x="4190" y="9154"/>
                </a:lnTo>
                <a:lnTo>
                  <a:pt x="5385" y="7848"/>
                </a:lnTo>
                <a:lnTo>
                  <a:pt x="6758" y="6672"/>
                </a:lnTo>
                <a:lnTo>
                  <a:pt x="8289" y="5630"/>
                </a:lnTo>
                <a:lnTo>
                  <a:pt x="9980" y="4724"/>
                </a:lnTo>
                <a:lnTo>
                  <a:pt x="11836" y="3933"/>
                </a:lnTo>
                <a:lnTo>
                  <a:pt x="13858" y="3253"/>
                </a:lnTo>
                <a:lnTo>
                  <a:pt x="16058" y="2665"/>
                </a:lnTo>
                <a:lnTo>
                  <a:pt x="18448" y="2156"/>
                </a:lnTo>
                <a:lnTo>
                  <a:pt x="21045" y="1721"/>
                </a:lnTo>
                <a:lnTo>
                  <a:pt x="23870" y="1354"/>
                </a:lnTo>
                <a:lnTo>
                  <a:pt x="26927" y="1041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69"/>
                </a:lnTo>
                <a:lnTo>
                  <a:pt x="51006" y="98"/>
                </a:lnTo>
                <a:lnTo>
                  <a:pt x="61532" y="18"/>
                </a:lnTo>
                <a:lnTo>
                  <a:pt x="73466" y="0"/>
                </a:lnTo>
                <a:lnTo>
                  <a:pt x="660383" y="288"/>
                </a:lnTo>
                <a:lnTo>
                  <a:pt x="683126" y="324"/>
                </a:lnTo>
                <a:lnTo>
                  <a:pt x="692672" y="428"/>
                </a:lnTo>
                <a:lnTo>
                  <a:pt x="701096" y="643"/>
                </a:lnTo>
                <a:lnTo>
                  <a:pt x="708467" y="1005"/>
                </a:lnTo>
                <a:lnTo>
                  <a:pt x="711806" y="1262"/>
                </a:lnTo>
                <a:lnTo>
                  <a:pt x="714906" y="1562"/>
                </a:lnTo>
                <a:lnTo>
                  <a:pt x="717792" y="1930"/>
                </a:lnTo>
                <a:lnTo>
                  <a:pt x="720475" y="2364"/>
                </a:lnTo>
                <a:lnTo>
                  <a:pt x="722963" y="2874"/>
                </a:lnTo>
                <a:lnTo>
                  <a:pt x="725273" y="3461"/>
                </a:lnTo>
                <a:lnTo>
                  <a:pt x="727411" y="4148"/>
                </a:lnTo>
                <a:lnTo>
                  <a:pt x="729384" y="4939"/>
                </a:lnTo>
                <a:lnTo>
                  <a:pt x="731209" y="5851"/>
                </a:lnTo>
                <a:lnTo>
                  <a:pt x="732876" y="6893"/>
                </a:lnTo>
                <a:lnTo>
                  <a:pt x="734384" y="8069"/>
                </a:lnTo>
                <a:lnTo>
                  <a:pt x="735725" y="9392"/>
                </a:lnTo>
                <a:lnTo>
                  <a:pt x="736889" y="10844"/>
                </a:lnTo>
                <a:lnTo>
                  <a:pt x="737882" y="12419"/>
                </a:lnTo>
                <a:lnTo>
                  <a:pt x="738697" y="14104"/>
                </a:lnTo>
                <a:lnTo>
                  <a:pt x="739358" y="15880"/>
                </a:lnTo>
                <a:lnTo>
                  <a:pt x="739873" y="17755"/>
                </a:lnTo>
                <a:lnTo>
                  <a:pt x="740259" y="19722"/>
                </a:lnTo>
                <a:lnTo>
                  <a:pt x="740535" y="21793"/>
                </a:lnTo>
                <a:lnTo>
                  <a:pt x="740719" y="23962"/>
                </a:lnTo>
                <a:lnTo>
                  <a:pt x="740823" y="26254"/>
                </a:lnTo>
                <a:lnTo>
                  <a:pt x="740853" y="28643"/>
                </a:lnTo>
                <a:lnTo>
                  <a:pt x="741043" y="340126"/>
                </a:lnTo>
                <a:lnTo>
                  <a:pt x="741012" y="344697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3" y="352502"/>
                </a:lnTo>
                <a:lnTo>
                  <a:pt x="740143" y="354237"/>
                </a:lnTo>
                <a:lnTo>
                  <a:pt x="739701" y="355903"/>
                </a:lnTo>
                <a:lnTo>
                  <a:pt x="739113" y="357496"/>
                </a:lnTo>
                <a:lnTo>
                  <a:pt x="738360" y="359009"/>
                </a:lnTo>
                <a:lnTo>
                  <a:pt x="737429" y="360431"/>
                </a:lnTo>
                <a:lnTo>
                  <a:pt x="736313" y="361730"/>
                </a:lnTo>
                <a:lnTo>
                  <a:pt x="735014" y="362894"/>
                </a:lnTo>
                <a:lnTo>
                  <a:pt x="733556" y="363917"/>
                </a:lnTo>
                <a:lnTo>
                  <a:pt x="731933" y="364805"/>
                </a:lnTo>
                <a:lnTo>
                  <a:pt x="730150" y="365565"/>
                </a:lnTo>
                <a:lnTo>
                  <a:pt x="728208" y="366214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7" y="367985"/>
                </a:lnTo>
                <a:lnTo>
                  <a:pt x="715537" y="368267"/>
                </a:lnTo>
                <a:lnTo>
                  <a:pt x="708822" y="368684"/>
                </a:lnTo>
                <a:lnTo>
                  <a:pt x="700949" y="368941"/>
                </a:lnTo>
                <a:lnTo>
                  <a:pt x="691839" y="369076"/>
                </a:lnTo>
                <a:lnTo>
                  <a:pt x="669470" y="369143"/>
                </a:lnTo>
                <a:lnTo>
                  <a:pt x="73461" y="367783"/>
                </a:lnTo>
                <a:lnTo>
                  <a:pt x="73466" y="367783"/>
                </a:lnTo>
                <a:lnTo>
                  <a:pt x="61532" y="367765"/>
                </a:lnTo>
                <a:lnTo>
                  <a:pt x="51012" y="367685"/>
                </a:lnTo>
                <a:lnTo>
                  <a:pt x="41815" y="367519"/>
                </a:lnTo>
                <a:lnTo>
                  <a:pt x="33844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25" y="366447"/>
                </a:lnTo>
                <a:lnTo>
                  <a:pt x="21113" y="366079"/>
                </a:lnTo>
                <a:lnTo>
                  <a:pt x="18521" y="365651"/>
                </a:lnTo>
                <a:lnTo>
                  <a:pt x="16137" y="365142"/>
                </a:lnTo>
                <a:lnTo>
                  <a:pt x="13944" y="364560"/>
                </a:lnTo>
                <a:lnTo>
                  <a:pt x="11935" y="363880"/>
                </a:lnTo>
                <a:lnTo>
                  <a:pt x="10084" y="363096"/>
                </a:lnTo>
                <a:lnTo>
                  <a:pt x="8399" y="362189"/>
                </a:lnTo>
                <a:lnTo>
                  <a:pt x="6874" y="361154"/>
                </a:lnTo>
                <a:lnTo>
                  <a:pt x="5508" y="359977"/>
                </a:lnTo>
                <a:lnTo>
                  <a:pt x="4325" y="358673"/>
                </a:lnTo>
                <a:lnTo>
                  <a:pt x="3321" y="357239"/>
                </a:lnTo>
                <a:lnTo>
                  <a:pt x="2493" y="355713"/>
                </a:lnTo>
                <a:lnTo>
                  <a:pt x="1831" y="354096"/>
                </a:lnTo>
                <a:lnTo>
                  <a:pt x="1317" y="352405"/>
                </a:lnTo>
                <a:lnTo>
                  <a:pt x="931" y="350634"/>
                </a:lnTo>
                <a:lnTo>
                  <a:pt x="643" y="348790"/>
                </a:lnTo>
                <a:lnTo>
                  <a:pt x="441" y="346841"/>
                </a:lnTo>
                <a:lnTo>
                  <a:pt x="238" y="342724"/>
                </a:lnTo>
                <a:lnTo>
                  <a:pt x="190" y="338129"/>
                </a:lnTo>
                <a:lnTo>
                  <a:pt x="0" y="29727"/>
                </a:lnTo>
                <a:lnTo>
                  <a:pt x="49" y="25126"/>
                </a:lnTo>
                <a:moveTo>
                  <a:pt x="6126" y="29770"/>
                </a:moveTo>
                <a:lnTo>
                  <a:pt x="6126" y="29739"/>
                </a:lnTo>
                <a:lnTo>
                  <a:pt x="6316" y="338111"/>
                </a:lnTo>
                <a:lnTo>
                  <a:pt x="6316" y="338080"/>
                </a:lnTo>
                <a:lnTo>
                  <a:pt x="6359" y="342595"/>
                </a:lnTo>
                <a:lnTo>
                  <a:pt x="6359" y="342473"/>
                </a:lnTo>
                <a:lnTo>
                  <a:pt x="6555" y="346449"/>
                </a:lnTo>
                <a:lnTo>
                  <a:pt x="6543" y="346290"/>
                </a:lnTo>
                <a:lnTo>
                  <a:pt x="6733" y="348085"/>
                </a:lnTo>
                <a:lnTo>
                  <a:pt x="6708" y="347932"/>
                </a:lnTo>
                <a:lnTo>
                  <a:pt x="6972" y="349605"/>
                </a:lnTo>
                <a:lnTo>
                  <a:pt x="6935" y="349415"/>
                </a:lnTo>
                <a:lnTo>
                  <a:pt x="7279" y="350971"/>
                </a:lnTo>
                <a:lnTo>
                  <a:pt x="7217" y="350738"/>
                </a:lnTo>
                <a:lnTo>
                  <a:pt x="7652" y="352178"/>
                </a:lnTo>
                <a:lnTo>
                  <a:pt x="7560" y="351908"/>
                </a:lnTo>
                <a:lnTo>
                  <a:pt x="8100" y="353238"/>
                </a:lnTo>
                <a:lnTo>
                  <a:pt x="7958" y="352944"/>
                </a:lnTo>
                <a:lnTo>
                  <a:pt x="8626" y="354170"/>
                </a:lnTo>
                <a:lnTo>
                  <a:pt x="8436" y="353863"/>
                </a:lnTo>
                <a:lnTo>
                  <a:pt x="9227" y="354991"/>
                </a:lnTo>
                <a:lnTo>
                  <a:pt x="8988" y="354696"/>
                </a:lnTo>
                <a:lnTo>
                  <a:pt x="9925" y="355720"/>
                </a:lnTo>
                <a:lnTo>
                  <a:pt x="9655" y="355462"/>
                </a:lnTo>
                <a:lnTo>
                  <a:pt x="10740" y="356399"/>
                </a:lnTo>
                <a:lnTo>
                  <a:pt x="10458" y="356185"/>
                </a:lnTo>
                <a:lnTo>
                  <a:pt x="11707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0" y="358195"/>
                </a:lnTo>
                <a:lnTo>
                  <a:pt x="13999" y="358115"/>
                </a:lnTo>
                <a:lnTo>
                  <a:pt x="15813" y="358722"/>
                </a:lnTo>
                <a:lnTo>
                  <a:pt x="15623" y="358666"/>
                </a:lnTo>
                <a:lnTo>
                  <a:pt x="17638" y="359205"/>
                </a:lnTo>
                <a:lnTo>
                  <a:pt x="17486" y="359169"/>
                </a:lnTo>
                <a:lnTo>
                  <a:pt x="19722" y="359640"/>
                </a:lnTo>
                <a:lnTo>
                  <a:pt x="19593" y="359616"/>
                </a:lnTo>
                <a:lnTo>
                  <a:pt x="22063" y="360026"/>
                </a:lnTo>
                <a:lnTo>
                  <a:pt x="21952" y="360015"/>
                </a:lnTo>
                <a:lnTo>
                  <a:pt x="24672" y="360363"/>
                </a:lnTo>
                <a:lnTo>
                  <a:pt x="24580" y="360357"/>
                </a:lnTo>
                <a:lnTo>
                  <a:pt x="27552" y="360658"/>
                </a:lnTo>
                <a:lnTo>
                  <a:pt x="27479" y="360652"/>
                </a:lnTo>
                <a:lnTo>
                  <a:pt x="30713" y="360896"/>
                </a:lnTo>
                <a:lnTo>
                  <a:pt x="30659" y="360896"/>
                </a:lnTo>
                <a:lnTo>
                  <a:pt x="34175" y="361105"/>
                </a:lnTo>
                <a:lnTo>
                  <a:pt x="34107" y="361098"/>
                </a:lnTo>
                <a:lnTo>
                  <a:pt x="42011" y="361392"/>
                </a:lnTo>
                <a:lnTo>
                  <a:pt x="41956" y="361392"/>
                </a:lnTo>
                <a:lnTo>
                  <a:pt x="51110" y="361559"/>
                </a:lnTo>
                <a:lnTo>
                  <a:pt x="51074" y="361559"/>
                </a:lnTo>
                <a:lnTo>
                  <a:pt x="61568" y="361638"/>
                </a:lnTo>
                <a:lnTo>
                  <a:pt x="61550" y="361638"/>
                </a:lnTo>
                <a:lnTo>
                  <a:pt x="73473" y="361656"/>
                </a:lnTo>
                <a:lnTo>
                  <a:pt x="669475" y="363016"/>
                </a:lnTo>
                <a:lnTo>
                  <a:pt x="669457" y="363016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3" y="362814"/>
                </a:lnTo>
                <a:lnTo>
                  <a:pt x="700778" y="362814"/>
                </a:lnTo>
                <a:lnTo>
                  <a:pt x="708577" y="362563"/>
                </a:lnTo>
                <a:lnTo>
                  <a:pt x="708485" y="362563"/>
                </a:lnTo>
                <a:lnTo>
                  <a:pt x="715108" y="362159"/>
                </a:lnTo>
                <a:lnTo>
                  <a:pt x="715010" y="362165"/>
                </a:lnTo>
                <a:lnTo>
                  <a:pt x="717908" y="361889"/>
                </a:lnTo>
                <a:lnTo>
                  <a:pt x="717822" y="361901"/>
                </a:lnTo>
                <a:lnTo>
                  <a:pt x="720464" y="361577"/>
                </a:lnTo>
                <a:lnTo>
                  <a:pt x="720353" y="361589"/>
                </a:lnTo>
                <a:lnTo>
                  <a:pt x="722749" y="361209"/>
                </a:lnTo>
                <a:lnTo>
                  <a:pt x="722613" y="361233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15"/>
                </a:lnTo>
                <a:lnTo>
                  <a:pt x="726357" y="360375"/>
                </a:lnTo>
                <a:lnTo>
                  <a:pt x="728085" y="359794"/>
                </a:lnTo>
                <a:lnTo>
                  <a:pt x="727858" y="359886"/>
                </a:lnTo>
                <a:lnTo>
                  <a:pt x="729384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0" y="358801"/>
                </a:lnTo>
                <a:lnTo>
                  <a:pt x="731351" y="357980"/>
                </a:lnTo>
                <a:lnTo>
                  <a:pt x="731057" y="358213"/>
                </a:lnTo>
                <a:lnTo>
                  <a:pt x="732068" y="357306"/>
                </a:lnTo>
                <a:lnTo>
                  <a:pt x="731792" y="357588"/>
                </a:lnTo>
                <a:lnTo>
                  <a:pt x="732649" y="356589"/>
                </a:lnTo>
                <a:lnTo>
                  <a:pt x="732417" y="356902"/>
                </a:lnTo>
                <a:lnTo>
                  <a:pt x="733140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2" y="355223"/>
                </a:lnTo>
                <a:lnTo>
                  <a:pt x="733899" y="353918"/>
                </a:lnTo>
                <a:lnTo>
                  <a:pt x="733820" y="354181"/>
                </a:lnTo>
                <a:lnTo>
                  <a:pt x="734199" y="352766"/>
                </a:lnTo>
                <a:lnTo>
                  <a:pt x="734145" y="352987"/>
                </a:lnTo>
                <a:lnTo>
                  <a:pt x="734438" y="351449"/>
                </a:lnTo>
                <a:lnTo>
                  <a:pt x="734408" y="351633"/>
                </a:lnTo>
                <a:lnTo>
                  <a:pt x="734623" y="349972"/>
                </a:lnTo>
                <a:lnTo>
                  <a:pt x="734604" y="350113"/>
                </a:lnTo>
                <a:lnTo>
                  <a:pt x="734751" y="348330"/>
                </a:lnTo>
                <a:lnTo>
                  <a:pt x="734745" y="348471"/>
                </a:lnTo>
                <a:lnTo>
                  <a:pt x="734892" y="344519"/>
                </a:lnTo>
                <a:lnTo>
                  <a:pt x="734892" y="344611"/>
                </a:lnTo>
                <a:lnTo>
                  <a:pt x="734916" y="340102"/>
                </a:lnTo>
                <a:lnTo>
                  <a:pt x="734916" y="340121"/>
                </a:lnTo>
                <a:lnTo>
                  <a:pt x="734727" y="28667"/>
                </a:lnTo>
                <a:lnTo>
                  <a:pt x="734727" y="28704"/>
                </a:lnTo>
                <a:lnTo>
                  <a:pt x="734696" y="26383"/>
                </a:lnTo>
                <a:lnTo>
                  <a:pt x="734702" y="26474"/>
                </a:lnTo>
                <a:lnTo>
                  <a:pt x="734604" y="24299"/>
                </a:lnTo>
                <a:lnTo>
                  <a:pt x="734610" y="24422"/>
                </a:lnTo>
                <a:lnTo>
                  <a:pt x="734438" y="22382"/>
                </a:lnTo>
                <a:lnTo>
                  <a:pt x="734457" y="22534"/>
                </a:lnTo>
                <a:lnTo>
                  <a:pt x="734199" y="20635"/>
                </a:lnTo>
                <a:lnTo>
                  <a:pt x="734230" y="20819"/>
                </a:lnTo>
                <a:lnTo>
                  <a:pt x="733881" y="19054"/>
                </a:lnTo>
                <a:lnTo>
                  <a:pt x="733930" y="19269"/>
                </a:lnTo>
                <a:lnTo>
                  <a:pt x="733483" y="17633"/>
                </a:lnTo>
                <a:lnTo>
                  <a:pt x="733563" y="17884"/>
                </a:lnTo>
                <a:lnTo>
                  <a:pt x="733005" y="16371"/>
                </a:lnTo>
                <a:lnTo>
                  <a:pt x="733122" y="16646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7"/>
                </a:lnTo>
                <a:lnTo>
                  <a:pt x="732000" y="14545"/>
                </a:lnTo>
                <a:lnTo>
                  <a:pt x="731057" y="13368"/>
                </a:lnTo>
                <a:lnTo>
                  <a:pt x="731295" y="13632"/>
                </a:lnTo>
                <a:lnTo>
                  <a:pt x="730205" y="12560"/>
                </a:lnTo>
                <a:lnTo>
                  <a:pt x="730469" y="12786"/>
                </a:lnTo>
                <a:lnTo>
                  <a:pt x="729225" y="11818"/>
                </a:lnTo>
                <a:lnTo>
                  <a:pt x="729488" y="12002"/>
                </a:lnTo>
                <a:lnTo>
                  <a:pt x="728085" y="11126"/>
                </a:lnTo>
                <a:lnTo>
                  <a:pt x="728336" y="11267"/>
                </a:lnTo>
                <a:lnTo>
                  <a:pt x="726756" y="10477"/>
                </a:lnTo>
                <a:lnTo>
                  <a:pt x="726989" y="10581"/>
                </a:lnTo>
                <a:lnTo>
                  <a:pt x="725230" y="9877"/>
                </a:lnTo>
                <a:lnTo>
                  <a:pt x="725432" y="9950"/>
                </a:lnTo>
                <a:lnTo>
                  <a:pt x="723490" y="9324"/>
                </a:lnTo>
                <a:lnTo>
                  <a:pt x="723662" y="9374"/>
                </a:lnTo>
                <a:lnTo>
                  <a:pt x="721517" y="8822"/>
                </a:lnTo>
                <a:lnTo>
                  <a:pt x="721664" y="8859"/>
                </a:lnTo>
                <a:lnTo>
                  <a:pt x="719311" y="8381"/>
                </a:lnTo>
                <a:lnTo>
                  <a:pt x="719440" y="8399"/>
                </a:lnTo>
                <a:lnTo>
                  <a:pt x="716873" y="7990"/>
                </a:lnTo>
                <a:lnTo>
                  <a:pt x="716971" y="8002"/>
                </a:lnTo>
                <a:lnTo>
                  <a:pt x="714183" y="7646"/>
                </a:lnTo>
                <a:lnTo>
                  <a:pt x="714269" y="7658"/>
                </a:lnTo>
                <a:lnTo>
                  <a:pt x="711243" y="7358"/>
                </a:lnTo>
                <a:lnTo>
                  <a:pt x="711309" y="7364"/>
                </a:lnTo>
                <a:lnTo>
                  <a:pt x="708044" y="7119"/>
                </a:lnTo>
                <a:lnTo>
                  <a:pt x="708124" y="7126"/>
                </a:lnTo>
                <a:lnTo>
                  <a:pt x="700833" y="6764"/>
                </a:lnTo>
                <a:lnTo>
                  <a:pt x="700907" y="6770"/>
                </a:lnTo>
                <a:lnTo>
                  <a:pt x="692537" y="6556"/>
                </a:lnTo>
                <a:lnTo>
                  <a:pt x="692580" y="6556"/>
                </a:lnTo>
                <a:lnTo>
                  <a:pt x="683071" y="6451"/>
                </a:lnTo>
                <a:lnTo>
                  <a:pt x="683102" y="6451"/>
                </a:lnTo>
                <a:lnTo>
                  <a:pt x="660377" y="6415"/>
                </a:lnTo>
                <a:lnTo>
                  <a:pt x="73466" y="6127"/>
                </a:lnTo>
                <a:lnTo>
                  <a:pt x="73473" y="6127"/>
                </a:lnTo>
                <a:lnTo>
                  <a:pt x="61550" y="6145"/>
                </a:lnTo>
                <a:lnTo>
                  <a:pt x="61568" y="6145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1999" y="6390"/>
                </a:lnTo>
                <a:lnTo>
                  <a:pt x="34077" y="6690"/>
                </a:lnTo>
                <a:lnTo>
                  <a:pt x="34144" y="6690"/>
                </a:lnTo>
                <a:lnTo>
                  <a:pt x="30621" y="6898"/>
                </a:lnTo>
                <a:lnTo>
                  <a:pt x="30683" y="6893"/>
                </a:lnTo>
                <a:lnTo>
                  <a:pt x="27436" y="7150"/>
                </a:lnTo>
                <a:lnTo>
                  <a:pt x="27509" y="7144"/>
                </a:lnTo>
                <a:lnTo>
                  <a:pt x="24531" y="7444"/>
                </a:lnTo>
                <a:lnTo>
                  <a:pt x="24617" y="7432"/>
                </a:lnTo>
                <a:lnTo>
                  <a:pt x="21897" y="7793"/>
                </a:lnTo>
                <a:lnTo>
                  <a:pt x="22007" y="7775"/>
                </a:lnTo>
                <a:lnTo>
                  <a:pt x="19526" y="8191"/>
                </a:lnTo>
                <a:lnTo>
                  <a:pt x="19655" y="8167"/>
                </a:lnTo>
                <a:lnTo>
                  <a:pt x="17406" y="8638"/>
                </a:lnTo>
                <a:lnTo>
                  <a:pt x="17565" y="8602"/>
                </a:lnTo>
                <a:lnTo>
                  <a:pt x="15537" y="9147"/>
                </a:lnTo>
                <a:lnTo>
                  <a:pt x="15727" y="9092"/>
                </a:lnTo>
                <a:lnTo>
                  <a:pt x="13907" y="9705"/>
                </a:lnTo>
                <a:lnTo>
                  <a:pt x="14128" y="9619"/>
                </a:lnTo>
                <a:lnTo>
                  <a:pt x="12504" y="10312"/>
                </a:lnTo>
                <a:lnTo>
                  <a:pt x="12756" y="10189"/>
                </a:lnTo>
                <a:lnTo>
                  <a:pt x="11322" y="10961"/>
                </a:lnTo>
                <a:lnTo>
                  <a:pt x="11591" y="10795"/>
                </a:lnTo>
                <a:lnTo>
                  <a:pt x="10335" y="11647"/>
                </a:lnTo>
                <a:lnTo>
                  <a:pt x="10611" y="11432"/>
                </a:lnTo>
                <a:lnTo>
                  <a:pt x="9520" y="12370"/>
                </a:lnTo>
                <a:lnTo>
                  <a:pt x="9784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3" y="13981"/>
                </a:lnTo>
                <a:lnTo>
                  <a:pt x="8473" y="13675"/>
                </a:lnTo>
                <a:lnTo>
                  <a:pt x="7805" y="14901"/>
                </a:lnTo>
                <a:lnTo>
                  <a:pt x="7946" y="14606"/>
                </a:lnTo>
                <a:lnTo>
                  <a:pt x="7395" y="15941"/>
                </a:lnTo>
                <a:lnTo>
                  <a:pt x="7493" y="15672"/>
                </a:lnTo>
                <a:lnTo>
                  <a:pt x="7046" y="17118"/>
                </a:lnTo>
                <a:lnTo>
                  <a:pt x="7107" y="16886"/>
                </a:lnTo>
                <a:lnTo>
                  <a:pt x="6758" y="18442"/>
                </a:lnTo>
                <a:lnTo>
                  <a:pt x="6794" y="18246"/>
                </a:lnTo>
                <a:lnTo>
                  <a:pt x="6531" y="19924"/>
                </a:lnTo>
                <a:lnTo>
                  <a:pt x="6555" y="19771"/>
                </a:lnTo>
                <a:lnTo>
                  <a:pt x="6366" y="21567"/>
                </a:lnTo>
                <a:lnTo>
                  <a:pt x="6378" y="21400"/>
                </a:lnTo>
                <a:lnTo>
                  <a:pt x="6169" y="25378"/>
                </a:lnTo>
                <a:lnTo>
                  <a:pt x="6175" y="25255"/>
                </a:lnTo>
                <a:lnTo>
                  <a:pt x="6126" y="29770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text-246 [">
            <a:extLst xmlns:a="http://schemas.openxmlformats.org/drawingml/2006/main">
              <a:ext uri="{FF2B5EF4-FFF2-40B4-BE49-F238E27FC236}">
                <a16:creationId xmlns:a16="http://schemas.microsoft.com/office/drawing/2014/main" id="{B326C9E9-E037-44B2-BEC8-06F4DAEB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193" y="394692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38" name="text-247 TRK">
            <a:extLst xmlns:a="http://schemas.openxmlformats.org/drawingml/2006/main">
              <a:ext uri="{FF2B5EF4-FFF2-40B4-BE49-F238E27FC236}">
                <a16:creationId xmlns:a16="http://schemas.microsoft.com/office/drawing/2014/main" id="{8D3284A7-C2DE-4F09-B61C-0CF50B53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623" y="3946830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39" name="text-248 ]">
            <a:extLst xmlns:a="http://schemas.openxmlformats.org/drawingml/2006/main">
              <a:ext uri="{FF2B5EF4-FFF2-40B4-BE49-F238E27FC236}">
                <a16:creationId xmlns:a16="http://schemas.microsoft.com/office/drawing/2014/main" id="{FA5F6DF7-7E35-4F01-B91E-A4B94AB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8523" y="394692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40" name="path-249">
            <a:extLst xmlns:a="http://schemas.openxmlformats.org/drawingml/2006/main">
              <a:ext uri="{FF2B5EF4-FFF2-40B4-BE49-F238E27FC236}">
                <a16:creationId xmlns:a16="http://schemas.microsoft.com/office/drawing/2014/main" id="{9CCE5DF2-5714-4C2A-88E3-162A6AB5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566" y="3960111"/>
            <a:ext cx="183806" cy="199245"/>
          </a:xfrm>
          <a:custGeom xmlns:a="http://schemas.openxmlformats.org/drawingml/2006/main">
            <a:pathLst>
              <a:path w="183806" h="199245">
                <a:moveTo>
                  <a:pt x="0" y="76463"/>
                </a:moveTo>
                <a:lnTo>
                  <a:pt x="67641" y="71317"/>
                </a:lnTo>
                <a:lnTo>
                  <a:pt x="91903" y="0"/>
                </a:lnTo>
                <a:lnTo>
                  <a:pt x="116166" y="71317"/>
                </a:lnTo>
                <a:lnTo>
                  <a:pt x="183806" y="76463"/>
                </a:lnTo>
                <a:lnTo>
                  <a:pt x="131605" y="124988"/>
                </a:lnTo>
                <a:lnTo>
                  <a:pt x="148515" y="199245"/>
                </a:lnTo>
                <a:lnTo>
                  <a:pt x="91903" y="158073"/>
                </a:lnTo>
                <a:lnTo>
                  <a:pt x="35291" y="199245"/>
                </a:lnTo>
                <a:lnTo>
                  <a:pt x="52201" y="124988"/>
                </a:lnTo>
                <a:lnTo>
                  <a:pt x="0" y="7646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50">
            <a:extLst xmlns:a="http://schemas.openxmlformats.org/drawingml/2006/main">
              <a:ext uri="{FF2B5EF4-FFF2-40B4-BE49-F238E27FC236}">
                <a16:creationId xmlns:a16="http://schemas.microsoft.com/office/drawing/2014/main" id="{CA08809C-A1DC-47A9-8767-BE1E5F3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431" y="4407861"/>
            <a:ext cx="734917" cy="363016"/>
          </a:xfrm>
          <a:custGeom xmlns:a="http://schemas.openxmlformats.org/drawingml/2006/main">
            <a:pathLst>
              <a:path w="734917" h="363016">
                <a:moveTo>
                  <a:pt x="0" y="26676"/>
                </a:moveTo>
                <a:cubicBezTo>
                  <a:pt x="0" y="1078"/>
                  <a:pt x="2837" y="0"/>
                  <a:pt x="70404" y="0"/>
                </a:cubicBezTo>
                <a:lnTo>
                  <a:pt x="657320" y="288"/>
                </a:lnTo>
                <a:cubicBezTo>
                  <a:pt x="724888" y="288"/>
                  <a:pt x="734727" y="0"/>
                  <a:pt x="734727" y="25604"/>
                </a:cubicBezTo>
                <a:lnTo>
                  <a:pt x="734917" y="337057"/>
                </a:lnTo>
                <a:cubicBezTo>
                  <a:pt x="734917" y="362655"/>
                  <a:pt x="733967" y="363016"/>
                  <a:pt x="666401" y="363016"/>
                </a:cubicBezTo>
                <a:lnTo>
                  <a:pt x="70404" y="361657"/>
                </a:lnTo>
                <a:cubicBezTo>
                  <a:pt x="2837" y="361657"/>
                  <a:pt x="190" y="360652"/>
                  <a:pt x="190" y="335048"/>
                </a:cubicBezTo>
                <a:lnTo>
                  <a:pt x="0" y="26676"/>
                </a:lnTo>
              </a:path>
            </a:pathLst>
          </a:custGeom>
          <a:solidFill xmlns:a="http://schemas.openxmlformats.org/drawingml/2006/main">
            <a:srgbClr val="BA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51">
            <a:extLst xmlns:a="http://schemas.openxmlformats.org/drawingml/2006/main">
              <a:ext uri="{FF2B5EF4-FFF2-40B4-BE49-F238E27FC236}">
                <a16:creationId xmlns:a16="http://schemas.microsoft.com/office/drawing/2014/main" id="{64D116AD-4670-48DC-8A3E-ED68F648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368" y="4404798"/>
            <a:ext cx="741044" cy="369143"/>
          </a:xfrm>
          <a:custGeom xmlns:a="http://schemas.openxmlformats.org/drawingml/2006/main">
            <a:pathLst>
              <a:path w="741044" h="369143">
                <a:moveTo>
                  <a:pt x="49" y="25126"/>
                </a:moveTo>
                <a:lnTo>
                  <a:pt x="263" y="21003"/>
                </a:lnTo>
                <a:lnTo>
                  <a:pt x="471" y="19048"/>
                </a:lnTo>
                <a:lnTo>
                  <a:pt x="760" y="17198"/>
                </a:lnTo>
                <a:lnTo>
                  <a:pt x="1157" y="15428"/>
                </a:lnTo>
                <a:lnTo>
                  <a:pt x="1678" y="13736"/>
                </a:lnTo>
                <a:lnTo>
                  <a:pt x="2347" y="12118"/>
                </a:lnTo>
                <a:lnTo>
                  <a:pt x="3179" y="10587"/>
                </a:lnTo>
                <a:lnTo>
                  <a:pt x="4190" y="9154"/>
                </a:lnTo>
                <a:lnTo>
                  <a:pt x="5385" y="7848"/>
                </a:lnTo>
                <a:lnTo>
                  <a:pt x="6758" y="6672"/>
                </a:lnTo>
                <a:lnTo>
                  <a:pt x="8290" y="5630"/>
                </a:lnTo>
                <a:lnTo>
                  <a:pt x="9980" y="4724"/>
                </a:lnTo>
                <a:lnTo>
                  <a:pt x="11837" y="3940"/>
                </a:lnTo>
                <a:lnTo>
                  <a:pt x="13859" y="3253"/>
                </a:lnTo>
                <a:lnTo>
                  <a:pt x="16058" y="2665"/>
                </a:lnTo>
                <a:lnTo>
                  <a:pt x="18448" y="2156"/>
                </a:lnTo>
                <a:lnTo>
                  <a:pt x="21046" y="1721"/>
                </a:lnTo>
                <a:lnTo>
                  <a:pt x="23870" y="1354"/>
                </a:lnTo>
                <a:lnTo>
                  <a:pt x="26927" y="1041"/>
                </a:lnTo>
                <a:lnTo>
                  <a:pt x="30230" y="784"/>
                </a:lnTo>
                <a:lnTo>
                  <a:pt x="33814" y="570"/>
                </a:lnTo>
                <a:lnTo>
                  <a:pt x="41797" y="269"/>
                </a:lnTo>
                <a:lnTo>
                  <a:pt x="51006" y="98"/>
                </a:lnTo>
                <a:lnTo>
                  <a:pt x="61532" y="18"/>
                </a:lnTo>
                <a:lnTo>
                  <a:pt x="73467" y="0"/>
                </a:lnTo>
                <a:lnTo>
                  <a:pt x="660384" y="288"/>
                </a:lnTo>
                <a:lnTo>
                  <a:pt x="683126" y="324"/>
                </a:lnTo>
                <a:lnTo>
                  <a:pt x="692672" y="428"/>
                </a:lnTo>
                <a:lnTo>
                  <a:pt x="701097" y="643"/>
                </a:lnTo>
                <a:lnTo>
                  <a:pt x="708467" y="1005"/>
                </a:lnTo>
                <a:lnTo>
                  <a:pt x="711807" y="1262"/>
                </a:lnTo>
                <a:lnTo>
                  <a:pt x="714906" y="1562"/>
                </a:lnTo>
                <a:lnTo>
                  <a:pt x="717792" y="1930"/>
                </a:lnTo>
                <a:lnTo>
                  <a:pt x="720476" y="2364"/>
                </a:lnTo>
                <a:lnTo>
                  <a:pt x="722963" y="2874"/>
                </a:lnTo>
                <a:lnTo>
                  <a:pt x="725273" y="3462"/>
                </a:lnTo>
                <a:lnTo>
                  <a:pt x="727411" y="4148"/>
                </a:lnTo>
                <a:lnTo>
                  <a:pt x="729385" y="4938"/>
                </a:lnTo>
                <a:lnTo>
                  <a:pt x="731210" y="5851"/>
                </a:lnTo>
                <a:lnTo>
                  <a:pt x="732877" y="6893"/>
                </a:lnTo>
                <a:lnTo>
                  <a:pt x="734384" y="8075"/>
                </a:lnTo>
                <a:lnTo>
                  <a:pt x="735725" y="9392"/>
                </a:lnTo>
                <a:lnTo>
                  <a:pt x="736890" y="10844"/>
                </a:lnTo>
                <a:lnTo>
                  <a:pt x="737882" y="12419"/>
                </a:lnTo>
                <a:lnTo>
                  <a:pt x="738697" y="14104"/>
                </a:lnTo>
                <a:lnTo>
                  <a:pt x="739359" y="15881"/>
                </a:lnTo>
                <a:lnTo>
                  <a:pt x="739873" y="17755"/>
                </a:lnTo>
                <a:lnTo>
                  <a:pt x="740259" y="19723"/>
                </a:lnTo>
                <a:lnTo>
                  <a:pt x="740536" y="21793"/>
                </a:lnTo>
                <a:lnTo>
                  <a:pt x="740719" y="23968"/>
                </a:lnTo>
                <a:lnTo>
                  <a:pt x="740823" y="26254"/>
                </a:lnTo>
                <a:lnTo>
                  <a:pt x="740854" y="28643"/>
                </a:lnTo>
                <a:lnTo>
                  <a:pt x="741044" y="340126"/>
                </a:lnTo>
                <a:lnTo>
                  <a:pt x="741013" y="344697"/>
                </a:lnTo>
                <a:lnTo>
                  <a:pt x="740866" y="348765"/>
                </a:lnTo>
                <a:lnTo>
                  <a:pt x="740707" y="350689"/>
                </a:lnTo>
                <a:lnTo>
                  <a:pt x="740474" y="352502"/>
                </a:lnTo>
                <a:lnTo>
                  <a:pt x="740143" y="354243"/>
                </a:lnTo>
                <a:lnTo>
                  <a:pt x="739702" y="355903"/>
                </a:lnTo>
                <a:lnTo>
                  <a:pt x="739114" y="357496"/>
                </a:lnTo>
                <a:lnTo>
                  <a:pt x="738360" y="359016"/>
                </a:lnTo>
                <a:lnTo>
                  <a:pt x="737429" y="360431"/>
                </a:lnTo>
                <a:lnTo>
                  <a:pt x="736314" y="361730"/>
                </a:lnTo>
                <a:lnTo>
                  <a:pt x="735015" y="362894"/>
                </a:lnTo>
                <a:lnTo>
                  <a:pt x="733556" y="363917"/>
                </a:lnTo>
                <a:lnTo>
                  <a:pt x="731933" y="364805"/>
                </a:lnTo>
                <a:lnTo>
                  <a:pt x="730150" y="365565"/>
                </a:lnTo>
                <a:lnTo>
                  <a:pt x="728208" y="366214"/>
                </a:lnTo>
                <a:lnTo>
                  <a:pt x="726088" y="366772"/>
                </a:lnTo>
                <a:lnTo>
                  <a:pt x="723784" y="367250"/>
                </a:lnTo>
                <a:lnTo>
                  <a:pt x="721266" y="367648"/>
                </a:lnTo>
                <a:lnTo>
                  <a:pt x="718528" y="367985"/>
                </a:lnTo>
                <a:lnTo>
                  <a:pt x="715538" y="368267"/>
                </a:lnTo>
                <a:lnTo>
                  <a:pt x="708822" y="368684"/>
                </a:lnTo>
                <a:lnTo>
                  <a:pt x="700950" y="368941"/>
                </a:lnTo>
                <a:lnTo>
                  <a:pt x="691839" y="369076"/>
                </a:lnTo>
                <a:lnTo>
                  <a:pt x="669470" y="369143"/>
                </a:lnTo>
                <a:lnTo>
                  <a:pt x="73461" y="367783"/>
                </a:lnTo>
                <a:lnTo>
                  <a:pt x="73467" y="367783"/>
                </a:lnTo>
                <a:lnTo>
                  <a:pt x="61532" y="367764"/>
                </a:lnTo>
                <a:lnTo>
                  <a:pt x="51013" y="367685"/>
                </a:lnTo>
                <a:lnTo>
                  <a:pt x="41815" y="367519"/>
                </a:lnTo>
                <a:lnTo>
                  <a:pt x="33845" y="367219"/>
                </a:lnTo>
                <a:lnTo>
                  <a:pt x="30273" y="367011"/>
                </a:lnTo>
                <a:lnTo>
                  <a:pt x="26970" y="366754"/>
                </a:lnTo>
                <a:lnTo>
                  <a:pt x="23925" y="366447"/>
                </a:lnTo>
                <a:lnTo>
                  <a:pt x="21113" y="366079"/>
                </a:lnTo>
                <a:lnTo>
                  <a:pt x="18522" y="365651"/>
                </a:lnTo>
                <a:lnTo>
                  <a:pt x="16138" y="365142"/>
                </a:lnTo>
                <a:lnTo>
                  <a:pt x="13945" y="364560"/>
                </a:lnTo>
                <a:lnTo>
                  <a:pt x="11935" y="363880"/>
                </a:lnTo>
                <a:lnTo>
                  <a:pt x="10085" y="363096"/>
                </a:lnTo>
                <a:lnTo>
                  <a:pt x="8400" y="362189"/>
                </a:lnTo>
                <a:lnTo>
                  <a:pt x="6874" y="361154"/>
                </a:lnTo>
                <a:lnTo>
                  <a:pt x="5508" y="359977"/>
                </a:lnTo>
                <a:lnTo>
                  <a:pt x="4326" y="358673"/>
                </a:lnTo>
                <a:lnTo>
                  <a:pt x="3321" y="357245"/>
                </a:lnTo>
                <a:lnTo>
                  <a:pt x="2493" y="355713"/>
                </a:lnTo>
                <a:lnTo>
                  <a:pt x="1832" y="354096"/>
                </a:lnTo>
                <a:lnTo>
                  <a:pt x="1317" y="352405"/>
                </a:lnTo>
                <a:lnTo>
                  <a:pt x="931" y="350640"/>
                </a:lnTo>
                <a:lnTo>
                  <a:pt x="644" y="348790"/>
                </a:lnTo>
                <a:lnTo>
                  <a:pt x="441" y="346841"/>
                </a:lnTo>
                <a:lnTo>
                  <a:pt x="239" y="342724"/>
                </a:lnTo>
                <a:lnTo>
                  <a:pt x="190" y="338129"/>
                </a:lnTo>
                <a:lnTo>
                  <a:pt x="0" y="29727"/>
                </a:lnTo>
                <a:lnTo>
                  <a:pt x="49" y="25126"/>
                </a:lnTo>
                <a:moveTo>
                  <a:pt x="6127" y="29777"/>
                </a:moveTo>
                <a:lnTo>
                  <a:pt x="6127" y="29739"/>
                </a:lnTo>
                <a:lnTo>
                  <a:pt x="6316" y="338111"/>
                </a:lnTo>
                <a:lnTo>
                  <a:pt x="6316" y="338080"/>
                </a:lnTo>
                <a:lnTo>
                  <a:pt x="6359" y="342596"/>
                </a:lnTo>
                <a:lnTo>
                  <a:pt x="6359" y="342473"/>
                </a:lnTo>
                <a:lnTo>
                  <a:pt x="6555" y="346449"/>
                </a:lnTo>
                <a:lnTo>
                  <a:pt x="6543" y="346290"/>
                </a:lnTo>
                <a:lnTo>
                  <a:pt x="6733" y="348085"/>
                </a:lnTo>
                <a:lnTo>
                  <a:pt x="6709" y="347932"/>
                </a:lnTo>
                <a:lnTo>
                  <a:pt x="6972" y="349605"/>
                </a:lnTo>
                <a:lnTo>
                  <a:pt x="6935" y="349414"/>
                </a:lnTo>
                <a:lnTo>
                  <a:pt x="7279" y="350971"/>
                </a:lnTo>
                <a:lnTo>
                  <a:pt x="7218" y="350738"/>
                </a:lnTo>
                <a:lnTo>
                  <a:pt x="7652" y="352178"/>
                </a:lnTo>
                <a:lnTo>
                  <a:pt x="7561" y="351908"/>
                </a:lnTo>
                <a:lnTo>
                  <a:pt x="8100" y="353244"/>
                </a:lnTo>
                <a:lnTo>
                  <a:pt x="7958" y="352944"/>
                </a:lnTo>
                <a:lnTo>
                  <a:pt x="8627" y="354169"/>
                </a:lnTo>
                <a:lnTo>
                  <a:pt x="8436" y="353863"/>
                </a:lnTo>
                <a:lnTo>
                  <a:pt x="9227" y="354991"/>
                </a:lnTo>
                <a:lnTo>
                  <a:pt x="8988" y="354696"/>
                </a:lnTo>
                <a:lnTo>
                  <a:pt x="9926" y="355725"/>
                </a:lnTo>
                <a:lnTo>
                  <a:pt x="9656" y="355461"/>
                </a:lnTo>
                <a:lnTo>
                  <a:pt x="10741" y="356399"/>
                </a:lnTo>
                <a:lnTo>
                  <a:pt x="10458" y="356185"/>
                </a:lnTo>
                <a:lnTo>
                  <a:pt x="11708" y="357031"/>
                </a:lnTo>
                <a:lnTo>
                  <a:pt x="11439" y="356865"/>
                </a:lnTo>
                <a:lnTo>
                  <a:pt x="12860" y="357631"/>
                </a:lnTo>
                <a:lnTo>
                  <a:pt x="12609" y="357508"/>
                </a:lnTo>
                <a:lnTo>
                  <a:pt x="14221" y="358195"/>
                </a:lnTo>
                <a:lnTo>
                  <a:pt x="14000" y="358115"/>
                </a:lnTo>
                <a:lnTo>
                  <a:pt x="15814" y="358722"/>
                </a:lnTo>
                <a:lnTo>
                  <a:pt x="15623" y="358666"/>
                </a:lnTo>
                <a:lnTo>
                  <a:pt x="17639" y="359205"/>
                </a:lnTo>
                <a:lnTo>
                  <a:pt x="17486" y="359169"/>
                </a:lnTo>
                <a:lnTo>
                  <a:pt x="19723" y="359640"/>
                </a:lnTo>
                <a:lnTo>
                  <a:pt x="19594" y="359616"/>
                </a:lnTo>
                <a:lnTo>
                  <a:pt x="22063" y="360026"/>
                </a:lnTo>
                <a:lnTo>
                  <a:pt x="21952" y="360015"/>
                </a:lnTo>
                <a:lnTo>
                  <a:pt x="24672" y="360363"/>
                </a:lnTo>
                <a:lnTo>
                  <a:pt x="24580" y="360357"/>
                </a:lnTo>
                <a:lnTo>
                  <a:pt x="27552" y="360658"/>
                </a:lnTo>
                <a:lnTo>
                  <a:pt x="27479" y="360652"/>
                </a:lnTo>
                <a:lnTo>
                  <a:pt x="30714" y="360902"/>
                </a:lnTo>
                <a:lnTo>
                  <a:pt x="30659" y="360897"/>
                </a:lnTo>
                <a:lnTo>
                  <a:pt x="34175" y="361105"/>
                </a:lnTo>
                <a:lnTo>
                  <a:pt x="34108" y="361099"/>
                </a:lnTo>
                <a:lnTo>
                  <a:pt x="42012" y="361392"/>
                </a:lnTo>
                <a:lnTo>
                  <a:pt x="41956" y="361392"/>
                </a:lnTo>
                <a:lnTo>
                  <a:pt x="51110" y="361565"/>
                </a:lnTo>
                <a:lnTo>
                  <a:pt x="51074" y="361558"/>
                </a:lnTo>
                <a:lnTo>
                  <a:pt x="61569" y="361638"/>
                </a:lnTo>
                <a:lnTo>
                  <a:pt x="61550" y="361638"/>
                </a:lnTo>
                <a:lnTo>
                  <a:pt x="73473" y="361656"/>
                </a:lnTo>
                <a:lnTo>
                  <a:pt x="669476" y="363017"/>
                </a:lnTo>
                <a:lnTo>
                  <a:pt x="669457" y="363017"/>
                </a:lnTo>
                <a:lnTo>
                  <a:pt x="691802" y="362949"/>
                </a:lnTo>
                <a:lnTo>
                  <a:pt x="691765" y="362949"/>
                </a:lnTo>
                <a:lnTo>
                  <a:pt x="700833" y="362814"/>
                </a:lnTo>
                <a:lnTo>
                  <a:pt x="700778" y="362814"/>
                </a:lnTo>
                <a:lnTo>
                  <a:pt x="708578" y="362563"/>
                </a:lnTo>
                <a:lnTo>
                  <a:pt x="708486" y="362569"/>
                </a:lnTo>
                <a:lnTo>
                  <a:pt x="715109" y="362159"/>
                </a:lnTo>
                <a:lnTo>
                  <a:pt x="715011" y="362165"/>
                </a:lnTo>
                <a:lnTo>
                  <a:pt x="717909" y="361889"/>
                </a:lnTo>
                <a:lnTo>
                  <a:pt x="717823" y="361901"/>
                </a:lnTo>
                <a:lnTo>
                  <a:pt x="720464" y="361577"/>
                </a:lnTo>
                <a:lnTo>
                  <a:pt x="720353" y="361589"/>
                </a:lnTo>
                <a:lnTo>
                  <a:pt x="722749" y="361209"/>
                </a:lnTo>
                <a:lnTo>
                  <a:pt x="722614" y="361233"/>
                </a:lnTo>
                <a:lnTo>
                  <a:pt x="724777" y="360786"/>
                </a:lnTo>
                <a:lnTo>
                  <a:pt x="724612" y="360829"/>
                </a:lnTo>
                <a:lnTo>
                  <a:pt x="726553" y="360320"/>
                </a:lnTo>
                <a:lnTo>
                  <a:pt x="726357" y="360376"/>
                </a:lnTo>
                <a:lnTo>
                  <a:pt x="728085" y="359794"/>
                </a:lnTo>
                <a:lnTo>
                  <a:pt x="727858" y="359886"/>
                </a:lnTo>
                <a:lnTo>
                  <a:pt x="729385" y="359230"/>
                </a:lnTo>
                <a:lnTo>
                  <a:pt x="729121" y="359359"/>
                </a:lnTo>
                <a:lnTo>
                  <a:pt x="730469" y="358623"/>
                </a:lnTo>
                <a:lnTo>
                  <a:pt x="730181" y="358801"/>
                </a:lnTo>
                <a:lnTo>
                  <a:pt x="731351" y="357980"/>
                </a:lnTo>
                <a:lnTo>
                  <a:pt x="731057" y="358213"/>
                </a:lnTo>
                <a:lnTo>
                  <a:pt x="732068" y="357306"/>
                </a:lnTo>
                <a:lnTo>
                  <a:pt x="731793" y="357588"/>
                </a:lnTo>
                <a:lnTo>
                  <a:pt x="732650" y="356589"/>
                </a:lnTo>
                <a:lnTo>
                  <a:pt x="732417" y="356902"/>
                </a:lnTo>
                <a:lnTo>
                  <a:pt x="733140" y="355805"/>
                </a:lnTo>
                <a:lnTo>
                  <a:pt x="732956" y="356124"/>
                </a:lnTo>
                <a:lnTo>
                  <a:pt x="733551" y="354923"/>
                </a:lnTo>
                <a:lnTo>
                  <a:pt x="733422" y="355223"/>
                </a:lnTo>
                <a:lnTo>
                  <a:pt x="733900" y="353919"/>
                </a:lnTo>
                <a:lnTo>
                  <a:pt x="733820" y="354181"/>
                </a:lnTo>
                <a:lnTo>
                  <a:pt x="734200" y="352766"/>
                </a:lnTo>
                <a:lnTo>
                  <a:pt x="734145" y="352987"/>
                </a:lnTo>
                <a:lnTo>
                  <a:pt x="734439" y="351455"/>
                </a:lnTo>
                <a:lnTo>
                  <a:pt x="734409" y="351633"/>
                </a:lnTo>
                <a:lnTo>
                  <a:pt x="734623" y="349978"/>
                </a:lnTo>
                <a:lnTo>
                  <a:pt x="734605" y="350113"/>
                </a:lnTo>
                <a:lnTo>
                  <a:pt x="734752" y="348330"/>
                </a:lnTo>
                <a:lnTo>
                  <a:pt x="734745" y="348471"/>
                </a:lnTo>
                <a:lnTo>
                  <a:pt x="734892" y="344519"/>
                </a:lnTo>
                <a:lnTo>
                  <a:pt x="734892" y="344611"/>
                </a:lnTo>
                <a:lnTo>
                  <a:pt x="734917" y="340102"/>
                </a:lnTo>
                <a:lnTo>
                  <a:pt x="734917" y="340121"/>
                </a:lnTo>
                <a:lnTo>
                  <a:pt x="734727" y="28667"/>
                </a:lnTo>
                <a:lnTo>
                  <a:pt x="734727" y="28705"/>
                </a:lnTo>
                <a:lnTo>
                  <a:pt x="734696" y="26382"/>
                </a:lnTo>
                <a:lnTo>
                  <a:pt x="734702" y="26474"/>
                </a:lnTo>
                <a:lnTo>
                  <a:pt x="734605" y="24299"/>
                </a:lnTo>
                <a:lnTo>
                  <a:pt x="734610" y="24421"/>
                </a:lnTo>
                <a:lnTo>
                  <a:pt x="734439" y="22382"/>
                </a:lnTo>
                <a:lnTo>
                  <a:pt x="734457" y="22534"/>
                </a:lnTo>
                <a:lnTo>
                  <a:pt x="734200" y="20635"/>
                </a:lnTo>
                <a:lnTo>
                  <a:pt x="734230" y="20819"/>
                </a:lnTo>
                <a:lnTo>
                  <a:pt x="733881" y="19054"/>
                </a:lnTo>
                <a:lnTo>
                  <a:pt x="733931" y="19275"/>
                </a:lnTo>
                <a:lnTo>
                  <a:pt x="733483" y="17633"/>
                </a:lnTo>
                <a:lnTo>
                  <a:pt x="733563" y="17884"/>
                </a:lnTo>
                <a:lnTo>
                  <a:pt x="733005" y="16371"/>
                </a:lnTo>
                <a:lnTo>
                  <a:pt x="733122" y="16646"/>
                </a:lnTo>
                <a:lnTo>
                  <a:pt x="732441" y="15250"/>
                </a:lnTo>
                <a:lnTo>
                  <a:pt x="732601" y="15538"/>
                </a:lnTo>
                <a:lnTo>
                  <a:pt x="731798" y="14257"/>
                </a:lnTo>
                <a:lnTo>
                  <a:pt x="732001" y="14545"/>
                </a:lnTo>
                <a:lnTo>
                  <a:pt x="731057" y="13368"/>
                </a:lnTo>
                <a:lnTo>
                  <a:pt x="731295" y="13632"/>
                </a:lnTo>
                <a:lnTo>
                  <a:pt x="730205" y="12560"/>
                </a:lnTo>
                <a:lnTo>
                  <a:pt x="730469" y="12793"/>
                </a:lnTo>
                <a:lnTo>
                  <a:pt x="729225" y="11818"/>
                </a:lnTo>
                <a:lnTo>
                  <a:pt x="729489" y="12002"/>
                </a:lnTo>
                <a:lnTo>
                  <a:pt x="728085" y="11126"/>
                </a:lnTo>
                <a:lnTo>
                  <a:pt x="728336" y="11267"/>
                </a:lnTo>
                <a:lnTo>
                  <a:pt x="726756" y="10477"/>
                </a:lnTo>
                <a:lnTo>
                  <a:pt x="726989" y="10581"/>
                </a:lnTo>
                <a:lnTo>
                  <a:pt x="725230" y="9877"/>
                </a:lnTo>
                <a:lnTo>
                  <a:pt x="725432" y="9950"/>
                </a:lnTo>
                <a:lnTo>
                  <a:pt x="723490" y="9324"/>
                </a:lnTo>
                <a:lnTo>
                  <a:pt x="723662" y="9374"/>
                </a:lnTo>
                <a:lnTo>
                  <a:pt x="721518" y="8823"/>
                </a:lnTo>
                <a:lnTo>
                  <a:pt x="721665" y="8859"/>
                </a:lnTo>
                <a:lnTo>
                  <a:pt x="719311" y="8381"/>
                </a:lnTo>
                <a:lnTo>
                  <a:pt x="719440" y="8400"/>
                </a:lnTo>
                <a:lnTo>
                  <a:pt x="716873" y="7990"/>
                </a:lnTo>
                <a:lnTo>
                  <a:pt x="716971" y="8001"/>
                </a:lnTo>
                <a:lnTo>
                  <a:pt x="714184" y="7646"/>
                </a:lnTo>
                <a:lnTo>
                  <a:pt x="714269" y="7658"/>
                </a:lnTo>
                <a:lnTo>
                  <a:pt x="711243" y="7358"/>
                </a:lnTo>
                <a:lnTo>
                  <a:pt x="711310" y="7364"/>
                </a:lnTo>
                <a:lnTo>
                  <a:pt x="708045" y="7119"/>
                </a:lnTo>
                <a:lnTo>
                  <a:pt x="708124" y="7125"/>
                </a:lnTo>
                <a:lnTo>
                  <a:pt x="700833" y="6764"/>
                </a:lnTo>
                <a:lnTo>
                  <a:pt x="700907" y="6770"/>
                </a:lnTo>
                <a:lnTo>
                  <a:pt x="692537" y="6556"/>
                </a:lnTo>
                <a:lnTo>
                  <a:pt x="692580" y="6556"/>
                </a:lnTo>
                <a:lnTo>
                  <a:pt x="683071" y="6451"/>
                </a:lnTo>
                <a:lnTo>
                  <a:pt x="683102" y="6451"/>
                </a:lnTo>
                <a:lnTo>
                  <a:pt x="660378" y="6415"/>
                </a:lnTo>
                <a:lnTo>
                  <a:pt x="73467" y="6127"/>
                </a:lnTo>
                <a:lnTo>
                  <a:pt x="73473" y="6127"/>
                </a:lnTo>
                <a:lnTo>
                  <a:pt x="61550" y="6145"/>
                </a:lnTo>
                <a:lnTo>
                  <a:pt x="61569" y="6145"/>
                </a:lnTo>
                <a:lnTo>
                  <a:pt x="51067" y="6225"/>
                </a:lnTo>
                <a:lnTo>
                  <a:pt x="51104" y="6225"/>
                </a:lnTo>
                <a:lnTo>
                  <a:pt x="41938" y="6397"/>
                </a:lnTo>
                <a:lnTo>
                  <a:pt x="41999" y="6390"/>
                </a:lnTo>
                <a:lnTo>
                  <a:pt x="34078" y="6690"/>
                </a:lnTo>
                <a:lnTo>
                  <a:pt x="34145" y="6690"/>
                </a:lnTo>
                <a:lnTo>
                  <a:pt x="30622" y="6899"/>
                </a:lnTo>
                <a:lnTo>
                  <a:pt x="30684" y="6893"/>
                </a:lnTo>
                <a:lnTo>
                  <a:pt x="27436" y="7150"/>
                </a:lnTo>
                <a:lnTo>
                  <a:pt x="27509" y="7144"/>
                </a:lnTo>
                <a:lnTo>
                  <a:pt x="24532" y="7444"/>
                </a:lnTo>
                <a:lnTo>
                  <a:pt x="24618" y="7438"/>
                </a:lnTo>
                <a:lnTo>
                  <a:pt x="21897" y="7793"/>
                </a:lnTo>
                <a:lnTo>
                  <a:pt x="22007" y="7775"/>
                </a:lnTo>
                <a:lnTo>
                  <a:pt x="19526" y="8191"/>
                </a:lnTo>
                <a:lnTo>
                  <a:pt x="19655" y="8167"/>
                </a:lnTo>
                <a:lnTo>
                  <a:pt x="17406" y="8638"/>
                </a:lnTo>
                <a:lnTo>
                  <a:pt x="17566" y="8602"/>
                </a:lnTo>
                <a:lnTo>
                  <a:pt x="15537" y="9147"/>
                </a:lnTo>
                <a:lnTo>
                  <a:pt x="15728" y="9092"/>
                </a:lnTo>
                <a:lnTo>
                  <a:pt x="13908" y="9705"/>
                </a:lnTo>
                <a:lnTo>
                  <a:pt x="14129" y="9619"/>
                </a:lnTo>
                <a:lnTo>
                  <a:pt x="12504" y="10312"/>
                </a:lnTo>
                <a:lnTo>
                  <a:pt x="12756" y="10188"/>
                </a:lnTo>
                <a:lnTo>
                  <a:pt x="11322" y="10961"/>
                </a:lnTo>
                <a:lnTo>
                  <a:pt x="11592" y="10795"/>
                </a:lnTo>
                <a:lnTo>
                  <a:pt x="10336" y="11647"/>
                </a:lnTo>
                <a:lnTo>
                  <a:pt x="10612" y="11432"/>
                </a:lnTo>
                <a:lnTo>
                  <a:pt x="9521" y="12370"/>
                </a:lnTo>
                <a:lnTo>
                  <a:pt x="9785" y="12113"/>
                </a:lnTo>
                <a:lnTo>
                  <a:pt x="8847" y="13148"/>
                </a:lnTo>
                <a:lnTo>
                  <a:pt x="9080" y="12854"/>
                </a:lnTo>
                <a:lnTo>
                  <a:pt x="8284" y="13981"/>
                </a:lnTo>
                <a:lnTo>
                  <a:pt x="8473" y="13675"/>
                </a:lnTo>
                <a:lnTo>
                  <a:pt x="7806" y="14907"/>
                </a:lnTo>
                <a:lnTo>
                  <a:pt x="7947" y="14606"/>
                </a:lnTo>
                <a:lnTo>
                  <a:pt x="7395" y="15942"/>
                </a:lnTo>
                <a:lnTo>
                  <a:pt x="7493" y="15672"/>
                </a:lnTo>
                <a:lnTo>
                  <a:pt x="7046" y="17118"/>
                </a:lnTo>
                <a:lnTo>
                  <a:pt x="7107" y="16886"/>
                </a:lnTo>
                <a:lnTo>
                  <a:pt x="6758" y="18442"/>
                </a:lnTo>
                <a:lnTo>
                  <a:pt x="6794" y="18245"/>
                </a:lnTo>
                <a:lnTo>
                  <a:pt x="6531" y="19925"/>
                </a:lnTo>
                <a:lnTo>
                  <a:pt x="6555" y="19771"/>
                </a:lnTo>
                <a:lnTo>
                  <a:pt x="6366" y="21566"/>
                </a:lnTo>
                <a:lnTo>
                  <a:pt x="6378" y="21401"/>
                </a:lnTo>
                <a:lnTo>
                  <a:pt x="6169" y="25384"/>
                </a:lnTo>
                <a:lnTo>
                  <a:pt x="6176" y="25255"/>
                </a:lnTo>
                <a:lnTo>
                  <a:pt x="6127" y="29777"/>
                </a:lnTo>
              </a:path>
            </a:pathLst>
          </a:custGeom>
          <a:solidFill xmlns:a="http://schemas.openxmlformats.org/drawingml/2006/main">
            <a:srgbClr val="7030A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text-252 [">
            <a:extLst xmlns:a="http://schemas.openxmlformats.org/drawingml/2006/main">
              <a:ext uri="{FF2B5EF4-FFF2-40B4-BE49-F238E27FC236}">
                <a16:creationId xmlns:a16="http://schemas.microsoft.com/office/drawing/2014/main" id="{3EE2D4B9-E490-4F72-801F-A63E6E1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4851" y="446127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244" name="text-253 TRK">
            <a:extLst xmlns:a="http://schemas.openxmlformats.org/drawingml/2006/main">
              <a:ext uri="{FF2B5EF4-FFF2-40B4-BE49-F238E27FC236}">
                <a16:creationId xmlns:a16="http://schemas.microsoft.com/office/drawing/2014/main" id="{1EDE16B3-6943-428D-8A63-A4ABF9F3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4282" y="4461180"/>
            <a:ext cx="402412" cy="24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TRK</a:t>
            </a:r>
          </a:p>
        </p:txBody>
      </p:sp>
      <p:sp>
        <p:nvSpPr>
          <p:cNvPr id="245" name="text-254 ]">
            <a:extLst xmlns:a="http://schemas.openxmlformats.org/drawingml/2006/main">
              <a:ext uri="{FF2B5EF4-FFF2-40B4-BE49-F238E27FC236}">
                <a16:creationId xmlns:a16="http://schemas.microsoft.com/office/drawing/2014/main" id="{557FC07B-3BD8-4C4E-9782-546E21A5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6182" y="4461271"/>
            <a:ext cx="87886" cy="24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46" name="path-255">
            <a:extLst xmlns:a="http://schemas.openxmlformats.org/drawingml/2006/main">
              <a:ext uri="{FF2B5EF4-FFF2-40B4-BE49-F238E27FC236}">
                <a16:creationId xmlns:a16="http://schemas.microsoft.com/office/drawing/2014/main" id="{AC0E3482-2CC8-4170-BA96-95540F0F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919" y="4474766"/>
            <a:ext cx="183806" cy="199246"/>
          </a:xfrm>
          <a:custGeom xmlns:a="http://schemas.openxmlformats.org/drawingml/2006/main">
            <a:pathLst>
              <a:path w="183806" h="199246">
                <a:moveTo>
                  <a:pt x="0" y="75728"/>
                </a:moveTo>
                <a:lnTo>
                  <a:pt x="67641" y="71317"/>
                </a:lnTo>
                <a:lnTo>
                  <a:pt x="91903" y="0"/>
                </a:lnTo>
                <a:lnTo>
                  <a:pt x="116900" y="71317"/>
                </a:lnTo>
                <a:lnTo>
                  <a:pt x="183806" y="75728"/>
                </a:lnTo>
                <a:lnTo>
                  <a:pt x="132340" y="124988"/>
                </a:lnTo>
                <a:lnTo>
                  <a:pt x="149250" y="199246"/>
                </a:lnTo>
                <a:lnTo>
                  <a:pt x="91903" y="157338"/>
                </a:lnTo>
                <a:lnTo>
                  <a:pt x="35291" y="199246"/>
                </a:lnTo>
                <a:lnTo>
                  <a:pt x="52201" y="124988"/>
                </a:lnTo>
                <a:lnTo>
                  <a:pt x="0" y="757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text-256 ...">
            <a:extLst xmlns:a="http://schemas.openxmlformats.org/drawingml/2006/main">
              <a:ext uri="{FF2B5EF4-FFF2-40B4-BE49-F238E27FC236}">
                <a16:creationId xmlns:a16="http://schemas.microsoft.com/office/drawing/2014/main" id="{4EF699F5-54EB-4B04-91FB-3F128932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4224" y="1806459"/>
            <a:ext cx="227832" cy="343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248" name="path-257">
            <a:extLst xmlns:a="http://schemas.openxmlformats.org/drawingml/2006/main">
              <a:ext uri="{FF2B5EF4-FFF2-40B4-BE49-F238E27FC236}">
                <a16:creationId xmlns:a16="http://schemas.microsoft.com/office/drawing/2014/main" id="{2B5CACD8-2B68-4898-99BB-82F5017F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936" y="4296046"/>
            <a:ext cx="137850" cy="607865"/>
          </a:xfrm>
          <a:custGeom xmlns:a="http://schemas.openxmlformats.org/drawingml/2006/main">
            <a:pathLst>
              <a:path w="137850" h="607865">
                <a:moveTo>
                  <a:pt x="109305" y="477846"/>
                </a:moveTo>
                <a:lnTo>
                  <a:pt x="55694" y="569749"/>
                </a:lnTo>
                <a:lnTo>
                  <a:pt x="82155" y="569749"/>
                </a:lnTo>
                <a:lnTo>
                  <a:pt x="28545" y="477846"/>
                </a:lnTo>
                <a:lnTo>
                  <a:pt x="27375" y="476112"/>
                </a:lnTo>
                <a:lnTo>
                  <a:pt x="25973" y="474562"/>
                </a:lnTo>
                <a:lnTo>
                  <a:pt x="24380" y="473214"/>
                </a:lnTo>
                <a:lnTo>
                  <a:pt x="22608" y="472093"/>
                </a:lnTo>
                <a:lnTo>
                  <a:pt x="20708" y="471224"/>
                </a:lnTo>
                <a:lnTo>
                  <a:pt x="18706" y="470622"/>
                </a:lnTo>
                <a:lnTo>
                  <a:pt x="16641" y="470304"/>
                </a:lnTo>
                <a:lnTo>
                  <a:pt x="14553" y="470268"/>
                </a:lnTo>
                <a:lnTo>
                  <a:pt x="12474" y="470512"/>
                </a:lnTo>
                <a:lnTo>
                  <a:pt x="10453" y="471039"/>
                </a:lnTo>
                <a:lnTo>
                  <a:pt x="8516" y="471836"/>
                </a:lnTo>
                <a:lnTo>
                  <a:pt x="6716" y="472890"/>
                </a:lnTo>
                <a:lnTo>
                  <a:pt x="5067" y="474176"/>
                </a:lnTo>
                <a:lnTo>
                  <a:pt x="3616" y="475677"/>
                </a:lnTo>
                <a:lnTo>
                  <a:pt x="2377" y="477369"/>
                </a:lnTo>
                <a:lnTo>
                  <a:pt x="1379" y="479207"/>
                </a:lnTo>
                <a:lnTo>
                  <a:pt x="644" y="481161"/>
                </a:lnTo>
                <a:lnTo>
                  <a:pt x="184" y="483201"/>
                </a:lnTo>
                <a:lnTo>
                  <a:pt x="0" y="485284"/>
                </a:lnTo>
                <a:lnTo>
                  <a:pt x="105" y="487367"/>
                </a:lnTo>
                <a:lnTo>
                  <a:pt x="498" y="489426"/>
                </a:lnTo>
                <a:lnTo>
                  <a:pt x="1158" y="491405"/>
                </a:lnTo>
                <a:lnTo>
                  <a:pt x="2084" y="493280"/>
                </a:lnTo>
                <a:lnTo>
                  <a:pt x="68928" y="607865"/>
                </a:lnTo>
                <a:lnTo>
                  <a:pt x="135766" y="493280"/>
                </a:lnTo>
                <a:lnTo>
                  <a:pt x="136696" y="491405"/>
                </a:lnTo>
                <a:lnTo>
                  <a:pt x="137359" y="489426"/>
                </a:lnTo>
                <a:lnTo>
                  <a:pt x="137745" y="487367"/>
                </a:lnTo>
                <a:lnTo>
                  <a:pt x="137850" y="485284"/>
                </a:lnTo>
                <a:lnTo>
                  <a:pt x="137671" y="483201"/>
                </a:lnTo>
                <a:lnTo>
                  <a:pt x="137206" y="481161"/>
                </a:lnTo>
                <a:lnTo>
                  <a:pt x="136471" y="479207"/>
                </a:lnTo>
                <a:lnTo>
                  <a:pt x="135478" y="477369"/>
                </a:lnTo>
                <a:lnTo>
                  <a:pt x="134241" y="475677"/>
                </a:lnTo>
                <a:lnTo>
                  <a:pt x="132783" y="474176"/>
                </a:lnTo>
                <a:lnTo>
                  <a:pt x="131141" y="472890"/>
                </a:lnTo>
                <a:lnTo>
                  <a:pt x="129332" y="471836"/>
                </a:lnTo>
                <a:lnTo>
                  <a:pt x="127402" y="471039"/>
                </a:lnTo>
                <a:lnTo>
                  <a:pt x="125381" y="470512"/>
                </a:lnTo>
                <a:lnTo>
                  <a:pt x="123304" y="470268"/>
                </a:lnTo>
                <a:lnTo>
                  <a:pt x="121209" y="470304"/>
                </a:lnTo>
                <a:lnTo>
                  <a:pt x="119151" y="470622"/>
                </a:lnTo>
                <a:lnTo>
                  <a:pt x="117146" y="471224"/>
                </a:lnTo>
                <a:lnTo>
                  <a:pt x="115242" y="472093"/>
                </a:lnTo>
                <a:lnTo>
                  <a:pt x="113477" y="473214"/>
                </a:lnTo>
                <a:lnTo>
                  <a:pt x="111877" y="474562"/>
                </a:lnTo>
                <a:lnTo>
                  <a:pt x="110479" y="476112"/>
                </a:lnTo>
                <a:lnTo>
                  <a:pt x="109305" y="477846"/>
                </a:lnTo>
                <a:moveTo>
                  <a:pt x="53611" y="0"/>
                </a:moveTo>
                <a:lnTo>
                  <a:pt x="53611" y="577463"/>
                </a:lnTo>
                <a:lnTo>
                  <a:pt x="84246" y="577463"/>
                </a:lnTo>
                <a:lnTo>
                  <a:pt x="84246" y="0"/>
                </a:lnTo>
                <a:lnTo>
                  <a:pt x="5361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58">
            <a:extLst xmlns:a="http://schemas.openxmlformats.org/drawingml/2006/main">
              <a:ext uri="{FF2B5EF4-FFF2-40B4-BE49-F238E27FC236}">
                <a16:creationId xmlns:a16="http://schemas.microsoft.com/office/drawing/2014/main" id="{DA4F342E-B768-4EEC-B634-1D04C6EE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505" y="50045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5" y="134650"/>
                </a:lnTo>
                <a:lnTo>
                  <a:pt x="115240" y="135771"/>
                </a:lnTo>
                <a:lnTo>
                  <a:pt x="117145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9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4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5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8" y="116459"/>
                </a:lnTo>
                <a:lnTo>
                  <a:pt x="496" y="118438"/>
                </a:lnTo>
                <a:lnTo>
                  <a:pt x="104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4"/>
                </a:lnTo>
                <a:lnTo>
                  <a:pt x="1385" y="128658"/>
                </a:lnTo>
                <a:lnTo>
                  <a:pt x="2377" y="130496"/>
                </a:lnTo>
                <a:lnTo>
                  <a:pt x="3615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9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9">
            <a:extLst xmlns:a="http://schemas.openxmlformats.org/drawingml/2006/main">
              <a:ext uri="{FF2B5EF4-FFF2-40B4-BE49-F238E27FC236}">
                <a16:creationId xmlns:a16="http://schemas.microsoft.com/office/drawing/2014/main" id="{85D8B3C6-B89E-4B84-A2DC-539ABECB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505" y="1076687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5" y="134650"/>
                </a:lnTo>
                <a:lnTo>
                  <a:pt x="115240" y="135771"/>
                </a:lnTo>
                <a:lnTo>
                  <a:pt x="117145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5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4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7" y="130496"/>
                </a:lnTo>
                <a:lnTo>
                  <a:pt x="3615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60">
            <a:extLst xmlns:a="http://schemas.openxmlformats.org/drawingml/2006/main">
              <a:ext uri="{FF2B5EF4-FFF2-40B4-BE49-F238E27FC236}">
                <a16:creationId xmlns:a16="http://schemas.microsoft.com/office/drawing/2014/main" id="{D1CA48D9-0F73-406A-80B0-22BB76C6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41" y="1089860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9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4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7"/>
                </a:lnTo>
                <a:lnTo>
                  <a:pt x="137358" y="118439"/>
                </a:lnTo>
                <a:lnTo>
                  <a:pt x="136696" y="116459"/>
                </a:lnTo>
                <a:lnTo>
                  <a:pt x="135766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8" y="116459"/>
                </a:lnTo>
                <a:lnTo>
                  <a:pt x="496" y="118439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4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9"/>
                </a:lnTo>
                <a:lnTo>
                  <a:pt x="10453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61">
            <a:extLst xmlns:a="http://schemas.openxmlformats.org/drawingml/2006/main">
              <a:ext uri="{FF2B5EF4-FFF2-40B4-BE49-F238E27FC236}">
                <a16:creationId xmlns:a16="http://schemas.microsoft.com/office/drawing/2014/main" id="{5E37C958-E1A8-495E-9AA3-FE9E612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306" y="1076687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52"/>
                </a:lnTo>
                <a:lnTo>
                  <a:pt x="111884" y="133302"/>
                </a:lnTo>
                <a:lnTo>
                  <a:pt x="113477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50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1" y="137352"/>
                </a:lnTo>
                <a:lnTo>
                  <a:pt x="127402" y="136825"/>
                </a:lnTo>
                <a:lnTo>
                  <a:pt x="129333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41" y="132187"/>
                </a:lnTo>
                <a:lnTo>
                  <a:pt x="135478" y="130496"/>
                </a:lnTo>
                <a:lnTo>
                  <a:pt x="136471" y="128658"/>
                </a:lnTo>
                <a:lnTo>
                  <a:pt x="137213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1" y="120497"/>
                </a:lnTo>
                <a:lnTo>
                  <a:pt x="137359" y="118438"/>
                </a:lnTo>
                <a:lnTo>
                  <a:pt x="136697" y="116459"/>
                </a:lnTo>
                <a:lnTo>
                  <a:pt x="135766" y="114584"/>
                </a:lnTo>
                <a:lnTo>
                  <a:pt x="68928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5" y="120497"/>
                </a:lnTo>
                <a:lnTo>
                  <a:pt x="0" y="122580"/>
                </a:lnTo>
                <a:lnTo>
                  <a:pt x="185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6" y="132187"/>
                </a:lnTo>
                <a:lnTo>
                  <a:pt x="5067" y="133688"/>
                </a:lnTo>
                <a:lnTo>
                  <a:pt x="6716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3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15" y="135771"/>
                </a:lnTo>
                <a:lnTo>
                  <a:pt x="24380" y="134650"/>
                </a:lnTo>
                <a:lnTo>
                  <a:pt x="25979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1"/>
                </a:lnTo>
                <a:lnTo>
                  <a:pt x="53611" y="30401"/>
                </a:lnTo>
                <a:lnTo>
                  <a:pt x="53611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62">
            <a:extLst xmlns:a="http://schemas.openxmlformats.org/drawingml/2006/main">
              <a:ext uri="{FF2B5EF4-FFF2-40B4-BE49-F238E27FC236}">
                <a16:creationId xmlns:a16="http://schemas.microsoft.com/office/drawing/2014/main" id="{F8F98CB8-C100-4D56-B554-E90578E0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221" y="2198515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5"/>
                </a:lnTo>
                <a:lnTo>
                  <a:pt x="132788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7"/>
                </a:lnTo>
                <a:lnTo>
                  <a:pt x="137358" y="118439"/>
                </a:lnTo>
                <a:lnTo>
                  <a:pt x="136696" y="116460"/>
                </a:lnTo>
                <a:lnTo>
                  <a:pt x="135765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60"/>
                </a:lnTo>
                <a:lnTo>
                  <a:pt x="496" y="118439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15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63">
            <a:extLst xmlns:a="http://schemas.openxmlformats.org/drawingml/2006/main">
              <a:ext uri="{FF2B5EF4-FFF2-40B4-BE49-F238E27FC236}">
                <a16:creationId xmlns:a16="http://schemas.microsoft.com/office/drawing/2014/main" id="{DB2C7669-66EC-462E-A486-5C0CF01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041" y="2697242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7"/>
                </a:lnTo>
                <a:lnTo>
                  <a:pt x="137358" y="118439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9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1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64">
            <a:extLst xmlns:a="http://schemas.openxmlformats.org/drawingml/2006/main">
              <a:ext uri="{FF2B5EF4-FFF2-40B4-BE49-F238E27FC236}">
                <a16:creationId xmlns:a16="http://schemas.microsoft.com/office/drawing/2014/main" id="{B1E54B6C-CED3-4224-9567-91BBF852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221" y="4947025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6"/>
                </a:lnTo>
                <a:lnTo>
                  <a:pt x="55700" y="38116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1"/>
                </a:lnTo>
                <a:lnTo>
                  <a:pt x="115241" y="135771"/>
                </a:lnTo>
                <a:lnTo>
                  <a:pt x="117146" y="136642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9"/>
                </a:lnTo>
                <a:lnTo>
                  <a:pt x="131140" y="134975"/>
                </a:lnTo>
                <a:lnTo>
                  <a:pt x="132788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4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1"/>
                </a:lnTo>
                <a:lnTo>
                  <a:pt x="137358" y="118439"/>
                </a:lnTo>
                <a:lnTo>
                  <a:pt x="136696" y="116460"/>
                </a:lnTo>
                <a:lnTo>
                  <a:pt x="135765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8" y="116460"/>
                </a:lnTo>
                <a:lnTo>
                  <a:pt x="496" y="118439"/>
                </a:lnTo>
                <a:lnTo>
                  <a:pt x="105" y="120491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4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5"/>
                </a:lnTo>
                <a:lnTo>
                  <a:pt x="8523" y="136029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2"/>
                </a:lnTo>
                <a:lnTo>
                  <a:pt x="22615" y="135771"/>
                </a:lnTo>
                <a:lnTo>
                  <a:pt x="24379" y="134651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65">
            <a:extLst xmlns:a="http://schemas.openxmlformats.org/drawingml/2006/main">
              <a:ext uri="{FF2B5EF4-FFF2-40B4-BE49-F238E27FC236}">
                <a16:creationId xmlns:a16="http://schemas.microsoft.com/office/drawing/2014/main" id="{41EBE9F6-F005-4152-9555-C821E737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400" y="5522644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50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1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4"/>
                </a:lnTo>
                <a:lnTo>
                  <a:pt x="132788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11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0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1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225775"/>
                </a:moveTo>
                <a:lnTo>
                  <a:pt x="84245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5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66">
            <a:extLst xmlns:a="http://schemas.openxmlformats.org/drawingml/2006/main">
              <a:ext uri="{FF2B5EF4-FFF2-40B4-BE49-F238E27FC236}">
                <a16:creationId xmlns:a16="http://schemas.microsoft.com/office/drawing/2014/main" id="{AA460224-5B50-482D-9797-B1F2A607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549" y="385343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4" y="38115"/>
                </a:lnTo>
                <a:lnTo>
                  <a:pt x="55699" y="38115"/>
                </a:lnTo>
                <a:lnTo>
                  <a:pt x="109308" y="130018"/>
                </a:lnTo>
                <a:lnTo>
                  <a:pt x="110479" y="131745"/>
                </a:lnTo>
                <a:lnTo>
                  <a:pt x="111882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5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2"/>
                </a:lnTo>
                <a:lnTo>
                  <a:pt x="134238" y="132181"/>
                </a:lnTo>
                <a:lnTo>
                  <a:pt x="135477" y="130496"/>
                </a:lnTo>
                <a:lnTo>
                  <a:pt x="136468" y="128658"/>
                </a:lnTo>
                <a:lnTo>
                  <a:pt x="137210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9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9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1"/>
                </a:lnTo>
                <a:lnTo>
                  <a:pt x="5066" y="133682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0" y="137597"/>
                </a:lnTo>
                <a:lnTo>
                  <a:pt x="16640" y="137560"/>
                </a:lnTo>
                <a:lnTo>
                  <a:pt x="18705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9" y="134650"/>
                </a:lnTo>
                <a:lnTo>
                  <a:pt x="25977" y="133302"/>
                </a:lnTo>
                <a:lnTo>
                  <a:pt x="27374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0" y="30395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67">
            <a:extLst xmlns:a="http://schemas.openxmlformats.org/drawingml/2006/main">
              <a:ext uri="{FF2B5EF4-FFF2-40B4-BE49-F238E27FC236}">
                <a16:creationId xmlns:a16="http://schemas.microsoft.com/office/drawing/2014/main" id="{8A0EB15A-81A8-45BB-90D3-0F700C50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611" y="385343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39" y="135771"/>
                </a:lnTo>
                <a:lnTo>
                  <a:pt x="117146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1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2"/>
                </a:lnTo>
                <a:lnTo>
                  <a:pt x="134238" y="132181"/>
                </a:lnTo>
                <a:lnTo>
                  <a:pt x="135477" y="130496"/>
                </a:lnTo>
                <a:lnTo>
                  <a:pt x="136468" y="128658"/>
                </a:lnTo>
                <a:lnTo>
                  <a:pt x="137204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0"/>
                </a:lnTo>
                <a:lnTo>
                  <a:pt x="137358" y="118438"/>
                </a:lnTo>
                <a:lnTo>
                  <a:pt x="136696" y="116453"/>
                </a:lnTo>
                <a:lnTo>
                  <a:pt x="135765" y="114584"/>
                </a:lnTo>
                <a:lnTo>
                  <a:pt x="68927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5" y="132181"/>
                </a:lnTo>
                <a:lnTo>
                  <a:pt x="5067" y="133682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08" y="135771"/>
                </a:lnTo>
                <a:lnTo>
                  <a:pt x="24379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1" y="30395"/>
                </a:lnTo>
                <a:lnTo>
                  <a:pt x="53611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68">
            <a:extLst xmlns:a="http://schemas.openxmlformats.org/drawingml/2006/main">
              <a:ext uri="{FF2B5EF4-FFF2-40B4-BE49-F238E27FC236}">
                <a16:creationId xmlns:a16="http://schemas.microsoft.com/office/drawing/2014/main" id="{47622639-AFA0-4AE9-B8DD-82FB469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405" y="3853436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4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2" y="137597"/>
                </a:lnTo>
                <a:lnTo>
                  <a:pt x="125378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2"/>
                </a:lnTo>
                <a:lnTo>
                  <a:pt x="134238" y="132181"/>
                </a:lnTo>
                <a:lnTo>
                  <a:pt x="135478" y="130496"/>
                </a:lnTo>
                <a:lnTo>
                  <a:pt x="136468" y="128658"/>
                </a:lnTo>
                <a:lnTo>
                  <a:pt x="137203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3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1"/>
                </a:lnTo>
                <a:lnTo>
                  <a:pt x="5067" y="133682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2"/>
                </a:lnTo>
                <a:lnTo>
                  <a:pt x="14550" y="137597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8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08" y="30395"/>
                </a:lnTo>
                <a:lnTo>
                  <a:pt x="53608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9">
            <a:extLst xmlns:a="http://schemas.openxmlformats.org/drawingml/2006/main">
              <a:ext uri="{FF2B5EF4-FFF2-40B4-BE49-F238E27FC236}">
                <a16:creationId xmlns:a16="http://schemas.microsoft.com/office/drawing/2014/main" id="{24C70A71-297F-4F8E-9A67-D001268F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611" y="4395301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39" y="135771"/>
                </a:lnTo>
                <a:lnTo>
                  <a:pt x="117146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6"/>
                </a:lnTo>
                <a:lnTo>
                  <a:pt x="125381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1"/>
                </a:lnTo>
                <a:lnTo>
                  <a:pt x="134238" y="132180"/>
                </a:lnTo>
                <a:lnTo>
                  <a:pt x="135477" y="130496"/>
                </a:lnTo>
                <a:lnTo>
                  <a:pt x="136468" y="128657"/>
                </a:lnTo>
                <a:lnTo>
                  <a:pt x="137204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0"/>
                </a:lnTo>
                <a:lnTo>
                  <a:pt x="137358" y="118438"/>
                </a:lnTo>
                <a:lnTo>
                  <a:pt x="136696" y="116453"/>
                </a:lnTo>
                <a:lnTo>
                  <a:pt x="135765" y="114584"/>
                </a:lnTo>
                <a:lnTo>
                  <a:pt x="68927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7"/>
                </a:lnTo>
                <a:lnTo>
                  <a:pt x="2377" y="130496"/>
                </a:lnTo>
                <a:lnTo>
                  <a:pt x="3615" y="132180"/>
                </a:lnTo>
                <a:lnTo>
                  <a:pt x="5067" y="133681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1"/>
                </a:lnTo>
                <a:lnTo>
                  <a:pt x="14551" y="137596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08" y="135771"/>
                </a:lnTo>
                <a:lnTo>
                  <a:pt x="24379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1" y="30395"/>
                </a:lnTo>
                <a:lnTo>
                  <a:pt x="53611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70">
            <a:extLst xmlns:a="http://schemas.openxmlformats.org/drawingml/2006/main">
              <a:ext uri="{FF2B5EF4-FFF2-40B4-BE49-F238E27FC236}">
                <a16:creationId xmlns:a16="http://schemas.microsoft.com/office/drawing/2014/main" id="{61B436F0-8099-42C6-BC30-FB10550A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549" y="4395301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4" y="38115"/>
                </a:lnTo>
                <a:lnTo>
                  <a:pt x="55699" y="38115"/>
                </a:lnTo>
                <a:lnTo>
                  <a:pt x="109308" y="130018"/>
                </a:lnTo>
                <a:lnTo>
                  <a:pt x="110479" y="131745"/>
                </a:lnTo>
                <a:lnTo>
                  <a:pt x="111882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5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3" y="137596"/>
                </a:lnTo>
                <a:lnTo>
                  <a:pt x="125380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1"/>
                </a:lnTo>
                <a:lnTo>
                  <a:pt x="134238" y="132180"/>
                </a:lnTo>
                <a:lnTo>
                  <a:pt x="135477" y="130496"/>
                </a:lnTo>
                <a:lnTo>
                  <a:pt x="136468" y="128657"/>
                </a:lnTo>
                <a:lnTo>
                  <a:pt x="137210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9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9" y="126703"/>
                </a:lnTo>
                <a:lnTo>
                  <a:pt x="1384" y="128657"/>
                </a:lnTo>
                <a:lnTo>
                  <a:pt x="2377" y="130496"/>
                </a:lnTo>
                <a:lnTo>
                  <a:pt x="3614" y="132180"/>
                </a:lnTo>
                <a:lnTo>
                  <a:pt x="5066" y="133681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1"/>
                </a:lnTo>
                <a:lnTo>
                  <a:pt x="14550" y="137596"/>
                </a:lnTo>
                <a:lnTo>
                  <a:pt x="16640" y="137560"/>
                </a:lnTo>
                <a:lnTo>
                  <a:pt x="18705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9" y="134650"/>
                </a:lnTo>
                <a:lnTo>
                  <a:pt x="25977" y="133302"/>
                </a:lnTo>
                <a:lnTo>
                  <a:pt x="27374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10" y="30395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71">
            <a:extLst xmlns:a="http://schemas.openxmlformats.org/drawingml/2006/main">
              <a:ext uri="{FF2B5EF4-FFF2-40B4-BE49-F238E27FC236}">
                <a16:creationId xmlns:a16="http://schemas.microsoft.com/office/drawing/2014/main" id="{0BCF6CBF-58AA-49AE-AB86-00F5E630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405" y="4395301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45"/>
                </a:lnTo>
                <a:lnTo>
                  <a:pt x="111877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4" y="136635"/>
                </a:lnTo>
                <a:lnTo>
                  <a:pt x="119149" y="137235"/>
                </a:lnTo>
                <a:lnTo>
                  <a:pt x="121214" y="137560"/>
                </a:lnTo>
                <a:lnTo>
                  <a:pt x="123302" y="137596"/>
                </a:lnTo>
                <a:lnTo>
                  <a:pt x="125378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4"/>
                </a:lnTo>
                <a:lnTo>
                  <a:pt x="132787" y="133681"/>
                </a:lnTo>
                <a:lnTo>
                  <a:pt x="134238" y="132180"/>
                </a:lnTo>
                <a:lnTo>
                  <a:pt x="135478" y="130496"/>
                </a:lnTo>
                <a:lnTo>
                  <a:pt x="136468" y="128657"/>
                </a:lnTo>
                <a:lnTo>
                  <a:pt x="137203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3" y="120490"/>
                </a:lnTo>
                <a:lnTo>
                  <a:pt x="137357" y="118438"/>
                </a:lnTo>
                <a:lnTo>
                  <a:pt x="136696" y="116453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3"/>
                </a:lnTo>
                <a:lnTo>
                  <a:pt x="495" y="118438"/>
                </a:lnTo>
                <a:lnTo>
                  <a:pt x="105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4" y="128657"/>
                </a:lnTo>
                <a:lnTo>
                  <a:pt x="2377" y="130496"/>
                </a:lnTo>
                <a:lnTo>
                  <a:pt x="3614" y="132180"/>
                </a:lnTo>
                <a:lnTo>
                  <a:pt x="5067" y="133681"/>
                </a:lnTo>
                <a:lnTo>
                  <a:pt x="6714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4" y="137351"/>
                </a:lnTo>
                <a:lnTo>
                  <a:pt x="14550" y="137596"/>
                </a:lnTo>
                <a:lnTo>
                  <a:pt x="16641" y="137560"/>
                </a:lnTo>
                <a:lnTo>
                  <a:pt x="18706" y="137235"/>
                </a:lnTo>
                <a:lnTo>
                  <a:pt x="20708" y="136635"/>
                </a:lnTo>
                <a:lnTo>
                  <a:pt x="22613" y="135771"/>
                </a:lnTo>
                <a:lnTo>
                  <a:pt x="24378" y="134650"/>
                </a:lnTo>
                <a:lnTo>
                  <a:pt x="25971" y="133302"/>
                </a:lnTo>
                <a:lnTo>
                  <a:pt x="27375" y="131745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395"/>
                </a:lnTo>
                <a:lnTo>
                  <a:pt x="53608" y="30395"/>
                </a:lnTo>
                <a:lnTo>
                  <a:pt x="53608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72">
            <a:extLst xmlns:a="http://schemas.openxmlformats.org/drawingml/2006/main">
              <a:ext uri="{FF2B5EF4-FFF2-40B4-BE49-F238E27FC236}">
                <a16:creationId xmlns:a16="http://schemas.microsoft.com/office/drawing/2014/main" id="{827FEEA2-DD76-45A8-B8C4-44A7607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318" y="4901074"/>
            <a:ext cx="137854" cy="329980"/>
          </a:xfrm>
          <a:custGeom xmlns:a="http://schemas.openxmlformats.org/drawingml/2006/main">
            <a:pathLst>
              <a:path w="137854" h="329980">
                <a:moveTo>
                  <a:pt x="28545" y="130018"/>
                </a:moveTo>
                <a:lnTo>
                  <a:pt x="82155" y="38115"/>
                </a:lnTo>
                <a:lnTo>
                  <a:pt x="55699" y="38115"/>
                </a:lnTo>
                <a:lnTo>
                  <a:pt x="109310" y="130018"/>
                </a:lnTo>
                <a:lnTo>
                  <a:pt x="110479" y="131752"/>
                </a:lnTo>
                <a:lnTo>
                  <a:pt x="111877" y="133302"/>
                </a:lnTo>
                <a:lnTo>
                  <a:pt x="113477" y="134650"/>
                </a:lnTo>
                <a:lnTo>
                  <a:pt x="115241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603"/>
                </a:lnTo>
                <a:lnTo>
                  <a:pt x="125381" y="137352"/>
                </a:lnTo>
                <a:lnTo>
                  <a:pt x="127402" y="136825"/>
                </a:lnTo>
                <a:lnTo>
                  <a:pt x="129333" y="136028"/>
                </a:lnTo>
                <a:lnTo>
                  <a:pt x="131140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8" y="130496"/>
                </a:lnTo>
                <a:lnTo>
                  <a:pt x="136471" y="128658"/>
                </a:lnTo>
                <a:lnTo>
                  <a:pt x="137206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5" y="120497"/>
                </a:lnTo>
                <a:lnTo>
                  <a:pt x="137359" y="118438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8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5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8" y="130496"/>
                </a:lnTo>
                <a:lnTo>
                  <a:pt x="3616" y="132187"/>
                </a:lnTo>
                <a:lnTo>
                  <a:pt x="5067" y="133688"/>
                </a:lnTo>
                <a:lnTo>
                  <a:pt x="6716" y="134975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2"/>
                </a:lnTo>
                <a:lnTo>
                  <a:pt x="14553" y="137603"/>
                </a:lnTo>
                <a:lnTo>
                  <a:pt x="16641" y="137560"/>
                </a:lnTo>
                <a:lnTo>
                  <a:pt x="18706" y="137242"/>
                </a:lnTo>
                <a:lnTo>
                  <a:pt x="20709" y="136641"/>
                </a:lnTo>
                <a:lnTo>
                  <a:pt x="22608" y="135771"/>
                </a:lnTo>
                <a:lnTo>
                  <a:pt x="24380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5" y="329980"/>
                </a:moveTo>
                <a:lnTo>
                  <a:pt x="84245" y="30402"/>
                </a:lnTo>
                <a:lnTo>
                  <a:pt x="53611" y="30402"/>
                </a:lnTo>
                <a:lnTo>
                  <a:pt x="53611" y="329980"/>
                </a:lnTo>
                <a:lnTo>
                  <a:pt x="84245" y="3299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73">
            <a:extLst xmlns:a="http://schemas.openxmlformats.org/drawingml/2006/main">
              <a:ext uri="{FF2B5EF4-FFF2-40B4-BE49-F238E27FC236}">
                <a16:creationId xmlns:a16="http://schemas.microsoft.com/office/drawing/2014/main" id="{B2679803-F43E-454B-B05F-C6B24478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7549" y="2268055"/>
            <a:ext cx="137854" cy="590495"/>
          </a:xfrm>
          <a:custGeom xmlns:a="http://schemas.openxmlformats.org/drawingml/2006/main">
            <a:pathLst>
              <a:path w="137854" h="590495">
                <a:moveTo>
                  <a:pt x="28545" y="130018"/>
                </a:moveTo>
                <a:lnTo>
                  <a:pt x="82154" y="38115"/>
                </a:lnTo>
                <a:lnTo>
                  <a:pt x="55699" y="38115"/>
                </a:lnTo>
                <a:lnTo>
                  <a:pt x="109308" y="130018"/>
                </a:lnTo>
                <a:lnTo>
                  <a:pt x="110479" y="131752"/>
                </a:lnTo>
                <a:lnTo>
                  <a:pt x="111882" y="133302"/>
                </a:lnTo>
                <a:lnTo>
                  <a:pt x="113474" y="134650"/>
                </a:lnTo>
                <a:lnTo>
                  <a:pt x="115239" y="135771"/>
                </a:lnTo>
                <a:lnTo>
                  <a:pt x="117145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5"/>
                </a:lnTo>
                <a:lnTo>
                  <a:pt x="132787" y="133688"/>
                </a:lnTo>
                <a:lnTo>
                  <a:pt x="134238" y="132187"/>
                </a:lnTo>
                <a:lnTo>
                  <a:pt x="135477" y="130496"/>
                </a:lnTo>
                <a:lnTo>
                  <a:pt x="136468" y="128658"/>
                </a:lnTo>
                <a:lnTo>
                  <a:pt x="137210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7" y="118439"/>
                </a:lnTo>
                <a:lnTo>
                  <a:pt x="136696" y="116459"/>
                </a:lnTo>
                <a:lnTo>
                  <a:pt x="135764" y="114584"/>
                </a:lnTo>
                <a:lnTo>
                  <a:pt x="68926" y="0"/>
                </a:lnTo>
                <a:lnTo>
                  <a:pt x="2088" y="114584"/>
                </a:lnTo>
                <a:lnTo>
                  <a:pt x="1158" y="116459"/>
                </a:lnTo>
                <a:lnTo>
                  <a:pt x="495" y="118439"/>
                </a:lnTo>
                <a:lnTo>
                  <a:pt x="109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9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7"/>
                </a:lnTo>
                <a:lnTo>
                  <a:pt x="5066" y="133688"/>
                </a:lnTo>
                <a:lnTo>
                  <a:pt x="6714" y="134975"/>
                </a:lnTo>
                <a:lnTo>
                  <a:pt x="8523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0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8" y="136641"/>
                </a:lnTo>
                <a:lnTo>
                  <a:pt x="22613" y="135771"/>
                </a:lnTo>
                <a:lnTo>
                  <a:pt x="24379" y="134650"/>
                </a:lnTo>
                <a:lnTo>
                  <a:pt x="25977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59049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590495"/>
                </a:lnTo>
                <a:lnTo>
                  <a:pt x="84244" y="5904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74">
            <a:extLst xmlns:a="http://schemas.openxmlformats.org/drawingml/2006/main">
              <a:ext uri="{FF2B5EF4-FFF2-40B4-BE49-F238E27FC236}">
                <a16:creationId xmlns:a16="http://schemas.microsoft.com/office/drawing/2014/main" id="{BE7F51B3-2212-4A66-9ED3-B1071D82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792" y="2268055"/>
            <a:ext cx="137854" cy="590495"/>
          </a:xfrm>
          <a:custGeom xmlns:a="http://schemas.openxmlformats.org/drawingml/2006/main">
            <a:pathLst>
              <a:path w="137854" h="59049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6" y="134650"/>
                </a:lnTo>
                <a:lnTo>
                  <a:pt x="115240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05" y="126703"/>
                </a:lnTo>
                <a:lnTo>
                  <a:pt x="137670" y="124663"/>
                </a:lnTo>
                <a:lnTo>
                  <a:pt x="137854" y="122580"/>
                </a:lnTo>
                <a:lnTo>
                  <a:pt x="137750" y="120497"/>
                </a:lnTo>
                <a:lnTo>
                  <a:pt x="137358" y="118439"/>
                </a:lnTo>
                <a:lnTo>
                  <a:pt x="136696" y="116459"/>
                </a:lnTo>
                <a:lnTo>
                  <a:pt x="135765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7" y="116459"/>
                </a:lnTo>
                <a:lnTo>
                  <a:pt x="496" y="118439"/>
                </a:lnTo>
                <a:lnTo>
                  <a:pt x="104" y="120497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2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59049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590495"/>
                </a:lnTo>
                <a:lnTo>
                  <a:pt x="84244" y="5904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382334B-7889-4B86-B8FA-8629BC9F6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6fac206f841d8"/>
          <a:stretch xmlns:a="http://schemas.openxmlformats.org/drawingml/2006/main"/>
        </p:blipFill>
        <p:spPr>
          <a:xfrm xmlns:a="http://schemas.openxmlformats.org/drawingml/2006/main">
            <a:off x="228600" y="3209925"/>
            <a:ext cx="1733550" cy="1733550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FFFE074-0275-45A9-9C4A-8AD1E84FA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eb419988d47c9"/>
          <a:stretch xmlns:a="http://schemas.openxmlformats.org/drawingml/2006/main"/>
        </p:blipFill>
        <p:spPr>
          <a:xfrm xmlns:a="http://schemas.openxmlformats.org/drawingml/2006/main">
            <a:off x="2333625" y="3352800"/>
            <a:ext cx="1590675" cy="1590675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7CCAD57-C98F-4D0D-B307-7C6BBCB24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0681d0360401b"/>
          <a:stretch xmlns:a="http://schemas.openxmlformats.org/drawingml/2006/main"/>
        </p:blipFill>
        <p:spPr>
          <a:xfrm xmlns:a="http://schemas.openxmlformats.org/drawingml/2006/main">
            <a:off x="104775" y="5895975"/>
            <a:ext cx="3933825" cy="1247775"/>
          </a:xfrm>
          <a:prstGeom xmlns:a="http://schemas.openxmlformats.org/drawingml/2006/main" prst="rect">
            <a:avLst/>
          </a:prstGeom>
        </p:spPr>
      </p:pic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E805F74-69CC-4AF5-AAC6-C46AC5C0CC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84906638f4064"/>
          <a:stretch xmlns:a="http://schemas.openxmlformats.org/drawingml/2006/main"/>
        </p:blipFill>
        <p:spPr>
          <a:xfrm xmlns:a="http://schemas.openxmlformats.org/drawingml/2006/main">
            <a:off x="266700" y="6210300"/>
            <a:ext cx="1162050" cy="647700"/>
          </a:xfrm>
          <a:prstGeom xmlns:a="http://schemas.openxmlformats.org/drawingml/2006/main" prst="rect">
            <a:avLst/>
          </a:prstGeom>
        </p:spPr>
      </p:pic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BE3C5CD-E176-4D26-AD36-8DCB7F810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259c3ac4f4365"/>
          <a:stretch xmlns:a="http://schemas.openxmlformats.org/drawingml/2006/main"/>
        </p:blipFill>
        <p:spPr>
          <a:xfrm xmlns:a="http://schemas.openxmlformats.org/drawingml/2006/main">
            <a:off x="2686050" y="6210300"/>
            <a:ext cx="1181100" cy="647700"/>
          </a:xfrm>
          <a:prstGeom xmlns:a="http://schemas.openxmlformats.org/drawingml/2006/main" prst="rect">
            <a:avLst/>
          </a:prstGeom>
        </p:spPr>
      </p:pic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FA1903E-4E00-4D19-8826-F8F60FB72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f4b3a845d422f"/>
          <a:stretch xmlns:a="http://schemas.openxmlformats.org/drawingml/2006/main"/>
        </p:blipFill>
        <p:spPr>
          <a:xfrm xmlns:a="http://schemas.openxmlformats.org/drawingml/2006/main">
            <a:off x="1466850" y="6210300"/>
            <a:ext cx="1181100" cy="647700"/>
          </a:xfrm>
          <a:prstGeom xmlns:a="http://schemas.openxmlformats.org/drawingml/2006/main" prst="rect">
            <a:avLst/>
          </a:prstGeom>
        </p:spPr>
      </p:pic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344BE32-9793-48C8-9DAB-C08A48BEA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03122a99f4d57"/>
          <a:stretch xmlns:a="http://schemas.openxmlformats.org/drawingml/2006/main"/>
        </p:blipFill>
        <p:spPr>
          <a:xfrm xmlns:a="http://schemas.openxmlformats.org/drawingml/2006/main">
            <a:off x="4248150" y="6238875"/>
            <a:ext cx="828675" cy="828675"/>
          </a:xfrm>
          <a:prstGeom xmlns:a="http://schemas.openxmlformats.org/drawingml/2006/main" prst="rect">
            <a:avLst/>
          </a:prstGeom>
        </p:spPr>
      </p:pic>
      <p:pic>
        <p:nvPic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752BAB0-9014-4F0E-BB00-5778CDFF3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5c68932dd4c69"/>
          <a:stretch xmlns:a="http://schemas.openxmlformats.org/drawingml/2006/main"/>
        </p:blipFill>
        <p:spPr>
          <a:xfrm xmlns:a="http://schemas.openxmlformats.org/drawingml/2006/main">
            <a:off x="5276850" y="6238875"/>
            <a:ext cx="819150" cy="828675"/>
          </a:xfrm>
          <a:prstGeom xmlns:a="http://schemas.openxmlformats.org/drawingml/2006/main" prst="rect">
            <a:avLst/>
          </a:prstGeom>
        </p:spPr>
      </p:pic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19033CD-87B5-4F7F-B2CE-20A80343B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be16409f24254"/>
          <a:stretch xmlns:a="http://schemas.openxmlformats.org/drawingml/2006/main"/>
        </p:blipFill>
        <p:spPr>
          <a:xfrm xmlns:a="http://schemas.openxmlformats.org/drawingml/2006/main">
            <a:off x="6296025" y="6238875"/>
            <a:ext cx="828675" cy="828675"/>
          </a:xfrm>
          <a:prstGeom xmlns:a="http://schemas.openxmlformats.org/drawingml/2006/main" prst="rect">
            <a:avLst/>
          </a:prstGeom>
        </p:spPr>
      </p:pic>
      <p:pic>
        <p:nvPic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01D2268-5E30-4AD9-BFA5-057094FA9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54d6d352c4fae"/>
          <a:stretch xmlns:a="http://schemas.openxmlformats.org/drawingml/2006/main"/>
        </p:blipFill>
        <p:spPr>
          <a:xfrm xmlns:a="http://schemas.openxmlformats.org/drawingml/2006/main">
            <a:off x="5657850" y="4381500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EF7189C-5999-4632-9D91-AC845AA356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0a85b6f0647f4"/>
          <a:stretch xmlns:a="http://schemas.openxmlformats.org/drawingml/2006/main"/>
        </p:blipFill>
        <p:spPr>
          <a:xfrm xmlns:a="http://schemas.openxmlformats.org/drawingml/2006/main">
            <a:off x="5657850" y="3390900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277" name="path-286">
            <a:extLst xmlns:a="http://schemas.openxmlformats.org/drawingml/2006/main">
              <a:ext uri="{FF2B5EF4-FFF2-40B4-BE49-F238E27FC236}">
                <a16:creationId xmlns:a16="http://schemas.microsoft.com/office/drawing/2014/main" id="{9CC90EC6-786E-4FC9-8503-4393BAB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96" y="3509639"/>
            <a:ext cx="357294" cy="130930"/>
          </a:xfrm>
          <a:custGeom xmlns:a="http://schemas.openxmlformats.org/drawingml/2006/main">
            <a:pathLst>
              <a:path w="357294" h="130930">
                <a:moveTo>
                  <a:pt x="233512" y="27148"/>
                </a:moveTo>
                <a:lnTo>
                  <a:pt x="321170" y="77480"/>
                </a:lnTo>
                <a:lnTo>
                  <a:pt x="320998" y="52341"/>
                </a:lnTo>
                <a:lnTo>
                  <a:pt x="234040" y="103868"/>
                </a:lnTo>
                <a:lnTo>
                  <a:pt x="232336" y="105051"/>
                </a:lnTo>
                <a:lnTo>
                  <a:pt x="230817" y="106466"/>
                </a:lnTo>
                <a:lnTo>
                  <a:pt x="229512" y="108084"/>
                </a:lnTo>
                <a:lnTo>
                  <a:pt x="228452" y="109867"/>
                </a:lnTo>
                <a:lnTo>
                  <a:pt x="227655" y="111784"/>
                </a:lnTo>
                <a:lnTo>
                  <a:pt x="227141" y="113794"/>
                </a:lnTo>
                <a:lnTo>
                  <a:pt x="226920" y="115859"/>
                </a:lnTo>
                <a:lnTo>
                  <a:pt x="226987" y="117936"/>
                </a:lnTo>
                <a:lnTo>
                  <a:pt x="227355" y="119976"/>
                </a:lnTo>
                <a:lnTo>
                  <a:pt x="228011" y="121948"/>
                </a:lnTo>
                <a:lnTo>
                  <a:pt x="228942" y="123805"/>
                </a:lnTo>
                <a:lnTo>
                  <a:pt x="230125" y="125514"/>
                </a:lnTo>
                <a:lnTo>
                  <a:pt x="231540" y="127034"/>
                </a:lnTo>
                <a:lnTo>
                  <a:pt x="233151" y="128333"/>
                </a:lnTo>
                <a:lnTo>
                  <a:pt x="234940" y="129399"/>
                </a:lnTo>
                <a:lnTo>
                  <a:pt x="236858" y="130189"/>
                </a:lnTo>
                <a:lnTo>
                  <a:pt x="238868" y="130704"/>
                </a:lnTo>
                <a:lnTo>
                  <a:pt x="240932" y="130930"/>
                </a:lnTo>
                <a:lnTo>
                  <a:pt x="243003" y="130857"/>
                </a:lnTo>
                <a:lnTo>
                  <a:pt x="245050" y="130490"/>
                </a:lnTo>
                <a:lnTo>
                  <a:pt x="247023" y="129834"/>
                </a:lnTo>
                <a:lnTo>
                  <a:pt x="248879" y="128908"/>
                </a:lnTo>
                <a:lnTo>
                  <a:pt x="357294" y="64662"/>
                </a:lnTo>
                <a:lnTo>
                  <a:pt x="248009" y="1912"/>
                </a:lnTo>
                <a:lnTo>
                  <a:pt x="246134" y="1010"/>
                </a:lnTo>
                <a:lnTo>
                  <a:pt x="244155" y="380"/>
                </a:lnTo>
                <a:lnTo>
                  <a:pt x="242109" y="43"/>
                </a:lnTo>
                <a:lnTo>
                  <a:pt x="240032" y="0"/>
                </a:lnTo>
                <a:lnTo>
                  <a:pt x="237973" y="251"/>
                </a:lnTo>
                <a:lnTo>
                  <a:pt x="235969" y="789"/>
                </a:lnTo>
                <a:lnTo>
                  <a:pt x="234064" y="1612"/>
                </a:lnTo>
                <a:lnTo>
                  <a:pt x="232293" y="2695"/>
                </a:lnTo>
                <a:lnTo>
                  <a:pt x="230695" y="4025"/>
                </a:lnTo>
                <a:lnTo>
                  <a:pt x="229303" y="5563"/>
                </a:lnTo>
                <a:lnTo>
                  <a:pt x="228140" y="7284"/>
                </a:lnTo>
                <a:lnTo>
                  <a:pt x="227239" y="9154"/>
                </a:lnTo>
                <a:lnTo>
                  <a:pt x="226614" y="11132"/>
                </a:lnTo>
                <a:lnTo>
                  <a:pt x="226270" y="13185"/>
                </a:lnTo>
                <a:lnTo>
                  <a:pt x="226228" y="15255"/>
                </a:lnTo>
                <a:lnTo>
                  <a:pt x="226479" y="17320"/>
                </a:lnTo>
                <a:lnTo>
                  <a:pt x="227018" y="19324"/>
                </a:lnTo>
                <a:lnTo>
                  <a:pt x="227845" y="21229"/>
                </a:lnTo>
                <a:lnTo>
                  <a:pt x="228930" y="23000"/>
                </a:lnTo>
                <a:lnTo>
                  <a:pt x="230253" y="24599"/>
                </a:lnTo>
                <a:lnTo>
                  <a:pt x="231791" y="25990"/>
                </a:lnTo>
                <a:lnTo>
                  <a:pt x="233512" y="27148"/>
                </a:lnTo>
                <a:moveTo>
                  <a:pt x="196" y="81665"/>
                </a:moveTo>
                <a:lnTo>
                  <a:pt x="87503" y="81064"/>
                </a:lnTo>
                <a:lnTo>
                  <a:pt x="87301" y="51962"/>
                </a:lnTo>
                <a:lnTo>
                  <a:pt x="0" y="52562"/>
                </a:lnTo>
                <a:lnTo>
                  <a:pt x="196" y="81665"/>
                </a:lnTo>
                <a:moveTo>
                  <a:pt x="116606" y="80868"/>
                </a:moveTo>
                <a:lnTo>
                  <a:pt x="203914" y="80268"/>
                </a:lnTo>
                <a:lnTo>
                  <a:pt x="203711" y="51165"/>
                </a:lnTo>
                <a:lnTo>
                  <a:pt x="116404" y="51765"/>
                </a:lnTo>
                <a:lnTo>
                  <a:pt x="116606" y="80868"/>
                </a:lnTo>
                <a:moveTo>
                  <a:pt x="233010" y="80065"/>
                </a:moveTo>
                <a:lnTo>
                  <a:pt x="320318" y="79465"/>
                </a:lnTo>
                <a:lnTo>
                  <a:pt x="320116" y="50369"/>
                </a:lnTo>
                <a:lnTo>
                  <a:pt x="232814" y="50963"/>
                </a:lnTo>
                <a:lnTo>
                  <a:pt x="233010" y="80065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text-287 Player">
            <a:extLst xmlns:a="http://schemas.openxmlformats.org/drawingml/2006/main">
              <a:ext uri="{FF2B5EF4-FFF2-40B4-BE49-F238E27FC236}">
                <a16:creationId xmlns:a16="http://schemas.microsoft.com/office/drawing/2014/main" id="{90402835-5B06-44FE-A511-A6DFDD8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6916" y="3448519"/>
            <a:ext cx="553743" cy="26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279" name="text-287 #6">
            <a:extLst xmlns:a="http://schemas.openxmlformats.org/drawingml/2006/main">
              <a:ext uri="{FF2B5EF4-FFF2-40B4-BE49-F238E27FC236}">
                <a16:creationId xmlns:a16="http://schemas.microsoft.com/office/drawing/2014/main" id="{4B9C6F0D-C436-4A13-B60E-93710E4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5992" y="3444511"/>
            <a:ext cx="225757" cy="26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#6</a:t>
            </a:r>
          </a:p>
        </p:txBody>
      </p:sp>
      <p:sp>
        <p:nvSpPr>
          <p:cNvPr id="280" name="path-288">
            <a:extLst xmlns:a="http://schemas.openxmlformats.org/drawingml/2006/main">
              <a:ext uri="{FF2B5EF4-FFF2-40B4-BE49-F238E27FC236}">
                <a16:creationId xmlns:a16="http://schemas.microsoft.com/office/drawing/2014/main" id="{01DA482A-15A7-49FB-8B22-F8146630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250" y="4504948"/>
            <a:ext cx="357294" cy="130931"/>
          </a:xfrm>
          <a:custGeom xmlns:a="http://schemas.openxmlformats.org/drawingml/2006/main">
            <a:pathLst>
              <a:path w="357294" h="130931">
                <a:moveTo>
                  <a:pt x="233513" y="27148"/>
                </a:moveTo>
                <a:lnTo>
                  <a:pt x="321170" y="77480"/>
                </a:lnTo>
                <a:lnTo>
                  <a:pt x="320998" y="52342"/>
                </a:lnTo>
                <a:lnTo>
                  <a:pt x="234040" y="103869"/>
                </a:lnTo>
                <a:lnTo>
                  <a:pt x="232336" y="105051"/>
                </a:lnTo>
                <a:lnTo>
                  <a:pt x="230817" y="106466"/>
                </a:lnTo>
                <a:lnTo>
                  <a:pt x="229512" y="108084"/>
                </a:lnTo>
                <a:lnTo>
                  <a:pt x="228452" y="109867"/>
                </a:lnTo>
                <a:lnTo>
                  <a:pt x="227656" y="111784"/>
                </a:lnTo>
                <a:lnTo>
                  <a:pt x="227141" y="113794"/>
                </a:lnTo>
                <a:lnTo>
                  <a:pt x="226914" y="115859"/>
                </a:lnTo>
                <a:lnTo>
                  <a:pt x="226988" y="117935"/>
                </a:lnTo>
                <a:lnTo>
                  <a:pt x="227355" y="119976"/>
                </a:lnTo>
                <a:lnTo>
                  <a:pt x="228011" y="121949"/>
                </a:lnTo>
                <a:lnTo>
                  <a:pt x="228942" y="123805"/>
                </a:lnTo>
                <a:lnTo>
                  <a:pt x="230125" y="125514"/>
                </a:lnTo>
                <a:lnTo>
                  <a:pt x="231540" y="127035"/>
                </a:lnTo>
                <a:lnTo>
                  <a:pt x="233151" y="128333"/>
                </a:lnTo>
                <a:lnTo>
                  <a:pt x="234940" y="129399"/>
                </a:lnTo>
                <a:lnTo>
                  <a:pt x="236858" y="130189"/>
                </a:lnTo>
                <a:lnTo>
                  <a:pt x="238868" y="130704"/>
                </a:lnTo>
                <a:lnTo>
                  <a:pt x="240933" y="130931"/>
                </a:lnTo>
                <a:lnTo>
                  <a:pt x="243003" y="130857"/>
                </a:lnTo>
                <a:lnTo>
                  <a:pt x="245050" y="130490"/>
                </a:lnTo>
                <a:lnTo>
                  <a:pt x="247023" y="129835"/>
                </a:lnTo>
                <a:lnTo>
                  <a:pt x="248879" y="128909"/>
                </a:lnTo>
                <a:lnTo>
                  <a:pt x="357294" y="64663"/>
                </a:lnTo>
                <a:lnTo>
                  <a:pt x="248003" y="1911"/>
                </a:lnTo>
                <a:lnTo>
                  <a:pt x="246134" y="1011"/>
                </a:lnTo>
                <a:lnTo>
                  <a:pt x="244155" y="380"/>
                </a:lnTo>
                <a:lnTo>
                  <a:pt x="242109" y="42"/>
                </a:lnTo>
                <a:lnTo>
                  <a:pt x="240032" y="0"/>
                </a:lnTo>
                <a:lnTo>
                  <a:pt x="237973" y="251"/>
                </a:lnTo>
                <a:lnTo>
                  <a:pt x="235970" y="790"/>
                </a:lnTo>
                <a:lnTo>
                  <a:pt x="234064" y="1611"/>
                </a:lnTo>
                <a:lnTo>
                  <a:pt x="232293" y="2696"/>
                </a:lnTo>
                <a:lnTo>
                  <a:pt x="230695" y="4025"/>
                </a:lnTo>
                <a:lnTo>
                  <a:pt x="229304" y="5563"/>
                </a:lnTo>
                <a:lnTo>
                  <a:pt x="228140" y="7284"/>
                </a:lnTo>
                <a:lnTo>
                  <a:pt x="227239" y="9154"/>
                </a:lnTo>
                <a:lnTo>
                  <a:pt x="226608" y="11132"/>
                </a:lnTo>
                <a:lnTo>
                  <a:pt x="226271" y="13185"/>
                </a:lnTo>
                <a:lnTo>
                  <a:pt x="226228" y="15255"/>
                </a:lnTo>
                <a:lnTo>
                  <a:pt x="226479" y="17320"/>
                </a:lnTo>
                <a:lnTo>
                  <a:pt x="227019" y="19324"/>
                </a:lnTo>
                <a:lnTo>
                  <a:pt x="227840" y="21230"/>
                </a:lnTo>
                <a:lnTo>
                  <a:pt x="228930" y="23000"/>
                </a:lnTo>
                <a:lnTo>
                  <a:pt x="230253" y="24599"/>
                </a:lnTo>
                <a:lnTo>
                  <a:pt x="231792" y="25990"/>
                </a:lnTo>
                <a:lnTo>
                  <a:pt x="233513" y="27148"/>
                </a:lnTo>
                <a:moveTo>
                  <a:pt x="196" y="81665"/>
                </a:moveTo>
                <a:lnTo>
                  <a:pt x="87504" y="81064"/>
                </a:lnTo>
                <a:lnTo>
                  <a:pt x="87302" y="51961"/>
                </a:lnTo>
                <a:lnTo>
                  <a:pt x="0" y="52562"/>
                </a:lnTo>
                <a:lnTo>
                  <a:pt x="196" y="81665"/>
                </a:lnTo>
                <a:moveTo>
                  <a:pt x="116606" y="80868"/>
                </a:moveTo>
                <a:lnTo>
                  <a:pt x="203908" y="80268"/>
                </a:lnTo>
                <a:lnTo>
                  <a:pt x="203712" y="51165"/>
                </a:lnTo>
                <a:lnTo>
                  <a:pt x="116404" y="51766"/>
                </a:lnTo>
                <a:lnTo>
                  <a:pt x="116606" y="80868"/>
                </a:lnTo>
                <a:moveTo>
                  <a:pt x="233011" y="80065"/>
                </a:moveTo>
                <a:lnTo>
                  <a:pt x="320318" y="79465"/>
                </a:lnTo>
                <a:lnTo>
                  <a:pt x="320116" y="50369"/>
                </a:lnTo>
                <a:lnTo>
                  <a:pt x="232814" y="50963"/>
                </a:lnTo>
                <a:lnTo>
                  <a:pt x="233011" y="80065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9">
            <a:extLst xmlns:a="http://schemas.openxmlformats.org/drawingml/2006/main">
              <a:ext uri="{FF2B5EF4-FFF2-40B4-BE49-F238E27FC236}">
                <a16:creationId xmlns:a16="http://schemas.microsoft.com/office/drawing/2014/main" id="{39E9C474-CA0B-4F11-9869-C7B9B26E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117" y="4012041"/>
            <a:ext cx="357294" cy="130932"/>
          </a:xfrm>
          <a:custGeom xmlns:a="http://schemas.openxmlformats.org/drawingml/2006/main">
            <a:pathLst>
              <a:path w="357294" h="130932">
                <a:moveTo>
                  <a:pt x="233512" y="27148"/>
                </a:moveTo>
                <a:lnTo>
                  <a:pt x="321170" y="77481"/>
                </a:lnTo>
                <a:lnTo>
                  <a:pt x="320998" y="52342"/>
                </a:lnTo>
                <a:lnTo>
                  <a:pt x="234040" y="103869"/>
                </a:lnTo>
                <a:lnTo>
                  <a:pt x="232336" y="105052"/>
                </a:lnTo>
                <a:lnTo>
                  <a:pt x="230817" y="106467"/>
                </a:lnTo>
                <a:lnTo>
                  <a:pt x="229512" y="108084"/>
                </a:lnTo>
                <a:lnTo>
                  <a:pt x="228452" y="109868"/>
                </a:lnTo>
                <a:lnTo>
                  <a:pt x="227655" y="111785"/>
                </a:lnTo>
                <a:lnTo>
                  <a:pt x="227141" y="113794"/>
                </a:lnTo>
                <a:lnTo>
                  <a:pt x="226914" y="115859"/>
                </a:lnTo>
                <a:lnTo>
                  <a:pt x="226987" y="117936"/>
                </a:lnTo>
                <a:lnTo>
                  <a:pt x="227355" y="119976"/>
                </a:lnTo>
                <a:lnTo>
                  <a:pt x="228011" y="121950"/>
                </a:lnTo>
                <a:lnTo>
                  <a:pt x="228942" y="123806"/>
                </a:lnTo>
                <a:lnTo>
                  <a:pt x="230125" y="125515"/>
                </a:lnTo>
                <a:lnTo>
                  <a:pt x="231540" y="127035"/>
                </a:lnTo>
                <a:lnTo>
                  <a:pt x="233151" y="128333"/>
                </a:lnTo>
                <a:lnTo>
                  <a:pt x="234940" y="129400"/>
                </a:lnTo>
                <a:lnTo>
                  <a:pt x="236858" y="130190"/>
                </a:lnTo>
                <a:lnTo>
                  <a:pt x="238868" y="130705"/>
                </a:lnTo>
                <a:lnTo>
                  <a:pt x="240932" y="130932"/>
                </a:lnTo>
                <a:lnTo>
                  <a:pt x="243003" y="130858"/>
                </a:lnTo>
                <a:lnTo>
                  <a:pt x="245050" y="130490"/>
                </a:lnTo>
                <a:lnTo>
                  <a:pt x="247023" y="129835"/>
                </a:lnTo>
                <a:lnTo>
                  <a:pt x="248879" y="128910"/>
                </a:lnTo>
                <a:lnTo>
                  <a:pt x="357294" y="64663"/>
                </a:lnTo>
                <a:lnTo>
                  <a:pt x="248003" y="1912"/>
                </a:lnTo>
                <a:lnTo>
                  <a:pt x="246134" y="1012"/>
                </a:lnTo>
                <a:lnTo>
                  <a:pt x="244155" y="380"/>
                </a:lnTo>
                <a:lnTo>
                  <a:pt x="242109" y="43"/>
                </a:lnTo>
                <a:lnTo>
                  <a:pt x="240032" y="0"/>
                </a:lnTo>
                <a:lnTo>
                  <a:pt x="237973" y="252"/>
                </a:lnTo>
                <a:lnTo>
                  <a:pt x="235969" y="791"/>
                </a:lnTo>
                <a:lnTo>
                  <a:pt x="234064" y="1612"/>
                </a:lnTo>
                <a:lnTo>
                  <a:pt x="232293" y="2696"/>
                </a:lnTo>
                <a:lnTo>
                  <a:pt x="230694" y="4025"/>
                </a:lnTo>
                <a:lnTo>
                  <a:pt x="229298" y="5564"/>
                </a:lnTo>
                <a:lnTo>
                  <a:pt x="228140" y="7285"/>
                </a:lnTo>
                <a:lnTo>
                  <a:pt x="227239" y="9154"/>
                </a:lnTo>
                <a:lnTo>
                  <a:pt x="226608" y="11133"/>
                </a:lnTo>
                <a:lnTo>
                  <a:pt x="226270" y="13185"/>
                </a:lnTo>
                <a:lnTo>
                  <a:pt x="226227" y="15256"/>
                </a:lnTo>
                <a:lnTo>
                  <a:pt x="226479" y="17321"/>
                </a:lnTo>
                <a:lnTo>
                  <a:pt x="227018" y="19324"/>
                </a:lnTo>
                <a:lnTo>
                  <a:pt x="227839" y="21230"/>
                </a:lnTo>
                <a:lnTo>
                  <a:pt x="228930" y="23000"/>
                </a:lnTo>
                <a:lnTo>
                  <a:pt x="230253" y="24600"/>
                </a:lnTo>
                <a:lnTo>
                  <a:pt x="231791" y="25990"/>
                </a:lnTo>
                <a:lnTo>
                  <a:pt x="233512" y="27148"/>
                </a:lnTo>
                <a:moveTo>
                  <a:pt x="196" y="81665"/>
                </a:moveTo>
                <a:lnTo>
                  <a:pt x="87503" y="81065"/>
                </a:lnTo>
                <a:lnTo>
                  <a:pt x="87301" y="51963"/>
                </a:lnTo>
                <a:lnTo>
                  <a:pt x="0" y="52563"/>
                </a:lnTo>
                <a:lnTo>
                  <a:pt x="196" y="81665"/>
                </a:lnTo>
                <a:moveTo>
                  <a:pt x="116606" y="80868"/>
                </a:moveTo>
                <a:lnTo>
                  <a:pt x="203908" y="80268"/>
                </a:lnTo>
                <a:lnTo>
                  <a:pt x="203711" y="51166"/>
                </a:lnTo>
                <a:lnTo>
                  <a:pt x="116404" y="51766"/>
                </a:lnTo>
                <a:lnTo>
                  <a:pt x="116606" y="80868"/>
                </a:lnTo>
                <a:moveTo>
                  <a:pt x="233011" y="80066"/>
                </a:moveTo>
                <a:lnTo>
                  <a:pt x="320318" y="79465"/>
                </a:lnTo>
                <a:lnTo>
                  <a:pt x="320116" y="50369"/>
                </a:lnTo>
                <a:lnTo>
                  <a:pt x="232814" y="50964"/>
                </a:lnTo>
                <a:lnTo>
                  <a:pt x="233011" y="80066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B49BBD7-1DB7-4935-8260-4DDB478D0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91b63feca452f"/>
          <a:stretch xmlns:a="http://schemas.openxmlformats.org/drawingml/2006/main"/>
        </p:blipFill>
        <p:spPr>
          <a:xfrm xmlns:a="http://schemas.openxmlformats.org/drawingml/2006/main">
            <a:off x="5638800" y="3886200"/>
            <a:ext cx="409575" cy="419100"/>
          </a:xfrm>
          <a:prstGeom xmlns:a="http://schemas.openxmlformats.org/drawingml/2006/main" prst="rect">
            <a:avLst/>
          </a:prstGeom>
        </p:spPr>
      </p:pic>
      <p:sp>
        <p:nvSpPr>
          <p:cNvPr id="283" name="text-291 Ball">
            <a:extLst xmlns:a="http://schemas.openxmlformats.org/drawingml/2006/main">
              <a:ext uri="{FF2B5EF4-FFF2-40B4-BE49-F238E27FC236}">
                <a16:creationId xmlns:a16="http://schemas.microsoft.com/office/drawing/2014/main" id="{5969CB0B-BA3D-4A9D-98DA-9A4B96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1710" y="3978761"/>
            <a:ext cx="357005" cy="262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Ball</a:t>
            </a:r>
          </a:p>
        </p:txBody>
      </p:sp>
      <p:sp>
        <p:nvSpPr>
          <p:cNvPr id="284" name="text-292 Player">
            <a:extLst xmlns:a="http://schemas.openxmlformats.org/drawingml/2006/main">
              <a:ext uri="{FF2B5EF4-FFF2-40B4-BE49-F238E27FC236}">
                <a16:creationId xmlns:a16="http://schemas.microsoft.com/office/drawing/2014/main" id="{AEC1A30E-4F40-421D-BD91-0A62177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39" y="4458531"/>
            <a:ext cx="553744" cy="262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285" name="text-292 #4">
            <a:extLst xmlns:a="http://schemas.openxmlformats.org/drawingml/2006/main">
              <a:ext uri="{FF2B5EF4-FFF2-40B4-BE49-F238E27FC236}">
                <a16:creationId xmlns:a16="http://schemas.microsoft.com/office/drawing/2014/main" id="{6D202B19-66DE-4497-ACE9-295351CC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415" y="4454526"/>
            <a:ext cx="225755" cy="267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#4</a:t>
            </a:r>
          </a:p>
        </p:txBody>
      </p:sp>
      <p:sp>
        <p:nvSpPr>
          <p:cNvPr id="286" name="path-293">
            <a:extLst xmlns:a="http://schemas.openxmlformats.org/drawingml/2006/main">
              <a:ext uri="{FF2B5EF4-FFF2-40B4-BE49-F238E27FC236}">
                <a16:creationId xmlns:a16="http://schemas.microsoft.com/office/drawing/2014/main" id="{E3417449-C62C-477D-8A2C-BE049701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724" y="5196389"/>
            <a:ext cx="2054642" cy="297765"/>
          </a:xfrm>
          <a:custGeom xmlns:a="http://schemas.openxmlformats.org/drawingml/2006/main">
            <a:pathLst>
              <a:path w="2054642" h="297765">
                <a:moveTo>
                  <a:pt x="0" y="21879"/>
                </a:moveTo>
                <a:cubicBezTo>
                  <a:pt x="0" y="882"/>
                  <a:pt x="7934" y="0"/>
                  <a:pt x="196837" y="0"/>
                </a:cubicBezTo>
                <a:lnTo>
                  <a:pt x="1837697" y="233"/>
                </a:lnTo>
                <a:cubicBezTo>
                  <a:pt x="2026600" y="233"/>
                  <a:pt x="2054115" y="0"/>
                  <a:pt x="2054115" y="21002"/>
                </a:cubicBezTo>
                <a:lnTo>
                  <a:pt x="2054642" y="276468"/>
                </a:lnTo>
                <a:cubicBezTo>
                  <a:pt x="2054642" y="297471"/>
                  <a:pt x="2051996" y="297765"/>
                  <a:pt x="1863092" y="297765"/>
                </a:cubicBezTo>
                <a:lnTo>
                  <a:pt x="196837" y="296650"/>
                </a:lnTo>
                <a:cubicBezTo>
                  <a:pt x="7934" y="296650"/>
                  <a:pt x="527" y="295823"/>
                  <a:pt x="527" y="274826"/>
                </a:cubicBezTo>
                <a:lnTo>
                  <a:pt x="0" y="218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94">
            <a:extLst xmlns:a="http://schemas.openxmlformats.org/drawingml/2006/main">
              <a:ext uri="{FF2B5EF4-FFF2-40B4-BE49-F238E27FC236}">
                <a16:creationId xmlns:a16="http://schemas.microsoft.com/office/drawing/2014/main" id="{F7CF1996-47C8-4047-9186-5547426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768" y="5186432"/>
            <a:ext cx="2074556" cy="317678"/>
          </a:xfrm>
          <a:custGeom xmlns:a="http://schemas.openxmlformats.org/drawingml/2006/main">
            <a:pathLst>
              <a:path w="2074556" h="317678">
                <a:moveTo>
                  <a:pt x="31" y="29556"/>
                </a:moveTo>
                <a:lnTo>
                  <a:pt x="172" y="27203"/>
                </a:lnTo>
                <a:lnTo>
                  <a:pt x="496" y="24703"/>
                </a:lnTo>
                <a:lnTo>
                  <a:pt x="1091" y="22069"/>
                </a:lnTo>
                <a:lnTo>
                  <a:pt x="2077" y="19330"/>
                </a:lnTo>
                <a:lnTo>
                  <a:pt x="3535" y="16616"/>
                </a:lnTo>
                <a:lnTo>
                  <a:pt x="5465" y="14085"/>
                </a:lnTo>
                <a:lnTo>
                  <a:pt x="7800" y="11861"/>
                </a:lnTo>
                <a:lnTo>
                  <a:pt x="10428" y="9993"/>
                </a:lnTo>
                <a:lnTo>
                  <a:pt x="13289" y="8449"/>
                </a:lnTo>
                <a:lnTo>
                  <a:pt x="16365" y="7180"/>
                </a:lnTo>
                <a:lnTo>
                  <a:pt x="19686" y="6108"/>
                </a:lnTo>
                <a:lnTo>
                  <a:pt x="23301" y="5201"/>
                </a:lnTo>
                <a:lnTo>
                  <a:pt x="27259" y="4411"/>
                </a:lnTo>
                <a:lnTo>
                  <a:pt x="31621" y="3725"/>
                </a:lnTo>
                <a:lnTo>
                  <a:pt x="36430" y="3124"/>
                </a:lnTo>
                <a:lnTo>
                  <a:pt x="41736" y="2604"/>
                </a:lnTo>
                <a:lnTo>
                  <a:pt x="47588" y="2144"/>
                </a:lnTo>
                <a:lnTo>
                  <a:pt x="54015" y="1740"/>
                </a:lnTo>
                <a:lnTo>
                  <a:pt x="61067" y="1396"/>
                </a:lnTo>
                <a:lnTo>
                  <a:pt x="68774" y="1096"/>
                </a:lnTo>
                <a:lnTo>
                  <a:pt x="77186" y="845"/>
                </a:lnTo>
                <a:lnTo>
                  <a:pt x="96192" y="466"/>
                </a:lnTo>
                <a:lnTo>
                  <a:pt x="118401" y="220"/>
                </a:lnTo>
                <a:lnTo>
                  <a:pt x="144067" y="80"/>
                </a:lnTo>
                <a:lnTo>
                  <a:pt x="206788" y="0"/>
                </a:lnTo>
                <a:lnTo>
                  <a:pt x="1847654" y="233"/>
                </a:lnTo>
                <a:lnTo>
                  <a:pt x="1911208" y="263"/>
                </a:lnTo>
                <a:lnTo>
                  <a:pt x="1937822" y="349"/>
                </a:lnTo>
                <a:lnTo>
                  <a:pt x="1961270" y="527"/>
                </a:lnTo>
                <a:lnTo>
                  <a:pt x="1981734" y="821"/>
                </a:lnTo>
                <a:lnTo>
                  <a:pt x="1990942" y="1029"/>
                </a:lnTo>
                <a:lnTo>
                  <a:pt x="1999470" y="1274"/>
                </a:lnTo>
                <a:lnTo>
                  <a:pt x="2007368" y="1569"/>
                </a:lnTo>
                <a:lnTo>
                  <a:pt x="2014660" y="1912"/>
                </a:lnTo>
                <a:lnTo>
                  <a:pt x="2021373" y="2316"/>
                </a:lnTo>
                <a:lnTo>
                  <a:pt x="2027538" y="2775"/>
                </a:lnTo>
                <a:lnTo>
                  <a:pt x="2033193" y="3309"/>
                </a:lnTo>
                <a:lnTo>
                  <a:pt x="2038364" y="3915"/>
                </a:lnTo>
                <a:lnTo>
                  <a:pt x="2043094" y="4614"/>
                </a:lnTo>
                <a:lnTo>
                  <a:pt x="2047413" y="5404"/>
                </a:lnTo>
                <a:lnTo>
                  <a:pt x="2051378" y="6311"/>
                </a:lnTo>
                <a:lnTo>
                  <a:pt x="2055018" y="7364"/>
                </a:lnTo>
                <a:lnTo>
                  <a:pt x="2058380" y="8595"/>
                </a:lnTo>
                <a:lnTo>
                  <a:pt x="2061510" y="10054"/>
                </a:lnTo>
                <a:lnTo>
                  <a:pt x="2064409" y="11800"/>
                </a:lnTo>
                <a:lnTo>
                  <a:pt x="2067049" y="13901"/>
                </a:lnTo>
                <a:lnTo>
                  <a:pt x="2069360" y="16365"/>
                </a:lnTo>
                <a:lnTo>
                  <a:pt x="2071228" y="19147"/>
                </a:lnTo>
                <a:lnTo>
                  <a:pt x="2072596" y="22118"/>
                </a:lnTo>
                <a:lnTo>
                  <a:pt x="2073465" y="25132"/>
                </a:lnTo>
                <a:lnTo>
                  <a:pt x="2073906" y="28079"/>
                </a:lnTo>
                <a:lnTo>
                  <a:pt x="2074022" y="30726"/>
                </a:lnTo>
                <a:lnTo>
                  <a:pt x="2074556" y="286516"/>
                </a:lnTo>
                <a:lnTo>
                  <a:pt x="2074470" y="290658"/>
                </a:lnTo>
                <a:lnTo>
                  <a:pt x="2074261" y="293054"/>
                </a:lnTo>
                <a:lnTo>
                  <a:pt x="2073844" y="295547"/>
                </a:lnTo>
                <a:lnTo>
                  <a:pt x="2073103" y="298194"/>
                </a:lnTo>
                <a:lnTo>
                  <a:pt x="2071908" y="300914"/>
                </a:lnTo>
                <a:lnTo>
                  <a:pt x="2070212" y="303549"/>
                </a:lnTo>
                <a:lnTo>
                  <a:pt x="2068054" y="305914"/>
                </a:lnTo>
                <a:lnTo>
                  <a:pt x="2065550" y="307906"/>
                </a:lnTo>
                <a:lnTo>
                  <a:pt x="2062799" y="309529"/>
                </a:lnTo>
                <a:lnTo>
                  <a:pt x="2059850" y="310846"/>
                </a:lnTo>
                <a:lnTo>
                  <a:pt x="2056683" y="311930"/>
                </a:lnTo>
                <a:lnTo>
                  <a:pt x="2053253" y="312837"/>
                </a:lnTo>
                <a:lnTo>
                  <a:pt x="2049490" y="313604"/>
                </a:lnTo>
                <a:lnTo>
                  <a:pt x="2045355" y="314271"/>
                </a:lnTo>
                <a:lnTo>
                  <a:pt x="2040772" y="314847"/>
                </a:lnTo>
                <a:lnTo>
                  <a:pt x="2035698" y="315344"/>
                </a:lnTo>
                <a:lnTo>
                  <a:pt x="2030094" y="315778"/>
                </a:lnTo>
                <a:lnTo>
                  <a:pt x="2023899" y="316152"/>
                </a:lnTo>
                <a:lnTo>
                  <a:pt x="2017085" y="316470"/>
                </a:lnTo>
                <a:lnTo>
                  <a:pt x="2009604" y="316740"/>
                </a:lnTo>
                <a:lnTo>
                  <a:pt x="2001413" y="316967"/>
                </a:lnTo>
                <a:lnTo>
                  <a:pt x="1982812" y="317304"/>
                </a:lnTo>
                <a:lnTo>
                  <a:pt x="1960944" y="317512"/>
                </a:lnTo>
                <a:lnTo>
                  <a:pt x="1935543" y="317622"/>
                </a:lnTo>
                <a:lnTo>
                  <a:pt x="1873048" y="317678"/>
                </a:lnTo>
                <a:lnTo>
                  <a:pt x="206788" y="316563"/>
                </a:lnTo>
                <a:lnTo>
                  <a:pt x="144092" y="316483"/>
                </a:lnTo>
                <a:lnTo>
                  <a:pt x="118451" y="316342"/>
                </a:lnTo>
                <a:lnTo>
                  <a:pt x="96278" y="316103"/>
                </a:lnTo>
                <a:lnTo>
                  <a:pt x="77315" y="315723"/>
                </a:lnTo>
                <a:lnTo>
                  <a:pt x="68921" y="315478"/>
                </a:lnTo>
                <a:lnTo>
                  <a:pt x="61238" y="315184"/>
                </a:lnTo>
                <a:lnTo>
                  <a:pt x="54211" y="314841"/>
                </a:lnTo>
                <a:lnTo>
                  <a:pt x="47802" y="314442"/>
                </a:lnTo>
                <a:lnTo>
                  <a:pt x="41981" y="313983"/>
                </a:lnTo>
                <a:lnTo>
                  <a:pt x="36694" y="313462"/>
                </a:lnTo>
                <a:lnTo>
                  <a:pt x="31909" y="312862"/>
                </a:lnTo>
                <a:lnTo>
                  <a:pt x="27572" y="312182"/>
                </a:lnTo>
                <a:lnTo>
                  <a:pt x="23632" y="311397"/>
                </a:lnTo>
                <a:lnTo>
                  <a:pt x="20035" y="310485"/>
                </a:lnTo>
                <a:lnTo>
                  <a:pt x="16727" y="309418"/>
                </a:lnTo>
                <a:lnTo>
                  <a:pt x="13663" y="308138"/>
                </a:lnTo>
                <a:lnTo>
                  <a:pt x="10820" y="306594"/>
                </a:lnTo>
                <a:lnTo>
                  <a:pt x="8198" y="304713"/>
                </a:lnTo>
                <a:lnTo>
                  <a:pt x="5882" y="302477"/>
                </a:lnTo>
                <a:lnTo>
                  <a:pt x="3977" y="299934"/>
                </a:lnTo>
                <a:lnTo>
                  <a:pt x="2543" y="297214"/>
                </a:lnTo>
                <a:lnTo>
                  <a:pt x="1581" y="294487"/>
                </a:lnTo>
                <a:lnTo>
                  <a:pt x="999" y="291865"/>
                </a:lnTo>
                <a:lnTo>
                  <a:pt x="692" y="289384"/>
                </a:lnTo>
                <a:lnTo>
                  <a:pt x="558" y="287044"/>
                </a:lnTo>
                <a:lnTo>
                  <a:pt x="527" y="284862"/>
                </a:lnTo>
                <a:lnTo>
                  <a:pt x="0" y="31774"/>
                </a:lnTo>
                <a:lnTo>
                  <a:pt x="31" y="29556"/>
                </a:lnTo>
                <a:moveTo>
                  <a:pt x="19913" y="31988"/>
                </a:moveTo>
                <a:lnTo>
                  <a:pt x="19913" y="31817"/>
                </a:lnTo>
                <a:lnTo>
                  <a:pt x="20439" y="284758"/>
                </a:lnTo>
                <a:lnTo>
                  <a:pt x="20439" y="284641"/>
                </a:lnTo>
                <a:lnTo>
                  <a:pt x="20470" y="286547"/>
                </a:lnTo>
                <a:lnTo>
                  <a:pt x="20452" y="286124"/>
                </a:lnTo>
                <a:lnTo>
                  <a:pt x="20556" y="287920"/>
                </a:lnTo>
                <a:lnTo>
                  <a:pt x="20494" y="287257"/>
                </a:lnTo>
                <a:lnTo>
                  <a:pt x="20703" y="288943"/>
                </a:lnTo>
                <a:lnTo>
                  <a:pt x="20544" y="288023"/>
                </a:lnTo>
                <a:lnTo>
                  <a:pt x="20893" y="289598"/>
                </a:lnTo>
                <a:lnTo>
                  <a:pt x="20562" y="288434"/>
                </a:lnTo>
                <a:lnTo>
                  <a:pt x="21082" y="289911"/>
                </a:lnTo>
                <a:lnTo>
                  <a:pt x="20500" y="288581"/>
                </a:lnTo>
                <a:lnTo>
                  <a:pt x="21224" y="289953"/>
                </a:lnTo>
                <a:lnTo>
                  <a:pt x="20378" y="288618"/>
                </a:lnTo>
                <a:lnTo>
                  <a:pt x="21334" y="289892"/>
                </a:lnTo>
                <a:lnTo>
                  <a:pt x="20286" y="288710"/>
                </a:lnTo>
                <a:lnTo>
                  <a:pt x="21511" y="289886"/>
                </a:lnTo>
                <a:lnTo>
                  <a:pt x="20396" y="288961"/>
                </a:lnTo>
                <a:lnTo>
                  <a:pt x="21922" y="290051"/>
                </a:lnTo>
                <a:lnTo>
                  <a:pt x="20868" y="289390"/>
                </a:lnTo>
                <a:lnTo>
                  <a:pt x="22718" y="290394"/>
                </a:lnTo>
                <a:lnTo>
                  <a:pt x="21800" y="289960"/>
                </a:lnTo>
                <a:lnTo>
                  <a:pt x="24011" y="290879"/>
                </a:lnTo>
                <a:lnTo>
                  <a:pt x="23245" y="290597"/>
                </a:lnTo>
                <a:lnTo>
                  <a:pt x="25855" y="291443"/>
                </a:lnTo>
                <a:lnTo>
                  <a:pt x="25231" y="291265"/>
                </a:lnTo>
                <a:lnTo>
                  <a:pt x="28269" y="292030"/>
                </a:lnTo>
                <a:lnTo>
                  <a:pt x="27773" y="291921"/>
                </a:lnTo>
                <a:lnTo>
                  <a:pt x="31266" y="292612"/>
                </a:lnTo>
                <a:lnTo>
                  <a:pt x="30867" y="292546"/>
                </a:lnTo>
                <a:lnTo>
                  <a:pt x="34850" y="293170"/>
                </a:lnTo>
                <a:lnTo>
                  <a:pt x="34532" y="293127"/>
                </a:lnTo>
                <a:lnTo>
                  <a:pt x="39035" y="293684"/>
                </a:lnTo>
                <a:lnTo>
                  <a:pt x="38783" y="293661"/>
                </a:lnTo>
                <a:lnTo>
                  <a:pt x="43838" y="294156"/>
                </a:lnTo>
                <a:lnTo>
                  <a:pt x="43636" y="294144"/>
                </a:lnTo>
                <a:lnTo>
                  <a:pt x="49278" y="294586"/>
                </a:lnTo>
                <a:lnTo>
                  <a:pt x="49119" y="294573"/>
                </a:lnTo>
                <a:lnTo>
                  <a:pt x="55375" y="294959"/>
                </a:lnTo>
                <a:lnTo>
                  <a:pt x="55246" y="294953"/>
                </a:lnTo>
                <a:lnTo>
                  <a:pt x="62151" y="295290"/>
                </a:lnTo>
                <a:lnTo>
                  <a:pt x="62047" y="295284"/>
                </a:lnTo>
                <a:lnTo>
                  <a:pt x="69638" y="295578"/>
                </a:lnTo>
                <a:lnTo>
                  <a:pt x="69553" y="295572"/>
                </a:lnTo>
                <a:lnTo>
                  <a:pt x="77855" y="295817"/>
                </a:lnTo>
                <a:lnTo>
                  <a:pt x="77756" y="295817"/>
                </a:lnTo>
                <a:lnTo>
                  <a:pt x="96627" y="296191"/>
                </a:lnTo>
                <a:lnTo>
                  <a:pt x="96535" y="296191"/>
                </a:lnTo>
                <a:lnTo>
                  <a:pt x="118640" y="296436"/>
                </a:lnTo>
                <a:lnTo>
                  <a:pt x="118586" y="296436"/>
                </a:lnTo>
                <a:lnTo>
                  <a:pt x="144177" y="296570"/>
                </a:lnTo>
                <a:lnTo>
                  <a:pt x="144134" y="296570"/>
                </a:lnTo>
                <a:lnTo>
                  <a:pt x="206806" y="296650"/>
                </a:lnTo>
                <a:lnTo>
                  <a:pt x="206800" y="296650"/>
                </a:lnTo>
                <a:lnTo>
                  <a:pt x="1873055" y="297765"/>
                </a:lnTo>
                <a:lnTo>
                  <a:pt x="1873043" y="297765"/>
                </a:lnTo>
                <a:lnTo>
                  <a:pt x="1935506" y="297710"/>
                </a:lnTo>
                <a:lnTo>
                  <a:pt x="1935476" y="297710"/>
                </a:lnTo>
                <a:lnTo>
                  <a:pt x="1960828" y="297600"/>
                </a:lnTo>
                <a:lnTo>
                  <a:pt x="1960779" y="297600"/>
                </a:lnTo>
                <a:lnTo>
                  <a:pt x="1982579" y="297392"/>
                </a:lnTo>
                <a:lnTo>
                  <a:pt x="1982493" y="297392"/>
                </a:lnTo>
                <a:lnTo>
                  <a:pt x="2001002" y="297061"/>
                </a:lnTo>
                <a:lnTo>
                  <a:pt x="2000905" y="297061"/>
                </a:lnTo>
                <a:lnTo>
                  <a:pt x="2009010" y="296834"/>
                </a:lnTo>
                <a:lnTo>
                  <a:pt x="2008930" y="296840"/>
                </a:lnTo>
                <a:lnTo>
                  <a:pt x="2016313" y="296570"/>
                </a:lnTo>
                <a:lnTo>
                  <a:pt x="2016203" y="296577"/>
                </a:lnTo>
                <a:lnTo>
                  <a:pt x="2022900" y="296264"/>
                </a:lnTo>
                <a:lnTo>
                  <a:pt x="2022771" y="296270"/>
                </a:lnTo>
                <a:lnTo>
                  <a:pt x="2028812" y="295903"/>
                </a:lnTo>
                <a:lnTo>
                  <a:pt x="2028640" y="295915"/>
                </a:lnTo>
                <a:lnTo>
                  <a:pt x="2034063" y="295498"/>
                </a:lnTo>
                <a:lnTo>
                  <a:pt x="2033855" y="295517"/>
                </a:lnTo>
                <a:lnTo>
                  <a:pt x="2038688" y="295039"/>
                </a:lnTo>
                <a:lnTo>
                  <a:pt x="2038426" y="295069"/>
                </a:lnTo>
                <a:lnTo>
                  <a:pt x="2042702" y="294530"/>
                </a:lnTo>
                <a:lnTo>
                  <a:pt x="2042371" y="294579"/>
                </a:lnTo>
                <a:lnTo>
                  <a:pt x="2046126" y="293979"/>
                </a:lnTo>
                <a:lnTo>
                  <a:pt x="2045704" y="294059"/>
                </a:lnTo>
                <a:lnTo>
                  <a:pt x="2048976" y="293384"/>
                </a:lnTo>
                <a:lnTo>
                  <a:pt x="2048437" y="293513"/>
                </a:lnTo>
                <a:lnTo>
                  <a:pt x="2051261" y="292766"/>
                </a:lnTo>
                <a:lnTo>
                  <a:pt x="2050581" y="292974"/>
                </a:lnTo>
                <a:lnTo>
                  <a:pt x="2052983" y="292153"/>
                </a:lnTo>
                <a:lnTo>
                  <a:pt x="2052143" y="292484"/>
                </a:lnTo>
                <a:lnTo>
                  <a:pt x="2054160" y="291583"/>
                </a:lnTo>
                <a:lnTo>
                  <a:pt x="2053154" y="292104"/>
                </a:lnTo>
                <a:lnTo>
                  <a:pt x="2054821" y="291118"/>
                </a:lnTo>
                <a:lnTo>
                  <a:pt x="2053687" y="291896"/>
                </a:lnTo>
                <a:lnTo>
                  <a:pt x="2055035" y="290824"/>
                </a:lnTo>
                <a:lnTo>
                  <a:pt x="2053883" y="291902"/>
                </a:lnTo>
                <a:lnTo>
                  <a:pt x="2054943" y="290738"/>
                </a:lnTo>
                <a:lnTo>
                  <a:pt x="2053932" y="292055"/>
                </a:lnTo>
                <a:lnTo>
                  <a:pt x="2054741" y="290793"/>
                </a:lnTo>
                <a:lnTo>
                  <a:pt x="2053994" y="292196"/>
                </a:lnTo>
                <a:lnTo>
                  <a:pt x="2054587" y="290836"/>
                </a:lnTo>
                <a:lnTo>
                  <a:pt x="2054122" y="292134"/>
                </a:lnTo>
                <a:lnTo>
                  <a:pt x="2054533" y="290670"/>
                </a:lnTo>
                <a:lnTo>
                  <a:pt x="2054294" y="291730"/>
                </a:lnTo>
                <a:lnTo>
                  <a:pt x="2054557" y="290168"/>
                </a:lnTo>
                <a:lnTo>
                  <a:pt x="2054459" y="290946"/>
                </a:lnTo>
                <a:lnTo>
                  <a:pt x="2054606" y="289267"/>
                </a:lnTo>
                <a:lnTo>
                  <a:pt x="2054570" y="289922"/>
                </a:lnTo>
                <a:lnTo>
                  <a:pt x="2054643" y="286223"/>
                </a:lnTo>
                <a:lnTo>
                  <a:pt x="2054643" y="286449"/>
                </a:lnTo>
                <a:lnTo>
                  <a:pt x="2054115" y="30977"/>
                </a:lnTo>
                <a:lnTo>
                  <a:pt x="2054122" y="31400"/>
                </a:lnTo>
                <a:lnTo>
                  <a:pt x="2054036" y="29488"/>
                </a:lnTo>
                <a:lnTo>
                  <a:pt x="2054141" y="30536"/>
                </a:lnTo>
                <a:lnTo>
                  <a:pt x="2053871" y="28753"/>
                </a:lnTo>
                <a:lnTo>
                  <a:pt x="2054146" y="30016"/>
                </a:lnTo>
                <a:lnTo>
                  <a:pt x="2053669" y="28342"/>
                </a:lnTo>
                <a:lnTo>
                  <a:pt x="2054190" y="29746"/>
                </a:lnTo>
                <a:lnTo>
                  <a:pt x="2053472" y="28190"/>
                </a:lnTo>
                <a:lnTo>
                  <a:pt x="2054257" y="29592"/>
                </a:lnTo>
                <a:lnTo>
                  <a:pt x="2053283" y="28140"/>
                </a:lnTo>
                <a:lnTo>
                  <a:pt x="2054276" y="29391"/>
                </a:lnTo>
                <a:lnTo>
                  <a:pt x="2053020" y="28049"/>
                </a:lnTo>
                <a:lnTo>
                  <a:pt x="2054098" y="29041"/>
                </a:lnTo>
                <a:lnTo>
                  <a:pt x="2052529" y="27798"/>
                </a:lnTo>
                <a:lnTo>
                  <a:pt x="2053577" y="28520"/>
                </a:lnTo>
                <a:lnTo>
                  <a:pt x="2051678" y="27374"/>
                </a:lnTo>
                <a:lnTo>
                  <a:pt x="2052608" y="27871"/>
                </a:lnTo>
                <a:lnTo>
                  <a:pt x="2050355" y="26823"/>
                </a:lnTo>
                <a:lnTo>
                  <a:pt x="2051143" y="27148"/>
                </a:lnTo>
                <a:lnTo>
                  <a:pt x="2048504" y="26186"/>
                </a:lnTo>
                <a:lnTo>
                  <a:pt x="2049160" y="26400"/>
                </a:lnTo>
                <a:lnTo>
                  <a:pt x="2046115" y="25518"/>
                </a:lnTo>
                <a:lnTo>
                  <a:pt x="2046647" y="25659"/>
                </a:lnTo>
                <a:lnTo>
                  <a:pt x="2043174" y="24862"/>
                </a:lnTo>
                <a:lnTo>
                  <a:pt x="2043609" y="24948"/>
                </a:lnTo>
                <a:lnTo>
                  <a:pt x="2039674" y="24232"/>
                </a:lnTo>
                <a:lnTo>
                  <a:pt x="2040024" y="24287"/>
                </a:lnTo>
                <a:lnTo>
                  <a:pt x="2035613" y="23637"/>
                </a:lnTo>
                <a:lnTo>
                  <a:pt x="2035894" y="23674"/>
                </a:lnTo>
                <a:lnTo>
                  <a:pt x="2030981" y="23098"/>
                </a:lnTo>
                <a:lnTo>
                  <a:pt x="2031214" y="23122"/>
                </a:lnTo>
                <a:lnTo>
                  <a:pt x="2025767" y="22608"/>
                </a:lnTo>
                <a:lnTo>
                  <a:pt x="2025951" y="22627"/>
                </a:lnTo>
                <a:lnTo>
                  <a:pt x="2019952" y="22173"/>
                </a:lnTo>
                <a:lnTo>
                  <a:pt x="2020106" y="22185"/>
                </a:lnTo>
                <a:lnTo>
                  <a:pt x="2013532" y="21793"/>
                </a:lnTo>
                <a:lnTo>
                  <a:pt x="2013655" y="21799"/>
                </a:lnTo>
                <a:lnTo>
                  <a:pt x="2006474" y="21456"/>
                </a:lnTo>
                <a:lnTo>
                  <a:pt x="2006579" y="21462"/>
                </a:lnTo>
                <a:lnTo>
                  <a:pt x="1998772" y="21174"/>
                </a:lnTo>
                <a:lnTo>
                  <a:pt x="1998851" y="21174"/>
                </a:lnTo>
                <a:lnTo>
                  <a:pt x="1990397" y="20929"/>
                </a:lnTo>
                <a:lnTo>
                  <a:pt x="1990463" y="20935"/>
                </a:lnTo>
                <a:lnTo>
                  <a:pt x="1981329" y="20733"/>
                </a:lnTo>
                <a:lnTo>
                  <a:pt x="1981408" y="20733"/>
                </a:lnTo>
                <a:lnTo>
                  <a:pt x="1961019" y="20439"/>
                </a:lnTo>
                <a:lnTo>
                  <a:pt x="1961086" y="20439"/>
                </a:lnTo>
                <a:lnTo>
                  <a:pt x="1937693" y="20261"/>
                </a:lnTo>
                <a:lnTo>
                  <a:pt x="1937736" y="20261"/>
                </a:lnTo>
                <a:lnTo>
                  <a:pt x="1911152" y="20176"/>
                </a:lnTo>
                <a:lnTo>
                  <a:pt x="1911182" y="20176"/>
                </a:lnTo>
                <a:lnTo>
                  <a:pt x="1847647" y="20145"/>
                </a:lnTo>
                <a:lnTo>
                  <a:pt x="1847654" y="20145"/>
                </a:lnTo>
                <a:lnTo>
                  <a:pt x="206794" y="19912"/>
                </a:lnTo>
                <a:lnTo>
                  <a:pt x="206806" y="19912"/>
                </a:lnTo>
                <a:lnTo>
                  <a:pt x="144116" y="19992"/>
                </a:lnTo>
                <a:lnTo>
                  <a:pt x="144159" y="19992"/>
                </a:lnTo>
                <a:lnTo>
                  <a:pt x="118537" y="20132"/>
                </a:lnTo>
                <a:lnTo>
                  <a:pt x="118592" y="20132"/>
                </a:lnTo>
                <a:lnTo>
                  <a:pt x="96456" y="20378"/>
                </a:lnTo>
                <a:lnTo>
                  <a:pt x="96548" y="20378"/>
                </a:lnTo>
                <a:lnTo>
                  <a:pt x="77634" y="20758"/>
                </a:lnTo>
                <a:lnTo>
                  <a:pt x="77731" y="20752"/>
                </a:lnTo>
                <a:lnTo>
                  <a:pt x="69411" y="21003"/>
                </a:lnTo>
                <a:lnTo>
                  <a:pt x="69497" y="20997"/>
                </a:lnTo>
                <a:lnTo>
                  <a:pt x="61881" y="21291"/>
                </a:lnTo>
                <a:lnTo>
                  <a:pt x="61986" y="21285"/>
                </a:lnTo>
                <a:lnTo>
                  <a:pt x="55056" y="21628"/>
                </a:lnTo>
                <a:lnTo>
                  <a:pt x="55185" y="21621"/>
                </a:lnTo>
                <a:lnTo>
                  <a:pt x="48905" y="22007"/>
                </a:lnTo>
                <a:lnTo>
                  <a:pt x="49064" y="22002"/>
                </a:lnTo>
                <a:lnTo>
                  <a:pt x="43396" y="22442"/>
                </a:lnTo>
                <a:lnTo>
                  <a:pt x="43599" y="22424"/>
                </a:lnTo>
                <a:lnTo>
                  <a:pt x="38520" y="22933"/>
                </a:lnTo>
                <a:lnTo>
                  <a:pt x="38771" y="22902"/>
                </a:lnTo>
                <a:lnTo>
                  <a:pt x="34243" y="23465"/>
                </a:lnTo>
                <a:lnTo>
                  <a:pt x="34555" y="23423"/>
                </a:lnTo>
                <a:lnTo>
                  <a:pt x="30549" y="24054"/>
                </a:lnTo>
                <a:lnTo>
                  <a:pt x="30941" y="23981"/>
                </a:lnTo>
                <a:lnTo>
                  <a:pt x="27424" y="24679"/>
                </a:lnTo>
                <a:lnTo>
                  <a:pt x="27920" y="24568"/>
                </a:lnTo>
                <a:lnTo>
                  <a:pt x="24863" y="25340"/>
                </a:lnTo>
                <a:lnTo>
                  <a:pt x="25475" y="25163"/>
                </a:lnTo>
                <a:lnTo>
                  <a:pt x="22847" y="26008"/>
                </a:lnTo>
                <a:lnTo>
                  <a:pt x="23607" y="25733"/>
                </a:lnTo>
                <a:lnTo>
                  <a:pt x="21371" y="26658"/>
                </a:lnTo>
                <a:lnTo>
                  <a:pt x="22278" y="26223"/>
                </a:lnTo>
                <a:lnTo>
                  <a:pt x="20409" y="27234"/>
                </a:lnTo>
                <a:lnTo>
                  <a:pt x="21450" y="26584"/>
                </a:lnTo>
                <a:lnTo>
                  <a:pt x="19913" y="27675"/>
                </a:lnTo>
                <a:lnTo>
                  <a:pt x="21021" y="26762"/>
                </a:lnTo>
                <a:lnTo>
                  <a:pt x="19778" y="27951"/>
                </a:lnTo>
                <a:lnTo>
                  <a:pt x="20825" y="26775"/>
                </a:lnTo>
                <a:lnTo>
                  <a:pt x="19851" y="28055"/>
                </a:lnTo>
                <a:lnTo>
                  <a:pt x="20709" y="26725"/>
                </a:lnTo>
                <a:lnTo>
                  <a:pt x="19973" y="28098"/>
                </a:lnTo>
                <a:lnTo>
                  <a:pt x="20562" y="26768"/>
                </a:lnTo>
                <a:lnTo>
                  <a:pt x="20035" y="28245"/>
                </a:lnTo>
                <a:lnTo>
                  <a:pt x="20378" y="27075"/>
                </a:lnTo>
                <a:lnTo>
                  <a:pt x="20016" y="28649"/>
                </a:lnTo>
                <a:lnTo>
                  <a:pt x="20182" y="27718"/>
                </a:lnTo>
                <a:lnTo>
                  <a:pt x="19967" y="29402"/>
                </a:lnTo>
                <a:lnTo>
                  <a:pt x="20029" y="28723"/>
                </a:lnTo>
                <a:lnTo>
                  <a:pt x="19924" y="30517"/>
                </a:lnTo>
                <a:lnTo>
                  <a:pt x="19937" y="30077"/>
                </a:lnTo>
                <a:lnTo>
                  <a:pt x="19913" y="31988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4D Coordinate Encoder">
            <a:extLst xmlns:a="http://schemas.openxmlformats.org/drawingml/2006/main">
              <a:ext uri="{FF2B5EF4-FFF2-40B4-BE49-F238E27FC236}">
                <a16:creationId xmlns:a16="http://schemas.microsoft.com/office/drawing/2014/main" id="{2A19BC51-A5B6-470E-8B63-368F2F3E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5879" y="5231010"/>
            <a:ext cx="2029984" cy="279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4D Coordinate Encoder</a:t>
            </a:r>
          </a:p>
        </p:txBody>
      </p:sp>
      <p:sp>
        <p:nvSpPr>
          <p:cNvPr id="289" name="path-296">
            <a:extLst xmlns:a="http://schemas.openxmlformats.org/drawingml/2006/main">
              <a:ext uri="{FF2B5EF4-FFF2-40B4-BE49-F238E27FC236}">
                <a16:creationId xmlns:a16="http://schemas.microsoft.com/office/drawing/2014/main" id="{83C4876F-0C67-447B-97C5-BC610EFF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352" y="5522644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10" y="130018"/>
                </a:lnTo>
                <a:lnTo>
                  <a:pt x="110480" y="131752"/>
                </a:lnTo>
                <a:lnTo>
                  <a:pt x="111877" y="133302"/>
                </a:lnTo>
                <a:lnTo>
                  <a:pt x="113476" y="134650"/>
                </a:lnTo>
                <a:lnTo>
                  <a:pt x="115240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4" y="137597"/>
                </a:lnTo>
                <a:lnTo>
                  <a:pt x="125380" y="137351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40" y="134974"/>
                </a:lnTo>
                <a:lnTo>
                  <a:pt x="132787" y="133688"/>
                </a:lnTo>
                <a:lnTo>
                  <a:pt x="134239" y="132181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05" y="126703"/>
                </a:lnTo>
                <a:lnTo>
                  <a:pt x="137671" y="124663"/>
                </a:lnTo>
                <a:lnTo>
                  <a:pt x="137854" y="122580"/>
                </a:lnTo>
                <a:lnTo>
                  <a:pt x="137744" y="120490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6" y="114584"/>
                </a:lnTo>
                <a:lnTo>
                  <a:pt x="68927" y="0"/>
                </a:lnTo>
                <a:lnTo>
                  <a:pt x="2089" y="114584"/>
                </a:lnTo>
                <a:lnTo>
                  <a:pt x="1158" y="116459"/>
                </a:lnTo>
                <a:lnTo>
                  <a:pt x="496" y="118438"/>
                </a:lnTo>
                <a:lnTo>
                  <a:pt x="104" y="120490"/>
                </a:lnTo>
                <a:lnTo>
                  <a:pt x="0" y="122580"/>
                </a:lnTo>
                <a:lnTo>
                  <a:pt x="184" y="124663"/>
                </a:lnTo>
                <a:lnTo>
                  <a:pt x="644" y="126703"/>
                </a:lnTo>
                <a:lnTo>
                  <a:pt x="1385" y="128658"/>
                </a:lnTo>
                <a:lnTo>
                  <a:pt x="2377" y="130496"/>
                </a:lnTo>
                <a:lnTo>
                  <a:pt x="3615" y="132181"/>
                </a:lnTo>
                <a:lnTo>
                  <a:pt x="5067" y="133688"/>
                </a:lnTo>
                <a:lnTo>
                  <a:pt x="6715" y="134974"/>
                </a:lnTo>
                <a:lnTo>
                  <a:pt x="8523" y="136028"/>
                </a:lnTo>
                <a:lnTo>
                  <a:pt x="10453" y="136825"/>
                </a:lnTo>
                <a:lnTo>
                  <a:pt x="12475" y="137351"/>
                </a:lnTo>
                <a:lnTo>
                  <a:pt x="14551" y="137597"/>
                </a:lnTo>
                <a:lnTo>
                  <a:pt x="16641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5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1"/>
                </a:lnTo>
                <a:lnTo>
                  <a:pt x="53610" y="30401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7">
            <a:extLst xmlns:a="http://schemas.openxmlformats.org/drawingml/2006/main">
              <a:ext uri="{FF2B5EF4-FFF2-40B4-BE49-F238E27FC236}">
                <a16:creationId xmlns:a16="http://schemas.microsoft.com/office/drawing/2014/main" id="{0CE63F97-1323-4529-9BE2-9E99501D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792" y="4970613"/>
            <a:ext cx="137854" cy="225775"/>
          </a:xfrm>
          <a:custGeom xmlns:a="http://schemas.openxmlformats.org/drawingml/2006/main">
            <a:pathLst>
              <a:path w="137854" h="225775">
                <a:moveTo>
                  <a:pt x="28545" y="130018"/>
                </a:moveTo>
                <a:lnTo>
                  <a:pt x="82155" y="38115"/>
                </a:lnTo>
                <a:lnTo>
                  <a:pt x="55700" y="38115"/>
                </a:lnTo>
                <a:lnTo>
                  <a:pt x="109309" y="130018"/>
                </a:lnTo>
                <a:lnTo>
                  <a:pt x="110479" y="131752"/>
                </a:lnTo>
                <a:lnTo>
                  <a:pt x="111876" y="133302"/>
                </a:lnTo>
                <a:lnTo>
                  <a:pt x="113476" y="134650"/>
                </a:lnTo>
                <a:lnTo>
                  <a:pt x="115240" y="135771"/>
                </a:lnTo>
                <a:lnTo>
                  <a:pt x="117146" y="136641"/>
                </a:lnTo>
                <a:lnTo>
                  <a:pt x="119149" y="137242"/>
                </a:lnTo>
                <a:lnTo>
                  <a:pt x="121214" y="137560"/>
                </a:lnTo>
                <a:lnTo>
                  <a:pt x="123303" y="137597"/>
                </a:lnTo>
                <a:lnTo>
                  <a:pt x="125380" y="137352"/>
                </a:lnTo>
                <a:lnTo>
                  <a:pt x="127402" y="136825"/>
                </a:lnTo>
                <a:lnTo>
                  <a:pt x="129332" y="136028"/>
                </a:lnTo>
                <a:lnTo>
                  <a:pt x="131139" y="134975"/>
                </a:lnTo>
                <a:lnTo>
                  <a:pt x="132787" y="133688"/>
                </a:lnTo>
                <a:lnTo>
                  <a:pt x="134239" y="132187"/>
                </a:lnTo>
                <a:lnTo>
                  <a:pt x="135477" y="130496"/>
                </a:lnTo>
                <a:lnTo>
                  <a:pt x="136470" y="128658"/>
                </a:lnTo>
                <a:lnTo>
                  <a:pt x="137205" y="126703"/>
                </a:lnTo>
                <a:lnTo>
                  <a:pt x="137670" y="124663"/>
                </a:lnTo>
                <a:lnTo>
                  <a:pt x="137854" y="122580"/>
                </a:lnTo>
                <a:lnTo>
                  <a:pt x="137750" y="120491"/>
                </a:lnTo>
                <a:lnTo>
                  <a:pt x="137358" y="118438"/>
                </a:lnTo>
                <a:lnTo>
                  <a:pt x="136696" y="116459"/>
                </a:lnTo>
                <a:lnTo>
                  <a:pt x="135765" y="114585"/>
                </a:lnTo>
                <a:lnTo>
                  <a:pt x="68927" y="0"/>
                </a:lnTo>
                <a:lnTo>
                  <a:pt x="2089" y="114585"/>
                </a:lnTo>
                <a:lnTo>
                  <a:pt x="1157" y="116459"/>
                </a:lnTo>
                <a:lnTo>
                  <a:pt x="496" y="118438"/>
                </a:lnTo>
                <a:lnTo>
                  <a:pt x="104" y="120491"/>
                </a:lnTo>
                <a:lnTo>
                  <a:pt x="0" y="122580"/>
                </a:lnTo>
                <a:lnTo>
                  <a:pt x="184" y="124663"/>
                </a:lnTo>
                <a:lnTo>
                  <a:pt x="643" y="126703"/>
                </a:lnTo>
                <a:lnTo>
                  <a:pt x="1384" y="128658"/>
                </a:lnTo>
                <a:lnTo>
                  <a:pt x="2377" y="130496"/>
                </a:lnTo>
                <a:lnTo>
                  <a:pt x="3614" y="132187"/>
                </a:lnTo>
                <a:lnTo>
                  <a:pt x="5067" y="133688"/>
                </a:lnTo>
                <a:lnTo>
                  <a:pt x="6715" y="134975"/>
                </a:lnTo>
                <a:lnTo>
                  <a:pt x="8522" y="136028"/>
                </a:lnTo>
                <a:lnTo>
                  <a:pt x="10452" y="136825"/>
                </a:lnTo>
                <a:lnTo>
                  <a:pt x="12474" y="137352"/>
                </a:lnTo>
                <a:lnTo>
                  <a:pt x="14551" y="137597"/>
                </a:lnTo>
                <a:lnTo>
                  <a:pt x="16640" y="137560"/>
                </a:lnTo>
                <a:lnTo>
                  <a:pt x="18705" y="137242"/>
                </a:lnTo>
                <a:lnTo>
                  <a:pt x="20709" y="136641"/>
                </a:lnTo>
                <a:lnTo>
                  <a:pt x="22614" y="135771"/>
                </a:lnTo>
                <a:lnTo>
                  <a:pt x="24379" y="134650"/>
                </a:lnTo>
                <a:lnTo>
                  <a:pt x="25972" y="133302"/>
                </a:lnTo>
                <a:lnTo>
                  <a:pt x="27374" y="131752"/>
                </a:lnTo>
                <a:lnTo>
                  <a:pt x="28545" y="130018"/>
                </a:lnTo>
                <a:moveTo>
                  <a:pt x="84244" y="225775"/>
                </a:moveTo>
                <a:lnTo>
                  <a:pt x="84244" y="30402"/>
                </a:lnTo>
                <a:lnTo>
                  <a:pt x="53610" y="30402"/>
                </a:lnTo>
                <a:lnTo>
                  <a:pt x="53610" y="225775"/>
                </a:lnTo>
                <a:lnTo>
                  <a:pt x="84244" y="225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4FE1269-BF9F-4228-BD6D-62B0805DD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1224c5f5e443c"/>
          <a:stretch xmlns:a="http://schemas.openxmlformats.org/drawingml/2006/main"/>
        </p:blipFill>
        <p:spPr>
          <a:xfrm xmlns:a="http://schemas.openxmlformats.org/drawingml/2006/main">
            <a:off x="7353300" y="5772150"/>
            <a:ext cx="581025" cy="581025"/>
          </a:xfrm>
          <a:prstGeom xmlns:a="http://schemas.openxmlformats.org/drawingml/2006/main" prst="rect">
            <a:avLst/>
          </a:prstGeom>
        </p:spPr>
      </p:pic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3E156AD8-D1AE-4CE1-8A6F-C9AAB11DA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b9d313a87454e"/>
          <a:stretch xmlns:a="http://schemas.openxmlformats.org/drawingml/2006/main"/>
        </p:blipFill>
        <p:spPr>
          <a:xfrm xmlns:a="http://schemas.openxmlformats.org/drawingml/2006/main">
            <a:off x="7343775" y="6467475"/>
            <a:ext cx="581025" cy="571500"/>
          </a:xfrm>
          <a:prstGeom xmlns:a="http://schemas.openxmlformats.org/drawingml/2006/main" prst="rect">
            <a:avLst/>
          </a:prstGeom>
        </p:spPr>
      </p:pic>
      <p:sp>
        <p:nvSpPr>
          <p:cNvPr id="293" name="Word Encoder">
            <a:extLst xmlns:a="http://schemas.openxmlformats.org/drawingml/2006/main">
              <a:ext uri="{FF2B5EF4-FFF2-40B4-BE49-F238E27FC236}">
                <a16:creationId xmlns:a16="http://schemas.microsoft.com/office/drawing/2014/main" id="{36F7DEC9-7E31-436D-A6AA-5394D292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4520" y="4116611"/>
            <a:ext cx="881364" cy="195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Encoder</a:t>
            </a:r>
          </a:p>
        </p:txBody>
      </p:sp>
      <p:sp>
        <p:nvSpPr>
          <p:cNvPr id="294" name="Position Encoder">
            <a:extLst xmlns:a="http://schemas.openxmlformats.org/drawingml/2006/main">
              <a:ext uri="{FF2B5EF4-FFF2-40B4-BE49-F238E27FC236}">
                <a16:creationId xmlns:a16="http://schemas.microsoft.com/office/drawing/2014/main" id="{61384471-D902-4BED-BBFD-50C3D951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939" y="4117119"/>
            <a:ext cx="1000531" cy="191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 Encoder</a:t>
            </a:r>
          </a:p>
        </p:txBody>
      </p:sp>
      <p:sp>
        <p:nvSpPr>
          <p:cNvPr id="295" name="Time Encoder">
            <a:extLst xmlns:a="http://schemas.openxmlformats.org/drawingml/2006/main">
              <a:ext uri="{FF2B5EF4-FFF2-40B4-BE49-F238E27FC236}">
                <a16:creationId xmlns:a16="http://schemas.microsoft.com/office/drawing/2014/main" id="{7FE7F1E4-3A28-48FC-AEFF-254922E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469" y="4123743"/>
            <a:ext cx="865433" cy="199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 Encoder</a:t>
            </a:r>
          </a:p>
        </p:txBody>
      </p:sp>
      <p:sp>
        <p:nvSpPr>
          <p:cNvPr id="296" name="path-303">
            <a:extLst xmlns:a="http://schemas.openxmlformats.org/drawingml/2006/main">
              <a:ext uri="{FF2B5EF4-FFF2-40B4-BE49-F238E27FC236}">
                <a16:creationId xmlns:a16="http://schemas.microsoft.com/office/drawing/2014/main" id="{BEC4D451-DFD2-4C70-9E47-CB275ED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106" y="4612345"/>
            <a:ext cx="2696738" cy="301441"/>
          </a:xfrm>
          <a:custGeom xmlns:a="http://schemas.openxmlformats.org/drawingml/2006/main">
            <a:pathLst>
              <a:path w="2696738" h="301441">
                <a:moveTo>
                  <a:pt x="2686783" y="0"/>
                </a:moveTo>
                <a:lnTo>
                  <a:pt x="2688510" y="153"/>
                </a:lnTo>
                <a:lnTo>
                  <a:pt x="2690189" y="600"/>
                </a:lnTo>
                <a:lnTo>
                  <a:pt x="2691757" y="1336"/>
                </a:lnTo>
                <a:lnTo>
                  <a:pt x="2693177" y="2328"/>
                </a:lnTo>
                <a:lnTo>
                  <a:pt x="2694410" y="3554"/>
                </a:lnTo>
                <a:lnTo>
                  <a:pt x="2695403" y="4975"/>
                </a:lnTo>
                <a:lnTo>
                  <a:pt x="2696138" y="6550"/>
                </a:lnTo>
                <a:lnTo>
                  <a:pt x="2696584" y="8229"/>
                </a:lnTo>
                <a:lnTo>
                  <a:pt x="2696738" y="9956"/>
                </a:lnTo>
                <a:lnTo>
                  <a:pt x="2696738" y="291486"/>
                </a:lnTo>
                <a:lnTo>
                  <a:pt x="2696584" y="293213"/>
                </a:lnTo>
                <a:lnTo>
                  <a:pt x="2696138" y="294892"/>
                </a:lnTo>
                <a:lnTo>
                  <a:pt x="2695403" y="296460"/>
                </a:lnTo>
                <a:lnTo>
                  <a:pt x="2694410" y="297882"/>
                </a:lnTo>
                <a:lnTo>
                  <a:pt x="2693177" y="299114"/>
                </a:lnTo>
                <a:lnTo>
                  <a:pt x="2691757" y="300106"/>
                </a:lnTo>
                <a:lnTo>
                  <a:pt x="2690189" y="300841"/>
                </a:lnTo>
                <a:lnTo>
                  <a:pt x="2688510" y="301289"/>
                </a:lnTo>
                <a:lnTo>
                  <a:pt x="2686783" y="301441"/>
                </a:lnTo>
                <a:lnTo>
                  <a:pt x="9956" y="301441"/>
                </a:lnTo>
                <a:lnTo>
                  <a:pt x="8229" y="301289"/>
                </a:lnTo>
                <a:lnTo>
                  <a:pt x="6550" y="300841"/>
                </a:lnTo>
                <a:lnTo>
                  <a:pt x="4975" y="300106"/>
                </a:lnTo>
                <a:lnTo>
                  <a:pt x="3554" y="299114"/>
                </a:lnTo>
                <a:lnTo>
                  <a:pt x="2328" y="297882"/>
                </a:lnTo>
                <a:lnTo>
                  <a:pt x="1336" y="296460"/>
                </a:lnTo>
                <a:lnTo>
                  <a:pt x="601" y="294892"/>
                </a:lnTo>
                <a:lnTo>
                  <a:pt x="153" y="293213"/>
                </a:lnTo>
                <a:lnTo>
                  <a:pt x="0" y="291486"/>
                </a:lnTo>
                <a:lnTo>
                  <a:pt x="0" y="9956"/>
                </a:lnTo>
                <a:lnTo>
                  <a:pt x="153" y="8229"/>
                </a:lnTo>
                <a:lnTo>
                  <a:pt x="601" y="6550"/>
                </a:lnTo>
                <a:lnTo>
                  <a:pt x="1336" y="4975"/>
                </a:lnTo>
                <a:lnTo>
                  <a:pt x="2328" y="3554"/>
                </a:lnTo>
                <a:lnTo>
                  <a:pt x="3554" y="2328"/>
                </a:lnTo>
                <a:lnTo>
                  <a:pt x="4975" y="1336"/>
                </a:lnTo>
                <a:lnTo>
                  <a:pt x="6550" y="600"/>
                </a:lnTo>
                <a:lnTo>
                  <a:pt x="8229" y="153"/>
                </a:lnTo>
                <a:lnTo>
                  <a:pt x="9956" y="0"/>
                </a:lnTo>
                <a:lnTo>
                  <a:pt x="2686783" y="0"/>
                </a:lnTo>
                <a:moveTo>
                  <a:pt x="9956" y="19913"/>
                </a:moveTo>
                <a:lnTo>
                  <a:pt x="19913" y="9956"/>
                </a:lnTo>
                <a:lnTo>
                  <a:pt x="19913" y="291486"/>
                </a:lnTo>
                <a:lnTo>
                  <a:pt x="9956" y="281529"/>
                </a:lnTo>
                <a:lnTo>
                  <a:pt x="2686783" y="281529"/>
                </a:lnTo>
                <a:lnTo>
                  <a:pt x="2676825" y="291486"/>
                </a:lnTo>
                <a:lnTo>
                  <a:pt x="2676825" y="9956"/>
                </a:lnTo>
                <a:lnTo>
                  <a:pt x="2686783" y="19913"/>
                </a:lnTo>
                <a:lnTo>
                  <a:pt x="9956" y="19913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Text Tokenizer">
            <a:extLst xmlns:a="http://schemas.openxmlformats.org/drawingml/2006/main">
              <a:ext uri="{FF2B5EF4-FFF2-40B4-BE49-F238E27FC236}">
                <a16:creationId xmlns:a16="http://schemas.microsoft.com/office/drawing/2014/main" id="{A100FA2E-CC54-4C40-9A60-ECAE60B8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6349" y="4633111"/>
            <a:ext cx="1206228" cy="267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 Tokenizer</a:t>
            </a:r>
          </a:p>
        </p:txBody>
      </p:sp>
      <p:sp>
        <p:nvSpPr>
          <p:cNvPr id="298" name="path-305">
            <a:extLst xmlns:a="http://schemas.openxmlformats.org/drawingml/2006/main">
              <a:ext uri="{FF2B5EF4-FFF2-40B4-BE49-F238E27FC236}">
                <a16:creationId xmlns:a16="http://schemas.microsoft.com/office/drawing/2014/main" id="{72D2F7C1-DE56-45AA-A882-3103A242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014" y="1332177"/>
            <a:ext cx="1077102" cy="235271"/>
          </a:xfrm>
          <a:custGeom xmlns:a="http://schemas.openxmlformats.org/drawingml/2006/main">
            <a:pathLst>
              <a:path w="1077102" h="235271">
                <a:moveTo>
                  <a:pt x="0" y="17290"/>
                </a:moveTo>
                <a:cubicBezTo>
                  <a:pt x="0" y="699"/>
                  <a:pt x="4160" y="0"/>
                  <a:pt x="103188" y="0"/>
                </a:cubicBezTo>
                <a:lnTo>
                  <a:pt x="963375" y="184"/>
                </a:lnTo>
                <a:cubicBezTo>
                  <a:pt x="1062397" y="184"/>
                  <a:pt x="1076827" y="0"/>
                  <a:pt x="1076827" y="16592"/>
                </a:cubicBezTo>
                <a:lnTo>
                  <a:pt x="1077102" y="218447"/>
                </a:lnTo>
                <a:cubicBezTo>
                  <a:pt x="1077102" y="235039"/>
                  <a:pt x="1075717" y="235271"/>
                  <a:pt x="976689" y="235271"/>
                </a:cubicBezTo>
                <a:lnTo>
                  <a:pt x="103188" y="234389"/>
                </a:lnTo>
                <a:cubicBezTo>
                  <a:pt x="4160" y="234389"/>
                  <a:pt x="276" y="233740"/>
                  <a:pt x="276" y="217142"/>
                </a:cubicBezTo>
                <a:lnTo>
                  <a:pt x="0" y="172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306">
            <a:extLst xmlns:a="http://schemas.openxmlformats.org/drawingml/2006/main">
              <a:ext uri="{FF2B5EF4-FFF2-40B4-BE49-F238E27FC236}">
                <a16:creationId xmlns:a16="http://schemas.microsoft.com/office/drawing/2014/main" id="{C631407F-452E-4F41-AA50-FF120E26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887" y="1326050"/>
            <a:ext cx="1089356" cy="247525"/>
          </a:xfrm>
          <a:custGeom xmlns:a="http://schemas.openxmlformats.org/drawingml/2006/main">
            <a:pathLst>
              <a:path w="1089356" h="247525">
                <a:moveTo>
                  <a:pt x="80" y="20151"/>
                </a:moveTo>
                <a:lnTo>
                  <a:pt x="220" y="18442"/>
                </a:lnTo>
                <a:lnTo>
                  <a:pt x="478" y="16739"/>
                </a:lnTo>
                <a:lnTo>
                  <a:pt x="894" y="14999"/>
                </a:lnTo>
                <a:lnTo>
                  <a:pt x="1520" y="13240"/>
                </a:lnTo>
                <a:lnTo>
                  <a:pt x="2402" y="11506"/>
                </a:lnTo>
                <a:lnTo>
                  <a:pt x="3547" y="9852"/>
                </a:lnTo>
                <a:lnTo>
                  <a:pt x="4944" y="8357"/>
                </a:lnTo>
                <a:lnTo>
                  <a:pt x="6550" y="7058"/>
                </a:lnTo>
                <a:lnTo>
                  <a:pt x="8320" y="5949"/>
                </a:lnTo>
                <a:lnTo>
                  <a:pt x="10238" y="5024"/>
                </a:lnTo>
                <a:lnTo>
                  <a:pt x="12296" y="4240"/>
                </a:lnTo>
                <a:lnTo>
                  <a:pt x="14527" y="3572"/>
                </a:lnTo>
                <a:lnTo>
                  <a:pt x="16941" y="3002"/>
                </a:lnTo>
                <a:lnTo>
                  <a:pt x="19569" y="2506"/>
                </a:lnTo>
                <a:lnTo>
                  <a:pt x="22437" y="2077"/>
                </a:lnTo>
                <a:lnTo>
                  <a:pt x="25573" y="1709"/>
                </a:lnTo>
                <a:lnTo>
                  <a:pt x="29005" y="1385"/>
                </a:lnTo>
                <a:lnTo>
                  <a:pt x="32767" y="1109"/>
                </a:lnTo>
                <a:lnTo>
                  <a:pt x="41252" y="674"/>
                </a:lnTo>
                <a:lnTo>
                  <a:pt x="51270" y="367"/>
                </a:lnTo>
                <a:lnTo>
                  <a:pt x="62941" y="172"/>
                </a:lnTo>
                <a:lnTo>
                  <a:pt x="76420" y="61"/>
                </a:lnTo>
                <a:lnTo>
                  <a:pt x="109309" y="0"/>
                </a:lnTo>
                <a:lnTo>
                  <a:pt x="969502" y="184"/>
                </a:lnTo>
                <a:lnTo>
                  <a:pt x="1002820" y="208"/>
                </a:lnTo>
                <a:lnTo>
                  <a:pt x="1016790" y="276"/>
                </a:lnTo>
                <a:lnTo>
                  <a:pt x="1029103" y="417"/>
                </a:lnTo>
                <a:lnTo>
                  <a:pt x="1039875" y="649"/>
                </a:lnTo>
                <a:lnTo>
                  <a:pt x="1049225" y="1011"/>
                </a:lnTo>
                <a:lnTo>
                  <a:pt x="1057239" y="1519"/>
                </a:lnTo>
                <a:lnTo>
                  <a:pt x="1060835" y="1844"/>
                </a:lnTo>
                <a:lnTo>
                  <a:pt x="1064139" y="2218"/>
                </a:lnTo>
                <a:lnTo>
                  <a:pt x="1067183" y="2647"/>
                </a:lnTo>
                <a:lnTo>
                  <a:pt x="1069989" y="3143"/>
                </a:lnTo>
                <a:lnTo>
                  <a:pt x="1072580" y="3719"/>
                </a:lnTo>
                <a:lnTo>
                  <a:pt x="1074982" y="4381"/>
                </a:lnTo>
                <a:lnTo>
                  <a:pt x="1077212" y="5153"/>
                </a:lnTo>
                <a:lnTo>
                  <a:pt x="1079289" y="6059"/>
                </a:lnTo>
                <a:lnTo>
                  <a:pt x="1081219" y="7119"/>
                </a:lnTo>
                <a:lnTo>
                  <a:pt x="1082991" y="8363"/>
                </a:lnTo>
                <a:lnTo>
                  <a:pt x="1084577" y="9809"/>
                </a:lnTo>
                <a:lnTo>
                  <a:pt x="1085944" y="11445"/>
                </a:lnTo>
                <a:lnTo>
                  <a:pt x="1087052" y="13228"/>
                </a:lnTo>
                <a:lnTo>
                  <a:pt x="1087886" y="15103"/>
                </a:lnTo>
                <a:lnTo>
                  <a:pt x="1088467" y="17008"/>
                </a:lnTo>
                <a:lnTo>
                  <a:pt x="1088835" y="18919"/>
                </a:lnTo>
                <a:lnTo>
                  <a:pt x="1089025" y="20813"/>
                </a:lnTo>
                <a:lnTo>
                  <a:pt x="1089080" y="22627"/>
                </a:lnTo>
                <a:lnTo>
                  <a:pt x="1089356" y="224611"/>
                </a:lnTo>
                <a:lnTo>
                  <a:pt x="1089314" y="227717"/>
                </a:lnTo>
                <a:lnTo>
                  <a:pt x="1089221" y="229334"/>
                </a:lnTo>
                <a:lnTo>
                  <a:pt x="1089044" y="230964"/>
                </a:lnTo>
                <a:lnTo>
                  <a:pt x="1088725" y="232637"/>
                </a:lnTo>
                <a:lnTo>
                  <a:pt x="1088228" y="234358"/>
                </a:lnTo>
                <a:lnTo>
                  <a:pt x="1087487" y="236086"/>
                </a:lnTo>
                <a:lnTo>
                  <a:pt x="1086464" y="237771"/>
                </a:lnTo>
                <a:lnTo>
                  <a:pt x="1085171" y="239321"/>
                </a:lnTo>
                <a:lnTo>
                  <a:pt x="1083651" y="240681"/>
                </a:lnTo>
                <a:lnTo>
                  <a:pt x="1081949" y="241821"/>
                </a:lnTo>
                <a:lnTo>
                  <a:pt x="1080110" y="242771"/>
                </a:lnTo>
                <a:lnTo>
                  <a:pt x="1078131" y="243561"/>
                </a:lnTo>
                <a:lnTo>
                  <a:pt x="1075998" y="244216"/>
                </a:lnTo>
                <a:lnTo>
                  <a:pt x="1073689" y="244774"/>
                </a:lnTo>
                <a:lnTo>
                  <a:pt x="1071178" y="245252"/>
                </a:lnTo>
                <a:lnTo>
                  <a:pt x="1068427" y="245657"/>
                </a:lnTo>
                <a:lnTo>
                  <a:pt x="1065413" y="246012"/>
                </a:lnTo>
                <a:lnTo>
                  <a:pt x="1062110" y="246312"/>
                </a:lnTo>
                <a:lnTo>
                  <a:pt x="1058464" y="246563"/>
                </a:lnTo>
                <a:lnTo>
                  <a:pt x="1050211" y="246961"/>
                </a:lnTo>
                <a:lnTo>
                  <a:pt x="1040409" y="247231"/>
                </a:lnTo>
                <a:lnTo>
                  <a:pt x="1028920" y="247397"/>
                </a:lnTo>
                <a:lnTo>
                  <a:pt x="1015582" y="247482"/>
                </a:lnTo>
                <a:lnTo>
                  <a:pt x="982816" y="247525"/>
                </a:lnTo>
                <a:lnTo>
                  <a:pt x="109309" y="246643"/>
                </a:lnTo>
                <a:lnTo>
                  <a:pt x="76433" y="246581"/>
                </a:lnTo>
                <a:lnTo>
                  <a:pt x="62972" y="246471"/>
                </a:lnTo>
                <a:lnTo>
                  <a:pt x="51319" y="246281"/>
                </a:lnTo>
                <a:lnTo>
                  <a:pt x="41320" y="245981"/>
                </a:lnTo>
                <a:lnTo>
                  <a:pt x="32852" y="245552"/>
                </a:lnTo>
                <a:lnTo>
                  <a:pt x="29102" y="245276"/>
                </a:lnTo>
                <a:lnTo>
                  <a:pt x="25690" y="244952"/>
                </a:lnTo>
                <a:lnTo>
                  <a:pt x="22565" y="244584"/>
                </a:lnTo>
                <a:lnTo>
                  <a:pt x="19704" y="244161"/>
                </a:lnTo>
                <a:lnTo>
                  <a:pt x="17088" y="243665"/>
                </a:lnTo>
                <a:lnTo>
                  <a:pt x="14686" y="243095"/>
                </a:lnTo>
                <a:lnTo>
                  <a:pt x="12468" y="242428"/>
                </a:lnTo>
                <a:lnTo>
                  <a:pt x="10416" y="241649"/>
                </a:lnTo>
                <a:lnTo>
                  <a:pt x="8504" y="240718"/>
                </a:lnTo>
                <a:lnTo>
                  <a:pt x="6746" y="239609"/>
                </a:lnTo>
                <a:lnTo>
                  <a:pt x="5147" y="238298"/>
                </a:lnTo>
                <a:lnTo>
                  <a:pt x="3756" y="236797"/>
                </a:lnTo>
                <a:lnTo>
                  <a:pt x="2623" y="235149"/>
                </a:lnTo>
                <a:lnTo>
                  <a:pt x="1759" y="233409"/>
                </a:lnTo>
                <a:lnTo>
                  <a:pt x="1146" y="231650"/>
                </a:lnTo>
                <a:lnTo>
                  <a:pt x="741" y="229923"/>
                </a:lnTo>
                <a:lnTo>
                  <a:pt x="490" y="228225"/>
                </a:lnTo>
                <a:lnTo>
                  <a:pt x="349" y="226522"/>
                </a:lnTo>
                <a:lnTo>
                  <a:pt x="276" y="223349"/>
                </a:lnTo>
                <a:lnTo>
                  <a:pt x="0" y="23349"/>
                </a:lnTo>
                <a:lnTo>
                  <a:pt x="80" y="20151"/>
                </a:lnTo>
                <a:moveTo>
                  <a:pt x="12253" y="23564"/>
                </a:moveTo>
                <a:lnTo>
                  <a:pt x="12253" y="23410"/>
                </a:lnTo>
                <a:lnTo>
                  <a:pt x="12529" y="223263"/>
                </a:lnTo>
                <a:lnTo>
                  <a:pt x="12529" y="223128"/>
                </a:lnTo>
                <a:lnTo>
                  <a:pt x="12597" y="226057"/>
                </a:lnTo>
                <a:lnTo>
                  <a:pt x="12578" y="225695"/>
                </a:lnTo>
                <a:lnTo>
                  <a:pt x="12689" y="227025"/>
                </a:lnTo>
                <a:lnTo>
                  <a:pt x="12646" y="226645"/>
                </a:lnTo>
                <a:lnTo>
                  <a:pt x="12824" y="227888"/>
                </a:lnTo>
                <a:lnTo>
                  <a:pt x="12732" y="227380"/>
                </a:lnTo>
                <a:lnTo>
                  <a:pt x="13001" y="228544"/>
                </a:lnTo>
                <a:lnTo>
                  <a:pt x="12824" y="227919"/>
                </a:lnTo>
                <a:lnTo>
                  <a:pt x="13197" y="229003"/>
                </a:lnTo>
                <a:lnTo>
                  <a:pt x="12903" y="228293"/>
                </a:lnTo>
                <a:lnTo>
                  <a:pt x="13399" y="229304"/>
                </a:lnTo>
                <a:lnTo>
                  <a:pt x="12964" y="228562"/>
                </a:lnTo>
                <a:lnTo>
                  <a:pt x="13608" y="229500"/>
                </a:lnTo>
                <a:lnTo>
                  <a:pt x="13057" y="228808"/>
                </a:lnTo>
                <a:lnTo>
                  <a:pt x="13853" y="229671"/>
                </a:lnTo>
                <a:lnTo>
                  <a:pt x="13234" y="229090"/>
                </a:lnTo>
                <a:lnTo>
                  <a:pt x="14208" y="229880"/>
                </a:lnTo>
                <a:lnTo>
                  <a:pt x="13583" y="229433"/>
                </a:lnTo>
                <a:lnTo>
                  <a:pt x="14747" y="230168"/>
                </a:lnTo>
                <a:lnTo>
                  <a:pt x="14172" y="229843"/>
                </a:lnTo>
                <a:lnTo>
                  <a:pt x="15537" y="230511"/>
                </a:lnTo>
                <a:lnTo>
                  <a:pt x="15042" y="230296"/>
                </a:lnTo>
                <a:lnTo>
                  <a:pt x="16629" y="230903"/>
                </a:lnTo>
                <a:lnTo>
                  <a:pt x="16205" y="230756"/>
                </a:lnTo>
                <a:lnTo>
                  <a:pt x="18037" y="231307"/>
                </a:lnTo>
                <a:lnTo>
                  <a:pt x="17694" y="231216"/>
                </a:lnTo>
                <a:lnTo>
                  <a:pt x="19777" y="231711"/>
                </a:lnTo>
                <a:lnTo>
                  <a:pt x="19495" y="231650"/>
                </a:lnTo>
                <a:lnTo>
                  <a:pt x="21854" y="232091"/>
                </a:lnTo>
                <a:lnTo>
                  <a:pt x="21628" y="232055"/>
                </a:lnTo>
                <a:lnTo>
                  <a:pt x="24280" y="232453"/>
                </a:lnTo>
                <a:lnTo>
                  <a:pt x="24097" y="232428"/>
                </a:lnTo>
                <a:lnTo>
                  <a:pt x="27050" y="232778"/>
                </a:lnTo>
                <a:lnTo>
                  <a:pt x="26903" y="232759"/>
                </a:lnTo>
                <a:lnTo>
                  <a:pt x="30187" y="233065"/>
                </a:lnTo>
                <a:lnTo>
                  <a:pt x="30064" y="233060"/>
                </a:lnTo>
                <a:lnTo>
                  <a:pt x="33686" y="233323"/>
                </a:lnTo>
                <a:lnTo>
                  <a:pt x="33544" y="233317"/>
                </a:lnTo>
                <a:lnTo>
                  <a:pt x="41877" y="233740"/>
                </a:lnTo>
                <a:lnTo>
                  <a:pt x="41749" y="233733"/>
                </a:lnTo>
                <a:lnTo>
                  <a:pt x="51643" y="234028"/>
                </a:lnTo>
                <a:lnTo>
                  <a:pt x="51558" y="234028"/>
                </a:lnTo>
                <a:lnTo>
                  <a:pt x="63150" y="234218"/>
                </a:lnTo>
                <a:lnTo>
                  <a:pt x="63094" y="234218"/>
                </a:lnTo>
                <a:lnTo>
                  <a:pt x="76512" y="234328"/>
                </a:lnTo>
                <a:lnTo>
                  <a:pt x="76476" y="234328"/>
                </a:lnTo>
                <a:lnTo>
                  <a:pt x="109328" y="234389"/>
                </a:lnTo>
                <a:lnTo>
                  <a:pt x="109322" y="234389"/>
                </a:lnTo>
                <a:lnTo>
                  <a:pt x="982823" y="235271"/>
                </a:lnTo>
                <a:lnTo>
                  <a:pt x="982804" y="235271"/>
                </a:lnTo>
                <a:lnTo>
                  <a:pt x="1015552" y="235228"/>
                </a:lnTo>
                <a:lnTo>
                  <a:pt x="1015521" y="235228"/>
                </a:lnTo>
                <a:lnTo>
                  <a:pt x="1028810" y="235143"/>
                </a:lnTo>
                <a:lnTo>
                  <a:pt x="1028767" y="235143"/>
                </a:lnTo>
                <a:lnTo>
                  <a:pt x="1040193" y="234977"/>
                </a:lnTo>
                <a:lnTo>
                  <a:pt x="1040114" y="234977"/>
                </a:lnTo>
                <a:lnTo>
                  <a:pt x="1049820" y="234714"/>
                </a:lnTo>
                <a:lnTo>
                  <a:pt x="1049691" y="234720"/>
                </a:lnTo>
                <a:lnTo>
                  <a:pt x="1057809" y="234328"/>
                </a:lnTo>
                <a:lnTo>
                  <a:pt x="1057674" y="234340"/>
                </a:lnTo>
                <a:lnTo>
                  <a:pt x="1061185" y="234089"/>
                </a:lnTo>
                <a:lnTo>
                  <a:pt x="1061062" y="234101"/>
                </a:lnTo>
                <a:lnTo>
                  <a:pt x="1064229" y="233813"/>
                </a:lnTo>
                <a:lnTo>
                  <a:pt x="1064076" y="233825"/>
                </a:lnTo>
                <a:lnTo>
                  <a:pt x="1066913" y="233501"/>
                </a:lnTo>
                <a:lnTo>
                  <a:pt x="1066723" y="233525"/>
                </a:lnTo>
                <a:lnTo>
                  <a:pt x="1069259" y="233145"/>
                </a:lnTo>
                <a:lnTo>
                  <a:pt x="1069021" y="233188"/>
                </a:lnTo>
                <a:lnTo>
                  <a:pt x="1071264" y="232765"/>
                </a:lnTo>
                <a:lnTo>
                  <a:pt x="1070964" y="232826"/>
                </a:lnTo>
                <a:lnTo>
                  <a:pt x="1072936" y="232349"/>
                </a:lnTo>
                <a:lnTo>
                  <a:pt x="1072561" y="232453"/>
                </a:lnTo>
                <a:lnTo>
                  <a:pt x="1074277" y="231920"/>
                </a:lnTo>
                <a:lnTo>
                  <a:pt x="1073824" y="232085"/>
                </a:lnTo>
                <a:lnTo>
                  <a:pt x="1075308" y="231497"/>
                </a:lnTo>
                <a:lnTo>
                  <a:pt x="1074761" y="231742"/>
                </a:lnTo>
                <a:lnTo>
                  <a:pt x="1076024" y="231093"/>
                </a:lnTo>
                <a:lnTo>
                  <a:pt x="1075405" y="231454"/>
                </a:lnTo>
                <a:lnTo>
                  <a:pt x="1076466" y="230743"/>
                </a:lnTo>
                <a:lnTo>
                  <a:pt x="1075810" y="231252"/>
                </a:lnTo>
                <a:lnTo>
                  <a:pt x="1076680" y="230474"/>
                </a:lnTo>
                <a:lnTo>
                  <a:pt x="1076054" y="231129"/>
                </a:lnTo>
                <a:lnTo>
                  <a:pt x="1076759" y="230278"/>
                </a:lnTo>
                <a:lnTo>
                  <a:pt x="1076226" y="231025"/>
                </a:lnTo>
                <a:lnTo>
                  <a:pt x="1076784" y="230106"/>
                </a:lnTo>
                <a:lnTo>
                  <a:pt x="1076391" y="230872"/>
                </a:lnTo>
                <a:lnTo>
                  <a:pt x="1076815" y="229873"/>
                </a:lnTo>
                <a:lnTo>
                  <a:pt x="1076563" y="230578"/>
                </a:lnTo>
                <a:lnTo>
                  <a:pt x="1076875" y="229506"/>
                </a:lnTo>
                <a:lnTo>
                  <a:pt x="1076735" y="230088"/>
                </a:lnTo>
                <a:lnTo>
                  <a:pt x="1076955" y="228936"/>
                </a:lnTo>
                <a:lnTo>
                  <a:pt x="1076888" y="229383"/>
                </a:lnTo>
                <a:lnTo>
                  <a:pt x="1077023" y="228146"/>
                </a:lnTo>
                <a:lnTo>
                  <a:pt x="1076998" y="228470"/>
                </a:lnTo>
                <a:lnTo>
                  <a:pt x="1077071" y="227147"/>
                </a:lnTo>
                <a:lnTo>
                  <a:pt x="1077066" y="227411"/>
                </a:lnTo>
                <a:lnTo>
                  <a:pt x="1077103" y="224488"/>
                </a:lnTo>
                <a:lnTo>
                  <a:pt x="1077103" y="224580"/>
                </a:lnTo>
                <a:lnTo>
                  <a:pt x="1076826" y="22731"/>
                </a:lnTo>
                <a:lnTo>
                  <a:pt x="1076826" y="22902"/>
                </a:lnTo>
                <a:lnTo>
                  <a:pt x="1076784" y="21395"/>
                </a:lnTo>
                <a:lnTo>
                  <a:pt x="1076808" y="21824"/>
                </a:lnTo>
                <a:lnTo>
                  <a:pt x="1076667" y="20414"/>
                </a:lnTo>
                <a:lnTo>
                  <a:pt x="1076747" y="20948"/>
                </a:lnTo>
                <a:lnTo>
                  <a:pt x="1076496" y="19630"/>
                </a:lnTo>
                <a:lnTo>
                  <a:pt x="1076655" y="20267"/>
                </a:lnTo>
                <a:lnTo>
                  <a:pt x="1076275" y="19036"/>
                </a:lnTo>
                <a:lnTo>
                  <a:pt x="1076545" y="19747"/>
                </a:lnTo>
                <a:lnTo>
                  <a:pt x="1076030" y="18601"/>
                </a:lnTo>
                <a:lnTo>
                  <a:pt x="1076422" y="19336"/>
                </a:lnTo>
                <a:lnTo>
                  <a:pt x="1075761" y="18276"/>
                </a:lnTo>
                <a:lnTo>
                  <a:pt x="1076268" y="18975"/>
                </a:lnTo>
                <a:lnTo>
                  <a:pt x="1075447" y="17994"/>
                </a:lnTo>
                <a:lnTo>
                  <a:pt x="1076024" y="18595"/>
                </a:lnTo>
                <a:lnTo>
                  <a:pt x="1075025" y="17688"/>
                </a:lnTo>
                <a:lnTo>
                  <a:pt x="1075626" y="18166"/>
                </a:lnTo>
                <a:lnTo>
                  <a:pt x="1074443" y="17333"/>
                </a:lnTo>
                <a:lnTo>
                  <a:pt x="1075012" y="17688"/>
                </a:lnTo>
                <a:lnTo>
                  <a:pt x="1073629" y="16928"/>
                </a:lnTo>
                <a:lnTo>
                  <a:pt x="1074137" y="17179"/>
                </a:lnTo>
                <a:lnTo>
                  <a:pt x="1072544" y="16487"/>
                </a:lnTo>
                <a:lnTo>
                  <a:pt x="1072985" y="16659"/>
                </a:lnTo>
                <a:lnTo>
                  <a:pt x="1071159" y="16028"/>
                </a:lnTo>
                <a:lnTo>
                  <a:pt x="1071533" y="16144"/>
                </a:lnTo>
                <a:lnTo>
                  <a:pt x="1069474" y="15574"/>
                </a:lnTo>
                <a:lnTo>
                  <a:pt x="1069780" y="15648"/>
                </a:lnTo>
                <a:lnTo>
                  <a:pt x="1067471" y="15139"/>
                </a:lnTo>
                <a:lnTo>
                  <a:pt x="1067722" y="15188"/>
                </a:lnTo>
                <a:lnTo>
                  <a:pt x="1065148" y="14729"/>
                </a:lnTo>
                <a:lnTo>
                  <a:pt x="1065357" y="14765"/>
                </a:lnTo>
                <a:lnTo>
                  <a:pt x="1062501" y="14361"/>
                </a:lnTo>
                <a:lnTo>
                  <a:pt x="1062674" y="14379"/>
                </a:lnTo>
                <a:lnTo>
                  <a:pt x="1059525" y="14024"/>
                </a:lnTo>
                <a:lnTo>
                  <a:pt x="1059664" y="14036"/>
                </a:lnTo>
                <a:lnTo>
                  <a:pt x="1056222" y="13730"/>
                </a:lnTo>
                <a:lnTo>
                  <a:pt x="1056381" y="13742"/>
                </a:lnTo>
                <a:lnTo>
                  <a:pt x="1048527" y="13246"/>
                </a:lnTo>
                <a:lnTo>
                  <a:pt x="1048679" y="13252"/>
                </a:lnTo>
                <a:lnTo>
                  <a:pt x="1039459" y="12897"/>
                </a:lnTo>
                <a:lnTo>
                  <a:pt x="1039563" y="12903"/>
                </a:lnTo>
                <a:lnTo>
                  <a:pt x="1028871" y="12670"/>
                </a:lnTo>
                <a:lnTo>
                  <a:pt x="1028934" y="12670"/>
                </a:lnTo>
                <a:lnTo>
                  <a:pt x="1016673" y="12529"/>
                </a:lnTo>
                <a:lnTo>
                  <a:pt x="1016710" y="12529"/>
                </a:lnTo>
                <a:lnTo>
                  <a:pt x="1002777" y="12462"/>
                </a:lnTo>
                <a:lnTo>
                  <a:pt x="1002802" y="12462"/>
                </a:lnTo>
                <a:lnTo>
                  <a:pt x="969495" y="12437"/>
                </a:lnTo>
                <a:lnTo>
                  <a:pt x="109315" y="12253"/>
                </a:lnTo>
                <a:lnTo>
                  <a:pt x="109328" y="12253"/>
                </a:lnTo>
                <a:lnTo>
                  <a:pt x="76463" y="12315"/>
                </a:lnTo>
                <a:lnTo>
                  <a:pt x="76500" y="12315"/>
                </a:lnTo>
                <a:lnTo>
                  <a:pt x="63070" y="12425"/>
                </a:lnTo>
                <a:lnTo>
                  <a:pt x="63125" y="12425"/>
                </a:lnTo>
                <a:lnTo>
                  <a:pt x="51515" y="12621"/>
                </a:lnTo>
                <a:lnTo>
                  <a:pt x="51600" y="12621"/>
                </a:lnTo>
                <a:lnTo>
                  <a:pt x="41687" y="12921"/>
                </a:lnTo>
                <a:lnTo>
                  <a:pt x="41816" y="12915"/>
                </a:lnTo>
                <a:lnTo>
                  <a:pt x="33458" y="13344"/>
                </a:lnTo>
                <a:lnTo>
                  <a:pt x="33600" y="13332"/>
                </a:lnTo>
                <a:lnTo>
                  <a:pt x="29967" y="13601"/>
                </a:lnTo>
                <a:lnTo>
                  <a:pt x="30083" y="13589"/>
                </a:lnTo>
                <a:lnTo>
                  <a:pt x="26793" y="13901"/>
                </a:lnTo>
                <a:lnTo>
                  <a:pt x="26940" y="13883"/>
                </a:lnTo>
                <a:lnTo>
                  <a:pt x="23968" y="14239"/>
                </a:lnTo>
                <a:lnTo>
                  <a:pt x="24152" y="14214"/>
                </a:lnTo>
                <a:lnTo>
                  <a:pt x="21493" y="14606"/>
                </a:lnTo>
                <a:lnTo>
                  <a:pt x="21720" y="14569"/>
                </a:lnTo>
                <a:lnTo>
                  <a:pt x="19342" y="15017"/>
                </a:lnTo>
                <a:lnTo>
                  <a:pt x="19624" y="14955"/>
                </a:lnTo>
                <a:lnTo>
                  <a:pt x="17523" y="15458"/>
                </a:lnTo>
                <a:lnTo>
                  <a:pt x="17872" y="15360"/>
                </a:lnTo>
                <a:lnTo>
                  <a:pt x="16028" y="15918"/>
                </a:lnTo>
                <a:lnTo>
                  <a:pt x="16444" y="15771"/>
                </a:lnTo>
                <a:lnTo>
                  <a:pt x="14839" y="16383"/>
                </a:lnTo>
                <a:lnTo>
                  <a:pt x="15336" y="16169"/>
                </a:lnTo>
                <a:lnTo>
                  <a:pt x="13957" y="16836"/>
                </a:lnTo>
                <a:lnTo>
                  <a:pt x="14527" y="16524"/>
                </a:lnTo>
                <a:lnTo>
                  <a:pt x="13357" y="17253"/>
                </a:lnTo>
                <a:lnTo>
                  <a:pt x="13975" y="16812"/>
                </a:lnTo>
                <a:lnTo>
                  <a:pt x="12995" y="17609"/>
                </a:lnTo>
                <a:lnTo>
                  <a:pt x="13608" y="17033"/>
                </a:lnTo>
                <a:lnTo>
                  <a:pt x="12799" y="17897"/>
                </a:lnTo>
                <a:lnTo>
                  <a:pt x="13357" y="17216"/>
                </a:lnTo>
                <a:lnTo>
                  <a:pt x="12701" y="18148"/>
                </a:lnTo>
                <a:lnTo>
                  <a:pt x="13142" y="17412"/>
                </a:lnTo>
                <a:lnTo>
                  <a:pt x="12634" y="18423"/>
                </a:lnTo>
                <a:lnTo>
                  <a:pt x="12934" y="17713"/>
                </a:lnTo>
                <a:lnTo>
                  <a:pt x="12548" y="18797"/>
                </a:lnTo>
                <a:lnTo>
                  <a:pt x="12738" y="18172"/>
                </a:lnTo>
                <a:lnTo>
                  <a:pt x="12456" y="19336"/>
                </a:lnTo>
                <a:lnTo>
                  <a:pt x="12560" y="18822"/>
                </a:lnTo>
                <a:lnTo>
                  <a:pt x="12370" y="20071"/>
                </a:lnTo>
                <a:lnTo>
                  <a:pt x="12413" y="19679"/>
                </a:lnTo>
                <a:lnTo>
                  <a:pt x="12303" y="21009"/>
                </a:lnTo>
                <a:lnTo>
                  <a:pt x="12321" y="20635"/>
                </a:lnTo>
                <a:lnTo>
                  <a:pt x="12253" y="23564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rojector state memory">
            <a:extLst xmlns:a="http://schemas.openxmlformats.org/drawingml/2006/main">
              <a:ext uri="{FF2B5EF4-FFF2-40B4-BE49-F238E27FC236}">
                <a16:creationId xmlns:a16="http://schemas.microsoft.com/office/drawing/2014/main" id="{521D4BE9-202B-44B7-B401-CE5EF288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345" y="1326700"/>
            <a:ext cx="743038" cy="25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Projector</a:t>
            </a:r>
          </a:p>
        </p:txBody>
      </p:sp>
      <p:sp>
        <p:nvSpPr>
          <p:cNvPr id="301" name="path-308">
            <a:extLst xmlns:a="http://schemas.openxmlformats.org/drawingml/2006/main">
              <a:ext uri="{FF2B5EF4-FFF2-40B4-BE49-F238E27FC236}">
                <a16:creationId xmlns:a16="http://schemas.microsoft.com/office/drawing/2014/main" id="{0F7D6E6D-1A4E-4E5E-8C64-EE9430D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330" y="1315635"/>
            <a:ext cx="1077102" cy="235271"/>
          </a:xfrm>
          <a:custGeom xmlns:a="http://schemas.openxmlformats.org/drawingml/2006/main">
            <a:pathLst>
              <a:path w="1077102" h="235271">
                <a:moveTo>
                  <a:pt x="0" y="17290"/>
                </a:moveTo>
                <a:cubicBezTo>
                  <a:pt x="0" y="698"/>
                  <a:pt x="4160" y="0"/>
                  <a:pt x="103189" y="0"/>
                </a:cubicBezTo>
                <a:lnTo>
                  <a:pt x="963369" y="184"/>
                </a:lnTo>
                <a:cubicBezTo>
                  <a:pt x="1062398" y="184"/>
                  <a:pt x="1076827" y="0"/>
                  <a:pt x="1076827" y="16591"/>
                </a:cubicBezTo>
                <a:lnTo>
                  <a:pt x="1077102" y="218447"/>
                </a:lnTo>
                <a:cubicBezTo>
                  <a:pt x="1077102" y="235039"/>
                  <a:pt x="1075718" y="235271"/>
                  <a:pt x="976689" y="235271"/>
                </a:cubicBezTo>
                <a:lnTo>
                  <a:pt x="103189" y="234389"/>
                </a:lnTo>
                <a:cubicBezTo>
                  <a:pt x="4160" y="234389"/>
                  <a:pt x="276" y="233740"/>
                  <a:pt x="276" y="217142"/>
                </a:cubicBezTo>
                <a:lnTo>
                  <a:pt x="0" y="172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9">
            <a:extLst xmlns:a="http://schemas.openxmlformats.org/drawingml/2006/main">
              <a:ext uri="{FF2B5EF4-FFF2-40B4-BE49-F238E27FC236}">
                <a16:creationId xmlns:a16="http://schemas.microsoft.com/office/drawing/2014/main" id="{EAC5FE6A-74FC-40C5-8B15-B66A51AF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204" y="1309508"/>
            <a:ext cx="1089356" cy="247525"/>
          </a:xfrm>
          <a:custGeom xmlns:a="http://schemas.openxmlformats.org/drawingml/2006/main">
            <a:pathLst>
              <a:path w="1089356" h="247525">
                <a:moveTo>
                  <a:pt x="73" y="20151"/>
                </a:moveTo>
                <a:lnTo>
                  <a:pt x="220" y="18442"/>
                </a:lnTo>
                <a:lnTo>
                  <a:pt x="478" y="16739"/>
                </a:lnTo>
                <a:lnTo>
                  <a:pt x="894" y="14999"/>
                </a:lnTo>
                <a:lnTo>
                  <a:pt x="1519" y="13240"/>
                </a:lnTo>
                <a:lnTo>
                  <a:pt x="2401" y="11506"/>
                </a:lnTo>
                <a:lnTo>
                  <a:pt x="3547" y="9852"/>
                </a:lnTo>
                <a:lnTo>
                  <a:pt x="4944" y="8357"/>
                </a:lnTo>
                <a:lnTo>
                  <a:pt x="6550" y="7058"/>
                </a:lnTo>
                <a:lnTo>
                  <a:pt x="8319" y="5949"/>
                </a:lnTo>
                <a:lnTo>
                  <a:pt x="10238" y="5024"/>
                </a:lnTo>
                <a:lnTo>
                  <a:pt x="12296" y="4240"/>
                </a:lnTo>
                <a:lnTo>
                  <a:pt x="14526" y="3572"/>
                </a:lnTo>
                <a:lnTo>
                  <a:pt x="16940" y="3002"/>
                </a:lnTo>
                <a:lnTo>
                  <a:pt x="19569" y="2506"/>
                </a:lnTo>
                <a:lnTo>
                  <a:pt x="22437" y="2077"/>
                </a:lnTo>
                <a:lnTo>
                  <a:pt x="25573" y="1709"/>
                </a:lnTo>
                <a:lnTo>
                  <a:pt x="29004" y="1385"/>
                </a:lnTo>
                <a:lnTo>
                  <a:pt x="32765" y="1109"/>
                </a:lnTo>
                <a:lnTo>
                  <a:pt x="41252" y="674"/>
                </a:lnTo>
                <a:lnTo>
                  <a:pt x="51269" y="367"/>
                </a:lnTo>
                <a:lnTo>
                  <a:pt x="62942" y="172"/>
                </a:lnTo>
                <a:lnTo>
                  <a:pt x="76420" y="61"/>
                </a:lnTo>
                <a:lnTo>
                  <a:pt x="109308" y="0"/>
                </a:lnTo>
                <a:lnTo>
                  <a:pt x="969501" y="184"/>
                </a:lnTo>
                <a:lnTo>
                  <a:pt x="1002819" y="208"/>
                </a:lnTo>
                <a:lnTo>
                  <a:pt x="1016788" y="276"/>
                </a:lnTo>
                <a:lnTo>
                  <a:pt x="1029103" y="417"/>
                </a:lnTo>
                <a:lnTo>
                  <a:pt x="1039875" y="649"/>
                </a:lnTo>
                <a:lnTo>
                  <a:pt x="1049225" y="1011"/>
                </a:lnTo>
                <a:lnTo>
                  <a:pt x="1057239" y="1519"/>
                </a:lnTo>
                <a:lnTo>
                  <a:pt x="1060834" y="1844"/>
                </a:lnTo>
                <a:lnTo>
                  <a:pt x="1064137" y="2218"/>
                </a:lnTo>
                <a:lnTo>
                  <a:pt x="1067183" y="2647"/>
                </a:lnTo>
                <a:lnTo>
                  <a:pt x="1069988" y="3143"/>
                </a:lnTo>
                <a:lnTo>
                  <a:pt x="1072580" y="3719"/>
                </a:lnTo>
                <a:lnTo>
                  <a:pt x="1074982" y="4381"/>
                </a:lnTo>
                <a:lnTo>
                  <a:pt x="1077212" y="5153"/>
                </a:lnTo>
                <a:lnTo>
                  <a:pt x="1079289" y="6060"/>
                </a:lnTo>
                <a:lnTo>
                  <a:pt x="1081219" y="7119"/>
                </a:lnTo>
                <a:lnTo>
                  <a:pt x="1082990" y="8363"/>
                </a:lnTo>
                <a:lnTo>
                  <a:pt x="1084577" y="9809"/>
                </a:lnTo>
                <a:lnTo>
                  <a:pt x="1085942" y="11445"/>
                </a:lnTo>
                <a:lnTo>
                  <a:pt x="1087051" y="13228"/>
                </a:lnTo>
                <a:lnTo>
                  <a:pt x="1087885" y="15103"/>
                </a:lnTo>
                <a:lnTo>
                  <a:pt x="1088467" y="17008"/>
                </a:lnTo>
                <a:lnTo>
                  <a:pt x="1088835" y="18920"/>
                </a:lnTo>
                <a:lnTo>
                  <a:pt x="1089025" y="20813"/>
                </a:lnTo>
                <a:lnTo>
                  <a:pt x="1089080" y="22627"/>
                </a:lnTo>
                <a:lnTo>
                  <a:pt x="1089356" y="224611"/>
                </a:lnTo>
                <a:lnTo>
                  <a:pt x="1089313" y="227717"/>
                </a:lnTo>
                <a:lnTo>
                  <a:pt x="1089221" y="229334"/>
                </a:lnTo>
                <a:lnTo>
                  <a:pt x="1089037" y="230964"/>
                </a:lnTo>
                <a:lnTo>
                  <a:pt x="1088723" y="232637"/>
                </a:lnTo>
                <a:lnTo>
                  <a:pt x="1088228" y="234358"/>
                </a:lnTo>
                <a:lnTo>
                  <a:pt x="1087487" y="236086"/>
                </a:lnTo>
                <a:lnTo>
                  <a:pt x="1086464" y="237771"/>
                </a:lnTo>
                <a:lnTo>
                  <a:pt x="1085170" y="239321"/>
                </a:lnTo>
                <a:lnTo>
                  <a:pt x="1083651" y="240681"/>
                </a:lnTo>
                <a:lnTo>
                  <a:pt x="1081948" y="241821"/>
                </a:lnTo>
                <a:lnTo>
                  <a:pt x="1080110" y="242771"/>
                </a:lnTo>
                <a:lnTo>
                  <a:pt x="1078124" y="243561"/>
                </a:lnTo>
                <a:lnTo>
                  <a:pt x="1075998" y="244216"/>
                </a:lnTo>
                <a:lnTo>
                  <a:pt x="1073689" y="244774"/>
                </a:lnTo>
                <a:lnTo>
                  <a:pt x="1071178" y="245252"/>
                </a:lnTo>
                <a:lnTo>
                  <a:pt x="1068425" y="245657"/>
                </a:lnTo>
                <a:lnTo>
                  <a:pt x="1065412" y="246012"/>
                </a:lnTo>
                <a:lnTo>
                  <a:pt x="1062103" y="246312"/>
                </a:lnTo>
                <a:lnTo>
                  <a:pt x="1058463" y="246563"/>
                </a:lnTo>
                <a:lnTo>
                  <a:pt x="1050211" y="246961"/>
                </a:lnTo>
                <a:lnTo>
                  <a:pt x="1040407" y="247231"/>
                </a:lnTo>
                <a:lnTo>
                  <a:pt x="1028920" y="247397"/>
                </a:lnTo>
                <a:lnTo>
                  <a:pt x="1015581" y="247482"/>
                </a:lnTo>
                <a:lnTo>
                  <a:pt x="982816" y="247525"/>
                </a:lnTo>
                <a:lnTo>
                  <a:pt x="109308" y="246643"/>
                </a:lnTo>
                <a:lnTo>
                  <a:pt x="76431" y="246581"/>
                </a:lnTo>
                <a:lnTo>
                  <a:pt x="62972" y="246471"/>
                </a:lnTo>
                <a:lnTo>
                  <a:pt x="51319" y="246281"/>
                </a:lnTo>
                <a:lnTo>
                  <a:pt x="41318" y="245981"/>
                </a:lnTo>
                <a:lnTo>
                  <a:pt x="32851" y="245552"/>
                </a:lnTo>
                <a:lnTo>
                  <a:pt x="29102" y="245277"/>
                </a:lnTo>
                <a:lnTo>
                  <a:pt x="25690" y="244952"/>
                </a:lnTo>
                <a:lnTo>
                  <a:pt x="22565" y="244584"/>
                </a:lnTo>
                <a:lnTo>
                  <a:pt x="19703" y="244155"/>
                </a:lnTo>
                <a:lnTo>
                  <a:pt x="17087" y="243665"/>
                </a:lnTo>
                <a:lnTo>
                  <a:pt x="14686" y="243095"/>
                </a:lnTo>
                <a:lnTo>
                  <a:pt x="12468" y="242428"/>
                </a:lnTo>
                <a:lnTo>
                  <a:pt x="10414" y="241643"/>
                </a:lnTo>
                <a:lnTo>
                  <a:pt x="8503" y="240718"/>
                </a:lnTo>
                <a:lnTo>
                  <a:pt x="6745" y="239609"/>
                </a:lnTo>
                <a:lnTo>
                  <a:pt x="5146" y="238298"/>
                </a:lnTo>
                <a:lnTo>
                  <a:pt x="3754" y="236797"/>
                </a:lnTo>
                <a:lnTo>
                  <a:pt x="2622" y="235149"/>
                </a:lnTo>
                <a:lnTo>
                  <a:pt x="1758" y="233409"/>
                </a:lnTo>
                <a:lnTo>
                  <a:pt x="1145" y="231650"/>
                </a:lnTo>
                <a:lnTo>
                  <a:pt x="741" y="229923"/>
                </a:lnTo>
                <a:lnTo>
                  <a:pt x="490" y="228226"/>
                </a:lnTo>
                <a:lnTo>
                  <a:pt x="349" y="226522"/>
                </a:lnTo>
                <a:lnTo>
                  <a:pt x="276" y="223349"/>
                </a:lnTo>
                <a:lnTo>
                  <a:pt x="0" y="23349"/>
                </a:lnTo>
                <a:lnTo>
                  <a:pt x="73" y="20151"/>
                </a:lnTo>
                <a:moveTo>
                  <a:pt x="12254" y="23564"/>
                </a:moveTo>
                <a:lnTo>
                  <a:pt x="12254" y="23411"/>
                </a:lnTo>
                <a:lnTo>
                  <a:pt x="12528" y="223263"/>
                </a:lnTo>
                <a:lnTo>
                  <a:pt x="12528" y="223128"/>
                </a:lnTo>
                <a:lnTo>
                  <a:pt x="12596" y="226057"/>
                </a:lnTo>
                <a:lnTo>
                  <a:pt x="12578" y="225695"/>
                </a:lnTo>
                <a:lnTo>
                  <a:pt x="12689" y="227025"/>
                </a:lnTo>
                <a:lnTo>
                  <a:pt x="12645" y="226645"/>
                </a:lnTo>
                <a:lnTo>
                  <a:pt x="12822" y="227888"/>
                </a:lnTo>
                <a:lnTo>
                  <a:pt x="12731" y="227380"/>
                </a:lnTo>
                <a:lnTo>
                  <a:pt x="13000" y="228544"/>
                </a:lnTo>
                <a:lnTo>
                  <a:pt x="12822" y="227919"/>
                </a:lnTo>
                <a:lnTo>
                  <a:pt x="13196" y="229003"/>
                </a:lnTo>
                <a:lnTo>
                  <a:pt x="12897" y="228293"/>
                </a:lnTo>
                <a:lnTo>
                  <a:pt x="13399" y="229304"/>
                </a:lnTo>
                <a:lnTo>
                  <a:pt x="12963" y="228562"/>
                </a:lnTo>
                <a:lnTo>
                  <a:pt x="13607" y="229500"/>
                </a:lnTo>
                <a:lnTo>
                  <a:pt x="13056" y="228808"/>
                </a:lnTo>
                <a:lnTo>
                  <a:pt x="13853" y="229671"/>
                </a:lnTo>
                <a:lnTo>
                  <a:pt x="13233" y="229090"/>
                </a:lnTo>
                <a:lnTo>
                  <a:pt x="14207" y="229880"/>
                </a:lnTo>
                <a:lnTo>
                  <a:pt x="13582" y="229433"/>
                </a:lnTo>
                <a:lnTo>
                  <a:pt x="14747" y="230162"/>
                </a:lnTo>
                <a:lnTo>
                  <a:pt x="14171" y="229843"/>
                </a:lnTo>
                <a:lnTo>
                  <a:pt x="15537" y="230511"/>
                </a:lnTo>
                <a:lnTo>
                  <a:pt x="15041" y="230296"/>
                </a:lnTo>
                <a:lnTo>
                  <a:pt x="16628" y="230903"/>
                </a:lnTo>
                <a:lnTo>
                  <a:pt x="16205" y="230756"/>
                </a:lnTo>
                <a:lnTo>
                  <a:pt x="18037" y="231307"/>
                </a:lnTo>
                <a:lnTo>
                  <a:pt x="17693" y="231216"/>
                </a:lnTo>
                <a:lnTo>
                  <a:pt x="19777" y="231711"/>
                </a:lnTo>
                <a:lnTo>
                  <a:pt x="19495" y="231650"/>
                </a:lnTo>
                <a:lnTo>
                  <a:pt x="21853" y="232092"/>
                </a:lnTo>
                <a:lnTo>
                  <a:pt x="21628" y="232055"/>
                </a:lnTo>
                <a:lnTo>
                  <a:pt x="24280" y="232453"/>
                </a:lnTo>
                <a:lnTo>
                  <a:pt x="24097" y="232429"/>
                </a:lnTo>
                <a:lnTo>
                  <a:pt x="27050" y="232778"/>
                </a:lnTo>
                <a:lnTo>
                  <a:pt x="26902" y="232759"/>
                </a:lnTo>
                <a:lnTo>
                  <a:pt x="30187" y="233065"/>
                </a:lnTo>
                <a:lnTo>
                  <a:pt x="30064" y="233060"/>
                </a:lnTo>
                <a:lnTo>
                  <a:pt x="33685" y="233323"/>
                </a:lnTo>
                <a:lnTo>
                  <a:pt x="33543" y="233317"/>
                </a:lnTo>
                <a:lnTo>
                  <a:pt x="41877" y="233740"/>
                </a:lnTo>
                <a:lnTo>
                  <a:pt x="41747" y="233733"/>
                </a:lnTo>
                <a:lnTo>
                  <a:pt x="51642" y="234028"/>
                </a:lnTo>
                <a:lnTo>
                  <a:pt x="51556" y="234028"/>
                </a:lnTo>
                <a:lnTo>
                  <a:pt x="63143" y="234218"/>
                </a:lnTo>
                <a:lnTo>
                  <a:pt x="63094" y="234218"/>
                </a:lnTo>
                <a:lnTo>
                  <a:pt x="76512" y="234328"/>
                </a:lnTo>
                <a:lnTo>
                  <a:pt x="76469" y="234328"/>
                </a:lnTo>
                <a:lnTo>
                  <a:pt x="109327" y="234389"/>
                </a:lnTo>
                <a:lnTo>
                  <a:pt x="109320" y="234389"/>
                </a:lnTo>
                <a:lnTo>
                  <a:pt x="982821" y="235271"/>
                </a:lnTo>
                <a:lnTo>
                  <a:pt x="982803" y="235271"/>
                </a:lnTo>
                <a:lnTo>
                  <a:pt x="1015551" y="235229"/>
                </a:lnTo>
                <a:lnTo>
                  <a:pt x="1015521" y="235229"/>
                </a:lnTo>
                <a:lnTo>
                  <a:pt x="1028810" y="235143"/>
                </a:lnTo>
                <a:lnTo>
                  <a:pt x="1028766" y="235143"/>
                </a:lnTo>
                <a:lnTo>
                  <a:pt x="1040193" y="234977"/>
                </a:lnTo>
                <a:lnTo>
                  <a:pt x="1040114" y="234977"/>
                </a:lnTo>
                <a:lnTo>
                  <a:pt x="1049818" y="234714"/>
                </a:lnTo>
                <a:lnTo>
                  <a:pt x="1049691" y="234720"/>
                </a:lnTo>
                <a:lnTo>
                  <a:pt x="1057809" y="234328"/>
                </a:lnTo>
                <a:lnTo>
                  <a:pt x="1057674" y="234340"/>
                </a:lnTo>
                <a:lnTo>
                  <a:pt x="1061183" y="234089"/>
                </a:lnTo>
                <a:lnTo>
                  <a:pt x="1061062" y="234101"/>
                </a:lnTo>
                <a:lnTo>
                  <a:pt x="1064229" y="233813"/>
                </a:lnTo>
                <a:lnTo>
                  <a:pt x="1064076" y="233825"/>
                </a:lnTo>
                <a:lnTo>
                  <a:pt x="1066913" y="233501"/>
                </a:lnTo>
                <a:lnTo>
                  <a:pt x="1066722" y="233525"/>
                </a:lnTo>
                <a:lnTo>
                  <a:pt x="1069259" y="233145"/>
                </a:lnTo>
                <a:lnTo>
                  <a:pt x="1069015" y="233188"/>
                </a:lnTo>
                <a:lnTo>
                  <a:pt x="1071263" y="232765"/>
                </a:lnTo>
                <a:lnTo>
                  <a:pt x="1070963" y="232827"/>
                </a:lnTo>
                <a:lnTo>
                  <a:pt x="1072936" y="232349"/>
                </a:lnTo>
                <a:lnTo>
                  <a:pt x="1072561" y="232453"/>
                </a:lnTo>
                <a:lnTo>
                  <a:pt x="1074277" y="231920"/>
                </a:lnTo>
                <a:lnTo>
                  <a:pt x="1073824" y="232085"/>
                </a:lnTo>
                <a:lnTo>
                  <a:pt x="1075306" y="231497"/>
                </a:lnTo>
                <a:lnTo>
                  <a:pt x="1074761" y="231742"/>
                </a:lnTo>
                <a:lnTo>
                  <a:pt x="1076023" y="231093"/>
                </a:lnTo>
                <a:lnTo>
                  <a:pt x="1075404" y="231454"/>
                </a:lnTo>
                <a:lnTo>
                  <a:pt x="1076463" y="230743"/>
                </a:lnTo>
                <a:lnTo>
                  <a:pt x="1075809" y="231252"/>
                </a:lnTo>
                <a:lnTo>
                  <a:pt x="1076680" y="230474"/>
                </a:lnTo>
                <a:lnTo>
                  <a:pt x="1076054" y="231124"/>
                </a:lnTo>
                <a:lnTo>
                  <a:pt x="1076759" y="230278"/>
                </a:lnTo>
                <a:lnTo>
                  <a:pt x="1076226" y="231025"/>
                </a:lnTo>
                <a:lnTo>
                  <a:pt x="1076782" y="230106"/>
                </a:lnTo>
                <a:lnTo>
                  <a:pt x="1076391" y="230872"/>
                </a:lnTo>
                <a:lnTo>
                  <a:pt x="1076813" y="229874"/>
                </a:lnTo>
                <a:lnTo>
                  <a:pt x="1076562" y="230578"/>
                </a:lnTo>
                <a:lnTo>
                  <a:pt x="1076875" y="229506"/>
                </a:lnTo>
                <a:lnTo>
                  <a:pt x="1076734" y="230088"/>
                </a:lnTo>
                <a:lnTo>
                  <a:pt x="1076954" y="228936"/>
                </a:lnTo>
                <a:lnTo>
                  <a:pt x="1076887" y="229383"/>
                </a:lnTo>
                <a:lnTo>
                  <a:pt x="1077021" y="228146"/>
                </a:lnTo>
                <a:lnTo>
                  <a:pt x="1076998" y="228470"/>
                </a:lnTo>
                <a:lnTo>
                  <a:pt x="1077070" y="227147"/>
                </a:lnTo>
                <a:lnTo>
                  <a:pt x="1077064" y="227411"/>
                </a:lnTo>
                <a:lnTo>
                  <a:pt x="1077101" y="224488"/>
                </a:lnTo>
                <a:lnTo>
                  <a:pt x="1077101" y="224580"/>
                </a:lnTo>
                <a:lnTo>
                  <a:pt x="1076826" y="22731"/>
                </a:lnTo>
                <a:lnTo>
                  <a:pt x="1076826" y="22902"/>
                </a:lnTo>
                <a:lnTo>
                  <a:pt x="1076782" y="21395"/>
                </a:lnTo>
                <a:lnTo>
                  <a:pt x="1076808" y="21824"/>
                </a:lnTo>
                <a:lnTo>
                  <a:pt x="1076667" y="20414"/>
                </a:lnTo>
                <a:lnTo>
                  <a:pt x="1076746" y="20948"/>
                </a:lnTo>
                <a:lnTo>
                  <a:pt x="1076495" y="19630"/>
                </a:lnTo>
                <a:lnTo>
                  <a:pt x="1076654" y="20267"/>
                </a:lnTo>
                <a:lnTo>
                  <a:pt x="1076275" y="19036"/>
                </a:lnTo>
                <a:lnTo>
                  <a:pt x="1076545" y="19747"/>
                </a:lnTo>
                <a:lnTo>
                  <a:pt x="1076030" y="18601"/>
                </a:lnTo>
                <a:lnTo>
                  <a:pt x="1076422" y="19336"/>
                </a:lnTo>
                <a:lnTo>
                  <a:pt x="1075760" y="18276"/>
                </a:lnTo>
                <a:lnTo>
                  <a:pt x="1076268" y="18975"/>
                </a:lnTo>
                <a:lnTo>
                  <a:pt x="1075447" y="17994"/>
                </a:lnTo>
                <a:lnTo>
                  <a:pt x="1076023" y="18595"/>
                </a:lnTo>
                <a:lnTo>
                  <a:pt x="1075024" y="17688"/>
                </a:lnTo>
                <a:lnTo>
                  <a:pt x="1075625" y="18166"/>
                </a:lnTo>
                <a:lnTo>
                  <a:pt x="1074443" y="17333"/>
                </a:lnTo>
                <a:lnTo>
                  <a:pt x="1075012" y="17688"/>
                </a:lnTo>
                <a:lnTo>
                  <a:pt x="1073627" y="16929"/>
                </a:lnTo>
                <a:lnTo>
                  <a:pt x="1074136" y="17180"/>
                </a:lnTo>
                <a:lnTo>
                  <a:pt x="1072543" y="16487"/>
                </a:lnTo>
                <a:lnTo>
                  <a:pt x="1072985" y="16659"/>
                </a:lnTo>
                <a:lnTo>
                  <a:pt x="1071159" y="16028"/>
                </a:lnTo>
                <a:lnTo>
                  <a:pt x="1071532" y="16144"/>
                </a:lnTo>
                <a:lnTo>
                  <a:pt x="1069473" y="15575"/>
                </a:lnTo>
                <a:lnTo>
                  <a:pt x="1069780" y="15648"/>
                </a:lnTo>
                <a:lnTo>
                  <a:pt x="1067470" y="15139"/>
                </a:lnTo>
                <a:lnTo>
                  <a:pt x="1067721" y="15189"/>
                </a:lnTo>
                <a:lnTo>
                  <a:pt x="1065141" y="14729"/>
                </a:lnTo>
                <a:lnTo>
                  <a:pt x="1065350" y="14766"/>
                </a:lnTo>
                <a:lnTo>
                  <a:pt x="1062501" y="14361"/>
                </a:lnTo>
                <a:lnTo>
                  <a:pt x="1062674" y="14380"/>
                </a:lnTo>
                <a:lnTo>
                  <a:pt x="1059523" y="14024"/>
                </a:lnTo>
                <a:lnTo>
                  <a:pt x="1059664" y="14036"/>
                </a:lnTo>
                <a:lnTo>
                  <a:pt x="1056222" y="13730"/>
                </a:lnTo>
                <a:lnTo>
                  <a:pt x="1056381" y="13742"/>
                </a:lnTo>
                <a:lnTo>
                  <a:pt x="1048526" y="13246"/>
                </a:lnTo>
                <a:lnTo>
                  <a:pt x="1048679" y="13252"/>
                </a:lnTo>
                <a:lnTo>
                  <a:pt x="1039459" y="12897"/>
                </a:lnTo>
                <a:lnTo>
                  <a:pt x="1039556" y="12903"/>
                </a:lnTo>
                <a:lnTo>
                  <a:pt x="1028871" y="12670"/>
                </a:lnTo>
                <a:lnTo>
                  <a:pt x="1028933" y="12670"/>
                </a:lnTo>
                <a:lnTo>
                  <a:pt x="1016673" y="12529"/>
                </a:lnTo>
                <a:lnTo>
                  <a:pt x="1016709" y="12529"/>
                </a:lnTo>
                <a:lnTo>
                  <a:pt x="1002777" y="12462"/>
                </a:lnTo>
                <a:lnTo>
                  <a:pt x="1002800" y="12462"/>
                </a:lnTo>
                <a:lnTo>
                  <a:pt x="969495" y="12438"/>
                </a:lnTo>
                <a:lnTo>
                  <a:pt x="109315" y="12254"/>
                </a:lnTo>
                <a:lnTo>
                  <a:pt x="109327" y="12254"/>
                </a:lnTo>
                <a:lnTo>
                  <a:pt x="76463" y="12315"/>
                </a:lnTo>
                <a:lnTo>
                  <a:pt x="76499" y="12315"/>
                </a:lnTo>
                <a:lnTo>
                  <a:pt x="63069" y="12425"/>
                </a:lnTo>
                <a:lnTo>
                  <a:pt x="63125" y="12425"/>
                </a:lnTo>
                <a:lnTo>
                  <a:pt x="51514" y="12621"/>
                </a:lnTo>
                <a:lnTo>
                  <a:pt x="51600" y="12621"/>
                </a:lnTo>
                <a:lnTo>
                  <a:pt x="41687" y="12921"/>
                </a:lnTo>
                <a:lnTo>
                  <a:pt x="41815" y="12915"/>
                </a:lnTo>
                <a:lnTo>
                  <a:pt x="33457" y="13338"/>
                </a:lnTo>
                <a:lnTo>
                  <a:pt x="33599" y="13332"/>
                </a:lnTo>
                <a:lnTo>
                  <a:pt x="29967" y="13601"/>
                </a:lnTo>
                <a:lnTo>
                  <a:pt x="30082" y="13589"/>
                </a:lnTo>
                <a:lnTo>
                  <a:pt x="26793" y="13902"/>
                </a:lnTo>
                <a:lnTo>
                  <a:pt x="26939" y="13883"/>
                </a:lnTo>
                <a:lnTo>
                  <a:pt x="23967" y="14239"/>
                </a:lnTo>
                <a:lnTo>
                  <a:pt x="24151" y="14214"/>
                </a:lnTo>
                <a:lnTo>
                  <a:pt x="21486" y="14606"/>
                </a:lnTo>
                <a:lnTo>
                  <a:pt x="21718" y="14569"/>
                </a:lnTo>
                <a:lnTo>
                  <a:pt x="19342" y="15017"/>
                </a:lnTo>
                <a:lnTo>
                  <a:pt x="19623" y="14955"/>
                </a:lnTo>
                <a:lnTo>
                  <a:pt x="17522" y="15458"/>
                </a:lnTo>
                <a:lnTo>
                  <a:pt x="17865" y="15360"/>
                </a:lnTo>
                <a:lnTo>
                  <a:pt x="16028" y="15918"/>
                </a:lnTo>
                <a:lnTo>
                  <a:pt x="16444" y="15771"/>
                </a:lnTo>
                <a:lnTo>
                  <a:pt x="14840" y="16383"/>
                </a:lnTo>
                <a:lnTo>
                  <a:pt x="15335" y="16169"/>
                </a:lnTo>
                <a:lnTo>
                  <a:pt x="13956" y="16836"/>
                </a:lnTo>
                <a:lnTo>
                  <a:pt x="14526" y="16524"/>
                </a:lnTo>
                <a:lnTo>
                  <a:pt x="13356" y="17253"/>
                </a:lnTo>
                <a:lnTo>
                  <a:pt x="13975" y="16812"/>
                </a:lnTo>
                <a:lnTo>
                  <a:pt x="12989" y="17609"/>
                </a:lnTo>
                <a:lnTo>
                  <a:pt x="13607" y="17033"/>
                </a:lnTo>
                <a:lnTo>
                  <a:pt x="12798" y="17897"/>
                </a:lnTo>
                <a:lnTo>
                  <a:pt x="13349" y="17216"/>
                </a:lnTo>
                <a:lnTo>
                  <a:pt x="12700" y="18148"/>
                </a:lnTo>
                <a:lnTo>
                  <a:pt x="13141" y="17412"/>
                </a:lnTo>
                <a:lnTo>
                  <a:pt x="12633" y="18423"/>
                </a:lnTo>
                <a:lnTo>
                  <a:pt x="12933" y="17713"/>
                </a:lnTo>
                <a:lnTo>
                  <a:pt x="12547" y="18797"/>
                </a:lnTo>
                <a:lnTo>
                  <a:pt x="12738" y="18172"/>
                </a:lnTo>
                <a:lnTo>
                  <a:pt x="12456" y="19336"/>
                </a:lnTo>
                <a:lnTo>
                  <a:pt x="12554" y="18822"/>
                </a:lnTo>
                <a:lnTo>
                  <a:pt x="12370" y="20071"/>
                </a:lnTo>
                <a:lnTo>
                  <a:pt x="12412" y="19680"/>
                </a:lnTo>
                <a:lnTo>
                  <a:pt x="12303" y="21009"/>
                </a:lnTo>
                <a:lnTo>
                  <a:pt x="12321" y="20635"/>
                </a:lnTo>
                <a:lnTo>
                  <a:pt x="12254" y="23564"/>
                </a:ln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rojector language">
            <a:extLst xmlns:a="http://schemas.openxmlformats.org/drawingml/2006/main">
              <a:ext uri="{FF2B5EF4-FFF2-40B4-BE49-F238E27FC236}">
                <a16:creationId xmlns:a16="http://schemas.microsoft.com/office/drawing/2014/main" id="{1FBD51F6-48DD-4226-9F55-67249B0A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7662" y="1310157"/>
            <a:ext cx="743035" cy="257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Projector</a:t>
            </a:r>
          </a:p>
        </p:txBody>
      </p:sp>
      <p:sp>
        <p:nvSpPr>
          <p:cNvPr id="304" name="path-311">
            <a:extLst xmlns:a="http://schemas.openxmlformats.org/drawingml/2006/main">
              <a:ext uri="{FF2B5EF4-FFF2-40B4-BE49-F238E27FC236}">
                <a16:creationId xmlns:a16="http://schemas.microsoft.com/office/drawing/2014/main" id="{065CF763-CFF6-4D67-BE8A-95273F2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816" y="882159"/>
            <a:ext cx="2720025" cy="539777"/>
          </a:xfrm>
          <a:custGeom xmlns:a="http://schemas.openxmlformats.org/drawingml/2006/main">
            <a:pathLst>
              <a:path w="2720025" h="539777">
                <a:moveTo>
                  <a:pt x="2610796" y="409354"/>
                </a:moveTo>
                <a:lnTo>
                  <a:pt x="2663482" y="501796"/>
                </a:lnTo>
                <a:lnTo>
                  <a:pt x="2637020" y="501526"/>
                </a:lnTo>
                <a:lnTo>
                  <a:pt x="2691554" y="410169"/>
                </a:lnTo>
                <a:lnTo>
                  <a:pt x="2692743" y="408453"/>
                </a:lnTo>
                <a:lnTo>
                  <a:pt x="2694159" y="406916"/>
                </a:lnTo>
                <a:lnTo>
                  <a:pt x="2695770" y="405580"/>
                </a:lnTo>
                <a:lnTo>
                  <a:pt x="2697547" y="404477"/>
                </a:lnTo>
                <a:lnTo>
                  <a:pt x="2699458" y="403631"/>
                </a:lnTo>
                <a:lnTo>
                  <a:pt x="2701468" y="403050"/>
                </a:lnTo>
                <a:lnTo>
                  <a:pt x="2703533" y="402749"/>
                </a:lnTo>
                <a:lnTo>
                  <a:pt x="2705628" y="402731"/>
                </a:lnTo>
                <a:lnTo>
                  <a:pt x="2707700" y="403000"/>
                </a:lnTo>
                <a:lnTo>
                  <a:pt x="2709721" y="403546"/>
                </a:lnTo>
                <a:lnTo>
                  <a:pt x="2711639" y="404367"/>
                </a:lnTo>
                <a:lnTo>
                  <a:pt x="2713434" y="405433"/>
                </a:lnTo>
                <a:lnTo>
                  <a:pt x="2715069" y="406744"/>
                </a:lnTo>
                <a:lnTo>
                  <a:pt x="2716509" y="408257"/>
                </a:lnTo>
                <a:lnTo>
                  <a:pt x="2717727" y="409954"/>
                </a:lnTo>
                <a:lnTo>
                  <a:pt x="2718704" y="411805"/>
                </a:lnTo>
                <a:lnTo>
                  <a:pt x="2719420" y="413765"/>
                </a:lnTo>
                <a:lnTo>
                  <a:pt x="2719867" y="415812"/>
                </a:lnTo>
                <a:lnTo>
                  <a:pt x="2720025" y="417895"/>
                </a:lnTo>
                <a:lnTo>
                  <a:pt x="2719897" y="419984"/>
                </a:lnTo>
                <a:lnTo>
                  <a:pt x="2719487" y="422030"/>
                </a:lnTo>
                <a:lnTo>
                  <a:pt x="2718806" y="424009"/>
                </a:lnTo>
                <a:lnTo>
                  <a:pt x="2717857" y="425872"/>
                </a:lnTo>
                <a:lnTo>
                  <a:pt x="2649868" y="539777"/>
                </a:lnTo>
                <a:lnTo>
                  <a:pt x="2584182" y="424524"/>
                </a:lnTo>
                <a:lnTo>
                  <a:pt x="2583275" y="422643"/>
                </a:lnTo>
                <a:lnTo>
                  <a:pt x="2582633" y="420652"/>
                </a:lnTo>
                <a:lnTo>
                  <a:pt x="2582263" y="418593"/>
                </a:lnTo>
                <a:lnTo>
                  <a:pt x="2582184" y="416504"/>
                </a:lnTo>
                <a:lnTo>
                  <a:pt x="2582387" y="414427"/>
                </a:lnTo>
                <a:lnTo>
                  <a:pt x="2582863" y="412393"/>
                </a:lnTo>
                <a:lnTo>
                  <a:pt x="2583624" y="410444"/>
                </a:lnTo>
                <a:lnTo>
                  <a:pt x="2584635" y="408613"/>
                </a:lnTo>
                <a:lnTo>
                  <a:pt x="2585891" y="406940"/>
                </a:lnTo>
                <a:lnTo>
                  <a:pt x="2587363" y="405451"/>
                </a:lnTo>
                <a:lnTo>
                  <a:pt x="2589016" y="404183"/>
                </a:lnTo>
                <a:lnTo>
                  <a:pt x="2590835" y="403147"/>
                </a:lnTo>
                <a:lnTo>
                  <a:pt x="2592772" y="402369"/>
                </a:lnTo>
                <a:lnTo>
                  <a:pt x="2594800" y="401861"/>
                </a:lnTo>
                <a:lnTo>
                  <a:pt x="2596883" y="401634"/>
                </a:lnTo>
                <a:lnTo>
                  <a:pt x="2598972" y="401696"/>
                </a:lnTo>
                <a:lnTo>
                  <a:pt x="2601030" y="402039"/>
                </a:lnTo>
                <a:lnTo>
                  <a:pt x="2603027" y="402657"/>
                </a:lnTo>
                <a:lnTo>
                  <a:pt x="2604922" y="403546"/>
                </a:lnTo>
                <a:lnTo>
                  <a:pt x="2606678" y="404685"/>
                </a:lnTo>
                <a:lnTo>
                  <a:pt x="2608259" y="406045"/>
                </a:lnTo>
                <a:lnTo>
                  <a:pt x="2609645" y="407614"/>
                </a:lnTo>
                <a:lnTo>
                  <a:pt x="2610796" y="409354"/>
                </a:lnTo>
                <a:moveTo>
                  <a:pt x="0" y="0"/>
                </a:moveTo>
                <a:lnTo>
                  <a:pt x="2665491" y="0"/>
                </a:lnTo>
                <a:lnTo>
                  <a:pt x="2665491" y="509381"/>
                </a:lnTo>
                <a:lnTo>
                  <a:pt x="2634858" y="509381"/>
                </a:lnTo>
                <a:lnTo>
                  <a:pt x="2634858" y="15317"/>
                </a:lnTo>
                <a:lnTo>
                  <a:pt x="2650173" y="30634"/>
                </a:lnTo>
                <a:lnTo>
                  <a:pt x="0" y="3063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DA8B3FC-81B2-4DBF-9304-D28F08ED1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8da91ee34481b"/>
          <a:stretch xmlns:a="http://schemas.openxmlformats.org/drawingml/2006/main"/>
        </p:blipFill>
        <p:spPr>
          <a:xfrm xmlns:a="http://schemas.openxmlformats.org/drawingml/2006/main">
            <a:off x="10906125" y="5105400"/>
            <a:ext cx="4152900" cy="2009775"/>
          </a:xfrm>
          <a:prstGeom xmlns:a="http://schemas.openxmlformats.org/drawingml/2006/main" prst="rect">
            <a:avLst/>
          </a:prstGeom>
        </p:spPr>
      </p:pic>
      <p:sp>
        <p:nvSpPr>
          <p:cNvPr id="306" name="path-313">
            <a:extLst xmlns:a="http://schemas.openxmlformats.org/drawingml/2006/main">
              <a:ext uri="{FF2B5EF4-FFF2-40B4-BE49-F238E27FC236}">
                <a16:creationId xmlns:a16="http://schemas.microsoft.com/office/drawing/2014/main" id="{5FCD90C9-72B2-4214-B020-667944A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768" y="4891577"/>
            <a:ext cx="4259700" cy="2258054"/>
          </a:xfrm>
          <a:custGeom xmlns:a="http://schemas.openxmlformats.org/drawingml/2006/main">
            <a:pathLst>
              <a:path w="4259700" h="2258054">
                <a:moveTo>
                  <a:pt x="1091" y="2073727"/>
                </a:moveTo>
                <a:lnTo>
                  <a:pt x="1046" y="2000205"/>
                </a:lnTo>
                <a:lnTo>
                  <a:pt x="25554" y="2000187"/>
                </a:lnTo>
                <a:lnTo>
                  <a:pt x="25596" y="2073710"/>
                </a:lnTo>
                <a:lnTo>
                  <a:pt x="1091" y="2073727"/>
                </a:lnTo>
                <a:moveTo>
                  <a:pt x="1035" y="1975698"/>
                </a:moveTo>
                <a:lnTo>
                  <a:pt x="991" y="1902176"/>
                </a:lnTo>
                <a:lnTo>
                  <a:pt x="25498" y="1902158"/>
                </a:lnTo>
                <a:lnTo>
                  <a:pt x="25543" y="1975680"/>
                </a:lnTo>
                <a:lnTo>
                  <a:pt x="1035" y="1975698"/>
                </a:lnTo>
                <a:moveTo>
                  <a:pt x="979" y="1877668"/>
                </a:moveTo>
                <a:lnTo>
                  <a:pt x="937" y="1804146"/>
                </a:lnTo>
                <a:lnTo>
                  <a:pt x="25445" y="1804128"/>
                </a:lnTo>
                <a:lnTo>
                  <a:pt x="25487" y="1877651"/>
                </a:lnTo>
                <a:lnTo>
                  <a:pt x="979" y="1877668"/>
                </a:lnTo>
                <a:moveTo>
                  <a:pt x="919" y="1779638"/>
                </a:moveTo>
                <a:lnTo>
                  <a:pt x="881" y="1706116"/>
                </a:lnTo>
                <a:lnTo>
                  <a:pt x="25389" y="1706098"/>
                </a:lnTo>
                <a:lnTo>
                  <a:pt x="25426" y="1779620"/>
                </a:lnTo>
                <a:lnTo>
                  <a:pt x="919" y="1779638"/>
                </a:lnTo>
                <a:moveTo>
                  <a:pt x="863" y="1681608"/>
                </a:moveTo>
                <a:lnTo>
                  <a:pt x="821" y="1608086"/>
                </a:lnTo>
                <a:lnTo>
                  <a:pt x="25329" y="1608068"/>
                </a:lnTo>
                <a:lnTo>
                  <a:pt x="25371" y="1681591"/>
                </a:lnTo>
                <a:lnTo>
                  <a:pt x="863" y="1681608"/>
                </a:lnTo>
                <a:moveTo>
                  <a:pt x="809" y="1583579"/>
                </a:moveTo>
                <a:lnTo>
                  <a:pt x="765" y="1510057"/>
                </a:lnTo>
                <a:lnTo>
                  <a:pt x="25273" y="1510039"/>
                </a:lnTo>
                <a:lnTo>
                  <a:pt x="25317" y="1583561"/>
                </a:lnTo>
                <a:lnTo>
                  <a:pt x="809" y="1583579"/>
                </a:lnTo>
                <a:moveTo>
                  <a:pt x="753" y="1485549"/>
                </a:moveTo>
                <a:lnTo>
                  <a:pt x="709" y="1412027"/>
                </a:lnTo>
                <a:lnTo>
                  <a:pt x="25217" y="1412009"/>
                </a:lnTo>
                <a:lnTo>
                  <a:pt x="25261" y="1485531"/>
                </a:lnTo>
                <a:lnTo>
                  <a:pt x="753" y="1485549"/>
                </a:lnTo>
                <a:moveTo>
                  <a:pt x="698" y="1387519"/>
                </a:moveTo>
                <a:lnTo>
                  <a:pt x="656" y="1313997"/>
                </a:lnTo>
                <a:lnTo>
                  <a:pt x="25164" y="1313979"/>
                </a:lnTo>
                <a:lnTo>
                  <a:pt x="25205" y="1387501"/>
                </a:lnTo>
                <a:lnTo>
                  <a:pt x="698" y="1387519"/>
                </a:lnTo>
                <a:moveTo>
                  <a:pt x="637" y="1289489"/>
                </a:moveTo>
                <a:lnTo>
                  <a:pt x="600" y="1215967"/>
                </a:lnTo>
                <a:lnTo>
                  <a:pt x="25108" y="1215949"/>
                </a:lnTo>
                <a:lnTo>
                  <a:pt x="25145" y="1289471"/>
                </a:lnTo>
                <a:lnTo>
                  <a:pt x="637" y="1289489"/>
                </a:lnTo>
                <a:moveTo>
                  <a:pt x="581" y="1191460"/>
                </a:moveTo>
                <a:lnTo>
                  <a:pt x="540" y="1117938"/>
                </a:lnTo>
                <a:lnTo>
                  <a:pt x="25045" y="1117919"/>
                </a:lnTo>
                <a:lnTo>
                  <a:pt x="25089" y="1191441"/>
                </a:lnTo>
                <a:lnTo>
                  <a:pt x="581" y="1191460"/>
                </a:lnTo>
                <a:moveTo>
                  <a:pt x="526" y="1093430"/>
                </a:moveTo>
                <a:lnTo>
                  <a:pt x="484" y="1019908"/>
                </a:lnTo>
                <a:lnTo>
                  <a:pt x="24991" y="1019889"/>
                </a:lnTo>
                <a:lnTo>
                  <a:pt x="25033" y="1093412"/>
                </a:lnTo>
                <a:lnTo>
                  <a:pt x="526" y="1093430"/>
                </a:lnTo>
                <a:moveTo>
                  <a:pt x="472" y="995400"/>
                </a:moveTo>
                <a:lnTo>
                  <a:pt x="428" y="921878"/>
                </a:lnTo>
                <a:lnTo>
                  <a:pt x="24936" y="921859"/>
                </a:lnTo>
                <a:lnTo>
                  <a:pt x="24978" y="995382"/>
                </a:lnTo>
                <a:lnTo>
                  <a:pt x="472" y="995400"/>
                </a:lnTo>
                <a:moveTo>
                  <a:pt x="416" y="897370"/>
                </a:moveTo>
                <a:lnTo>
                  <a:pt x="372" y="823848"/>
                </a:lnTo>
                <a:lnTo>
                  <a:pt x="24880" y="823830"/>
                </a:lnTo>
                <a:lnTo>
                  <a:pt x="24924" y="897352"/>
                </a:lnTo>
                <a:lnTo>
                  <a:pt x="416" y="897370"/>
                </a:lnTo>
                <a:moveTo>
                  <a:pt x="353" y="799341"/>
                </a:moveTo>
                <a:lnTo>
                  <a:pt x="312" y="725818"/>
                </a:lnTo>
                <a:lnTo>
                  <a:pt x="24819" y="725800"/>
                </a:lnTo>
                <a:lnTo>
                  <a:pt x="24861" y="799322"/>
                </a:lnTo>
                <a:lnTo>
                  <a:pt x="353" y="799341"/>
                </a:lnTo>
                <a:moveTo>
                  <a:pt x="300" y="701311"/>
                </a:moveTo>
                <a:lnTo>
                  <a:pt x="256" y="627788"/>
                </a:lnTo>
                <a:lnTo>
                  <a:pt x="24764" y="627770"/>
                </a:lnTo>
                <a:lnTo>
                  <a:pt x="24808" y="701293"/>
                </a:lnTo>
                <a:lnTo>
                  <a:pt x="300" y="701311"/>
                </a:lnTo>
                <a:moveTo>
                  <a:pt x="244" y="603281"/>
                </a:moveTo>
                <a:lnTo>
                  <a:pt x="202" y="529759"/>
                </a:lnTo>
                <a:lnTo>
                  <a:pt x="24710" y="529740"/>
                </a:lnTo>
                <a:lnTo>
                  <a:pt x="24752" y="603263"/>
                </a:lnTo>
                <a:lnTo>
                  <a:pt x="244" y="603281"/>
                </a:lnTo>
                <a:moveTo>
                  <a:pt x="188" y="505251"/>
                </a:moveTo>
                <a:lnTo>
                  <a:pt x="147" y="431729"/>
                </a:lnTo>
                <a:lnTo>
                  <a:pt x="24654" y="431711"/>
                </a:lnTo>
                <a:lnTo>
                  <a:pt x="24696" y="505233"/>
                </a:lnTo>
                <a:lnTo>
                  <a:pt x="188" y="505251"/>
                </a:lnTo>
                <a:moveTo>
                  <a:pt x="135" y="407222"/>
                </a:moveTo>
                <a:lnTo>
                  <a:pt x="91" y="333699"/>
                </a:lnTo>
                <a:lnTo>
                  <a:pt x="24598" y="333681"/>
                </a:lnTo>
                <a:lnTo>
                  <a:pt x="24640" y="407203"/>
                </a:lnTo>
                <a:lnTo>
                  <a:pt x="135" y="407222"/>
                </a:lnTo>
                <a:moveTo>
                  <a:pt x="74" y="309192"/>
                </a:moveTo>
                <a:lnTo>
                  <a:pt x="35" y="235669"/>
                </a:lnTo>
                <a:lnTo>
                  <a:pt x="24543" y="235651"/>
                </a:lnTo>
                <a:lnTo>
                  <a:pt x="24580" y="309174"/>
                </a:lnTo>
                <a:lnTo>
                  <a:pt x="74" y="309192"/>
                </a:lnTo>
                <a:moveTo>
                  <a:pt x="19" y="211162"/>
                </a:moveTo>
                <a:lnTo>
                  <a:pt x="0" y="176374"/>
                </a:lnTo>
                <a:lnTo>
                  <a:pt x="60" y="161939"/>
                </a:lnTo>
                <a:lnTo>
                  <a:pt x="281" y="148313"/>
                </a:lnTo>
                <a:lnTo>
                  <a:pt x="477" y="141738"/>
                </a:lnTo>
                <a:lnTo>
                  <a:pt x="667" y="137138"/>
                </a:lnTo>
                <a:lnTo>
                  <a:pt x="25150" y="138142"/>
                </a:lnTo>
                <a:lnTo>
                  <a:pt x="24966" y="142670"/>
                </a:lnTo>
                <a:lnTo>
                  <a:pt x="24973" y="142535"/>
                </a:lnTo>
                <a:lnTo>
                  <a:pt x="24782" y="148956"/>
                </a:lnTo>
                <a:lnTo>
                  <a:pt x="24782" y="148791"/>
                </a:lnTo>
                <a:lnTo>
                  <a:pt x="24561" y="162263"/>
                </a:lnTo>
                <a:lnTo>
                  <a:pt x="24568" y="162116"/>
                </a:lnTo>
                <a:lnTo>
                  <a:pt x="24508" y="176447"/>
                </a:lnTo>
                <a:lnTo>
                  <a:pt x="24508" y="176386"/>
                </a:lnTo>
                <a:lnTo>
                  <a:pt x="24526" y="211144"/>
                </a:lnTo>
                <a:lnTo>
                  <a:pt x="19" y="211162"/>
                </a:lnTo>
                <a:moveTo>
                  <a:pt x="2616" y="111870"/>
                </a:moveTo>
                <a:lnTo>
                  <a:pt x="2646" y="111576"/>
                </a:lnTo>
                <a:lnTo>
                  <a:pt x="3388" y="106026"/>
                </a:lnTo>
                <a:lnTo>
                  <a:pt x="4265" y="100621"/>
                </a:lnTo>
                <a:lnTo>
                  <a:pt x="5274" y="95358"/>
                </a:lnTo>
                <a:lnTo>
                  <a:pt x="6439" y="90236"/>
                </a:lnTo>
                <a:lnTo>
                  <a:pt x="7762" y="85249"/>
                </a:lnTo>
                <a:lnTo>
                  <a:pt x="9269" y="80396"/>
                </a:lnTo>
                <a:lnTo>
                  <a:pt x="10971" y="75679"/>
                </a:lnTo>
                <a:lnTo>
                  <a:pt x="12871" y="71096"/>
                </a:lnTo>
                <a:lnTo>
                  <a:pt x="14992" y="66648"/>
                </a:lnTo>
                <a:lnTo>
                  <a:pt x="17345" y="62347"/>
                </a:lnTo>
                <a:lnTo>
                  <a:pt x="19924" y="58193"/>
                </a:lnTo>
                <a:lnTo>
                  <a:pt x="22747" y="54204"/>
                </a:lnTo>
                <a:lnTo>
                  <a:pt x="25824" y="50375"/>
                </a:lnTo>
                <a:lnTo>
                  <a:pt x="29145" y="46717"/>
                </a:lnTo>
                <a:lnTo>
                  <a:pt x="32710" y="43243"/>
                </a:lnTo>
                <a:lnTo>
                  <a:pt x="36528" y="39947"/>
                </a:lnTo>
                <a:lnTo>
                  <a:pt x="37900" y="38893"/>
                </a:lnTo>
                <a:lnTo>
                  <a:pt x="52818" y="58340"/>
                </a:lnTo>
                <a:lnTo>
                  <a:pt x="51722" y="59180"/>
                </a:lnTo>
                <a:lnTo>
                  <a:pt x="52274" y="58725"/>
                </a:lnTo>
                <a:lnTo>
                  <a:pt x="49009" y="61550"/>
                </a:lnTo>
                <a:lnTo>
                  <a:pt x="49553" y="61054"/>
                </a:lnTo>
                <a:lnTo>
                  <a:pt x="46516" y="64014"/>
                </a:lnTo>
                <a:lnTo>
                  <a:pt x="47034" y="63474"/>
                </a:lnTo>
                <a:lnTo>
                  <a:pt x="44216" y="66574"/>
                </a:lnTo>
                <a:lnTo>
                  <a:pt x="44702" y="66011"/>
                </a:lnTo>
                <a:lnTo>
                  <a:pt x="42097" y="69252"/>
                </a:lnTo>
                <a:lnTo>
                  <a:pt x="42544" y="68664"/>
                </a:lnTo>
                <a:lnTo>
                  <a:pt x="40142" y="72058"/>
                </a:lnTo>
                <a:lnTo>
                  <a:pt x="40542" y="71451"/>
                </a:lnTo>
                <a:lnTo>
                  <a:pt x="38335" y="74999"/>
                </a:lnTo>
                <a:lnTo>
                  <a:pt x="38684" y="74392"/>
                </a:lnTo>
                <a:lnTo>
                  <a:pt x="36668" y="78093"/>
                </a:lnTo>
                <a:lnTo>
                  <a:pt x="36970" y="77499"/>
                </a:lnTo>
                <a:lnTo>
                  <a:pt x="35130" y="81358"/>
                </a:lnTo>
                <a:lnTo>
                  <a:pt x="35389" y="80783"/>
                </a:lnTo>
                <a:lnTo>
                  <a:pt x="33717" y="84808"/>
                </a:lnTo>
                <a:lnTo>
                  <a:pt x="33930" y="84256"/>
                </a:lnTo>
                <a:lnTo>
                  <a:pt x="32424" y="88441"/>
                </a:lnTo>
                <a:lnTo>
                  <a:pt x="32596" y="87927"/>
                </a:lnTo>
                <a:lnTo>
                  <a:pt x="31240" y="92283"/>
                </a:lnTo>
                <a:lnTo>
                  <a:pt x="31382" y="91805"/>
                </a:lnTo>
                <a:lnTo>
                  <a:pt x="30175" y="96327"/>
                </a:lnTo>
                <a:lnTo>
                  <a:pt x="30284" y="95885"/>
                </a:lnTo>
                <a:lnTo>
                  <a:pt x="29219" y="100590"/>
                </a:lnTo>
                <a:lnTo>
                  <a:pt x="29298" y="100186"/>
                </a:lnTo>
                <a:lnTo>
                  <a:pt x="28361" y="105063"/>
                </a:lnTo>
                <a:lnTo>
                  <a:pt x="28428" y="104702"/>
                </a:lnTo>
                <a:lnTo>
                  <a:pt x="27615" y="109762"/>
                </a:lnTo>
                <a:lnTo>
                  <a:pt x="27661" y="109438"/>
                </a:lnTo>
                <a:lnTo>
                  <a:pt x="26956" y="114683"/>
                </a:lnTo>
                <a:lnTo>
                  <a:pt x="26994" y="114394"/>
                </a:lnTo>
                <a:lnTo>
                  <a:pt x="26977" y="114548"/>
                </a:lnTo>
                <a:lnTo>
                  <a:pt x="2616" y="111870"/>
                </a:lnTo>
                <a:moveTo>
                  <a:pt x="61678" y="25108"/>
                </a:moveTo>
                <a:lnTo>
                  <a:pt x="64503" y="23894"/>
                </a:lnTo>
                <a:lnTo>
                  <a:pt x="70035" y="21781"/>
                </a:lnTo>
                <a:lnTo>
                  <a:pt x="75826" y="19808"/>
                </a:lnTo>
                <a:lnTo>
                  <a:pt x="81890" y="17970"/>
                </a:lnTo>
                <a:lnTo>
                  <a:pt x="88232" y="16261"/>
                </a:lnTo>
                <a:lnTo>
                  <a:pt x="94862" y="14668"/>
                </a:lnTo>
                <a:lnTo>
                  <a:pt x="101791" y="13191"/>
                </a:lnTo>
                <a:lnTo>
                  <a:pt x="109026" y="11818"/>
                </a:lnTo>
                <a:lnTo>
                  <a:pt x="116581" y="10551"/>
                </a:lnTo>
                <a:lnTo>
                  <a:pt x="124467" y="9380"/>
                </a:lnTo>
                <a:lnTo>
                  <a:pt x="132690" y="8302"/>
                </a:lnTo>
                <a:lnTo>
                  <a:pt x="136524" y="7855"/>
                </a:lnTo>
                <a:lnTo>
                  <a:pt x="139343" y="32203"/>
                </a:lnTo>
                <a:lnTo>
                  <a:pt x="135599" y="32632"/>
                </a:lnTo>
                <a:lnTo>
                  <a:pt x="135789" y="32607"/>
                </a:lnTo>
                <a:lnTo>
                  <a:pt x="127762" y="33667"/>
                </a:lnTo>
                <a:lnTo>
                  <a:pt x="127971" y="33636"/>
                </a:lnTo>
                <a:lnTo>
                  <a:pt x="120300" y="34776"/>
                </a:lnTo>
                <a:lnTo>
                  <a:pt x="120532" y="34739"/>
                </a:lnTo>
                <a:lnTo>
                  <a:pt x="113219" y="35970"/>
                </a:lnTo>
                <a:lnTo>
                  <a:pt x="113470" y="35922"/>
                </a:lnTo>
                <a:lnTo>
                  <a:pt x="106491" y="37245"/>
                </a:lnTo>
                <a:lnTo>
                  <a:pt x="106766" y="37190"/>
                </a:lnTo>
                <a:lnTo>
                  <a:pt x="100131" y="38605"/>
                </a:lnTo>
                <a:lnTo>
                  <a:pt x="100431" y="38538"/>
                </a:lnTo>
                <a:lnTo>
                  <a:pt x="94120" y="40051"/>
                </a:lnTo>
                <a:lnTo>
                  <a:pt x="94450" y="39965"/>
                </a:lnTo>
                <a:lnTo>
                  <a:pt x="88460" y="41583"/>
                </a:lnTo>
                <a:lnTo>
                  <a:pt x="88820" y="41479"/>
                </a:lnTo>
                <a:lnTo>
                  <a:pt x="83134" y="43207"/>
                </a:lnTo>
                <a:lnTo>
                  <a:pt x="83527" y="43078"/>
                </a:lnTo>
                <a:lnTo>
                  <a:pt x="78142" y="44909"/>
                </a:lnTo>
                <a:lnTo>
                  <a:pt x="78570" y="44757"/>
                </a:lnTo>
                <a:lnTo>
                  <a:pt x="73479" y="46699"/>
                </a:lnTo>
                <a:lnTo>
                  <a:pt x="73933" y="46515"/>
                </a:lnTo>
                <a:lnTo>
                  <a:pt x="71328" y="47630"/>
                </a:lnTo>
                <a:lnTo>
                  <a:pt x="61678" y="25108"/>
                </a:lnTo>
                <a:moveTo>
                  <a:pt x="161369" y="5422"/>
                </a:moveTo>
                <a:lnTo>
                  <a:pt x="169150" y="4815"/>
                </a:lnTo>
                <a:lnTo>
                  <a:pt x="179203" y="4129"/>
                </a:lnTo>
                <a:lnTo>
                  <a:pt x="189656" y="3517"/>
                </a:lnTo>
                <a:lnTo>
                  <a:pt x="200513" y="2959"/>
                </a:lnTo>
                <a:lnTo>
                  <a:pt x="211787" y="2469"/>
                </a:lnTo>
                <a:lnTo>
                  <a:pt x="223477" y="2034"/>
                </a:lnTo>
                <a:lnTo>
                  <a:pt x="235358" y="1660"/>
                </a:lnTo>
                <a:lnTo>
                  <a:pt x="236130" y="26155"/>
                </a:lnTo>
                <a:lnTo>
                  <a:pt x="224286" y="26529"/>
                </a:lnTo>
                <a:lnTo>
                  <a:pt x="224354" y="26529"/>
                </a:lnTo>
                <a:lnTo>
                  <a:pt x="212736" y="26958"/>
                </a:lnTo>
                <a:lnTo>
                  <a:pt x="212810" y="26958"/>
                </a:lnTo>
                <a:lnTo>
                  <a:pt x="201623" y="27443"/>
                </a:lnTo>
                <a:lnTo>
                  <a:pt x="201713" y="27443"/>
                </a:lnTo>
                <a:lnTo>
                  <a:pt x="190949" y="27987"/>
                </a:lnTo>
                <a:lnTo>
                  <a:pt x="191046" y="27981"/>
                </a:lnTo>
                <a:lnTo>
                  <a:pt x="180698" y="28594"/>
                </a:lnTo>
                <a:lnTo>
                  <a:pt x="180810" y="28582"/>
                </a:lnTo>
                <a:lnTo>
                  <a:pt x="170871" y="29262"/>
                </a:lnTo>
                <a:lnTo>
                  <a:pt x="170994" y="29249"/>
                </a:lnTo>
                <a:lnTo>
                  <a:pt x="163274" y="29856"/>
                </a:lnTo>
                <a:lnTo>
                  <a:pt x="161369" y="5422"/>
                </a:lnTo>
                <a:moveTo>
                  <a:pt x="259945" y="1066"/>
                </a:moveTo>
                <a:lnTo>
                  <a:pt x="261186" y="1035"/>
                </a:lnTo>
                <a:lnTo>
                  <a:pt x="288606" y="594"/>
                </a:lnTo>
                <a:lnTo>
                  <a:pt x="317922" y="294"/>
                </a:lnTo>
                <a:lnTo>
                  <a:pt x="333687" y="202"/>
                </a:lnTo>
                <a:lnTo>
                  <a:pt x="333828" y="24710"/>
                </a:lnTo>
                <a:lnTo>
                  <a:pt x="318095" y="24801"/>
                </a:lnTo>
                <a:lnTo>
                  <a:pt x="318148" y="24801"/>
                </a:lnTo>
                <a:lnTo>
                  <a:pt x="288887" y="25102"/>
                </a:lnTo>
                <a:lnTo>
                  <a:pt x="288959" y="25096"/>
                </a:lnTo>
                <a:lnTo>
                  <a:pt x="261628" y="25543"/>
                </a:lnTo>
                <a:lnTo>
                  <a:pt x="261726" y="25537"/>
                </a:lnTo>
                <a:lnTo>
                  <a:pt x="260538" y="25567"/>
                </a:lnTo>
                <a:lnTo>
                  <a:pt x="259945" y="1066"/>
                </a:lnTo>
                <a:moveTo>
                  <a:pt x="358232" y="85"/>
                </a:moveTo>
                <a:lnTo>
                  <a:pt x="382549" y="24"/>
                </a:lnTo>
                <a:lnTo>
                  <a:pt x="417993" y="0"/>
                </a:lnTo>
                <a:lnTo>
                  <a:pt x="431797" y="6"/>
                </a:lnTo>
                <a:lnTo>
                  <a:pt x="431783" y="24514"/>
                </a:lnTo>
                <a:lnTo>
                  <a:pt x="417986" y="24507"/>
                </a:lnTo>
                <a:lnTo>
                  <a:pt x="418005" y="24507"/>
                </a:lnTo>
                <a:lnTo>
                  <a:pt x="382579" y="24532"/>
                </a:lnTo>
                <a:lnTo>
                  <a:pt x="382605" y="24532"/>
                </a:lnTo>
                <a:lnTo>
                  <a:pt x="358299" y="24593"/>
                </a:lnTo>
                <a:lnTo>
                  <a:pt x="358232" y="85"/>
                </a:lnTo>
                <a:moveTo>
                  <a:pt x="456305" y="19"/>
                </a:moveTo>
                <a:lnTo>
                  <a:pt x="529826" y="61"/>
                </a:lnTo>
                <a:lnTo>
                  <a:pt x="529814" y="24568"/>
                </a:lnTo>
                <a:lnTo>
                  <a:pt x="456291" y="24526"/>
                </a:lnTo>
                <a:lnTo>
                  <a:pt x="456305" y="19"/>
                </a:lnTo>
                <a:moveTo>
                  <a:pt x="554334" y="73"/>
                </a:moveTo>
                <a:lnTo>
                  <a:pt x="627857" y="110"/>
                </a:lnTo>
                <a:lnTo>
                  <a:pt x="627843" y="24618"/>
                </a:lnTo>
                <a:lnTo>
                  <a:pt x="554322" y="24581"/>
                </a:lnTo>
                <a:lnTo>
                  <a:pt x="554334" y="73"/>
                </a:lnTo>
                <a:moveTo>
                  <a:pt x="652363" y="122"/>
                </a:moveTo>
                <a:lnTo>
                  <a:pt x="725886" y="159"/>
                </a:lnTo>
                <a:lnTo>
                  <a:pt x="725872" y="24667"/>
                </a:lnTo>
                <a:lnTo>
                  <a:pt x="652351" y="24630"/>
                </a:lnTo>
                <a:lnTo>
                  <a:pt x="652363" y="122"/>
                </a:lnTo>
                <a:moveTo>
                  <a:pt x="750394" y="172"/>
                </a:moveTo>
                <a:lnTo>
                  <a:pt x="823915" y="215"/>
                </a:lnTo>
                <a:lnTo>
                  <a:pt x="823903" y="24722"/>
                </a:lnTo>
                <a:lnTo>
                  <a:pt x="750380" y="24679"/>
                </a:lnTo>
                <a:lnTo>
                  <a:pt x="750394" y="172"/>
                </a:lnTo>
                <a:moveTo>
                  <a:pt x="848423" y="227"/>
                </a:moveTo>
                <a:lnTo>
                  <a:pt x="921946" y="263"/>
                </a:lnTo>
                <a:lnTo>
                  <a:pt x="921932" y="24771"/>
                </a:lnTo>
                <a:lnTo>
                  <a:pt x="848411" y="24734"/>
                </a:lnTo>
                <a:lnTo>
                  <a:pt x="848423" y="227"/>
                </a:lnTo>
                <a:moveTo>
                  <a:pt x="946452" y="276"/>
                </a:moveTo>
                <a:lnTo>
                  <a:pt x="1019975" y="312"/>
                </a:lnTo>
                <a:lnTo>
                  <a:pt x="1019963" y="24820"/>
                </a:lnTo>
                <a:lnTo>
                  <a:pt x="946440" y="24783"/>
                </a:lnTo>
                <a:lnTo>
                  <a:pt x="946452" y="276"/>
                </a:lnTo>
                <a:moveTo>
                  <a:pt x="1044483" y="324"/>
                </a:moveTo>
                <a:lnTo>
                  <a:pt x="1118004" y="367"/>
                </a:lnTo>
                <a:lnTo>
                  <a:pt x="1117992" y="24875"/>
                </a:lnTo>
                <a:lnTo>
                  <a:pt x="1044469" y="24832"/>
                </a:lnTo>
                <a:lnTo>
                  <a:pt x="1044483" y="324"/>
                </a:lnTo>
                <a:moveTo>
                  <a:pt x="1142512" y="380"/>
                </a:moveTo>
                <a:lnTo>
                  <a:pt x="1216035" y="417"/>
                </a:lnTo>
                <a:lnTo>
                  <a:pt x="1216021" y="24924"/>
                </a:lnTo>
                <a:lnTo>
                  <a:pt x="1142500" y="24887"/>
                </a:lnTo>
                <a:lnTo>
                  <a:pt x="1142512" y="380"/>
                </a:lnTo>
                <a:moveTo>
                  <a:pt x="1240543" y="428"/>
                </a:moveTo>
                <a:lnTo>
                  <a:pt x="1314064" y="466"/>
                </a:lnTo>
                <a:lnTo>
                  <a:pt x="1314045" y="24973"/>
                </a:lnTo>
                <a:lnTo>
                  <a:pt x="1240529" y="24936"/>
                </a:lnTo>
                <a:lnTo>
                  <a:pt x="1240543" y="428"/>
                </a:lnTo>
                <a:moveTo>
                  <a:pt x="1338572" y="478"/>
                </a:moveTo>
                <a:lnTo>
                  <a:pt x="1412095" y="520"/>
                </a:lnTo>
                <a:lnTo>
                  <a:pt x="1412074" y="25028"/>
                </a:lnTo>
                <a:lnTo>
                  <a:pt x="1338553" y="24986"/>
                </a:lnTo>
                <a:lnTo>
                  <a:pt x="1338572" y="478"/>
                </a:lnTo>
                <a:moveTo>
                  <a:pt x="1436601" y="533"/>
                </a:moveTo>
                <a:lnTo>
                  <a:pt x="1510124" y="570"/>
                </a:lnTo>
                <a:lnTo>
                  <a:pt x="1510105" y="25077"/>
                </a:lnTo>
                <a:lnTo>
                  <a:pt x="1436582" y="25040"/>
                </a:lnTo>
                <a:lnTo>
                  <a:pt x="1436601" y="533"/>
                </a:lnTo>
                <a:moveTo>
                  <a:pt x="1534632" y="582"/>
                </a:moveTo>
                <a:lnTo>
                  <a:pt x="1608153" y="619"/>
                </a:lnTo>
                <a:lnTo>
                  <a:pt x="1608134" y="25126"/>
                </a:lnTo>
                <a:lnTo>
                  <a:pt x="1534613" y="25089"/>
                </a:lnTo>
                <a:lnTo>
                  <a:pt x="1534632" y="582"/>
                </a:lnTo>
                <a:moveTo>
                  <a:pt x="1632661" y="631"/>
                </a:moveTo>
                <a:lnTo>
                  <a:pt x="1706182" y="674"/>
                </a:lnTo>
                <a:lnTo>
                  <a:pt x="1706166" y="25182"/>
                </a:lnTo>
                <a:lnTo>
                  <a:pt x="1632642" y="25139"/>
                </a:lnTo>
                <a:lnTo>
                  <a:pt x="1632661" y="631"/>
                </a:lnTo>
                <a:moveTo>
                  <a:pt x="1730690" y="686"/>
                </a:moveTo>
                <a:lnTo>
                  <a:pt x="1804213" y="723"/>
                </a:lnTo>
                <a:lnTo>
                  <a:pt x="1804195" y="25230"/>
                </a:lnTo>
                <a:lnTo>
                  <a:pt x="1730671" y="25194"/>
                </a:lnTo>
                <a:lnTo>
                  <a:pt x="1730690" y="686"/>
                </a:lnTo>
                <a:moveTo>
                  <a:pt x="1828721" y="735"/>
                </a:moveTo>
                <a:lnTo>
                  <a:pt x="1902242" y="772"/>
                </a:lnTo>
                <a:lnTo>
                  <a:pt x="1902223" y="25279"/>
                </a:lnTo>
                <a:lnTo>
                  <a:pt x="1828702" y="25243"/>
                </a:lnTo>
                <a:lnTo>
                  <a:pt x="1828721" y="735"/>
                </a:lnTo>
                <a:moveTo>
                  <a:pt x="1926750" y="790"/>
                </a:moveTo>
                <a:lnTo>
                  <a:pt x="2000271" y="827"/>
                </a:lnTo>
                <a:lnTo>
                  <a:pt x="2000255" y="25335"/>
                </a:lnTo>
                <a:lnTo>
                  <a:pt x="1926731" y="25298"/>
                </a:lnTo>
                <a:lnTo>
                  <a:pt x="1926750" y="790"/>
                </a:lnTo>
                <a:moveTo>
                  <a:pt x="2024779" y="839"/>
                </a:moveTo>
                <a:lnTo>
                  <a:pt x="2098302" y="876"/>
                </a:lnTo>
                <a:lnTo>
                  <a:pt x="2098284" y="25384"/>
                </a:lnTo>
                <a:lnTo>
                  <a:pt x="2024762" y="25347"/>
                </a:lnTo>
                <a:lnTo>
                  <a:pt x="2024779" y="839"/>
                </a:lnTo>
                <a:moveTo>
                  <a:pt x="2122810" y="888"/>
                </a:moveTo>
                <a:lnTo>
                  <a:pt x="2196331" y="931"/>
                </a:lnTo>
                <a:lnTo>
                  <a:pt x="2196312" y="25439"/>
                </a:lnTo>
                <a:lnTo>
                  <a:pt x="2122791" y="25396"/>
                </a:lnTo>
                <a:lnTo>
                  <a:pt x="2122810" y="888"/>
                </a:lnTo>
                <a:moveTo>
                  <a:pt x="2220839" y="944"/>
                </a:moveTo>
                <a:lnTo>
                  <a:pt x="2294362" y="980"/>
                </a:lnTo>
                <a:lnTo>
                  <a:pt x="2294344" y="25487"/>
                </a:lnTo>
                <a:lnTo>
                  <a:pt x="2220820" y="25451"/>
                </a:lnTo>
                <a:lnTo>
                  <a:pt x="2220839" y="944"/>
                </a:lnTo>
                <a:moveTo>
                  <a:pt x="2318868" y="992"/>
                </a:moveTo>
                <a:lnTo>
                  <a:pt x="2392391" y="1029"/>
                </a:lnTo>
                <a:lnTo>
                  <a:pt x="2392373" y="25537"/>
                </a:lnTo>
                <a:lnTo>
                  <a:pt x="2318851" y="25500"/>
                </a:lnTo>
                <a:lnTo>
                  <a:pt x="2318868" y="992"/>
                </a:lnTo>
                <a:moveTo>
                  <a:pt x="2416899" y="1042"/>
                </a:moveTo>
                <a:lnTo>
                  <a:pt x="2490420" y="1084"/>
                </a:lnTo>
                <a:lnTo>
                  <a:pt x="2490404" y="25592"/>
                </a:lnTo>
                <a:lnTo>
                  <a:pt x="2416880" y="25549"/>
                </a:lnTo>
                <a:lnTo>
                  <a:pt x="2416899" y="1042"/>
                </a:lnTo>
                <a:moveTo>
                  <a:pt x="2514928" y="1096"/>
                </a:moveTo>
                <a:lnTo>
                  <a:pt x="2588451" y="1134"/>
                </a:lnTo>
                <a:lnTo>
                  <a:pt x="2588433" y="25641"/>
                </a:lnTo>
                <a:lnTo>
                  <a:pt x="2514909" y="25604"/>
                </a:lnTo>
                <a:lnTo>
                  <a:pt x="2514928" y="1096"/>
                </a:lnTo>
                <a:moveTo>
                  <a:pt x="2612959" y="1145"/>
                </a:moveTo>
                <a:lnTo>
                  <a:pt x="2686480" y="1182"/>
                </a:lnTo>
                <a:lnTo>
                  <a:pt x="2686462" y="25690"/>
                </a:lnTo>
                <a:lnTo>
                  <a:pt x="2612941" y="25653"/>
                </a:lnTo>
                <a:lnTo>
                  <a:pt x="2612959" y="1145"/>
                </a:lnTo>
                <a:moveTo>
                  <a:pt x="2710988" y="1195"/>
                </a:moveTo>
                <a:lnTo>
                  <a:pt x="2784509" y="1238"/>
                </a:lnTo>
                <a:lnTo>
                  <a:pt x="2784493" y="25745"/>
                </a:lnTo>
                <a:lnTo>
                  <a:pt x="2710969" y="25702"/>
                </a:lnTo>
                <a:lnTo>
                  <a:pt x="2710988" y="1195"/>
                </a:lnTo>
                <a:moveTo>
                  <a:pt x="2809017" y="1250"/>
                </a:moveTo>
                <a:lnTo>
                  <a:pt x="2882540" y="1287"/>
                </a:lnTo>
                <a:lnTo>
                  <a:pt x="2882522" y="25794"/>
                </a:lnTo>
                <a:lnTo>
                  <a:pt x="2809001" y="25757"/>
                </a:lnTo>
                <a:lnTo>
                  <a:pt x="2809017" y="1250"/>
                </a:lnTo>
                <a:moveTo>
                  <a:pt x="2907048" y="1299"/>
                </a:moveTo>
                <a:lnTo>
                  <a:pt x="2980569" y="1335"/>
                </a:lnTo>
                <a:lnTo>
                  <a:pt x="2980551" y="25843"/>
                </a:lnTo>
                <a:lnTo>
                  <a:pt x="2907030" y="25806"/>
                </a:lnTo>
                <a:lnTo>
                  <a:pt x="2907048" y="1299"/>
                </a:lnTo>
                <a:moveTo>
                  <a:pt x="3005077" y="1348"/>
                </a:moveTo>
                <a:lnTo>
                  <a:pt x="3078600" y="1391"/>
                </a:lnTo>
                <a:lnTo>
                  <a:pt x="3078582" y="25898"/>
                </a:lnTo>
                <a:lnTo>
                  <a:pt x="3005058" y="25855"/>
                </a:lnTo>
                <a:lnTo>
                  <a:pt x="3005077" y="1348"/>
                </a:lnTo>
                <a:moveTo>
                  <a:pt x="3103106" y="1403"/>
                </a:moveTo>
                <a:lnTo>
                  <a:pt x="3176629" y="1440"/>
                </a:lnTo>
                <a:lnTo>
                  <a:pt x="3176611" y="25947"/>
                </a:lnTo>
                <a:lnTo>
                  <a:pt x="3103090" y="25911"/>
                </a:lnTo>
                <a:lnTo>
                  <a:pt x="3103106" y="1403"/>
                </a:lnTo>
                <a:moveTo>
                  <a:pt x="3201137" y="1452"/>
                </a:moveTo>
                <a:lnTo>
                  <a:pt x="3274658" y="1489"/>
                </a:lnTo>
                <a:lnTo>
                  <a:pt x="3274642" y="25996"/>
                </a:lnTo>
                <a:lnTo>
                  <a:pt x="3201119" y="25959"/>
                </a:lnTo>
                <a:lnTo>
                  <a:pt x="3201137" y="1452"/>
                </a:lnTo>
                <a:moveTo>
                  <a:pt x="3299166" y="1501"/>
                </a:moveTo>
                <a:lnTo>
                  <a:pt x="3372689" y="1544"/>
                </a:lnTo>
                <a:lnTo>
                  <a:pt x="3372671" y="26051"/>
                </a:lnTo>
                <a:lnTo>
                  <a:pt x="3299147" y="26008"/>
                </a:lnTo>
                <a:lnTo>
                  <a:pt x="3299166" y="1501"/>
                </a:lnTo>
                <a:moveTo>
                  <a:pt x="3397197" y="1556"/>
                </a:moveTo>
                <a:lnTo>
                  <a:pt x="3470718" y="1593"/>
                </a:lnTo>
                <a:lnTo>
                  <a:pt x="3470700" y="26100"/>
                </a:lnTo>
                <a:lnTo>
                  <a:pt x="3397179" y="26064"/>
                </a:lnTo>
                <a:lnTo>
                  <a:pt x="3397197" y="1556"/>
                </a:lnTo>
                <a:moveTo>
                  <a:pt x="3495226" y="1605"/>
                </a:moveTo>
                <a:lnTo>
                  <a:pt x="3568747" y="1642"/>
                </a:lnTo>
                <a:lnTo>
                  <a:pt x="3568731" y="26150"/>
                </a:lnTo>
                <a:lnTo>
                  <a:pt x="3495208" y="26112"/>
                </a:lnTo>
                <a:lnTo>
                  <a:pt x="3495226" y="1605"/>
                </a:lnTo>
                <a:moveTo>
                  <a:pt x="3593255" y="1654"/>
                </a:moveTo>
                <a:lnTo>
                  <a:pt x="3666779" y="1697"/>
                </a:lnTo>
                <a:lnTo>
                  <a:pt x="3666760" y="26204"/>
                </a:lnTo>
                <a:lnTo>
                  <a:pt x="3593239" y="26162"/>
                </a:lnTo>
                <a:lnTo>
                  <a:pt x="3593255" y="1654"/>
                </a:lnTo>
                <a:moveTo>
                  <a:pt x="3691286" y="1709"/>
                </a:moveTo>
                <a:lnTo>
                  <a:pt x="3764807" y="1746"/>
                </a:lnTo>
                <a:lnTo>
                  <a:pt x="3764789" y="26254"/>
                </a:lnTo>
                <a:lnTo>
                  <a:pt x="3691268" y="26217"/>
                </a:lnTo>
                <a:lnTo>
                  <a:pt x="3691286" y="1709"/>
                </a:lnTo>
                <a:moveTo>
                  <a:pt x="3789315" y="1759"/>
                </a:moveTo>
                <a:lnTo>
                  <a:pt x="3800266" y="1764"/>
                </a:lnTo>
                <a:lnTo>
                  <a:pt x="3862832" y="1782"/>
                </a:lnTo>
                <a:lnTo>
                  <a:pt x="3862825" y="26290"/>
                </a:lnTo>
                <a:lnTo>
                  <a:pt x="3800252" y="26272"/>
                </a:lnTo>
                <a:lnTo>
                  <a:pt x="3789297" y="26266"/>
                </a:lnTo>
                <a:lnTo>
                  <a:pt x="3789315" y="1759"/>
                </a:lnTo>
                <a:moveTo>
                  <a:pt x="3887365" y="1820"/>
                </a:moveTo>
                <a:lnTo>
                  <a:pt x="3901273" y="1850"/>
                </a:lnTo>
                <a:lnTo>
                  <a:pt x="3931307" y="1998"/>
                </a:lnTo>
                <a:lnTo>
                  <a:pt x="3959612" y="2249"/>
                </a:lnTo>
                <a:lnTo>
                  <a:pt x="3961040" y="2273"/>
                </a:lnTo>
                <a:lnTo>
                  <a:pt x="3960677" y="26775"/>
                </a:lnTo>
                <a:lnTo>
                  <a:pt x="3959289" y="26756"/>
                </a:lnTo>
                <a:lnTo>
                  <a:pt x="3959361" y="26756"/>
                </a:lnTo>
                <a:lnTo>
                  <a:pt x="3931109" y="26505"/>
                </a:lnTo>
                <a:lnTo>
                  <a:pt x="3931165" y="26505"/>
                </a:lnTo>
                <a:lnTo>
                  <a:pt x="3901169" y="26358"/>
                </a:lnTo>
                <a:lnTo>
                  <a:pt x="3901197" y="26358"/>
                </a:lnTo>
                <a:lnTo>
                  <a:pt x="3887309" y="26327"/>
                </a:lnTo>
                <a:lnTo>
                  <a:pt x="3887365" y="1820"/>
                </a:lnTo>
                <a:moveTo>
                  <a:pt x="3985540" y="2635"/>
                </a:moveTo>
                <a:lnTo>
                  <a:pt x="3986245" y="2641"/>
                </a:lnTo>
                <a:lnTo>
                  <a:pt x="4011237" y="3204"/>
                </a:lnTo>
                <a:lnTo>
                  <a:pt x="4023166" y="3553"/>
                </a:lnTo>
                <a:lnTo>
                  <a:pt x="4034696" y="3958"/>
                </a:lnTo>
                <a:lnTo>
                  <a:pt x="4045853" y="4424"/>
                </a:lnTo>
                <a:lnTo>
                  <a:pt x="4056636" y="4944"/>
                </a:lnTo>
                <a:lnTo>
                  <a:pt x="4059529" y="5110"/>
                </a:lnTo>
                <a:lnTo>
                  <a:pt x="4058150" y="29581"/>
                </a:lnTo>
                <a:lnTo>
                  <a:pt x="4055301" y="29415"/>
                </a:lnTo>
                <a:lnTo>
                  <a:pt x="4055399" y="29421"/>
                </a:lnTo>
                <a:lnTo>
                  <a:pt x="4044709" y="28901"/>
                </a:lnTo>
                <a:lnTo>
                  <a:pt x="4044793" y="28906"/>
                </a:lnTo>
                <a:lnTo>
                  <a:pt x="4033724" y="28447"/>
                </a:lnTo>
                <a:lnTo>
                  <a:pt x="4033803" y="28453"/>
                </a:lnTo>
                <a:lnTo>
                  <a:pt x="4022345" y="28049"/>
                </a:lnTo>
                <a:lnTo>
                  <a:pt x="4022413" y="28049"/>
                </a:lnTo>
                <a:lnTo>
                  <a:pt x="4010562" y="27699"/>
                </a:lnTo>
                <a:lnTo>
                  <a:pt x="4010648" y="27699"/>
                </a:lnTo>
                <a:lnTo>
                  <a:pt x="3985743" y="27148"/>
                </a:lnTo>
                <a:lnTo>
                  <a:pt x="3985833" y="27148"/>
                </a:lnTo>
                <a:lnTo>
                  <a:pt x="3985180" y="27136"/>
                </a:lnTo>
                <a:lnTo>
                  <a:pt x="3985540" y="2635"/>
                </a:lnTo>
                <a:moveTo>
                  <a:pt x="4084213" y="6727"/>
                </a:moveTo>
                <a:lnTo>
                  <a:pt x="4086837" y="6923"/>
                </a:lnTo>
                <a:lnTo>
                  <a:pt x="4096217" y="7732"/>
                </a:lnTo>
                <a:lnTo>
                  <a:pt x="4105261" y="8620"/>
                </a:lnTo>
                <a:lnTo>
                  <a:pt x="4113972" y="9601"/>
                </a:lnTo>
                <a:lnTo>
                  <a:pt x="4122372" y="10667"/>
                </a:lnTo>
                <a:lnTo>
                  <a:pt x="4130460" y="11831"/>
                </a:lnTo>
                <a:lnTo>
                  <a:pt x="4138247" y="13093"/>
                </a:lnTo>
                <a:lnTo>
                  <a:pt x="4145740" y="14460"/>
                </a:lnTo>
                <a:lnTo>
                  <a:pt x="4152944" y="15942"/>
                </a:lnTo>
                <a:lnTo>
                  <a:pt x="4158772" y="17284"/>
                </a:lnTo>
                <a:lnTo>
                  <a:pt x="4153263" y="41167"/>
                </a:lnTo>
                <a:lnTo>
                  <a:pt x="4147584" y="39855"/>
                </a:lnTo>
                <a:lnTo>
                  <a:pt x="4147872" y="39916"/>
                </a:lnTo>
                <a:lnTo>
                  <a:pt x="4140943" y="38495"/>
                </a:lnTo>
                <a:lnTo>
                  <a:pt x="4141205" y="38544"/>
                </a:lnTo>
                <a:lnTo>
                  <a:pt x="4133964" y="37220"/>
                </a:lnTo>
                <a:lnTo>
                  <a:pt x="4134203" y="37263"/>
                </a:lnTo>
                <a:lnTo>
                  <a:pt x="4126648" y="36038"/>
                </a:lnTo>
                <a:lnTo>
                  <a:pt x="4126862" y="36075"/>
                </a:lnTo>
                <a:lnTo>
                  <a:pt x="4118983" y="34941"/>
                </a:lnTo>
                <a:lnTo>
                  <a:pt x="4119186" y="34966"/>
                </a:lnTo>
                <a:lnTo>
                  <a:pt x="4110975" y="33925"/>
                </a:lnTo>
                <a:lnTo>
                  <a:pt x="4111154" y="33943"/>
                </a:lnTo>
                <a:lnTo>
                  <a:pt x="4102612" y="32987"/>
                </a:lnTo>
                <a:lnTo>
                  <a:pt x="4102773" y="33005"/>
                </a:lnTo>
                <a:lnTo>
                  <a:pt x="4093890" y="32129"/>
                </a:lnTo>
                <a:lnTo>
                  <a:pt x="4094036" y="32142"/>
                </a:lnTo>
                <a:lnTo>
                  <a:pt x="4084802" y="31345"/>
                </a:lnTo>
                <a:lnTo>
                  <a:pt x="4084930" y="31357"/>
                </a:lnTo>
                <a:lnTo>
                  <a:pt x="4082376" y="31167"/>
                </a:lnTo>
                <a:lnTo>
                  <a:pt x="4084213" y="6727"/>
                </a:lnTo>
                <a:moveTo>
                  <a:pt x="4183647" y="24758"/>
                </a:moveTo>
                <a:lnTo>
                  <a:pt x="4184933" y="25230"/>
                </a:lnTo>
                <a:lnTo>
                  <a:pt x="4190570" y="27509"/>
                </a:lnTo>
                <a:lnTo>
                  <a:pt x="4195967" y="29954"/>
                </a:lnTo>
                <a:lnTo>
                  <a:pt x="4201132" y="32558"/>
                </a:lnTo>
                <a:lnTo>
                  <a:pt x="4206060" y="35340"/>
                </a:lnTo>
                <a:lnTo>
                  <a:pt x="4210752" y="38299"/>
                </a:lnTo>
                <a:lnTo>
                  <a:pt x="4215212" y="41448"/>
                </a:lnTo>
                <a:lnTo>
                  <a:pt x="4219433" y="44781"/>
                </a:lnTo>
                <a:lnTo>
                  <a:pt x="4223421" y="48310"/>
                </a:lnTo>
                <a:lnTo>
                  <a:pt x="4227165" y="52023"/>
                </a:lnTo>
                <a:lnTo>
                  <a:pt x="4230670" y="55926"/>
                </a:lnTo>
                <a:lnTo>
                  <a:pt x="4233937" y="60018"/>
                </a:lnTo>
                <a:lnTo>
                  <a:pt x="4236955" y="64283"/>
                </a:lnTo>
                <a:lnTo>
                  <a:pt x="4239739" y="68725"/>
                </a:lnTo>
                <a:lnTo>
                  <a:pt x="4242288" y="73339"/>
                </a:lnTo>
                <a:lnTo>
                  <a:pt x="4244450" y="77787"/>
                </a:lnTo>
                <a:lnTo>
                  <a:pt x="4222410" y="88502"/>
                </a:lnTo>
                <a:lnTo>
                  <a:pt x="4220389" y="84343"/>
                </a:lnTo>
                <a:lnTo>
                  <a:pt x="4220684" y="84912"/>
                </a:lnTo>
                <a:lnTo>
                  <a:pt x="4218452" y="80874"/>
                </a:lnTo>
                <a:lnTo>
                  <a:pt x="4218796" y="81457"/>
                </a:lnTo>
                <a:lnTo>
                  <a:pt x="4216371" y="77591"/>
                </a:lnTo>
                <a:lnTo>
                  <a:pt x="4216757" y="78167"/>
                </a:lnTo>
                <a:lnTo>
                  <a:pt x="4214140" y="74466"/>
                </a:lnTo>
                <a:lnTo>
                  <a:pt x="4214561" y="75029"/>
                </a:lnTo>
                <a:lnTo>
                  <a:pt x="4211738" y="71494"/>
                </a:lnTo>
                <a:lnTo>
                  <a:pt x="4212196" y="72040"/>
                </a:lnTo>
                <a:lnTo>
                  <a:pt x="4209171" y="68664"/>
                </a:lnTo>
                <a:lnTo>
                  <a:pt x="4209655" y="69178"/>
                </a:lnTo>
                <a:lnTo>
                  <a:pt x="4206415" y="65955"/>
                </a:lnTo>
                <a:lnTo>
                  <a:pt x="4206922" y="66433"/>
                </a:lnTo>
                <a:lnTo>
                  <a:pt x="4203455" y="63370"/>
                </a:lnTo>
                <a:lnTo>
                  <a:pt x="4203983" y="63805"/>
                </a:lnTo>
                <a:lnTo>
                  <a:pt x="4200281" y="60889"/>
                </a:lnTo>
                <a:lnTo>
                  <a:pt x="4200813" y="61281"/>
                </a:lnTo>
                <a:lnTo>
                  <a:pt x="4196881" y="58512"/>
                </a:lnTo>
                <a:lnTo>
                  <a:pt x="4197409" y="58861"/>
                </a:lnTo>
                <a:lnTo>
                  <a:pt x="4193235" y="56226"/>
                </a:lnTo>
                <a:lnTo>
                  <a:pt x="4193749" y="56533"/>
                </a:lnTo>
                <a:lnTo>
                  <a:pt x="4189326" y="54039"/>
                </a:lnTo>
                <a:lnTo>
                  <a:pt x="4189828" y="54302"/>
                </a:lnTo>
                <a:lnTo>
                  <a:pt x="4185154" y="51943"/>
                </a:lnTo>
                <a:lnTo>
                  <a:pt x="4185631" y="52170"/>
                </a:lnTo>
                <a:lnTo>
                  <a:pt x="4180701" y="49940"/>
                </a:lnTo>
                <a:lnTo>
                  <a:pt x="4181147" y="50136"/>
                </a:lnTo>
                <a:lnTo>
                  <a:pt x="4175950" y="48028"/>
                </a:lnTo>
                <a:lnTo>
                  <a:pt x="4176373" y="48194"/>
                </a:lnTo>
                <a:lnTo>
                  <a:pt x="4175296" y="47802"/>
                </a:lnTo>
                <a:lnTo>
                  <a:pt x="4183647" y="24758"/>
                </a:lnTo>
                <a:moveTo>
                  <a:pt x="4252929" y="103574"/>
                </a:moveTo>
                <a:lnTo>
                  <a:pt x="4253119" y="104365"/>
                </a:lnTo>
                <a:lnTo>
                  <a:pt x="4254271" y="110094"/>
                </a:lnTo>
                <a:lnTo>
                  <a:pt x="4255270" y="115988"/>
                </a:lnTo>
                <a:lnTo>
                  <a:pt x="4256115" y="122059"/>
                </a:lnTo>
                <a:lnTo>
                  <a:pt x="4256826" y="128303"/>
                </a:lnTo>
                <a:lnTo>
                  <a:pt x="4257403" y="134730"/>
                </a:lnTo>
                <a:lnTo>
                  <a:pt x="4257856" y="141340"/>
                </a:lnTo>
                <a:lnTo>
                  <a:pt x="4258191" y="148147"/>
                </a:lnTo>
                <a:lnTo>
                  <a:pt x="4258431" y="155150"/>
                </a:lnTo>
                <a:lnTo>
                  <a:pt x="4258566" y="162356"/>
                </a:lnTo>
                <a:lnTo>
                  <a:pt x="4258610" y="169738"/>
                </a:lnTo>
                <a:lnTo>
                  <a:pt x="4258614" y="179572"/>
                </a:lnTo>
                <a:lnTo>
                  <a:pt x="4234109" y="179584"/>
                </a:lnTo>
                <a:lnTo>
                  <a:pt x="4234102" y="169781"/>
                </a:lnTo>
                <a:lnTo>
                  <a:pt x="4234102" y="169849"/>
                </a:lnTo>
                <a:lnTo>
                  <a:pt x="4234058" y="162582"/>
                </a:lnTo>
                <a:lnTo>
                  <a:pt x="4234058" y="162735"/>
                </a:lnTo>
                <a:lnTo>
                  <a:pt x="4233930" y="155702"/>
                </a:lnTo>
                <a:lnTo>
                  <a:pt x="4233937" y="155879"/>
                </a:lnTo>
                <a:lnTo>
                  <a:pt x="4233702" y="149066"/>
                </a:lnTo>
                <a:lnTo>
                  <a:pt x="4233714" y="149269"/>
                </a:lnTo>
                <a:lnTo>
                  <a:pt x="4233383" y="142682"/>
                </a:lnTo>
                <a:lnTo>
                  <a:pt x="4233395" y="142909"/>
                </a:lnTo>
                <a:lnTo>
                  <a:pt x="4232963" y="136537"/>
                </a:lnTo>
                <a:lnTo>
                  <a:pt x="4232981" y="136794"/>
                </a:lnTo>
                <a:lnTo>
                  <a:pt x="4232428" y="130637"/>
                </a:lnTo>
                <a:lnTo>
                  <a:pt x="4232460" y="130919"/>
                </a:lnTo>
                <a:lnTo>
                  <a:pt x="4231779" y="124976"/>
                </a:lnTo>
                <a:lnTo>
                  <a:pt x="4231823" y="125288"/>
                </a:lnTo>
                <a:lnTo>
                  <a:pt x="4231018" y="119554"/>
                </a:lnTo>
                <a:lnTo>
                  <a:pt x="4231074" y="119896"/>
                </a:lnTo>
                <a:lnTo>
                  <a:pt x="4230137" y="114364"/>
                </a:lnTo>
                <a:lnTo>
                  <a:pt x="4230212" y="114744"/>
                </a:lnTo>
                <a:lnTo>
                  <a:pt x="4229140" y="109407"/>
                </a:lnTo>
                <a:lnTo>
                  <a:pt x="4229223" y="109824"/>
                </a:lnTo>
                <a:lnTo>
                  <a:pt x="4229091" y="109236"/>
                </a:lnTo>
                <a:lnTo>
                  <a:pt x="4252929" y="103574"/>
                </a:lnTo>
                <a:moveTo>
                  <a:pt x="4258628" y="204079"/>
                </a:moveTo>
                <a:lnTo>
                  <a:pt x="4258670" y="277602"/>
                </a:lnTo>
                <a:lnTo>
                  <a:pt x="4234162" y="277614"/>
                </a:lnTo>
                <a:lnTo>
                  <a:pt x="4234121" y="204092"/>
                </a:lnTo>
                <a:lnTo>
                  <a:pt x="4258628" y="204079"/>
                </a:lnTo>
                <a:moveTo>
                  <a:pt x="4258682" y="302109"/>
                </a:moveTo>
                <a:lnTo>
                  <a:pt x="4258724" y="375632"/>
                </a:lnTo>
                <a:lnTo>
                  <a:pt x="4234218" y="375644"/>
                </a:lnTo>
                <a:lnTo>
                  <a:pt x="4234176" y="302122"/>
                </a:lnTo>
                <a:lnTo>
                  <a:pt x="4258682" y="302109"/>
                </a:lnTo>
                <a:moveTo>
                  <a:pt x="4258738" y="400139"/>
                </a:moveTo>
                <a:lnTo>
                  <a:pt x="4258780" y="473661"/>
                </a:lnTo>
                <a:lnTo>
                  <a:pt x="4234272" y="473673"/>
                </a:lnTo>
                <a:lnTo>
                  <a:pt x="4234230" y="400151"/>
                </a:lnTo>
                <a:lnTo>
                  <a:pt x="4258738" y="400139"/>
                </a:lnTo>
                <a:moveTo>
                  <a:pt x="4258791" y="498169"/>
                </a:moveTo>
                <a:lnTo>
                  <a:pt x="4258835" y="571691"/>
                </a:lnTo>
                <a:lnTo>
                  <a:pt x="4234328" y="571703"/>
                </a:lnTo>
                <a:lnTo>
                  <a:pt x="4234283" y="498181"/>
                </a:lnTo>
                <a:lnTo>
                  <a:pt x="4258791" y="498169"/>
                </a:lnTo>
                <a:moveTo>
                  <a:pt x="4258847" y="596198"/>
                </a:moveTo>
                <a:lnTo>
                  <a:pt x="4258891" y="669721"/>
                </a:lnTo>
                <a:lnTo>
                  <a:pt x="4234383" y="669733"/>
                </a:lnTo>
                <a:lnTo>
                  <a:pt x="4234339" y="596211"/>
                </a:lnTo>
                <a:lnTo>
                  <a:pt x="4258847" y="596198"/>
                </a:lnTo>
                <a:moveTo>
                  <a:pt x="4258910" y="694229"/>
                </a:moveTo>
                <a:lnTo>
                  <a:pt x="4258952" y="767751"/>
                </a:lnTo>
                <a:lnTo>
                  <a:pt x="4234444" y="767763"/>
                </a:lnTo>
                <a:lnTo>
                  <a:pt x="4234402" y="694241"/>
                </a:lnTo>
                <a:lnTo>
                  <a:pt x="4258910" y="694229"/>
                </a:lnTo>
                <a:moveTo>
                  <a:pt x="4258963" y="792258"/>
                </a:moveTo>
                <a:lnTo>
                  <a:pt x="4259007" y="865780"/>
                </a:lnTo>
                <a:lnTo>
                  <a:pt x="4234500" y="865793"/>
                </a:lnTo>
                <a:lnTo>
                  <a:pt x="4234455" y="792270"/>
                </a:lnTo>
                <a:lnTo>
                  <a:pt x="4258963" y="792258"/>
                </a:lnTo>
                <a:moveTo>
                  <a:pt x="4259019" y="890288"/>
                </a:moveTo>
                <a:lnTo>
                  <a:pt x="4259063" y="963810"/>
                </a:lnTo>
                <a:lnTo>
                  <a:pt x="4234555" y="963823"/>
                </a:lnTo>
                <a:lnTo>
                  <a:pt x="4234511" y="890300"/>
                </a:lnTo>
                <a:lnTo>
                  <a:pt x="4259019" y="890288"/>
                </a:lnTo>
                <a:moveTo>
                  <a:pt x="4259075" y="988318"/>
                </a:moveTo>
                <a:lnTo>
                  <a:pt x="4259117" y="1061840"/>
                </a:lnTo>
                <a:lnTo>
                  <a:pt x="4234609" y="1061852"/>
                </a:lnTo>
                <a:lnTo>
                  <a:pt x="4234567" y="988330"/>
                </a:lnTo>
                <a:lnTo>
                  <a:pt x="4259075" y="988318"/>
                </a:lnTo>
                <a:moveTo>
                  <a:pt x="4259131" y="1086348"/>
                </a:moveTo>
                <a:lnTo>
                  <a:pt x="4259173" y="1159870"/>
                </a:lnTo>
                <a:lnTo>
                  <a:pt x="4234665" y="1159882"/>
                </a:lnTo>
                <a:lnTo>
                  <a:pt x="4234623" y="1086360"/>
                </a:lnTo>
                <a:lnTo>
                  <a:pt x="4259131" y="1086348"/>
                </a:lnTo>
                <a:moveTo>
                  <a:pt x="4259187" y="1184377"/>
                </a:moveTo>
                <a:lnTo>
                  <a:pt x="4259228" y="1257899"/>
                </a:lnTo>
                <a:lnTo>
                  <a:pt x="4234721" y="1257912"/>
                </a:lnTo>
                <a:lnTo>
                  <a:pt x="4234679" y="1184389"/>
                </a:lnTo>
                <a:lnTo>
                  <a:pt x="4259187" y="1184377"/>
                </a:lnTo>
                <a:moveTo>
                  <a:pt x="4259240" y="1282407"/>
                </a:moveTo>
                <a:lnTo>
                  <a:pt x="4259282" y="1355929"/>
                </a:lnTo>
                <a:lnTo>
                  <a:pt x="4234774" y="1355942"/>
                </a:lnTo>
                <a:lnTo>
                  <a:pt x="4234732" y="1282419"/>
                </a:lnTo>
                <a:lnTo>
                  <a:pt x="4259240" y="1282407"/>
                </a:lnTo>
                <a:moveTo>
                  <a:pt x="4259294" y="1380437"/>
                </a:moveTo>
                <a:lnTo>
                  <a:pt x="4259338" y="1453959"/>
                </a:lnTo>
                <a:lnTo>
                  <a:pt x="4234830" y="1453972"/>
                </a:lnTo>
                <a:lnTo>
                  <a:pt x="4234788" y="1380449"/>
                </a:lnTo>
                <a:lnTo>
                  <a:pt x="4259294" y="1380437"/>
                </a:lnTo>
                <a:moveTo>
                  <a:pt x="4259349" y="1478467"/>
                </a:moveTo>
                <a:lnTo>
                  <a:pt x="4259393" y="1551989"/>
                </a:lnTo>
                <a:lnTo>
                  <a:pt x="4234886" y="1552002"/>
                </a:lnTo>
                <a:lnTo>
                  <a:pt x="4234842" y="1478479"/>
                </a:lnTo>
                <a:lnTo>
                  <a:pt x="4259349" y="1478467"/>
                </a:lnTo>
                <a:moveTo>
                  <a:pt x="4259412" y="1576496"/>
                </a:moveTo>
                <a:lnTo>
                  <a:pt x="4259449" y="1650018"/>
                </a:lnTo>
                <a:lnTo>
                  <a:pt x="4234942" y="1650031"/>
                </a:lnTo>
                <a:lnTo>
                  <a:pt x="4234904" y="1576509"/>
                </a:lnTo>
                <a:lnTo>
                  <a:pt x="4259412" y="1576496"/>
                </a:lnTo>
                <a:moveTo>
                  <a:pt x="4259466" y="1674526"/>
                </a:moveTo>
                <a:lnTo>
                  <a:pt x="4259510" y="1748049"/>
                </a:lnTo>
                <a:lnTo>
                  <a:pt x="4235002" y="1748061"/>
                </a:lnTo>
                <a:lnTo>
                  <a:pt x="4234960" y="1674538"/>
                </a:lnTo>
                <a:lnTo>
                  <a:pt x="4259466" y="1674526"/>
                </a:lnTo>
                <a:moveTo>
                  <a:pt x="4259521" y="1772556"/>
                </a:moveTo>
                <a:lnTo>
                  <a:pt x="4259563" y="1846078"/>
                </a:lnTo>
                <a:lnTo>
                  <a:pt x="4235055" y="1846091"/>
                </a:lnTo>
                <a:lnTo>
                  <a:pt x="4235014" y="1772569"/>
                </a:lnTo>
                <a:lnTo>
                  <a:pt x="4259521" y="1772556"/>
                </a:lnTo>
                <a:moveTo>
                  <a:pt x="4259577" y="1870586"/>
                </a:moveTo>
                <a:lnTo>
                  <a:pt x="4259619" y="1944108"/>
                </a:lnTo>
                <a:lnTo>
                  <a:pt x="4235111" y="1944121"/>
                </a:lnTo>
                <a:lnTo>
                  <a:pt x="4235069" y="1870598"/>
                </a:lnTo>
                <a:lnTo>
                  <a:pt x="4259577" y="1870586"/>
                </a:lnTo>
                <a:moveTo>
                  <a:pt x="4259633" y="1968615"/>
                </a:moveTo>
                <a:lnTo>
                  <a:pt x="4259675" y="2042138"/>
                </a:lnTo>
                <a:lnTo>
                  <a:pt x="4235167" y="2042150"/>
                </a:lnTo>
                <a:lnTo>
                  <a:pt x="4235125" y="1968628"/>
                </a:lnTo>
                <a:lnTo>
                  <a:pt x="4259633" y="1968615"/>
                </a:lnTo>
                <a:moveTo>
                  <a:pt x="4259687" y="2066645"/>
                </a:moveTo>
                <a:lnTo>
                  <a:pt x="4259700" y="2086080"/>
                </a:lnTo>
                <a:lnTo>
                  <a:pt x="4259668" y="2100460"/>
                </a:lnTo>
                <a:lnTo>
                  <a:pt x="4259540" y="2114030"/>
                </a:lnTo>
                <a:lnTo>
                  <a:pt x="4259240" y="2126793"/>
                </a:lnTo>
                <a:lnTo>
                  <a:pt x="4258996" y="2132950"/>
                </a:lnTo>
                <a:lnTo>
                  <a:pt x="4258682" y="2138899"/>
                </a:lnTo>
                <a:lnTo>
                  <a:pt x="4258540" y="2140989"/>
                </a:lnTo>
                <a:lnTo>
                  <a:pt x="4234088" y="2139315"/>
                </a:lnTo>
                <a:lnTo>
                  <a:pt x="4234223" y="2137325"/>
                </a:lnTo>
                <a:lnTo>
                  <a:pt x="4234211" y="2137521"/>
                </a:lnTo>
                <a:lnTo>
                  <a:pt x="4234518" y="2131743"/>
                </a:lnTo>
                <a:lnTo>
                  <a:pt x="4234511" y="2131902"/>
                </a:lnTo>
                <a:lnTo>
                  <a:pt x="4234746" y="2125923"/>
                </a:lnTo>
                <a:lnTo>
                  <a:pt x="4234737" y="2126113"/>
                </a:lnTo>
                <a:lnTo>
                  <a:pt x="4235039" y="2113534"/>
                </a:lnTo>
                <a:lnTo>
                  <a:pt x="4235032" y="2113706"/>
                </a:lnTo>
                <a:lnTo>
                  <a:pt x="4235160" y="2100275"/>
                </a:lnTo>
                <a:lnTo>
                  <a:pt x="4235160" y="2100368"/>
                </a:lnTo>
                <a:lnTo>
                  <a:pt x="4235193" y="2086049"/>
                </a:lnTo>
                <a:lnTo>
                  <a:pt x="4235193" y="2086080"/>
                </a:lnTo>
                <a:lnTo>
                  <a:pt x="4235179" y="2066658"/>
                </a:lnTo>
                <a:lnTo>
                  <a:pt x="4259687" y="2066645"/>
                </a:lnTo>
                <a:moveTo>
                  <a:pt x="4255559" y="2166819"/>
                </a:moveTo>
                <a:lnTo>
                  <a:pt x="4254687" y="2171299"/>
                </a:lnTo>
                <a:lnTo>
                  <a:pt x="4253559" y="2176194"/>
                </a:lnTo>
                <a:lnTo>
                  <a:pt x="4252261" y="2180960"/>
                </a:lnTo>
                <a:lnTo>
                  <a:pt x="4250785" y="2185598"/>
                </a:lnTo>
                <a:lnTo>
                  <a:pt x="4249106" y="2190101"/>
                </a:lnTo>
                <a:lnTo>
                  <a:pt x="4247213" y="2194477"/>
                </a:lnTo>
                <a:lnTo>
                  <a:pt x="4245106" y="2198710"/>
                </a:lnTo>
                <a:lnTo>
                  <a:pt x="4242753" y="2202802"/>
                </a:lnTo>
                <a:lnTo>
                  <a:pt x="4240160" y="2206736"/>
                </a:lnTo>
                <a:lnTo>
                  <a:pt x="4237318" y="2210516"/>
                </a:lnTo>
                <a:lnTo>
                  <a:pt x="4234223" y="2214120"/>
                </a:lnTo>
                <a:lnTo>
                  <a:pt x="4230884" y="2217538"/>
                </a:lnTo>
                <a:lnTo>
                  <a:pt x="4227288" y="2220778"/>
                </a:lnTo>
                <a:lnTo>
                  <a:pt x="4223454" y="2223824"/>
                </a:lnTo>
                <a:lnTo>
                  <a:pt x="4219373" y="2226684"/>
                </a:lnTo>
                <a:lnTo>
                  <a:pt x="4215052" y="2229367"/>
                </a:lnTo>
                <a:lnTo>
                  <a:pt x="4210494" y="2231868"/>
                </a:lnTo>
                <a:lnTo>
                  <a:pt x="4208245" y="2232959"/>
                </a:lnTo>
                <a:lnTo>
                  <a:pt x="4197544" y="2210915"/>
                </a:lnTo>
                <a:lnTo>
                  <a:pt x="4199516" y="2209952"/>
                </a:lnTo>
                <a:lnTo>
                  <a:pt x="4198976" y="2210234"/>
                </a:lnTo>
                <a:lnTo>
                  <a:pt x="4202983" y="2208035"/>
                </a:lnTo>
                <a:lnTo>
                  <a:pt x="4202413" y="2208365"/>
                </a:lnTo>
                <a:lnTo>
                  <a:pt x="4206164" y="2206043"/>
                </a:lnTo>
                <a:lnTo>
                  <a:pt x="4205581" y="2206422"/>
                </a:lnTo>
                <a:lnTo>
                  <a:pt x="4209078" y="2203974"/>
                </a:lnTo>
                <a:lnTo>
                  <a:pt x="4208490" y="2204407"/>
                </a:lnTo>
                <a:lnTo>
                  <a:pt x="4211745" y="2201823"/>
                </a:lnTo>
                <a:lnTo>
                  <a:pt x="4211169" y="2202318"/>
                </a:lnTo>
                <a:lnTo>
                  <a:pt x="4214189" y="2199592"/>
                </a:lnTo>
                <a:lnTo>
                  <a:pt x="4213627" y="2200131"/>
                </a:lnTo>
                <a:lnTo>
                  <a:pt x="4216419" y="2197269"/>
                </a:lnTo>
                <a:lnTo>
                  <a:pt x="4215887" y="2197852"/>
                </a:lnTo>
                <a:lnTo>
                  <a:pt x="4218473" y="2194850"/>
                </a:lnTo>
                <a:lnTo>
                  <a:pt x="4217975" y="2195463"/>
                </a:lnTo>
                <a:lnTo>
                  <a:pt x="4220347" y="2192307"/>
                </a:lnTo>
                <a:lnTo>
                  <a:pt x="4219905" y="2192938"/>
                </a:lnTo>
                <a:lnTo>
                  <a:pt x="4222079" y="2189635"/>
                </a:lnTo>
                <a:lnTo>
                  <a:pt x="4221689" y="2190272"/>
                </a:lnTo>
                <a:lnTo>
                  <a:pt x="4223668" y="2186818"/>
                </a:lnTo>
                <a:lnTo>
                  <a:pt x="4223331" y="2187449"/>
                </a:lnTo>
                <a:lnTo>
                  <a:pt x="4225137" y="2183834"/>
                </a:lnTo>
                <a:lnTo>
                  <a:pt x="4224851" y="2184447"/>
                </a:lnTo>
                <a:lnTo>
                  <a:pt x="4226479" y="2180673"/>
                </a:lnTo>
                <a:lnTo>
                  <a:pt x="4226247" y="2181254"/>
                </a:lnTo>
                <a:lnTo>
                  <a:pt x="4227716" y="2177315"/>
                </a:lnTo>
                <a:lnTo>
                  <a:pt x="4227528" y="2177866"/>
                </a:lnTo>
                <a:lnTo>
                  <a:pt x="4228833" y="2173755"/>
                </a:lnTo>
                <a:lnTo>
                  <a:pt x="4228686" y="2174264"/>
                </a:lnTo>
                <a:lnTo>
                  <a:pt x="4229849" y="2169987"/>
                </a:lnTo>
                <a:lnTo>
                  <a:pt x="4229733" y="2170452"/>
                </a:lnTo>
                <a:lnTo>
                  <a:pt x="4230763" y="2165999"/>
                </a:lnTo>
                <a:lnTo>
                  <a:pt x="4230670" y="2166421"/>
                </a:lnTo>
                <a:lnTo>
                  <a:pt x="4231498" y="2162156"/>
                </a:lnTo>
                <a:lnTo>
                  <a:pt x="4255559" y="2166819"/>
                </a:lnTo>
                <a:moveTo>
                  <a:pt x="4183059" y="2242235"/>
                </a:moveTo>
                <a:lnTo>
                  <a:pt x="4177861" y="2243608"/>
                </a:lnTo>
                <a:lnTo>
                  <a:pt x="4171473" y="2245097"/>
                </a:lnTo>
                <a:lnTo>
                  <a:pt x="4164788" y="2246476"/>
                </a:lnTo>
                <a:lnTo>
                  <a:pt x="4157790" y="2247743"/>
                </a:lnTo>
                <a:lnTo>
                  <a:pt x="4150475" y="2248913"/>
                </a:lnTo>
                <a:lnTo>
                  <a:pt x="4142829" y="2249992"/>
                </a:lnTo>
                <a:lnTo>
                  <a:pt x="4134841" y="2250971"/>
                </a:lnTo>
                <a:lnTo>
                  <a:pt x="4126502" y="2251873"/>
                </a:lnTo>
                <a:lnTo>
                  <a:pt x="4117800" y="2252687"/>
                </a:lnTo>
                <a:lnTo>
                  <a:pt x="4108721" y="2253429"/>
                </a:lnTo>
                <a:lnTo>
                  <a:pt x="4108189" y="2253466"/>
                </a:lnTo>
                <a:lnTo>
                  <a:pt x="4106461" y="2229020"/>
                </a:lnTo>
                <a:lnTo>
                  <a:pt x="4106933" y="2228988"/>
                </a:lnTo>
                <a:lnTo>
                  <a:pt x="4106798" y="2229001"/>
                </a:lnTo>
                <a:lnTo>
                  <a:pt x="4115730" y="2228272"/>
                </a:lnTo>
                <a:lnTo>
                  <a:pt x="4115584" y="2228284"/>
                </a:lnTo>
                <a:lnTo>
                  <a:pt x="4124123" y="2227481"/>
                </a:lnTo>
                <a:lnTo>
                  <a:pt x="4123960" y="2227493"/>
                </a:lnTo>
                <a:lnTo>
                  <a:pt x="4132120" y="2226618"/>
                </a:lnTo>
                <a:lnTo>
                  <a:pt x="4131936" y="2226636"/>
                </a:lnTo>
                <a:lnTo>
                  <a:pt x="4139729" y="2225680"/>
                </a:lnTo>
                <a:lnTo>
                  <a:pt x="4139522" y="2225705"/>
                </a:lnTo>
                <a:lnTo>
                  <a:pt x="4146947" y="2224663"/>
                </a:lnTo>
                <a:lnTo>
                  <a:pt x="4146719" y="2224693"/>
                </a:lnTo>
                <a:lnTo>
                  <a:pt x="4153791" y="2223567"/>
                </a:lnTo>
                <a:lnTo>
                  <a:pt x="4153539" y="2223610"/>
                </a:lnTo>
                <a:lnTo>
                  <a:pt x="4160267" y="2222384"/>
                </a:lnTo>
                <a:lnTo>
                  <a:pt x="4159983" y="2222439"/>
                </a:lnTo>
                <a:lnTo>
                  <a:pt x="4166374" y="2221121"/>
                </a:lnTo>
                <a:lnTo>
                  <a:pt x="4166062" y="2221196"/>
                </a:lnTo>
                <a:lnTo>
                  <a:pt x="4172122" y="2219780"/>
                </a:lnTo>
                <a:lnTo>
                  <a:pt x="4171778" y="2219866"/>
                </a:lnTo>
                <a:lnTo>
                  <a:pt x="4176803" y="2218536"/>
                </a:lnTo>
                <a:lnTo>
                  <a:pt x="4183059" y="2242235"/>
                </a:lnTo>
                <a:moveTo>
                  <a:pt x="4083504" y="2255010"/>
                </a:moveTo>
                <a:lnTo>
                  <a:pt x="4079165" y="2255236"/>
                </a:lnTo>
                <a:lnTo>
                  <a:pt x="4068505" y="2255708"/>
                </a:lnTo>
                <a:lnTo>
                  <a:pt x="4057415" y="2256124"/>
                </a:lnTo>
                <a:lnTo>
                  <a:pt x="4045897" y="2256491"/>
                </a:lnTo>
                <a:lnTo>
                  <a:pt x="4033924" y="2256810"/>
                </a:lnTo>
                <a:lnTo>
                  <a:pt x="4009625" y="2257289"/>
                </a:lnTo>
                <a:lnTo>
                  <a:pt x="4009141" y="2232788"/>
                </a:lnTo>
                <a:lnTo>
                  <a:pt x="4033398" y="2232309"/>
                </a:lnTo>
                <a:lnTo>
                  <a:pt x="4033317" y="2232309"/>
                </a:lnTo>
                <a:lnTo>
                  <a:pt x="4045216" y="2231997"/>
                </a:lnTo>
                <a:lnTo>
                  <a:pt x="4045155" y="2231997"/>
                </a:lnTo>
                <a:lnTo>
                  <a:pt x="4056599" y="2231635"/>
                </a:lnTo>
                <a:lnTo>
                  <a:pt x="4056527" y="2231635"/>
                </a:lnTo>
                <a:lnTo>
                  <a:pt x="4067538" y="2231218"/>
                </a:lnTo>
                <a:lnTo>
                  <a:pt x="4067449" y="2231225"/>
                </a:lnTo>
                <a:lnTo>
                  <a:pt x="4078026" y="2230753"/>
                </a:lnTo>
                <a:lnTo>
                  <a:pt x="4077935" y="2230759"/>
                </a:lnTo>
                <a:lnTo>
                  <a:pt x="4082230" y="2230532"/>
                </a:lnTo>
                <a:lnTo>
                  <a:pt x="4083504" y="2255010"/>
                </a:lnTo>
                <a:moveTo>
                  <a:pt x="3985031" y="2257608"/>
                </a:moveTo>
                <a:lnTo>
                  <a:pt x="3981499" y="2257649"/>
                </a:lnTo>
                <a:lnTo>
                  <a:pt x="3952382" y="2257870"/>
                </a:lnTo>
                <a:lnTo>
                  <a:pt x="3921244" y="2257994"/>
                </a:lnTo>
                <a:lnTo>
                  <a:pt x="3911368" y="2257999"/>
                </a:lnTo>
                <a:lnTo>
                  <a:pt x="3911345" y="2233493"/>
                </a:lnTo>
                <a:lnTo>
                  <a:pt x="3921203" y="2233486"/>
                </a:lnTo>
                <a:lnTo>
                  <a:pt x="3921165" y="2233486"/>
                </a:lnTo>
                <a:lnTo>
                  <a:pt x="3952266" y="2233364"/>
                </a:lnTo>
                <a:lnTo>
                  <a:pt x="3952224" y="2233364"/>
                </a:lnTo>
                <a:lnTo>
                  <a:pt x="3981276" y="2233143"/>
                </a:lnTo>
                <a:lnTo>
                  <a:pt x="3981215" y="2233149"/>
                </a:lnTo>
                <a:lnTo>
                  <a:pt x="3984720" y="2233100"/>
                </a:lnTo>
                <a:lnTo>
                  <a:pt x="3985031" y="2257608"/>
                </a:lnTo>
                <a:moveTo>
                  <a:pt x="3886863" y="2258024"/>
                </a:moveTo>
                <a:lnTo>
                  <a:pt x="3852600" y="2258054"/>
                </a:lnTo>
                <a:lnTo>
                  <a:pt x="3813295" y="2257956"/>
                </a:lnTo>
                <a:lnTo>
                  <a:pt x="3813358" y="2233449"/>
                </a:lnTo>
                <a:lnTo>
                  <a:pt x="3852644" y="2233546"/>
                </a:lnTo>
                <a:lnTo>
                  <a:pt x="3852600" y="2233546"/>
                </a:lnTo>
                <a:lnTo>
                  <a:pt x="3886837" y="2233516"/>
                </a:lnTo>
                <a:lnTo>
                  <a:pt x="3886863" y="2258024"/>
                </a:lnTo>
                <a:moveTo>
                  <a:pt x="3788790" y="2257902"/>
                </a:moveTo>
                <a:lnTo>
                  <a:pt x="3715266" y="2257717"/>
                </a:lnTo>
                <a:lnTo>
                  <a:pt x="3715327" y="2233210"/>
                </a:lnTo>
                <a:lnTo>
                  <a:pt x="3788850" y="2233394"/>
                </a:lnTo>
                <a:lnTo>
                  <a:pt x="3788790" y="2257902"/>
                </a:lnTo>
                <a:moveTo>
                  <a:pt x="3690758" y="2257656"/>
                </a:moveTo>
                <a:lnTo>
                  <a:pt x="3617237" y="2257478"/>
                </a:lnTo>
                <a:lnTo>
                  <a:pt x="3617298" y="2232971"/>
                </a:lnTo>
                <a:lnTo>
                  <a:pt x="3690821" y="2233149"/>
                </a:lnTo>
                <a:lnTo>
                  <a:pt x="3690758" y="2257656"/>
                </a:lnTo>
                <a:moveTo>
                  <a:pt x="3592730" y="2257417"/>
                </a:moveTo>
                <a:lnTo>
                  <a:pt x="3519206" y="2257240"/>
                </a:lnTo>
                <a:lnTo>
                  <a:pt x="3519269" y="2232732"/>
                </a:lnTo>
                <a:lnTo>
                  <a:pt x="3592790" y="2232909"/>
                </a:lnTo>
                <a:lnTo>
                  <a:pt x="3592730" y="2257417"/>
                </a:lnTo>
                <a:moveTo>
                  <a:pt x="3494698" y="2257179"/>
                </a:moveTo>
                <a:lnTo>
                  <a:pt x="3421177" y="2257001"/>
                </a:lnTo>
                <a:lnTo>
                  <a:pt x="3421238" y="2232493"/>
                </a:lnTo>
                <a:lnTo>
                  <a:pt x="3494761" y="2232671"/>
                </a:lnTo>
                <a:lnTo>
                  <a:pt x="3494698" y="2257179"/>
                </a:lnTo>
                <a:moveTo>
                  <a:pt x="3396669" y="2256939"/>
                </a:moveTo>
                <a:lnTo>
                  <a:pt x="3323148" y="2256761"/>
                </a:lnTo>
                <a:lnTo>
                  <a:pt x="3323209" y="2232254"/>
                </a:lnTo>
                <a:lnTo>
                  <a:pt x="3396730" y="2232432"/>
                </a:lnTo>
                <a:lnTo>
                  <a:pt x="3396669" y="2256939"/>
                </a:lnTo>
                <a:moveTo>
                  <a:pt x="3298641" y="2256701"/>
                </a:moveTo>
                <a:lnTo>
                  <a:pt x="3225117" y="2256522"/>
                </a:lnTo>
                <a:lnTo>
                  <a:pt x="3225180" y="2232015"/>
                </a:lnTo>
                <a:lnTo>
                  <a:pt x="3298701" y="2232193"/>
                </a:lnTo>
                <a:lnTo>
                  <a:pt x="3298641" y="2256701"/>
                </a:lnTo>
                <a:moveTo>
                  <a:pt x="3200609" y="2256461"/>
                </a:moveTo>
                <a:lnTo>
                  <a:pt x="3127088" y="2256284"/>
                </a:lnTo>
                <a:lnTo>
                  <a:pt x="3127149" y="2231777"/>
                </a:lnTo>
                <a:lnTo>
                  <a:pt x="3200672" y="2231953"/>
                </a:lnTo>
                <a:lnTo>
                  <a:pt x="3200609" y="2256461"/>
                </a:lnTo>
                <a:moveTo>
                  <a:pt x="3102580" y="2256223"/>
                </a:moveTo>
                <a:lnTo>
                  <a:pt x="3029057" y="2256045"/>
                </a:lnTo>
                <a:lnTo>
                  <a:pt x="3029120" y="2231537"/>
                </a:lnTo>
                <a:lnTo>
                  <a:pt x="3102641" y="2231715"/>
                </a:lnTo>
                <a:lnTo>
                  <a:pt x="3102580" y="2256223"/>
                </a:lnTo>
                <a:moveTo>
                  <a:pt x="3004551" y="2255984"/>
                </a:moveTo>
                <a:lnTo>
                  <a:pt x="2931028" y="2255805"/>
                </a:lnTo>
                <a:lnTo>
                  <a:pt x="2931089" y="2231299"/>
                </a:lnTo>
                <a:lnTo>
                  <a:pt x="3004612" y="2231477"/>
                </a:lnTo>
                <a:lnTo>
                  <a:pt x="3004551" y="2255984"/>
                </a:lnTo>
                <a:moveTo>
                  <a:pt x="2906520" y="2255745"/>
                </a:moveTo>
                <a:lnTo>
                  <a:pt x="2832999" y="2255566"/>
                </a:lnTo>
                <a:lnTo>
                  <a:pt x="2833060" y="2231059"/>
                </a:lnTo>
                <a:lnTo>
                  <a:pt x="2906583" y="2231237"/>
                </a:lnTo>
                <a:lnTo>
                  <a:pt x="2906520" y="2255745"/>
                </a:lnTo>
                <a:moveTo>
                  <a:pt x="2808491" y="2255505"/>
                </a:moveTo>
                <a:lnTo>
                  <a:pt x="2734968" y="2255329"/>
                </a:lnTo>
                <a:lnTo>
                  <a:pt x="2735031" y="2230821"/>
                </a:lnTo>
                <a:lnTo>
                  <a:pt x="2808552" y="2230999"/>
                </a:lnTo>
                <a:lnTo>
                  <a:pt x="2808491" y="2255505"/>
                </a:lnTo>
                <a:moveTo>
                  <a:pt x="2710460" y="2255266"/>
                </a:moveTo>
                <a:lnTo>
                  <a:pt x="2636939" y="2255089"/>
                </a:lnTo>
                <a:lnTo>
                  <a:pt x="2637000" y="2230581"/>
                </a:lnTo>
                <a:lnTo>
                  <a:pt x="2710523" y="2230759"/>
                </a:lnTo>
                <a:lnTo>
                  <a:pt x="2710460" y="2255266"/>
                </a:lnTo>
                <a:moveTo>
                  <a:pt x="2612431" y="2255029"/>
                </a:moveTo>
                <a:lnTo>
                  <a:pt x="2538910" y="2254850"/>
                </a:lnTo>
                <a:lnTo>
                  <a:pt x="2538971" y="2230343"/>
                </a:lnTo>
                <a:lnTo>
                  <a:pt x="2612492" y="2230521"/>
                </a:lnTo>
                <a:lnTo>
                  <a:pt x="2612431" y="2255029"/>
                </a:lnTo>
                <a:moveTo>
                  <a:pt x="2514407" y="2254789"/>
                </a:moveTo>
                <a:lnTo>
                  <a:pt x="2440886" y="2254610"/>
                </a:lnTo>
                <a:lnTo>
                  <a:pt x="2440942" y="2230103"/>
                </a:lnTo>
                <a:lnTo>
                  <a:pt x="2514463" y="2230281"/>
                </a:lnTo>
                <a:lnTo>
                  <a:pt x="2514407" y="2254789"/>
                </a:lnTo>
                <a:moveTo>
                  <a:pt x="2416378" y="2254550"/>
                </a:moveTo>
                <a:lnTo>
                  <a:pt x="2342855" y="2254373"/>
                </a:lnTo>
                <a:lnTo>
                  <a:pt x="2342910" y="2229865"/>
                </a:lnTo>
                <a:lnTo>
                  <a:pt x="2416434" y="2230043"/>
                </a:lnTo>
                <a:lnTo>
                  <a:pt x="2416378" y="2254550"/>
                </a:lnTo>
                <a:moveTo>
                  <a:pt x="2318349" y="2254310"/>
                </a:moveTo>
                <a:lnTo>
                  <a:pt x="2244826" y="2254126"/>
                </a:lnTo>
                <a:lnTo>
                  <a:pt x="2244882" y="2229619"/>
                </a:lnTo>
                <a:lnTo>
                  <a:pt x="2318403" y="2229803"/>
                </a:lnTo>
                <a:lnTo>
                  <a:pt x="2318349" y="2254310"/>
                </a:lnTo>
                <a:moveTo>
                  <a:pt x="2220318" y="2254073"/>
                </a:moveTo>
                <a:lnTo>
                  <a:pt x="2146797" y="2253888"/>
                </a:lnTo>
                <a:lnTo>
                  <a:pt x="2146850" y="2229381"/>
                </a:lnTo>
                <a:lnTo>
                  <a:pt x="2220374" y="2229565"/>
                </a:lnTo>
                <a:lnTo>
                  <a:pt x="2220318" y="2254073"/>
                </a:lnTo>
                <a:moveTo>
                  <a:pt x="2122289" y="2253833"/>
                </a:moveTo>
                <a:lnTo>
                  <a:pt x="2048766" y="2253650"/>
                </a:lnTo>
                <a:lnTo>
                  <a:pt x="2048821" y="2229142"/>
                </a:lnTo>
                <a:lnTo>
                  <a:pt x="2122345" y="2229326"/>
                </a:lnTo>
                <a:lnTo>
                  <a:pt x="2122289" y="2253833"/>
                </a:lnTo>
                <a:moveTo>
                  <a:pt x="2024258" y="2253594"/>
                </a:moveTo>
                <a:lnTo>
                  <a:pt x="1950737" y="2253410"/>
                </a:lnTo>
                <a:lnTo>
                  <a:pt x="1950797" y="2228902"/>
                </a:lnTo>
                <a:lnTo>
                  <a:pt x="2024314" y="2229087"/>
                </a:lnTo>
                <a:lnTo>
                  <a:pt x="2024258" y="2253594"/>
                </a:lnTo>
                <a:moveTo>
                  <a:pt x="1926229" y="2253350"/>
                </a:moveTo>
                <a:lnTo>
                  <a:pt x="1852708" y="2253171"/>
                </a:lnTo>
                <a:lnTo>
                  <a:pt x="1852768" y="2228663"/>
                </a:lnTo>
                <a:lnTo>
                  <a:pt x="1926289" y="2228848"/>
                </a:lnTo>
                <a:lnTo>
                  <a:pt x="1926229" y="2253350"/>
                </a:lnTo>
                <a:moveTo>
                  <a:pt x="1828200" y="2253117"/>
                </a:moveTo>
                <a:lnTo>
                  <a:pt x="1754677" y="2252932"/>
                </a:lnTo>
                <a:lnTo>
                  <a:pt x="1754739" y="2228426"/>
                </a:lnTo>
                <a:lnTo>
                  <a:pt x="1828260" y="2228609"/>
                </a:lnTo>
                <a:lnTo>
                  <a:pt x="1828200" y="2253117"/>
                </a:lnTo>
                <a:moveTo>
                  <a:pt x="1730169" y="2252871"/>
                </a:moveTo>
                <a:lnTo>
                  <a:pt x="1656648" y="2252694"/>
                </a:lnTo>
                <a:lnTo>
                  <a:pt x="1656708" y="2228186"/>
                </a:lnTo>
                <a:lnTo>
                  <a:pt x="1730232" y="2228363"/>
                </a:lnTo>
                <a:lnTo>
                  <a:pt x="1730169" y="2252871"/>
                </a:lnTo>
                <a:moveTo>
                  <a:pt x="1632140" y="2252631"/>
                </a:moveTo>
                <a:lnTo>
                  <a:pt x="1558616" y="2252454"/>
                </a:lnTo>
                <a:lnTo>
                  <a:pt x="1558679" y="2227947"/>
                </a:lnTo>
                <a:lnTo>
                  <a:pt x="1632200" y="2228124"/>
                </a:lnTo>
                <a:lnTo>
                  <a:pt x="1632140" y="2252631"/>
                </a:lnTo>
                <a:moveTo>
                  <a:pt x="1534111" y="2252394"/>
                </a:moveTo>
                <a:lnTo>
                  <a:pt x="1460588" y="2252215"/>
                </a:lnTo>
                <a:lnTo>
                  <a:pt x="1460648" y="2227707"/>
                </a:lnTo>
                <a:lnTo>
                  <a:pt x="1534171" y="2227886"/>
                </a:lnTo>
                <a:lnTo>
                  <a:pt x="1534111" y="2252394"/>
                </a:lnTo>
                <a:moveTo>
                  <a:pt x="1436080" y="2252154"/>
                </a:moveTo>
                <a:lnTo>
                  <a:pt x="1362559" y="2251976"/>
                </a:lnTo>
                <a:lnTo>
                  <a:pt x="1362619" y="2227470"/>
                </a:lnTo>
                <a:lnTo>
                  <a:pt x="1436143" y="2227647"/>
                </a:lnTo>
                <a:lnTo>
                  <a:pt x="1436080" y="2252154"/>
                </a:lnTo>
                <a:moveTo>
                  <a:pt x="1338051" y="2251915"/>
                </a:moveTo>
                <a:lnTo>
                  <a:pt x="1264527" y="2251738"/>
                </a:lnTo>
                <a:lnTo>
                  <a:pt x="1264590" y="2227230"/>
                </a:lnTo>
                <a:lnTo>
                  <a:pt x="1338111" y="2227407"/>
                </a:lnTo>
                <a:lnTo>
                  <a:pt x="1338051" y="2251915"/>
                </a:lnTo>
                <a:moveTo>
                  <a:pt x="1240020" y="2251677"/>
                </a:moveTo>
                <a:lnTo>
                  <a:pt x="1166499" y="2251499"/>
                </a:lnTo>
                <a:lnTo>
                  <a:pt x="1166559" y="2226991"/>
                </a:lnTo>
                <a:lnTo>
                  <a:pt x="1240082" y="2227170"/>
                </a:lnTo>
                <a:lnTo>
                  <a:pt x="1240020" y="2251677"/>
                </a:lnTo>
                <a:moveTo>
                  <a:pt x="1141991" y="2251438"/>
                </a:moveTo>
                <a:lnTo>
                  <a:pt x="1068470" y="2251259"/>
                </a:lnTo>
                <a:lnTo>
                  <a:pt x="1068530" y="2226751"/>
                </a:lnTo>
                <a:lnTo>
                  <a:pt x="1142051" y="2226930"/>
                </a:lnTo>
                <a:lnTo>
                  <a:pt x="1141991" y="2251438"/>
                </a:lnTo>
                <a:moveTo>
                  <a:pt x="1043962" y="2251199"/>
                </a:moveTo>
                <a:lnTo>
                  <a:pt x="970438" y="2251021"/>
                </a:lnTo>
                <a:lnTo>
                  <a:pt x="970501" y="2226514"/>
                </a:lnTo>
                <a:lnTo>
                  <a:pt x="1044022" y="2226691"/>
                </a:lnTo>
                <a:lnTo>
                  <a:pt x="1043962" y="2251199"/>
                </a:lnTo>
                <a:moveTo>
                  <a:pt x="945931" y="2250959"/>
                </a:moveTo>
                <a:lnTo>
                  <a:pt x="872410" y="2250781"/>
                </a:lnTo>
                <a:lnTo>
                  <a:pt x="872470" y="2226275"/>
                </a:lnTo>
                <a:lnTo>
                  <a:pt x="945993" y="2226451"/>
                </a:lnTo>
                <a:lnTo>
                  <a:pt x="945931" y="2250959"/>
                </a:lnTo>
                <a:moveTo>
                  <a:pt x="847902" y="2250721"/>
                </a:moveTo>
                <a:lnTo>
                  <a:pt x="774378" y="2250543"/>
                </a:lnTo>
                <a:lnTo>
                  <a:pt x="774441" y="2226035"/>
                </a:lnTo>
                <a:lnTo>
                  <a:pt x="847962" y="2226214"/>
                </a:lnTo>
                <a:lnTo>
                  <a:pt x="847902" y="2250721"/>
                </a:lnTo>
                <a:moveTo>
                  <a:pt x="749873" y="2250482"/>
                </a:moveTo>
                <a:lnTo>
                  <a:pt x="676349" y="2250305"/>
                </a:lnTo>
                <a:lnTo>
                  <a:pt x="676410" y="2225797"/>
                </a:lnTo>
                <a:lnTo>
                  <a:pt x="749933" y="2225975"/>
                </a:lnTo>
                <a:lnTo>
                  <a:pt x="749873" y="2250482"/>
                </a:lnTo>
                <a:moveTo>
                  <a:pt x="651849" y="2250243"/>
                </a:moveTo>
                <a:lnTo>
                  <a:pt x="578325" y="2250065"/>
                </a:lnTo>
                <a:lnTo>
                  <a:pt x="578381" y="2225558"/>
                </a:lnTo>
                <a:lnTo>
                  <a:pt x="651904" y="2225735"/>
                </a:lnTo>
                <a:lnTo>
                  <a:pt x="651849" y="2250243"/>
                </a:lnTo>
                <a:moveTo>
                  <a:pt x="553817" y="2250003"/>
                </a:moveTo>
                <a:lnTo>
                  <a:pt x="480296" y="2249820"/>
                </a:lnTo>
                <a:lnTo>
                  <a:pt x="480352" y="2225319"/>
                </a:lnTo>
                <a:lnTo>
                  <a:pt x="553873" y="2225496"/>
                </a:lnTo>
                <a:lnTo>
                  <a:pt x="553817" y="2250003"/>
                </a:lnTo>
                <a:moveTo>
                  <a:pt x="455788" y="2249765"/>
                </a:moveTo>
                <a:lnTo>
                  <a:pt x="417961" y="2249673"/>
                </a:lnTo>
                <a:lnTo>
                  <a:pt x="418023" y="2225165"/>
                </a:lnTo>
                <a:lnTo>
                  <a:pt x="455844" y="2225258"/>
                </a:lnTo>
                <a:lnTo>
                  <a:pt x="455788" y="2249765"/>
                </a:lnTo>
                <a:moveTo>
                  <a:pt x="417986" y="2249673"/>
                </a:moveTo>
                <a:lnTo>
                  <a:pt x="382553" y="2249648"/>
                </a:lnTo>
                <a:lnTo>
                  <a:pt x="382260" y="2249648"/>
                </a:lnTo>
                <a:lnTo>
                  <a:pt x="382328" y="2225141"/>
                </a:lnTo>
                <a:lnTo>
                  <a:pt x="382605" y="2225141"/>
                </a:lnTo>
                <a:lnTo>
                  <a:pt x="382584" y="2225141"/>
                </a:lnTo>
                <a:lnTo>
                  <a:pt x="418005" y="2225165"/>
                </a:lnTo>
                <a:lnTo>
                  <a:pt x="417986" y="2249673"/>
                </a:lnTo>
                <a:moveTo>
                  <a:pt x="357753" y="2249587"/>
                </a:moveTo>
                <a:lnTo>
                  <a:pt x="349230" y="2249562"/>
                </a:lnTo>
                <a:lnTo>
                  <a:pt x="317953" y="2249392"/>
                </a:lnTo>
                <a:lnTo>
                  <a:pt x="288654" y="2249096"/>
                </a:lnTo>
                <a:lnTo>
                  <a:pt x="284071" y="2249023"/>
                </a:lnTo>
                <a:lnTo>
                  <a:pt x="284464" y="2224522"/>
                </a:lnTo>
                <a:lnTo>
                  <a:pt x="289003" y="2224590"/>
                </a:lnTo>
                <a:lnTo>
                  <a:pt x="288936" y="2224590"/>
                </a:lnTo>
                <a:lnTo>
                  <a:pt x="318174" y="2224884"/>
                </a:lnTo>
                <a:lnTo>
                  <a:pt x="318118" y="2224884"/>
                </a:lnTo>
                <a:lnTo>
                  <a:pt x="349353" y="2225055"/>
                </a:lnTo>
                <a:lnTo>
                  <a:pt x="349311" y="2225055"/>
                </a:lnTo>
                <a:lnTo>
                  <a:pt x="357820" y="2225079"/>
                </a:lnTo>
                <a:lnTo>
                  <a:pt x="357753" y="2249587"/>
                </a:lnTo>
                <a:moveTo>
                  <a:pt x="259473" y="2248620"/>
                </a:moveTo>
                <a:lnTo>
                  <a:pt x="235725" y="2248055"/>
                </a:lnTo>
                <a:lnTo>
                  <a:pt x="223598" y="2247681"/>
                </a:lnTo>
                <a:lnTo>
                  <a:pt x="211922" y="2247252"/>
                </a:lnTo>
                <a:lnTo>
                  <a:pt x="200674" y="2246769"/>
                </a:lnTo>
                <a:lnTo>
                  <a:pt x="189835" y="2246229"/>
                </a:lnTo>
                <a:lnTo>
                  <a:pt x="185582" y="2245978"/>
                </a:lnTo>
                <a:lnTo>
                  <a:pt x="187003" y="2221514"/>
                </a:lnTo>
                <a:lnTo>
                  <a:pt x="191212" y="2221759"/>
                </a:lnTo>
                <a:lnTo>
                  <a:pt x="191114" y="2221753"/>
                </a:lnTo>
                <a:lnTo>
                  <a:pt x="201855" y="2222292"/>
                </a:lnTo>
                <a:lnTo>
                  <a:pt x="201769" y="2222286"/>
                </a:lnTo>
                <a:lnTo>
                  <a:pt x="212938" y="2222770"/>
                </a:lnTo>
                <a:lnTo>
                  <a:pt x="212859" y="2222763"/>
                </a:lnTo>
                <a:lnTo>
                  <a:pt x="224463" y="2223193"/>
                </a:lnTo>
                <a:lnTo>
                  <a:pt x="224396" y="2223186"/>
                </a:lnTo>
                <a:lnTo>
                  <a:pt x="236441" y="2223560"/>
                </a:lnTo>
                <a:lnTo>
                  <a:pt x="236348" y="2223560"/>
                </a:lnTo>
                <a:lnTo>
                  <a:pt x="260054" y="2224118"/>
                </a:lnTo>
                <a:lnTo>
                  <a:pt x="259473" y="2248620"/>
                </a:lnTo>
                <a:moveTo>
                  <a:pt x="160897" y="2244287"/>
                </a:moveTo>
                <a:lnTo>
                  <a:pt x="159714" y="2244196"/>
                </a:lnTo>
                <a:lnTo>
                  <a:pt x="150444" y="2243374"/>
                </a:lnTo>
                <a:lnTo>
                  <a:pt x="141543" y="2242474"/>
                </a:lnTo>
                <a:lnTo>
                  <a:pt x="132994" y="2241493"/>
                </a:lnTo>
                <a:lnTo>
                  <a:pt x="124797" y="2240421"/>
                </a:lnTo>
                <a:lnTo>
                  <a:pt x="116937" y="2239264"/>
                </a:lnTo>
                <a:lnTo>
                  <a:pt x="109407" y="2238002"/>
                </a:lnTo>
                <a:lnTo>
                  <a:pt x="102196" y="2236641"/>
                </a:lnTo>
                <a:lnTo>
                  <a:pt x="95290" y="2235171"/>
                </a:lnTo>
                <a:lnTo>
                  <a:pt x="88685" y="2233590"/>
                </a:lnTo>
                <a:lnTo>
                  <a:pt x="86062" y="2232886"/>
                </a:lnTo>
                <a:lnTo>
                  <a:pt x="92436" y="2209217"/>
                </a:lnTo>
                <a:lnTo>
                  <a:pt x="94892" y="2209879"/>
                </a:lnTo>
                <a:lnTo>
                  <a:pt x="94555" y="2209799"/>
                </a:lnTo>
                <a:lnTo>
                  <a:pt x="100847" y="2211300"/>
                </a:lnTo>
                <a:lnTo>
                  <a:pt x="100540" y="2211234"/>
                </a:lnTo>
                <a:lnTo>
                  <a:pt x="107152" y="2212642"/>
                </a:lnTo>
                <a:lnTo>
                  <a:pt x="106875" y="2212587"/>
                </a:lnTo>
                <a:lnTo>
                  <a:pt x="113823" y="2213899"/>
                </a:lnTo>
                <a:lnTo>
                  <a:pt x="113572" y="2213850"/>
                </a:lnTo>
                <a:lnTo>
                  <a:pt x="120865" y="2215068"/>
                </a:lnTo>
                <a:lnTo>
                  <a:pt x="120637" y="2215031"/>
                </a:lnTo>
                <a:lnTo>
                  <a:pt x="128278" y="2216166"/>
                </a:lnTo>
                <a:lnTo>
                  <a:pt x="128076" y="2216134"/>
                </a:lnTo>
                <a:lnTo>
                  <a:pt x="136078" y="2217182"/>
                </a:lnTo>
                <a:lnTo>
                  <a:pt x="135887" y="2217158"/>
                </a:lnTo>
                <a:lnTo>
                  <a:pt x="144256" y="2218119"/>
                </a:lnTo>
                <a:lnTo>
                  <a:pt x="144091" y="2218101"/>
                </a:lnTo>
                <a:lnTo>
                  <a:pt x="152835" y="2218983"/>
                </a:lnTo>
                <a:lnTo>
                  <a:pt x="152681" y="2218972"/>
                </a:lnTo>
                <a:lnTo>
                  <a:pt x="161809" y="2219780"/>
                </a:lnTo>
                <a:lnTo>
                  <a:pt x="161676" y="2219768"/>
                </a:lnTo>
                <a:lnTo>
                  <a:pt x="162783" y="2219854"/>
                </a:lnTo>
                <a:lnTo>
                  <a:pt x="160897" y="2244287"/>
                </a:lnTo>
                <a:moveTo>
                  <a:pt x="61261" y="2224375"/>
                </a:moveTo>
                <a:lnTo>
                  <a:pt x="59796" y="2223744"/>
                </a:lnTo>
                <a:lnTo>
                  <a:pt x="54792" y="2221337"/>
                </a:lnTo>
                <a:lnTo>
                  <a:pt x="50032" y="2218763"/>
                </a:lnTo>
                <a:lnTo>
                  <a:pt x="45516" y="2216018"/>
                </a:lnTo>
                <a:lnTo>
                  <a:pt x="41239" y="2213096"/>
                </a:lnTo>
                <a:lnTo>
                  <a:pt x="37207" y="2209990"/>
                </a:lnTo>
                <a:lnTo>
                  <a:pt x="33414" y="2206699"/>
                </a:lnTo>
                <a:lnTo>
                  <a:pt x="29868" y="2203232"/>
                </a:lnTo>
                <a:lnTo>
                  <a:pt x="26573" y="2199580"/>
                </a:lnTo>
                <a:lnTo>
                  <a:pt x="23519" y="2195757"/>
                </a:lnTo>
                <a:lnTo>
                  <a:pt x="20720" y="2191774"/>
                </a:lnTo>
                <a:lnTo>
                  <a:pt x="18159" y="2187626"/>
                </a:lnTo>
                <a:lnTo>
                  <a:pt x="15832" y="2183331"/>
                </a:lnTo>
                <a:lnTo>
                  <a:pt x="13736" y="2178889"/>
                </a:lnTo>
                <a:lnTo>
                  <a:pt x="11855" y="2174313"/>
                </a:lnTo>
                <a:lnTo>
                  <a:pt x="10176" y="2169607"/>
                </a:lnTo>
                <a:lnTo>
                  <a:pt x="8695" y="2164761"/>
                </a:lnTo>
                <a:lnTo>
                  <a:pt x="8130" y="2162628"/>
                </a:lnTo>
                <a:lnTo>
                  <a:pt x="31835" y="2156398"/>
                </a:lnTo>
                <a:lnTo>
                  <a:pt x="32331" y="2158290"/>
                </a:lnTo>
                <a:lnTo>
                  <a:pt x="32196" y="2157807"/>
                </a:lnTo>
                <a:lnTo>
                  <a:pt x="33533" y="2162156"/>
                </a:lnTo>
                <a:lnTo>
                  <a:pt x="33361" y="2161641"/>
                </a:lnTo>
                <a:lnTo>
                  <a:pt x="34842" y="2165820"/>
                </a:lnTo>
                <a:lnTo>
                  <a:pt x="34635" y="2165269"/>
                </a:lnTo>
                <a:lnTo>
                  <a:pt x="36282" y="2169283"/>
                </a:lnTo>
                <a:lnTo>
                  <a:pt x="36030" y="2168706"/>
                </a:lnTo>
                <a:lnTo>
                  <a:pt x="37851" y="2172559"/>
                </a:lnTo>
                <a:lnTo>
                  <a:pt x="37544" y="2171959"/>
                </a:lnTo>
                <a:lnTo>
                  <a:pt x="39549" y="2175654"/>
                </a:lnTo>
                <a:lnTo>
                  <a:pt x="39193" y="2175047"/>
                </a:lnTo>
                <a:lnTo>
                  <a:pt x="41381" y="2178582"/>
                </a:lnTo>
                <a:lnTo>
                  <a:pt x="40977" y="2177976"/>
                </a:lnTo>
                <a:lnTo>
                  <a:pt x="43360" y="2181365"/>
                </a:lnTo>
                <a:lnTo>
                  <a:pt x="42911" y="2180763"/>
                </a:lnTo>
                <a:lnTo>
                  <a:pt x="45493" y="2184005"/>
                </a:lnTo>
                <a:lnTo>
                  <a:pt x="45007" y="2183430"/>
                </a:lnTo>
                <a:lnTo>
                  <a:pt x="47802" y="2186524"/>
                </a:lnTo>
                <a:lnTo>
                  <a:pt x="47281" y="2185978"/>
                </a:lnTo>
                <a:lnTo>
                  <a:pt x="50295" y="2188930"/>
                </a:lnTo>
                <a:lnTo>
                  <a:pt x="49750" y="2188429"/>
                </a:lnTo>
                <a:lnTo>
                  <a:pt x="52990" y="2191242"/>
                </a:lnTo>
                <a:lnTo>
                  <a:pt x="52439" y="2190787"/>
                </a:lnTo>
                <a:lnTo>
                  <a:pt x="55913" y="2193458"/>
                </a:lnTo>
                <a:lnTo>
                  <a:pt x="55355" y="2193053"/>
                </a:lnTo>
                <a:lnTo>
                  <a:pt x="59073" y="2195603"/>
                </a:lnTo>
                <a:lnTo>
                  <a:pt x="58522" y="2195249"/>
                </a:lnTo>
                <a:lnTo>
                  <a:pt x="62499" y="2197662"/>
                </a:lnTo>
                <a:lnTo>
                  <a:pt x="61966" y="2197355"/>
                </a:lnTo>
                <a:lnTo>
                  <a:pt x="66201" y="2199641"/>
                </a:lnTo>
                <a:lnTo>
                  <a:pt x="65687" y="2199383"/>
                </a:lnTo>
                <a:lnTo>
                  <a:pt x="70189" y="2201546"/>
                </a:lnTo>
                <a:lnTo>
                  <a:pt x="69698" y="2201326"/>
                </a:lnTo>
                <a:lnTo>
                  <a:pt x="70919" y="2201846"/>
                </a:lnTo>
                <a:lnTo>
                  <a:pt x="61261" y="2224375"/>
                </a:lnTo>
                <a:moveTo>
                  <a:pt x="3474" y="2136724"/>
                </a:moveTo>
                <a:lnTo>
                  <a:pt x="3051" y="2132785"/>
                </a:lnTo>
                <a:lnTo>
                  <a:pt x="2542" y="2126927"/>
                </a:lnTo>
                <a:lnTo>
                  <a:pt x="2132" y="2120904"/>
                </a:lnTo>
                <a:lnTo>
                  <a:pt x="1800" y="2114717"/>
                </a:lnTo>
                <a:lnTo>
                  <a:pt x="1549" y="2108357"/>
                </a:lnTo>
                <a:lnTo>
                  <a:pt x="1360" y="2101789"/>
                </a:lnTo>
                <a:lnTo>
                  <a:pt x="1144" y="2088169"/>
                </a:lnTo>
                <a:lnTo>
                  <a:pt x="1091" y="2073765"/>
                </a:lnTo>
                <a:lnTo>
                  <a:pt x="25596" y="2073672"/>
                </a:lnTo>
                <a:lnTo>
                  <a:pt x="25652" y="2087997"/>
                </a:lnTo>
                <a:lnTo>
                  <a:pt x="25652" y="2087856"/>
                </a:lnTo>
                <a:lnTo>
                  <a:pt x="25861" y="2101323"/>
                </a:lnTo>
                <a:lnTo>
                  <a:pt x="25861" y="2101164"/>
                </a:lnTo>
                <a:lnTo>
                  <a:pt x="26045" y="2107585"/>
                </a:lnTo>
                <a:lnTo>
                  <a:pt x="26038" y="2107450"/>
                </a:lnTo>
                <a:lnTo>
                  <a:pt x="26284" y="2113663"/>
                </a:lnTo>
                <a:lnTo>
                  <a:pt x="26277" y="2113497"/>
                </a:lnTo>
                <a:lnTo>
                  <a:pt x="26596" y="2119514"/>
                </a:lnTo>
                <a:lnTo>
                  <a:pt x="26584" y="2119324"/>
                </a:lnTo>
                <a:lnTo>
                  <a:pt x="26989" y="2125138"/>
                </a:lnTo>
                <a:lnTo>
                  <a:pt x="26970" y="2124917"/>
                </a:lnTo>
                <a:lnTo>
                  <a:pt x="27454" y="2130536"/>
                </a:lnTo>
                <a:lnTo>
                  <a:pt x="27429" y="2130285"/>
                </a:lnTo>
                <a:lnTo>
                  <a:pt x="27840" y="2134108"/>
                </a:lnTo>
                <a:lnTo>
                  <a:pt x="3474" y="213672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5850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2026-10-18T11:32:56.1500000Z</dcterms:created>
  <dcterms:modified xsi:type="dcterms:W3CDTF">2026-10-18T11:32:56.1500000Z</dcterms:modified>
</coreProperties>
</file>